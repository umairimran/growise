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7"/>
  </p:notesMasterIdLst>
  <p:sldIdLst>
    <p:sldId id="256" r:id="rId2"/>
    <p:sldId id="395" r:id="rId3"/>
    <p:sldId id="340" r:id="rId4"/>
    <p:sldId id="315" r:id="rId5"/>
    <p:sldId id="316" r:id="rId6"/>
    <p:sldId id="317" r:id="rId7"/>
    <p:sldId id="318" r:id="rId8"/>
    <p:sldId id="319" r:id="rId9"/>
    <p:sldId id="394" r:id="rId10"/>
    <p:sldId id="324" r:id="rId11"/>
    <p:sldId id="259" r:id="rId12"/>
    <p:sldId id="331" r:id="rId13"/>
    <p:sldId id="332" r:id="rId14"/>
    <p:sldId id="330" r:id="rId15"/>
    <p:sldId id="333" r:id="rId16"/>
    <p:sldId id="334" r:id="rId17"/>
    <p:sldId id="335" r:id="rId18"/>
    <p:sldId id="336" r:id="rId19"/>
    <p:sldId id="337" r:id="rId20"/>
    <p:sldId id="396" r:id="rId21"/>
    <p:sldId id="393" r:id="rId22"/>
    <p:sldId id="397" r:id="rId23"/>
    <p:sldId id="392" r:id="rId24"/>
    <p:sldId id="349" r:id="rId25"/>
    <p:sldId id="291" r:id="rId2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8"/>
    </p:embeddedFont>
    <p:embeddedFont>
      <p:font typeface="Roboto Slab" pitchFamily="2" charset="0"/>
      <p:regular r:id="rId29"/>
      <p:bold r:id="rId30"/>
    </p:embeddedFont>
    <p:embeddedFont>
      <p:font typeface="Roboto Slab Light" pitchFamily="2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7D0B43-29F3-46AC-95C9-53DE48A55168}">
  <a:tblStyle styleId="{557D0B43-29F3-46AC-95C9-53DE48A551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96" autoAdjust="0"/>
    <p:restoredTop sz="94660"/>
  </p:normalViewPr>
  <p:slideViewPr>
    <p:cSldViewPr snapToGrid="0">
      <p:cViewPr varScale="1">
        <p:scale>
          <a:sx n="89" d="100"/>
          <a:sy n="89" d="100"/>
        </p:scale>
        <p:origin x="376" y="-3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42e337a88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42e337a88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563ADE29-33F6-9C1F-654A-C5604173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fde78b080d_0_10:notes">
            <a:extLst>
              <a:ext uri="{FF2B5EF4-FFF2-40B4-BE49-F238E27FC236}">
                <a16:creationId xmlns:a16="http://schemas.microsoft.com/office/drawing/2014/main" id="{C7DFDB45-5DE7-0677-3ECA-3251C65A54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fde78b080d_0_10:notes">
            <a:extLst>
              <a:ext uri="{FF2B5EF4-FFF2-40B4-BE49-F238E27FC236}">
                <a16:creationId xmlns:a16="http://schemas.microsoft.com/office/drawing/2014/main" id="{9DE0E178-7B88-3F67-0BD9-BAB191B22D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9101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0BA75B28-2E9A-C65A-13D0-0AB108ED0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fde78b080d_0_10:notes">
            <a:extLst>
              <a:ext uri="{FF2B5EF4-FFF2-40B4-BE49-F238E27FC236}">
                <a16:creationId xmlns:a16="http://schemas.microsoft.com/office/drawing/2014/main" id="{DB4B2C72-5FE6-B0D3-D09A-EA75B91EA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fde78b080d_0_10:notes">
            <a:extLst>
              <a:ext uri="{FF2B5EF4-FFF2-40B4-BE49-F238E27FC236}">
                <a16:creationId xmlns:a16="http://schemas.microsoft.com/office/drawing/2014/main" id="{A1F35D48-6D77-0353-27D1-12EF6C4BF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3579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172E03D3-4316-D453-164C-C190D80F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fde78b080d_0_56:notes">
            <a:extLst>
              <a:ext uri="{FF2B5EF4-FFF2-40B4-BE49-F238E27FC236}">
                <a16:creationId xmlns:a16="http://schemas.microsoft.com/office/drawing/2014/main" id="{480D8B75-FF84-3D8D-A541-044F81DD7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fde78b080d_0_56:notes">
            <a:extLst>
              <a:ext uri="{FF2B5EF4-FFF2-40B4-BE49-F238E27FC236}">
                <a16:creationId xmlns:a16="http://schemas.microsoft.com/office/drawing/2014/main" id="{6EF4B044-C1C1-2B8F-814B-EAFFEA5965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721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C85BB28E-E61B-BA7E-6E41-2CA12A0BA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fde78b080d_0_56:notes">
            <a:extLst>
              <a:ext uri="{FF2B5EF4-FFF2-40B4-BE49-F238E27FC236}">
                <a16:creationId xmlns:a16="http://schemas.microsoft.com/office/drawing/2014/main" id="{29900403-9804-0973-EC71-40E70D9E2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fde78b080d_0_56:notes">
            <a:extLst>
              <a:ext uri="{FF2B5EF4-FFF2-40B4-BE49-F238E27FC236}">
                <a16:creationId xmlns:a16="http://schemas.microsoft.com/office/drawing/2014/main" id="{356E43F9-B3BE-49CE-2C6B-264A188146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0389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B1F49825-8888-3A63-991C-5FD278F9C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fde78b080d_0_56:notes">
            <a:extLst>
              <a:ext uri="{FF2B5EF4-FFF2-40B4-BE49-F238E27FC236}">
                <a16:creationId xmlns:a16="http://schemas.microsoft.com/office/drawing/2014/main" id="{C86BCCCA-AB3F-FE44-95A2-3CC22C0FC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fde78b080d_0_56:notes">
            <a:extLst>
              <a:ext uri="{FF2B5EF4-FFF2-40B4-BE49-F238E27FC236}">
                <a16:creationId xmlns:a16="http://schemas.microsoft.com/office/drawing/2014/main" id="{F8CE07B3-BE2B-29A1-3294-6B2F7E5C7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01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B2C855BA-899E-7D99-293A-B1ECF40A0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fde78b080d_0_56:notes">
            <a:extLst>
              <a:ext uri="{FF2B5EF4-FFF2-40B4-BE49-F238E27FC236}">
                <a16:creationId xmlns:a16="http://schemas.microsoft.com/office/drawing/2014/main" id="{CF94C187-874F-D6A9-E073-E11AF02F3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fde78b080d_0_56:notes">
            <a:extLst>
              <a:ext uri="{FF2B5EF4-FFF2-40B4-BE49-F238E27FC236}">
                <a16:creationId xmlns:a16="http://schemas.microsoft.com/office/drawing/2014/main" id="{4A911317-C7D9-954B-4EDC-65EB4B44F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9626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9DD00A5C-C136-77AE-B372-AFB5E5E9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fde78b080d_0_56:notes">
            <a:extLst>
              <a:ext uri="{FF2B5EF4-FFF2-40B4-BE49-F238E27FC236}">
                <a16:creationId xmlns:a16="http://schemas.microsoft.com/office/drawing/2014/main" id="{5DEB78FC-64B1-D0C5-5817-1888F6A4F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fde78b080d_0_56:notes">
            <a:extLst>
              <a:ext uri="{FF2B5EF4-FFF2-40B4-BE49-F238E27FC236}">
                <a16:creationId xmlns:a16="http://schemas.microsoft.com/office/drawing/2014/main" id="{CB7F12F0-580A-9341-7372-B3F0C2009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1892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3BF45699-20FA-78D2-A2F6-92910F4D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fde78b080d_0_10:notes">
            <a:extLst>
              <a:ext uri="{FF2B5EF4-FFF2-40B4-BE49-F238E27FC236}">
                <a16:creationId xmlns:a16="http://schemas.microsoft.com/office/drawing/2014/main" id="{5D1CFD3C-3AF3-02C9-02D9-1F5F8089D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fde78b080d_0_10:notes">
            <a:extLst>
              <a:ext uri="{FF2B5EF4-FFF2-40B4-BE49-F238E27FC236}">
                <a16:creationId xmlns:a16="http://schemas.microsoft.com/office/drawing/2014/main" id="{0CEFBA87-E523-48A1-E157-A4263CE83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646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6E9836BE-6421-85C0-9132-305EE02F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fde78b080d_0_10:notes">
            <a:extLst>
              <a:ext uri="{FF2B5EF4-FFF2-40B4-BE49-F238E27FC236}">
                <a16:creationId xmlns:a16="http://schemas.microsoft.com/office/drawing/2014/main" id="{56207975-7C21-FB48-AD0F-9BA3CC1FBE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fde78b080d_0_10:notes">
            <a:extLst>
              <a:ext uri="{FF2B5EF4-FFF2-40B4-BE49-F238E27FC236}">
                <a16:creationId xmlns:a16="http://schemas.microsoft.com/office/drawing/2014/main" id="{5BBB54AB-6A84-EB51-499B-2E7E1C4F9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198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fde78b080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fde78b080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>
          <a:extLst>
            <a:ext uri="{FF2B5EF4-FFF2-40B4-BE49-F238E27FC236}">
              <a16:creationId xmlns:a16="http://schemas.microsoft.com/office/drawing/2014/main" id="{651A8435-5EAC-C033-720F-16D4E9EE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fde78b080d_0_33:notes">
            <a:extLst>
              <a:ext uri="{FF2B5EF4-FFF2-40B4-BE49-F238E27FC236}">
                <a16:creationId xmlns:a16="http://schemas.microsoft.com/office/drawing/2014/main" id="{3275CC6E-6AC1-A46F-660B-98B799E75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fde78b080d_0_33:notes">
            <a:extLst>
              <a:ext uri="{FF2B5EF4-FFF2-40B4-BE49-F238E27FC236}">
                <a16:creationId xmlns:a16="http://schemas.microsoft.com/office/drawing/2014/main" id="{EABA9733-165C-D26E-E345-3DD62D13D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7572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>
          <a:extLst>
            <a:ext uri="{FF2B5EF4-FFF2-40B4-BE49-F238E27FC236}">
              <a16:creationId xmlns:a16="http://schemas.microsoft.com/office/drawing/2014/main" id="{44C021CF-730E-D210-65F4-9BB5E188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fde78b080d_0_33:notes">
            <a:extLst>
              <a:ext uri="{FF2B5EF4-FFF2-40B4-BE49-F238E27FC236}">
                <a16:creationId xmlns:a16="http://schemas.microsoft.com/office/drawing/2014/main" id="{8A7604B1-CAF4-ED63-34FA-D8A32F661F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fde78b080d_0_33:notes">
            <a:extLst>
              <a:ext uri="{FF2B5EF4-FFF2-40B4-BE49-F238E27FC236}">
                <a16:creationId xmlns:a16="http://schemas.microsoft.com/office/drawing/2014/main" id="{9219C2B8-AB31-6A42-3D0B-5C820BB84B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734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>
          <a:extLst>
            <a:ext uri="{FF2B5EF4-FFF2-40B4-BE49-F238E27FC236}">
              <a16:creationId xmlns:a16="http://schemas.microsoft.com/office/drawing/2014/main" id="{84B6B8C4-5DC6-8F63-82A6-D579D28E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fde78b080d_0_33:notes">
            <a:extLst>
              <a:ext uri="{FF2B5EF4-FFF2-40B4-BE49-F238E27FC236}">
                <a16:creationId xmlns:a16="http://schemas.microsoft.com/office/drawing/2014/main" id="{6A0AAA72-620F-89EC-FFA2-1D65E65E89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fde78b080d_0_33:notes">
            <a:extLst>
              <a:ext uri="{FF2B5EF4-FFF2-40B4-BE49-F238E27FC236}">
                <a16:creationId xmlns:a16="http://schemas.microsoft.com/office/drawing/2014/main" id="{F6EFDD10-D73C-4502-37DD-5D400DD57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31088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1C6917C9-3DCC-D157-88B4-B9BE55F53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fde78b080d_0_10:notes">
            <a:extLst>
              <a:ext uri="{FF2B5EF4-FFF2-40B4-BE49-F238E27FC236}">
                <a16:creationId xmlns:a16="http://schemas.microsoft.com/office/drawing/2014/main" id="{AEE59D41-0E9E-8524-2C12-2A3C4B58BB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fde78b080d_0_10:notes">
            <a:extLst>
              <a:ext uri="{FF2B5EF4-FFF2-40B4-BE49-F238E27FC236}">
                <a16:creationId xmlns:a16="http://schemas.microsoft.com/office/drawing/2014/main" id="{EB0D899A-24B3-12DB-05E7-279B9389D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0977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784F4153-69E7-4217-4342-907C3CF22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fde78b080d_0_10:notes">
            <a:extLst>
              <a:ext uri="{FF2B5EF4-FFF2-40B4-BE49-F238E27FC236}">
                <a16:creationId xmlns:a16="http://schemas.microsoft.com/office/drawing/2014/main" id="{CFC7D38C-B2C1-6A13-E5D5-43354522C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fde78b080d_0_10:notes">
            <a:extLst>
              <a:ext uri="{FF2B5EF4-FFF2-40B4-BE49-F238E27FC236}">
                <a16:creationId xmlns:a16="http://schemas.microsoft.com/office/drawing/2014/main" id="{DF40C93B-954A-0B23-6EE0-1691413D9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705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>
          <a:extLst>
            <a:ext uri="{FF2B5EF4-FFF2-40B4-BE49-F238E27FC236}">
              <a16:creationId xmlns:a16="http://schemas.microsoft.com/office/drawing/2014/main" id="{82AC36B5-B1CF-AF70-4027-542ACB01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fde9823fe6_0_42:notes">
            <a:extLst>
              <a:ext uri="{FF2B5EF4-FFF2-40B4-BE49-F238E27FC236}">
                <a16:creationId xmlns:a16="http://schemas.microsoft.com/office/drawing/2014/main" id="{2927D745-F2FB-ADF8-45DC-715B61724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5" name="Google Shape;1755;gfde9823fe6_0_42:notes">
            <a:extLst>
              <a:ext uri="{FF2B5EF4-FFF2-40B4-BE49-F238E27FC236}">
                <a16:creationId xmlns:a16="http://schemas.microsoft.com/office/drawing/2014/main" id="{2DF9590B-A417-64D6-AA77-6D4616356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0689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EDFB165F-D41D-A8DA-4718-30E71676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fde78b080d_0_10:notes">
            <a:extLst>
              <a:ext uri="{FF2B5EF4-FFF2-40B4-BE49-F238E27FC236}">
                <a16:creationId xmlns:a16="http://schemas.microsoft.com/office/drawing/2014/main" id="{4DBBE0E1-84F6-E4C1-9D9C-D7C9818420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fde78b080d_0_10:notes">
            <a:extLst>
              <a:ext uri="{FF2B5EF4-FFF2-40B4-BE49-F238E27FC236}">
                <a16:creationId xmlns:a16="http://schemas.microsoft.com/office/drawing/2014/main" id="{A7945055-CFE7-FD9B-20D5-A92BD10FBA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4803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Google Shape;4100;g1439907ddac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1" name="Google Shape;4101;g1439907ddac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806400"/>
            <a:ext cx="4177800" cy="33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4150700"/>
            <a:ext cx="41778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720000" y="1250550"/>
            <a:ext cx="3279300" cy="27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4361550" y="432361"/>
            <a:ext cx="4067400" cy="8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4361550" y="1196350"/>
            <a:ext cx="4067400" cy="16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 hasCustomPrompt="1"/>
          </p:nvPr>
        </p:nvSpPr>
        <p:spPr>
          <a:xfrm>
            <a:off x="1504263" y="1327200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18863" y="2306098"/>
            <a:ext cx="240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2" hasCustomPrompt="1"/>
          </p:nvPr>
        </p:nvSpPr>
        <p:spPr>
          <a:xfrm>
            <a:off x="4158264" y="132720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3372114" y="2306099"/>
            <a:ext cx="240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4" hasCustomPrompt="1"/>
          </p:nvPr>
        </p:nvSpPr>
        <p:spPr>
          <a:xfrm>
            <a:off x="6810775" y="132720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5"/>
          </p:nvPr>
        </p:nvSpPr>
        <p:spPr>
          <a:xfrm>
            <a:off x="6017836" y="2306099"/>
            <a:ext cx="240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6" hasCustomPrompt="1"/>
          </p:nvPr>
        </p:nvSpPr>
        <p:spPr>
          <a:xfrm>
            <a:off x="1504263" y="3052375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7"/>
          </p:nvPr>
        </p:nvSpPr>
        <p:spPr>
          <a:xfrm>
            <a:off x="718863" y="4035800"/>
            <a:ext cx="240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8" hasCustomPrompt="1"/>
          </p:nvPr>
        </p:nvSpPr>
        <p:spPr>
          <a:xfrm>
            <a:off x="4158264" y="3052375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9"/>
          </p:nvPr>
        </p:nvSpPr>
        <p:spPr>
          <a:xfrm>
            <a:off x="3372114" y="4035801"/>
            <a:ext cx="240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3" hasCustomPrompt="1"/>
          </p:nvPr>
        </p:nvSpPr>
        <p:spPr>
          <a:xfrm>
            <a:off x="6801425" y="304760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4"/>
          </p:nvPr>
        </p:nvSpPr>
        <p:spPr>
          <a:xfrm>
            <a:off x="6017836" y="4035801"/>
            <a:ext cx="240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6"/>
          </p:nvPr>
        </p:nvSpPr>
        <p:spPr>
          <a:xfrm>
            <a:off x="718863" y="1812050"/>
            <a:ext cx="240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7"/>
          </p:nvPr>
        </p:nvSpPr>
        <p:spPr>
          <a:xfrm>
            <a:off x="3372114" y="1812050"/>
            <a:ext cx="240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8"/>
          </p:nvPr>
        </p:nvSpPr>
        <p:spPr>
          <a:xfrm>
            <a:off x="6017836" y="1812050"/>
            <a:ext cx="240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9"/>
          </p:nvPr>
        </p:nvSpPr>
        <p:spPr>
          <a:xfrm>
            <a:off x="718863" y="3537200"/>
            <a:ext cx="240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20"/>
          </p:nvPr>
        </p:nvSpPr>
        <p:spPr>
          <a:xfrm>
            <a:off x="3372114" y="3537200"/>
            <a:ext cx="240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21"/>
          </p:nvPr>
        </p:nvSpPr>
        <p:spPr>
          <a:xfrm>
            <a:off x="6017836" y="3537200"/>
            <a:ext cx="240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715100" y="4034500"/>
            <a:ext cx="36834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1"/>
          </p:nvPr>
        </p:nvSpPr>
        <p:spPr>
          <a:xfrm>
            <a:off x="715100" y="1099450"/>
            <a:ext cx="3683400" cy="29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subTitle" idx="1"/>
          </p:nvPr>
        </p:nvSpPr>
        <p:spPr>
          <a:xfrm>
            <a:off x="1033107" y="3285575"/>
            <a:ext cx="2878500" cy="10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1033107" y="1936175"/>
            <a:ext cx="2878500" cy="13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272956" y="2585834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415915" y="4118224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8155674" y="1583883"/>
            <a:ext cx="631645" cy="631740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">
    <p:bg>
      <p:bgPr>
        <a:solidFill>
          <a:schemeClr val="dk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>
            <a:spLocks noGrp="1"/>
          </p:cNvSpPr>
          <p:nvPr>
            <p:ph type="title"/>
          </p:nvPr>
        </p:nvSpPr>
        <p:spPr>
          <a:xfrm>
            <a:off x="715100" y="2304300"/>
            <a:ext cx="4347900" cy="192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title" idx="2" hasCustomPrompt="1"/>
          </p:nvPr>
        </p:nvSpPr>
        <p:spPr>
          <a:xfrm>
            <a:off x="715300" y="1376300"/>
            <a:ext cx="1480800" cy="9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5" name="Google Shape;195;p25"/>
          <p:cNvSpPr txBox="1">
            <a:spLocks noGrp="1"/>
          </p:cNvSpPr>
          <p:nvPr>
            <p:ph type="subTitle" idx="1"/>
          </p:nvPr>
        </p:nvSpPr>
        <p:spPr>
          <a:xfrm>
            <a:off x="715300" y="4232300"/>
            <a:ext cx="4347900" cy="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accent2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/>
          <p:nvPr/>
        </p:nvSpPr>
        <p:spPr>
          <a:xfrm rot="10800000" flipH="1">
            <a:off x="6698894" y="4257914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2"/>
          <p:cNvSpPr/>
          <p:nvPr/>
        </p:nvSpPr>
        <p:spPr>
          <a:xfrm rot="10800000" flipH="1">
            <a:off x="7797249" y="3925895"/>
            <a:ext cx="631645" cy="631740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2"/>
          <p:cNvSpPr/>
          <p:nvPr/>
        </p:nvSpPr>
        <p:spPr>
          <a:xfrm rot="7722878" flipH="1">
            <a:off x="6150963" y="290204"/>
            <a:ext cx="474693" cy="66317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2"/>
          <p:cNvSpPr/>
          <p:nvPr/>
        </p:nvSpPr>
        <p:spPr>
          <a:xfrm rot="10800000" flipH="1">
            <a:off x="1964052" y="4118229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2"/>
          <p:cNvSpPr/>
          <p:nvPr/>
        </p:nvSpPr>
        <p:spPr>
          <a:xfrm rot="10800000" flipH="1">
            <a:off x="905694" y="425788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2"/>
          <p:cNvSpPr/>
          <p:nvPr/>
        </p:nvSpPr>
        <p:spPr>
          <a:xfrm rot="10800000" flipH="1">
            <a:off x="2714581" y="3575301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2"/>
          <p:cNvSpPr/>
          <p:nvPr/>
        </p:nvSpPr>
        <p:spPr>
          <a:xfrm rot="7723110" flipH="1">
            <a:off x="2343113" y="603177"/>
            <a:ext cx="314379" cy="439266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32"/>
          <p:cNvSpPr/>
          <p:nvPr/>
        </p:nvSpPr>
        <p:spPr>
          <a:xfrm rot="10800000" flipH="1">
            <a:off x="5704044" y="3907314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2"/>
          <p:cNvSpPr/>
          <p:nvPr/>
        </p:nvSpPr>
        <p:spPr>
          <a:xfrm rot="10800000" flipH="1">
            <a:off x="4252769" y="891464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4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/>
          <p:nvPr/>
        </p:nvSpPr>
        <p:spPr>
          <a:xfrm>
            <a:off x="7762594" y="178460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3"/>
          <p:cNvSpPr/>
          <p:nvPr/>
        </p:nvSpPr>
        <p:spPr>
          <a:xfrm rot="-3077122" flipH="1">
            <a:off x="884938" y="516235"/>
            <a:ext cx="474693" cy="66317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3"/>
          <p:cNvSpPr/>
          <p:nvPr/>
        </p:nvSpPr>
        <p:spPr>
          <a:xfrm>
            <a:off x="4326965" y="1055511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3"/>
          <p:cNvSpPr/>
          <p:nvPr/>
        </p:nvSpPr>
        <p:spPr>
          <a:xfrm>
            <a:off x="3728694" y="672534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6581106" y="3448934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3"/>
          <p:cNvSpPr/>
          <p:nvPr/>
        </p:nvSpPr>
        <p:spPr>
          <a:xfrm>
            <a:off x="8113069" y="1125346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3"/>
          <p:cNvSpPr/>
          <p:nvPr/>
        </p:nvSpPr>
        <p:spPr>
          <a:xfrm>
            <a:off x="7004873" y="3799541"/>
            <a:ext cx="490066" cy="490220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3"/>
          <p:cNvSpPr/>
          <p:nvPr/>
        </p:nvSpPr>
        <p:spPr>
          <a:xfrm>
            <a:off x="6792990" y="602699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3"/>
          <p:cNvSpPr/>
          <p:nvPr/>
        </p:nvSpPr>
        <p:spPr>
          <a:xfrm>
            <a:off x="1021144" y="435330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3"/>
          <p:cNvSpPr/>
          <p:nvPr/>
        </p:nvSpPr>
        <p:spPr>
          <a:xfrm>
            <a:off x="1371619" y="3694046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ig Shoulders Display"/>
              <a:buNone/>
              <a:defRPr sz="4000" b="1">
                <a:solidFill>
                  <a:schemeClr val="dk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 Light"/>
              <a:buChar char="●"/>
              <a:defRPr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 Light"/>
              <a:buChar char="○"/>
              <a:defRPr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 Light"/>
              <a:buChar char="■"/>
              <a:defRPr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 Light"/>
              <a:buChar char="●"/>
              <a:defRPr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 Light"/>
              <a:buChar char="○"/>
              <a:defRPr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 Light"/>
              <a:buChar char="■"/>
              <a:defRPr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 Light"/>
              <a:buChar char="●"/>
              <a:defRPr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 Light"/>
              <a:buChar char="○"/>
              <a:defRPr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Slab Light"/>
              <a:buChar char="■"/>
              <a:defRPr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8" r:id="rId4"/>
    <p:sldLayoutId id="2147483659" r:id="rId5"/>
    <p:sldLayoutId id="2147483660" r:id="rId6"/>
    <p:sldLayoutId id="2147483662" r:id="rId7"/>
    <p:sldLayoutId id="2147483671" r:id="rId8"/>
    <p:sldLayoutId id="2147483678" r:id="rId9"/>
    <p:sldLayoutId id="2147483679" r:id="rId10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>
            <a:spLocks noGrp="1"/>
          </p:cNvSpPr>
          <p:nvPr>
            <p:ph type="ctrTitle"/>
          </p:nvPr>
        </p:nvSpPr>
        <p:spPr>
          <a:xfrm>
            <a:off x="715100" y="1035200"/>
            <a:ext cx="4177800" cy="33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" sz="6800" dirty="0">
                <a:solidFill>
                  <a:schemeClr val="lt1"/>
                </a:solidFill>
              </a:rPr>
              <a:t>GROWISE:</a:t>
            </a:r>
            <a:r>
              <a:rPr lang="en" sz="6800" b="1" dirty="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</a:t>
            </a:r>
            <a:br>
              <a:rPr lang="en" sz="6800" b="1" dirty="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</a:br>
            <a:r>
              <a:rPr lang="en" sz="3200" b="0" dirty="0">
                <a:solidFill>
                  <a:schemeClr val="lt1"/>
                </a:solidFill>
              </a:rPr>
              <a:t>AI POWERED DYNAMIC LEARNING PLATFORM</a:t>
            </a:r>
            <a:br>
              <a:rPr lang="en" sz="3200" b="0" dirty="0">
                <a:solidFill>
                  <a:schemeClr val="lt1"/>
                </a:solidFill>
              </a:rPr>
            </a:br>
            <a:endParaRPr sz="6500" b="0" dirty="0">
              <a:solidFill>
                <a:schemeClr val="lt1"/>
              </a:solidFill>
            </a:endParaRPr>
          </a:p>
        </p:txBody>
      </p:sp>
      <p:grpSp>
        <p:nvGrpSpPr>
          <p:cNvPr id="259" name="Google Shape;259;p37"/>
          <p:cNvGrpSpPr/>
          <p:nvPr/>
        </p:nvGrpSpPr>
        <p:grpSpPr>
          <a:xfrm>
            <a:off x="5271019" y="1730387"/>
            <a:ext cx="3157870" cy="2727306"/>
            <a:chOff x="1533675" y="461400"/>
            <a:chExt cx="4891373" cy="4224452"/>
          </a:xfrm>
        </p:grpSpPr>
        <p:sp>
          <p:nvSpPr>
            <p:cNvPr id="260" name="Google Shape;260;p37"/>
            <p:cNvSpPr/>
            <p:nvPr/>
          </p:nvSpPr>
          <p:spPr>
            <a:xfrm>
              <a:off x="1533675" y="3070025"/>
              <a:ext cx="4891373" cy="1615827"/>
            </a:xfrm>
            <a:custGeom>
              <a:avLst/>
              <a:gdLst/>
              <a:ahLst/>
              <a:cxnLst/>
              <a:rect l="l" t="t" r="r" b="b"/>
              <a:pathLst>
                <a:path w="182565" h="88965" extrusionOk="0">
                  <a:moveTo>
                    <a:pt x="91265" y="1"/>
                  </a:moveTo>
                  <a:cubicBezTo>
                    <a:pt x="40863" y="1"/>
                    <a:pt x="0" y="19915"/>
                    <a:pt x="0" y="44466"/>
                  </a:cubicBezTo>
                  <a:cubicBezTo>
                    <a:pt x="0" y="69050"/>
                    <a:pt x="40863" y="88964"/>
                    <a:pt x="91265" y="88964"/>
                  </a:cubicBezTo>
                  <a:cubicBezTo>
                    <a:pt x="141701" y="88964"/>
                    <a:pt x="182564" y="69050"/>
                    <a:pt x="182564" y="44466"/>
                  </a:cubicBezTo>
                  <a:cubicBezTo>
                    <a:pt x="182564" y="19915"/>
                    <a:pt x="141701" y="1"/>
                    <a:pt x="912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7"/>
            <p:cNvSpPr/>
            <p:nvPr/>
          </p:nvSpPr>
          <p:spPr>
            <a:xfrm>
              <a:off x="2009200" y="3372325"/>
              <a:ext cx="1714575" cy="989900"/>
            </a:xfrm>
            <a:custGeom>
              <a:avLst/>
              <a:gdLst/>
              <a:ahLst/>
              <a:cxnLst/>
              <a:rect l="l" t="t" r="r" b="b"/>
              <a:pathLst>
                <a:path w="68583" h="39596" extrusionOk="0">
                  <a:moveTo>
                    <a:pt x="34291" y="1"/>
                  </a:moveTo>
                  <a:cubicBezTo>
                    <a:pt x="15344" y="1"/>
                    <a:pt x="0" y="8874"/>
                    <a:pt x="0" y="19781"/>
                  </a:cubicBezTo>
                  <a:cubicBezTo>
                    <a:pt x="0" y="30723"/>
                    <a:pt x="15344" y="39596"/>
                    <a:pt x="34291" y="39596"/>
                  </a:cubicBezTo>
                  <a:cubicBezTo>
                    <a:pt x="53238" y="39596"/>
                    <a:pt x="68582" y="30723"/>
                    <a:pt x="68582" y="19781"/>
                  </a:cubicBezTo>
                  <a:cubicBezTo>
                    <a:pt x="68582" y="8874"/>
                    <a:pt x="53238" y="1"/>
                    <a:pt x="34291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7"/>
            <p:cNvSpPr/>
            <p:nvPr/>
          </p:nvSpPr>
          <p:spPr>
            <a:xfrm>
              <a:off x="4323350" y="3372325"/>
              <a:ext cx="1715400" cy="989900"/>
            </a:xfrm>
            <a:custGeom>
              <a:avLst/>
              <a:gdLst/>
              <a:ahLst/>
              <a:cxnLst/>
              <a:rect l="l" t="t" r="r" b="b"/>
              <a:pathLst>
                <a:path w="68616" h="39596" extrusionOk="0">
                  <a:moveTo>
                    <a:pt x="34291" y="1"/>
                  </a:moveTo>
                  <a:cubicBezTo>
                    <a:pt x="15344" y="1"/>
                    <a:pt x="0" y="8874"/>
                    <a:pt x="0" y="19781"/>
                  </a:cubicBezTo>
                  <a:cubicBezTo>
                    <a:pt x="0" y="30723"/>
                    <a:pt x="15344" y="39596"/>
                    <a:pt x="34291" y="39596"/>
                  </a:cubicBezTo>
                  <a:cubicBezTo>
                    <a:pt x="53238" y="39596"/>
                    <a:pt x="68616" y="30723"/>
                    <a:pt x="68616" y="19781"/>
                  </a:cubicBezTo>
                  <a:cubicBezTo>
                    <a:pt x="68616" y="8874"/>
                    <a:pt x="53238" y="1"/>
                    <a:pt x="34291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7"/>
            <p:cNvSpPr/>
            <p:nvPr/>
          </p:nvSpPr>
          <p:spPr>
            <a:xfrm>
              <a:off x="5602600" y="3063075"/>
              <a:ext cx="505375" cy="822975"/>
            </a:xfrm>
            <a:custGeom>
              <a:avLst/>
              <a:gdLst/>
              <a:ahLst/>
              <a:cxnLst/>
              <a:rect l="l" t="t" r="r" b="b"/>
              <a:pathLst>
                <a:path w="20215" h="32919" extrusionOk="0">
                  <a:moveTo>
                    <a:pt x="15339" y="1"/>
                  </a:moveTo>
                  <a:cubicBezTo>
                    <a:pt x="11498" y="1"/>
                    <a:pt x="7101" y="4607"/>
                    <a:pt x="4236" y="8935"/>
                  </a:cubicBezTo>
                  <a:cubicBezTo>
                    <a:pt x="1101" y="13638"/>
                    <a:pt x="0" y="26314"/>
                    <a:pt x="267" y="29716"/>
                  </a:cubicBezTo>
                  <a:lnTo>
                    <a:pt x="400" y="32919"/>
                  </a:lnTo>
                  <a:lnTo>
                    <a:pt x="4070" y="23312"/>
                  </a:lnTo>
                  <a:cubicBezTo>
                    <a:pt x="5537" y="17641"/>
                    <a:pt x="11875" y="13038"/>
                    <a:pt x="16045" y="9468"/>
                  </a:cubicBezTo>
                  <a:cubicBezTo>
                    <a:pt x="20215" y="5899"/>
                    <a:pt x="20181" y="1062"/>
                    <a:pt x="16412" y="128"/>
                  </a:cubicBezTo>
                  <a:cubicBezTo>
                    <a:pt x="16060" y="42"/>
                    <a:pt x="15702" y="1"/>
                    <a:pt x="15339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7"/>
            <p:cNvSpPr/>
            <p:nvPr/>
          </p:nvSpPr>
          <p:spPr>
            <a:xfrm>
              <a:off x="5602600" y="3063075"/>
              <a:ext cx="505375" cy="822975"/>
            </a:xfrm>
            <a:custGeom>
              <a:avLst/>
              <a:gdLst/>
              <a:ahLst/>
              <a:cxnLst/>
              <a:rect l="l" t="t" r="r" b="b"/>
              <a:pathLst>
                <a:path w="20215" h="32919" extrusionOk="0">
                  <a:moveTo>
                    <a:pt x="15339" y="1"/>
                  </a:moveTo>
                  <a:cubicBezTo>
                    <a:pt x="11498" y="1"/>
                    <a:pt x="7101" y="4607"/>
                    <a:pt x="4236" y="8935"/>
                  </a:cubicBezTo>
                  <a:cubicBezTo>
                    <a:pt x="1101" y="13638"/>
                    <a:pt x="0" y="26314"/>
                    <a:pt x="267" y="29716"/>
                  </a:cubicBezTo>
                  <a:lnTo>
                    <a:pt x="400" y="32919"/>
                  </a:lnTo>
                  <a:lnTo>
                    <a:pt x="4070" y="23312"/>
                  </a:lnTo>
                  <a:cubicBezTo>
                    <a:pt x="5537" y="17641"/>
                    <a:pt x="11875" y="13038"/>
                    <a:pt x="16045" y="9468"/>
                  </a:cubicBezTo>
                  <a:cubicBezTo>
                    <a:pt x="20215" y="5899"/>
                    <a:pt x="20181" y="1062"/>
                    <a:pt x="16412" y="128"/>
                  </a:cubicBezTo>
                  <a:cubicBezTo>
                    <a:pt x="16060" y="42"/>
                    <a:pt x="15702" y="1"/>
                    <a:pt x="15339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7"/>
            <p:cNvSpPr/>
            <p:nvPr/>
          </p:nvSpPr>
          <p:spPr>
            <a:xfrm>
              <a:off x="5600925" y="3135425"/>
              <a:ext cx="399200" cy="633050"/>
            </a:xfrm>
            <a:custGeom>
              <a:avLst/>
              <a:gdLst/>
              <a:ahLst/>
              <a:cxnLst/>
              <a:rect l="l" t="t" r="r" b="b"/>
              <a:pathLst>
                <a:path w="15968" h="25322" extrusionOk="0">
                  <a:moveTo>
                    <a:pt x="15637" y="1"/>
                  </a:moveTo>
                  <a:cubicBezTo>
                    <a:pt x="15598" y="1"/>
                    <a:pt x="15556" y="12"/>
                    <a:pt x="15511" y="36"/>
                  </a:cubicBezTo>
                  <a:cubicBezTo>
                    <a:pt x="9974" y="2638"/>
                    <a:pt x="1268" y="13046"/>
                    <a:pt x="0" y="25054"/>
                  </a:cubicBezTo>
                  <a:cubicBezTo>
                    <a:pt x="0" y="25188"/>
                    <a:pt x="100" y="25288"/>
                    <a:pt x="234" y="25321"/>
                  </a:cubicBezTo>
                  <a:lnTo>
                    <a:pt x="301" y="25288"/>
                  </a:lnTo>
                  <a:cubicBezTo>
                    <a:pt x="401" y="25288"/>
                    <a:pt x="467" y="25188"/>
                    <a:pt x="501" y="25088"/>
                  </a:cubicBezTo>
                  <a:cubicBezTo>
                    <a:pt x="1735" y="13279"/>
                    <a:pt x="10308" y="3039"/>
                    <a:pt x="15712" y="470"/>
                  </a:cubicBezTo>
                  <a:cubicBezTo>
                    <a:pt x="15967" y="356"/>
                    <a:pt x="15860" y="1"/>
                    <a:pt x="156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7"/>
            <p:cNvSpPr/>
            <p:nvPr/>
          </p:nvSpPr>
          <p:spPr>
            <a:xfrm>
              <a:off x="5620100" y="3415300"/>
              <a:ext cx="473250" cy="519125"/>
            </a:xfrm>
            <a:custGeom>
              <a:avLst/>
              <a:gdLst/>
              <a:ahLst/>
              <a:cxnLst/>
              <a:rect l="l" t="t" r="r" b="b"/>
              <a:pathLst>
                <a:path w="18930" h="20765" extrusionOk="0">
                  <a:moveTo>
                    <a:pt x="14731" y="0"/>
                  </a:moveTo>
                  <a:cubicBezTo>
                    <a:pt x="14104" y="0"/>
                    <a:pt x="13405" y="90"/>
                    <a:pt x="12643" y="283"/>
                  </a:cubicBezTo>
                  <a:cubicBezTo>
                    <a:pt x="7006" y="1717"/>
                    <a:pt x="434" y="8289"/>
                    <a:pt x="1" y="17195"/>
                  </a:cubicBezTo>
                  <a:lnTo>
                    <a:pt x="1135" y="20764"/>
                  </a:lnTo>
                  <a:cubicBezTo>
                    <a:pt x="1502" y="18796"/>
                    <a:pt x="3069" y="15461"/>
                    <a:pt x="6372" y="12292"/>
                  </a:cubicBezTo>
                  <a:cubicBezTo>
                    <a:pt x="10441" y="8389"/>
                    <a:pt x="16913" y="6487"/>
                    <a:pt x="17947" y="4119"/>
                  </a:cubicBezTo>
                  <a:cubicBezTo>
                    <a:pt x="18930" y="1825"/>
                    <a:pt x="17565" y="0"/>
                    <a:pt x="1473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7"/>
            <p:cNvSpPr/>
            <p:nvPr/>
          </p:nvSpPr>
          <p:spPr>
            <a:xfrm>
              <a:off x="5615100" y="3466350"/>
              <a:ext cx="388625" cy="419700"/>
            </a:xfrm>
            <a:custGeom>
              <a:avLst/>
              <a:gdLst/>
              <a:ahLst/>
              <a:cxnLst/>
              <a:rect l="l" t="t" r="r" b="b"/>
              <a:pathLst>
                <a:path w="15545" h="16788" extrusionOk="0">
                  <a:moveTo>
                    <a:pt x="15313" y="0"/>
                  </a:moveTo>
                  <a:cubicBezTo>
                    <a:pt x="15290" y="0"/>
                    <a:pt x="15268" y="3"/>
                    <a:pt x="15245" y="9"/>
                  </a:cubicBezTo>
                  <a:cubicBezTo>
                    <a:pt x="11409" y="843"/>
                    <a:pt x="2769" y="6013"/>
                    <a:pt x="34" y="16454"/>
                  </a:cubicBezTo>
                  <a:cubicBezTo>
                    <a:pt x="0" y="16587"/>
                    <a:pt x="67" y="16721"/>
                    <a:pt x="201" y="16754"/>
                  </a:cubicBezTo>
                  <a:cubicBezTo>
                    <a:pt x="234" y="16788"/>
                    <a:pt x="267" y="16788"/>
                    <a:pt x="301" y="16788"/>
                  </a:cubicBezTo>
                  <a:cubicBezTo>
                    <a:pt x="401" y="16754"/>
                    <a:pt x="501" y="16688"/>
                    <a:pt x="501" y="16587"/>
                  </a:cubicBezTo>
                  <a:cubicBezTo>
                    <a:pt x="3203" y="6347"/>
                    <a:pt x="11876" y="1243"/>
                    <a:pt x="15345" y="476"/>
                  </a:cubicBezTo>
                  <a:cubicBezTo>
                    <a:pt x="15478" y="443"/>
                    <a:pt x="15545" y="309"/>
                    <a:pt x="15545" y="176"/>
                  </a:cubicBezTo>
                  <a:cubicBezTo>
                    <a:pt x="15517" y="65"/>
                    <a:pt x="15421" y="0"/>
                    <a:pt x="153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7"/>
            <p:cNvSpPr/>
            <p:nvPr/>
          </p:nvSpPr>
          <p:spPr>
            <a:xfrm>
              <a:off x="1956650" y="3001450"/>
              <a:ext cx="514550" cy="822900"/>
            </a:xfrm>
            <a:custGeom>
              <a:avLst/>
              <a:gdLst/>
              <a:ahLst/>
              <a:cxnLst/>
              <a:rect l="l" t="t" r="r" b="b"/>
              <a:pathLst>
                <a:path w="20582" h="32916" extrusionOk="0">
                  <a:moveTo>
                    <a:pt x="4841" y="0"/>
                  </a:moveTo>
                  <a:cubicBezTo>
                    <a:pt x="4493" y="0"/>
                    <a:pt x="4147" y="40"/>
                    <a:pt x="3803" y="125"/>
                  </a:cubicBezTo>
                  <a:cubicBezTo>
                    <a:pt x="34" y="1059"/>
                    <a:pt x="1" y="5896"/>
                    <a:pt x="4170" y="9465"/>
                  </a:cubicBezTo>
                  <a:cubicBezTo>
                    <a:pt x="8340" y="13068"/>
                    <a:pt x="14678" y="17638"/>
                    <a:pt x="16145" y="23308"/>
                  </a:cubicBezTo>
                  <a:lnTo>
                    <a:pt x="19815" y="32915"/>
                  </a:lnTo>
                  <a:lnTo>
                    <a:pt x="20282" y="24543"/>
                  </a:lnTo>
                  <a:cubicBezTo>
                    <a:pt x="20582" y="21140"/>
                    <a:pt x="18547" y="13735"/>
                    <a:pt x="15412" y="9031"/>
                  </a:cubicBezTo>
                  <a:cubicBezTo>
                    <a:pt x="12541" y="4726"/>
                    <a:pt x="8608" y="0"/>
                    <a:pt x="484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7"/>
            <p:cNvSpPr/>
            <p:nvPr/>
          </p:nvSpPr>
          <p:spPr>
            <a:xfrm>
              <a:off x="2065900" y="3073950"/>
              <a:ext cx="397800" cy="632800"/>
            </a:xfrm>
            <a:custGeom>
              <a:avLst/>
              <a:gdLst/>
              <a:ahLst/>
              <a:cxnLst/>
              <a:rect l="l" t="t" r="r" b="b"/>
              <a:pathLst>
                <a:path w="15912" h="25312" extrusionOk="0">
                  <a:moveTo>
                    <a:pt x="289" y="1"/>
                  </a:moveTo>
                  <a:cubicBezTo>
                    <a:pt x="187" y="1"/>
                    <a:pt x="92" y="63"/>
                    <a:pt x="67" y="160"/>
                  </a:cubicBezTo>
                  <a:cubicBezTo>
                    <a:pt x="0" y="261"/>
                    <a:pt x="67" y="427"/>
                    <a:pt x="167" y="494"/>
                  </a:cubicBezTo>
                  <a:cubicBezTo>
                    <a:pt x="5604" y="3063"/>
                    <a:pt x="14144" y="13303"/>
                    <a:pt x="15411" y="25078"/>
                  </a:cubicBezTo>
                  <a:cubicBezTo>
                    <a:pt x="15411" y="25178"/>
                    <a:pt x="15511" y="25278"/>
                    <a:pt x="15612" y="25312"/>
                  </a:cubicBezTo>
                  <a:lnTo>
                    <a:pt x="15678" y="25312"/>
                  </a:lnTo>
                  <a:cubicBezTo>
                    <a:pt x="15812" y="25312"/>
                    <a:pt x="15912" y="25178"/>
                    <a:pt x="15912" y="25045"/>
                  </a:cubicBezTo>
                  <a:cubicBezTo>
                    <a:pt x="14644" y="13070"/>
                    <a:pt x="5938" y="2662"/>
                    <a:pt x="401" y="27"/>
                  </a:cubicBezTo>
                  <a:cubicBezTo>
                    <a:pt x="365" y="9"/>
                    <a:pt x="327" y="1"/>
                    <a:pt x="2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7"/>
            <p:cNvSpPr/>
            <p:nvPr/>
          </p:nvSpPr>
          <p:spPr>
            <a:xfrm>
              <a:off x="1970700" y="3354050"/>
              <a:ext cx="473825" cy="518650"/>
            </a:xfrm>
            <a:custGeom>
              <a:avLst/>
              <a:gdLst/>
              <a:ahLst/>
              <a:cxnLst/>
              <a:rect l="l" t="t" r="r" b="b"/>
              <a:pathLst>
                <a:path w="18953" h="20746" extrusionOk="0">
                  <a:moveTo>
                    <a:pt x="4161" y="0"/>
                  </a:moveTo>
                  <a:cubicBezTo>
                    <a:pt x="1365" y="0"/>
                    <a:pt x="1" y="1823"/>
                    <a:pt x="1006" y="4134"/>
                  </a:cubicBezTo>
                  <a:cubicBezTo>
                    <a:pt x="2040" y="6469"/>
                    <a:pt x="8512" y="8370"/>
                    <a:pt x="12548" y="12273"/>
                  </a:cubicBezTo>
                  <a:cubicBezTo>
                    <a:pt x="15884" y="15475"/>
                    <a:pt x="17451" y="18811"/>
                    <a:pt x="17818" y="20746"/>
                  </a:cubicBezTo>
                  <a:lnTo>
                    <a:pt x="18953" y="17210"/>
                  </a:lnTo>
                  <a:cubicBezTo>
                    <a:pt x="18519" y="8304"/>
                    <a:pt x="11948" y="1732"/>
                    <a:pt x="6277" y="298"/>
                  </a:cubicBezTo>
                  <a:cubicBezTo>
                    <a:pt x="5505" y="94"/>
                    <a:pt x="4796" y="0"/>
                    <a:pt x="41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7"/>
            <p:cNvSpPr/>
            <p:nvPr/>
          </p:nvSpPr>
          <p:spPr>
            <a:xfrm>
              <a:off x="2060050" y="3405150"/>
              <a:ext cx="389475" cy="419200"/>
            </a:xfrm>
            <a:custGeom>
              <a:avLst/>
              <a:gdLst/>
              <a:ahLst/>
              <a:cxnLst/>
              <a:rect l="l" t="t" r="r" b="b"/>
              <a:pathLst>
                <a:path w="15579" h="16768" extrusionOk="0">
                  <a:moveTo>
                    <a:pt x="248" y="1"/>
                  </a:moveTo>
                  <a:cubicBezTo>
                    <a:pt x="147" y="1"/>
                    <a:pt x="60" y="84"/>
                    <a:pt x="34" y="189"/>
                  </a:cubicBezTo>
                  <a:cubicBezTo>
                    <a:pt x="1" y="322"/>
                    <a:pt x="101" y="456"/>
                    <a:pt x="234" y="489"/>
                  </a:cubicBezTo>
                  <a:cubicBezTo>
                    <a:pt x="3704" y="1256"/>
                    <a:pt x="12376" y="6360"/>
                    <a:pt x="15045" y="16600"/>
                  </a:cubicBezTo>
                  <a:cubicBezTo>
                    <a:pt x="15078" y="16700"/>
                    <a:pt x="15145" y="16767"/>
                    <a:pt x="15245" y="16767"/>
                  </a:cubicBezTo>
                  <a:lnTo>
                    <a:pt x="15345" y="16767"/>
                  </a:lnTo>
                  <a:cubicBezTo>
                    <a:pt x="15479" y="16734"/>
                    <a:pt x="15579" y="16600"/>
                    <a:pt x="15545" y="16467"/>
                  </a:cubicBezTo>
                  <a:cubicBezTo>
                    <a:pt x="12810" y="6026"/>
                    <a:pt x="4171" y="856"/>
                    <a:pt x="334" y="22"/>
                  </a:cubicBezTo>
                  <a:cubicBezTo>
                    <a:pt x="305" y="7"/>
                    <a:pt x="276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7"/>
            <p:cNvSpPr/>
            <p:nvPr/>
          </p:nvSpPr>
          <p:spPr>
            <a:xfrm>
              <a:off x="2246850" y="716875"/>
              <a:ext cx="240200" cy="297125"/>
            </a:xfrm>
            <a:custGeom>
              <a:avLst/>
              <a:gdLst/>
              <a:ahLst/>
              <a:cxnLst/>
              <a:rect l="l" t="t" r="r" b="b"/>
              <a:pathLst>
                <a:path w="9608" h="11885" extrusionOk="0">
                  <a:moveTo>
                    <a:pt x="9578" y="2293"/>
                  </a:moveTo>
                  <a:lnTo>
                    <a:pt x="9608" y="2311"/>
                  </a:lnTo>
                  <a:cubicBezTo>
                    <a:pt x="9600" y="2303"/>
                    <a:pt x="9590" y="2297"/>
                    <a:pt x="9578" y="2293"/>
                  </a:cubicBezTo>
                  <a:close/>
                  <a:moveTo>
                    <a:pt x="6556" y="1"/>
                  </a:moveTo>
                  <a:cubicBezTo>
                    <a:pt x="6428" y="1"/>
                    <a:pt x="6327" y="65"/>
                    <a:pt x="6272" y="176"/>
                  </a:cubicBezTo>
                  <a:lnTo>
                    <a:pt x="5672" y="1310"/>
                  </a:lnTo>
                  <a:cubicBezTo>
                    <a:pt x="5638" y="1377"/>
                    <a:pt x="5572" y="1410"/>
                    <a:pt x="5538" y="1477"/>
                  </a:cubicBezTo>
                  <a:cubicBezTo>
                    <a:pt x="5505" y="1477"/>
                    <a:pt x="5471" y="1510"/>
                    <a:pt x="5438" y="1544"/>
                  </a:cubicBezTo>
                  <a:lnTo>
                    <a:pt x="5605" y="2177"/>
                  </a:lnTo>
                  <a:cubicBezTo>
                    <a:pt x="5632" y="2260"/>
                    <a:pt x="5750" y="2320"/>
                    <a:pt x="5847" y="2320"/>
                  </a:cubicBezTo>
                  <a:cubicBezTo>
                    <a:pt x="5868" y="2320"/>
                    <a:pt x="5887" y="2317"/>
                    <a:pt x="5905" y="2311"/>
                  </a:cubicBezTo>
                  <a:cubicBezTo>
                    <a:pt x="6039" y="2244"/>
                    <a:pt x="6172" y="2211"/>
                    <a:pt x="6339" y="2177"/>
                  </a:cubicBezTo>
                  <a:cubicBezTo>
                    <a:pt x="6405" y="2144"/>
                    <a:pt x="6472" y="2111"/>
                    <a:pt x="6572" y="2044"/>
                  </a:cubicBezTo>
                  <a:cubicBezTo>
                    <a:pt x="6606" y="2011"/>
                    <a:pt x="6672" y="1944"/>
                    <a:pt x="6706" y="1911"/>
                  </a:cubicBezTo>
                  <a:lnTo>
                    <a:pt x="7306" y="743"/>
                  </a:lnTo>
                  <a:cubicBezTo>
                    <a:pt x="7361" y="633"/>
                    <a:pt x="7462" y="568"/>
                    <a:pt x="7590" y="568"/>
                  </a:cubicBezTo>
                  <a:cubicBezTo>
                    <a:pt x="7617" y="568"/>
                    <a:pt x="7644" y="571"/>
                    <a:pt x="7673" y="576"/>
                  </a:cubicBezTo>
                  <a:lnTo>
                    <a:pt x="8307" y="710"/>
                  </a:lnTo>
                  <a:lnTo>
                    <a:pt x="8374" y="710"/>
                  </a:lnTo>
                  <a:lnTo>
                    <a:pt x="7306" y="176"/>
                  </a:lnTo>
                  <a:cubicBezTo>
                    <a:pt x="7306" y="143"/>
                    <a:pt x="7273" y="143"/>
                    <a:pt x="7239" y="143"/>
                  </a:cubicBezTo>
                  <a:lnTo>
                    <a:pt x="6639" y="9"/>
                  </a:lnTo>
                  <a:cubicBezTo>
                    <a:pt x="6610" y="3"/>
                    <a:pt x="6583" y="1"/>
                    <a:pt x="6556" y="1"/>
                  </a:cubicBezTo>
                  <a:close/>
                  <a:moveTo>
                    <a:pt x="8540" y="1685"/>
                  </a:moveTo>
                  <a:cubicBezTo>
                    <a:pt x="8507" y="1685"/>
                    <a:pt x="8474" y="1694"/>
                    <a:pt x="8440" y="1710"/>
                  </a:cubicBezTo>
                  <a:lnTo>
                    <a:pt x="8073" y="1944"/>
                  </a:lnTo>
                  <a:lnTo>
                    <a:pt x="8007" y="2177"/>
                  </a:lnTo>
                  <a:cubicBezTo>
                    <a:pt x="7973" y="2311"/>
                    <a:pt x="8007" y="2478"/>
                    <a:pt x="8107" y="2578"/>
                  </a:cubicBezTo>
                  <a:cubicBezTo>
                    <a:pt x="8173" y="2644"/>
                    <a:pt x="8207" y="2711"/>
                    <a:pt x="8273" y="2778"/>
                  </a:cubicBezTo>
                  <a:cubicBezTo>
                    <a:pt x="8318" y="2867"/>
                    <a:pt x="8407" y="2911"/>
                    <a:pt x="8491" y="2911"/>
                  </a:cubicBezTo>
                  <a:cubicBezTo>
                    <a:pt x="8533" y="2911"/>
                    <a:pt x="8574" y="2900"/>
                    <a:pt x="8607" y="2878"/>
                  </a:cubicBezTo>
                  <a:lnTo>
                    <a:pt x="9441" y="2311"/>
                  </a:lnTo>
                  <a:cubicBezTo>
                    <a:pt x="9474" y="2294"/>
                    <a:pt x="9508" y="2286"/>
                    <a:pt x="9537" y="2286"/>
                  </a:cubicBezTo>
                  <a:cubicBezTo>
                    <a:pt x="9552" y="2286"/>
                    <a:pt x="9566" y="2288"/>
                    <a:pt x="9578" y="2293"/>
                  </a:cubicBezTo>
                  <a:lnTo>
                    <a:pt x="9578" y="2293"/>
                  </a:lnTo>
                  <a:lnTo>
                    <a:pt x="8640" y="1710"/>
                  </a:lnTo>
                  <a:cubicBezTo>
                    <a:pt x="8607" y="1694"/>
                    <a:pt x="8574" y="1685"/>
                    <a:pt x="8540" y="1685"/>
                  </a:cubicBezTo>
                  <a:close/>
                  <a:moveTo>
                    <a:pt x="6267" y="3843"/>
                  </a:moveTo>
                  <a:cubicBezTo>
                    <a:pt x="6246" y="3843"/>
                    <a:pt x="6226" y="3844"/>
                    <a:pt x="6205" y="3845"/>
                  </a:cubicBezTo>
                  <a:cubicBezTo>
                    <a:pt x="6239" y="3979"/>
                    <a:pt x="6272" y="4112"/>
                    <a:pt x="6305" y="4279"/>
                  </a:cubicBezTo>
                  <a:cubicBezTo>
                    <a:pt x="6506" y="5380"/>
                    <a:pt x="5805" y="6914"/>
                    <a:pt x="4771" y="7715"/>
                  </a:cubicBezTo>
                  <a:cubicBezTo>
                    <a:pt x="4437" y="7982"/>
                    <a:pt x="4070" y="8182"/>
                    <a:pt x="3670" y="8215"/>
                  </a:cubicBezTo>
                  <a:cubicBezTo>
                    <a:pt x="3847" y="8603"/>
                    <a:pt x="4172" y="8805"/>
                    <a:pt x="4574" y="8805"/>
                  </a:cubicBezTo>
                  <a:cubicBezTo>
                    <a:pt x="4931" y="8805"/>
                    <a:pt x="5347" y="8645"/>
                    <a:pt x="5772" y="8315"/>
                  </a:cubicBezTo>
                  <a:cubicBezTo>
                    <a:pt x="6839" y="7515"/>
                    <a:pt x="7506" y="5947"/>
                    <a:pt x="7306" y="4846"/>
                  </a:cubicBezTo>
                  <a:cubicBezTo>
                    <a:pt x="7306" y="4267"/>
                    <a:pt x="6810" y="3843"/>
                    <a:pt x="6267" y="3843"/>
                  </a:cubicBezTo>
                  <a:close/>
                  <a:moveTo>
                    <a:pt x="4237" y="743"/>
                  </a:moveTo>
                  <a:cubicBezTo>
                    <a:pt x="4204" y="743"/>
                    <a:pt x="4171" y="776"/>
                    <a:pt x="4137" y="810"/>
                  </a:cubicBezTo>
                  <a:lnTo>
                    <a:pt x="3170" y="1544"/>
                  </a:lnTo>
                  <a:cubicBezTo>
                    <a:pt x="3170" y="1544"/>
                    <a:pt x="3136" y="1577"/>
                    <a:pt x="3136" y="1577"/>
                  </a:cubicBezTo>
                  <a:lnTo>
                    <a:pt x="3103" y="1610"/>
                  </a:lnTo>
                  <a:cubicBezTo>
                    <a:pt x="3070" y="1644"/>
                    <a:pt x="3036" y="1710"/>
                    <a:pt x="3036" y="1777"/>
                  </a:cubicBezTo>
                  <a:lnTo>
                    <a:pt x="3036" y="1810"/>
                  </a:lnTo>
                  <a:cubicBezTo>
                    <a:pt x="3003" y="1844"/>
                    <a:pt x="3003" y="1911"/>
                    <a:pt x="3003" y="1944"/>
                  </a:cubicBezTo>
                  <a:lnTo>
                    <a:pt x="3070" y="2878"/>
                  </a:lnTo>
                  <a:cubicBezTo>
                    <a:pt x="3070" y="3045"/>
                    <a:pt x="3003" y="3178"/>
                    <a:pt x="2903" y="3312"/>
                  </a:cubicBezTo>
                  <a:cubicBezTo>
                    <a:pt x="2736" y="3512"/>
                    <a:pt x="2603" y="3712"/>
                    <a:pt x="2469" y="3912"/>
                  </a:cubicBezTo>
                  <a:cubicBezTo>
                    <a:pt x="2403" y="3979"/>
                    <a:pt x="2336" y="4045"/>
                    <a:pt x="2236" y="4079"/>
                  </a:cubicBezTo>
                  <a:lnTo>
                    <a:pt x="2069" y="4079"/>
                  </a:lnTo>
                  <a:lnTo>
                    <a:pt x="1402" y="4045"/>
                  </a:lnTo>
                  <a:lnTo>
                    <a:pt x="1235" y="4045"/>
                  </a:lnTo>
                  <a:cubicBezTo>
                    <a:pt x="1202" y="4079"/>
                    <a:pt x="1168" y="4079"/>
                    <a:pt x="1168" y="4112"/>
                  </a:cubicBezTo>
                  <a:cubicBezTo>
                    <a:pt x="1102" y="4145"/>
                    <a:pt x="1068" y="4179"/>
                    <a:pt x="1068" y="4246"/>
                  </a:cubicBezTo>
                  <a:lnTo>
                    <a:pt x="501" y="5580"/>
                  </a:lnTo>
                  <a:cubicBezTo>
                    <a:pt x="435" y="5680"/>
                    <a:pt x="468" y="5813"/>
                    <a:pt x="568" y="5880"/>
                  </a:cubicBezTo>
                  <a:lnTo>
                    <a:pt x="1268" y="6314"/>
                  </a:lnTo>
                  <a:cubicBezTo>
                    <a:pt x="1302" y="6347"/>
                    <a:pt x="1302" y="6414"/>
                    <a:pt x="1268" y="6481"/>
                  </a:cubicBezTo>
                  <a:cubicBezTo>
                    <a:pt x="1235" y="6681"/>
                    <a:pt x="1202" y="6881"/>
                    <a:pt x="1168" y="7081"/>
                  </a:cubicBezTo>
                  <a:cubicBezTo>
                    <a:pt x="1135" y="7248"/>
                    <a:pt x="1068" y="7381"/>
                    <a:pt x="968" y="7515"/>
                  </a:cubicBezTo>
                  <a:lnTo>
                    <a:pt x="134" y="8282"/>
                  </a:lnTo>
                  <a:lnTo>
                    <a:pt x="101" y="8315"/>
                  </a:lnTo>
                  <a:cubicBezTo>
                    <a:pt x="68" y="8349"/>
                    <a:pt x="68" y="8349"/>
                    <a:pt x="68" y="8382"/>
                  </a:cubicBezTo>
                  <a:cubicBezTo>
                    <a:pt x="1" y="8482"/>
                    <a:pt x="1" y="8582"/>
                    <a:pt x="1" y="8682"/>
                  </a:cubicBezTo>
                  <a:lnTo>
                    <a:pt x="168" y="9649"/>
                  </a:lnTo>
                  <a:cubicBezTo>
                    <a:pt x="168" y="9683"/>
                    <a:pt x="168" y="9750"/>
                    <a:pt x="234" y="9750"/>
                  </a:cubicBezTo>
                  <a:lnTo>
                    <a:pt x="1235" y="10350"/>
                  </a:lnTo>
                  <a:cubicBezTo>
                    <a:pt x="1202" y="10317"/>
                    <a:pt x="1168" y="10283"/>
                    <a:pt x="1168" y="10217"/>
                  </a:cubicBezTo>
                  <a:lnTo>
                    <a:pt x="1002" y="9283"/>
                  </a:lnTo>
                  <a:cubicBezTo>
                    <a:pt x="968" y="9149"/>
                    <a:pt x="1002" y="8982"/>
                    <a:pt x="1135" y="8882"/>
                  </a:cubicBezTo>
                  <a:lnTo>
                    <a:pt x="1969" y="8115"/>
                  </a:lnTo>
                  <a:cubicBezTo>
                    <a:pt x="2069" y="7982"/>
                    <a:pt x="2136" y="7848"/>
                    <a:pt x="2169" y="7681"/>
                  </a:cubicBezTo>
                  <a:cubicBezTo>
                    <a:pt x="2202" y="7481"/>
                    <a:pt x="2236" y="7281"/>
                    <a:pt x="2269" y="7081"/>
                  </a:cubicBezTo>
                  <a:cubicBezTo>
                    <a:pt x="2303" y="6914"/>
                    <a:pt x="2236" y="6781"/>
                    <a:pt x="2102" y="6714"/>
                  </a:cubicBezTo>
                  <a:lnTo>
                    <a:pt x="1602" y="6514"/>
                  </a:lnTo>
                  <a:cubicBezTo>
                    <a:pt x="1469" y="6447"/>
                    <a:pt x="1435" y="6314"/>
                    <a:pt x="1469" y="6180"/>
                  </a:cubicBezTo>
                  <a:lnTo>
                    <a:pt x="2069" y="4879"/>
                  </a:lnTo>
                  <a:cubicBezTo>
                    <a:pt x="2069" y="4813"/>
                    <a:pt x="2102" y="4779"/>
                    <a:pt x="2169" y="4746"/>
                  </a:cubicBezTo>
                  <a:cubicBezTo>
                    <a:pt x="2236" y="4679"/>
                    <a:pt x="2336" y="4646"/>
                    <a:pt x="2403" y="4646"/>
                  </a:cubicBezTo>
                  <a:lnTo>
                    <a:pt x="3036" y="4679"/>
                  </a:lnTo>
                  <a:cubicBezTo>
                    <a:pt x="3103" y="4679"/>
                    <a:pt x="3170" y="4679"/>
                    <a:pt x="3203" y="4646"/>
                  </a:cubicBezTo>
                  <a:cubicBezTo>
                    <a:pt x="3303" y="4613"/>
                    <a:pt x="3370" y="4546"/>
                    <a:pt x="3437" y="4479"/>
                  </a:cubicBezTo>
                  <a:cubicBezTo>
                    <a:pt x="3570" y="4279"/>
                    <a:pt x="3704" y="4079"/>
                    <a:pt x="3870" y="3879"/>
                  </a:cubicBezTo>
                  <a:cubicBezTo>
                    <a:pt x="3970" y="3779"/>
                    <a:pt x="4004" y="3612"/>
                    <a:pt x="4004" y="3445"/>
                  </a:cubicBezTo>
                  <a:lnTo>
                    <a:pt x="3970" y="2544"/>
                  </a:lnTo>
                  <a:cubicBezTo>
                    <a:pt x="3937" y="2478"/>
                    <a:pt x="3937" y="2444"/>
                    <a:pt x="3970" y="2378"/>
                  </a:cubicBezTo>
                  <a:cubicBezTo>
                    <a:pt x="4004" y="2277"/>
                    <a:pt x="4037" y="2211"/>
                    <a:pt x="4137" y="2144"/>
                  </a:cubicBezTo>
                  <a:lnTo>
                    <a:pt x="5071" y="1377"/>
                  </a:lnTo>
                  <a:cubicBezTo>
                    <a:pt x="5118" y="1353"/>
                    <a:pt x="5166" y="1330"/>
                    <a:pt x="5213" y="1330"/>
                  </a:cubicBezTo>
                  <a:cubicBezTo>
                    <a:pt x="5232" y="1330"/>
                    <a:pt x="5252" y="1334"/>
                    <a:pt x="5271" y="1343"/>
                  </a:cubicBezTo>
                  <a:lnTo>
                    <a:pt x="4337" y="743"/>
                  </a:lnTo>
                  <a:close/>
                  <a:moveTo>
                    <a:pt x="5043" y="10324"/>
                  </a:moveTo>
                  <a:cubicBezTo>
                    <a:pt x="5009" y="10324"/>
                    <a:pt x="4973" y="10332"/>
                    <a:pt x="4938" y="10350"/>
                  </a:cubicBezTo>
                  <a:cubicBezTo>
                    <a:pt x="4804" y="10383"/>
                    <a:pt x="4671" y="10450"/>
                    <a:pt x="4537" y="10483"/>
                  </a:cubicBezTo>
                  <a:cubicBezTo>
                    <a:pt x="4504" y="10483"/>
                    <a:pt x="4437" y="10517"/>
                    <a:pt x="4404" y="10517"/>
                  </a:cubicBezTo>
                  <a:lnTo>
                    <a:pt x="4437" y="10617"/>
                  </a:lnTo>
                  <a:cubicBezTo>
                    <a:pt x="4437" y="10650"/>
                    <a:pt x="4471" y="10717"/>
                    <a:pt x="4537" y="10717"/>
                  </a:cubicBezTo>
                  <a:lnTo>
                    <a:pt x="5538" y="11317"/>
                  </a:lnTo>
                  <a:cubicBezTo>
                    <a:pt x="5505" y="11284"/>
                    <a:pt x="5471" y="11251"/>
                    <a:pt x="5471" y="11217"/>
                  </a:cubicBezTo>
                  <a:lnTo>
                    <a:pt x="5238" y="10483"/>
                  </a:lnTo>
                  <a:cubicBezTo>
                    <a:pt x="5214" y="10386"/>
                    <a:pt x="5135" y="10324"/>
                    <a:pt x="5043" y="10324"/>
                  </a:cubicBezTo>
                  <a:close/>
                  <a:moveTo>
                    <a:pt x="2368" y="9716"/>
                  </a:moveTo>
                  <a:cubicBezTo>
                    <a:pt x="2325" y="9716"/>
                    <a:pt x="2280" y="9727"/>
                    <a:pt x="2236" y="9750"/>
                  </a:cubicBezTo>
                  <a:lnTo>
                    <a:pt x="1769" y="10083"/>
                  </a:lnTo>
                  <a:lnTo>
                    <a:pt x="1402" y="11050"/>
                  </a:lnTo>
                  <a:cubicBezTo>
                    <a:pt x="1369" y="11151"/>
                    <a:pt x="1402" y="11251"/>
                    <a:pt x="1502" y="11317"/>
                  </a:cubicBezTo>
                  <a:lnTo>
                    <a:pt x="2503" y="11884"/>
                  </a:lnTo>
                  <a:cubicBezTo>
                    <a:pt x="2403" y="11818"/>
                    <a:pt x="2369" y="11718"/>
                    <a:pt x="2436" y="11618"/>
                  </a:cubicBezTo>
                  <a:lnTo>
                    <a:pt x="2870" y="10450"/>
                  </a:lnTo>
                  <a:cubicBezTo>
                    <a:pt x="2903" y="10317"/>
                    <a:pt x="2870" y="10150"/>
                    <a:pt x="2770" y="10050"/>
                  </a:cubicBezTo>
                  <a:cubicBezTo>
                    <a:pt x="2703" y="9983"/>
                    <a:pt x="2636" y="9916"/>
                    <a:pt x="2603" y="9850"/>
                  </a:cubicBezTo>
                  <a:cubicBezTo>
                    <a:pt x="2536" y="9761"/>
                    <a:pt x="2454" y="9716"/>
                    <a:pt x="2368" y="9716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7"/>
            <p:cNvSpPr/>
            <p:nvPr/>
          </p:nvSpPr>
          <p:spPr>
            <a:xfrm>
              <a:off x="2246850" y="716875"/>
              <a:ext cx="240200" cy="297125"/>
            </a:xfrm>
            <a:custGeom>
              <a:avLst/>
              <a:gdLst/>
              <a:ahLst/>
              <a:cxnLst/>
              <a:rect l="l" t="t" r="r" b="b"/>
              <a:pathLst>
                <a:path w="9608" h="11885" extrusionOk="0">
                  <a:moveTo>
                    <a:pt x="9578" y="2293"/>
                  </a:moveTo>
                  <a:lnTo>
                    <a:pt x="9608" y="2311"/>
                  </a:lnTo>
                  <a:cubicBezTo>
                    <a:pt x="9600" y="2303"/>
                    <a:pt x="9590" y="2297"/>
                    <a:pt x="9578" y="2293"/>
                  </a:cubicBezTo>
                  <a:close/>
                  <a:moveTo>
                    <a:pt x="6556" y="1"/>
                  </a:moveTo>
                  <a:cubicBezTo>
                    <a:pt x="6428" y="1"/>
                    <a:pt x="6327" y="65"/>
                    <a:pt x="6272" y="176"/>
                  </a:cubicBezTo>
                  <a:lnTo>
                    <a:pt x="5672" y="1310"/>
                  </a:lnTo>
                  <a:cubicBezTo>
                    <a:pt x="5638" y="1377"/>
                    <a:pt x="5572" y="1410"/>
                    <a:pt x="5538" y="1477"/>
                  </a:cubicBezTo>
                  <a:cubicBezTo>
                    <a:pt x="5505" y="1477"/>
                    <a:pt x="5471" y="1510"/>
                    <a:pt x="5438" y="1544"/>
                  </a:cubicBezTo>
                  <a:lnTo>
                    <a:pt x="5605" y="2177"/>
                  </a:lnTo>
                  <a:cubicBezTo>
                    <a:pt x="5632" y="2260"/>
                    <a:pt x="5750" y="2320"/>
                    <a:pt x="5847" y="2320"/>
                  </a:cubicBezTo>
                  <a:cubicBezTo>
                    <a:pt x="5868" y="2320"/>
                    <a:pt x="5887" y="2317"/>
                    <a:pt x="5905" y="2311"/>
                  </a:cubicBezTo>
                  <a:cubicBezTo>
                    <a:pt x="6039" y="2244"/>
                    <a:pt x="6172" y="2211"/>
                    <a:pt x="6339" y="2177"/>
                  </a:cubicBezTo>
                  <a:cubicBezTo>
                    <a:pt x="6405" y="2144"/>
                    <a:pt x="6472" y="2111"/>
                    <a:pt x="6572" y="2044"/>
                  </a:cubicBezTo>
                  <a:cubicBezTo>
                    <a:pt x="6606" y="2011"/>
                    <a:pt x="6672" y="1944"/>
                    <a:pt x="6706" y="1911"/>
                  </a:cubicBezTo>
                  <a:lnTo>
                    <a:pt x="7306" y="743"/>
                  </a:lnTo>
                  <a:cubicBezTo>
                    <a:pt x="7361" y="633"/>
                    <a:pt x="7462" y="568"/>
                    <a:pt x="7590" y="568"/>
                  </a:cubicBezTo>
                  <a:cubicBezTo>
                    <a:pt x="7617" y="568"/>
                    <a:pt x="7644" y="571"/>
                    <a:pt x="7673" y="576"/>
                  </a:cubicBezTo>
                  <a:lnTo>
                    <a:pt x="8307" y="710"/>
                  </a:lnTo>
                  <a:lnTo>
                    <a:pt x="8374" y="710"/>
                  </a:lnTo>
                  <a:lnTo>
                    <a:pt x="7306" y="176"/>
                  </a:lnTo>
                  <a:cubicBezTo>
                    <a:pt x="7306" y="143"/>
                    <a:pt x="7273" y="143"/>
                    <a:pt x="7239" y="143"/>
                  </a:cubicBezTo>
                  <a:lnTo>
                    <a:pt x="6639" y="9"/>
                  </a:lnTo>
                  <a:cubicBezTo>
                    <a:pt x="6610" y="3"/>
                    <a:pt x="6583" y="1"/>
                    <a:pt x="6556" y="1"/>
                  </a:cubicBezTo>
                  <a:close/>
                  <a:moveTo>
                    <a:pt x="8540" y="1685"/>
                  </a:moveTo>
                  <a:cubicBezTo>
                    <a:pt x="8507" y="1685"/>
                    <a:pt x="8474" y="1694"/>
                    <a:pt x="8440" y="1710"/>
                  </a:cubicBezTo>
                  <a:lnTo>
                    <a:pt x="8073" y="1944"/>
                  </a:lnTo>
                  <a:lnTo>
                    <a:pt x="8007" y="2177"/>
                  </a:lnTo>
                  <a:cubicBezTo>
                    <a:pt x="7973" y="2311"/>
                    <a:pt x="8007" y="2478"/>
                    <a:pt x="8107" y="2578"/>
                  </a:cubicBezTo>
                  <a:cubicBezTo>
                    <a:pt x="8173" y="2644"/>
                    <a:pt x="8207" y="2711"/>
                    <a:pt x="8273" y="2778"/>
                  </a:cubicBezTo>
                  <a:cubicBezTo>
                    <a:pt x="8318" y="2867"/>
                    <a:pt x="8407" y="2911"/>
                    <a:pt x="8491" y="2911"/>
                  </a:cubicBezTo>
                  <a:cubicBezTo>
                    <a:pt x="8533" y="2911"/>
                    <a:pt x="8574" y="2900"/>
                    <a:pt x="8607" y="2878"/>
                  </a:cubicBezTo>
                  <a:lnTo>
                    <a:pt x="9441" y="2311"/>
                  </a:lnTo>
                  <a:cubicBezTo>
                    <a:pt x="9474" y="2294"/>
                    <a:pt x="9508" y="2286"/>
                    <a:pt x="9537" y="2286"/>
                  </a:cubicBezTo>
                  <a:cubicBezTo>
                    <a:pt x="9552" y="2286"/>
                    <a:pt x="9566" y="2288"/>
                    <a:pt x="9578" y="2293"/>
                  </a:cubicBezTo>
                  <a:lnTo>
                    <a:pt x="9578" y="2293"/>
                  </a:lnTo>
                  <a:lnTo>
                    <a:pt x="8640" y="1710"/>
                  </a:lnTo>
                  <a:cubicBezTo>
                    <a:pt x="8607" y="1694"/>
                    <a:pt x="8574" y="1685"/>
                    <a:pt x="8540" y="1685"/>
                  </a:cubicBezTo>
                  <a:close/>
                  <a:moveTo>
                    <a:pt x="6267" y="3843"/>
                  </a:moveTo>
                  <a:cubicBezTo>
                    <a:pt x="6246" y="3843"/>
                    <a:pt x="6226" y="3844"/>
                    <a:pt x="6205" y="3845"/>
                  </a:cubicBezTo>
                  <a:cubicBezTo>
                    <a:pt x="6239" y="3979"/>
                    <a:pt x="6272" y="4112"/>
                    <a:pt x="6305" y="4279"/>
                  </a:cubicBezTo>
                  <a:cubicBezTo>
                    <a:pt x="6506" y="5380"/>
                    <a:pt x="5805" y="6914"/>
                    <a:pt x="4771" y="7715"/>
                  </a:cubicBezTo>
                  <a:cubicBezTo>
                    <a:pt x="4437" y="7982"/>
                    <a:pt x="4070" y="8182"/>
                    <a:pt x="3670" y="8215"/>
                  </a:cubicBezTo>
                  <a:cubicBezTo>
                    <a:pt x="3847" y="8603"/>
                    <a:pt x="4172" y="8805"/>
                    <a:pt x="4574" y="8805"/>
                  </a:cubicBezTo>
                  <a:cubicBezTo>
                    <a:pt x="4931" y="8805"/>
                    <a:pt x="5347" y="8645"/>
                    <a:pt x="5772" y="8315"/>
                  </a:cubicBezTo>
                  <a:cubicBezTo>
                    <a:pt x="6839" y="7515"/>
                    <a:pt x="7506" y="5947"/>
                    <a:pt x="7306" y="4846"/>
                  </a:cubicBezTo>
                  <a:cubicBezTo>
                    <a:pt x="7306" y="4267"/>
                    <a:pt x="6810" y="3843"/>
                    <a:pt x="6267" y="3843"/>
                  </a:cubicBezTo>
                  <a:close/>
                  <a:moveTo>
                    <a:pt x="4237" y="743"/>
                  </a:moveTo>
                  <a:cubicBezTo>
                    <a:pt x="4204" y="743"/>
                    <a:pt x="4171" y="776"/>
                    <a:pt x="4137" y="810"/>
                  </a:cubicBezTo>
                  <a:lnTo>
                    <a:pt x="3170" y="1544"/>
                  </a:lnTo>
                  <a:cubicBezTo>
                    <a:pt x="3170" y="1544"/>
                    <a:pt x="3136" y="1577"/>
                    <a:pt x="3136" y="1577"/>
                  </a:cubicBezTo>
                  <a:lnTo>
                    <a:pt x="3103" y="1610"/>
                  </a:lnTo>
                  <a:cubicBezTo>
                    <a:pt x="3070" y="1644"/>
                    <a:pt x="3036" y="1710"/>
                    <a:pt x="3036" y="1777"/>
                  </a:cubicBezTo>
                  <a:lnTo>
                    <a:pt x="3036" y="1810"/>
                  </a:lnTo>
                  <a:cubicBezTo>
                    <a:pt x="3003" y="1844"/>
                    <a:pt x="3003" y="1911"/>
                    <a:pt x="3003" y="1944"/>
                  </a:cubicBezTo>
                  <a:lnTo>
                    <a:pt x="3070" y="2878"/>
                  </a:lnTo>
                  <a:cubicBezTo>
                    <a:pt x="3070" y="3045"/>
                    <a:pt x="3003" y="3178"/>
                    <a:pt x="2903" y="3312"/>
                  </a:cubicBezTo>
                  <a:cubicBezTo>
                    <a:pt x="2736" y="3512"/>
                    <a:pt x="2603" y="3712"/>
                    <a:pt x="2469" y="3912"/>
                  </a:cubicBezTo>
                  <a:cubicBezTo>
                    <a:pt x="2403" y="3979"/>
                    <a:pt x="2336" y="4045"/>
                    <a:pt x="2236" y="4079"/>
                  </a:cubicBezTo>
                  <a:lnTo>
                    <a:pt x="2069" y="4079"/>
                  </a:lnTo>
                  <a:lnTo>
                    <a:pt x="1402" y="4045"/>
                  </a:lnTo>
                  <a:lnTo>
                    <a:pt x="1235" y="4045"/>
                  </a:lnTo>
                  <a:cubicBezTo>
                    <a:pt x="1202" y="4079"/>
                    <a:pt x="1168" y="4079"/>
                    <a:pt x="1168" y="4112"/>
                  </a:cubicBezTo>
                  <a:cubicBezTo>
                    <a:pt x="1102" y="4145"/>
                    <a:pt x="1068" y="4179"/>
                    <a:pt x="1068" y="4246"/>
                  </a:cubicBezTo>
                  <a:lnTo>
                    <a:pt x="501" y="5580"/>
                  </a:lnTo>
                  <a:cubicBezTo>
                    <a:pt x="435" y="5680"/>
                    <a:pt x="468" y="5813"/>
                    <a:pt x="568" y="5880"/>
                  </a:cubicBezTo>
                  <a:lnTo>
                    <a:pt x="1268" y="6314"/>
                  </a:lnTo>
                  <a:cubicBezTo>
                    <a:pt x="1302" y="6347"/>
                    <a:pt x="1302" y="6414"/>
                    <a:pt x="1268" y="6481"/>
                  </a:cubicBezTo>
                  <a:cubicBezTo>
                    <a:pt x="1235" y="6681"/>
                    <a:pt x="1202" y="6881"/>
                    <a:pt x="1168" y="7081"/>
                  </a:cubicBezTo>
                  <a:cubicBezTo>
                    <a:pt x="1135" y="7248"/>
                    <a:pt x="1068" y="7381"/>
                    <a:pt x="968" y="7515"/>
                  </a:cubicBezTo>
                  <a:lnTo>
                    <a:pt x="134" y="8282"/>
                  </a:lnTo>
                  <a:lnTo>
                    <a:pt x="101" y="8315"/>
                  </a:lnTo>
                  <a:cubicBezTo>
                    <a:pt x="68" y="8349"/>
                    <a:pt x="68" y="8349"/>
                    <a:pt x="68" y="8382"/>
                  </a:cubicBezTo>
                  <a:cubicBezTo>
                    <a:pt x="1" y="8482"/>
                    <a:pt x="1" y="8582"/>
                    <a:pt x="1" y="8682"/>
                  </a:cubicBezTo>
                  <a:lnTo>
                    <a:pt x="168" y="9649"/>
                  </a:lnTo>
                  <a:cubicBezTo>
                    <a:pt x="168" y="9683"/>
                    <a:pt x="168" y="9750"/>
                    <a:pt x="234" y="9750"/>
                  </a:cubicBezTo>
                  <a:lnTo>
                    <a:pt x="1235" y="10350"/>
                  </a:lnTo>
                  <a:cubicBezTo>
                    <a:pt x="1202" y="10317"/>
                    <a:pt x="1168" y="10283"/>
                    <a:pt x="1168" y="10217"/>
                  </a:cubicBezTo>
                  <a:lnTo>
                    <a:pt x="1002" y="9283"/>
                  </a:lnTo>
                  <a:cubicBezTo>
                    <a:pt x="968" y="9149"/>
                    <a:pt x="1002" y="8982"/>
                    <a:pt x="1135" y="8882"/>
                  </a:cubicBezTo>
                  <a:lnTo>
                    <a:pt x="1969" y="8115"/>
                  </a:lnTo>
                  <a:cubicBezTo>
                    <a:pt x="2069" y="7982"/>
                    <a:pt x="2136" y="7848"/>
                    <a:pt x="2169" y="7681"/>
                  </a:cubicBezTo>
                  <a:cubicBezTo>
                    <a:pt x="2202" y="7481"/>
                    <a:pt x="2236" y="7281"/>
                    <a:pt x="2269" y="7081"/>
                  </a:cubicBezTo>
                  <a:cubicBezTo>
                    <a:pt x="2303" y="6914"/>
                    <a:pt x="2236" y="6781"/>
                    <a:pt x="2102" y="6714"/>
                  </a:cubicBezTo>
                  <a:lnTo>
                    <a:pt x="1602" y="6514"/>
                  </a:lnTo>
                  <a:cubicBezTo>
                    <a:pt x="1469" y="6447"/>
                    <a:pt x="1435" y="6314"/>
                    <a:pt x="1469" y="6180"/>
                  </a:cubicBezTo>
                  <a:lnTo>
                    <a:pt x="2069" y="4879"/>
                  </a:lnTo>
                  <a:cubicBezTo>
                    <a:pt x="2069" y="4813"/>
                    <a:pt x="2102" y="4779"/>
                    <a:pt x="2169" y="4746"/>
                  </a:cubicBezTo>
                  <a:cubicBezTo>
                    <a:pt x="2236" y="4679"/>
                    <a:pt x="2336" y="4646"/>
                    <a:pt x="2403" y="4646"/>
                  </a:cubicBezTo>
                  <a:lnTo>
                    <a:pt x="3036" y="4679"/>
                  </a:lnTo>
                  <a:cubicBezTo>
                    <a:pt x="3103" y="4679"/>
                    <a:pt x="3170" y="4679"/>
                    <a:pt x="3203" y="4646"/>
                  </a:cubicBezTo>
                  <a:cubicBezTo>
                    <a:pt x="3303" y="4613"/>
                    <a:pt x="3370" y="4546"/>
                    <a:pt x="3437" y="4479"/>
                  </a:cubicBezTo>
                  <a:cubicBezTo>
                    <a:pt x="3570" y="4279"/>
                    <a:pt x="3704" y="4079"/>
                    <a:pt x="3870" y="3879"/>
                  </a:cubicBezTo>
                  <a:cubicBezTo>
                    <a:pt x="3970" y="3779"/>
                    <a:pt x="4004" y="3612"/>
                    <a:pt x="4004" y="3445"/>
                  </a:cubicBezTo>
                  <a:lnTo>
                    <a:pt x="3970" y="2544"/>
                  </a:lnTo>
                  <a:cubicBezTo>
                    <a:pt x="3937" y="2478"/>
                    <a:pt x="3937" y="2444"/>
                    <a:pt x="3970" y="2378"/>
                  </a:cubicBezTo>
                  <a:cubicBezTo>
                    <a:pt x="4004" y="2277"/>
                    <a:pt x="4037" y="2211"/>
                    <a:pt x="4137" y="2144"/>
                  </a:cubicBezTo>
                  <a:lnTo>
                    <a:pt x="5071" y="1377"/>
                  </a:lnTo>
                  <a:cubicBezTo>
                    <a:pt x="5118" y="1353"/>
                    <a:pt x="5166" y="1330"/>
                    <a:pt x="5213" y="1330"/>
                  </a:cubicBezTo>
                  <a:cubicBezTo>
                    <a:pt x="5232" y="1330"/>
                    <a:pt x="5252" y="1334"/>
                    <a:pt x="5271" y="1343"/>
                  </a:cubicBezTo>
                  <a:lnTo>
                    <a:pt x="4337" y="743"/>
                  </a:lnTo>
                  <a:close/>
                  <a:moveTo>
                    <a:pt x="5043" y="10324"/>
                  </a:moveTo>
                  <a:cubicBezTo>
                    <a:pt x="5009" y="10324"/>
                    <a:pt x="4973" y="10332"/>
                    <a:pt x="4938" y="10350"/>
                  </a:cubicBezTo>
                  <a:cubicBezTo>
                    <a:pt x="4804" y="10383"/>
                    <a:pt x="4671" y="10450"/>
                    <a:pt x="4537" y="10483"/>
                  </a:cubicBezTo>
                  <a:cubicBezTo>
                    <a:pt x="4504" y="10483"/>
                    <a:pt x="4437" y="10517"/>
                    <a:pt x="4404" y="10517"/>
                  </a:cubicBezTo>
                  <a:lnTo>
                    <a:pt x="4437" y="10617"/>
                  </a:lnTo>
                  <a:cubicBezTo>
                    <a:pt x="4437" y="10650"/>
                    <a:pt x="4471" y="10717"/>
                    <a:pt x="4537" y="10717"/>
                  </a:cubicBezTo>
                  <a:lnTo>
                    <a:pt x="5538" y="11317"/>
                  </a:lnTo>
                  <a:cubicBezTo>
                    <a:pt x="5505" y="11284"/>
                    <a:pt x="5471" y="11251"/>
                    <a:pt x="5471" y="11217"/>
                  </a:cubicBezTo>
                  <a:lnTo>
                    <a:pt x="5238" y="10483"/>
                  </a:lnTo>
                  <a:cubicBezTo>
                    <a:pt x="5214" y="10386"/>
                    <a:pt x="5135" y="10324"/>
                    <a:pt x="5043" y="10324"/>
                  </a:cubicBezTo>
                  <a:close/>
                  <a:moveTo>
                    <a:pt x="2368" y="9716"/>
                  </a:moveTo>
                  <a:cubicBezTo>
                    <a:pt x="2325" y="9716"/>
                    <a:pt x="2280" y="9727"/>
                    <a:pt x="2236" y="9750"/>
                  </a:cubicBezTo>
                  <a:lnTo>
                    <a:pt x="1769" y="10083"/>
                  </a:lnTo>
                  <a:lnTo>
                    <a:pt x="1402" y="11050"/>
                  </a:lnTo>
                  <a:cubicBezTo>
                    <a:pt x="1369" y="11151"/>
                    <a:pt x="1402" y="11251"/>
                    <a:pt x="1502" y="11317"/>
                  </a:cubicBezTo>
                  <a:lnTo>
                    <a:pt x="2503" y="11884"/>
                  </a:lnTo>
                  <a:cubicBezTo>
                    <a:pt x="2403" y="11818"/>
                    <a:pt x="2369" y="11718"/>
                    <a:pt x="2436" y="11618"/>
                  </a:cubicBezTo>
                  <a:lnTo>
                    <a:pt x="2870" y="10450"/>
                  </a:lnTo>
                  <a:cubicBezTo>
                    <a:pt x="2903" y="10317"/>
                    <a:pt x="2870" y="10150"/>
                    <a:pt x="2770" y="10050"/>
                  </a:cubicBezTo>
                  <a:cubicBezTo>
                    <a:pt x="2703" y="9983"/>
                    <a:pt x="2636" y="9916"/>
                    <a:pt x="2603" y="9850"/>
                  </a:cubicBezTo>
                  <a:cubicBezTo>
                    <a:pt x="2536" y="9761"/>
                    <a:pt x="2454" y="9716"/>
                    <a:pt x="2368" y="97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7"/>
            <p:cNvSpPr/>
            <p:nvPr/>
          </p:nvSpPr>
          <p:spPr>
            <a:xfrm>
              <a:off x="2246850" y="716875"/>
              <a:ext cx="240200" cy="297125"/>
            </a:xfrm>
            <a:custGeom>
              <a:avLst/>
              <a:gdLst/>
              <a:ahLst/>
              <a:cxnLst/>
              <a:rect l="l" t="t" r="r" b="b"/>
              <a:pathLst>
                <a:path w="9608" h="11885" extrusionOk="0">
                  <a:moveTo>
                    <a:pt x="9578" y="2293"/>
                  </a:moveTo>
                  <a:lnTo>
                    <a:pt x="9608" y="2311"/>
                  </a:lnTo>
                  <a:cubicBezTo>
                    <a:pt x="9600" y="2303"/>
                    <a:pt x="9590" y="2297"/>
                    <a:pt x="9578" y="2293"/>
                  </a:cubicBezTo>
                  <a:close/>
                  <a:moveTo>
                    <a:pt x="6556" y="1"/>
                  </a:moveTo>
                  <a:cubicBezTo>
                    <a:pt x="6428" y="1"/>
                    <a:pt x="6327" y="65"/>
                    <a:pt x="6272" y="176"/>
                  </a:cubicBezTo>
                  <a:lnTo>
                    <a:pt x="5672" y="1310"/>
                  </a:lnTo>
                  <a:cubicBezTo>
                    <a:pt x="5638" y="1377"/>
                    <a:pt x="5572" y="1410"/>
                    <a:pt x="5538" y="1477"/>
                  </a:cubicBezTo>
                  <a:cubicBezTo>
                    <a:pt x="5505" y="1477"/>
                    <a:pt x="5471" y="1510"/>
                    <a:pt x="5438" y="1544"/>
                  </a:cubicBezTo>
                  <a:lnTo>
                    <a:pt x="5605" y="2177"/>
                  </a:lnTo>
                  <a:cubicBezTo>
                    <a:pt x="5632" y="2260"/>
                    <a:pt x="5750" y="2320"/>
                    <a:pt x="5847" y="2320"/>
                  </a:cubicBezTo>
                  <a:cubicBezTo>
                    <a:pt x="5868" y="2320"/>
                    <a:pt x="5887" y="2317"/>
                    <a:pt x="5905" y="2311"/>
                  </a:cubicBezTo>
                  <a:cubicBezTo>
                    <a:pt x="6039" y="2244"/>
                    <a:pt x="6172" y="2211"/>
                    <a:pt x="6339" y="2177"/>
                  </a:cubicBezTo>
                  <a:cubicBezTo>
                    <a:pt x="6405" y="2144"/>
                    <a:pt x="6472" y="2111"/>
                    <a:pt x="6572" y="2044"/>
                  </a:cubicBezTo>
                  <a:cubicBezTo>
                    <a:pt x="6606" y="2011"/>
                    <a:pt x="6672" y="1944"/>
                    <a:pt x="6706" y="1911"/>
                  </a:cubicBezTo>
                  <a:lnTo>
                    <a:pt x="7306" y="743"/>
                  </a:lnTo>
                  <a:cubicBezTo>
                    <a:pt x="7361" y="633"/>
                    <a:pt x="7462" y="568"/>
                    <a:pt x="7590" y="568"/>
                  </a:cubicBezTo>
                  <a:cubicBezTo>
                    <a:pt x="7617" y="568"/>
                    <a:pt x="7644" y="571"/>
                    <a:pt x="7673" y="576"/>
                  </a:cubicBezTo>
                  <a:lnTo>
                    <a:pt x="8307" y="710"/>
                  </a:lnTo>
                  <a:lnTo>
                    <a:pt x="8374" y="710"/>
                  </a:lnTo>
                  <a:lnTo>
                    <a:pt x="7306" y="176"/>
                  </a:lnTo>
                  <a:cubicBezTo>
                    <a:pt x="7306" y="143"/>
                    <a:pt x="7273" y="143"/>
                    <a:pt x="7239" y="143"/>
                  </a:cubicBezTo>
                  <a:lnTo>
                    <a:pt x="6639" y="9"/>
                  </a:lnTo>
                  <a:cubicBezTo>
                    <a:pt x="6610" y="3"/>
                    <a:pt x="6583" y="1"/>
                    <a:pt x="6556" y="1"/>
                  </a:cubicBezTo>
                  <a:close/>
                  <a:moveTo>
                    <a:pt x="8540" y="1685"/>
                  </a:moveTo>
                  <a:cubicBezTo>
                    <a:pt x="8507" y="1685"/>
                    <a:pt x="8474" y="1694"/>
                    <a:pt x="8440" y="1710"/>
                  </a:cubicBezTo>
                  <a:lnTo>
                    <a:pt x="8073" y="1944"/>
                  </a:lnTo>
                  <a:lnTo>
                    <a:pt x="8007" y="2177"/>
                  </a:lnTo>
                  <a:cubicBezTo>
                    <a:pt x="7973" y="2311"/>
                    <a:pt x="8007" y="2478"/>
                    <a:pt x="8107" y="2578"/>
                  </a:cubicBezTo>
                  <a:cubicBezTo>
                    <a:pt x="8173" y="2644"/>
                    <a:pt x="8207" y="2711"/>
                    <a:pt x="8273" y="2778"/>
                  </a:cubicBezTo>
                  <a:cubicBezTo>
                    <a:pt x="8318" y="2867"/>
                    <a:pt x="8407" y="2911"/>
                    <a:pt x="8491" y="2911"/>
                  </a:cubicBezTo>
                  <a:cubicBezTo>
                    <a:pt x="8533" y="2911"/>
                    <a:pt x="8574" y="2900"/>
                    <a:pt x="8607" y="2878"/>
                  </a:cubicBezTo>
                  <a:lnTo>
                    <a:pt x="9441" y="2311"/>
                  </a:lnTo>
                  <a:cubicBezTo>
                    <a:pt x="9474" y="2294"/>
                    <a:pt x="9508" y="2286"/>
                    <a:pt x="9537" y="2286"/>
                  </a:cubicBezTo>
                  <a:cubicBezTo>
                    <a:pt x="9552" y="2286"/>
                    <a:pt x="9566" y="2288"/>
                    <a:pt x="9578" y="2293"/>
                  </a:cubicBezTo>
                  <a:lnTo>
                    <a:pt x="9578" y="2293"/>
                  </a:lnTo>
                  <a:lnTo>
                    <a:pt x="8640" y="1710"/>
                  </a:lnTo>
                  <a:cubicBezTo>
                    <a:pt x="8607" y="1694"/>
                    <a:pt x="8574" y="1685"/>
                    <a:pt x="8540" y="1685"/>
                  </a:cubicBezTo>
                  <a:close/>
                  <a:moveTo>
                    <a:pt x="6267" y="3843"/>
                  </a:moveTo>
                  <a:cubicBezTo>
                    <a:pt x="6246" y="3843"/>
                    <a:pt x="6226" y="3844"/>
                    <a:pt x="6205" y="3845"/>
                  </a:cubicBezTo>
                  <a:cubicBezTo>
                    <a:pt x="6239" y="3979"/>
                    <a:pt x="6272" y="4112"/>
                    <a:pt x="6305" y="4279"/>
                  </a:cubicBezTo>
                  <a:cubicBezTo>
                    <a:pt x="6506" y="5380"/>
                    <a:pt x="5805" y="6914"/>
                    <a:pt x="4771" y="7715"/>
                  </a:cubicBezTo>
                  <a:cubicBezTo>
                    <a:pt x="4437" y="7982"/>
                    <a:pt x="4070" y="8182"/>
                    <a:pt x="3670" y="8215"/>
                  </a:cubicBezTo>
                  <a:cubicBezTo>
                    <a:pt x="3847" y="8603"/>
                    <a:pt x="4172" y="8805"/>
                    <a:pt x="4574" y="8805"/>
                  </a:cubicBezTo>
                  <a:cubicBezTo>
                    <a:pt x="4931" y="8805"/>
                    <a:pt x="5347" y="8645"/>
                    <a:pt x="5772" y="8315"/>
                  </a:cubicBezTo>
                  <a:cubicBezTo>
                    <a:pt x="6839" y="7515"/>
                    <a:pt x="7506" y="5947"/>
                    <a:pt x="7306" y="4846"/>
                  </a:cubicBezTo>
                  <a:cubicBezTo>
                    <a:pt x="7306" y="4267"/>
                    <a:pt x="6810" y="3843"/>
                    <a:pt x="6267" y="3843"/>
                  </a:cubicBezTo>
                  <a:close/>
                  <a:moveTo>
                    <a:pt x="4237" y="743"/>
                  </a:moveTo>
                  <a:cubicBezTo>
                    <a:pt x="4204" y="743"/>
                    <a:pt x="4171" y="776"/>
                    <a:pt x="4137" y="810"/>
                  </a:cubicBezTo>
                  <a:lnTo>
                    <a:pt x="3170" y="1544"/>
                  </a:lnTo>
                  <a:cubicBezTo>
                    <a:pt x="3170" y="1544"/>
                    <a:pt x="3136" y="1577"/>
                    <a:pt x="3136" y="1577"/>
                  </a:cubicBezTo>
                  <a:lnTo>
                    <a:pt x="3103" y="1610"/>
                  </a:lnTo>
                  <a:cubicBezTo>
                    <a:pt x="3070" y="1644"/>
                    <a:pt x="3036" y="1710"/>
                    <a:pt x="3036" y="1777"/>
                  </a:cubicBezTo>
                  <a:lnTo>
                    <a:pt x="3036" y="1810"/>
                  </a:lnTo>
                  <a:cubicBezTo>
                    <a:pt x="3003" y="1844"/>
                    <a:pt x="3003" y="1911"/>
                    <a:pt x="3003" y="1944"/>
                  </a:cubicBezTo>
                  <a:lnTo>
                    <a:pt x="3070" y="2878"/>
                  </a:lnTo>
                  <a:cubicBezTo>
                    <a:pt x="3070" y="3045"/>
                    <a:pt x="3003" y="3178"/>
                    <a:pt x="2903" y="3312"/>
                  </a:cubicBezTo>
                  <a:cubicBezTo>
                    <a:pt x="2736" y="3512"/>
                    <a:pt x="2603" y="3712"/>
                    <a:pt x="2469" y="3912"/>
                  </a:cubicBezTo>
                  <a:cubicBezTo>
                    <a:pt x="2403" y="3979"/>
                    <a:pt x="2336" y="4045"/>
                    <a:pt x="2236" y="4079"/>
                  </a:cubicBezTo>
                  <a:lnTo>
                    <a:pt x="2069" y="4079"/>
                  </a:lnTo>
                  <a:lnTo>
                    <a:pt x="1402" y="4045"/>
                  </a:lnTo>
                  <a:lnTo>
                    <a:pt x="1235" y="4045"/>
                  </a:lnTo>
                  <a:cubicBezTo>
                    <a:pt x="1202" y="4079"/>
                    <a:pt x="1168" y="4079"/>
                    <a:pt x="1168" y="4112"/>
                  </a:cubicBezTo>
                  <a:cubicBezTo>
                    <a:pt x="1102" y="4145"/>
                    <a:pt x="1068" y="4179"/>
                    <a:pt x="1068" y="4246"/>
                  </a:cubicBezTo>
                  <a:lnTo>
                    <a:pt x="501" y="5580"/>
                  </a:lnTo>
                  <a:cubicBezTo>
                    <a:pt x="435" y="5680"/>
                    <a:pt x="468" y="5813"/>
                    <a:pt x="568" y="5880"/>
                  </a:cubicBezTo>
                  <a:lnTo>
                    <a:pt x="1268" y="6314"/>
                  </a:lnTo>
                  <a:cubicBezTo>
                    <a:pt x="1302" y="6347"/>
                    <a:pt x="1302" y="6414"/>
                    <a:pt x="1268" y="6481"/>
                  </a:cubicBezTo>
                  <a:cubicBezTo>
                    <a:pt x="1235" y="6681"/>
                    <a:pt x="1202" y="6881"/>
                    <a:pt x="1168" y="7081"/>
                  </a:cubicBezTo>
                  <a:cubicBezTo>
                    <a:pt x="1135" y="7248"/>
                    <a:pt x="1068" y="7381"/>
                    <a:pt x="968" y="7515"/>
                  </a:cubicBezTo>
                  <a:lnTo>
                    <a:pt x="134" y="8282"/>
                  </a:lnTo>
                  <a:lnTo>
                    <a:pt x="101" y="8315"/>
                  </a:lnTo>
                  <a:cubicBezTo>
                    <a:pt x="68" y="8349"/>
                    <a:pt x="68" y="8349"/>
                    <a:pt x="68" y="8382"/>
                  </a:cubicBezTo>
                  <a:cubicBezTo>
                    <a:pt x="1" y="8482"/>
                    <a:pt x="1" y="8582"/>
                    <a:pt x="1" y="8682"/>
                  </a:cubicBezTo>
                  <a:lnTo>
                    <a:pt x="168" y="9649"/>
                  </a:lnTo>
                  <a:cubicBezTo>
                    <a:pt x="168" y="9683"/>
                    <a:pt x="168" y="9750"/>
                    <a:pt x="234" y="9750"/>
                  </a:cubicBezTo>
                  <a:lnTo>
                    <a:pt x="1235" y="10350"/>
                  </a:lnTo>
                  <a:cubicBezTo>
                    <a:pt x="1202" y="10317"/>
                    <a:pt x="1168" y="10283"/>
                    <a:pt x="1168" y="10217"/>
                  </a:cubicBezTo>
                  <a:lnTo>
                    <a:pt x="1002" y="9283"/>
                  </a:lnTo>
                  <a:cubicBezTo>
                    <a:pt x="968" y="9149"/>
                    <a:pt x="1002" y="8982"/>
                    <a:pt x="1135" y="8882"/>
                  </a:cubicBezTo>
                  <a:lnTo>
                    <a:pt x="1969" y="8115"/>
                  </a:lnTo>
                  <a:cubicBezTo>
                    <a:pt x="2069" y="7982"/>
                    <a:pt x="2136" y="7848"/>
                    <a:pt x="2169" y="7681"/>
                  </a:cubicBezTo>
                  <a:cubicBezTo>
                    <a:pt x="2202" y="7481"/>
                    <a:pt x="2236" y="7281"/>
                    <a:pt x="2269" y="7081"/>
                  </a:cubicBezTo>
                  <a:cubicBezTo>
                    <a:pt x="2303" y="6914"/>
                    <a:pt x="2236" y="6781"/>
                    <a:pt x="2102" y="6714"/>
                  </a:cubicBezTo>
                  <a:lnTo>
                    <a:pt x="1602" y="6514"/>
                  </a:lnTo>
                  <a:cubicBezTo>
                    <a:pt x="1469" y="6447"/>
                    <a:pt x="1435" y="6314"/>
                    <a:pt x="1469" y="6180"/>
                  </a:cubicBezTo>
                  <a:lnTo>
                    <a:pt x="2069" y="4879"/>
                  </a:lnTo>
                  <a:cubicBezTo>
                    <a:pt x="2069" y="4813"/>
                    <a:pt x="2102" y="4779"/>
                    <a:pt x="2169" y="4746"/>
                  </a:cubicBezTo>
                  <a:cubicBezTo>
                    <a:pt x="2236" y="4679"/>
                    <a:pt x="2336" y="4646"/>
                    <a:pt x="2403" y="4646"/>
                  </a:cubicBezTo>
                  <a:lnTo>
                    <a:pt x="3036" y="4679"/>
                  </a:lnTo>
                  <a:cubicBezTo>
                    <a:pt x="3103" y="4679"/>
                    <a:pt x="3170" y="4679"/>
                    <a:pt x="3203" y="4646"/>
                  </a:cubicBezTo>
                  <a:cubicBezTo>
                    <a:pt x="3303" y="4613"/>
                    <a:pt x="3370" y="4546"/>
                    <a:pt x="3437" y="4479"/>
                  </a:cubicBezTo>
                  <a:cubicBezTo>
                    <a:pt x="3570" y="4279"/>
                    <a:pt x="3704" y="4079"/>
                    <a:pt x="3870" y="3879"/>
                  </a:cubicBezTo>
                  <a:cubicBezTo>
                    <a:pt x="3970" y="3779"/>
                    <a:pt x="4004" y="3612"/>
                    <a:pt x="4004" y="3445"/>
                  </a:cubicBezTo>
                  <a:lnTo>
                    <a:pt x="3970" y="2544"/>
                  </a:lnTo>
                  <a:cubicBezTo>
                    <a:pt x="3937" y="2478"/>
                    <a:pt x="3937" y="2444"/>
                    <a:pt x="3970" y="2378"/>
                  </a:cubicBezTo>
                  <a:cubicBezTo>
                    <a:pt x="4004" y="2277"/>
                    <a:pt x="4037" y="2211"/>
                    <a:pt x="4137" y="2144"/>
                  </a:cubicBezTo>
                  <a:lnTo>
                    <a:pt x="5071" y="1377"/>
                  </a:lnTo>
                  <a:cubicBezTo>
                    <a:pt x="5118" y="1353"/>
                    <a:pt x="5166" y="1330"/>
                    <a:pt x="5213" y="1330"/>
                  </a:cubicBezTo>
                  <a:cubicBezTo>
                    <a:pt x="5232" y="1330"/>
                    <a:pt x="5252" y="1334"/>
                    <a:pt x="5271" y="1343"/>
                  </a:cubicBezTo>
                  <a:lnTo>
                    <a:pt x="4337" y="743"/>
                  </a:lnTo>
                  <a:close/>
                  <a:moveTo>
                    <a:pt x="5043" y="10324"/>
                  </a:moveTo>
                  <a:cubicBezTo>
                    <a:pt x="5009" y="10324"/>
                    <a:pt x="4973" y="10332"/>
                    <a:pt x="4938" y="10350"/>
                  </a:cubicBezTo>
                  <a:cubicBezTo>
                    <a:pt x="4804" y="10383"/>
                    <a:pt x="4671" y="10450"/>
                    <a:pt x="4537" y="10483"/>
                  </a:cubicBezTo>
                  <a:cubicBezTo>
                    <a:pt x="4504" y="10483"/>
                    <a:pt x="4437" y="10517"/>
                    <a:pt x="4404" y="10517"/>
                  </a:cubicBezTo>
                  <a:lnTo>
                    <a:pt x="4437" y="10617"/>
                  </a:lnTo>
                  <a:cubicBezTo>
                    <a:pt x="4437" y="10650"/>
                    <a:pt x="4471" y="10717"/>
                    <a:pt x="4537" y="10717"/>
                  </a:cubicBezTo>
                  <a:lnTo>
                    <a:pt x="5538" y="11317"/>
                  </a:lnTo>
                  <a:cubicBezTo>
                    <a:pt x="5505" y="11284"/>
                    <a:pt x="5471" y="11251"/>
                    <a:pt x="5471" y="11217"/>
                  </a:cubicBezTo>
                  <a:lnTo>
                    <a:pt x="5238" y="10483"/>
                  </a:lnTo>
                  <a:cubicBezTo>
                    <a:pt x="5214" y="10386"/>
                    <a:pt x="5135" y="10324"/>
                    <a:pt x="5043" y="10324"/>
                  </a:cubicBezTo>
                  <a:close/>
                  <a:moveTo>
                    <a:pt x="2368" y="9716"/>
                  </a:moveTo>
                  <a:cubicBezTo>
                    <a:pt x="2325" y="9716"/>
                    <a:pt x="2280" y="9727"/>
                    <a:pt x="2236" y="9750"/>
                  </a:cubicBezTo>
                  <a:lnTo>
                    <a:pt x="1769" y="10083"/>
                  </a:lnTo>
                  <a:lnTo>
                    <a:pt x="1402" y="11050"/>
                  </a:lnTo>
                  <a:cubicBezTo>
                    <a:pt x="1369" y="11151"/>
                    <a:pt x="1402" y="11251"/>
                    <a:pt x="1502" y="11317"/>
                  </a:cubicBezTo>
                  <a:lnTo>
                    <a:pt x="2503" y="11884"/>
                  </a:lnTo>
                  <a:cubicBezTo>
                    <a:pt x="2403" y="11818"/>
                    <a:pt x="2369" y="11718"/>
                    <a:pt x="2436" y="11618"/>
                  </a:cubicBezTo>
                  <a:lnTo>
                    <a:pt x="2870" y="10450"/>
                  </a:lnTo>
                  <a:cubicBezTo>
                    <a:pt x="2903" y="10317"/>
                    <a:pt x="2870" y="10150"/>
                    <a:pt x="2770" y="10050"/>
                  </a:cubicBezTo>
                  <a:cubicBezTo>
                    <a:pt x="2703" y="9983"/>
                    <a:pt x="2636" y="9916"/>
                    <a:pt x="2603" y="9850"/>
                  </a:cubicBezTo>
                  <a:cubicBezTo>
                    <a:pt x="2536" y="9761"/>
                    <a:pt x="2454" y="9716"/>
                    <a:pt x="2368" y="9716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7"/>
            <p:cNvSpPr/>
            <p:nvPr/>
          </p:nvSpPr>
          <p:spPr>
            <a:xfrm>
              <a:off x="2246850" y="904725"/>
              <a:ext cx="49225" cy="40050"/>
            </a:xfrm>
            <a:custGeom>
              <a:avLst/>
              <a:gdLst/>
              <a:ahLst/>
              <a:cxnLst/>
              <a:rect l="l" t="t" r="r" b="b"/>
              <a:pathLst>
                <a:path w="1969" h="1602" extrusionOk="0">
                  <a:moveTo>
                    <a:pt x="935" y="1"/>
                  </a:moveTo>
                  <a:lnTo>
                    <a:pt x="101" y="768"/>
                  </a:lnTo>
                  <a:lnTo>
                    <a:pt x="68" y="835"/>
                  </a:lnTo>
                  <a:cubicBezTo>
                    <a:pt x="68" y="835"/>
                    <a:pt x="34" y="868"/>
                    <a:pt x="34" y="901"/>
                  </a:cubicBezTo>
                  <a:cubicBezTo>
                    <a:pt x="1" y="935"/>
                    <a:pt x="1" y="968"/>
                    <a:pt x="1" y="1035"/>
                  </a:cubicBezTo>
                  <a:lnTo>
                    <a:pt x="1002" y="1602"/>
                  </a:lnTo>
                  <a:cubicBezTo>
                    <a:pt x="1035" y="1502"/>
                    <a:pt x="1068" y="1435"/>
                    <a:pt x="1135" y="1368"/>
                  </a:cubicBezTo>
                  <a:lnTo>
                    <a:pt x="1969" y="60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7"/>
            <p:cNvSpPr/>
            <p:nvPr/>
          </p:nvSpPr>
          <p:spPr>
            <a:xfrm>
              <a:off x="2276050" y="819675"/>
              <a:ext cx="51725" cy="15850"/>
            </a:xfrm>
            <a:custGeom>
              <a:avLst/>
              <a:gdLst/>
              <a:ahLst/>
              <a:cxnLst/>
              <a:rect l="l" t="t" r="r" b="b"/>
              <a:pathLst>
                <a:path w="2069" h="634" extrusionOk="0">
                  <a:moveTo>
                    <a:pt x="100" y="0"/>
                  </a:moveTo>
                  <a:cubicBezTo>
                    <a:pt x="67" y="0"/>
                    <a:pt x="34" y="33"/>
                    <a:pt x="0" y="67"/>
                  </a:cubicBezTo>
                  <a:lnTo>
                    <a:pt x="1001" y="634"/>
                  </a:lnTo>
                  <a:cubicBezTo>
                    <a:pt x="1068" y="567"/>
                    <a:pt x="1168" y="534"/>
                    <a:pt x="1268" y="534"/>
                  </a:cubicBezTo>
                  <a:lnTo>
                    <a:pt x="1868" y="567"/>
                  </a:lnTo>
                  <a:cubicBezTo>
                    <a:pt x="1935" y="567"/>
                    <a:pt x="2002" y="534"/>
                    <a:pt x="2069" y="534"/>
                  </a:cubicBezTo>
                  <a:lnTo>
                    <a:pt x="1034" y="0"/>
                  </a:lnTo>
                  <a:cubicBezTo>
                    <a:pt x="1001" y="0"/>
                    <a:pt x="968" y="33"/>
                    <a:pt x="934" y="33"/>
                  </a:cubicBezTo>
                  <a:lnTo>
                    <a:pt x="868" y="33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7"/>
            <p:cNvSpPr/>
            <p:nvPr/>
          </p:nvSpPr>
          <p:spPr>
            <a:xfrm>
              <a:off x="2446175" y="759000"/>
              <a:ext cx="41725" cy="30450"/>
            </a:xfrm>
            <a:custGeom>
              <a:avLst/>
              <a:gdLst/>
              <a:ahLst/>
              <a:cxnLst/>
              <a:rect l="l" t="t" r="r" b="b"/>
              <a:pathLst>
                <a:path w="1669" h="1218" extrusionOk="0">
                  <a:moveTo>
                    <a:pt x="584" y="0"/>
                  </a:moveTo>
                  <a:cubicBezTo>
                    <a:pt x="551" y="0"/>
                    <a:pt x="517" y="9"/>
                    <a:pt x="501" y="25"/>
                  </a:cubicBezTo>
                  <a:lnTo>
                    <a:pt x="134" y="259"/>
                  </a:lnTo>
                  <a:lnTo>
                    <a:pt x="67" y="459"/>
                  </a:lnTo>
                  <a:cubicBezTo>
                    <a:pt x="0" y="626"/>
                    <a:pt x="34" y="793"/>
                    <a:pt x="134" y="893"/>
                  </a:cubicBezTo>
                  <a:cubicBezTo>
                    <a:pt x="200" y="959"/>
                    <a:pt x="267" y="1026"/>
                    <a:pt x="300" y="1093"/>
                  </a:cubicBezTo>
                  <a:cubicBezTo>
                    <a:pt x="361" y="1174"/>
                    <a:pt x="434" y="1218"/>
                    <a:pt x="512" y="1218"/>
                  </a:cubicBezTo>
                  <a:cubicBezTo>
                    <a:pt x="562" y="1218"/>
                    <a:pt x="615" y="1199"/>
                    <a:pt x="667" y="1160"/>
                  </a:cubicBezTo>
                  <a:lnTo>
                    <a:pt x="1501" y="626"/>
                  </a:lnTo>
                  <a:cubicBezTo>
                    <a:pt x="1518" y="609"/>
                    <a:pt x="1543" y="601"/>
                    <a:pt x="1572" y="601"/>
                  </a:cubicBezTo>
                  <a:cubicBezTo>
                    <a:pt x="1601" y="601"/>
                    <a:pt x="1635" y="609"/>
                    <a:pt x="1668" y="626"/>
                  </a:cubicBezTo>
                  <a:lnTo>
                    <a:pt x="667" y="25"/>
                  </a:lnTo>
                  <a:cubicBezTo>
                    <a:pt x="651" y="9"/>
                    <a:pt x="617" y="0"/>
                    <a:pt x="584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7"/>
            <p:cNvSpPr/>
            <p:nvPr/>
          </p:nvSpPr>
          <p:spPr>
            <a:xfrm>
              <a:off x="2385300" y="716875"/>
              <a:ext cx="70075" cy="51100"/>
            </a:xfrm>
            <a:custGeom>
              <a:avLst/>
              <a:gdLst/>
              <a:ahLst/>
              <a:cxnLst/>
              <a:rect l="l" t="t" r="r" b="b"/>
              <a:pathLst>
                <a:path w="2803" h="2044" extrusionOk="0">
                  <a:moveTo>
                    <a:pt x="1030" y="1"/>
                  </a:moveTo>
                  <a:cubicBezTo>
                    <a:pt x="913" y="1"/>
                    <a:pt x="789" y="65"/>
                    <a:pt x="734" y="176"/>
                  </a:cubicBezTo>
                  <a:lnTo>
                    <a:pt x="134" y="1310"/>
                  </a:lnTo>
                  <a:cubicBezTo>
                    <a:pt x="100" y="1377"/>
                    <a:pt x="67" y="1444"/>
                    <a:pt x="0" y="1477"/>
                  </a:cubicBezTo>
                  <a:lnTo>
                    <a:pt x="1001" y="2044"/>
                  </a:lnTo>
                  <a:cubicBezTo>
                    <a:pt x="1068" y="2011"/>
                    <a:pt x="1101" y="1944"/>
                    <a:pt x="1168" y="1911"/>
                  </a:cubicBezTo>
                  <a:lnTo>
                    <a:pt x="1768" y="743"/>
                  </a:lnTo>
                  <a:cubicBezTo>
                    <a:pt x="1823" y="633"/>
                    <a:pt x="1924" y="568"/>
                    <a:pt x="2052" y="568"/>
                  </a:cubicBezTo>
                  <a:cubicBezTo>
                    <a:pt x="2079" y="568"/>
                    <a:pt x="2106" y="571"/>
                    <a:pt x="2135" y="576"/>
                  </a:cubicBezTo>
                  <a:lnTo>
                    <a:pt x="2735" y="743"/>
                  </a:lnTo>
                  <a:lnTo>
                    <a:pt x="2802" y="743"/>
                  </a:lnTo>
                  <a:lnTo>
                    <a:pt x="1801" y="176"/>
                  </a:lnTo>
                  <a:cubicBezTo>
                    <a:pt x="1801" y="143"/>
                    <a:pt x="1768" y="143"/>
                    <a:pt x="1735" y="143"/>
                  </a:cubicBezTo>
                  <a:lnTo>
                    <a:pt x="1101" y="9"/>
                  </a:lnTo>
                  <a:cubicBezTo>
                    <a:pt x="1078" y="3"/>
                    <a:pt x="1054" y="1"/>
                    <a:pt x="103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7"/>
            <p:cNvSpPr/>
            <p:nvPr/>
          </p:nvSpPr>
          <p:spPr>
            <a:xfrm>
              <a:off x="2321925" y="734825"/>
              <a:ext cx="57550" cy="41500"/>
            </a:xfrm>
            <a:custGeom>
              <a:avLst/>
              <a:gdLst/>
              <a:ahLst/>
              <a:cxnLst/>
              <a:rect l="l" t="t" r="r" b="b"/>
              <a:pathLst>
                <a:path w="2302" h="1660" extrusionOk="0">
                  <a:moveTo>
                    <a:pt x="1251" y="0"/>
                  </a:moveTo>
                  <a:cubicBezTo>
                    <a:pt x="1234" y="0"/>
                    <a:pt x="1218" y="8"/>
                    <a:pt x="1201" y="25"/>
                  </a:cubicBezTo>
                  <a:cubicBezTo>
                    <a:pt x="1168" y="25"/>
                    <a:pt x="1134" y="25"/>
                    <a:pt x="1101" y="58"/>
                  </a:cubicBezTo>
                  <a:lnTo>
                    <a:pt x="133" y="826"/>
                  </a:lnTo>
                  <a:cubicBezTo>
                    <a:pt x="133" y="826"/>
                    <a:pt x="100" y="826"/>
                    <a:pt x="100" y="859"/>
                  </a:cubicBezTo>
                  <a:lnTo>
                    <a:pt x="67" y="859"/>
                  </a:lnTo>
                  <a:cubicBezTo>
                    <a:pt x="33" y="926"/>
                    <a:pt x="0" y="959"/>
                    <a:pt x="0" y="1026"/>
                  </a:cubicBezTo>
                  <a:lnTo>
                    <a:pt x="0" y="1059"/>
                  </a:lnTo>
                  <a:lnTo>
                    <a:pt x="1001" y="1660"/>
                  </a:lnTo>
                  <a:cubicBezTo>
                    <a:pt x="1034" y="1559"/>
                    <a:pt x="1067" y="1459"/>
                    <a:pt x="1168" y="1393"/>
                  </a:cubicBezTo>
                  <a:lnTo>
                    <a:pt x="2135" y="625"/>
                  </a:lnTo>
                  <a:cubicBezTo>
                    <a:pt x="2152" y="609"/>
                    <a:pt x="2177" y="600"/>
                    <a:pt x="2206" y="600"/>
                  </a:cubicBezTo>
                  <a:cubicBezTo>
                    <a:pt x="2235" y="600"/>
                    <a:pt x="2268" y="609"/>
                    <a:pt x="2302" y="625"/>
                  </a:cubicBezTo>
                  <a:lnTo>
                    <a:pt x="1301" y="25"/>
                  </a:lnTo>
                  <a:cubicBezTo>
                    <a:pt x="1284" y="8"/>
                    <a:pt x="1268" y="0"/>
                    <a:pt x="12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2246850" y="904725"/>
              <a:ext cx="49225" cy="40050"/>
            </a:xfrm>
            <a:custGeom>
              <a:avLst/>
              <a:gdLst/>
              <a:ahLst/>
              <a:cxnLst/>
              <a:rect l="l" t="t" r="r" b="b"/>
              <a:pathLst>
                <a:path w="1969" h="1602" extrusionOk="0">
                  <a:moveTo>
                    <a:pt x="935" y="1"/>
                  </a:moveTo>
                  <a:lnTo>
                    <a:pt x="101" y="768"/>
                  </a:lnTo>
                  <a:lnTo>
                    <a:pt x="68" y="835"/>
                  </a:lnTo>
                  <a:cubicBezTo>
                    <a:pt x="68" y="835"/>
                    <a:pt x="34" y="868"/>
                    <a:pt x="34" y="901"/>
                  </a:cubicBezTo>
                  <a:cubicBezTo>
                    <a:pt x="1" y="935"/>
                    <a:pt x="1" y="968"/>
                    <a:pt x="1" y="1035"/>
                  </a:cubicBezTo>
                  <a:lnTo>
                    <a:pt x="1002" y="1602"/>
                  </a:lnTo>
                  <a:cubicBezTo>
                    <a:pt x="1035" y="1502"/>
                    <a:pt x="1068" y="1435"/>
                    <a:pt x="1135" y="1368"/>
                  </a:cubicBezTo>
                  <a:lnTo>
                    <a:pt x="1969" y="60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2276050" y="819675"/>
              <a:ext cx="51725" cy="15850"/>
            </a:xfrm>
            <a:custGeom>
              <a:avLst/>
              <a:gdLst/>
              <a:ahLst/>
              <a:cxnLst/>
              <a:rect l="l" t="t" r="r" b="b"/>
              <a:pathLst>
                <a:path w="2069" h="634" extrusionOk="0">
                  <a:moveTo>
                    <a:pt x="100" y="0"/>
                  </a:moveTo>
                  <a:cubicBezTo>
                    <a:pt x="67" y="0"/>
                    <a:pt x="34" y="33"/>
                    <a:pt x="0" y="67"/>
                  </a:cubicBezTo>
                  <a:lnTo>
                    <a:pt x="1001" y="634"/>
                  </a:lnTo>
                  <a:cubicBezTo>
                    <a:pt x="1068" y="567"/>
                    <a:pt x="1168" y="534"/>
                    <a:pt x="1268" y="534"/>
                  </a:cubicBezTo>
                  <a:lnTo>
                    <a:pt x="1868" y="567"/>
                  </a:lnTo>
                  <a:cubicBezTo>
                    <a:pt x="1935" y="567"/>
                    <a:pt x="2002" y="534"/>
                    <a:pt x="2069" y="534"/>
                  </a:cubicBezTo>
                  <a:lnTo>
                    <a:pt x="1034" y="0"/>
                  </a:lnTo>
                  <a:cubicBezTo>
                    <a:pt x="1001" y="0"/>
                    <a:pt x="968" y="33"/>
                    <a:pt x="934" y="33"/>
                  </a:cubicBezTo>
                  <a:lnTo>
                    <a:pt x="868" y="33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2446175" y="759000"/>
              <a:ext cx="41725" cy="30450"/>
            </a:xfrm>
            <a:custGeom>
              <a:avLst/>
              <a:gdLst/>
              <a:ahLst/>
              <a:cxnLst/>
              <a:rect l="l" t="t" r="r" b="b"/>
              <a:pathLst>
                <a:path w="1669" h="1218" extrusionOk="0">
                  <a:moveTo>
                    <a:pt x="584" y="0"/>
                  </a:moveTo>
                  <a:cubicBezTo>
                    <a:pt x="551" y="0"/>
                    <a:pt x="517" y="9"/>
                    <a:pt x="501" y="25"/>
                  </a:cubicBezTo>
                  <a:lnTo>
                    <a:pt x="134" y="259"/>
                  </a:lnTo>
                  <a:lnTo>
                    <a:pt x="67" y="459"/>
                  </a:lnTo>
                  <a:cubicBezTo>
                    <a:pt x="0" y="626"/>
                    <a:pt x="34" y="793"/>
                    <a:pt x="134" y="893"/>
                  </a:cubicBezTo>
                  <a:cubicBezTo>
                    <a:pt x="200" y="959"/>
                    <a:pt x="267" y="1026"/>
                    <a:pt x="300" y="1093"/>
                  </a:cubicBezTo>
                  <a:cubicBezTo>
                    <a:pt x="361" y="1174"/>
                    <a:pt x="434" y="1218"/>
                    <a:pt x="512" y="1218"/>
                  </a:cubicBezTo>
                  <a:cubicBezTo>
                    <a:pt x="562" y="1218"/>
                    <a:pt x="615" y="1199"/>
                    <a:pt x="667" y="1160"/>
                  </a:cubicBezTo>
                  <a:lnTo>
                    <a:pt x="1501" y="626"/>
                  </a:lnTo>
                  <a:cubicBezTo>
                    <a:pt x="1518" y="609"/>
                    <a:pt x="1543" y="601"/>
                    <a:pt x="1572" y="601"/>
                  </a:cubicBezTo>
                  <a:cubicBezTo>
                    <a:pt x="1601" y="601"/>
                    <a:pt x="1635" y="609"/>
                    <a:pt x="1668" y="626"/>
                  </a:cubicBezTo>
                  <a:lnTo>
                    <a:pt x="667" y="25"/>
                  </a:lnTo>
                  <a:cubicBezTo>
                    <a:pt x="651" y="9"/>
                    <a:pt x="617" y="0"/>
                    <a:pt x="584" y="0"/>
                  </a:cubicBez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7"/>
            <p:cNvSpPr/>
            <p:nvPr/>
          </p:nvSpPr>
          <p:spPr>
            <a:xfrm>
              <a:off x="2385300" y="716875"/>
              <a:ext cx="70075" cy="51100"/>
            </a:xfrm>
            <a:custGeom>
              <a:avLst/>
              <a:gdLst/>
              <a:ahLst/>
              <a:cxnLst/>
              <a:rect l="l" t="t" r="r" b="b"/>
              <a:pathLst>
                <a:path w="2803" h="2044" extrusionOk="0">
                  <a:moveTo>
                    <a:pt x="1030" y="1"/>
                  </a:moveTo>
                  <a:cubicBezTo>
                    <a:pt x="913" y="1"/>
                    <a:pt x="789" y="65"/>
                    <a:pt x="734" y="176"/>
                  </a:cubicBezTo>
                  <a:lnTo>
                    <a:pt x="134" y="1310"/>
                  </a:lnTo>
                  <a:cubicBezTo>
                    <a:pt x="100" y="1377"/>
                    <a:pt x="67" y="1444"/>
                    <a:pt x="0" y="1477"/>
                  </a:cubicBezTo>
                  <a:lnTo>
                    <a:pt x="1001" y="2044"/>
                  </a:lnTo>
                  <a:cubicBezTo>
                    <a:pt x="1068" y="2011"/>
                    <a:pt x="1101" y="1944"/>
                    <a:pt x="1168" y="1911"/>
                  </a:cubicBezTo>
                  <a:lnTo>
                    <a:pt x="1768" y="743"/>
                  </a:lnTo>
                  <a:cubicBezTo>
                    <a:pt x="1823" y="633"/>
                    <a:pt x="1924" y="568"/>
                    <a:pt x="2052" y="568"/>
                  </a:cubicBezTo>
                  <a:cubicBezTo>
                    <a:pt x="2079" y="568"/>
                    <a:pt x="2106" y="571"/>
                    <a:pt x="2135" y="576"/>
                  </a:cubicBezTo>
                  <a:lnTo>
                    <a:pt x="2735" y="743"/>
                  </a:lnTo>
                  <a:lnTo>
                    <a:pt x="2802" y="743"/>
                  </a:lnTo>
                  <a:lnTo>
                    <a:pt x="1801" y="176"/>
                  </a:lnTo>
                  <a:cubicBezTo>
                    <a:pt x="1801" y="143"/>
                    <a:pt x="1768" y="143"/>
                    <a:pt x="1735" y="143"/>
                  </a:cubicBezTo>
                  <a:lnTo>
                    <a:pt x="1101" y="9"/>
                  </a:lnTo>
                  <a:cubicBezTo>
                    <a:pt x="1078" y="3"/>
                    <a:pt x="1054" y="1"/>
                    <a:pt x="1030" y="1"/>
                  </a:cubicBez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7"/>
            <p:cNvSpPr/>
            <p:nvPr/>
          </p:nvSpPr>
          <p:spPr>
            <a:xfrm>
              <a:off x="2321925" y="734825"/>
              <a:ext cx="57550" cy="41500"/>
            </a:xfrm>
            <a:custGeom>
              <a:avLst/>
              <a:gdLst/>
              <a:ahLst/>
              <a:cxnLst/>
              <a:rect l="l" t="t" r="r" b="b"/>
              <a:pathLst>
                <a:path w="2302" h="1660" extrusionOk="0">
                  <a:moveTo>
                    <a:pt x="1251" y="0"/>
                  </a:moveTo>
                  <a:cubicBezTo>
                    <a:pt x="1234" y="0"/>
                    <a:pt x="1218" y="8"/>
                    <a:pt x="1201" y="25"/>
                  </a:cubicBezTo>
                  <a:cubicBezTo>
                    <a:pt x="1168" y="25"/>
                    <a:pt x="1134" y="25"/>
                    <a:pt x="1101" y="58"/>
                  </a:cubicBezTo>
                  <a:lnTo>
                    <a:pt x="133" y="826"/>
                  </a:lnTo>
                  <a:cubicBezTo>
                    <a:pt x="133" y="826"/>
                    <a:pt x="100" y="826"/>
                    <a:pt x="100" y="859"/>
                  </a:cubicBezTo>
                  <a:lnTo>
                    <a:pt x="67" y="859"/>
                  </a:lnTo>
                  <a:cubicBezTo>
                    <a:pt x="33" y="926"/>
                    <a:pt x="0" y="959"/>
                    <a:pt x="0" y="1026"/>
                  </a:cubicBezTo>
                  <a:lnTo>
                    <a:pt x="0" y="1059"/>
                  </a:lnTo>
                  <a:lnTo>
                    <a:pt x="1001" y="1660"/>
                  </a:lnTo>
                  <a:cubicBezTo>
                    <a:pt x="1034" y="1559"/>
                    <a:pt x="1067" y="1459"/>
                    <a:pt x="1168" y="1393"/>
                  </a:cubicBezTo>
                  <a:lnTo>
                    <a:pt x="2135" y="625"/>
                  </a:lnTo>
                  <a:cubicBezTo>
                    <a:pt x="2152" y="609"/>
                    <a:pt x="2177" y="600"/>
                    <a:pt x="2206" y="600"/>
                  </a:cubicBezTo>
                  <a:cubicBezTo>
                    <a:pt x="2235" y="600"/>
                    <a:pt x="2268" y="609"/>
                    <a:pt x="2302" y="625"/>
                  </a:cubicBezTo>
                  <a:lnTo>
                    <a:pt x="1301" y="25"/>
                  </a:lnTo>
                  <a:cubicBezTo>
                    <a:pt x="1284" y="8"/>
                    <a:pt x="1268" y="0"/>
                    <a:pt x="1251" y="0"/>
                  </a:cubicBez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2271875" y="731050"/>
              <a:ext cx="221850" cy="287950"/>
            </a:xfrm>
            <a:custGeom>
              <a:avLst/>
              <a:gdLst/>
              <a:ahLst/>
              <a:cxnLst/>
              <a:rect l="l" t="t" r="r" b="b"/>
              <a:pathLst>
                <a:path w="8874" h="11518" extrusionOk="0">
                  <a:moveTo>
                    <a:pt x="5293" y="3277"/>
                  </a:moveTo>
                  <a:cubicBezTo>
                    <a:pt x="5813" y="3277"/>
                    <a:pt x="6206" y="3625"/>
                    <a:pt x="6305" y="4279"/>
                  </a:cubicBezTo>
                  <a:cubicBezTo>
                    <a:pt x="6505" y="5380"/>
                    <a:pt x="5838" y="6948"/>
                    <a:pt x="4771" y="7748"/>
                  </a:cubicBezTo>
                  <a:cubicBezTo>
                    <a:pt x="4351" y="8087"/>
                    <a:pt x="3936" y="8249"/>
                    <a:pt x="3579" y="8249"/>
                  </a:cubicBezTo>
                  <a:cubicBezTo>
                    <a:pt x="3056" y="8249"/>
                    <a:pt x="2655" y="7902"/>
                    <a:pt x="2536" y="7248"/>
                  </a:cubicBezTo>
                  <a:cubicBezTo>
                    <a:pt x="2369" y="6147"/>
                    <a:pt x="3036" y="4613"/>
                    <a:pt x="4104" y="3779"/>
                  </a:cubicBezTo>
                  <a:cubicBezTo>
                    <a:pt x="4523" y="3440"/>
                    <a:pt x="4938" y="3277"/>
                    <a:pt x="5293" y="3277"/>
                  </a:cubicBezTo>
                  <a:close/>
                  <a:moveTo>
                    <a:pt x="6589" y="1"/>
                  </a:moveTo>
                  <a:cubicBezTo>
                    <a:pt x="6461" y="1"/>
                    <a:pt x="6360" y="66"/>
                    <a:pt x="6305" y="176"/>
                  </a:cubicBezTo>
                  <a:lnTo>
                    <a:pt x="5705" y="1344"/>
                  </a:lnTo>
                  <a:cubicBezTo>
                    <a:pt x="5605" y="1477"/>
                    <a:pt x="5471" y="1577"/>
                    <a:pt x="5338" y="1610"/>
                  </a:cubicBezTo>
                  <a:cubicBezTo>
                    <a:pt x="5171" y="1644"/>
                    <a:pt x="5038" y="1677"/>
                    <a:pt x="4904" y="1744"/>
                  </a:cubicBezTo>
                  <a:cubicBezTo>
                    <a:pt x="4868" y="1762"/>
                    <a:pt x="4833" y="1770"/>
                    <a:pt x="4799" y="1770"/>
                  </a:cubicBezTo>
                  <a:cubicBezTo>
                    <a:pt x="4706" y="1770"/>
                    <a:pt x="4628" y="1708"/>
                    <a:pt x="4604" y="1610"/>
                  </a:cubicBezTo>
                  <a:lnTo>
                    <a:pt x="4370" y="877"/>
                  </a:lnTo>
                  <a:cubicBezTo>
                    <a:pt x="4370" y="788"/>
                    <a:pt x="4296" y="743"/>
                    <a:pt x="4217" y="743"/>
                  </a:cubicBezTo>
                  <a:cubicBezTo>
                    <a:pt x="4178" y="743"/>
                    <a:pt x="4137" y="754"/>
                    <a:pt x="4104" y="776"/>
                  </a:cubicBezTo>
                  <a:lnTo>
                    <a:pt x="3170" y="1544"/>
                  </a:lnTo>
                  <a:cubicBezTo>
                    <a:pt x="3036" y="1644"/>
                    <a:pt x="2969" y="1811"/>
                    <a:pt x="2969" y="1977"/>
                  </a:cubicBezTo>
                  <a:lnTo>
                    <a:pt x="3036" y="2878"/>
                  </a:lnTo>
                  <a:cubicBezTo>
                    <a:pt x="3036" y="3045"/>
                    <a:pt x="3003" y="3178"/>
                    <a:pt x="2903" y="3312"/>
                  </a:cubicBezTo>
                  <a:cubicBezTo>
                    <a:pt x="2736" y="3512"/>
                    <a:pt x="2602" y="3712"/>
                    <a:pt x="2469" y="3912"/>
                  </a:cubicBezTo>
                  <a:cubicBezTo>
                    <a:pt x="2369" y="4012"/>
                    <a:pt x="2236" y="4112"/>
                    <a:pt x="2069" y="4112"/>
                  </a:cubicBezTo>
                  <a:lnTo>
                    <a:pt x="1435" y="4079"/>
                  </a:lnTo>
                  <a:cubicBezTo>
                    <a:pt x="1302" y="4079"/>
                    <a:pt x="1168" y="4146"/>
                    <a:pt x="1101" y="4279"/>
                  </a:cubicBezTo>
                  <a:lnTo>
                    <a:pt x="501" y="5580"/>
                  </a:lnTo>
                  <a:cubicBezTo>
                    <a:pt x="468" y="5713"/>
                    <a:pt x="501" y="5880"/>
                    <a:pt x="634" y="5914"/>
                  </a:cubicBezTo>
                  <a:lnTo>
                    <a:pt x="1135" y="6147"/>
                  </a:lnTo>
                  <a:cubicBezTo>
                    <a:pt x="1268" y="6180"/>
                    <a:pt x="1335" y="6347"/>
                    <a:pt x="1302" y="6481"/>
                  </a:cubicBezTo>
                  <a:cubicBezTo>
                    <a:pt x="1268" y="6681"/>
                    <a:pt x="1235" y="6914"/>
                    <a:pt x="1201" y="7114"/>
                  </a:cubicBezTo>
                  <a:cubicBezTo>
                    <a:pt x="1168" y="7248"/>
                    <a:pt x="1101" y="7415"/>
                    <a:pt x="1001" y="7515"/>
                  </a:cubicBezTo>
                  <a:lnTo>
                    <a:pt x="167" y="8315"/>
                  </a:lnTo>
                  <a:cubicBezTo>
                    <a:pt x="67" y="8415"/>
                    <a:pt x="1" y="8582"/>
                    <a:pt x="34" y="8716"/>
                  </a:cubicBezTo>
                  <a:lnTo>
                    <a:pt x="167" y="9650"/>
                  </a:lnTo>
                  <a:cubicBezTo>
                    <a:pt x="190" y="9738"/>
                    <a:pt x="256" y="9798"/>
                    <a:pt x="328" y="9798"/>
                  </a:cubicBezTo>
                  <a:cubicBezTo>
                    <a:pt x="364" y="9798"/>
                    <a:pt x="401" y="9783"/>
                    <a:pt x="434" y="9750"/>
                  </a:cubicBezTo>
                  <a:lnTo>
                    <a:pt x="1268" y="9216"/>
                  </a:lnTo>
                  <a:cubicBezTo>
                    <a:pt x="1308" y="9176"/>
                    <a:pt x="1357" y="9158"/>
                    <a:pt x="1407" y="9158"/>
                  </a:cubicBezTo>
                  <a:cubicBezTo>
                    <a:pt x="1484" y="9158"/>
                    <a:pt x="1561" y="9202"/>
                    <a:pt x="1602" y="9283"/>
                  </a:cubicBezTo>
                  <a:cubicBezTo>
                    <a:pt x="1668" y="9349"/>
                    <a:pt x="1702" y="9416"/>
                    <a:pt x="1769" y="9483"/>
                  </a:cubicBezTo>
                  <a:cubicBezTo>
                    <a:pt x="1869" y="9583"/>
                    <a:pt x="1935" y="9750"/>
                    <a:pt x="1869" y="9883"/>
                  </a:cubicBezTo>
                  <a:lnTo>
                    <a:pt x="1468" y="11084"/>
                  </a:lnTo>
                  <a:cubicBezTo>
                    <a:pt x="1402" y="11184"/>
                    <a:pt x="1468" y="11351"/>
                    <a:pt x="1602" y="11351"/>
                  </a:cubicBezTo>
                  <a:lnTo>
                    <a:pt x="2269" y="11518"/>
                  </a:lnTo>
                  <a:cubicBezTo>
                    <a:pt x="2402" y="11518"/>
                    <a:pt x="2536" y="11451"/>
                    <a:pt x="2636" y="11351"/>
                  </a:cubicBezTo>
                  <a:lnTo>
                    <a:pt x="3236" y="10183"/>
                  </a:lnTo>
                  <a:cubicBezTo>
                    <a:pt x="3303" y="10050"/>
                    <a:pt x="3436" y="9950"/>
                    <a:pt x="3603" y="9916"/>
                  </a:cubicBezTo>
                  <a:cubicBezTo>
                    <a:pt x="3737" y="9883"/>
                    <a:pt x="3870" y="9850"/>
                    <a:pt x="4003" y="9783"/>
                  </a:cubicBezTo>
                  <a:cubicBezTo>
                    <a:pt x="4039" y="9765"/>
                    <a:pt x="4075" y="9757"/>
                    <a:pt x="4109" y="9757"/>
                  </a:cubicBezTo>
                  <a:cubicBezTo>
                    <a:pt x="4201" y="9757"/>
                    <a:pt x="4279" y="9819"/>
                    <a:pt x="4304" y="9916"/>
                  </a:cubicBezTo>
                  <a:lnTo>
                    <a:pt x="4537" y="10650"/>
                  </a:lnTo>
                  <a:cubicBezTo>
                    <a:pt x="4537" y="10731"/>
                    <a:pt x="4598" y="10775"/>
                    <a:pt x="4669" y="10775"/>
                  </a:cubicBezTo>
                  <a:cubicBezTo>
                    <a:pt x="4715" y="10775"/>
                    <a:pt x="4765" y="10756"/>
                    <a:pt x="4804" y="10717"/>
                  </a:cubicBezTo>
                  <a:lnTo>
                    <a:pt x="5771" y="9983"/>
                  </a:lnTo>
                  <a:cubicBezTo>
                    <a:pt x="5871" y="9850"/>
                    <a:pt x="5938" y="9716"/>
                    <a:pt x="5938" y="9549"/>
                  </a:cubicBezTo>
                  <a:lnTo>
                    <a:pt x="5838" y="8649"/>
                  </a:lnTo>
                  <a:cubicBezTo>
                    <a:pt x="5805" y="8482"/>
                    <a:pt x="5871" y="8315"/>
                    <a:pt x="5972" y="8215"/>
                  </a:cubicBezTo>
                  <a:cubicBezTo>
                    <a:pt x="6138" y="8015"/>
                    <a:pt x="6272" y="7815"/>
                    <a:pt x="6405" y="7615"/>
                  </a:cubicBezTo>
                  <a:cubicBezTo>
                    <a:pt x="6505" y="7481"/>
                    <a:pt x="6672" y="7415"/>
                    <a:pt x="6805" y="7415"/>
                  </a:cubicBezTo>
                  <a:lnTo>
                    <a:pt x="7439" y="7448"/>
                  </a:lnTo>
                  <a:cubicBezTo>
                    <a:pt x="7573" y="7448"/>
                    <a:pt x="7706" y="7348"/>
                    <a:pt x="7773" y="7214"/>
                  </a:cubicBezTo>
                  <a:lnTo>
                    <a:pt x="8373" y="5914"/>
                  </a:lnTo>
                  <a:cubicBezTo>
                    <a:pt x="8407" y="5780"/>
                    <a:pt x="8373" y="5647"/>
                    <a:pt x="8240" y="5580"/>
                  </a:cubicBezTo>
                  <a:lnTo>
                    <a:pt x="7739" y="5380"/>
                  </a:lnTo>
                  <a:cubicBezTo>
                    <a:pt x="7606" y="5313"/>
                    <a:pt x="7539" y="5180"/>
                    <a:pt x="7573" y="5046"/>
                  </a:cubicBezTo>
                  <a:cubicBezTo>
                    <a:pt x="7606" y="4813"/>
                    <a:pt x="7639" y="4613"/>
                    <a:pt x="7673" y="4412"/>
                  </a:cubicBezTo>
                  <a:cubicBezTo>
                    <a:pt x="7706" y="4246"/>
                    <a:pt x="7773" y="4112"/>
                    <a:pt x="7873" y="3979"/>
                  </a:cubicBezTo>
                  <a:lnTo>
                    <a:pt x="8707" y="3212"/>
                  </a:lnTo>
                  <a:cubicBezTo>
                    <a:pt x="8840" y="3111"/>
                    <a:pt x="8874" y="2945"/>
                    <a:pt x="8874" y="2778"/>
                  </a:cubicBezTo>
                  <a:lnTo>
                    <a:pt x="8707" y="1877"/>
                  </a:lnTo>
                  <a:cubicBezTo>
                    <a:pt x="8707" y="1780"/>
                    <a:pt x="8635" y="1718"/>
                    <a:pt x="8558" y="1718"/>
                  </a:cubicBezTo>
                  <a:cubicBezTo>
                    <a:pt x="8529" y="1718"/>
                    <a:pt x="8500" y="1726"/>
                    <a:pt x="8473" y="1744"/>
                  </a:cubicBezTo>
                  <a:lnTo>
                    <a:pt x="7639" y="2311"/>
                  </a:lnTo>
                  <a:cubicBezTo>
                    <a:pt x="7592" y="2335"/>
                    <a:pt x="7545" y="2346"/>
                    <a:pt x="7499" y="2346"/>
                  </a:cubicBezTo>
                  <a:cubicBezTo>
                    <a:pt x="7416" y="2346"/>
                    <a:pt x="7337" y="2309"/>
                    <a:pt x="7272" y="2244"/>
                  </a:cubicBezTo>
                  <a:cubicBezTo>
                    <a:pt x="7239" y="2144"/>
                    <a:pt x="7172" y="2077"/>
                    <a:pt x="7139" y="2044"/>
                  </a:cubicBezTo>
                  <a:cubicBezTo>
                    <a:pt x="7006" y="1911"/>
                    <a:pt x="6972" y="1744"/>
                    <a:pt x="7039" y="1610"/>
                  </a:cubicBezTo>
                  <a:lnTo>
                    <a:pt x="7439" y="443"/>
                  </a:lnTo>
                  <a:cubicBezTo>
                    <a:pt x="7473" y="309"/>
                    <a:pt x="7406" y="176"/>
                    <a:pt x="7272" y="143"/>
                  </a:cubicBezTo>
                  <a:lnTo>
                    <a:pt x="6672" y="9"/>
                  </a:lnTo>
                  <a:cubicBezTo>
                    <a:pt x="6643" y="4"/>
                    <a:pt x="6616" y="1"/>
                    <a:pt x="6589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7"/>
            <p:cNvSpPr/>
            <p:nvPr/>
          </p:nvSpPr>
          <p:spPr>
            <a:xfrm>
              <a:off x="1934975" y="461475"/>
              <a:ext cx="362775" cy="447450"/>
            </a:xfrm>
            <a:custGeom>
              <a:avLst/>
              <a:gdLst/>
              <a:ahLst/>
              <a:cxnLst/>
              <a:rect l="l" t="t" r="r" b="b"/>
              <a:pathLst>
                <a:path w="14511" h="17898" extrusionOk="0">
                  <a:moveTo>
                    <a:pt x="12455" y="1081"/>
                  </a:moveTo>
                  <a:lnTo>
                    <a:pt x="12455" y="1081"/>
                  </a:lnTo>
                  <a:lnTo>
                    <a:pt x="12455" y="1081"/>
                  </a:lnTo>
                  <a:close/>
                  <a:moveTo>
                    <a:pt x="12455" y="1081"/>
                  </a:moveTo>
                  <a:lnTo>
                    <a:pt x="12576" y="1152"/>
                  </a:lnTo>
                  <a:cubicBezTo>
                    <a:pt x="12543" y="1119"/>
                    <a:pt x="12509" y="1119"/>
                    <a:pt x="12476" y="1085"/>
                  </a:cubicBezTo>
                  <a:lnTo>
                    <a:pt x="12455" y="1081"/>
                  </a:lnTo>
                  <a:close/>
                  <a:moveTo>
                    <a:pt x="7950" y="2006"/>
                  </a:moveTo>
                  <a:lnTo>
                    <a:pt x="7973" y="2019"/>
                  </a:lnTo>
                  <a:cubicBezTo>
                    <a:pt x="7965" y="2014"/>
                    <a:pt x="7957" y="2010"/>
                    <a:pt x="7950" y="2006"/>
                  </a:cubicBezTo>
                  <a:close/>
                  <a:moveTo>
                    <a:pt x="14457" y="3455"/>
                  </a:moveTo>
                  <a:lnTo>
                    <a:pt x="14511" y="3487"/>
                  </a:lnTo>
                  <a:cubicBezTo>
                    <a:pt x="14495" y="3471"/>
                    <a:pt x="14476" y="3461"/>
                    <a:pt x="14457" y="3455"/>
                  </a:cubicBezTo>
                  <a:close/>
                  <a:moveTo>
                    <a:pt x="9864" y="0"/>
                  </a:moveTo>
                  <a:cubicBezTo>
                    <a:pt x="9694" y="0"/>
                    <a:pt x="9522" y="115"/>
                    <a:pt x="9440" y="251"/>
                  </a:cubicBezTo>
                  <a:lnTo>
                    <a:pt x="8540" y="1986"/>
                  </a:lnTo>
                  <a:cubicBezTo>
                    <a:pt x="8473" y="2086"/>
                    <a:pt x="8406" y="2153"/>
                    <a:pt x="8340" y="2219"/>
                  </a:cubicBezTo>
                  <a:cubicBezTo>
                    <a:pt x="8273" y="2253"/>
                    <a:pt x="8240" y="2286"/>
                    <a:pt x="8173" y="2320"/>
                  </a:cubicBezTo>
                  <a:lnTo>
                    <a:pt x="8473" y="3254"/>
                  </a:lnTo>
                  <a:cubicBezTo>
                    <a:pt x="8499" y="3412"/>
                    <a:pt x="8651" y="3508"/>
                    <a:pt x="8796" y="3508"/>
                  </a:cubicBezTo>
                  <a:cubicBezTo>
                    <a:pt x="8834" y="3508"/>
                    <a:pt x="8872" y="3501"/>
                    <a:pt x="8907" y="3487"/>
                  </a:cubicBezTo>
                  <a:cubicBezTo>
                    <a:pt x="9107" y="3387"/>
                    <a:pt x="9307" y="3320"/>
                    <a:pt x="9507" y="3287"/>
                  </a:cubicBezTo>
                  <a:cubicBezTo>
                    <a:pt x="9641" y="3254"/>
                    <a:pt x="9741" y="3187"/>
                    <a:pt x="9841" y="3087"/>
                  </a:cubicBezTo>
                  <a:cubicBezTo>
                    <a:pt x="9941" y="3020"/>
                    <a:pt x="10007" y="2953"/>
                    <a:pt x="10041" y="2853"/>
                  </a:cubicBezTo>
                  <a:lnTo>
                    <a:pt x="10975" y="1152"/>
                  </a:lnTo>
                  <a:cubicBezTo>
                    <a:pt x="11062" y="977"/>
                    <a:pt x="11226" y="879"/>
                    <a:pt x="11421" y="879"/>
                  </a:cubicBezTo>
                  <a:cubicBezTo>
                    <a:pt x="11450" y="879"/>
                    <a:pt x="11479" y="881"/>
                    <a:pt x="11509" y="885"/>
                  </a:cubicBezTo>
                  <a:lnTo>
                    <a:pt x="12455" y="1081"/>
                  </a:lnTo>
                  <a:lnTo>
                    <a:pt x="11042" y="251"/>
                  </a:lnTo>
                  <a:cubicBezTo>
                    <a:pt x="11042" y="251"/>
                    <a:pt x="10975" y="218"/>
                    <a:pt x="10941" y="218"/>
                  </a:cubicBezTo>
                  <a:lnTo>
                    <a:pt x="9974" y="18"/>
                  </a:lnTo>
                  <a:cubicBezTo>
                    <a:pt x="9938" y="6"/>
                    <a:pt x="9901" y="0"/>
                    <a:pt x="9864" y="0"/>
                  </a:cubicBezTo>
                  <a:close/>
                  <a:moveTo>
                    <a:pt x="12888" y="2564"/>
                  </a:moveTo>
                  <a:cubicBezTo>
                    <a:pt x="12832" y="2564"/>
                    <a:pt x="12782" y="2581"/>
                    <a:pt x="12743" y="2620"/>
                  </a:cubicBezTo>
                  <a:lnTo>
                    <a:pt x="12176" y="2987"/>
                  </a:lnTo>
                  <a:lnTo>
                    <a:pt x="12076" y="3320"/>
                  </a:lnTo>
                  <a:cubicBezTo>
                    <a:pt x="12009" y="3520"/>
                    <a:pt x="12042" y="3754"/>
                    <a:pt x="12209" y="3921"/>
                  </a:cubicBezTo>
                  <a:cubicBezTo>
                    <a:pt x="12309" y="4021"/>
                    <a:pt x="12376" y="4121"/>
                    <a:pt x="12476" y="4221"/>
                  </a:cubicBezTo>
                  <a:cubicBezTo>
                    <a:pt x="12539" y="4326"/>
                    <a:pt x="12656" y="4392"/>
                    <a:pt x="12776" y="4392"/>
                  </a:cubicBezTo>
                  <a:cubicBezTo>
                    <a:pt x="12845" y="4392"/>
                    <a:pt x="12915" y="4370"/>
                    <a:pt x="12976" y="4321"/>
                  </a:cubicBezTo>
                  <a:lnTo>
                    <a:pt x="14244" y="3487"/>
                  </a:lnTo>
                  <a:cubicBezTo>
                    <a:pt x="14302" y="3468"/>
                    <a:pt x="14359" y="3449"/>
                    <a:pt x="14411" y="3449"/>
                  </a:cubicBezTo>
                  <a:cubicBezTo>
                    <a:pt x="14427" y="3449"/>
                    <a:pt x="14442" y="3450"/>
                    <a:pt x="14457" y="3455"/>
                  </a:cubicBezTo>
                  <a:lnTo>
                    <a:pt x="14457" y="3455"/>
                  </a:lnTo>
                  <a:lnTo>
                    <a:pt x="13010" y="2586"/>
                  </a:lnTo>
                  <a:cubicBezTo>
                    <a:pt x="12968" y="2573"/>
                    <a:pt x="12927" y="2564"/>
                    <a:pt x="12888" y="2564"/>
                  </a:cubicBezTo>
                  <a:close/>
                  <a:moveTo>
                    <a:pt x="9543" y="5810"/>
                  </a:moveTo>
                  <a:cubicBezTo>
                    <a:pt x="9477" y="5810"/>
                    <a:pt x="9409" y="5814"/>
                    <a:pt x="9340" y="5822"/>
                  </a:cubicBezTo>
                  <a:cubicBezTo>
                    <a:pt x="9407" y="5989"/>
                    <a:pt x="9474" y="6189"/>
                    <a:pt x="9507" y="6422"/>
                  </a:cubicBezTo>
                  <a:cubicBezTo>
                    <a:pt x="9807" y="8057"/>
                    <a:pt x="8740" y="10392"/>
                    <a:pt x="7172" y="11626"/>
                  </a:cubicBezTo>
                  <a:cubicBezTo>
                    <a:pt x="6705" y="12026"/>
                    <a:pt x="6138" y="12260"/>
                    <a:pt x="5538" y="12360"/>
                  </a:cubicBezTo>
                  <a:cubicBezTo>
                    <a:pt x="5801" y="12940"/>
                    <a:pt x="6287" y="13242"/>
                    <a:pt x="6888" y="13242"/>
                  </a:cubicBezTo>
                  <a:cubicBezTo>
                    <a:pt x="7427" y="13242"/>
                    <a:pt x="8059" y="12999"/>
                    <a:pt x="8707" y="12493"/>
                  </a:cubicBezTo>
                  <a:cubicBezTo>
                    <a:pt x="10274" y="11259"/>
                    <a:pt x="11308" y="8924"/>
                    <a:pt x="11042" y="7290"/>
                  </a:cubicBezTo>
                  <a:cubicBezTo>
                    <a:pt x="10857" y="6338"/>
                    <a:pt x="10306" y="5810"/>
                    <a:pt x="9543" y="5810"/>
                  </a:cubicBezTo>
                  <a:close/>
                  <a:moveTo>
                    <a:pt x="6372" y="1119"/>
                  </a:moveTo>
                  <a:cubicBezTo>
                    <a:pt x="6305" y="1119"/>
                    <a:pt x="6271" y="1152"/>
                    <a:pt x="6205" y="1185"/>
                  </a:cubicBezTo>
                  <a:lnTo>
                    <a:pt x="4770" y="2320"/>
                  </a:lnTo>
                  <a:lnTo>
                    <a:pt x="4704" y="2386"/>
                  </a:lnTo>
                  <a:cubicBezTo>
                    <a:pt x="4704" y="2386"/>
                    <a:pt x="4670" y="2420"/>
                    <a:pt x="4670" y="2420"/>
                  </a:cubicBezTo>
                  <a:cubicBezTo>
                    <a:pt x="4604" y="2486"/>
                    <a:pt x="4570" y="2553"/>
                    <a:pt x="4537" y="2653"/>
                  </a:cubicBezTo>
                  <a:lnTo>
                    <a:pt x="4537" y="2720"/>
                  </a:lnTo>
                  <a:cubicBezTo>
                    <a:pt x="4504" y="2787"/>
                    <a:pt x="4504" y="2853"/>
                    <a:pt x="4504" y="2953"/>
                  </a:cubicBezTo>
                  <a:lnTo>
                    <a:pt x="4604" y="4321"/>
                  </a:lnTo>
                  <a:cubicBezTo>
                    <a:pt x="4604" y="4554"/>
                    <a:pt x="4504" y="4788"/>
                    <a:pt x="4370" y="4988"/>
                  </a:cubicBezTo>
                  <a:cubicBezTo>
                    <a:pt x="4137" y="5255"/>
                    <a:pt x="3903" y="5555"/>
                    <a:pt x="3703" y="5855"/>
                  </a:cubicBezTo>
                  <a:cubicBezTo>
                    <a:pt x="3603" y="5989"/>
                    <a:pt x="3503" y="6056"/>
                    <a:pt x="3369" y="6122"/>
                  </a:cubicBezTo>
                  <a:cubicBezTo>
                    <a:pt x="3336" y="6122"/>
                    <a:pt x="3303" y="6156"/>
                    <a:pt x="3236" y="6156"/>
                  </a:cubicBezTo>
                  <a:lnTo>
                    <a:pt x="3103" y="6156"/>
                  </a:lnTo>
                  <a:lnTo>
                    <a:pt x="2169" y="6122"/>
                  </a:lnTo>
                  <a:lnTo>
                    <a:pt x="2135" y="6122"/>
                  </a:lnTo>
                  <a:cubicBezTo>
                    <a:pt x="2135" y="6106"/>
                    <a:pt x="2127" y="6097"/>
                    <a:pt x="2114" y="6097"/>
                  </a:cubicBezTo>
                  <a:cubicBezTo>
                    <a:pt x="2102" y="6097"/>
                    <a:pt x="2085" y="6106"/>
                    <a:pt x="2068" y="6122"/>
                  </a:cubicBezTo>
                  <a:cubicBezTo>
                    <a:pt x="2068" y="6106"/>
                    <a:pt x="2060" y="6097"/>
                    <a:pt x="2048" y="6097"/>
                  </a:cubicBezTo>
                  <a:cubicBezTo>
                    <a:pt x="2035" y="6097"/>
                    <a:pt x="2018" y="6106"/>
                    <a:pt x="2002" y="6122"/>
                  </a:cubicBezTo>
                  <a:lnTo>
                    <a:pt x="1935" y="6122"/>
                  </a:lnTo>
                  <a:cubicBezTo>
                    <a:pt x="1902" y="6156"/>
                    <a:pt x="1835" y="6189"/>
                    <a:pt x="1802" y="6222"/>
                  </a:cubicBezTo>
                  <a:cubicBezTo>
                    <a:pt x="1735" y="6256"/>
                    <a:pt x="1702" y="6322"/>
                    <a:pt x="1635" y="6422"/>
                  </a:cubicBezTo>
                  <a:lnTo>
                    <a:pt x="768" y="8357"/>
                  </a:lnTo>
                  <a:cubicBezTo>
                    <a:pt x="701" y="8524"/>
                    <a:pt x="768" y="8724"/>
                    <a:pt x="934" y="8824"/>
                  </a:cubicBezTo>
                  <a:lnTo>
                    <a:pt x="1968" y="9425"/>
                  </a:lnTo>
                  <a:cubicBezTo>
                    <a:pt x="2002" y="9525"/>
                    <a:pt x="2002" y="9625"/>
                    <a:pt x="1968" y="9691"/>
                  </a:cubicBezTo>
                  <a:cubicBezTo>
                    <a:pt x="1902" y="10025"/>
                    <a:pt x="1835" y="10325"/>
                    <a:pt x="1802" y="10659"/>
                  </a:cubicBezTo>
                  <a:cubicBezTo>
                    <a:pt x="1735" y="10892"/>
                    <a:pt x="1635" y="11126"/>
                    <a:pt x="1468" y="11293"/>
                  </a:cubicBezTo>
                  <a:lnTo>
                    <a:pt x="234" y="12460"/>
                  </a:lnTo>
                  <a:cubicBezTo>
                    <a:pt x="200" y="12460"/>
                    <a:pt x="167" y="12493"/>
                    <a:pt x="167" y="12527"/>
                  </a:cubicBezTo>
                  <a:cubicBezTo>
                    <a:pt x="134" y="12560"/>
                    <a:pt x="134" y="12594"/>
                    <a:pt x="100" y="12627"/>
                  </a:cubicBezTo>
                  <a:cubicBezTo>
                    <a:pt x="34" y="12760"/>
                    <a:pt x="0" y="12927"/>
                    <a:pt x="0" y="13094"/>
                  </a:cubicBezTo>
                  <a:lnTo>
                    <a:pt x="267" y="14462"/>
                  </a:lnTo>
                  <a:cubicBezTo>
                    <a:pt x="267" y="14562"/>
                    <a:pt x="301" y="14628"/>
                    <a:pt x="367" y="14662"/>
                  </a:cubicBezTo>
                  <a:lnTo>
                    <a:pt x="1868" y="15529"/>
                  </a:lnTo>
                  <a:cubicBezTo>
                    <a:pt x="1835" y="15496"/>
                    <a:pt x="1802" y="15429"/>
                    <a:pt x="1768" y="15362"/>
                  </a:cubicBezTo>
                  <a:lnTo>
                    <a:pt x="1501" y="13961"/>
                  </a:lnTo>
                  <a:cubicBezTo>
                    <a:pt x="1501" y="13861"/>
                    <a:pt x="1501" y="13794"/>
                    <a:pt x="1501" y="13694"/>
                  </a:cubicBezTo>
                  <a:cubicBezTo>
                    <a:pt x="1535" y="13561"/>
                    <a:pt x="1601" y="13427"/>
                    <a:pt x="1702" y="13327"/>
                  </a:cubicBezTo>
                  <a:lnTo>
                    <a:pt x="2969" y="12160"/>
                  </a:lnTo>
                  <a:cubicBezTo>
                    <a:pt x="3136" y="11993"/>
                    <a:pt x="3236" y="11760"/>
                    <a:pt x="3269" y="11526"/>
                  </a:cubicBezTo>
                  <a:cubicBezTo>
                    <a:pt x="3303" y="11226"/>
                    <a:pt x="3369" y="10892"/>
                    <a:pt x="3436" y="10592"/>
                  </a:cubicBezTo>
                  <a:cubicBezTo>
                    <a:pt x="3469" y="10392"/>
                    <a:pt x="3369" y="10158"/>
                    <a:pt x="3169" y="10092"/>
                  </a:cubicBezTo>
                  <a:lnTo>
                    <a:pt x="2435" y="9758"/>
                  </a:lnTo>
                  <a:cubicBezTo>
                    <a:pt x="2235" y="9691"/>
                    <a:pt x="2135" y="9458"/>
                    <a:pt x="2235" y="9258"/>
                  </a:cubicBezTo>
                  <a:lnTo>
                    <a:pt x="3103" y="7290"/>
                  </a:lnTo>
                  <a:cubicBezTo>
                    <a:pt x="3136" y="7223"/>
                    <a:pt x="3169" y="7156"/>
                    <a:pt x="3236" y="7123"/>
                  </a:cubicBezTo>
                  <a:cubicBezTo>
                    <a:pt x="3369" y="7023"/>
                    <a:pt x="3503" y="6990"/>
                    <a:pt x="3636" y="6990"/>
                  </a:cubicBezTo>
                  <a:lnTo>
                    <a:pt x="4570" y="7023"/>
                  </a:lnTo>
                  <a:cubicBezTo>
                    <a:pt x="4670" y="7023"/>
                    <a:pt x="4737" y="7023"/>
                    <a:pt x="4837" y="6956"/>
                  </a:cubicBezTo>
                  <a:cubicBezTo>
                    <a:pt x="4971" y="6923"/>
                    <a:pt x="5071" y="6823"/>
                    <a:pt x="5137" y="6723"/>
                  </a:cubicBezTo>
                  <a:cubicBezTo>
                    <a:pt x="5371" y="6422"/>
                    <a:pt x="5571" y="6122"/>
                    <a:pt x="5838" y="5822"/>
                  </a:cubicBezTo>
                  <a:cubicBezTo>
                    <a:pt x="5971" y="5655"/>
                    <a:pt x="6038" y="5422"/>
                    <a:pt x="6038" y="5155"/>
                  </a:cubicBezTo>
                  <a:lnTo>
                    <a:pt x="5971" y="3787"/>
                  </a:lnTo>
                  <a:cubicBezTo>
                    <a:pt x="5971" y="3721"/>
                    <a:pt x="5971" y="3654"/>
                    <a:pt x="6005" y="3554"/>
                  </a:cubicBezTo>
                  <a:cubicBezTo>
                    <a:pt x="6038" y="3420"/>
                    <a:pt x="6138" y="3287"/>
                    <a:pt x="6238" y="3187"/>
                  </a:cubicBezTo>
                  <a:lnTo>
                    <a:pt x="7672" y="2053"/>
                  </a:lnTo>
                  <a:cubicBezTo>
                    <a:pt x="7734" y="2011"/>
                    <a:pt x="7796" y="1983"/>
                    <a:pt x="7858" y="1983"/>
                  </a:cubicBezTo>
                  <a:cubicBezTo>
                    <a:pt x="7888" y="1983"/>
                    <a:pt x="7919" y="1990"/>
                    <a:pt x="7950" y="2006"/>
                  </a:cubicBezTo>
                  <a:lnTo>
                    <a:pt x="7950" y="2006"/>
                  </a:lnTo>
                  <a:lnTo>
                    <a:pt x="6505" y="1152"/>
                  </a:lnTo>
                  <a:cubicBezTo>
                    <a:pt x="6472" y="1119"/>
                    <a:pt x="6405" y="1119"/>
                    <a:pt x="6372" y="1119"/>
                  </a:cubicBezTo>
                  <a:close/>
                  <a:moveTo>
                    <a:pt x="7616" y="15523"/>
                  </a:moveTo>
                  <a:cubicBezTo>
                    <a:pt x="7566" y="15523"/>
                    <a:pt x="7517" y="15536"/>
                    <a:pt x="7472" y="15562"/>
                  </a:cubicBezTo>
                  <a:cubicBezTo>
                    <a:pt x="7272" y="15629"/>
                    <a:pt x="7072" y="15696"/>
                    <a:pt x="6872" y="15763"/>
                  </a:cubicBezTo>
                  <a:cubicBezTo>
                    <a:pt x="6805" y="15763"/>
                    <a:pt x="6738" y="15796"/>
                    <a:pt x="6672" y="15829"/>
                  </a:cubicBezTo>
                  <a:lnTo>
                    <a:pt x="6738" y="15963"/>
                  </a:lnTo>
                  <a:cubicBezTo>
                    <a:pt x="6738" y="16029"/>
                    <a:pt x="6805" y="16096"/>
                    <a:pt x="6839" y="16129"/>
                  </a:cubicBezTo>
                  <a:lnTo>
                    <a:pt x="8340" y="16997"/>
                  </a:lnTo>
                  <a:cubicBezTo>
                    <a:pt x="8306" y="16963"/>
                    <a:pt x="8273" y="16897"/>
                    <a:pt x="8240" y="16863"/>
                  </a:cubicBezTo>
                  <a:lnTo>
                    <a:pt x="7939" y="15763"/>
                  </a:lnTo>
                  <a:cubicBezTo>
                    <a:pt x="7890" y="15616"/>
                    <a:pt x="7752" y="15523"/>
                    <a:pt x="7616" y="15523"/>
                  </a:cubicBezTo>
                  <a:close/>
                  <a:moveTo>
                    <a:pt x="3605" y="14657"/>
                  </a:moveTo>
                  <a:cubicBezTo>
                    <a:pt x="3534" y="14657"/>
                    <a:pt x="3464" y="14679"/>
                    <a:pt x="3403" y="14728"/>
                  </a:cubicBezTo>
                  <a:lnTo>
                    <a:pt x="2669" y="15195"/>
                  </a:lnTo>
                  <a:lnTo>
                    <a:pt x="2135" y="16630"/>
                  </a:lnTo>
                  <a:cubicBezTo>
                    <a:pt x="2102" y="16763"/>
                    <a:pt x="2135" y="16930"/>
                    <a:pt x="2269" y="17030"/>
                  </a:cubicBezTo>
                  <a:lnTo>
                    <a:pt x="3778" y="17883"/>
                  </a:lnTo>
                  <a:lnTo>
                    <a:pt x="3778" y="17883"/>
                  </a:lnTo>
                  <a:cubicBezTo>
                    <a:pt x="3662" y="17809"/>
                    <a:pt x="3607" y="17655"/>
                    <a:pt x="3670" y="17530"/>
                  </a:cubicBezTo>
                  <a:lnTo>
                    <a:pt x="4337" y="15763"/>
                  </a:lnTo>
                  <a:cubicBezTo>
                    <a:pt x="4370" y="15529"/>
                    <a:pt x="4337" y="15296"/>
                    <a:pt x="4170" y="15129"/>
                  </a:cubicBezTo>
                  <a:cubicBezTo>
                    <a:pt x="4070" y="15029"/>
                    <a:pt x="4003" y="14929"/>
                    <a:pt x="3936" y="14829"/>
                  </a:cubicBezTo>
                  <a:cubicBezTo>
                    <a:pt x="3852" y="14723"/>
                    <a:pt x="3727" y="14657"/>
                    <a:pt x="3605" y="14657"/>
                  </a:cubicBezTo>
                  <a:close/>
                  <a:moveTo>
                    <a:pt x="3778" y="17883"/>
                  </a:moveTo>
                  <a:lnTo>
                    <a:pt x="3778" y="17883"/>
                  </a:lnTo>
                  <a:cubicBezTo>
                    <a:pt x="3786" y="17888"/>
                    <a:pt x="3794" y="17893"/>
                    <a:pt x="3803" y="17897"/>
                  </a:cubicBezTo>
                  <a:lnTo>
                    <a:pt x="3778" y="17883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1934975" y="461475"/>
              <a:ext cx="362775" cy="447450"/>
            </a:xfrm>
            <a:custGeom>
              <a:avLst/>
              <a:gdLst/>
              <a:ahLst/>
              <a:cxnLst/>
              <a:rect l="l" t="t" r="r" b="b"/>
              <a:pathLst>
                <a:path w="14511" h="17898" extrusionOk="0">
                  <a:moveTo>
                    <a:pt x="12455" y="1081"/>
                  </a:moveTo>
                  <a:lnTo>
                    <a:pt x="12455" y="1081"/>
                  </a:lnTo>
                  <a:lnTo>
                    <a:pt x="12455" y="1081"/>
                  </a:lnTo>
                  <a:close/>
                  <a:moveTo>
                    <a:pt x="12455" y="1081"/>
                  </a:moveTo>
                  <a:lnTo>
                    <a:pt x="12576" y="1152"/>
                  </a:lnTo>
                  <a:cubicBezTo>
                    <a:pt x="12543" y="1119"/>
                    <a:pt x="12509" y="1119"/>
                    <a:pt x="12476" y="1085"/>
                  </a:cubicBezTo>
                  <a:lnTo>
                    <a:pt x="12455" y="1081"/>
                  </a:lnTo>
                  <a:close/>
                  <a:moveTo>
                    <a:pt x="7950" y="2006"/>
                  </a:moveTo>
                  <a:lnTo>
                    <a:pt x="7973" y="2019"/>
                  </a:lnTo>
                  <a:cubicBezTo>
                    <a:pt x="7965" y="2014"/>
                    <a:pt x="7957" y="2010"/>
                    <a:pt x="7950" y="2006"/>
                  </a:cubicBezTo>
                  <a:close/>
                  <a:moveTo>
                    <a:pt x="14457" y="3455"/>
                  </a:moveTo>
                  <a:lnTo>
                    <a:pt x="14511" y="3487"/>
                  </a:lnTo>
                  <a:cubicBezTo>
                    <a:pt x="14495" y="3471"/>
                    <a:pt x="14476" y="3461"/>
                    <a:pt x="14457" y="3455"/>
                  </a:cubicBezTo>
                  <a:close/>
                  <a:moveTo>
                    <a:pt x="9864" y="0"/>
                  </a:moveTo>
                  <a:cubicBezTo>
                    <a:pt x="9694" y="0"/>
                    <a:pt x="9522" y="115"/>
                    <a:pt x="9440" y="251"/>
                  </a:cubicBezTo>
                  <a:lnTo>
                    <a:pt x="8540" y="1986"/>
                  </a:lnTo>
                  <a:cubicBezTo>
                    <a:pt x="8473" y="2086"/>
                    <a:pt x="8406" y="2153"/>
                    <a:pt x="8340" y="2219"/>
                  </a:cubicBezTo>
                  <a:cubicBezTo>
                    <a:pt x="8273" y="2253"/>
                    <a:pt x="8240" y="2286"/>
                    <a:pt x="8173" y="2320"/>
                  </a:cubicBezTo>
                  <a:lnTo>
                    <a:pt x="8473" y="3254"/>
                  </a:lnTo>
                  <a:cubicBezTo>
                    <a:pt x="8499" y="3412"/>
                    <a:pt x="8651" y="3508"/>
                    <a:pt x="8796" y="3508"/>
                  </a:cubicBezTo>
                  <a:cubicBezTo>
                    <a:pt x="8834" y="3508"/>
                    <a:pt x="8872" y="3501"/>
                    <a:pt x="8907" y="3487"/>
                  </a:cubicBezTo>
                  <a:cubicBezTo>
                    <a:pt x="9107" y="3387"/>
                    <a:pt x="9307" y="3320"/>
                    <a:pt x="9507" y="3287"/>
                  </a:cubicBezTo>
                  <a:cubicBezTo>
                    <a:pt x="9641" y="3254"/>
                    <a:pt x="9741" y="3187"/>
                    <a:pt x="9841" y="3087"/>
                  </a:cubicBezTo>
                  <a:cubicBezTo>
                    <a:pt x="9941" y="3020"/>
                    <a:pt x="10007" y="2953"/>
                    <a:pt x="10041" y="2853"/>
                  </a:cubicBezTo>
                  <a:lnTo>
                    <a:pt x="10975" y="1152"/>
                  </a:lnTo>
                  <a:cubicBezTo>
                    <a:pt x="11062" y="977"/>
                    <a:pt x="11226" y="879"/>
                    <a:pt x="11421" y="879"/>
                  </a:cubicBezTo>
                  <a:cubicBezTo>
                    <a:pt x="11450" y="879"/>
                    <a:pt x="11479" y="881"/>
                    <a:pt x="11509" y="885"/>
                  </a:cubicBezTo>
                  <a:lnTo>
                    <a:pt x="12455" y="1081"/>
                  </a:lnTo>
                  <a:lnTo>
                    <a:pt x="11042" y="251"/>
                  </a:lnTo>
                  <a:cubicBezTo>
                    <a:pt x="11042" y="251"/>
                    <a:pt x="10975" y="218"/>
                    <a:pt x="10941" y="218"/>
                  </a:cubicBezTo>
                  <a:lnTo>
                    <a:pt x="9974" y="18"/>
                  </a:lnTo>
                  <a:cubicBezTo>
                    <a:pt x="9938" y="6"/>
                    <a:pt x="9901" y="0"/>
                    <a:pt x="9864" y="0"/>
                  </a:cubicBezTo>
                  <a:close/>
                  <a:moveTo>
                    <a:pt x="12888" y="2564"/>
                  </a:moveTo>
                  <a:cubicBezTo>
                    <a:pt x="12832" y="2564"/>
                    <a:pt x="12782" y="2581"/>
                    <a:pt x="12743" y="2620"/>
                  </a:cubicBezTo>
                  <a:lnTo>
                    <a:pt x="12176" y="2987"/>
                  </a:lnTo>
                  <a:lnTo>
                    <a:pt x="12076" y="3320"/>
                  </a:lnTo>
                  <a:cubicBezTo>
                    <a:pt x="12009" y="3520"/>
                    <a:pt x="12042" y="3754"/>
                    <a:pt x="12209" y="3921"/>
                  </a:cubicBezTo>
                  <a:cubicBezTo>
                    <a:pt x="12309" y="4021"/>
                    <a:pt x="12376" y="4121"/>
                    <a:pt x="12476" y="4221"/>
                  </a:cubicBezTo>
                  <a:cubicBezTo>
                    <a:pt x="12539" y="4326"/>
                    <a:pt x="12656" y="4392"/>
                    <a:pt x="12776" y="4392"/>
                  </a:cubicBezTo>
                  <a:cubicBezTo>
                    <a:pt x="12845" y="4392"/>
                    <a:pt x="12915" y="4370"/>
                    <a:pt x="12976" y="4321"/>
                  </a:cubicBezTo>
                  <a:lnTo>
                    <a:pt x="14244" y="3487"/>
                  </a:lnTo>
                  <a:cubicBezTo>
                    <a:pt x="14302" y="3468"/>
                    <a:pt x="14359" y="3449"/>
                    <a:pt x="14411" y="3449"/>
                  </a:cubicBezTo>
                  <a:cubicBezTo>
                    <a:pt x="14427" y="3449"/>
                    <a:pt x="14442" y="3450"/>
                    <a:pt x="14457" y="3455"/>
                  </a:cubicBezTo>
                  <a:lnTo>
                    <a:pt x="14457" y="3455"/>
                  </a:lnTo>
                  <a:lnTo>
                    <a:pt x="13010" y="2586"/>
                  </a:lnTo>
                  <a:cubicBezTo>
                    <a:pt x="12968" y="2573"/>
                    <a:pt x="12927" y="2564"/>
                    <a:pt x="12888" y="2564"/>
                  </a:cubicBezTo>
                  <a:close/>
                  <a:moveTo>
                    <a:pt x="9543" y="5810"/>
                  </a:moveTo>
                  <a:cubicBezTo>
                    <a:pt x="9477" y="5810"/>
                    <a:pt x="9409" y="5814"/>
                    <a:pt x="9340" y="5822"/>
                  </a:cubicBezTo>
                  <a:cubicBezTo>
                    <a:pt x="9407" y="5989"/>
                    <a:pt x="9474" y="6189"/>
                    <a:pt x="9507" y="6422"/>
                  </a:cubicBezTo>
                  <a:cubicBezTo>
                    <a:pt x="9807" y="8057"/>
                    <a:pt x="8740" y="10392"/>
                    <a:pt x="7172" y="11626"/>
                  </a:cubicBezTo>
                  <a:cubicBezTo>
                    <a:pt x="6705" y="12026"/>
                    <a:pt x="6138" y="12260"/>
                    <a:pt x="5538" y="12360"/>
                  </a:cubicBezTo>
                  <a:cubicBezTo>
                    <a:pt x="5801" y="12940"/>
                    <a:pt x="6287" y="13242"/>
                    <a:pt x="6888" y="13242"/>
                  </a:cubicBezTo>
                  <a:cubicBezTo>
                    <a:pt x="7427" y="13242"/>
                    <a:pt x="8059" y="12999"/>
                    <a:pt x="8707" y="12493"/>
                  </a:cubicBezTo>
                  <a:cubicBezTo>
                    <a:pt x="10274" y="11259"/>
                    <a:pt x="11308" y="8924"/>
                    <a:pt x="11042" y="7290"/>
                  </a:cubicBezTo>
                  <a:cubicBezTo>
                    <a:pt x="10857" y="6338"/>
                    <a:pt x="10306" y="5810"/>
                    <a:pt x="9543" y="5810"/>
                  </a:cubicBezTo>
                  <a:close/>
                  <a:moveTo>
                    <a:pt x="6372" y="1119"/>
                  </a:moveTo>
                  <a:cubicBezTo>
                    <a:pt x="6305" y="1119"/>
                    <a:pt x="6271" y="1152"/>
                    <a:pt x="6205" y="1185"/>
                  </a:cubicBezTo>
                  <a:lnTo>
                    <a:pt x="4770" y="2320"/>
                  </a:lnTo>
                  <a:lnTo>
                    <a:pt x="4704" y="2386"/>
                  </a:lnTo>
                  <a:cubicBezTo>
                    <a:pt x="4704" y="2386"/>
                    <a:pt x="4670" y="2420"/>
                    <a:pt x="4670" y="2420"/>
                  </a:cubicBezTo>
                  <a:cubicBezTo>
                    <a:pt x="4604" y="2486"/>
                    <a:pt x="4570" y="2553"/>
                    <a:pt x="4537" y="2653"/>
                  </a:cubicBezTo>
                  <a:lnTo>
                    <a:pt x="4537" y="2720"/>
                  </a:lnTo>
                  <a:cubicBezTo>
                    <a:pt x="4504" y="2787"/>
                    <a:pt x="4504" y="2853"/>
                    <a:pt x="4504" y="2953"/>
                  </a:cubicBezTo>
                  <a:lnTo>
                    <a:pt x="4604" y="4321"/>
                  </a:lnTo>
                  <a:cubicBezTo>
                    <a:pt x="4604" y="4554"/>
                    <a:pt x="4504" y="4788"/>
                    <a:pt x="4370" y="4988"/>
                  </a:cubicBezTo>
                  <a:cubicBezTo>
                    <a:pt x="4137" y="5255"/>
                    <a:pt x="3903" y="5555"/>
                    <a:pt x="3703" y="5855"/>
                  </a:cubicBezTo>
                  <a:cubicBezTo>
                    <a:pt x="3603" y="5989"/>
                    <a:pt x="3503" y="6056"/>
                    <a:pt x="3369" y="6122"/>
                  </a:cubicBezTo>
                  <a:cubicBezTo>
                    <a:pt x="3336" y="6122"/>
                    <a:pt x="3303" y="6156"/>
                    <a:pt x="3236" y="6156"/>
                  </a:cubicBezTo>
                  <a:lnTo>
                    <a:pt x="3103" y="6156"/>
                  </a:lnTo>
                  <a:lnTo>
                    <a:pt x="2169" y="6122"/>
                  </a:lnTo>
                  <a:lnTo>
                    <a:pt x="2135" y="6122"/>
                  </a:lnTo>
                  <a:cubicBezTo>
                    <a:pt x="2135" y="6106"/>
                    <a:pt x="2127" y="6097"/>
                    <a:pt x="2114" y="6097"/>
                  </a:cubicBezTo>
                  <a:cubicBezTo>
                    <a:pt x="2102" y="6097"/>
                    <a:pt x="2085" y="6106"/>
                    <a:pt x="2068" y="6122"/>
                  </a:cubicBezTo>
                  <a:cubicBezTo>
                    <a:pt x="2068" y="6106"/>
                    <a:pt x="2060" y="6097"/>
                    <a:pt x="2048" y="6097"/>
                  </a:cubicBezTo>
                  <a:cubicBezTo>
                    <a:pt x="2035" y="6097"/>
                    <a:pt x="2018" y="6106"/>
                    <a:pt x="2002" y="6122"/>
                  </a:cubicBezTo>
                  <a:lnTo>
                    <a:pt x="1935" y="6122"/>
                  </a:lnTo>
                  <a:cubicBezTo>
                    <a:pt x="1902" y="6156"/>
                    <a:pt x="1835" y="6189"/>
                    <a:pt x="1802" y="6222"/>
                  </a:cubicBezTo>
                  <a:cubicBezTo>
                    <a:pt x="1735" y="6256"/>
                    <a:pt x="1702" y="6322"/>
                    <a:pt x="1635" y="6422"/>
                  </a:cubicBezTo>
                  <a:lnTo>
                    <a:pt x="768" y="8357"/>
                  </a:lnTo>
                  <a:cubicBezTo>
                    <a:pt x="701" y="8524"/>
                    <a:pt x="768" y="8724"/>
                    <a:pt x="934" y="8824"/>
                  </a:cubicBezTo>
                  <a:lnTo>
                    <a:pt x="1968" y="9425"/>
                  </a:lnTo>
                  <a:cubicBezTo>
                    <a:pt x="2002" y="9525"/>
                    <a:pt x="2002" y="9625"/>
                    <a:pt x="1968" y="9691"/>
                  </a:cubicBezTo>
                  <a:cubicBezTo>
                    <a:pt x="1902" y="10025"/>
                    <a:pt x="1835" y="10325"/>
                    <a:pt x="1802" y="10659"/>
                  </a:cubicBezTo>
                  <a:cubicBezTo>
                    <a:pt x="1735" y="10892"/>
                    <a:pt x="1635" y="11126"/>
                    <a:pt x="1468" y="11293"/>
                  </a:cubicBezTo>
                  <a:lnTo>
                    <a:pt x="234" y="12460"/>
                  </a:lnTo>
                  <a:cubicBezTo>
                    <a:pt x="200" y="12460"/>
                    <a:pt x="167" y="12493"/>
                    <a:pt x="167" y="12527"/>
                  </a:cubicBezTo>
                  <a:cubicBezTo>
                    <a:pt x="134" y="12560"/>
                    <a:pt x="134" y="12594"/>
                    <a:pt x="100" y="12627"/>
                  </a:cubicBezTo>
                  <a:cubicBezTo>
                    <a:pt x="34" y="12760"/>
                    <a:pt x="0" y="12927"/>
                    <a:pt x="0" y="13094"/>
                  </a:cubicBezTo>
                  <a:lnTo>
                    <a:pt x="267" y="14462"/>
                  </a:lnTo>
                  <a:cubicBezTo>
                    <a:pt x="267" y="14562"/>
                    <a:pt x="301" y="14628"/>
                    <a:pt x="367" y="14662"/>
                  </a:cubicBezTo>
                  <a:lnTo>
                    <a:pt x="1868" y="15529"/>
                  </a:lnTo>
                  <a:cubicBezTo>
                    <a:pt x="1835" y="15496"/>
                    <a:pt x="1802" y="15429"/>
                    <a:pt x="1768" y="15362"/>
                  </a:cubicBezTo>
                  <a:lnTo>
                    <a:pt x="1501" y="13961"/>
                  </a:lnTo>
                  <a:cubicBezTo>
                    <a:pt x="1501" y="13861"/>
                    <a:pt x="1501" y="13794"/>
                    <a:pt x="1501" y="13694"/>
                  </a:cubicBezTo>
                  <a:cubicBezTo>
                    <a:pt x="1535" y="13561"/>
                    <a:pt x="1601" y="13427"/>
                    <a:pt x="1702" y="13327"/>
                  </a:cubicBezTo>
                  <a:lnTo>
                    <a:pt x="2969" y="12160"/>
                  </a:lnTo>
                  <a:cubicBezTo>
                    <a:pt x="3136" y="11993"/>
                    <a:pt x="3236" y="11760"/>
                    <a:pt x="3269" y="11526"/>
                  </a:cubicBezTo>
                  <a:cubicBezTo>
                    <a:pt x="3303" y="11226"/>
                    <a:pt x="3369" y="10892"/>
                    <a:pt x="3436" y="10592"/>
                  </a:cubicBezTo>
                  <a:cubicBezTo>
                    <a:pt x="3469" y="10392"/>
                    <a:pt x="3369" y="10158"/>
                    <a:pt x="3169" y="10092"/>
                  </a:cubicBezTo>
                  <a:lnTo>
                    <a:pt x="2435" y="9758"/>
                  </a:lnTo>
                  <a:cubicBezTo>
                    <a:pt x="2235" y="9691"/>
                    <a:pt x="2135" y="9458"/>
                    <a:pt x="2235" y="9258"/>
                  </a:cubicBezTo>
                  <a:lnTo>
                    <a:pt x="3103" y="7290"/>
                  </a:lnTo>
                  <a:cubicBezTo>
                    <a:pt x="3136" y="7223"/>
                    <a:pt x="3169" y="7156"/>
                    <a:pt x="3236" y="7123"/>
                  </a:cubicBezTo>
                  <a:cubicBezTo>
                    <a:pt x="3369" y="7023"/>
                    <a:pt x="3503" y="6990"/>
                    <a:pt x="3636" y="6990"/>
                  </a:cubicBezTo>
                  <a:lnTo>
                    <a:pt x="4570" y="7023"/>
                  </a:lnTo>
                  <a:cubicBezTo>
                    <a:pt x="4670" y="7023"/>
                    <a:pt x="4737" y="7023"/>
                    <a:pt x="4837" y="6956"/>
                  </a:cubicBezTo>
                  <a:cubicBezTo>
                    <a:pt x="4971" y="6923"/>
                    <a:pt x="5071" y="6823"/>
                    <a:pt x="5137" y="6723"/>
                  </a:cubicBezTo>
                  <a:cubicBezTo>
                    <a:pt x="5371" y="6422"/>
                    <a:pt x="5571" y="6122"/>
                    <a:pt x="5838" y="5822"/>
                  </a:cubicBezTo>
                  <a:cubicBezTo>
                    <a:pt x="5971" y="5655"/>
                    <a:pt x="6038" y="5422"/>
                    <a:pt x="6038" y="5155"/>
                  </a:cubicBezTo>
                  <a:lnTo>
                    <a:pt x="5971" y="3787"/>
                  </a:lnTo>
                  <a:cubicBezTo>
                    <a:pt x="5971" y="3721"/>
                    <a:pt x="5971" y="3654"/>
                    <a:pt x="6005" y="3554"/>
                  </a:cubicBezTo>
                  <a:cubicBezTo>
                    <a:pt x="6038" y="3420"/>
                    <a:pt x="6138" y="3287"/>
                    <a:pt x="6238" y="3187"/>
                  </a:cubicBezTo>
                  <a:lnTo>
                    <a:pt x="7672" y="2053"/>
                  </a:lnTo>
                  <a:cubicBezTo>
                    <a:pt x="7734" y="2011"/>
                    <a:pt x="7796" y="1983"/>
                    <a:pt x="7858" y="1983"/>
                  </a:cubicBezTo>
                  <a:cubicBezTo>
                    <a:pt x="7888" y="1983"/>
                    <a:pt x="7919" y="1990"/>
                    <a:pt x="7950" y="2006"/>
                  </a:cubicBezTo>
                  <a:lnTo>
                    <a:pt x="7950" y="2006"/>
                  </a:lnTo>
                  <a:lnTo>
                    <a:pt x="6505" y="1152"/>
                  </a:lnTo>
                  <a:cubicBezTo>
                    <a:pt x="6472" y="1119"/>
                    <a:pt x="6405" y="1119"/>
                    <a:pt x="6372" y="1119"/>
                  </a:cubicBezTo>
                  <a:close/>
                  <a:moveTo>
                    <a:pt x="7616" y="15523"/>
                  </a:moveTo>
                  <a:cubicBezTo>
                    <a:pt x="7566" y="15523"/>
                    <a:pt x="7517" y="15536"/>
                    <a:pt x="7472" y="15562"/>
                  </a:cubicBezTo>
                  <a:cubicBezTo>
                    <a:pt x="7272" y="15629"/>
                    <a:pt x="7072" y="15696"/>
                    <a:pt x="6872" y="15763"/>
                  </a:cubicBezTo>
                  <a:cubicBezTo>
                    <a:pt x="6805" y="15763"/>
                    <a:pt x="6738" y="15796"/>
                    <a:pt x="6672" y="15829"/>
                  </a:cubicBezTo>
                  <a:lnTo>
                    <a:pt x="6738" y="15963"/>
                  </a:lnTo>
                  <a:cubicBezTo>
                    <a:pt x="6738" y="16029"/>
                    <a:pt x="6805" y="16096"/>
                    <a:pt x="6839" y="16129"/>
                  </a:cubicBezTo>
                  <a:lnTo>
                    <a:pt x="8340" y="16997"/>
                  </a:lnTo>
                  <a:cubicBezTo>
                    <a:pt x="8306" y="16963"/>
                    <a:pt x="8273" y="16897"/>
                    <a:pt x="8240" y="16863"/>
                  </a:cubicBezTo>
                  <a:lnTo>
                    <a:pt x="7939" y="15763"/>
                  </a:lnTo>
                  <a:cubicBezTo>
                    <a:pt x="7890" y="15616"/>
                    <a:pt x="7752" y="15523"/>
                    <a:pt x="7616" y="15523"/>
                  </a:cubicBezTo>
                  <a:close/>
                  <a:moveTo>
                    <a:pt x="3605" y="14657"/>
                  </a:moveTo>
                  <a:cubicBezTo>
                    <a:pt x="3534" y="14657"/>
                    <a:pt x="3464" y="14679"/>
                    <a:pt x="3403" y="14728"/>
                  </a:cubicBezTo>
                  <a:lnTo>
                    <a:pt x="2669" y="15195"/>
                  </a:lnTo>
                  <a:lnTo>
                    <a:pt x="2135" y="16630"/>
                  </a:lnTo>
                  <a:cubicBezTo>
                    <a:pt x="2102" y="16763"/>
                    <a:pt x="2135" y="16930"/>
                    <a:pt x="2269" y="17030"/>
                  </a:cubicBezTo>
                  <a:lnTo>
                    <a:pt x="3778" y="17883"/>
                  </a:lnTo>
                  <a:lnTo>
                    <a:pt x="3778" y="17883"/>
                  </a:lnTo>
                  <a:cubicBezTo>
                    <a:pt x="3662" y="17809"/>
                    <a:pt x="3607" y="17655"/>
                    <a:pt x="3670" y="17530"/>
                  </a:cubicBezTo>
                  <a:lnTo>
                    <a:pt x="4337" y="15763"/>
                  </a:lnTo>
                  <a:cubicBezTo>
                    <a:pt x="4370" y="15529"/>
                    <a:pt x="4337" y="15296"/>
                    <a:pt x="4170" y="15129"/>
                  </a:cubicBezTo>
                  <a:cubicBezTo>
                    <a:pt x="4070" y="15029"/>
                    <a:pt x="4003" y="14929"/>
                    <a:pt x="3936" y="14829"/>
                  </a:cubicBezTo>
                  <a:cubicBezTo>
                    <a:pt x="3852" y="14723"/>
                    <a:pt x="3727" y="14657"/>
                    <a:pt x="3605" y="14657"/>
                  </a:cubicBezTo>
                  <a:close/>
                  <a:moveTo>
                    <a:pt x="3778" y="17883"/>
                  </a:moveTo>
                  <a:lnTo>
                    <a:pt x="3778" y="17883"/>
                  </a:lnTo>
                  <a:cubicBezTo>
                    <a:pt x="3786" y="17888"/>
                    <a:pt x="3794" y="17893"/>
                    <a:pt x="3803" y="17897"/>
                  </a:cubicBezTo>
                  <a:lnTo>
                    <a:pt x="3778" y="178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7"/>
            <p:cNvSpPr/>
            <p:nvPr/>
          </p:nvSpPr>
          <p:spPr>
            <a:xfrm>
              <a:off x="1934975" y="461475"/>
              <a:ext cx="362775" cy="447450"/>
            </a:xfrm>
            <a:custGeom>
              <a:avLst/>
              <a:gdLst/>
              <a:ahLst/>
              <a:cxnLst/>
              <a:rect l="l" t="t" r="r" b="b"/>
              <a:pathLst>
                <a:path w="14511" h="17898" extrusionOk="0">
                  <a:moveTo>
                    <a:pt x="12455" y="1081"/>
                  </a:moveTo>
                  <a:lnTo>
                    <a:pt x="12455" y="1081"/>
                  </a:lnTo>
                  <a:lnTo>
                    <a:pt x="12455" y="1081"/>
                  </a:lnTo>
                  <a:close/>
                  <a:moveTo>
                    <a:pt x="12455" y="1081"/>
                  </a:moveTo>
                  <a:lnTo>
                    <a:pt x="12576" y="1152"/>
                  </a:lnTo>
                  <a:cubicBezTo>
                    <a:pt x="12543" y="1119"/>
                    <a:pt x="12509" y="1119"/>
                    <a:pt x="12476" y="1085"/>
                  </a:cubicBezTo>
                  <a:lnTo>
                    <a:pt x="12455" y="1081"/>
                  </a:lnTo>
                  <a:close/>
                  <a:moveTo>
                    <a:pt x="7950" y="2006"/>
                  </a:moveTo>
                  <a:lnTo>
                    <a:pt x="7973" y="2019"/>
                  </a:lnTo>
                  <a:cubicBezTo>
                    <a:pt x="7965" y="2014"/>
                    <a:pt x="7957" y="2010"/>
                    <a:pt x="7950" y="2006"/>
                  </a:cubicBezTo>
                  <a:close/>
                  <a:moveTo>
                    <a:pt x="14457" y="3455"/>
                  </a:moveTo>
                  <a:lnTo>
                    <a:pt x="14511" y="3487"/>
                  </a:lnTo>
                  <a:cubicBezTo>
                    <a:pt x="14495" y="3471"/>
                    <a:pt x="14476" y="3461"/>
                    <a:pt x="14457" y="3455"/>
                  </a:cubicBezTo>
                  <a:close/>
                  <a:moveTo>
                    <a:pt x="9864" y="0"/>
                  </a:moveTo>
                  <a:cubicBezTo>
                    <a:pt x="9694" y="0"/>
                    <a:pt x="9522" y="115"/>
                    <a:pt x="9440" y="251"/>
                  </a:cubicBezTo>
                  <a:lnTo>
                    <a:pt x="8540" y="1986"/>
                  </a:lnTo>
                  <a:cubicBezTo>
                    <a:pt x="8473" y="2086"/>
                    <a:pt x="8406" y="2153"/>
                    <a:pt x="8340" y="2219"/>
                  </a:cubicBezTo>
                  <a:cubicBezTo>
                    <a:pt x="8273" y="2253"/>
                    <a:pt x="8240" y="2286"/>
                    <a:pt x="8173" y="2320"/>
                  </a:cubicBezTo>
                  <a:lnTo>
                    <a:pt x="8473" y="3254"/>
                  </a:lnTo>
                  <a:cubicBezTo>
                    <a:pt x="8499" y="3412"/>
                    <a:pt x="8651" y="3508"/>
                    <a:pt x="8796" y="3508"/>
                  </a:cubicBezTo>
                  <a:cubicBezTo>
                    <a:pt x="8834" y="3508"/>
                    <a:pt x="8872" y="3501"/>
                    <a:pt x="8907" y="3487"/>
                  </a:cubicBezTo>
                  <a:cubicBezTo>
                    <a:pt x="9107" y="3387"/>
                    <a:pt x="9307" y="3320"/>
                    <a:pt x="9507" y="3287"/>
                  </a:cubicBezTo>
                  <a:cubicBezTo>
                    <a:pt x="9641" y="3254"/>
                    <a:pt x="9741" y="3187"/>
                    <a:pt x="9841" y="3087"/>
                  </a:cubicBezTo>
                  <a:cubicBezTo>
                    <a:pt x="9941" y="3020"/>
                    <a:pt x="10007" y="2953"/>
                    <a:pt x="10041" y="2853"/>
                  </a:cubicBezTo>
                  <a:lnTo>
                    <a:pt x="10975" y="1152"/>
                  </a:lnTo>
                  <a:cubicBezTo>
                    <a:pt x="11062" y="977"/>
                    <a:pt x="11226" y="879"/>
                    <a:pt x="11421" y="879"/>
                  </a:cubicBezTo>
                  <a:cubicBezTo>
                    <a:pt x="11450" y="879"/>
                    <a:pt x="11479" y="881"/>
                    <a:pt x="11509" y="885"/>
                  </a:cubicBezTo>
                  <a:lnTo>
                    <a:pt x="12455" y="1081"/>
                  </a:lnTo>
                  <a:lnTo>
                    <a:pt x="11042" y="251"/>
                  </a:lnTo>
                  <a:cubicBezTo>
                    <a:pt x="11042" y="251"/>
                    <a:pt x="10975" y="218"/>
                    <a:pt x="10941" y="218"/>
                  </a:cubicBezTo>
                  <a:lnTo>
                    <a:pt x="9974" y="18"/>
                  </a:lnTo>
                  <a:cubicBezTo>
                    <a:pt x="9938" y="6"/>
                    <a:pt x="9901" y="0"/>
                    <a:pt x="9864" y="0"/>
                  </a:cubicBezTo>
                  <a:close/>
                  <a:moveTo>
                    <a:pt x="12888" y="2564"/>
                  </a:moveTo>
                  <a:cubicBezTo>
                    <a:pt x="12832" y="2564"/>
                    <a:pt x="12782" y="2581"/>
                    <a:pt x="12743" y="2620"/>
                  </a:cubicBezTo>
                  <a:lnTo>
                    <a:pt x="12176" y="2987"/>
                  </a:lnTo>
                  <a:lnTo>
                    <a:pt x="12076" y="3320"/>
                  </a:lnTo>
                  <a:cubicBezTo>
                    <a:pt x="12009" y="3520"/>
                    <a:pt x="12042" y="3754"/>
                    <a:pt x="12209" y="3921"/>
                  </a:cubicBezTo>
                  <a:cubicBezTo>
                    <a:pt x="12309" y="4021"/>
                    <a:pt x="12376" y="4121"/>
                    <a:pt x="12476" y="4221"/>
                  </a:cubicBezTo>
                  <a:cubicBezTo>
                    <a:pt x="12539" y="4326"/>
                    <a:pt x="12656" y="4392"/>
                    <a:pt x="12776" y="4392"/>
                  </a:cubicBezTo>
                  <a:cubicBezTo>
                    <a:pt x="12845" y="4392"/>
                    <a:pt x="12915" y="4370"/>
                    <a:pt x="12976" y="4321"/>
                  </a:cubicBezTo>
                  <a:lnTo>
                    <a:pt x="14244" y="3487"/>
                  </a:lnTo>
                  <a:cubicBezTo>
                    <a:pt x="14302" y="3468"/>
                    <a:pt x="14359" y="3449"/>
                    <a:pt x="14411" y="3449"/>
                  </a:cubicBezTo>
                  <a:cubicBezTo>
                    <a:pt x="14427" y="3449"/>
                    <a:pt x="14442" y="3450"/>
                    <a:pt x="14457" y="3455"/>
                  </a:cubicBezTo>
                  <a:lnTo>
                    <a:pt x="14457" y="3455"/>
                  </a:lnTo>
                  <a:lnTo>
                    <a:pt x="13010" y="2586"/>
                  </a:lnTo>
                  <a:cubicBezTo>
                    <a:pt x="12968" y="2573"/>
                    <a:pt x="12927" y="2564"/>
                    <a:pt x="12888" y="2564"/>
                  </a:cubicBezTo>
                  <a:close/>
                  <a:moveTo>
                    <a:pt x="9543" y="5810"/>
                  </a:moveTo>
                  <a:cubicBezTo>
                    <a:pt x="9477" y="5810"/>
                    <a:pt x="9409" y="5814"/>
                    <a:pt x="9340" y="5822"/>
                  </a:cubicBezTo>
                  <a:cubicBezTo>
                    <a:pt x="9407" y="5989"/>
                    <a:pt x="9474" y="6189"/>
                    <a:pt x="9507" y="6422"/>
                  </a:cubicBezTo>
                  <a:cubicBezTo>
                    <a:pt x="9807" y="8057"/>
                    <a:pt x="8740" y="10392"/>
                    <a:pt x="7172" y="11626"/>
                  </a:cubicBezTo>
                  <a:cubicBezTo>
                    <a:pt x="6705" y="12026"/>
                    <a:pt x="6138" y="12260"/>
                    <a:pt x="5538" y="12360"/>
                  </a:cubicBezTo>
                  <a:cubicBezTo>
                    <a:pt x="5801" y="12940"/>
                    <a:pt x="6287" y="13242"/>
                    <a:pt x="6888" y="13242"/>
                  </a:cubicBezTo>
                  <a:cubicBezTo>
                    <a:pt x="7427" y="13242"/>
                    <a:pt x="8059" y="12999"/>
                    <a:pt x="8707" y="12493"/>
                  </a:cubicBezTo>
                  <a:cubicBezTo>
                    <a:pt x="10274" y="11259"/>
                    <a:pt x="11308" y="8924"/>
                    <a:pt x="11042" y="7290"/>
                  </a:cubicBezTo>
                  <a:cubicBezTo>
                    <a:pt x="10857" y="6338"/>
                    <a:pt x="10306" y="5810"/>
                    <a:pt x="9543" y="5810"/>
                  </a:cubicBezTo>
                  <a:close/>
                  <a:moveTo>
                    <a:pt x="6372" y="1119"/>
                  </a:moveTo>
                  <a:cubicBezTo>
                    <a:pt x="6305" y="1119"/>
                    <a:pt x="6271" y="1152"/>
                    <a:pt x="6205" y="1185"/>
                  </a:cubicBezTo>
                  <a:lnTo>
                    <a:pt x="4770" y="2320"/>
                  </a:lnTo>
                  <a:lnTo>
                    <a:pt x="4704" y="2386"/>
                  </a:lnTo>
                  <a:cubicBezTo>
                    <a:pt x="4704" y="2386"/>
                    <a:pt x="4670" y="2420"/>
                    <a:pt x="4670" y="2420"/>
                  </a:cubicBezTo>
                  <a:cubicBezTo>
                    <a:pt x="4604" y="2486"/>
                    <a:pt x="4570" y="2553"/>
                    <a:pt x="4537" y="2653"/>
                  </a:cubicBezTo>
                  <a:lnTo>
                    <a:pt x="4537" y="2720"/>
                  </a:lnTo>
                  <a:cubicBezTo>
                    <a:pt x="4504" y="2787"/>
                    <a:pt x="4504" y="2853"/>
                    <a:pt x="4504" y="2953"/>
                  </a:cubicBezTo>
                  <a:lnTo>
                    <a:pt x="4604" y="4321"/>
                  </a:lnTo>
                  <a:cubicBezTo>
                    <a:pt x="4604" y="4554"/>
                    <a:pt x="4504" y="4788"/>
                    <a:pt x="4370" y="4988"/>
                  </a:cubicBezTo>
                  <a:cubicBezTo>
                    <a:pt x="4137" y="5255"/>
                    <a:pt x="3903" y="5555"/>
                    <a:pt x="3703" y="5855"/>
                  </a:cubicBezTo>
                  <a:cubicBezTo>
                    <a:pt x="3603" y="5989"/>
                    <a:pt x="3503" y="6056"/>
                    <a:pt x="3369" y="6122"/>
                  </a:cubicBezTo>
                  <a:cubicBezTo>
                    <a:pt x="3336" y="6122"/>
                    <a:pt x="3303" y="6156"/>
                    <a:pt x="3236" y="6156"/>
                  </a:cubicBezTo>
                  <a:lnTo>
                    <a:pt x="3103" y="6156"/>
                  </a:lnTo>
                  <a:lnTo>
                    <a:pt x="2169" y="6122"/>
                  </a:lnTo>
                  <a:lnTo>
                    <a:pt x="2135" y="6122"/>
                  </a:lnTo>
                  <a:cubicBezTo>
                    <a:pt x="2135" y="6106"/>
                    <a:pt x="2127" y="6097"/>
                    <a:pt x="2114" y="6097"/>
                  </a:cubicBezTo>
                  <a:cubicBezTo>
                    <a:pt x="2102" y="6097"/>
                    <a:pt x="2085" y="6106"/>
                    <a:pt x="2068" y="6122"/>
                  </a:cubicBezTo>
                  <a:cubicBezTo>
                    <a:pt x="2068" y="6106"/>
                    <a:pt x="2060" y="6097"/>
                    <a:pt x="2048" y="6097"/>
                  </a:cubicBezTo>
                  <a:cubicBezTo>
                    <a:pt x="2035" y="6097"/>
                    <a:pt x="2018" y="6106"/>
                    <a:pt x="2002" y="6122"/>
                  </a:cubicBezTo>
                  <a:lnTo>
                    <a:pt x="1935" y="6122"/>
                  </a:lnTo>
                  <a:cubicBezTo>
                    <a:pt x="1902" y="6156"/>
                    <a:pt x="1835" y="6189"/>
                    <a:pt x="1802" y="6222"/>
                  </a:cubicBezTo>
                  <a:cubicBezTo>
                    <a:pt x="1735" y="6256"/>
                    <a:pt x="1702" y="6322"/>
                    <a:pt x="1635" y="6422"/>
                  </a:cubicBezTo>
                  <a:lnTo>
                    <a:pt x="768" y="8357"/>
                  </a:lnTo>
                  <a:cubicBezTo>
                    <a:pt x="701" y="8524"/>
                    <a:pt x="768" y="8724"/>
                    <a:pt x="934" y="8824"/>
                  </a:cubicBezTo>
                  <a:lnTo>
                    <a:pt x="1968" y="9425"/>
                  </a:lnTo>
                  <a:cubicBezTo>
                    <a:pt x="2002" y="9525"/>
                    <a:pt x="2002" y="9625"/>
                    <a:pt x="1968" y="9691"/>
                  </a:cubicBezTo>
                  <a:cubicBezTo>
                    <a:pt x="1902" y="10025"/>
                    <a:pt x="1835" y="10325"/>
                    <a:pt x="1802" y="10659"/>
                  </a:cubicBezTo>
                  <a:cubicBezTo>
                    <a:pt x="1735" y="10892"/>
                    <a:pt x="1635" y="11126"/>
                    <a:pt x="1468" y="11293"/>
                  </a:cubicBezTo>
                  <a:lnTo>
                    <a:pt x="234" y="12460"/>
                  </a:lnTo>
                  <a:cubicBezTo>
                    <a:pt x="200" y="12460"/>
                    <a:pt x="167" y="12493"/>
                    <a:pt x="167" y="12527"/>
                  </a:cubicBezTo>
                  <a:cubicBezTo>
                    <a:pt x="134" y="12560"/>
                    <a:pt x="134" y="12594"/>
                    <a:pt x="100" y="12627"/>
                  </a:cubicBezTo>
                  <a:cubicBezTo>
                    <a:pt x="34" y="12760"/>
                    <a:pt x="0" y="12927"/>
                    <a:pt x="0" y="13094"/>
                  </a:cubicBezTo>
                  <a:lnTo>
                    <a:pt x="267" y="14462"/>
                  </a:lnTo>
                  <a:cubicBezTo>
                    <a:pt x="267" y="14562"/>
                    <a:pt x="301" y="14628"/>
                    <a:pt x="367" y="14662"/>
                  </a:cubicBezTo>
                  <a:lnTo>
                    <a:pt x="1868" y="15529"/>
                  </a:lnTo>
                  <a:cubicBezTo>
                    <a:pt x="1835" y="15496"/>
                    <a:pt x="1802" y="15429"/>
                    <a:pt x="1768" y="15362"/>
                  </a:cubicBezTo>
                  <a:lnTo>
                    <a:pt x="1501" y="13961"/>
                  </a:lnTo>
                  <a:cubicBezTo>
                    <a:pt x="1501" y="13861"/>
                    <a:pt x="1501" y="13794"/>
                    <a:pt x="1501" y="13694"/>
                  </a:cubicBezTo>
                  <a:cubicBezTo>
                    <a:pt x="1535" y="13561"/>
                    <a:pt x="1601" y="13427"/>
                    <a:pt x="1702" y="13327"/>
                  </a:cubicBezTo>
                  <a:lnTo>
                    <a:pt x="2969" y="12160"/>
                  </a:lnTo>
                  <a:cubicBezTo>
                    <a:pt x="3136" y="11993"/>
                    <a:pt x="3236" y="11760"/>
                    <a:pt x="3269" y="11526"/>
                  </a:cubicBezTo>
                  <a:cubicBezTo>
                    <a:pt x="3303" y="11226"/>
                    <a:pt x="3369" y="10892"/>
                    <a:pt x="3436" y="10592"/>
                  </a:cubicBezTo>
                  <a:cubicBezTo>
                    <a:pt x="3469" y="10392"/>
                    <a:pt x="3369" y="10158"/>
                    <a:pt x="3169" y="10092"/>
                  </a:cubicBezTo>
                  <a:lnTo>
                    <a:pt x="2435" y="9758"/>
                  </a:lnTo>
                  <a:cubicBezTo>
                    <a:pt x="2235" y="9691"/>
                    <a:pt x="2135" y="9458"/>
                    <a:pt x="2235" y="9258"/>
                  </a:cubicBezTo>
                  <a:lnTo>
                    <a:pt x="3103" y="7290"/>
                  </a:lnTo>
                  <a:cubicBezTo>
                    <a:pt x="3136" y="7223"/>
                    <a:pt x="3169" y="7156"/>
                    <a:pt x="3236" y="7123"/>
                  </a:cubicBezTo>
                  <a:cubicBezTo>
                    <a:pt x="3369" y="7023"/>
                    <a:pt x="3503" y="6990"/>
                    <a:pt x="3636" y="6990"/>
                  </a:cubicBezTo>
                  <a:lnTo>
                    <a:pt x="4570" y="7023"/>
                  </a:lnTo>
                  <a:cubicBezTo>
                    <a:pt x="4670" y="7023"/>
                    <a:pt x="4737" y="7023"/>
                    <a:pt x="4837" y="6956"/>
                  </a:cubicBezTo>
                  <a:cubicBezTo>
                    <a:pt x="4971" y="6923"/>
                    <a:pt x="5071" y="6823"/>
                    <a:pt x="5137" y="6723"/>
                  </a:cubicBezTo>
                  <a:cubicBezTo>
                    <a:pt x="5371" y="6422"/>
                    <a:pt x="5571" y="6122"/>
                    <a:pt x="5838" y="5822"/>
                  </a:cubicBezTo>
                  <a:cubicBezTo>
                    <a:pt x="5971" y="5655"/>
                    <a:pt x="6038" y="5422"/>
                    <a:pt x="6038" y="5155"/>
                  </a:cubicBezTo>
                  <a:lnTo>
                    <a:pt x="5971" y="3787"/>
                  </a:lnTo>
                  <a:cubicBezTo>
                    <a:pt x="5971" y="3721"/>
                    <a:pt x="5971" y="3654"/>
                    <a:pt x="6005" y="3554"/>
                  </a:cubicBezTo>
                  <a:cubicBezTo>
                    <a:pt x="6038" y="3420"/>
                    <a:pt x="6138" y="3287"/>
                    <a:pt x="6238" y="3187"/>
                  </a:cubicBezTo>
                  <a:lnTo>
                    <a:pt x="7672" y="2053"/>
                  </a:lnTo>
                  <a:cubicBezTo>
                    <a:pt x="7734" y="2011"/>
                    <a:pt x="7796" y="1983"/>
                    <a:pt x="7858" y="1983"/>
                  </a:cubicBezTo>
                  <a:cubicBezTo>
                    <a:pt x="7888" y="1983"/>
                    <a:pt x="7919" y="1990"/>
                    <a:pt x="7950" y="2006"/>
                  </a:cubicBezTo>
                  <a:lnTo>
                    <a:pt x="7950" y="2006"/>
                  </a:lnTo>
                  <a:lnTo>
                    <a:pt x="6505" y="1152"/>
                  </a:lnTo>
                  <a:cubicBezTo>
                    <a:pt x="6472" y="1119"/>
                    <a:pt x="6405" y="1119"/>
                    <a:pt x="6372" y="1119"/>
                  </a:cubicBezTo>
                  <a:close/>
                  <a:moveTo>
                    <a:pt x="7616" y="15523"/>
                  </a:moveTo>
                  <a:cubicBezTo>
                    <a:pt x="7566" y="15523"/>
                    <a:pt x="7517" y="15536"/>
                    <a:pt x="7472" y="15562"/>
                  </a:cubicBezTo>
                  <a:cubicBezTo>
                    <a:pt x="7272" y="15629"/>
                    <a:pt x="7072" y="15696"/>
                    <a:pt x="6872" y="15763"/>
                  </a:cubicBezTo>
                  <a:cubicBezTo>
                    <a:pt x="6805" y="15763"/>
                    <a:pt x="6738" y="15796"/>
                    <a:pt x="6672" y="15829"/>
                  </a:cubicBezTo>
                  <a:lnTo>
                    <a:pt x="6738" y="15963"/>
                  </a:lnTo>
                  <a:cubicBezTo>
                    <a:pt x="6738" y="16029"/>
                    <a:pt x="6805" y="16096"/>
                    <a:pt x="6839" y="16129"/>
                  </a:cubicBezTo>
                  <a:lnTo>
                    <a:pt x="8340" y="16997"/>
                  </a:lnTo>
                  <a:cubicBezTo>
                    <a:pt x="8306" y="16963"/>
                    <a:pt x="8273" y="16897"/>
                    <a:pt x="8240" y="16863"/>
                  </a:cubicBezTo>
                  <a:lnTo>
                    <a:pt x="7939" y="15763"/>
                  </a:lnTo>
                  <a:cubicBezTo>
                    <a:pt x="7890" y="15616"/>
                    <a:pt x="7752" y="15523"/>
                    <a:pt x="7616" y="15523"/>
                  </a:cubicBezTo>
                  <a:close/>
                  <a:moveTo>
                    <a:pt x="3605" y="14657"/>
                  </a:moveTo>
                  <a:cubicBezTo>
                    <a:pt x="3534" y="14657"/>
                    <a:pt x="3464" y="14679"/>
                    <a:pt x="3403" y="14728"/>
                  </a:cubicBezTo>
                  <a:lnTo>
                    <a:pt x="2669" y="15195"/>
                  </a:lnTo>
                  <a:lnTo>
                    <a:pt x="2135" y="16630"/>
                  </a:lnTo>
                  <a:cubicBezTo>
                    <a:pt x="2102" y="16763"/>
                    <a:pt x="2135" y="16930"/>
                    <a:pt x="2269" y="17030"/>
                  </a:cubicBezTo>
                  <a:lnTo>
                    <a:pt x="3778" y="17883"/>
                  </a:lnTo>
                  <a:lnTo>
                    <a:pt x="3778" y="17883"/>
                  </a:lnTo>
                  <a:cubicBezTo>
                    <a:pt x="3662" y="17809"/>
                    <a:pt x="3607" y="17655"/>
                    <a:pt x="3670" y="17530"/>
                  </a:cubicBezTo>
                  <a:lnTo>
                    <a:pt x="4337" y="15763"/>
                  </a:lnTo>
                  <a:cubicBezTo>
                    <a:pt x="4370" y="15529"/>
                    <a:pt x="4337" y="15296"/>
                    <a:pt x="4170" y="15129"/>
                  </a:cubicBezTo>
                  <a:cubicBezTo>
                    <a:pt x="4070" y="15029"/>
                    <a:pt x="4003" y="14929"/>
                    <a:pt x="3936" y="14829"/>
                  </a:cubicBezTo>
                  <a:cubicBezTo>
                    <a:pt x="3852" y="14723"/>
                    <a:pt x="3727" y="14657"/>
                    <a:pt x="3605" y="14657"/>
                  </a:cubicBezTo>
                  <a:close/>
                  <a:moveTo>
                    <a:pt x="3778" y="17883"/>
                  </a:moveTo>
                  <a:lnTo>
                    <a:pt x="3778" y="17883"/>
                  </a:lnTo>
                  <a:cubicBezTo>
                    <a:pt x="3786" y="17888"/>
                    <a:pt x="3794" y="17893"/>
                    <a:pt x="3803" y="17897"/>
                  </a:cubicBezTo>
                  <a:lnTo>
                    <a:pt x="3778" y="17883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7"/>
            <p:cNvSpPr/>
            <p:nvPr/>
          </p:nvSpPr>
          <p:spPr>
            <a:xfrm>
              <a:off x="1935800" y="744600"/>
              <a:ext cx="74250" cy="60075"/>
            </a:xfrm>
            <a:custGeom>
              <a:avLst/>
              <a:gdLst/>
              <a:ahLst/>
              <a:cxnLst/>
              <a:rect l="l" t="t" r="r" b="b"/>
              <a:pathLst>
                <a:path w="2970" h="2403" extrusionOk="0">
                  <a:moveTo>
                    <a:pt x="1435" y="1"/>
                  </a:moveTo>
                  <a:lnTo>
                    <a:pt x="167" y="1168"/>
                  </a:lnTo>
                  <a:cubicBezTo>
                    <a:pt x="134" y="1168"/>
                    <a:pt x="134" y="1202"/>
                    <a:pt x="101" y="1235"/>
                  </a:cubicBezTo>
                  <a:cubicBezTo>
                    <a:pt x="101" y="1235"/>
                    <a:pt x="67" y="1269"/>
                    <a:pt x="67" y="1302"/>
                  </a:cubicBezTo>
                  <a:cubicBezTo>
                    <a:pt x="34" y="1369"/>
                    <a:pt x="1" y="1435"/>
                    <a:pt x="1" y="1502"/>
                  </a:cubicBezTo>
                  <a:lnTo>
                    <a:pt x="1502" y="2403"/>
                  </a:lnTo>
                  <a:cubicBezTo>
                    <a:pt x="1535" y="2236"/>
                    <a:pt x="1602" y="2136"/>
                    <a:pt x="1702" y="2036"/>
                  </a:cubicBezTo>
                  <a:lnTo>
                    <a:pt x="2969" y="868"/>
                  </a:lnTo>
                  <a:lnTo>
                    <a:pt x="1435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7"/>
            <p:cNvSpPr/>
            <p:nvPr/>
          </p:nvSpPr>
          <p:spPr>
            <a:xfrm>
              <a:off x="1980000" y="614525"/>
              <a:ext cx="76750" cy="25025"/>
            </a:xfrm>
            <a:custGeom>
              <a:avLst/>
              <a:gdLst/>
              <a:ahLst/>
              <a:cxnLst/>
              <a:rect l="l" t="t" r="r" b="b"/>
              <a:pathLst>
                <a:path w="3070" h="1001" extrusionOk="0">
                  <a:moveTo>
                    <a:pt x="201" y="0"/>
                  </a:moveTo>
                  <a:lnTo>
                    <a:pt x="134" y="34"/>
                  </a:lnTo>
                  <a:cubicBezTo>
                    <a:pt x="67" y="67"/>
                    <a:pt x="34" y="100"/>
                    <a:pt x="1" y="134"/>
                  </a:cubicBezTo>
                  <a:lnTo>
                    <a:pt x="1502" y="1001"/>
                  </a:lnTo>
                  <a:cubicBezTo>
                    <a:pt x="1602" y="901"/>
                    <a:pt x="1735" y="868"/>
                    <a:pt x="1869" y="868"/>
                  </a:cubicBezTo>
                  <a:lnTo>
                    <a:pt x="2803" y="901"/>
                  </a:lnTo>
                  <a:cubicBezTo>
                    <a:pt x="2903" y="901"/>
                    <a:pt x="3003" y="901"/>
                    <a:pt x="3069" y="868"/>
                  </a:cubicBezTo>
                  <a:lnTo>
                    <a:pt x="1568" y="0"/>
                  </a:lnTo>
                  <a:cubicBezTo>
                    <a:pt x="1502" y="34"/>
                    <a:pt x="1468" y="34"/>
                    <a:pt x="1435" y="67"/>
                  </a:cubicBezTo>
                  <a:lnTo>
                    <a:pt x="1302" y="67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7"/>
            <p:cNvSpPr/>
            <p:nvPr/>
          </p:nvSpPr>
          <p:spPr>
            <a:xfrm>
              <a:off x="2235175" y="525225"/>
              <a:ext cx="62575" cy="45700"/>
            </a:xfrm>
            <a:custGeom>
              <a:avLst/>
              <a:gdLst/>
              <a:ahLst/>
              <a:cxnLst/>
              <a:rect l="l" t="t" r="r" b="b"/>
              <a:pathLst>
                <a:path w="2503" h="1828" extrusionOk="0">
                  <a:moveTo>
                    <a:pt x="889" y="0"/>
                  </a:moveTo>
                  <a:cubicBezTo>
                    <a:pt x="830" y="0"/>
                    <a:pt x="776" y="29"/>
                    <a:pt x="735" y="70"/>
                  </a:cubicBezTo>
                  <a:lnTo>
                    <a:pt x="168" y="403"/>
                  </a:lnTo>
                  <a:lnTo>
                    <a:pt x="68" y="737"/>
                  </a:lnTo>
                  <a:cubicBezTo>
                    <a:pt x="1" y="970"/>
                    <a:pt x="34" y="1204"/>
                    <a:pt x="201" y="1337"/>
                  </a:cubicBezTo>
                  <a:cubicBezTo>
                    <a:pt x="301" y="1437"/>
                    <a:pt x="368" y="1537"/>
                    <a:pt x="468" y="1671"/>
                  </a:cubicBezTo>
                  <a:cubicBezTo>
                    <a:pt x="530" y="1775"/>
                    <a:pt x="645" y="1827"/>
                    <a:pt x="763" y="1827"/>
                  </a:cubicBezTo>
                  <a:cubicBezTo>
                    <a:pt x="834" y="1827"/>
                    <a:pt x="906" y="1809"/>
                    <a:pt x="968" y="1771"/>
                  </a:cubicBezTo>
                  <a:lnTo>
                    <a:pt x="2236" y="937"/>
                  </a:lnTo>
                  <a:cubicBezTo>
                    <a:pt x="2294" y="898"/>
                    <a:pt x="2353" y="882"/>
                    <a:pt x="2405" y="882"/>
                  </a:cubicBezTo>
                  <a:cubicBezTo>
                    <a:pt x="2442" y="882"/>
                    <a:pt x="2475" y="890"/>
                    <a:pt x="2503" y="904"/>
                  </a:cubicBezTo>
                  <a:lnTo>
                    <a:pt x="1002" y="36"/>
                  </a:lnTo>
                  <a:cubicBezTo>
                    <a:pt x="963" y="11"/>
                    <a:pt x="925" y="0"/>
                    <a:pt x="889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7"/>
            <p:cNvSpPr/>
            <p:nvPr/>
          </p:nvSpPr>
          <p:spPr>
            <a:xfrm>
              <a:off x="2143450" y="461400"/>
              <a:ext cx="105925" cy="77250"/>
            </a:xfrm>
            <a:custGeom>
              <a:avLst/>
              <a:gdLst/>
              <a:ahLst/>
              <a:cxnLst/>
              <a:rect l="l" t="t" r="r" b="b"/>
              <a:pathLst>
                <a:path w="4237" h="3090" extrusionOk="0">
                  <a:moveTo>
                    <a:pt x="4120" y="1085"/>
                  </a:moveTo>
                  <a:lnTo>
                    <a:pt x="4237" y="1155"/>
                  </a:lnTo>
                  <a:cubicBezTo>
                    <a:pt x="4204" y="1122"/>
                    <a:pt x="4170" y="1122"/>
                    <a:pt x="4137" y="1088"/>
                  </a:cubicBezTo>
                  <a:lnTo>
                    <a:pt x="4120" y="1085"/>
                  </a:lnTo>
                  <a:close/>
                  <a:moveTo>
                    <a:pt x="1523" y="0"/>
                  </a:moveTo>
                  <a:cubicBezTo>
                    <a:pt x="1343" y="0"/>
                    <a:pt x="1181" y="96"/>
                    <a:pt x="1101" y="254"/>
                  </a:cubicBezTo>
                  <a:lnTo>
                    <a:pt x="201" y="1989"/>
                  </a:lnTo>
                  <a:cubicBezTo>
                    <a:pt x="134" y="2089"/>
                    <a:pt x="67" y="2156"/>
                    <a:pt x="1" y="2222"/>
                  </a:cubicBezTo>
                  <a:lnTo>
                    <a:pt x="1502" y="3090"/>
                  </a:lnTo>
                  <a:cubicBezTo>
                    <a:pt x="1602" y="3023"/>
                    <a:pt x="1668" y="2956"/>
                    <a:pt x="1702" y="2856"/>
                  </a:cubicBezTo>
                  <a:lnTo>
                    <a:pt x="2636" y="1122"/>
                  </a:lnTo>
                  <a:cubicBezTo>
                    <a:pt x="2723" y="976"/>
                    <a:pt x="2911" y="882"/>
                    <a:pt x="3091" y="882"/>
                  </a:cubicBezTo>
                  <a:cubicBezTo>
                    <a:pt x="3117" y="882"/>
                    <a:pt x="3144" y="884"/>
                    <a:pt x="3170" y="888"/>
                  </a:cubicBezTo>
                  <a:lnTo>
                    <a:pt x="4120" y="1085"/>
                  </a:lnTo>
                  <a:lnTo>
                    <a:pt x="2736" y="254"/>
                  </a:lnTo>
                  <a:cubicBezTo>
                    <a:pt x="2703" y="254"/>
                    <a:pt x="2636" y="221"/>
                    <a:pt x="2602" y="221"/>
                  </a:cubicBezTo>
                  <a:lnTo>
                    <a:pt x="1668" y="21"/>
                  </a:lnTo>
                  <a:cubicBezTo>
                    <a:pt x="1620" y="7"/>
                    <a:pt x="1571" y="0"/>
                    <a:pt x="152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7"/>
            <p:cNvSpPr/>
            <p:nvPr/>
          </p:nvSpPr>
          <p:spPr>
            <a:xfrm>
              <a:off x="2048375" y="489425"/>
              <a:ext cx="86775" cy="60900"/>
            </a:xfrm>
            <a:custGeom>
              <a:avLst/>
              <a:gdLst/>
              <a:ahLst/>
              <a:cxnLst/>
              <a:rect l="l" t="t" r="r" b="b"/>
              <a:pathLst>
                <a:path w="3471" h="2436" extrusionOk="0">
                  <a:moveTo>
                    <a:pt x="3439" y="884"/>
                  </a:moveTo>
                  <a:lnTo>
                    <a:pt x="3470" y="901"/>
                  </a:lnTo>
                  <a:cubicBezTo>
                    <a:pt x="3460" y="894"/>
                    <a:pt x="3449" y="888"/>
                    <a:pt x="3439" y="884"/>
                  </a:cubicBezTo>
                  <a:close/>
                  <a:moveTo>
                    <a:pt x="1836" y="1"/>
                  </a:moveTo>
                  <a:cubicBezTo>
                    <a:pt x="1769" y="1"/>
                    <a:pt x="1702" y="34"/>
                    <a:pt x="1635" y="67"/>
                  </a:cubicBezTo>
                  <a:lnTo>
                    <a:pt x="201" y="1202"/>
                  </a:lnTo>
                  <a:lnTo>
                    <a:pt x="134" y="1268"/>
                  </a:lnTo>
                  <a:cubicBezTo>
                    <a:pt x="134" y="1268"/>
                    <a:pt x="134" y="1268"/>
                    <a:pt x="101" y="1302"/>
                  </a:cubicBezTo>
                  <a:cubicBezTo>
                    <a:pt x="68" y="1368"/>
                    <a:pt x="1" y="1435"/>
                    <a:pt x="1" y="1535"/>
                  </a:cubicBezTo>
                  <a:lnTo>
                    <a:pt x="1" y="1602"/>
                  </a:lnTo>
                  <a:lnTo>
                    <a:pt x="1502" y="2436"/>
                  </a:lnTo>
                  <a:cubicBezTo>
                    <a:pt x="1535" y="2302"/>
                    <a:pt x="1635" y="2169"/>
                    <a:pt x="1735" y="2069"/>
                  </a:cubicBezTo>
                  <a:lnTo>
                    <a:pt x="3203" y="935"/>
                  </a:lnTo>
                  <a:cubicBezTo>
                    <a:pt x="3244" y="893"/>
                    <a:pt x="3298" y="865"/>
                    <a:pt x="3357" y="865"/>
                  </a:cubicBezTo>
                  <a:cubicBezTo>
                    <a:pt x="3384" y="865"/>
                    <a:pt x="3411" y="871"/>
                    <a:pt x="3439" y="884"/>
                  </a:cubicBezTo>
                  <a:lnTo>
                    <a:pt x="3439" y="884"/>
                  </a:lnTo>
                  <a:lnTo>
                    <a:pt x="1936" y="34"/>
                  </a:lnTo>
                  <a:cubicBezTo>
                    <a:pt x="1902" y="1"/>
                    <a:pt x="1869" y="1"/>
                    <a:pt x="183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7"/>
            <p:cNvSpPr/>
            <p:nvPr/>
          </p:nvSpPr>
          <p:spPr>
            <a:xfrm>
              <a:off x="1935800" y="744600"/>
              <a:ext cx="74250" cy="60075"/>
            </a:xfrm>
            <a:custGeom>
              <a:avLst/>
              <a:gdLst/>
              <a:ahLst/>
              <a:cxnLst/>
              <a:rect l="l" t="t" r="r" b="b"/>
              <a:pathLst>
                <a:path w="2970" h="2403" extrusionOk="0">
                  <a:moveTo>
                    <a:pt x="1435" y="1"/>
                  </a:moveTo>
                  <a:lnTo>
                    <a:pt x="167" y="1168"/>
                  </a:lnTo>
                  <a:cubicBezTo>
                    <a:pt x="134" y="1168"/>
                    <a:pt x="134" y="1202"/>
                    <a:pt x="101" y="1235"/>
                  </a:cubicBezTo>
                  <a:cubicBezTo>
                    <a:pt x="101" y="1235"/>
                    <a:pt x="67" y="1269"/>
                    <a:pt x="67" y="1302"/>
                  </a:cubicBezTo>
                  <a:cubicBezTo>
                    <a:pt x="34" y="1369"/>
                    <a:pt x="1" y="1435"/>
                    <a:pt x="1" y="1502"/>
                  </a:cubicBezTo>
                  <a:lnTo>
                    <a:pt x="1502" y="2403"/>
                  </a:lnTo>
                  <a:cubicBezTo>
                    <a:pt x="1535" y="2236"/>
                    <a:pt x="1602" y="2136"/>
                    <a:pt x="1702" y="2036"/>
                  </a:cubicBezTo>
                  <a:lnTo>
                    <a:pt x="2969" y="868"/>
                  </a:lnTo>
                  <a:lnTo>
                    <a:pt x="1435" y="1"/>
                  </a:ln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7"/>
            <p:cNvSpPr/>
            <p:nvPr/>
          </p:nvSpPr>
          <p:spPr>
            <a:xfrm>
              <a:off x="1980000" y="614525"/>
              <a:ext cx="76750" cy="25025"/>
            </a:xfrm>
            <a:custGeom>
              <a:avLst/>
              <a:gdLst/>
              <a:ahLst/>
              <a:cxnLst/>
              <a:rect l="l" t="t" r="r" b="b"/>
              <a:pathLst>
                <a:path w="3070" h="1001" extrusionOk="0">
                  <a:moveTo>
                    <a:pt x="201" y="0"/>
                  </a:moveTo>
                  <a:lnTo>
                    <a:pt x="134" y="34"/>
                  </a:lnTo>
                  <a:cubicBezTo>
                    <a:pt x="67" y="67"/>
                    <a:pt x="34" y="100"/>
                    <a:pt x="1" y="134"/>
                  </a:cubicBezTo>
                  <a:lnTo>
                    <a:pt x="1502" y="1001"/>
                  </a:lnTo>
                  <a:cubicBezTo>
                    <a:pt x="1602" y="901"/>
                    <a:pt x="1735" y="868"/>
                    <a:pt x="1869" y="868"/>
                  </a:cubicBezTo>
                  <a:lnTo>
                    <a:pt x="2803" y="901"/>
                  </a:lnTo>
                  <a:cubicBezTo>
                    <a:pt x="2903" y="901"/>
                    <a:pt x="3003" y="901"/>
                    <a:pt x="3069" y="868"/>
                  </a:cubicBezTo>
                  <a:lnTo>
                    <a:pt x="1568" y="0"/>
                  </a:lnTo>
                  <a:cubicBezTo>
                    <a:pt x="1502" y="34"/>
                    <a:pt x="1468" y="34"/>
                    <a:pt x="1435" y="67"/>
                  </a:cubicBezTo>
                  <a:lnTo>
                    <a:pt x="1302" y="67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7"/>
            <p:cNvSpPr/>
            <p:nvPr/>
          </p:nvSpPr>
          <p:spPr>
            <a:xfrm>
              <a:off x="2235175" y="525225"/>
              <a:ext cx="62575" cy="45700"/>
            </a:xfrm>
            <a:custGeom>
              <a:avLst/>
              <a:gdLst/>
              <a:ahLst/>
              <a:cxnLst/>
              <a:rect l="l" t="t" r="r" b="b"/>
              <a:pathLst>
                <a:path w="2503" h="1828" extrusionOk="0">
                  <a:moveTo>
                    <a:pt x="889" y="0"/>
                  </a:moveTo>
                  <a:cubicBezTo>
                    <a:pt x="830" y="0"/>
                    <a:pt x="776" y="29"/>
                    <a:pt x="735" y="70"/>
                  </a:cubicBezTo>
                  <a:lnTo>
                    <a:pt x="168" y="403"/>
                  </a:lnTo>
                  <a:lnTo>
                    <a:pt x="68" y="737"/>
                  </a:lnTo>
                  <a:cubicBezTo>
                    <a:pt x="1" y="970"/>
                    <a:pt x="34" y="1204"/>
                    <a:pt x="201" y="1337"/>
                  </a:cubicBezTo>
                  <a:cubicBezTo>
                    <a:pt x="301" y="1437"/>
                    <a:pt x="368" y="1537"/>
                    <a:pt x="468" y="1671"/>
                  </a:cubicBezTo>
                  <a:cubicBezTo>
                    <a:pt x="530" y="1775"/>
                    <a:pt x="645" y="1827"/>
                    <a:pt x="763" y="1827"/>
                  </a:cubicBezTo>
                  <a:cubicBezTo>
                    <a:pt x="834" y="1827"/>
                    <a:pt x="906" y="1809"/>
                    <a:pt x="968" y="1771"/>
                  </a:cubicBezTo>
                  <a:lnTo>
                    <a:pt x="2236" y="937"/>
                  </a:lnTo>
                  <a:cubicBezTo>
                    <a:pt x="2294" y="898"/>
                    <a:pt x="2353" y="882"/>
                    <a:pt x="2405" y="882"/>
                  </a:cubicBezTo>
                  <a:cubicBezTo>
                    <a:pt x="2442" y="882"/>
                    <a:pt x="2475" y="890"/>
                    <a:pt x="2503" y="904"/>
                  </a:cubicBezTo>
                  <a:lnTo>
                    <a:pt x="1002" y="36"/>
                  </a:lnTo>
                  <a:cubicBezTo>
                    <a:pt x="963" y="11"/>
                    <a:pt x="925" y="0"/>
                    <a:pt x="889" y="0"/>
                  </a:cubicBez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7"/>
            <p:cNvSpPr/>
            <p:nvPr/>
          </p:nvSpPr>
          <p:spPr>
            <a:xfrm>
              <a:off x="2143450" y="461400"/>
              <a:ext cx="105925" cy="77250"/>
            </a:xfrm>
            <a:custGeom>
              <a:avLst/>
              <a:gdLst/>
              <a:ahLst/>
              <a:cxnLst/>
              <a:rect l="l" t="t" r="r" b="b"/>
              <a:pathLst>
                <a:path w="4237" h="3090" extrusionOk="0">
                  <a:moveTo>
                    <a:pt x="4120" y="1085"/>
                  </a:moveTo>
                  <a:lnTo>
                    <a:pt x="4237" y="1155"/>
                  </a:lnTo>
                  <a:cubicBezTo>
                    <a:pt x="4204" y="1122"/>
                    <a:pt x="4170" y="1122"/>
                    <a:pt x="4137" y="1088"/>
                  </a:cubicBezTo>
                  <a:lnTo>
                    <a:pt x="4120" y="1085"/>
                  </a:lnTo>
                  <a:close/>
                  <a:moveTo>
                    <a:pt x="1523" y="0"/>
                  </a:moveTo>
                  <a:cubicBezTo>
                    <a:pt x="1343" y="0"/>
                    <a:pt x="1181" y="96"/>
                    <a:pt x="1101" y="254"/>
                  </a:cubicBezTo>
                  <a:lnTo>
                    <a:pt x="201" y="1989"/>
                  </a:lnTo>
                  <a:cubicBezTo>
                    <a:pt x="134" y="2089"/>
                    <a:pt x="67" y="2156"/>
                    <a:pt x="1" y="2222"/>
                  </a:cubicBezTo>
                  <a:lnTo>
                    <a:pt x="1502" y="3090"/>
                  </a:lnTo>
                  <a:cubicBezTo>
                    <a:pt x="1602" y="3023"/>
                    <a:pt x="1668" y="2956"/>
                    <a:pt x="1702" y="2856"/>
                  </a:cubicBezTo>
                  <a:lnTo>
                    <a:pt x="2636" y="1122"/>
                  </a:lnTo>
                  <a:cubicBezTo>
                    <a:pt x="2723" y="976"/>
                    <a:pt x="2911" y="882"/>
                    <a:pt x="3091" y="882"/>
                  </a:cubicBezTo>
                  <a:cubicBezTo>
                    <a:pt x="3117" y="882"/>
                    <a:pt x="3144" y="884"/>
                    <a:pt x="3170" y="888"/>
                  </a:cubicBezTo>
                  <a:lnTo>
                    <a:pt x="4120" y="1085"/>
                  </a:lnTo>
                  <a:lnTo>
                    <a:pt x="2736" y="254"/>
                  </a:lnTo>
                  <a:cubicBezTo>
                    <a:pt x="2703" y="254"/>
                    <a:pt x="2636" y="221"/>
                    <a:pt x="2602" y="221"/>
                  </a:cubicBezTo>
                  <a:lnTo>
                    <a:pt x="1668" y="21"/>
                  </a:lnTo>
                  <a:cubicBezTo>
                    <a:pt x="1620" y="7"/>
                    <a:pt x="1571" y="0"/>
                    <a:pt x="1523" y="0"/>
                  </a:cubicBez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7"/>
            <p:cNvSpPr/>
            <p:nvPr/>
          </p:nvSpPr>
          <p:spPr>
            <a:xfrm>
              <a:off x="2048375" y="489425"/>
              <a:ext cx="86775" cy="60900"/>
            </a:xfrm>
            <a:custGeom>
              <a:avLst/>
              <a:gdLst/>
              <a:ahLst/>
              <a:cxnLst/>
              <a:rect l="l" t="t" r="r" b="b"/>
              <a:pathLst>
                <a:path w="3471" h="2436" extrusionOk="0">
                  <a:moveTo>
                    <a:pt x="3439" y="884"/>
                  </a:moveTo>
                  <a:lnTo>
                    <a:pt x="3470" y="901"/>
                  </a:lnTo>
                  <a:cubicBezTo>
                    <a:pt x="3460" y="894"/>
                    <a:pt x="3449" y="888"/>
                    <a:pt x="3439" y="884"/>
                  </a:cubicBezTo>
                  <a:close/>
                  <a:moveTo>
                    <a:pt x="1836" y="1"/>
                  </a:moveTo>
                  <a:cubicBezTo>
                    <a:pt x="1769" y="1"/>
                    <a:pt x="1702" y="34"/>
                    <a:pt x="1635" y="67"/>
                  </a:cubicBezTo>
                  <a:lnTo>
                    <a:pt x="201" y="1202"/>
                  </a:lnTo>
                  <a:lnTo>
                    <a:pt x="134" y="1268"/>
                  </a:lnTo>
                  <a:cubicBezTo>
                    <a:pt x="134" y="1268"/>
                    <a:pt x="134" y="1268"/>
                    <a:pt x="101" y="1302"/>
                  </a:cubicBezTo>
                  <a:cubicBezTo>
                    <a:pt x="68" y="1368"/>
                    <a:pt x="1" y="1435"/>
                    <a:pt x="1" y="1535"/>
                  </a:cubicBezTo>
                  <a:lnTo>
                    <a:pt x="1" y="1602"/>
                  </a:lnTo>
                  <a:lnTo>
                    <a:pt x="1502" y="2436"/>
                  </a:lnTo>
                  <a:cubicBezTo>
                    <a:pt x="1535" y="2302"/>
                    <a:pt x="1635" y="2169"/>
                    <a:pt x="1735" y="2069"/>
                  </a:cubicBezTo>
                  <a:lnTo>
                    <a:pt x="3203" y="935"/>
                  </a:lnTo>
                  <a:cubicBezTo>
                    <a:pt x="3244" y="893"/>
                    <a:pt x="3298" y="865"/>
                    <a:pt x="3357" y="865"/>
                  </a:cubicBezTo>
                  <a:cubicBezTo>
                    <a:pt x="3384" y="865"/>
                    <a:pt x="3411" y="871"/>
                    <a:pt x="3439" y="884"/>
                  </a:cubicBezTo>
                  <a:lnTo>
                    <a:pt x="3439" y="884"/>
                  </a:lnTo>
                  <a:lnTo>
                    <a:pt x="1936" y="34"/>
                  </a:lnTo>
                  <a:cubicBezTo>
                    <a:pt x="1902" y="1"/>
                    <a:pt x="1869" y="1"/>
                    <a:pt x="1836" y="1"/>
                  </a:cubicBez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7"/>
            <p:cNvSpPr/>
            <p:nvPr/>
          </p:nvSpPr>
          <p:spPr>
            <a:xfrm>
              <a:off x="1971675" y="483075"/>
              <a:ext cx="336075" cy="431850"/>
            </a:xfrm>
            <a:custGeom>
              <a:avLst/>
              <a:gdLst/>
              <a:ahLst/>
              <a:cxnLst/>
              <a:rect l="l" t="t" r="r" b="b"/>
              <a:pathLst>
                <a:path w="13443" h="17274" extrusionOk="0">
                  <a:moveTo>
                    <a:pt x="8021" y="4925"/>
                  </a:moveTo>
                  <a:cubicBezTo>
                    <a:pt x="8814" y="4925"/>
                    <a:pt x="9414" y="5449"/>
                    <a:pt x="9574" y="6426"/>
                  </a:cubicBezTo>
                  <a:cubicBezTo>
                    <a:pt x="9840" y="8060"/>
                    <a:pt x="8806" y="10395"/>
                    <a:pt x="7239" y="11629"/>
                  </a:cubicBezTo>
                  <a:cubicBezTo>
                    <a:pt x="6602" y="12144"/>
                    <a:pt x="5976" y="12390"/>
                    <a:pt x="5439" y="12390"/>
                  </a:cubicBezTo>
                  <a:cubicBezTo>
                    <a:pt x="4655" y="12390"/>
                    <a:pt x="4061" y="11866"/>
                    <a:pt x="3903" y="10896"/>
                  </a:cubicBezTo>
                  <a:cubicBezTo>
                    <a:pt x="3636" y="9228"/>
                    <a:pt x="4670" y="6893"/>
                    <a:pt x="6238" y="5659"/>
                  </a:cubicBezTo>
                  <a:cubicBezTo>
                    <a:pt x="6868" y="5162"/>
                    <a:pt x="7488" y="4925"/>
                    <a:pt x="8021" y="4925"/>
                  </a:cubicBezTo>
                  <a:close/>
                  <a:moveTo>
                    <a:pt x="9912" y="1"/>
                  </a:moveTo>
                  <a:cubicBezTo>
                    <a:pt x="9749" y="1"/>
                    <a:pt x="9586" y="96"/>
                    <a:pt x="9507" y="255"/>
                  </a:cubicBezTo>
                  <a:lnTo>
                    <a:pt x="8606" y="1989"/>
                  </a:lnTo>
                  <a:cubicBezTo>
                    <a:pt x="8473" y="2189"/>
                    <a:pt x="8273" y="2356"/>
                    <a:pt x="8039" y="2423"/>
                  </a:cubicBezTo>
                  <a:cubicBezTo>
                    <a:pt x="7839" y="2456"/>
                    <a:pt x="7639" y="2523"/>
                    <a:pt x="7439" y="2590"/>
                  </a:cubicBezTo>
                  <a:cubicBezTo>
                    <a:pt x="7394" y="2617"/>
                    <a:pt x="7344" y="2629"/>
                    <a:pt x="7295" y="2629"/>
                  </a:cubicBezTo>
                  <a:cubicBezTo>
                    <a:pt x="7161" y="2629"/>
                    <a:pt x="7029" y="2536"/>
                    <a:pt x="7005" y="2390"/>
                  </a:cubicBezTo>
                  <a:lnTo>
                    <a:pt x="6671" y="1322"/>
                  </a:lnTo>
                  <a:cubicBezTo>
                    <a:pt x="6650" y="1192"/>
                    <a:pt x="6544" y="1104"/>
                    <a:pt x="6427" y="1104"/>
                  </a:cubicBezTo>
                  <a:cubicBezTo>
                    <a:pt x="6363" y="1104"/>
                    <a:pt x="6296" y="1130"/>
                    <a:pt x="6238" y="1189"/>
                  </a:cubicBezTo>
                  <a:lnTo>
                    <a:pt x="4803" y="2323"/>
                  </a:lnTo>
                  <a:cubicBezTo>
                    <a:pt x="4637" y="2490"/>
                    <a:pt x="4537" y="2690"/>
                    <a:pt x="4537" y="2923"/>
                  </a:cubicBezTo>
                  <a:lnTo>
                    <a:pt x="4603" y="4324"/>
                  </a:lnTo>
                  <a:cubicBezTo>
                    <a:pt x="4603" y="4558"/>
                    <a:pt x="4537" y="4791"/>
                    <a:pt x="4403" y="4991"/>
                  </a:cubicBezTo>
                  <a:cubicBezTo>
                    <a:pt x="4170" y="5258"/>
                    <a:pt x="3936" y="5558"/>
                    <a:pt x="3736" y="5859"/>
                  </a:cubicBezTo>
                  <a:cubicBezTo>
                    <a:pt x="3569" y="6059"/>
                    <a:pt x="3369" y="6159"/>
                    <a:pt x="3136" y="6159"/>
                  </a:cubicBezTo>
                  <a:lnTo>
                    <a:pt x="2202" y="6126"/>
                  </a:lnTo>
                  <a:cubicBezTo>
                    <a:pt x="1968" y="6126"/>
                    <a:pt x="1768" y="6226"/>
                    <a:pt x="1668" y="6459"/>
                  </a:cubicBezTo>
                  <a:lnTo>
                    <a:pt x="801" y="8394"/>
                  </a:lnTo>
                  <a:cubicBezTo>
                    <a:pt x="701" y="8594"/>
                    <a:pt x="801" y="8827"/>
                    <a:pt x="1001" y="8894"/>
                  </a:cubicBezTo>
                  <a:lnTo>
                    <a:pt x="1735" y="9228"/>
                  </a:lnTo>
                  <a:cubicBezTo>
                    <a:pt x="1935" y="9294"/>
                    <a:pt x="2035" y="9528"/>
                    <a:pt x="2001" y="9728"/>
                  </a:cubicBezTo>
                  <a:cubicBezTo>
                    <a:pt x="1935" y="10028"/>
                    <a:pt x="1868" y="10362"/>
                    <a:pt x="1835" y="10662"/>
                  </a:cubicBezTo>
                  <a:cubicBezTo>
                    <a:pt x="1801" y="10896"/>
                    <a:pt x="1701" y="11129"/>
                    <a:pt x="1534" y="11296"/>
                  </a:cubicBezTo>
                  <a:lnTo>
                    <a:pt x="234" y="12497"/>
                  </a:lnTo>
                  <a:cubicBezTo>
                    <a:pt x="100" y="12630"/>
                    <a:pt x="0" y="12864"/>
                    <a:pt x="33" y="13097"/>
                  </a:cubicBezTo>
                  <a:lnTo>
                    <a:pt x="267" y="14498"/>
                  </a:lnTo>
                  <a:cubicBezTo>
                    <a:pt x="290" y="14636"/>
                    <a:pt x="391" y="14726"/>
                    <a:pt x="506" y="14726"/>
                  </a:cubicBezTo>
                  <a:cubicBezTo>
                    <a:pt x="559" y="14726"/>
                    <a:pt x="615" y="14707"/>
                    <a:pt x="667" y="14665"/>
                  </a:cubicBezTo>
                  <a:lnTo>
                    <a:pt x="1935" y="13831"/>
                  </a:lnTo>
                  <a:cubicBezTo>
                    <a:pt x="1997" y="13794"/>
                    <a:pt x="2069" y="13775"/>
                    <a:pt x="2140" y="13775"/>
                  </a:cubicBezTo>
                  <a:cubicBezTo>
                    <a:pt x="2258" y="13775"/>
                    <a:pt x="2373" y="13827"/>
                    <a:pt x="2435" y="13931"/>
                  </a:cubicBezTo>
                  <a:cubicBezTo>
                    <a:pt x="2535" y="14065"/>
                    <a:pt x="2602" y="14165"/>
                    <a:pt x="2702" y="14265"/>
                  </a:cubicBezTo>
                  <a:cubicBezTo>
                    <a:pt x="2869" y="14398"/>
                    <a:pt x="2902" y="14632"/>
                    <a:pt x="2835" y="14865"/>
                  </a:cubicBezTo>
                  <a:lnTo>
                    <a:pt x="2202" y="16633"/>
                  </a:lnTo>
                  <a:cubicBezTo>
                    <a:pt x="2135" y="16800"/>
                    <a:pt x="2235" y="17033"/>
                    <a:pt x="2435" y="17067"/>
                  </a:cubicBezTo>
                  <a:lnTo>
                    <a:pt x="3402" y="17267"/>
                  </a:lnTo>
                  <a:cubicBezTo>
                    <a:pt x="3428" y="17271"/>
                    <a:pt x="3455" y="17273"/>
                    <a:pt x="3481" y="17273"/>
                  </a:cubicBezTo>
                  <a:cubicBezTo>
                    <a:pt x="3661" y="17273"/>
                    <a:pt x="3849" y="17179"/>
                    <a:pt x="3936" y="17033"/>
                  </a:cubicBezTo>
                  <a:lnTo>
                    <a:pt x="4870" y="15299"/>
                  </a:lnTo>
                  <a:cubicBezTo>
                    <a:pt x="4970" y="15099"/>
                    <a:pt x="5170" y="14932"/>
                    <a:pt x="5404" y="14865"/>
                  </a:cubicBezTo>
                  <a:cubicBezTo>
                    <a:pt x="5604" y="14832"/>
                    <a:pt x="5804" y="14765"/>
                    <a:pt x="6004" y="14665"/>
                  </a:cubicBezTo>
                  <a:cubicBezTo>
                    <a:pt x="6039" y="14651"/>
                    <a:pt x="6077" y="14644"/>
                    <a:pt x="6115" y="14644"/>
                  </a:cubicBezTo>
                  <a:cubicBezTo>
                    <a:pt x="6261" y="14644"/>
                    <a:pt x="6419" y="14740"/>
                    <a:pt x="6471" y="14899"/>
                  </a:cubicBezTo>
                  <a:lnTo>
                    <a:pt x="6772" y="15966"/>
                  </a:lnTo>
                  <a:cubicBezTo>
                    <a:pt x="6793" y="16095"/>
                    <a:pt x="6912" y="16169"/>
                    <a:pt x="7029" y="16169"/>
                  </a:cubicBezTo>
                  <a:cubicBezTo>
                    <a:pt x="7094" y="16169"/>
                    <a:pt x="7158" y="16147"/>
                    <a:pt x="7205" y="16099"/>
                  </a:cubicBezTo>
                  <a:lnTo>
                    <a:pt x="8673" y="14965"/>
                  </a:lnTo>
                  <a:cubicBezTo>
                    <a:pt x="8840" y="14798"/>
                    <a:pt x="8906" y="14598"/>
                    <a:pt x="8906" y="14365"/>
                  </a:cubicBezTo>
                  <a:lnTo>
                    <a:pt x="8840" y="12964"/>
                  </a:lnTo>
                  <a:cubicBezTo>
                    <a:pt x="8806" y="12730"/>
                    <a:pt x="8906" y="12497"/>
                    <a:pt x="9040" y="12297"/>
                  </a:cubicBezTo>
                  <a:cubicBezTo>
                    <a:pt x="9273" y="12030"/>
                    <a:pt x="9507" y="11730"/>
                    <a:pt x="9707" y="11429"/>
                  </a:cubicBezTo>
                  <a:cubicBezTo>
                    <a:pt x="9874" y="11229"/>
                    <a:pt x="10074" y="11129"/>
                    <a:pt x="10341" y="11129"/>
                  </a:cubicBezTo>
                  <a:lnTo>
                    <a:pt x="11241" y="11196"/>
                  </a:lnTo>
                  <a:cubicBezTo>
                    <a:pt x="11475" y="11196"/>
                    <a:pt x="11675" y="11062"/>
                    <a:pt x="11775" y="10862"/>
                  </a:cubicBezTo>
                  <a:lnTo>
                    <a:pt x="12676" y="8894"/>
                  </a:lnTo>
                  <a:cubicBezTo>
                    <a:pt x="12742" y="8694"/>
                    <a:pt x="12676" y="8494"/>
                    <a:pt x="12476" y="8394"/>
                  </a:cubicBezTo>
                  <a:lnTo>
                    <a:pt x="11708" y="8094"/>
                  </a:lnTo>
                  <a:cubicBezTo>
                    <a:pt x="11508" y="7994"/>
                    <a:pt x="11408" y="7793"/>
                    <a:pt x="11442" y="7593"/>
                  </a:cubicBezTo>
                  <a:cubicBezTo>
                    <a:pt x="11508" y="7260"/>
                    <a:pt x="11575" y="6959"/>
                    <a:pt x="11608" y="6659"/>
                  </a:cubicBezTo>
                  <a:cubicBezTo>
                    <a:pt x="11642" y="6392"/>
                    <a:pt x="11742" y="6192"/>
                    <a:pt x="11909" y="6025"/>
                  </a:cubicBezTo>
                  <a:lnTo>
                    <a:pt x="13209" y="4825"/>
                  </a:lnTo>
                  <a:cubicBezTo>
                    <a:pt x="13376" y="4658"/>
                    <a:pt x="13443" y="4424"/>
                    <a:pt x="13410" y="4191"/>
                  </a:cubicBezTo>
                  <a:lnTo>
                    <a:pt x="13176" y="2790"/>
                  </a:lnTo>
                  <a:cubicBezTo>
                    <a:pt x="13153" y="2653"/>
                    <a:pt x="13052" y="2562"/>
                    <a:pt x="12937" y="2562"/>
                  </a:cubicBezTo>
                  <a:cubicBezTo>
                    <a:pt x="12884" y="2562"/>
                    <a:pt x="12828" y="2581"/>
                    <a:pt x="12776" y="2623"/>
                  </a:cubicBezTo>
                  <a:lnTo>
                    <a:pt x="11508" y="3457"/>
                  </a:lnTo>
                  <a:cubicBezTo>
                    <a:pt x="11446" y="3495"/>
                    <a:pt x="11374" y="3513"/>
                    <a:pt x="11303" y="3513"/>
                  </a:cubicBezTo>
                  <a:cubicBezTo>
                    <a:pt x="11185" y="3513"/>
                    <a:pt x="11070" y="3461"/>
                    <a:pt x="11008" y="3357"/>
                  </a:cubicBezTo>
                  <a:cubicBezTo>
                    <a:pt x="10908" y="3223"/>
                    <a:pt x="10841" y="3123"/>
                    <a:pt x="10741" y="3057"/>
                  </a:cubicBezTo>
                  <a:cubicBezTo>
                    <a:pt x="10608" y="2890"/>
                    <a:pt x="10541" y="2656"/>
                    <a:pt x="10608" y="2423"/>
                  </a:cubicBezTo>
                  <a:lnTo>
                    <a:pt x="11241" y="655"/>
                  </a:lnTo>
                  <a:cubicBezTo>
                    <a:pt x="11308" y="488"/>
                    <a:pt x="11208" y="255"/>
                    <a:pt x="11008" y="221"/>
                  </a:cubicBezTo>
                  <a:lnTo>
                    <a:pt x="10041" y="21"/>
                  </a:lnTo>
                  <a:cubicBezTo>
                    <a:pt x="9999" y="7"/>
                    <a:pt x="9956" y="1"/>
                    <a:pt x="991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7"/>
            <p:cNvSpPr/>
            <p:nvPr/>
          </p:nvSpPr>
          <p:spPr>
            <a:xfrm>
              <a:off x="2858975" y="2101425"/>
              <a:ext cx="314400" cy="995225"/>
            </a:xfrm>
            <a:custGeom>
              <a:avLst/>
              <a:gdLst/>
              <a:ahLst/>
              <a:cxnLst/>
              <a:rect l="l" t="t" r="r" b="b"/>
              <a:pathLst>
                <a:path w="12576" h="39809" extrusionOk="0">
                  <a:moveTo>
                    <a:pt x="11575" y="0"/>
                  </a:moveTo>
                  <a:cubicBezTo>
                    <a:pt x="3803" y="1134"/>
                    <a:pt x="0" y="8973"/>
                    <a:pt x="0" y="8973"/>
                  </a:cubicBezTo>
                  <a:cubicBezTo>
                    <a:pt x="0" y="8973"/>
                    <a:pt x="1768" y="20415"/>
                    <a:pt x="3069" y="27320"/>
                  </a:cubicBezTo>
                  <a:cubicBezTo>
                    <a:pt x="3736" y="31056"/>
                    <a:pt x="4737" y="37394"/>
                    <a:pt x="5337" y="38761"/>
                  </a:cubicBezTo>
                  <a:cubicBezTo>
                    <a:pt x="5723" y="39581"/>
                    <a:pt x="7120" y="39808"/>
                    <a:pt x="8267" y="39808"/>
                  </a:cubicBezTo>
                  <a:cubicBezTo>
                    <a:pt x="8707" y="39808"/>
                    <a:pt x="9111" y="39775"/>
                    <a:pt x="9407" y="39729"/>
                  </a:cubicBezTo>
                  <a:cubicBezTo>
                    <a:pt x="12309" y="39262"/>
                    <a:pt x="12075" y="35125"/>
                    <a:pt x="12342" y="29822"/>
                  </a:cubicBezTo>
                  <a:cubicBezTo>
                    <a:pt x="12576" y="24518"/>
                    <a:pt x="12376" y="5804"/>
                    <a:pt x="115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7"/>
            <p:cNvSpPr/>
            <p:nvPr/>
          </p:nvSpPr>
          <p:spPr>
            <a:xfrm>
              <a:off x="2904825" y="3760100"/>
              <a:ext cx="533750" cy="189850"/>
            </a:xfrm>
            <a:custGeom>
              <a:avLst/>
              <a:gdLst/>
              <a:ahLst/>
              <a:cxnLst/>
              <a:rect l="l" t="t" r="r" b="b"/>
              <a:pathLst>
                <a:path w="21350" h="7594" extrusionOk="0">
                  <a:moveTo>
                    <a:pt x="434" y="1"/>
                  </a:moveTo>
                  <a:cubicBezTo>
                    <a:pt x="434" y="1"/>
                    <a:pt x="1" y="1268"/>
                    <a:pt x="334" y="2035"/>
                  </a:cubicBezTo>
                  <a:cubicBezTo>
                    <a:pt x="668" y="2803"/>
                    <a:pt x="2736" y="3670"/>
                    <a:pt x="4337" y="3803"/>
                  </a:cubicBezTo>
                  <a:cubicBezTo>
                    <a:pt x="5972" y="3937"/>
                    <a:pt x="7239" y="4137"/>
                    <a:pt x="8473" y="5004"/>
                  </a:cubicBezTo>
                  <a:cubicBezTo>
                    <a:pt x="10408" y="6439"/>
                    <a:pt x="12710" y="7306"/>
                    <a:pt x="15145" y="7539"/>
                  </a:cubicBezTo>
                  <a:cubicBezTo>
                    <a:pt x="15505" y="7577"/>
                    <a:pt x="15856" y="7593"/>
                    <a:pt x="16195" y="7593"/>
                  </a:cubicBezTo>
                  <a:cubicBezTo>
                    <a:pt x="18896" y="7593"/>
                    <a:pt x="20842" y="6520"/>
                    <a:pt x="21049" y="6105"/>
                  </a:cubicBezTo>
                  <a:cubicBezTo>
                    <a:pt x="21316" y="5638"/>
                    <a:pt x="21349" y="5071"/>
                    <a:pt x="21182" y="4537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7"/>
            <p:cNvSpPr/>
            <p:nvPr/>
          </p:nvSpPr>
          <p:spPr>
            <a:xfrm>
              <a:off x="2906500" y="3645350"/>
              <a:ext cx="542900" cy="275050"/>
            </a:xfrm>
            <a:custGeom>
              <a:avLst/>
              <a:gdLst/>
              <a:ahLst/>
              <a:cxnLst/>
              <a:rect l="l" t="t" r="r" b="b"/>
              <a:pathLst>
                <a:path w="21716" h="11002" extrusionOk="0">
                  <a:moveTo>
                    <a:pt x="10184" y="1"/>
                  </a:moveTo>
                  <a:cubicBezTo>
                    <a:pt x="10056" y="1"/>
                    <a:pt x="9929" y="9"/>
                    <a:pt x="9807" y="21"/>
                  </a:cubicBezTo>
                  <a:cubicBezTo>
                    <a:pt x="9507" y="87"/>
                    <a:pt x="9207" y="154"/>
                    <a:pt x="8907" y="254"/>
                  </a:cubicBezTo>
                  <a:cubicBezTo>
                    <a:pt x="7406" y="821"/>
                    <a:pt x="6138" y="2122"/>
                    <a:pt x="4570" y="2523"/>
                  </a:cubicBezTo>
                  <a:cubicBezTo>
                    <a:pt x="4125" y="2602"/>
                    <a:pt x="3671" y="2644"/>
                    <a:pt x="3221" y="2644"/>
                  </a:cubicBezTo>
                  <a:cubicBezTo>
                    <a:pt x="2728" y="2644"/>
                    <a:pt x="2239" y="2594"/>
                    <a:pt x="1768" y="2489"/>
                  </a:cubicBezTo>
                  <a:cubicBezTo>
                    <a:pt x="1618" y="2472"/>
                    <a:pt x="1426" y="2439"/>
                    <a:pt x="1247" y="2439"/>
                  </a:cubicBezTo>
                  <a:cubicBezTo>
                    <a:pt x="1068" y="2439"/>
                    <a:pt x="901" y="2472"/>
                    <a:pt x="801" y="2589"/>
                  </a:cubicBezTo>
                  <a:cubicBezTo>
                    <a:pt x="701" y="2723"/>
                    <a:pt x="634" y="2889"/>
                    <a:pt x="601" y="3090"/>
                  </a:cubicBezTo>
                  <a:cubicBezTo>
                    <a:pt x="534" y="3290"/>
                    <a:pt x="501" y="3523"/>
                    <a:pt x="434" y="3723"/>
                  </a:cubicBezTo>
                  <a:cubicBezTo>
                    <a:pt x="301" y="4224"/>
                    <a:pt x="0" y="5091"/>
                    <a:pt x="334" y="5591"/>
                  </a:cubicBezTo>
                  <a:cubicBezTo>
                    <a:pt x="1301" y="6826"/>
                    <a:pt x="4270" y="7326"/>
                    <a:pt x="5838" y="7526"/>
                  </a:cubicBezTo>
                  <a:cubicBezTo>
                    <a:pt x="8306" y="7760"/>
                    <a:pt x="10341" y="9828"/>
                    <a:pt x="12209" y="10428"/>
                  </a:cubicBezTo>
                  <a:cubicBezTo>
                    <a:pt x="13502" y="10843"/>
                    <a:pt x="14777" y="11002"/>
                    <a:pt x="15932" y="11002"/>
                  </a:cubicBezTo>
                  <a:cubicBezTo>
                    <a:pt x="17847" y="11002"/>
                    <a:pt x="19437" y="10565"/>
                    <a:pt x="20248" y="10128"/>
                  </a:cubicBezTo>
                  <a:cubicBezTo>
                    <a:pt x="21716" y="9294"/>
                    <a:pt x="21616" y="7126"/>
                    <a:pt x="20348" y="6225"/>
                  </a:cubicBezTo>
                  <a:cubicBezTo>
                    <a:pt x="19514" y="5625"/>
                    <a:pt x="18013" y="5258"/>
                    <a:pt x="16912" y="4724"/>
                  </a:cubicBezTo>
                  <a:cubicBezTo>
                    <a:pt x="15845" y="4224"/>
                    <a:pt x="15511" y="3990"/>
                    <a:pt x="14444" y="3390"/>
                  </a:cubicBezTo>
                  <a:cubicBezTo>
                    <a:pt x="13744" y="3023"/>
                    <a:pt x="13110" y="2556"/>
                    <a:pt x="12509" y="2022"/>
                  </a:cubicBezTo>
                  <a:cubicBezTo>
                    <a:pt x="11876" y="1455"/>
                    <a:pt x="11742" y="388"/>
                    <a:pt x="10841" y="87"/>
                  </a:cubicBezTo>
                  <a:cubicBezTo>
                    <a:pt x="10630" y="24"/>
                    <a:pt x="10405" y="1"/>
                    <a:pt x="1018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7"/>
            <p:cNvSpPr/>
            <p:nvPr/>
          </p:nvSpPr>
          <p:spPr>
            <a:xfrm>
              <a:off x="3283425" y="3815150"/>
              <a:ext cx="163475" cy="104825"/>
            </a:xfrm>
            <a:custGeom>
              <a:avLst/>
              <a:gdLst/>
              <a:ahLst/>
              <a:cxnLst/>
              <a:rect l="l" t="t" r="r" b="b"/>
              <a:pathLst>
                <a:path w="6539" h="4193" extrusionOk="0">
                  <a:moveTo>
                    <a:pt x="5805" y="0"/>
                  </a:moveTo>
                  <a:lnTo>
                    <a:pt x="5805" y="0"/>
                  </a:lnTo>
                  <a:cubicBezTo>
                    <a:pt x="4704" y="1435"/>
                    <a:pt x="3036" y="1335"/>
                    <a:pt x="2136" y="1668"/>
                  </a:cubicBezTo>
                  <a:cubicBezTo>
                    <a:pt x="1769" y="1802"/>
                    <a:pt x="1902" y="2502"/>
                    <a:pt x="1835" y="3236"/>
                  </a:cubicBezTo>
                  <a:cubicBezTo>
                    <a:pt x="1769" y="3836"/>
                    <a:pt x="1035" y="4070"/>
                    <a:pt x="1" y="4170"/>
                  </a:cubicBezTo>
                  <a:cubicBezTo>
                    <a:pt x="272" y="4186"/>
                    <a:pt x="537" y="4193"/>
                    <a:pt x="797" y="4193"/>
                  </a:cubicBezTo>
                  <a:cubicBezTo>
                    <a:pt x="2744" y="4193"/>
                    <a:pt x="4347" y="3777"/>
                    <a:pt x="5171" y="3336"/>
                  </a:cubicBezTo>
                  <a:cubicBezTo>
                    <a:pt x="6405" y="2669"/>
                    <a:pt x="6539" y="1034"/>
                    <a:pt x="580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2914825" y="3014300"/>
              <a:ext cx="304425" cy="770725"/>
            </a:xfrm>
            <a:custGeom>
              <a:avLst/>
              <a:gdLst/>
              <a:ahLst/>
              <a:cxnLst/>
              <a:rect l="l" t="t" r="r" b="b"/>
              <a:pathLst>
                <a:path w="12177" h="30829" extrusionOk="0">
                  <a:moveTo>
                    <a:pt x="4950" y="1"/>
                  </a:moveTo>
                  <a:cubicBezTo>
                    <a:pt x="3313" y="1"/>
                    <a:pt x="2910" y="1181"/>
                    <a:pt x="2670" y="2713"/>
                  </a:cubicBezTo>
                  <a:cubicBezTo>
                    <a:pt x="2403" y="4414"/>
                    <a:pt x="168" y="26697"/>
                    <a:pt x="101" y="27898"/>
                  </a:cubicBezTo>
                  <a:cubicBezTo>
                    <a:pt x="1" y="29065"/>
                    <a:pt x="2069" y="30366"/>
                    <a:pt x="4137" y="30800"/>
                  </a:cubicBezTo>
                  <a:cubicBezTo>
                    <a:pt x="4228" y="30819"/>
                    <a:pt x="4316" y="30828"/>
                    <a:pt x="4403" y="30828"/>
                  </a:cubicBezTo>
                  <a:cubicBezTo>
                    <a:pt x="6312" y="30828"/>
                    <a:pt x="7494" y="26471"/>
                    <a:pt x="9408" y="25897"/>
                  </a:cubicBezTo>
                  <a:cubicBezTo>
                    <a:pt x="9690" y="25814"/>
                    <a:pt x="9926" y="25777"/>
                    <a:pt x="10128" y="25777"/>
                  </a:cubicBezTo>
                  <a:cubicBezTo>
                    <a:pt x="11074" y="25777"/>
                    <a:pt x="11297" y="26577"/>
                    <a:pt x="12176" y="27264"/>
                  </a:cubicBezTo>
                  <a:lnTo>
                    <a:pt x="9208" y="812"/>
                  </a:lnTo>
                  <a:lnTo>
                    <a:pt x="5538" y="45"/>
                  </a:lnTo>
                  <a:cubicBezTo>
                    <a:pt x="5326" y="15"/>
                    <a:pt x="5131" y="1"/>
                    <a:pt x="495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3017425" y="2933675"/>
              <a:ext cx="176800" cy="204650"/>
            </a:xfrm>
            <a:custGeom>
              <a:avLst/>
              <a:gdLst/>
              <a:ahLst/>
              <a:cxnLst/>
              <a:rect l="l" t="t" r="r" b="b"/>
              <a:pathLst>
                <a:path w="7072" h="8186" extrusionOk="0">
                  <a:moveTo>
                    <a:pt x="3521" y="0"/>
                  </a:moveTo>
                  <a:cubicBezTo>
                    <a:pt x="890" y="0"/>
                    <a:pt x="0" y="2746"/>
                    <a:pt x="67" y="4404"/>
                  </a:cubicBezTo>
                  <a:cubicBezTo>
                    <a:pt x="163" y="6003"/>
                    <a:pt x="1056" y="8185"/>
                    <a:pt x="3365" y="8185"/>
                  </a:cubicBezTo>
                  <a:cubicBezTo>
                    <a:pt x="3464" y="8185"/>
                    <a:pt x="3565" y="8181"/>
                    <a:pt x="3669" y="8173"/>
                  </a:cubicBezTo>
                  <a:cubicBezTo>
                    <a:pt x="7072" y="7906"/>
                    <a:pt x="6671" y="167"/>
                    <a:pt x="3569" y="1"/>
                  </a:cubicBezTo>
                  <a:cubicBezTo>
                    <a:pt x="3553" y="0"/>
                    <a:pt x="3537" y="0"/>
                    <a:pt x="352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7"/>
            <p:cNvSpPr/>
            <p:nvPr/>
          </p:nvSpPr>
          <p:spPr>
            <a:xfrm>
              <a:off x="3017425" y="2933675"/>
              <a:ext cx="176800" cy="204650"/>
            </a:xfrm>
            <a:custGeom>
              <a:avLst/>
              <a:gdLst/>
              <a:ahLst/>
              <a:cxnLst/>
              <a:rect l="l" t="t" r="r" b="b"/>
              <a:pathLst>
                <a:path w="7072" h="8186" extrusionOk="0">
                  <a:moveTo>
                    <a:pt x="3521" y="0"/>
                  </a:moveTo>
                  <a:cubicBezTo>
                    <a:pt x="890" y="0"/>
                    <a:pt x="0" y="2746"/>
                    <a:pt x="67" y="4404"/>
                  </a:cubicBezTo>
                  <a:cubicBezTo>
                    <a:pt x="163" y="6003"/>
                    <a:pt x="1056" y="8185"/>
                    <a:pt x="3365" y="8185"/>
                  </a:cubicBezTo>
                  <a:cubicBezTo>
                    <a:pt x="3464" y="8185"/>
                    <a:pt x="3565" y="8181"/>
                    <a:pt x="3669" y="8173"/>
                  </a:cubicBezTo>
                  <a:cubicBezTo>
                    <a:pt x="7072" y="7906"/>
                    <a:pt x="6671" y="167"/>
                    <a:pt x="3569" y="1"/>
                  </a:cubicBezTo>
                  <a:cubicBezTo>
                    <a:pt x="3553" y="0"/>
                    <a:pt x="3537" y="0"/>
                    <a:pt x="3521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7"/>
            <p:cNvSpPr/>
            <p:nvPr/>
          </p:nvSpPr>
          <p:spPr>
            <a:xfrm>
              <a:off x="2924850" y="3156350"/>
              <a:ext cx="148450" cy="496200"/>
            </a:xfrm>
            <a:custGeom>
              <a:avLst/>
              <a:gdLst/>
              <a:ahLst/>
              <a:cxnLst/>
              <a:rect l="l" t="t" r="r" b="b"/>
              <a:pathLst>
                <a:path w="5938" h="19848" extrusionOk="0">
                  <a:moveTo>
                    <a:pt x="1935" y="0"/>
                  </a:moveTo>
                  <a:cubicBezTo>
                    <a:pt x="1935" y="167"/>
                    <a:pt x="1902" y="367"/>
                    <a:pt x="1868" y="534"/>
                  </a:cubicBezTo>
                  <a:cubicBezTo>
                    <a:pt x="2669" y="1301"/>
                    <a:pt x="3636" y="1835"/>
                    <a:pt x="4670" y="2068"/>
                  </a:cubicBezTo>
                  <a:lnTo>
                    <a:pt x="4737" y="2102"/>
                  </a:lnTo>
                  <a:cubicBezTo>
                    <a:pt x="5437" y="2302"/>
                    <a:pt x="5504" y="2335"/>
                    <a:pt x="5371" y="5337"/>
                  </a:cubicBezTo>
                  <a:cubicBezTo>
                    <a:pt x="5104" y="10608"/>
                    <a:pt x="4403" y="16245"/>
                    <a:pt x="4003" y="18547"/>
                  </a:cubicBezTo>
                  <a:cubicBezTo>
                    <a:pt x="4003" y="18847"/>
                    <a:pt x="3836" y="19147"/>
                    <a:pt x="3603" y="19314"/>
                  </a:cubicBezTo>
                  <a:cubicBezTo>
                    <a:pt x="3453" y="19389"/>
                    <a:pt x="3282" y="19432"/>
                    <a:pt x="3114" y="19432"/>
                  </a:cubicBezTo>
                  <a:cubicBezTo>
                    <a:pt x="2982" y="19432"/>
                    <a:pt x="2853" y="19406"/>
                    <a:pt x="2736" y="19347"/>
                  </a:cubicBezTo>
                  <a:cubicBezTo>
                    <a:pt x="1768" y="19080"/>
                    <a:pt x="567" y="18647"/>
                    <a:pt x="34" y="18447"/>
                  </a:cubicBezTo>
                  <a:cubicBezTo>
                    <a:pt x="34" y="18580"/>
                    <a:pt x="0" y="18713"/>
                    <a:pt x="0" y="18847"/>
                  </a:cubicBezTo>
                  <a:cubicBezTo>
                    <a:pt x="567" y="19080"/>
                    <a:pt x="1701" y="19514"/>
                    <a:pt x="2602" y="19748"/>
                  </a:cubicBezTo>
                  <a:cubicBezTo>
                    <a:pt x="2802" y="19814"/>
                    <a:pt x="2969" y="19848"/>
                    <a:pt x="3169" y="19848"/>
                  </a:cubicBezTo>
                  <a:cubicBezTo>
                    <a:pt x="3403" y="19848"/>
                    <a:pt x="3636" y="19781"/>
                    <a:pt x="3836" y="19647"/>
                  </a:cubicBezTo>
                  <a:cubicBezTo>
                    <a:pt x="4170" y="19414"/>
                    <a:pt x="4370" y="19047"/>
                    <a:pt x="4403" y="18613"/>
                  </a:cubicBezTo>
                  <a:cubicBezTo>
                    <a:pt x="4804" y="16312"/>
                    <a:pt x="5504" y="10641"/>
                    <a:pt x="5771" y="5371"/>
                  </a:cubicBezTo>
                  <a:cubicBezTo>
                    <a:pt x="5938" y="2268"/>
                    <a:pt x="5871" y="2001"/>
                    <a:pt x="4870" y="1701"/>
                  </a:cubicBezTo>
                  <a:lnTo>
                    <a:pt x="4804" y="1668"/>
                  </a:lnTo>
                  <a:cubicBezTo>
                    <a:pt x="3369" y="1234"/>
                    <a:pt x="2469" y="734"/>
                    <a:pt x="193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7"/>
            <p:cNvSpPr/>
            <p:nvPr/>
          </p:nvSpPr>
          <p:spPr>
            <a:xfrm>
              <a:off x="2540400" y="1909600"/>
              <a:ext cx="622150" cy="514900"/>
            </a:xfrm>
            <a:custGeom>
              <a:avLst/>
              <a:gdLst/>
              <a:ahLst/>
              <a:cxnLst/>
              <a:rect l="l" t="t" r="r" b="b"/>
              <a:pathLst>
                <a:path w="24886" h="20596" extrusionOk="0">
                  <a:moveTo>
                    <a:pt x="13102" y="1"/>
                  </a:moveTo>
                  <a:cubicBezTo>
                    <a:pt x="2334" y="1"/>
                    <a:pt x="2230" y="2588"/>
                    <a:pt x="1302" y="5538"/>
                  </a:cubicBezTo>
                  <a:cubicBezTo>
                    <a:pt x="501" y="8040"/>
                    <a:pt x="1" y="12844"/>
                    <a:pt x="1168" y="13044"/>
                  </a:cubicBezTo>
                  <a:cubicBezTo>
                    <a:pt x="1635" y="12010"/>
                    <a:pt x="2736" y="11242"/>
                    <a:pt x="4470" y="11242"/>
                  </a:cubicBezTo>
                  <a:cubicBezTo>
                    <a:pt x="6372" y="11242"/>
                    <a:pt x="9374" y="12410"/>
                    <a:pt x="11175" y="14745"/>
                  </a:cubicBezTo>
                  <a:cubicBezTo>
                    <a:pt x="12977" y="17047"/>
                    <a:pt x="12843" y="20449"/>
                    <a:pt x="12843" y="20449"/>
                  </a:cubicBezTo>
                  <a:cubicBezTo>
                    <a:pt x="13126" y="20549"/>
                    <a:pt x="13450" y="20595"/>
                    <a:pt x="13802" y="20595"/>
                  </a:cubicBezTo>
                  <a:cubicBezTo>
                    <a:pt x="15439" y="20595"/>
                    <a:pt x="17657" y="19595"/>
                    <a:pt x="18947" y="18414"/>
                  </a:cubicBezTo>
                  <a:cubicBezTo>
                    <a:pt x="20949" y="16580"/>
                    <a:pt x="22517" y="14745"/>
                    <a:pt x="23551" y="12477"/>
                  </a:cubicBezTo>
                  <a:cubicBezTo>
                    <a:pt x="24084" y="11342"/>
                    <a:pt x="24485" y="10142"/>
                    <a:pt x="24718" y="8874"/>
                  </a:cubicBezTo>
                  <a:cubicBezTo>
                    <a:pt x="24885" y="7606"/>
                    <a:pt x="24852" y="6306"/>
                    <a:pt x="24618" y="5005"/>
                  </a:cubicBezTo>
                  <a:cubicBezTo>
                    <a:pt x="23784" y="301"/>
                    <a:pt x="16879" y="1"/>
                    <a:pt x="13310" y="1"/>
                  </a:cubicBezTo>
                  <a:cubicBezTo>
                    <a:pt x="13240" y="1"/>
                    <a:pt x="13171" y="1"/>
                    <a:pt x="1310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7"/>
            <p:cNvSpPr/>
            <p:nvPr/>
          </p:nvSpPr>
          <p:spPr>
            <a:xfrm>
              <a:off x="2597100" y="1917950"/>
              <a:ext cx="543750" cy="224350"/>
            </a:xfrm>
            <a:custGeom>
              <a:avLst/>
              <a:gdLst/>
              <a:ahLst/>
              <a:cxnLst/>
              <a:rect l="l" t="t" r="r" b="b"/>
              <a:pathLst>
                <a:path w="21750" h="8974" extrusionOk="0">
                  <a:moveTo>
                    <a:pt x="11109" y="1"/>
                  </a:moveTo>
                  <a:cubicBezTo>
                    <a:pt x="4804" y="1"/>
                    <a:pt x="1268" y="835"/>
                    <a:pt x="435" y="3436"/>
                  </a:cubicBezTo>
                  <a:cubicBezTo>
                    <a:pt x="1" y="4771"/>
                    <a:pt x="1936" y="8940"/>
                    <a:pt x="10842" y="8974"/>
                  </a:cubicBezTo>
                  <a:cubicBezTo>
                    <a:pt x="19415" y="8974"/>
                    <a:pt x="21750" y="6005"/>
                    <a:pt x="21283" y="4070"/>
                  </a:cubicBezTo>
                  <a:cubicBezTo>
                    <a:pt x="20816" y="2135"/>
                    <a:pt x="18681" y="1"/>
                    <a:pt x="11109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7"/>
            <p:cNvSpPr/>
            <p:nvPr/>
          </p:nvSpPr>
          <p:spPr>
            <a:xfrm>
              <a:off x="2931650" y="1196875"/>
              <a:ext cx="940550" cy="621100"/>
            </a:xfrm>
            <a:custGeom>
              <a:avLst/>
              <a:gdLst/>
              <a:ahLst/>
              <a:cxnLst/>
              <a:rect l="l" t="t" r="r" b="b"/>
              <a:pathLst>
                <a:path w="37622" h="24844" extrusionOk="0">
                  <a:moveTo>
                    <a:pt x="4454" y="1"/>
                  </a:moveTo>
                  <a:cubicBezTo>
                    <a:pt x="4058" y="1"/>
                    <a:pt x="3640" y="41"/>
                    <a:pt x="3197" y="123"/>
                  </a:cubicBezTo>
                  <a:cubicBezTo>
                    <a:pt x="1" y="858"/>
                    <a:pt x="725" y="5454"/>
                    <a:pt x="3756" y="5454"/>
                  </a:cubicBezTo>
                  <a:cubicBezTo>
                    <a:pt x="3888" y="5454"/>
                    <a:pt x="4024" y="5445"/>
                    <a:pt x="4165" y="5427"/>
                  </a:cubicBezTo>
                  <a:lnTo>
                    <a:pt x="4365" y="5393"/>
                  </a:lnTo>
                  <a:cubicBezTo>
                    <a:pt x="4565" y="5560"/>
                    <a:pt x="5099" y="6194"/>
                    <a:pt x="6066" y="8129"/>
                  </a:cubicBezTo>
                  <a:cubicBezTo>
                    <a:pt x="6700" y="9496"/>
                    <a:pt x="7234" y="10764"/>
                    <a:pt x="7701" y="11931"/>
                  </a:cubicBezTo>
                  <a:cubicBezTo>
                    <a:pt x="10436" y="18303"/>
                    <a:pt x="11937" y="21805"/>
                    <a:pt x="16340" y="23973"/>
                  </a:cubicBezTo>
                  <a:cubicBezTo>
                    <a:pt x="17664" y="24572"/>
                    <a:pt x="19106" y="24843"/>
                    <a:pt x="20556" y="24843"/>
                  </a:cubicBezTo>
                  <a:cubicBezTo>
                    <a:pt x="20641" y="24843"/>
                    <a:pt x="20725" y="24843"/>
                    <a:pt x="20810" y="24841"/>
                  </a:cubicBezTo>
                  <a:cubicBezTo>
                    <a:pt x="26147" y="24841"/>
                    <a:pt x="33119" y="22306"/>
                    <a:pt x="36488" y="19203"/>
                  </a:cubicBezTo>
                  <a:cubicBezTo>
                    <a:pt x="37555" y="18203"/>
                    <a:pt x="37622" y="16501"/>
                    <a:pt x="36621" y="15401"/>
                  </a:cubicBezTo>
                  <a:cubicBezTo>
                    <a:pt x="36097" y="14824"/>
                    <a:pt x="35382" y="14532"/>
                    <a:pt x="34661" y="14532"/>
                  </a:cubicBezTo>
                  <a:cubicBezTo>
                    <a:pt x="34004" y="14532"/>
                    <a:pt x="33343" y="14774"/>
                    <a:pt x="32819" y="15267"/>
                  </a:cubicBezTo>
                  <a:cubicBezTo>
                    <a:pt x="30167" y="17731"/>
                    <a:pt x="24225" y="19507"/>
                    <a:pt x="20743" y="19507"/>
                  </a:cubicBezTo>
                  <a:cubicBezTo>
                    <a:pt x="19888" y="19507"/>
                    <a:pt x="19182" y="19400"/>
                    <a:pt x="18708" y="19170"/>
                  </a:cubicBezTo>
                  <a:cubicBezTo>
                    <a:pt x="16240" y="17902"/>
                    <a:pt x="15306" y="15934"/>
                    <a:pt x="12671" y="9797"/>
                  </a:cubicBezTo>
                  <a:cubicBezTo>
                    <a:pt x="12170" y="8629"/>
                    <a:pt x="11603" y="7328"/>
                    <a:pt x="10970" y="5894"/>
                  </a:cubicBezTo>
                  <a:cubicBezTo>
                    <a:pt x="10970" y="5860"/>
                    <a:pt x="10970" y="5827"/>
                    <a:pt x="10936" y="5794"/>
                  </a:cubicBezTo>
                  <a:cubicBezTo>
                    <a:pt x="9199" y="2261"/>
                    <a:pt x="7436" y="1"/>
                    <a:pt x="445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7"/>
            <p:cNvSpPr/>
            <p:nvPr/>
          </p:nvSpPr>
          <p:spPr>
            <a:xfrm>
              <a:off x="3875525" y="1321275"/>
              <a:ext cx="122350" cy="168900"/>
            </a:xfrm>
            <a:custGeom>
              <a:avLst/>
              <a:gdLst/>
              <a:ahLst/>
              <a:cxnLst/>
              <a:rect l="l" t="t" r="r" b="b"/>
              <a:pathLst>
                <a:path w="4894" h="6756" extrusionOk="0">
                  <a:moveTo>
                    <a:pt x="3648" y="0"/>
                  </a:moveTo>
                  <a:cubicBezTo>
                    <a:pt x="3474" y="0"/>
                    <a:pt x="3287" y="65"/>
                    <a:pt x="3103" y="217"/>
                  </a:cubicBezTo>
                  <a:cubicBezTo>
                    <a:pt x="2102" y="818"/>
                    <a:pt x="1301" y="1752"/>
                    <a:pt x="768" y="2819"/>
                  </a:cubicBezTo>
                  <a:cubicBezTo>
                    <a:pt x="367" y="3787"/>
                    <a:pt x="134" y="4787"/>
                    <a:pt x="67" y="5855"/>
                  </a:cubicBezTo>
                  <a:cubicBezTo>
                    <a:pt x="0" y="6288"/>
                    <a:pt x="334" y="6689"/>
                    <a:pt x="801" y="6755"/>
                  </a:cubicBezTo>
                  <a:lnTo>
                    <a:pt x="901" y="6755"/>
                  </a:lnTo>
                  <a:cubicBezTo>
                    <a:pt x="1301" y="6755"/>
                    <a:pt x="1635" y="6455"/>
                    <a:pt x="1702" y="6021"/>
                  </a:cubicBezTo>
                  <a:cubicBezTo>
                    <a:pt x="1735" y="5154"/>
                    <a:pt x="1968" y="4287"/>
                    <a:pt x="2302" y="3453"/>
                  </a:cubicBezTo>
                  <a:cubicBezTo>
                    <a:pt x="2669" y="2686"/>
                    <a:pt x="3269" y="2052"/>
                    <a:pt x="4003" y="1585"/>
                  </a:cubicBezTo>
                  <a:cubicBezTo>
                    <a:pt x="4894" y="1153"/>
                    <a:pt x="4387" y="0"/>
                    <a:pt x="364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7"/>
            <p:cNvSpPr/>
            <p:nvPr/>
          </p:nvSpPr>
          <p:spPr>
            <a:xfrm>
              <a:off x="3900550" y="1408300"/>
              <a:ext cx="157625" cy="136075"/>
            </a:xfrm>
            <a:custGeom>
              <a:avLst/>
              <a:gdLst/>
              <a:ahLst/>
              <a:cxnLst/>
              <a:rect l="l" t="t" r="r" b="b"/>
              <a:pathLst>
                <a:path w="6305" h="5443" extrusionOk="0">
                  <a:moveTo>
                    <a:pt x="5138" y="0"/>
                  </a:moveTo>
                  <a:cubicBezTo>
                    <a:pt x="5105" y="0"/>
                    <a:pt x="5071" y="2"/>
                    <a:pt x="5037" y="5"/>
                  </a:cubicBezTo>
                  <a:cubicBezTo>
                    <a:pt x="3870" y="239"/>
                    <a:pt x="2802" y="806"/>
                    <a:pt x="1935" y="1640"/>
                  </a:cubicBezTo>
                  <a:cubicBezTo>
                    <a:pt x="1234" y="2407"/>
                    <a:pt x="634" y="3274"/>
                    <a:pt x="200" y="4208"/>
                  </a:cubicBezTo>
                  <a:cubicBezTo>
                    <a:pt x="0" y="4642"/>
                    <a:pt x="167" y="5109"/>
                    <a:pt x="567" y="5342"/>
                  </a:cubicBezTo>
                  <a:cubicBezTo>
                    <a:pt x="667" y="5409"/>
                    <a:pt x="801" y="5443"/>
                    <a:pt x="934" y="5443"/>
                  </a:cubicBezTo>
                  <a:cubicBezTo>
                    <a:pt x="1268" y="5443"/>
                    <a:pt x="1535" y="5242"/>
                    <a:pt x="1668" y="4976"/>
                  </a:cubicBezTo>
                  <a:cubicBezTo>
                    <a:pt x="2035" y="4175"/>
                    <a:pt x="2535" y="3408"/>
                    <a:pt x="3136" y="2774"/>
                  </a:cubicBezTo>
                  <a:cubicBezTo>
                    <a:pt x="3769" y="2207"/>
                    <a:pt x="4537" y="1807"/>
                    <a:pt x="5371" y="1640"/>
                  </a:cubicBezTo>
                  <a:cubicBezTo>
                    <a:pt x="6305" y="1318"/>
                    <a:pt x="6057" y="0"/>
                    <a:pt x="513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7"/>
            <p:cNvSpPr/>
            <p:nvPr/>
          </p:nvSpPr>
          <p:spPr>
            <a:xfrm>
              <a:off x="3739600" y="1455950"/>
              <a:ext cx="231025" cy="231025"/>
            </a:xfrm>
            <a:custGeom>
              <a:avLst/>
              <a:gdLst/>
              <a:ahLst/>
              <a:cxnLst/>
              <a:rect l="l" t="t" r="r" b="b"/>
              <a:pathLst>
                <a:path w="9241" h="9241" extrusionOk="0">
                  <a:moveTo>
                    <a:pt x="4637" y="1"/>
                  </a:moveTo>
                  <a:cubicBezTo>
                    <a:pt x="2068" y="1"/>
                    <a:pt x="0" y="2069"/>
                    <a:pt x="0" y="4637"/>
                  </a:cubicBezTo>
                  <a:cubicBezTo>
                    <a:pt x="0" y="7172"/>
                    <a:pt x="2068" y="9241"/>
                    <a:pt x="4637" y="9241"/>
                  </a:cubicBezTo>
                  <a:cubicBezTo>
                    <a:pt x="7172" y="9241"/>
                    <a:pt x="9240" y="7172"/>
                    <a:pt x="9240" y="4637"/>
                  </a:cubicBezTo>
                  <a:cubicBezTo>
                    <a:pt x="9240" y="2069"/>
                    <a:pt x="7172" y="1"/>
                    <a:pt x="463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7"/>
            <p:cNvSpPr/>
            <p:nvPr/>
          </p:nvSpPr>
          <p:spPr>
            <a:xfrm>
              <a:off x="3725425" y="1435400"/>
              <a:ext cx="86750" cy="123975"/>
            </a:xfrm>
            <a:custGeom>
              <a:avLst/>
              <a:gdLst/>
              <a:ahLst/>
              <a:cxnLst/>
              <a:rect l="l" t="t" r="r" b="b"/>
              <a:pathLst>
                <a:path w="3470" h="4959" extrusionOk="0">
                  <a:moveTo>
                    <a:pt x="1024" y="0"/>
                  </a:moveTo>
                  <a:cubicBezTo>
                    <a:pt x="635" y="0"/>
                    <a:pt x="267" y="193"/>
                    <a:pt x="267" y="623"/>
                  </a:cubicBezTo>
                  <a:cubicBezTo>
                    <a:pt x="0" y="2824"/>
                    <a:pt x="567" y="4258"/>
                    <a:pt x="2035" y="4892"/>
                  </a:cubicBezTo>
                  <a:cubicBezTo>
                    <a:pt x="2135" y="4926"/>
                    <a:pt x="2235" y="4926"/>
                    <a:pt x="2368" y="4959"/>
                  </a:cubicBezTo>
                  <a:cubicBezTo>
                    <a:pt x="3236" y="4926"/>
                    <a:pt x="3469" y="3725"/>
                    <a:pt x="2669" y="3358"/>
                  </a:cubicBezTo>
                  <a:cubicBezTo>
                    <a:pt x="2202" y="3158"/>
                    <a:pt x="1668" y="2657"/>
                    <a:pt x="1901" y="823"/>
                  </a:cubicBezTo>
                  <a:cubicBezTo>
                    <a:pt x="2031" y="303"/>
                    <a:pt x="1511" y="0"/>
                    <a:pt x="102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7"/>
            <p:cNvSpPr/>
            <p:nvPr/>
          </p:nvSpPr>
          <p:spPr>
            <a:xfrm>
              <a:off x="3809650" y="1309900"/>
              <a:ext cx="74300" cy="181950"/>
            </a:xfrm>
            <a:custGeom>
              <a:avLst/>
              <a:gdLst/>
              <a:ahLst/>
              <a:cxnLst/>
              <a:rect l="l" t="t" r="r" b="b"/>
              <a:pathLst>
                <a:path w="2972" h="7278" extrusionOk="0">
                  <a:moveTo>
                    <a:pt x="1643" y="1"/>
                  </a:moveTo>
                  <a:cubicBezTo>
                    <a:pt x="1436" y="1"/>
                    <a:pt x="1247" y="89"/>
                    <a:pt x="1134" y="305"/>
                  </a:cubicBezTo>
                  <a:cubicBezTo>
                    <a:pt x="467" y="1273"/>
                    <a:pt x="100" y="2440"/>
                    <a:pt x="34" y="3608"/>
                  </a:cubicBezTo>
                  <a:cubicBezTo>
                    <a:pt x="0" y="4642"/>
                    <a:pt x="134" y="5709"/>
                    <a:pt x="467" y="6677"/>
                  </a:cubicBezTo>
                  <a:cubicBezTo>
                    <a:pt x="567" y="7044"/>
                    <a:pt x="901" y="7277"/>
                    <a:pt x="1268" y="7277"/>
                  </a:cubicBezTo>
                  <a:cubicBezTo>
                    <a:pt x="1334" y="7277"/>
                    <a:pt x="1401" y="7277"/>
                    <a:pt x="1468" y="7244"/>
                  </a:cubicBezTo>
                  <a:cubicBezTo>
                    <a:pt x="1902" y="7110"/>
                    <a:pt x="2135" y="6643"/>
                    <a:pt x="2035" y="6210"/>
                  </a:cubicBezTo>
                  <a:cubicBezTo>
                    <a:pt x="1768" y="5376"/>
                    <a:pt x="1635" y="4508"/>
                    <a:pt x="1668" y="3641"/>
                  </a:cubicBezTo>
                  <a:cubicBezTo>
                    <a:pt x="1735" y="2774"/>
                    <a:pt x="2002" y="1940"/>
                    <a:pt x="2502" y="1239"/>
                  </a:cubicBezTo>
                  <a:cubicBezTo>
                    <a:pt x="2971" y="721"/>
                    <a:pt x="2233" y="1"/>
                    <a:pt x="16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7"/>
            <p:cNvSpPr/>
            <p:nvPr/>
          </p:nvSpPr>
          <p:spPr>
            <a:xfrm>
              <a:off x="2538725" y="2149875"/>
              <a:ext cx="360300" cy="956700"/>
            </a:xfrm>
            <a:custGeom>
              <a:avLst/>
              <a:gdLst/>
              <a:ahLst/>
              <a:cxnLst/>
              <a:rect l="l" t="t" r="r" b="b"/>
              <a:pathLst>
                <a:path w="14412" h="38268" extrusionOk="0">
                  <a:moveTo>
                    <a:pt x="5498" y="1"/>
                  </a:moveTo>
                  <a:cubicBezTo>
                    <a:pt x="3367" y="1"/>
                    <a:pt x="1637" y="1045"/>
                    <a:pt x="1235" y="3433"/>
                  </a:cubicBezTo>
                  <a:cubicBezTo>
                    <a:pt x="635" y="7002"/>
                    <a:pt x="1" y="31853"/>
                    <a:pt x="835" y="35356"/>
                  </a:cubicBezTo>
                  <a:cubicBezTo>
                    <a:pt x="1326" y="37420"/>
                    <a:pt x="2536" y="38267"/>
                    <a:pt x="3808" y="38267"/>
                  </a:cubicBezTo>
                  <a:cubicBezTo>
                    <a:pt x="4695" y="38267"/>
                    <a:pt x="5613" y="37856"/>
                    <a:pt x="6339" y="37157"/>
                  </a:cubicBezTo>
                  <a:cubicBezTo>
                    <a:pt x="8140" y="35456"/>
                    <a:pt x="12176" y="17743"/>
                    <a:pt x="12910" y="10838"/>
                  </a:cubicBezTo>
                  <a:cubicBezTo>
                    <a:pt x="14411" y="4734"/>
                    <a:pt x="12243" y="2165"/>
                    <a:pt x="8841" y="731"/>
                  </a:cubicBezTo>
                  <a:cubicBezTo>
                    <a:pt x="7703" y="256"/>
                    <a:pt x="6552" y="1"/>
                    <a:pt x="549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7"/>
            <p:cNvSpPr/>
            <p:nvPr/>
          </p:nvSpPr>
          <p:spPr>
            <a:xfrm>
              <a:off x="2411975" y="3918550"/>
              <a:ext cx="411150" cy="274875"/>
            </a:xfrm>
            <a:custGeom>
              <a:avLst/>
              <a:gdLst/>
              <a:ahLst/>
              <a:cxnLst/>
              <a:rect l="l" t="t" r="r" b="b"/>
              <a:pathLst>
                <a:path w="16446" h="10995" extrusionOk="0">
                  <a:moveTo>
                    <a:pt x="101" y="1"/>
                  </a:moveTo>
                  <a:lnTo>
                    <a:pt x="101" y="1"/>
                  </a:lnTo>
                  <a:cubicBezTo>
                    <a:pt x="1" y="668"/>
                    <a:pt x="101" y="1335"/>
                    <a:pt x="368" y="1935"/>
                  </a:cubicBezTo>
                  <a:cubicBezTo>
                    <a:pt x="668" y="2436"/>
                    <a:pt x="1502" y="2903"/>
                    <a:pt x="1769" y="3670"/>
                  </a:cubicBezTo>
                  <a:cubicBezTo>
                    <a:pt x="2035" y="4437"/>
                    <a:pt x="1835" y="5404"/>
                    <a:pt x="2035" y="6272"/>
                  </a:cubicBezTo>
                  <a:cubicBezTo>
                    <a:pt x="2202" y="7039"/>
                    <a:pt x="2602" y="8607"/>
                    <a:pt x="4771" y="9941"/>
                  </a:cubicBezTo>
                  <a:cubicBezTo>
                    <a:pt x="6127" y="10755"/>
                    <a:pt x="7992" y="10994"/>
                    <a:pt x="9729" y="10994"/>
                  </a:cubicBezTo>
                  <a:cubicBezTo>
                    <a:pt x="10769" y="10994"/>
                    <a:pt x="11764" y="10908"/>
                    <a:pt x="12576" y="10808"/>
                  </a:cubicBezTo>
                  <a:cubicBezTo>
                    <a:pt x="14711" y="10508"/>
                    <a:pt x="16246" y="9607"/>
                    <a:pt x="16412" y="8407"/>
                  </a:cubicBezTo>
                  <a:cubicBezTo>
                    <a:pt x="16446" y="7573"/>
                    <a:pt x="16346" y="6739"/>
                    <a:pt x="16045" y="5971"/>
                  </a:cubicBezTo>
                  <a:lnTo>
                    <a:pt x="10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7"/>
            <p:cNvSpPr/>
            <p:nvPr/>
          </p:nvSpPr>
          <p:spPr>
            <a:xfrm>
              <a:off x="2409475" y="3727175"/>
              <a:ext cx="420325" cy="439650"/>
            </a:xfrm>
            <a:custGeom>
              <a:avLst/>
              <a:gdLst/>
              <a:ahLst/>
              <a:cxnLst/>
              <a:rect l="l" t="t" r="r" b="b"/>
              <a:pathLst>
                <a:path w="16813" h="17586" extrusionOk="0">
                  <a:moveTo>
                    <a:pt x="6095" y="0"/>
                  </a:moveTo>
                  <a:cubicBezTo>
                    <a:pt x="3778" y="0"/>
                    <a:pt x="1184" y="843"/>
                    <a:pt x="501" y="3853"/>
                  </a:cubicBezTo>
                  <a:cubicBezTo>
                    <a:pt x="267" y="5888"/>
                    <a:pt x="1" y="6822"/>
                    <a:pt x="234" y="7789"/>
                  </a:cubicBezTo>
                  <a:cubicBezTo>
                    <a:pt x="434" y="8756"/>
                    <a:pt x="1435" y="9190"/>
                    <a:pt x="2135" y="10224"/>
                  </a:cubicBezTo>
                  <a:cubicBezTo>
                    <a:pt x="2836" y="11291"/>
                    <a:pt x="1668" y="13760"/>
                    <a:pt x="4137" y="15695"/>
                  </a:cubicBezTo>
                  <a:cubicBezTo>
                    <a:pt x="6062" y="17183"/>
                    <a:pt x="7987" y="17586"/>
                    <a:pt x="10186" y="17586"/>
                  </a:cubicBezTo>
                  <a:cubicBezTo>
                    <a:pt x="10844" y="17586"/>
                    <a:pt x="11528" y="17550"/>
                    <a:pt x="12243" y="17496"/>
                  </a:cubicBezTo>
                  <a:cubicBezTo>
                    <a:pt x="14044" y="17362"/>
                    <a:pt x="15178" y="16829"/>
                    <a:pt x="15712" y="16328"/>
                  </a:cubicBezTo>
                  <a:cubicBezTo>
                    <a:pt x="16813" y="15328"/>
                    <a:pt x="16712" y="13260"/>
                    <a:pt x="15778" y="12292"/>
                  </a:cubicBezTo>
                  <a:cubicBezTo>
                    <a:pt x="15145" y="11692"/>
                    <a:pt x="14578" y="11091"/>
                    <a:pt x="14011" y="10458"/>
                  </a:cubicBezTo>
                  <a:cubicBezTo>
                    <a:pt x="13477" y="9757"/>
                    <a:pt x="12943" y="9090"/>
                    <a:pt x="12243" y="8089"/>
                  </a:cubicBezTo>
                  <a:cubicBezTo>
                    <a:pt x="11042" y="6221"/>
                    <a:pt x="10808" y="1885"/>
                    <a:pt x="10008" y="951"/>
                  </a:cubicBezTo>
                  <a:cubicBezTo>
                    <a:pt x="9650" y="549"/>
                    <a:pt x="7963" y="0"/>
                    <a:pt x="609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7"/>
            <p:cNvSpPr/>
            <p:nvPr/>
          </p:nvSpPr>
          <p:spPr>
            <a:xfrm>
              <a:off x="2562075" y="4061150"/>
              <a:ext cx="251050" cy="105650"/>
            </a:xfrm>
            <a:custGeom>
              <a:avLst/>
              <a:gdLst/>
              <a:ahLst/>
              <a:cxnLst/>
              <a:rect l="l" t="t" r="r" b="b"/>
              <a:pathLst>
                <a:path w="10042" h="4226" extrusionOk="0">
                  <a:moveTo>
                    <a:pt x="7940" y="1"/>
                  </a:moveTo>
                  <a:cubicBezTo>
                    <a:pt x="6806" y="1"/>
                    <a:pt x="3036" y="167"/>
                    <a:pt x="3036" y="1502"/>
                  </a:cubicBezTo>
                  <a:cubicBezTo>
                    <a:pt x="3036" y="3098"/>
                    <a:pt x="1978" y="3655"/>
                    <a:pt x="942" y="3655"/>
                  </a:cubicBezTo>
                  <a:cubicBezTo>
                    <a:pt x="615" y="3655"/>
                    <a:pt x="289" y="3599"/>
                    <a:pt x="1" y="3503"/>
                  </a:cubicBezTo>
                  <a:lnTo>
                    <a:pt x="1" y="3503"/>
                  </a:lnTo>
                  <a:cubicBezTo>
                    <a:pt x="1283" y="4053"/>
                    <a:pt x="2613" y="4225"/>
                    <a:pt x="4066" y="4225"/>
                  </a:cubicBezTo>
                  <a:cubicBezTo>
                    <a:pt x="4729" y="4225"/>
                    <a:pt x="5417" y="4189"/>
                    <a:pt x="6139" y="4137"/>
                  </a:cubicBezTo>
                  <a:cubicBezTo>
                    <a:pt x="7940" y="4003"/>
                    <a:pt x="9074" y="3470"/>
                    <a:pt x="9608" y="2969"/>
                  </a:cubicBezTo>
                  <a:cubicBezTo>
                    <a:pt x="9775" y="2836"/>
                    <a:pt x="9908" y="2636"/>
                    <a:pt x="10041" y="2436"/>
                  </a:cubicBezTo>
                  <a:cubicBezTo>
                    <a:pt x="10008" y="2102"/>
                    <a:pt x="9975" y="1769"/>
                    <a:pt x="9941" y="1468"/>
                  </a:cubicBezTo>
                  <a:cubicBezTo>
                    <a:pt x="9741" y="301"/>
                    <a:pt x="9107" y="1"/>
                    <a:pt x="794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7"/>
            <p:cNvSpPr/>
            <p:nvPr/>
          </p:nvSpPr>
          <p:spPr>
            <a:xfrm>
              <a:off x="2406150" y="3033750"/>
              <a:ext cx="325250" cy="915500"/>
            </a:xfrm>
            <a:custGeom>
              <a:avLst/>
              <a:gdLst/>
              <a:ahLst/>
              <a:cxnLst/>
              <a:rect l="l" t="t" r="r" b="b"/>
              <a:pathLst>
                <a:path w="13010" h="36620" extrusionOk="0">
                  <a:moveTo>
                    <a:pt x="6138" y="1"/>
                  </a:moveTo>
                  <a:cubicBezTo>
                    <a:pt x="5004" y="234"/>
                    <a:pt x="4737" y="2035"/>
                    <a:pt x="4236" y="4971"/>
                  </a:cubicBezTo>
                  <a:cubicBezTo>
                    <a:pt x="3736" y="7940"/>
                    <a:pt x="0" y="31190"/>
                    <a:pt x="67" y="32424"/>
                  </a:cubicBezTo>
                  <a:cubicBezTo>
                    <a:pt x="167" y="33658"/>
                    <a:pt x="1301" y="35426"/>
                    <a:pt x="2268" y="36293"/>
                  </a:cubicBezTo>
                  <a:cubicBezTo>
                    <a:pt x="2519" y="36509"/>
                    <a:pt x="2794" y="36620"/>
                    <a:pt x="3076" y="36620"/>
                  </a:cubicBezTo>
                  <a:cubicBezTo>
                    <a:pt x="3884" y="36620"/>
                    <a:pt x="4751" y="35711"/>
                    <a:pt x="5271" y="33758"/>
                  </a:cubicBezTo>
                  <a:cubicBezTo>
                    <a:pt x="5843" y="31686"/>
                    <a:pt x="7279" y="30688"/>
                    <a:pt x="8550" y="30688"/>
                  </a:cubicBezTo>
                  <a:cubicBezTo>
                    <a:pt x="9427" y="30688"/>
                    <a:pt x="10226" y="31164"/>
                    <a:pt x="10608" y="32090"/>
                  </a:cubicBezTo>
                  <a:cubicBezTo>
                    <a:pt x="11909" y="35226"/>
                    <a:pt x="12376" y="35826"/>
                    <a:pt x="12376" y="35826"/>
                  </a:cubicBezTo>
                  <a:cubicBezTo>
                    <a:pt x="12376" y="35826"/>
                    <a:pt x="13009" y="28421"/>
                    <a:pt x="12976" y="20315"/>
                  </a:cubicBezTo>
                  <a:cubicBezTo>
                    <a:pt x="12909" y="14778"/>
                    <a:pt x="12909" y="7539"/>
                    <a:pt x="12909" y="3603"/>
                  </a:cubicBezTo>
                  <a:cubicBezTo>
                    <a:pt x="12909" y="1101"/>
                    <a:pt x="12542" y="701"/>
                    <a:pt x="12009" y="501"/>
                  </a:cubicBezTo>
                  <a:cubicBezTo>
                    <a:pt x="10474" y="34"/>
                    <a:pt x="6138" y="1"/>
                    <a:pt x="613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7"/>
            <p:cNvSpPr/>
            <p:nvPr/>
          </p:nvSpPr>
          <p:spPr>
            <a:xfrm>
              <a:off x="2504425" y="2972900"/>
              <a:ext cx="238825" cy="203525"/>
            </a:xfrm>
            <a:custGeom>
              <a:avLst/>
              <a:gdLst/>
              <a:ahLst/>
              <a:cxnLst/>
              <a:rect l="l" t="t" r="r" b="b"/>
              <a:pathLst>
                <a:path w="9553" h="8141" extrusionOk="0">
                  <a:moveTo>
                    <a:pt x="5130" y="1"/>
                  </a:moveTo>
                  <a:cubicBezTo>
                    <a:pt x="1797" y="1"/>
                    <a:pt x="0" y="7494"/>
                    <a:pt x="4342" y="8105"/>
                  </a:cubicBezTo>
                  <a:cubicBezTo>
                    <a:pt x="4504" y="8129"/>
                    <a:pt x="4662" y="8141"/>
                    <a:pt x="4815" y="8141"/>
                  </a:cubicBezTo>
                  <a:cubicBezTo>
                    <a:pt x="8687" y="8141"/>
                    <a:pt x="9552" y="707"/>
                    <a:pt x="5509" y="33"/>
                  </a:cubicBezTo>
                  <a:cubicBezTo>
                    <a:pt x="5381" y="11"/>
                    <a:pt x="5254" y="1"/>
                    <a:pt x="513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2504425" y="2972900"/>
              <a:ext cx="238825" cy="203525"/>
            </a:xfrm>
            <a:custGeom>
              <a:avLst/>
              <a:gdLst/>
              <a:ahLst/>
              <a:cxnLst/>
              <a:rect l="l" t="t" r="r" b="b"/>
              <a:pathLst>
                <a:path w="9553" h="8141" extrusionOk="0">
                  <a:moveTo>
                    <a:pt x="5130" y="1"/>
                  </a:moveTo>
                  <a:cubicBezTo>
                    <a:pt x="1797" y="1"/>
                    <a:pt x="0" y="7494"/>
                    <a:pt x="4342" y="8105"/>
                  </a:cubicBezTo>
                  <a:cubicBezTo>
                    <a:pt x="4504" y="8129"/>
                    <a:pt x="4662" y="8141"/>
                    <a:pt x="4815" y="8141"/>
                  </a:cubicBezTo>
                  <a:cubicBezTo>
                    <a:pt x="8687" y="8141"/>
                    <a:pt x="9552" y="707"/>
                    <a:pt x="5509" y="33"/>
                  </a:cubicBezTo>
                  <a:cubicBezTo>
                    <a:pt x="5381" y="11"/>
                    <a:pt x="5254" y="1"/>
                    <a:pt x="5130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2673825" y="3251400"/>
              <a:ext cx="54225" cy="562100"/>
            </a:xfrm>
            <a:custGeom>
              <a:avLst/>
              <a:gdLst/>
              <a:ahLst/>
              <a:cxnLst/>
              <a:rect l="l" t="t" r="r" b="b"/>
              <a:pathLst>
                <a:path w="2169" h="22484" extrusionOk="0">
                  <a:moveTo>
                    <a:pt x="2169" y="1"/>
                  </a:moveTo>
                  <a:cubicBezTo>
                    <a:pt x="701" y="534"/>
                    <a:pt x="635" y="1802"/>
                    <a:pt x="334" y="6205"/>
                  </a:cubicBezTo>
                  <a:cubicBezTo>
                    <a:pt x="1" y="11309"/>
                    <a:pt x="101" y="18647"/>
                    <a:pt x="334" y="20382"/>
                  </a:cubicBezTo>
                  <a:cubicBezTo>
                    <a:pt x="468" y="21349"/>
                    <a:pt x="1235" y="22017"/>
                    <a:pt x="1969" y="22484"/>
                  </a:cubicBezTo>
                  <a:cubicBezTo>
                    <a:pt x="2002" y="22317"/>
                    <a:pt x="2002" y="22150"/>
                    <a:pt x="2002" y="21983"/>
                  </a:cubicBezTo>
                  <a:cubicBezTo>
                    <a:pt x="1368" y="21616"/>
                    <a:pt x="901" y="21016"/>
                    <a:pt x="768" y="20315"/>
                  </a:cubicBezTo>
                  <a:cubicBezTo>
                    <a:pt x="534" y="18614"/>
                    <a:pt x="434" y="11142"/>
                    <a:pt x="768" y="6205"/>
                  </a:cubicBezTo>
                  <a:cubicBezTo>
                    <a:pt x="1035" y="1902"/>
                    <a:pt x="1135" y="868"/>
                    <a:pt x="2169" y="401"/>
                  </a:cubicBezTo>
                  <a:lnTo>
                    <a:pt x="216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7"/>
            <p:cNvSpPr/>
            <p:nvPr/>
          </p:nvSpPr>
          <p:spPr>
            <a:xfrm>
              <a:off x="2415325" y="3213875"/>
              <a:ext cx="155125" cy="577950"/>
            </a:xfrm>
            <a:custGeom>
              <a:avLst/>
              <a:gdLst/>
              <a:ahLst/>
              <a:cxnLst/>
              <a:rect l="l" t="t" r="r" b="b"/>
              <a:pathLst>
                <a:path w="6205" h="23118" extrusionOk="0">
                  <a:moveTo>
                    <a:pt x="3503" y="1"/>
                  </a:moveTo>
                  <a:cubicBezTo>
                    <a:pt x="3503" y="134"/>
                    <a:pt x="3469" y="268"/>
                    <a:pt x="3436" y="401"/>
                  </a:cubicBezTo>
                  <a:cubicBezTo>
                    <a:pt x="5737" y="1802"/>
                    <a:pt x="5637" y="3036"/>
                    <a:pt x="5304" y="6372"/>
                  </a:cubicBezTo>
                  <a:cubicBezTo>
                    <a:pt x="5270" y="6772"/>
                    <a:pt x="5237" y="7206"/>
                    <a:pt x="5204" y="7673"/>
                  </a:cubicBezTo>
                  <a:cubicBezTo>
                    <a:pt x="4703" y="12510"/>
                    <a:pt x="4003" y="17313"/>
                    <a:pt x="3002" y="22083"/>
                  </a:cubicBezTo>
                  <a:cubicBezTo>
                    <a:pt x="2969" y="22317"/>
                    <a:pt x="2802" y="22517"/>
                    <a:pt x="2602" y="22584"/>
                  </a:cubicBezTo>
                  <a:cubicBezTo>
                    <a:pt x="2419" y="22670"/>
                    <a:pt x="2194" y="22707"/>
                    <a:pt x="1940" y="22707"/>
                  </a:cubicBezTo>
                  <a:cubicBezTo>
                    <a:pt x="1406" y="22707"/>
                    <a:pt x="744" y="22543"/>
                    <a:pt x="67" y="22317"/>
                  </a:cubicBezTo>
                  <a:cubicBezTo>
                    <a:pt x="67" y="22450"/>
                    <a:pt x="33" y="22584"/>
                    <a:pt x="0" y="22717"/>
                  </a:cubicBezTo>
                  <a:cubicBezTo>
                    <a:pt x="634" y="22950"/>
                    <a:pt x="1301" y="23084"/>
                    <a:pt x="1968" y="23117"/>
                  </a:cubicBezTo>
                  <a:cubicBezTo>
                    <a:pt x="2235" y="23117"/>
                    <a:pt x="2502" y="23084"/>
                    <a:pt x="2769" y="22984"/>
                  </a:cubicBezTo>
                  <a:cubicBezTo>
                    <a:pt x="3069" y="22817"/>
                    <a:pt x="3336" y="22550"/>
                    <a:pt x="3402" y="22183"/>
                  </a:cubicBezTo>
                  <a:cubicBezTo>
                    <a:pt x="4403" y="17413"/>
                    <a:pt x="5137" y="12576"/>
                    <a:pt x="5604" y="7706"/>
                  </a:cubicBezTo>
                  <a:cubicBezTo>
                    <a:pt x="5637" y="7239"/>
                    <a:pt x="5704" y="6839"/>
                    <a:pt x="5737" y="6439"/>
                  </a:cubicBezTo>
                  <a:cubicBezTo>
                    <a:pt x="6071" y="3003"/>
                    <a:pt x="6204" y="1568"/>
                    <a:pt x="350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7"/>
            <p:cNvSpPr/>
            <p:nvPr/>
          </p:nvSpPr>
          <p:spPr>
            <a:xfrm>
              <a:off x="2875650" y="1596175"/>
              <a:ext cx="290725" cy="255525"/>
            </a:xfrm>
            <a:custGeom>
              <a:avLst/>
              <a:gdLst/>
              <a:ahLst/>
              <a:cxnLst/>
              <a:rect l="l" t="t" r="r" b="b"/>
              <a:pathLst>
                <a:path w="11629" h="10221" extrusionOk="0">
                  <a:moveTo>
                    <a:pt x="6328" y="1"/>
                  </a:moveTo>
                  <a:cubicBezTo>
                    <a:pt x="3099" y="1"/>
                    <a:pt x="0" y="5300"/>
                    <a:pt x="0" y="5300"/>
                  </a:cubicBezTo>
                  <a:cubicBezTo>
                    <a:pt x="0" y="5300"/>
                    <a:pt x="3069" y="9002"/>
                    <a:pt x="6105" y="9970"/>
                  </a:cubicBezTo>
                  <a:cubicBezTo>
                    <a:pt x="6631" y="10142"/>
                    <a:pt x="7109" y="10221"/>
                    <a:pt x="7542" y="10221"/>
                  </a:cubicBezTo>
                  <a:cubicBezTo>
                    <a:pt x="11629" y="10221"/>
                    <a:pt x="11548" y="3133"/>
                    <a:pt x="8139" y="629"/>
                  </a:cubicBezTo>
                  <a:cubicBezTo>
                    <a:pt x="7544" y="187"/>
                    <a:pt x="6934" y="1"/>
                    <a:pt x="632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2875650" y="1596175"/>
              <a:ext cx="290725" cy="255525"/>
            </a:xfrm>
            <a:custGeom>
              <a:avLst/>
              <a:gdLst/>
              <a:ahLst/>
              <a:cxnLst/>
              <a:rect l="l" t="t" r="r" b="b"/>
              <a:pathLst>
                <a:path w="11629" h="10221" extrusionOk="0">
                  <a:moveTo>
                    <a:pt x="6328" y="1"/>
                  </a:moveTo>
                  <a:cubicBezTo>
                    <a:pt x="3099" y="1"/>
                    <a:pt x="0" y="5300"/>
                    <a:pt x="0" y="5300"/>
                  </a:cubicBezTo>
                  <a:cubicBezTo>
                    <a:pt x="0" y="5300"/>
                    <a:pt x="3069" y="9002"/>
                    <a:pt x="6105" y="9970"/>
                  </a:cubicBezTo>
                  <a:cubicBezTo>
                    <a:pt x="6631" y="10142"/>
                    <a:pt x="7109" y="10221"/>
                    <a:pt x="7542" y="10221"/>
                  </a:cubicBezTo>
                  <a:cubicBezTo>
                    <a:pt x="11629" y="10221"/>
                    <a:pt x="11548" y="3133"/>
                    <a:pt x="8139" y="629"/>
                  </a:cubicBezTo>
                  <a:cubicBezTo>
                    <a:pt x="7544" y="187"/>
                    <a:pt x="6934" y="1"/>
                    <a:pt x="632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7"/>
            <p:cNvSpPr/>
            <p:nvPr/>
          </p:nvSpPr>
          <p:spPr>
            <a:xfrm>
              <a:off x="2639650" y="1538100"/>
              <a:ext cx="456175" cy="555000"/>
            </a:xfrm>
            <a:custGeom>
              <a:avLst/>
              <a:gdLst/>
              <a:ahLst/>
              <a:cxnLst/>
              <a:rect l="l" t="t" r="r" b="b"/>
              <a:pathLst>
                <a:path w="18247" h="22200" extrusionOk="0">
                  <a:moveTo>
                    <a:pt x="9083" y="0"/>
                  </a:moveTo>
                  <a:cubicBezTo>
                    <a:pt x="3723" y="0"/>
                    <a:pt x="0" y="5788"/>
                    <a:pt x="0" y="5788"/>
                  </a:cubicBezTo>
                  <a:cubicBezTo>
                    <a:pt x="3002" y="15195"/>
                    <a:pt x="1068" y="18097"/>
                    <a:pt x="1535" y="19431"/>
                  </a:cubicBezTo>
                  <a:cubicBezTo>
                    <a:pt x="2002" y="20799"/>
                    <a:pt x="4904" y="22200"/>
                    <a:pt x="8773" y="22200"/>
                  </a:cubicBezTo>
                  <a:cubicBezTo>
                    <a:pt x="12642" y="22200"/>
                    <a:pt x="15978" y="21266"/>
                    <a:pt x="16378" y="19865"/>
                  </a:cubicBezTo>
                  <a:cubicBezTo>
                    <a:pt x="17346" y="16929"/>
                    <a:pt x="18246" y="11725"/>
                    <a:pt x="17513" y="6889"/>
                  </a:cubicBezTo>
                  <a:cubicBezTo>
                    <a:pt x="17513" y="6889"/>
                    <a:pt x="17212" y="1752"/>
                    <a:pt x="10875" y="217"/>
                  </a:cubicBezTo>
                  <a:cubicBezTo>
                    <a:pt x="10260" y="68"/>
                    <a:pt x="9662" y="0"/>
                    <a:pt x="908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7"/>
            <p:cNvSpPr/>
            <p:nvPr/>
          </p:nvSpPr>
          <p:spPr>
            <a:xfrm>
              <a:off x="2454500" y="1160875"/>
              <a:ext cx="735550" cy="726250"/>
            </a:xfrm>
            <a:custGeom>
              <a:avLst/>
              <a:gdLst/>
              <a:ahLst/>
              <a:cxnLst/>
              <a:rect l="l" t="t" r="r" b="b"/>
              <a:pathLst>
                <a:path w="29422" h="29050" extrusionOk="0">
                  <a:moveTo>
                    <a:pt x="15898" y="1"/>
                  </a:moveTo>
                  <a:cubicBezTo>
                    <a:pt x="15473" y="1"/>
                    <a:pt x="15033" y="10"/>
                    <a:pt x="14578" y="29"/>
                  </a:cubicBezTo>
                  <a:cubicBezTo>
                    <a:pt x="8173" y="329"/>
                    <a:pt x="2870" y="2497"/>
                    <a:pt x="1435" y="5299"/>
                  </a:cubicBezTo>
                  <a:cubicBezTo>
                    <a:pt x="1" y="8101"/>
                    <a:pt x="901" y="13838"/>
                    <a:pt x="2736" y="18142"/>
                  </a:cubicBezTo>
                  <a:cubicBezTo>
                    <a:pt x="4037" y="21110"/>
                    <a:pt x="6505" y="26581"/>
                    <a:pt x="8707" y="28015"/>
                  </a:cubicBezTo>
                  <a:cubicBezTo>
                    <a:pt x="9669" y="28656"/>
                    <a:pt x="10853" y="29049"/>
                    <a:pt x="12027" y="29049"/>
                  </a:cubicBezTo>
                  <a:cubicBezTo>
                    <a:pt x="13540" y="29049"/>
                    <a:pt x="15035" y="28397"/>
                    <a:pt x="16012" y="26781"/>
                  </a:cubicBezTo>
                  <a:cubicBezTo>
                    <a:pt x="17432" y="24461"/>
                    <a:pt x="19566" y="19773"/>
                    <a:pt x="22013" y="19773"/>
                  </a:cubicBezTo>
                  <a:cubicBezTo>
                    <a:pt x="22556" y="19773"/>
                    <a:pt x="23115" y="20004"/>
                    <a:pt x="23684" y="20543"/>
                  </a:cubicBezTo>
                  <a:cubicBezTo>
                    <a:pt x="26520" y="23212"/>
                    <a:pt x="26253" y="26114"/>
                    <a:pt x="25652" y="26814"/>
                  </a:cubicBezTo>
                  <a:cubicBezTo>
                    <a:pt x="25519" y="26981"/>
                    <a:pt x="25352" y="27148"/>
                    <a:pt x="25152" y="27281"/>
                  </a:cubicBezTo>
                  <a:lnTo>
                    <a:pt x="25119" y="27915"/>
                  </a:lnTo>
                  <a:cubicBezTo>
                    <a:pt x="25819" y="27782"/>
                    <a:pt x="26420" y="27448"/>
                    <a:pt x="26853" y="26915"/>
                  </a:cubicBezTo>
                  <a:cubicBezTo>
                    <a:pt x="28755" y="24880"/>
                    <a:pt x="29422" y="18208"/>
                    <a:pt x="28588" y="11203"/>
                  </a:cubicBezTo>
                  <a:cubicBezTo>
                    <a:pt x="27822" y="4533"/>
                    <a:pt x="25316" y="1"/>
                    <a:pt x="1589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7"/>
            <p:cNvSpPr/>
            <p:nvPr/>
          </p:nvSpPr>
          <p:spPr>
            <a:xfrm>
              <a:off x="2482850" y="1275875"/>
              <a:ext cx="216850" cy="307175"/>
            </a:xfrm>
            <a:custGeom>
              <a:avLst/>
              <a:gdLst/>
              <a:ahLst/>
              <a:cxnLst/>
              <a:rect l="l" t="t" r="r" b="b"/>
              <a:pathLst>
                <a:path w="8674" h="12287" extrusionOk="0">
                  <a:moveTo>
                    <a:pt x="3240" y="1"/>
                  </a:moveTo>
                  <a:cubicBezTo>
                    <a:pt x="2615" y="1"/>
                    <a:pt x="2011" y="235"/>
                    <a:pt x="1502" y="766"/>
                  </a:cubicBezTo>
                  <a:cubicBezTo>
                    <a:pt x="201" y="2167"/>
                    <a:pt x="1" y="7070"/>
                    <a:pt x="1702" y="9906"/>
                  </a:cubicBezTo>
                  <a:cubicBezTo>
                    <a:pt x="2554" y="11385"/>
                    <a:pt x="3922" y="12286"/>
                    <a:pt x="5172" y="12286"/>
                  </a:cubicBezTo>
                  <a:cubicBezTo>
                    <a:pt x="5979" y="12286"/>
                    <a:pt x="6736" y="11911"/>
                    <a:pt x="7273" y="11073"/>
                  </a:cubicBezTo>
                  <a:cubicBezTo>
                    <a:pt x="8674" y="8972"/>
                    <a:pt x="8207" y="4902"/>
                    <a:pt x="6672" y="2334"/>
                  </a:cubicBezTo>
                  <a:cubicBezTo>
                    <a:pt x="5847" y="951"/>
                    <a:pt x="4501" y="1"/>
                    <a:pt x="324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7"/>
            <p:cNvSpPr/>
            <p:nvPr/>
          </p:nvSpPr>
          <p:spPr>
            <a:xfrm>
              <a:off x="2597950" y="1243300"/>
              <a:ext cx="579600" cy="643000"/>
            </a:xfrm>
            <a:custGeom>
              <a:avLst/>
              <a:gdLst/>
              <a:ahLst/>
              <a:cxnLst/>
              <a:rect l="l" t="t" r="r" b="b"/>
              <a:pathLst>
                <a:path w="23184" h="25720" extrusionOk="0">
                  <a:moveTo>
                    <a:pt x="13343" y="1"/>
                  </a:moveTo>
                  <a:lnTo>
                    <a:pt x="13076" y="334"/>
                  </a:lnTo>
                  <a:cubicBezTo>
                    <a:pt x="14177" y="1302"/>
                    <a:pt x="15778" y="4771"/>
                    <a:pt x="16312" y="9841"/>
                  </a:cubicBezTo>
                  <a:cubicBezTo>
                    <a:pt x="12142" y="10041"/>
                    <a:pt x="7539" y="11375"/>
                    <a:pt x="5171" y="12977"/>
                  </a:cubicBezTo>
                  <a:cubicBezTo>
                    <a:pt x="4003" y="13744"/>
                    <a:pt x="2969" y="14711"/>
                    <a:pt x="2068" y="15812"/>
                  </a:cubicBezTo>
                  <a:cubicBezTo>
                    <a:pt x="1701" y="14478"/>
                    <a:pt x="1401" y="13110"/>
                    <a:pt x="1168" y="11776"/>
                  </a:cubicBezTo>
                  <a:lnTo>
                    <a:pt x="767" y="11842"/>
                  </a:lnTo>
                  <a:cubicBezTo>
                    <a:pt x="1001" y="13310"/>
                    <a:pt x="1335" y="14778"/>
                    <a:pt x="1735" y="16212"/>
                  </a:cubicBezTo>
                  <a:cubicBezTo>
                    <a:pt x="701" y="17613"/>
                    <a:pt x="100" y="19248"/>
                    <a:pt x="0" y="20982"/>
                  </a:cubicBezTo>
                  <a:cubicBezTo>
                    <a:pt x="134" y="21216"/>
                    <a:pt x="267" y="21449"/>
                    <a:pt x="401" y="21683"/>
                  </a:cubicBezTo>
                  <a:cubicBezTo>
                    <a:pt x="367" y="19915"/>
                    <a:pt x="901" y="18180"/>
                    <a:pt x="1902" y="16713"/>
                  </a:cubicBezTo>
                  <a:cubicBezTo>
                    <a:pt x="2802" y="19748"/>
                    <a:pt x="4303" y="23451"/>
                    <a:pt x="6672" y="25719"/>
                  </a:cubicBezTo>
                  <a:cubicBezTo>
                    <a:pt x="6838" y="25719"/>
                    <a:pt x="7039" y="25686"/>
                    <a:pt x="7205" y="25652"/>
                  </a:cubicBezTo>
                  <a:cubicBezTo>
                    <a:pt x="4670" y="23417"/>
                    <a:pt x="3102" y="19448"/>
                    <a:pt x="2202" y="16312"/>
                  </a:cubicBezTo>
                  <a:cubicBezTo>
                    <a:pt x="3102" y="15145"/>
                    <a:pt x="4203" y="14111"/>
                    <a:pt x="5404" y="13310"/>
                  </a:cubicBezTo>
                  <a:cubicBezTo>
                    <a:pt x="7739" y="11742"/>
                    <a:pt x="12242" y="10441"/>
                    <a:pt x="16345" y="10241"/>
                  </a:cubicBezTo>
                  <a:cubicBezTo>
                    <a:pt x="16545" y="12309"/>
                    <a:pt x="16545" y="14411"/>
                    <a:pt x="16379" y="16479"/>
                  </a:cubicBezTo>
                  <a:cubicBezTo>
                    <a:pt x="16512" y="16479"/>
                    <a:pt x="16645" y="16512"/>
                    <a:pt x="16779" y="16546"/>
                  </a:cubicBezTo>
                  <a:cubicBezTo>
                    <a:pt x="16946" y="14444"/>
                    <a:pt x="16946" y="12343"/>
                    <a:pt x="16746" y="10241"/>
                  </a:cubicBezTo>
                  <a:cubicBezTo>
                    <a:pt x="16906" y="10237"/>
                    <a:pt x="17065" y="10235"/>
                    <a:pt x="17225" y="10235"/>
                  </a:cubicBezTo>
                  <a:cubicBezTo>
                    <a:pt x="18359" y="10235"/>
                    <a:pt x="19470" y="10341"/>
                    <a:pt x="20582" y="10575"/>
                  </a:cubicBezTo>
                  <a:cubicBezTo>
                    <a:pt x="21516" y="10742"/>
                    <a:pt x="22416" y="11142"/>
                    <a:pt x="23183" y="11709"/>
                  </a:cubicBezTo>
                  <a:lnTo>
                    <a:pt x="23150" y="11175"/>
                  </a:lnTo>
                  <a:cubicBezTo>
                    <a:pt x="22383" y="10675"/>
                    <a:pt x="21549" y="10341"/>
                    <a:pt x="20682" y="10175"/>
                  </a:cubicBezTo>
                  <a:cubicBezTo>
                    <a:pt x="19604" y="9953"/>
                    <a:pt x="18503" y="9824"/>
                    <a:pt x="17399" y="9824"/>
                  </a:cubicBezTo>
                  <a:cubicBezTo>
                    <a:pt x="17170" y="9824"/>
                    <a:pt x="16941" y="9830"/>
                    <a:pt x="16712" y="9841"/>
                  </a:cubicBezTo>
                  <a:cubicBezTo>
                    <a:pt x="16178" y="4904"/>
                    <a:pt x="14711" y="1201"/>
                    <a:pt x="133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7"/>
            <p:cNvSpPr/>
            <p:nvPr/>
          </p:nvSpPr>
          <p:spPr>
            <a:xfrm>
              <a:off x="1935150" y="1275975"/>
              <a:ext cx="703675" cy="716275"/>
            </a:xfrm>
            <a:custGeom>
              <a:avLst/>
              <a:gdLst/>
              <a:ahLst/>
              <a:cxnLst/>
              <a:rect l="l" t="t" r="r" b="b"/>
              <a:pathLst>
                <a:path w="28147" h="28651" extrusionOk="0">
                  <a:moveTo>
                    <a:pt x="25224" y="1"/>
                  </a:moveTo>
                  <a:cubicBezTo>
                    <a:pt x="25098" y="1"/>
                    <a:pt x="24972" y="10"/>
                    <a:pt x="24844" y="28"/>
                  </a:cubicBezTo>
                  <a:cubicBezTo>
                    <a:pt x="21342" y="528"/>
                    <a:pt x="20775" y="3163"/>
                    <a:pt x="19541" y="8901"/>
                  </a:cubicBezTo>
                  <a:cubicBezTo>
                    <a:pt x="17539" y="18208"/>
                    <a:pt x="15504" y="22544"/>
                    <a:pt x="14637" y="23211"/>
                  </a:cubicBezTo>
                  <a:cubicBezTo>
                    <a:pt x="14520" y="23250"/>
                    <a:pt x="14403" y="23266"/>
                    <a:pt x="14292" y="23266"/>
                  </a:cubicBezTo>
                  <a:cubicBezTo>
                    <a:pt x="14214" y="23266"/>
                    <a:pt x="14139" y="23258"/>
                    <a:pt x="14070" y="23245"/>
                  </a:cubicBezTo>
                  <a:cubicBezTo>
                    <a:pt x="12202" y="22911"/>
                    <a:pt x="8666" y="20276"/>
                    <a:pt x="5797" y="16039"/>
                  </a:cubicBezTo>
                  <a:cubicBezTo>
                    <a:pt x="5208" y="15218"/>
                    <a:pt x="4428" y="14875"/>
                    <a:pt x="3662" y="14875"/>
                  </a:cubicBezTo>
                  <a:cubicBezTo>
                    <a:pt x="1787" y="14875"/>
                    <a:pt x="1" y="16933"/>
                    <a:pt x="1328" y="19042"/>
                  </a:cubicBezTo>
                  <a:cubicBezTo>
                    <a:pt x="3929" y="22944"/>
                    <a:pt x="8633" y="27781"/>
                    <a:pt x="13169" y="28548"/>
                  </a:cubicBezTo>
                  <a:cubicBezTo>
                    <a:pt x="13570" y="28615"/>
                    <a:pt x="13970" y="28648"/>
                    <a:pt x="14370" y="28648"/>
                  </a:cubicBezTo>
                  <a:cubicBezTo>
                    <a:pt x="14419" y="28650"/>
                    <a:pt x="14468" y="28650"/>
                    <a:pt x="14517" y="28650"/>
                  </a:cubicBezTo>
                  <a:cubicBezTo>
                    <a:pt x="15730" y="28650"/>
                    <a:pt x="16879" y="28252"/>
                    <a:pt x="17873" y="27514"/>
                  </a:cubicBezTo>
                  <a:cubicBezTo>
                    <a:pt x="18807" y="26814"/>
                    <a:pt x="21642" y="24679"/>
                    <a:pt x="24811" y="10035"/>
                  </a:cubicBezTo>
                  <a:cubicBezTo>
                    <a:pt x="25111" y="8434"/>
                    <a:pt x="25478" y="6866"/>
                    <a:pt x="25979" y="5298"/>
                  </a:cubicBezTo>
                  <a:cubicBezTo>
                    <a:pt x="27313" y="4898"/>
                    <a:pt x="28147" y="3530"/>
                    <a:pt x="27847" y="2129"/>
                  </a:cubicBezTo>
                  <a:cubicBezTo>
                    <a:pt x="27604" y="886"/>
                    <a:pt x="26479" y="1"/>
                    <a:pt x="2522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1923300" y="1364775"/>
              <a:ext cx="73400" cy="182100"/>
            </a:xfrm>
            <a:custGeom>
              <a:avLst/>
              <a:gdLst/>
              <a:ahLst/>
              <a:cxnLst/>
              <a:rect l="l" t="t" r="r" b="b"/>
              <a:pathLst>
                <a:path w="2936" h="7284" extrusionOk="0">
                  <a:moveTo>
                    <a:pt x="1253" y="1"/>
                  </a:moveTo>
                  <a:cubicBezTo>
                    <a:pt x="994" y="1"/>
                    <a:pt x="734" y="123"/>
                    <a:pt x="567" y="412"/>
                  </a:cubicBezTo>
                  <a:cubicBezTo>
                    <a:pt x="100" y="1546"/>
                    <a:pt x="0" y="2814"/>
                    <a:pt x="301" y="4015"/>
                  </a:cubicBezTo>
                  <a:cubicBezTo>
                    <a:pt x="501" y="4882"/>
                    <a:pt x="801" y="5749"/>
                    <a:pt x="1134" y="6583"/>
                  </a:cubicBezTo>
                  <a:lnTo>
                    <a:pt x="1235" y="6750"/>
                  </a:lnTo>
                  <a:cubicBezTo>
                    <a:pt x="1335" y="7050"/>
                    <a:pt x="1668" y="7284"/>
                    <a:pt x="2002" y="7284"/>
                  </a:cubicBezTo>
                  <a:cubicBezTo>
                    <a:pt x="2102" y="7284"/>
                    <a:pt x="2202" y="7250"/>
                    <a:pt x="2302" y="7217"/>
                  </a:cubicBezTo>
                  <a:cubicBezTo>
                    <a:pt x="2736" y="7050"/>
                    <a:pt x="2936" y="6550"/>
                    <a:pt x="2769" y="6149"/>
                  </a:cubicBezTo>
                  <a:lnTo>
                    <a:pt x="2702" y="5949"/>
                  </a:lnTo>
                  <a:cubicBezTo>
                    <a:pt x="2369" y="5215"/>
                    <a:pt x="2102" y="4448"/>
                    <a:pt x="1935" y="3648"/>
                  </a:cubicBezTo>
                  <a:cubicBezTo>
                    <a:pt x="1702" y="2814"/>
                    <a:pt x="1735" y="1913"/>
                    <a:pt x="2068" y="1113"/>
                  </a:cubicBezTo>
                  <a:cubicBezTo>
                    <a:pt x="2291" y="490"/>
                    <a:pt x="1772" y="1"/>
                    <a:pt x="125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2026700" y="1447175"/>
              <a:ext cx="65900" cy="131400"/>
            </a:xfrm>
            <a:custGeom>
              <a:avLst/>
              <a:gdLst/>
              <a:ahLst/>
              <a:cxnLst/>
              <a:rect l="l" t="t" r="r" b="b"/>
              <a:pathLst>
                <a:path w="2636" h="5256" extrusionOk="0">
                  <a:moveTo>
                    <a:pt x="1111" y="1"/>
                  </a:moveTo>
                  <a:cubicBezTo>
                    <a:pt x="568" y="1"/>
                    <a:pt x="32" y="516"/>
                    <a:pt x="334" y="1186"/>
                  </a:cubicBezTo>
                  <a:cubicBezTo>
                    <a:pt x="1035" y="2687"/>
                    <a:pt x="668" y="3487"/>
                    <a:pt x="368" y="3954"/>
                  </a:cubicBezTo>
                  <a:cubicBezTo>
                    <a:pt x="1" y="4488"/>
                    <a:pt x="368" y="5222"/>
                    <a:pt x="1035" y="5255"/>
                  </a:cubicBezTo>
                  <a:cubicBezTo>
                    <a:pt x="1302" y="5255"/>
                    <a:pt x="1568" y="5122"/>
                    <a:pt x="1735" y="4888"/>
                  </a:cubicBezTo>
                  <a:cubicBezTo>
                    <a:pt x="2569" y="3654"/>
                    <a:pt x="2636" y="2186"/>
                    <a:pt x="1869" y="518"/>
                  </a:cubicBezTo>
                  <a:cubicBezTo>
                    <a:pt x="1704" y="154"/>
                    <a:pt x="1406" y="1"/>
                    <a:pt x="111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7"/>
            <p:cNvSpPr/>
            <p:nvPr/>
          </p:nvSpPr>
          <p:spPr>
            <a:xfrm>
              <a:off x="1847400" y="1515500"/>
              <a:ext cx="263550" cy="230925"/>
            </a:xfrm>
            <a:custGeom>
              <a:avLst/>
              <a:gdLst/>
              <a:ahLst/>
              <a:cxnLst/>
              <a:rect l="l" t="t" r="r" b="b"/>
              <a:pathLst>
                <a:path w="10542" h="9237" extrusionOk="0">
                  <a:moveTo>
                    <a:pt x="5253" y="1"/>
                  </a:moveTo>
                  <a:cubicBezTo>
                    <a:pt x="4465" y="1"/>
                    <a:pt x="3666" y="201"/>
                    <a:pt x="2936" y="621"/>
                  </a:cubicBezTo>
                  <a:cubicBezTo>
                    <a:pt x="735" y="1922"/>
                    <a:pt x="1" y="4757"/>
                    <a:pt x="1268" y="6959"/>
                  </a:cubicBezTo>
                  <a:cubicBezTo>
                    <a:pt x="2133" y="8422"/>
                    <a:pt x="3676" y="9237"/>
                    <a:pt x="5259" y="9237"/>
                  </a:cubicBezTo>
                  <a:cubicBezTo>
                    <a:pt x="6058" y="9237"/>
                    <a:pt x="6868" y="9029"/>
                    <a:pt x="7606" y="8593"/>
                  </a:cubicBezTo>
                  <a:cubicBezTo>
                    <a:pt x="9808" y="7326"/>
                    <a:pt x="10542" y="4490"/>
                    <a:pt x="9241" y="2289"/>
                  </a:cubicBezTo>
                  <a:cubicBezTo>
                    <a:pt x="8393" y="817"/>
                    <a:pt x="6844" y="1"/>
                    <a:pt x="525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7"/>
            <p:cNvSpPr/>
            <p:nvPr/>
          </p:nvSpPr>
          <p:spPr>
            <a:xfrm>
              <a:off x="1827400" y="1399600"/>
              <a:ext cx="111775" cy="166450"/>
            </a:xfrm>
            <a:custGeom>
              <a:avLst/>
              <a:gdLst/>
              <a:ahLst/>
              <a:cxnLst/>
              <a:rect l="l" t="t" r="r" b="b"/>
              <a:pathLst>
                <a:path w="4471" h="6658" extrusionOk="0">
                  <a:moveTo>
                    <a:pt x="927" y="1"/>
                  </a:moveTo>
                  <a:cubicBezTo>
                    <a:pt x="589" y="1"/>
                    <a:pt x="251" y="194"/>
                    <a:pt x="134" y="620"/>
                  </a:cubicBezTo>
                  <a:cubicBezTo>
                    <a:pt x="0" y="1854"/>
                    <a:pt x="267" y="3055"/>
                    <a:pt x="934" y="4123"/>
                  </a:cubicBezTo>
                  <a:cubicBezTo>
                    <a:pt x="1401" y="5023"/>
                    <a:pt x="2068" y="5824"/>
                    <a:pt x="2869" y="6458"/>
                  </a:cubicBezTo>
                  <a:cubicBezTo>
                    <a:pt x="3002" y="6591"/>
                    <a:pt x="3169" y="6658"/>
                    <a:pt x="3369" y="6658"/>
                  </a:cubicBezTo>
                  <a:cubicBezTo>
                    <a:pt x="4137" y="6624"/>
                    <a:pt x="4470" y="5657"/>
                    <a:pt x="3870" y="5157"/>
                  </a:cubicBezTo>
                  <a:cubicBezTo>
                    <a:pt x="3236" y="4623"/>
                    <a:pt x="2736" y="3989"/>
                    <a:pt x="2369" y="3289"/>
                  </a:cubicBezTo>
                  <a:cubicBezTo>
                    <a:pt x="1902" y="2555"/>
                    <a:pt x="1701" y="1721"/>
                    <a:pt x="1768" y="854"/>
                  </a:cubicBezTo>
                  <a:cubicBezTo>
                    <a:pt x="1787" y="312"/>
                    <a:pt x="1356" y="1"/>
                    <a:pt x="92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7"/>
            <p:cNvSpPr/>
            <p:nvPr/>
          </p:nvSpPr>
          <p:spPr>
            <a:xfrm>
              <a:off x="1765575" y="1509475"/>
              <a:ext cx="159425" cy="132475"/>
            </a:xfrm>
            <a:custGeom>
              <a:avLst/>
              <a:gdLst/>
              <a:ahLst/>
              <a:cxnLst/>
              <a:rect l="l" t="t" r="r" b="b"/>
              <a:pathLst>
                <a:path w="6377" h="5299" extrusionOk="0">
                  <a:moveTo>
                    <a:pt x="1255" y="1"/>
                  </a:moveTo>
                  <a:cubicBezTo>
                    <a:pt x="696" y="1"/>
                    <a:pt x="1" y="533"/>
                    <a:pt x="338" y="1095"/>
                  </a:cubicBezTo>
                  <a:cubicBezTo>
                    <a:pt x="739" y="2129"/>
                    <a:pt x="1406" y="3063"/>
                    <a:pt x="2273" y="3797"/>
                  </a:cubicBezTo>
                  <a:cubicBezTo>
                    <a:pt x="3074" y="4464"/>
                    <a:pt x="4008" y="4965"/>
                    <a:pt x="5042" y="5232"/>
                  </a:cubicBezTo>
                  <a:cubicBezTo>
                    <a:pt x="5108" y="5265"/>
                    <a:pt x="5209" y="5298"/>
                    <a:pt x="5275" y="5298"/>
                  </a:cubicBezTo>
                  <a:cubicBezTo>
                    <a:pt x="6176" y="5232"/>
                    <a:pt x="6376" y="3997"/>
                    <a:pt x="5542" y="3664"/>
                  </a:cubicBezTo>
                  <a:cubicBezTo>
                    <a:pt x="4742" y="3464"/>
                    <a:pt x="3974" y="3063"/>
                    <a:pt x="3307" y="2530"/>
                  </a:cubicBezTo>
                  <a:cubicBezTo>
                    <a:pt x="2673" y="1963"/>
                    <a:pt x="2173" y="1229"/>
                    <a:pt x="1839" y="428"/>
                  </a:cubicBezTo>
                  <a:cubicBezTo>
                    <a:pt x="1763" y="124"/>
                    <a:pt x="1525" y="1"/>
                    <a:pt x="125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7"/>
            <p:cNvSpPr/>
            <p:nvPr/>
          </p:nvSpPr>
          <p:spPr>
            <a:xfrm>
              <a:off x="2643800" y="830500"/>
              <a:ext cx="384475" cy="447350"/>
            </a:xfrm>
            <a:custGeom>
              <a:avLst/>
              <a:gdLst/>
              <a:ahLst/>
              <a:cxnLst/>
              <a:rect l="l" t="t" r="r" b="b"/>
              <a:pathLst>
                <a:path w="15379" h="17894" extrusionOk="0">
                  <a:moveTo>
                    <a:pt x="1" y="1"/>
                  </a:moveTo>
                  <a:cubicBezTo>
                    <a:pt x="168" y="2002"/>
                    <a:pt x="835" y="3970"/>
                    <a:pt x="1936" y="5638"/>
                  </a:cubicBezTo>
                  <a:cubicBezTo>
                    <a:pt x="3003" y="7239"/>
                    <a:pt x="3937" y="8574"/>
                    <a:pt x="3937" y="10208"/>
                  </a:cubicBezTo>
                  <a:lnTo>
                    <a:pt x="3937" y="14378"/>
                  </a:lnTo>
                  <a:cubicBezTo>
                    <a:pt x="3937" y="14378"/>
                    <a:pt x="6432" y="17893"/>
                    <a:pt x="10089" y="17893"/>
                  </a:cubicBezTo>
                  <a:cubicBezTo>
                    <a:pt x="10399" y="17893"/>
                    <a:pt x="10717" y="17868"/>
                    <a:pt x="11042" y="17814"/>
                  </a:cubicBezTo>
                  <a:cubicBezTo>
                    <a:pt x="15379" y="17080"/>
                    <a:pt x="11075" y="14078"/>
                    <a:pt x="11075" y="14078"/>
                  </a:cubicBezTo>
                  <a:lnTo>
                    <a:pt x="11075" y="10475"/>
                  </a:lnTo>
                  <a:cubicBezTo>
                    <a:pt x="11075" y="10475"/>
                    <a:pt x="11609" y="5938"/>
                    <a:pt x="8774" y="3070"/>
                  </a:cubicBezTo>
                  <a:cubicBezTo>
                    <a:pt x="5905" y="2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2627975" y="598300"/>
              <a:ext cx="493700" cy="539450"/>
            </a:xfrm>
            <a:custGeom>
              <a:avLst/>
              <a:gdLst/>
              <a:ahLst/>
              <a:cxnLst/>
              <a:rect l="l" t="t" r="r" b="b"/>
              <a:pathLst>
                <a:path w="19748" h="21578" extrusionOk="0">
                  <a:moveTo>
                    <a:pt x="9448" y="1"/>
                  </a:moveTo>
                  <a:cubicBezTo>
                    <a:pt x="7790" y="1"/>
                    <a:pt x="6229" y="373"/>
                    <a:pt x="5070" y="1116"/>
                  </a:cubicBezTo>
                  <a:cubicBezTo>
                    <a:pt x="1034" y="3685"/>
                    <a:pt x="0" y="7221"/>
                    <a:pt x="634" y="10590"/>
                  </a:cubicBezTo>
                  <a:cubicBezTo>
                    <a:pt x="4837" y="10823"/>
                    <a:pt x="5804" y="14659"/>
                    <a:pt x="6638" y="17428"/>
                  </a:cubicBezTo>
                  <a:cubicBezTo>
                    <a:pt x="7272" y="19663"/>
                    <a:pt x="7972" y="20263"/>
                    <a:pt x="8773" y="20630"/>
                  </a:cubicBezTo>
                  <a:cubicBezTo>
                    <a:pt x="10490" y="21358"/>
                    <a:pt x="12739" y="21577"/>
                    <a:pt x="14393" y="21577"/>
                  </a:cubicBezTo>
                  <a:cubicBezTo>
                    <a:pt x="14635" y="21577"/>
                    <a:pt x="14865" y="21573"/>
                    <a:pt x="15078" y="21564"/>
                  </a:cubicBezTo>
                  <a:cubicBezTo>
                    <a:pt x="16812" y="21464"/>
                    <a:pt x="17880" y="19930"/>
                    <a:pt x="18380" y="18062"/>
                  </a:cubicBezTo>
                  <a:cubicBezTo>
                    <a:pt x="19214" y="15060"/>
                    <a:pt x="19748" y="12191"/>
                    <a:pt x="18880" y="6720"/>
                  </a:cubicBezTo>
                  <a:cubicBezTo>
                    <a:pt x="18169" y="2241"/>
                    <a:pt x="13518" y="1"/>
                    <a:pt x="944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2794700" y="813825"/>
              <a:ext cx="317800" cy="166975"/>
            </a:xfrm>
            <a:custGeom>
              <a:avLst/>
              <a:gdLst/>
              <a:ahLst/>
              <a:cxnLst/>
              <a:rect l="l" t="t" r="r" b="b"/>
              <a:pathLst>
                <a:path w="12712" h="6679" extrusionOk="0">
                  <a:moveTo>
                    <a:pt x="12478" y="1"/>
                  </a:moveTo>
                  <a:cubicBezTo>
                    <a:pt x="11577" y="568"/>
                    <a:pt x="10543" y="901"/>
                    <a:pt x="9509" y="1035"/>
                  </a:cubicBezTo>
                  <a:cubicBezTo>
                    <a:pt x="8373" y="1181"/>
                    <a:pt x="7220" y="1256"/>
                    <a:pt x="6067" y="1256"/>
                  </a:cubicBezTo>
                  <a:cubicBezTo>
                    <a:pt x="4852" y="1256"/>
                    <a:pt x="3636" y="1173"/>
                    <a:pt x="2438" y="1001"/>
                  </a:cubicBezTo>
                  <a:cubicBezTo>
                    <a:pt x="2131" y="961"/>
                    <a:pt x="1867" y="942"/>
                    <a:pt x="1641" y="942"/>
                  </a:cubicBezTo>
                  <a:cubicBezTo>
                    <a:pt x="0" y="942"/>
                    <a:pt x="359" y="1962"/>
                    <a:pt x="770" y="3370"/>
                  </a:cubicBezTo>
                  <a:cubicBezTo>
                    <a:pt x="1270" y="5038"/>
                    <a:pt x="2704" y="6539"/>
                    <a:pt x="6674" y="6672"/>
                  </a:cubicBezTo>
                  <a:cubicBezTo>
                    <a:pt x="6839" y="6676"/>
                    <a:pt x="7002" y="6678"/>
                    <a:pt x="7161" y="6678"/>
                  </a:cubicBezTo>
                  <a:cubicBezTo>
                    <a:pt x="9546" y="6678"/>
                    <a:pt x="11294" y="6213"/>
                    <a:pt x="12545" y="5338"/>
                  </a:cubicBezTo>
                  <a:cubicBezTo>
                    <a:pt x="12712" y="3570"/>
                    <a:pt x="12712" y="1769"/>
                    <a:pt x="1247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2682175" y="598675"/>
              <a:ext cx="420325" cy="539575"/>
            </a:xfrm>
            <a:custGeom>
              <a:avLst/>
              <a:gdLst/>
              <a:ahLst/>
              <a:cxnLst/>
              <a:rect l="l" t="t" r="r" b="b"/>
              <a:pathLst>
                <a:path w="16813" h="21583" extrusionOk="0">
                  <a:moveTo>
                    <a:pt x="8707" y="234"/>
                  </a:moveTo>
                  <a:cubicBezTo>
                    <a:pt x="9707" y="568"/>
                    <a:pt x="10608" y="1101"/>
                    <a:pt x="11375" y="1768"/>
                  </a:cubicBezTo>
                  <a:cubicBezTo>
                    <a:pt x="13010" y="3169"/>
                    <a:pt x="14110" y="5271"/>
                    <a:pt x="14677" y="7939"/>
                  </a:cubicBezTo>
                  <a:cubicBezTo>
                    <a:pt x="14281" y="8036"/>
                    <a:pt x="13769" y="8110"/>
                    <a:pt x="13244" y="8110"/>
                  </a:cubicBezTo>
                  <a:cubicBezTo>
                    <a:pt x="12309" y="8110"/>
                    <a:pt x="11335" y="7874"/>
                    <a:pt x="10908" y="7106"/>
                  </a:cubicBezTo>
                  <a:lnTo>
                    <a:pt x="10741" y="6805"/>
                  </a:lnTo>
                  <a:cubicBezTo>
                    <a:pt x="10041" y="5471"/>
                    <a:pt x="9374" y="4170"/>
                    <a:pt x="6238" y="3203"/>
                  </a:cubicBezTo>
                  <a:cubicBezTo>
                    <a:pt x="5404" y="2936"/>
                    <a:pt x="4537" y="2802"/>
                    <a:pt x="3670" y="2769"/>
                  </a:cubicBezTo>
                  <a:cubicBezTo>
                    <a:pt x="3770" y="2636"/>
                    <a:pt x="3870" y="2536"/>
                    <a:pt x="3970" y="2436"/>
                  </a:cubicBezTo>
                  <a:cubicBezTo>
                    <a:pt x="5271" y="1201"/>
                    <a:pt x="6939" y="434"/>
                    <a:pt x="8707" y="234"/>
                  </a:cubicBezTo>
                  <a:close/>
                  <a:moveTo>
                    <a:pt x="7706" y="0"/>
                  </a:moveTo>
                  <a:cubicBezTo>
                    <a:pt x="6205" y="334"/>
                    <a:pt x="4804" y="1068"/>
                    <a:pt x="3703" y="2135"/>
                  </a:cubicBezTo>
                  <a:cubicBezTo>
                    <a:pt x="3503" y="2335"/>
                    <a:pt x="3303" y="2536"/>
                    <a:pt x="3136" y="2736"/>
                  </a:cubicBezTo>
                  <a:cubicBezTo>
                    <a:pt x="2202" y="2769"/>
                    <a:pt x="1335" y="2903"/>
                    <a:pt x="467" y="3169"/>
                  </a:cubicBezTo>
                  <a:cubicBezTo>
                    <a:pt x="301" y="3336"/>
                    <a:pt x="134" y="3536"/>
                    <a:pt x="0" y="3736"/>
                  </a:cubicBezTo>
                  <a:cubicBezTo>
                    <a:pt x="901" y="3403"/>
                    <a:pt x="1835" y="3236"/>
                    <a:pt x="2802" y="3169"/>
                  </a:cubicBezTo>
                  <a:lnTo>
                    <a:pt x="2802" y="3169"/>
                  </a:lnTo>
                  <a:cubicBezTo>
                    <a:pt x="801" y="5805"/>
                    <a:pt x="534" y="9240"/>
                    <a:pt x="567" y="11075"/>
                  </a:cubicBezTo>
                  <a:cubicBezTo>
                    <a:pt x="701" y="11142"/>
                    <a:pt x="834" y="11242"/>
                    <a:pt x="968" y="11309"/>
                  </a:cubicBezTo>
                  <a:cubicBezTo>
                    <a:pt x="934" y="9541"/>
                    <a:pt x="1101" y="5838"/>
                    <a:pt x="3336" y="3169"/>
                  </a:cubicBezTo>
                  <a:cubicBezTo>
                    <a:pt x="4270" y="3169"/>
                    <a:pt x="5204" y="3336"/>
                    <a:pt x="6105" y="3603"/>
                  </a:cubicBezTo>
                  <a:cubicBezTo>
                    <a:pt x="9107" y="4537"/>
                    <a:pt x="9741" y="5738"/>
                    <a:pt x="10408" y="7005"/>
                  </a:cubicBezTo>
                  <a:lnTo>
                    <a:pt x="10575" y="7306"/>
                  </a:lnTo>
                  <a:cubicBezTo>
                    <a:pt x="11075" y="8240"/>
                    <a:pt x="12176" y="8540"/>
                    <a:pt x="13243" y="8540"/>
                  </a:cubicBezTo>
                  <a:cubicBezTo>
                    <a:pt x="13777" y="8540"/>
                    <a:pt x="14277" y="8473"/>
                    <a:pt x="14778" y="8373"/>
                  </a:cubicBezTo>
                  <a:cubicBezTo>
                    <a:pt x="14978" y="9541"/>
                    <a:pt x="15111" y="10742"/>
                    <a:pt x="15144" y="11976"/>
                  </a:cubicBezTo>
                  <a:cubicBezTo>
                    <a:pt x="15278" y="17747"/>
                    <a:pt x="14077" y="20148"/>
                    <a:pt x="13043" y="21149"/>
                  </a:cubicBezTo>
                  <a:cubicBezTo>
                    <a:pt x="12876" y="21316"/>
                    <a:pt x="12643" y="21449"/>
                    <a:pt x="12409" y="21583"/>
                  </a:cubicBezTo>
                  <a:lnTo>
                    <a:pt x="12910" y="21583"/>
                  </a:lnTo>
                  <a:cubicBezTo>
                    <a:pt x="13010" y="21583"/>
                    <a:pt x="13110" y="21583"/>
                    <a:pt x="13210" y="21549"/>
                  </a:cubicBezTo>
                  <a:cubicBezTo>
                    <a:pt x="13310" y="21516"/>
                    <a:pt x="13276" y="21516"/>
                    <a:pt x="13310" y="21483"/>
                  </a:cubicBezTo>
                  <a:cubicBezTo>
                    <a:pt x="14444" y="20448"/>
                    <a:pt x="15745" y="17947"/>
                    <a:pt x="15578" y="11976"/>
                  </a:cubicBezTo>
                  <a:cubicBezTo>
                    <a:pt x="15545" y="10742"/>
                    <a:pt x="15411" y="9507"/>
                    <a:pt x="15178" y="8306"/>
                  </a:cubicBezTo>
                  <a:cubicBezTo>
                    <a:pt x="15812" y="8140"/>
                    <a:pt x="16379" y="7773"/>
                    <a:pt x="16812" y="7272"/>
                  </a:cubicBezTo>
                  <a:cubicBezTo>
                    <a:pt x="16779" y="7106"/>
                    <a:pt x="16746" y="6905"/>
                    <a:pt x="16712" y="6705"/>
                  </a:cubicBezTo>
                  <a:cubicBezTo>
                    <a:pt x="16712" y="6705"/>
                    <a:pt x="16712" y="6672"/>
                    <a:pt x="16712" y="6672"/>
                  </a:cubicBezTo>
                  <a:cubicBezTo>
                    <a:pt x="16345" y="7272"/>
                    <a:pt x="15778" y="7706"/>
                    <a:pt x="15078" y="7839"/>
                  </a:cubicBezTo>
                  <a:cubicBezTo>
                    <a:pt x="14511" y="5071"/>
                    <a:pt x="13343" y="2936"/>
                    <a:pt x="11675" y="1468"/>
                  </a:cubicBezTo>
                  <a:cubicBezTo>
                    <a:pt x="11175" y="1001"/>
                    <a:pt x="10608" y="634"/>
                    <a:pt x="10007" y="334"/>
                  </a:cubicBezTo>
                  <a:cubicBezTo>
                    <a:pt x="9240" y="134"/>
                    <a:pt x="8473" y="34"/>
                    <a:pt x="770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2922550" y="877925"/>
              <a:ext cx="90450" cy="46850"/>
            </a:xfrm>
            <a:custGeom>
              <a:avLst/>
              <a:gdLst/>
              <a:ahLst/>
              <a:cxnLst/>
              <a:rect l="l" t="t" r="r" b="b"/>
              <a:pathLst>
                <a:path w="3618" h="1874" extrusionOk="0">
                  <a:moveTo>
                    <a:pt x="1812" y="1"/>
                  </a:moveTo>
                  <a:cubicBezTo>
                    <a:pt x="1773" y="1"/>
                    <a:pt x="1734" y="2"/>
                    <a:pt x="1693" y="5"/>
                  </a:cubicBezTo>
                  <a:cubicBezTo>
                    <a:pt x="470" y="71"/>
                    <a:pt x="1" y="1874"/>
                    <a:pt x="284" y="1874"/>
                  </a:cubicBezTo>
                  <a:cubicBezTo>
                    <a:pt x="287" y="1874"/>
                    <a:pt x="290" y="1873"/>
                    <a:pt x="292" y="1873"/>
                  </a:cubicBezTo>
                  <a:cubicBezTo>
                    <a:pt x="693" y="1840"/>
                    <a:pt x="960" y="1006"/>
                    <a:pt x="1727" y="839"/>
                  </a:cubicBezTo>
                  <a:cubicBezTo>
                    <a:pt x="1775" y="831"/>
                    <a:pt x="1821" y="827"/>
                    <a:pt x="1867" y="827"/>
                  </a:cubicBezTo>
                  <a:cubicBezTo>
                    <a:pt x="2532" y="827"/>
                    <a:pt x="2904" y="1674"/>
                    <a:pt x="3243" y="1674"/>
                  </a:cubicBezTo>
                  <a:cubicBezTo>
                    <a:pt x="3249" y="1674"/>
                    <a:pt x="3255" y="1674"/>
                    <a:pt x="3261" y="1673"/>
                  </a:cubicBezTo>
                  <a:cubicBezTo>
                    <a:pt x="3618" y="1641"/>
                    <a:pt x="3155" y="1"/>
                    <a:pt x="181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7"/>
            <p:cNvSpPr/>
            <p:nvPr/>
          </p:nvSpPr>
          <p:spPr>
            <a:xfrm>
              <a:off x="3067450" y="861050"/>
              <a:ext cx="78850" cy="43700"/>
            </a:xfrm>
            <a:custGeom>
              <a:avLst/>
              <a:gdLst/>
              <a:ahLst/>
              <a:cxnLst/>
              <a:rect l="l" t="t" r="r" b="b"/>
              <a:pathLst>
                <a:path w="3154" h="1748" extrusionOk="0">
                  <a:moveTo>
                    <a:pt x="1595" y="0"/>
                  </a:moveTo>
                  <a:cubicBezTo>
                    <a:pt x="1532" y="0"/>
                    <a:pt x="1468" y="4"/>
                    <a:pt x="1401" y="13"/>
                  </a:cubicBezTo>
                  <a:cubicBezTo>
                    <a:pt x="301" y="113"/>
                    <a:pt x="0" y="1748"/>
                    <a:pt x="267" y="1748"/>
                  </a:cubicBezTo>
                  <a:cubicBezTo>
                    <a:pt x="601" y="1681"/>
                    <a:pt x="801" y="914"/>
                    <a:pt x="1468" y="747"/>
                  </a:cubicBezTo>
                  <a:cubicBezTo>
                    <a:pt x="1527" y="732"/>
                    <a:pt x="1583" y="726"/>
                    <a:pt x="1638" y="726"/>
                  </a:cubicBezTo>
                  <a:cubicBezTo>
                    <a:pt x="2193" y="726"/>
                    <a:pt x="2550" y="1415"/>
                    <a:pt x="2850" y="1415"/>
                  </a:cubicBezTo>
                  <a:cubicBezTo>
                    <a:pt x="2856" y="1415"/>
                    <a:pt x="2863" y="1415"/>
                    <a:pt x="2869" y="1414"/>
                  </a:cubicBezTo>
                  <a:cubicBezTo>
                    <a:pt x="3153" y="1351"/>
                    <a:pt x="2719" y="0"/>
                    <a:pt x="159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7"/>
            <p:cNvSpPr/>
            <p:nvPr/>
          </p:nvSpPr>
          <p:spPr>
            <a:xfrm>
              <a:off x="3389350" y="631200"/>
              <a:ext cx="816425" cy="1456075"/>
            </a:xfrm>
            <a:custGeom>
              <a:avLst/>
              <a:gdLst/>
              <a:ahLst/>
              <a:cxnLst/>
              <a:rect l="l" t="t" r="r" b="b"/>
              <a:pathLst>
                <a:path w="32657" h="58243" extrusionOk="0">
                  <a:moveTo>
                    <a:pt x="32657" y="0"/>
                  </a:moveTo>
                  <a:cubicBezTo>
                    <a:pt x="32590" y="5004"/>
                    <a:pt x="30622" y="9974"/>
                    <a:pt x="26786" y="14477"/>
                  </a:cubicBezTo>
                  <a:cubicBezTo>
                    <a:pt x="24551" y="17046"/>
                    <a:pt x="21916" y="19281"/>
                    <a:pt x="19047" y="21149"/>
                  </a:cubicBezTo>
                  <a:cubicBezTo>
                    <a:pt x="13543" y="24718"/>
                    <a:pt x="6972" y="27253"/>
                    <a:pt x="0" y="28654"/>
                  </a:cubicBezTo>
                  <a:lnTo>
                    <a:pt x="0" y="58242"/>
                  </a:lnTo>
                  <a:cubicBezTo>
                    <a:pt x="6938" y="56841"/>
                    <a:pt x="13510" y="54339"/>
                    <a:pt x="19047" y="50737"/>
                  </a:cubicBezTo>
                  <a:cubicBezTo>
                    <a:pt x="27987" y="44899"/>
                    <a:pt x="32557" y="37260"/>
                    <a:pt x="32657" y="29622"/>
                  </a:cubicBezTo>
                  <a:lnTo>
                    <a:pt x="32657" y="0"/>
                  </a:ln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3389350" y="631200"/>
              <a:ext cx="816425" cy="1456075"/>
            </a:xfrm>
            <a:custGeom>
              <a:avLst/>
              <a:gdLst/>
              <a:ahLst/>
              <a:cxnLst/>
              <a:rect l="l" t="t" r="r" b="b"/>
              <a:pathLst>
                <a:path w="32657" h="58243" fill="none" extrusionOk="0">
                  <a:moveTo>
                    <a:pt x="19047" y="21149"/>
                  </a:moveTo>
                  <a:cubicBezTo>
                    <a:pt x="21916" y="19281"/>
                    <a:pt x="24551" y="17046"/>
                    <a:pt x="26786" y="14477"/>
                  </a:cubicBezTo>
                  <a:cubicBezTo>
                    <a:pt x="30622" y="9974"/>
                    <a:pt x="32590" y="5004"/>
                    <a:pt x="32657" y="0"/>
                  </a:cubicBezTo>
                  <a:lnTo>
                    <a:pt x="32657" y="29622"/>
                  </a:lnTo>
                  <a:cubicBezTo>
                    <a:pt x="32557" y="37260"/>
                    <a:pt x="27987" y="44899"/>
                    <a:pt x="19047" y="50737"/>
                  </a:cubicBezTo>
                  <a:cubicBezTo>
                    <a:pt x="13510" y="54339"/>
                    <a:pt x="6938" y="56841"/>
                    <a:pt x="0" y="58242"/>
                  </a:cubicBezTo>
                  <a:lnTo>
                    <a:pt x="0" y="28654"/>
                  </a:lnTo>
                  <a:cubicBezTo>
                    <a:pt x="6972" y="27253"/>
                    <a:pt x="13543" y="24718"/>
                    <a:pt x="19047" y="21149"/>
                  </a:cubicBez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7"/>
            <p:cNvSpPr/>
            <p:nvPr/>
          </p:nvSpPr>
          <p:spPr>
            <a:xfrm>
              <a:off x="1648925" y="824675"/>
              <a:ext cx="1915575" cy="1282350"/>
            </a:xfrm>
            <a:custGeom>
              <a:avLst/>
              <a:gdLst/>
              <a:ahLst/>
              <a:cxnLst/>
              <a:rect l="l" t="t" r="r" b="b"/>
              <a:pathLst>
                <a:path w="76623" h="51294" extrusionOk="0">
                  <a:moveTo>
                    <a:pt x="76622" y="0"/>
                  </a:moveTo>
                  <a:cubicBezTo>
                    <a:pt x="75154" y="1068"/>
                    <a:pt x="73620" y="2068"/>
                    <a:pt x="72052" y="3002"/>
                  </a:cubicBezTo>
                  <a:cubicBezTo>
                    <a:pt x="65614" y="6705"/>
                    <a:pt x="57976" y="9274"/>
                    <a:pt x="49870" y="10741"/>
                  </a:cubicBezTo>
                  <a:cubicBezTo>
                    <a:pt x="45958" y="11444"/>
                    <a:pt x="40271" y="11869"/>
                    <a:pt x="33902" y="11869"/>
                  </a:cubicBezTo>
                  <a:cubicBezTo>
                    <a:pt x="22727" y="11869"/>
                    <a:pt x="9456" y="10560"/>
                    <a:pt x="1" y="7139"/>
                  </a:cubicBezTo>
                  <a:lnTo>
                    <a:pt x="1" y="45266"/>
                  </a:lnTo>
                  <a:cubicBezTo>
                    <a:pt x="9254" y="49543"/>
                    <a:pt x="21302" y="51293"/>
                    <a:pt x="32417" y="51293"/>
                  </a:cubicBezTo>
                  <a:cubicBezTo>
                    <a:pt x="38814" y="51293"/>
                    <a:pt x="44901" y="50714"/>
                    <a:pt x="49970" y="49703"/>
                  </a:cubicBezTo>
                  <a:cubicBezTo>
                    <a:pt x="58543" y="47968"/>
                    <a:pt x="65648" y="44832"/>
                    <a:pt x="72052" y="41130"/>
                  </a:cubicBezTo>
                  <a:cubicBezTo>
                    <a:pt x="73620" y="40229"/>
                    <a:pt x="75154" y="39228"/>
                    <a:pt x="76622" y="38128"/>
                  </a:cubicBezTo>
                  <a:lnTo>
                    <a:pt x="76622" y="0"/>
                  </a:ln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7"/>
            <p:cNvSpPr/>
            <p:nvPr/>
          </p:nvSpPr>
          <p:spPr>
            <a:xfrm>
              <a:off x="1648925" y="824675"/>
              <a:ext cx="1915575" cy="1311800"/>
            </a:xfrm>
            <a:custGeom>
              <a:avLst/>
              <a:gdLst/>
              <a:ahLst/>
              <a:cxnLst/>
              <a:rect l="l" t="t" r="r" b="b"/>
              <a:pathLst>
                <a:path w="76623" h="52472" fill="none" extrusionOk="0">
                  <a:moveTo>
                    <a:pt x="1" y="7139"/>
                  </a:moveTo>
                  <a:lnTo>
                    <a:pt x="1" y="45266"/>
                  </a:lnTo>
                  <a:cubicBezTo>
                    <a:pt x="14578" y="52004"/>
                    <a:pt x="36093" y="52471"/>
                    <a:pt x="49970" y="49703"/>
                  </a:cubicBezTo>
                  <a:cubicBezTo>
                    <a:pt x="58543" y="47968"/>
                    <a:pt x="65648" y="44832"/>
                    <a:pt x="72052" y="41130"/>
                  </a:cubicBezTo>
                  <a:cubicBezTo>
                    <a:pt x="73620" y="40229"/>
                    <a:pt x="75154" y="39228"/>
                    <a:pt x="76622" y="38128"/>
                  </a:cubicBezTo>
                  <a:lnTo>
                    <a:pt x="76622" y="0"/>
                  </a:lnTo>
                  <a:cubicBezTo>
                    <a:pt x="75154" y="1068"/>
                    <a:pt x="73620" y="2068"/>
                    <a:pt x="72052" y="3002"/>
                  </a:cubicBezTo>
                  <a:cubicBezTo>
                    <a:pt x="65614" y="6705"/>
                    <a:pt x="57976" y="9274"/>
                    <a:pt x="49870" y="10741"/>
                  </a:cubicBezTo>
                  <a:cubicBezTo>
                    <a:pt x="39095" y="12676"/>
                    <a:pt x="14845" y="12509"/>
                    <a:pt x="1" y="7139"/>
                  </a:cubicBez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7"/>
            <p:cNvSpPr/>
            <p:nvPr/>
          </p:nvSpPr>
          <p:spPr>
            <a:xfrm>
              <a:off x="4541000" y="1184100"/>
              <a:ext cx="630475" cy="645475"/>
            </a:xfrm>
            <a:custGeom>
              <a:avLst/>
              <a:gdLst/>
              <a:ahLst/>
              <a:cxnLst/>
              <a:rect l="l" t="t" r="r" b="b"/>
              <a:pathLst>
                <a:path w="25219" h="25819" extrusionOk="0">
                  <a:moveTo>
                    <a:pt x="25218" y="0"/>
                  </a:moveTo>
                  <a:cubicBezTo>
                    <a:pt x="20548" y="0"/>
                    <a:pt x="19114" y="1635"/>
                    <a:pt x="17246" y="4303"/>
                  </a:cubicBezTo>
                  <a:cubicBezTo>
                    <a:pt x="15378" y="6972"/>
                    <a:pt x="9007" y="17112"/>
                    <a:pt x="9007" y="17112"/>
                  </a:cubicBezTo>
                  <a:lnTo>
                    <a:pt x="0" y="20582"/>
                  </a:lnTo>
                  <a:lnTo>
                    <a:pt x="1201" y="25819"/>
                  </a:lnTo>
                  <a:cubicBezTo>
                    <a:pt x="1201" y="25819"/>
                    <a:pt x="8807" y="24318"/>
                    <a:pt x="12709" y="23517"/>
                  </a:cubicBezTo>
                  <a:cubicBezTo>
                    <a:pt x="13744" y="23350"/>
                    <a:pt x="14644" y="22750"/>
                    <a:pt x="15178" y="21849"/>
                  </a:cubicBezTo>
                  <a:cubicBezTo>
                    <a:pt x="15678" y="21082"/>
                    <a:pt x="20682" y="13176"/>
                    <a:pt x="20682" y="13176"/>
                  </a:cubicBezTo>
                  <a:lnTo>
                    <a:pt x="2521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7"/>
            <p:cNvSpPr/>
            <p:nvPr/>
          </p:nvSpPr>
          <p:spPr>
            <a:xfrm>
              <a:off x="4395050" y="1491825"/>
              <a:ext cx="547100" cy="661325"/>
            </a:xfrm>
            <a:custGeom>
              <a:avLst/>
              <a:gdLst/>
              <a:ahLst/>
              <a:cxnLst/>
              <a:rect l="l" t="t" r="r" b="b"/>
              <a:pathLst>
                <a:path w="21884" h="26453" extrusionOk="0">
                  <a:moveTo>
                    <a:pt x="368" y="0"/>
                  </a:moveTo>
                  <a:lnTo>
                    <a:pt x="1" y="400"/>
                  </a:lnTo>
                  <a:lnTo>
                    <a:pt x="5471" y="20448"/>
                  </a:lnTo>
                  <a:lnTo>
                    <a:pt x="21516" y="26452"/>
                  </a:lnTo>
                  <a:lnTo>
                    <a:pt x="21883" y="26052"/>
                  </a:lnTo>
                  <a:lnTo>
                    <a:pt x="17247" y="5971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4817025" y="1641075"/>
              <a:ext cx="125125" cy="512075"/>
            </a:xfrm>
            <a:custGeom>
              <a:avLst/>
              <a:gdLst/>
              <a:ahLst/>
              <a:cxnLst/>
              <a:rect l="l" t="t" r="r" b="b"/>
              <a:pathLst>
                <a:path w="5005" h="20483" extrusionOk="0">
                  <a:moveTo>
                    <a:pt x="368" y="1"/>
                  </a:moveTo>
                  <a:lnTo>
                    <a:pt x="1" y="401"/>
                  </a:lnTo>
                  <a:lnTo>
                    <a:pt x="4637" y="20482"/>
                  </a:lnTo>
                  <a:lnTo>
                    <a:pt x="5004" y="20082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4395050" y="1501825"/>
              <a:ext cx="537925" cy="651325"/>
            </a:xfrm>
            <a:custGeom>
              <a:avLst/>
              <a:gdLst/>
              <a:ahLst/>
              <a:cxnLst/>
              <a:rect l="l" t="t" r="r" b="b"/>
              <a:pathLst>
                <a:path w="21517" h="26053" extrusionOk="0">
                  <a:moveTo>
                    <a:pt x="1" y="0"/>
                  </a:moveTo>
                  <a:lnTo>
                    <a:pt x="5471" y="20048"/>
                  </a:lnTo>
                  <a:lnTo>
                    <a:pt x="21516" y="26052"/>
                  </a:lnTo>
                  <a:lnTo>
                    <a:pt x="16880" y="5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4503475" y="1899600"/>
              <a:ext cx="90925" cy="29575"/>
            </a:xfrm>
            <a:custGeom>
              <a:avLst/>
              <a:gdLst/>
              <a:ahLst/>
              <a:cxnLst/>
              <a:rect l="l" t="t" r="r" b="b"/>
              <a:pathLst>
                <a:path w="3637" h="1183" extrusionOk="0">
                  <a:moveTo>
                    <a:pt x="0" y="1"/>
                  </a:moveTo>
                  <a:lnTo>
                    <a:pt x="301" y="1168"/>
                  </a:lnTo>
                  <a:cubicBezTo>
                    <a:pt x="439" y="1178"/>
                    <a:pt x="574" y="1183"/>
                    <a:pt x="706" y="1183"/>
                  </a:cubicBezTo>
                  <a:cubicBezTo>
                    <a:pt x="2385" y="1183"/>
                    <a:pt x="3513" y="439"/>
                    <a:pt x="3636" y="6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4517900" y="1583350"/>
              <a:ext cx="200750" cy="91125"/>
            </a:xfrm>
            <a:custGeom>
              <a:avLst/>
              <a:gdLst/>
              <a:ahLst/>
              <a:cxnLst/>
              <a:rect l="l" t="t" r="r" b="b"/>
              <a:pathLst>
                <a:path w="8030" h="3645" extrusionOk="0">
                  <a:moveTo>
                    <a:pt x="311" y="0"/>
                  </a:moveTo>
                  <a:cubicBezTo>
                    <a:pt x="106" y="0"/>
                    <a:pt x="0" y="67"/>
                    <a:pt x="24" y="208"/>
                  </a:cubicBezTo>
                  <a:cubicBezTo>
                    <a:pt x="90" y="575"/>
                    <a:pt x="157" y="876"/>
                    <a:pt x="157" y="876"/>
                  </a:cubicBezTo>
                  <a:lnTo>
                    <a:pt x="8029" y="3644"/>
                  </a:lnTo>
                  <a:lnTo>
                    <a:pt x="7896" y="2977"/>
                  </a:lnTo>
                  <a:cubicBezTo>
                    <a:pt x="7796" y="2610"/>
                    <a:pt x="6595" y="2143"/>
                    <a:pt x="5294" y="1543"/>
                  </a:cubicBezTo>
                  <a:lnTo>
                    <a:pt x="2225" y="609"/>
                  </a:lnTo>
                  <a:cubicBezTo>
                    <a:pt x="1385" y="221"/>
                    <a:pt x="684" y="0"/>
                    <a:pt x="3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4496400" y="1522300"/>
              <a:ext cx="217250" cy="92125"/>
            </a:xfrm>
            <a:custGeom>
              <a:avLst/>
              <a:gdLst/>
              <a:ahLst/>
              <a:cxnLst/>
              <a:rect l="l" t="t" r="r" b="b"/>
              <a:pathLst>
                <a:path w="8690" h="3685" extrusionOk="0">
                  <a:moveTo>
                    <a:pt x="2529" y="0"/>
                  </a:moveTo>
                  <a:cubicBezTo>
                    <a:pt x="1657" y="0"/>
                    <a:pt x="1884" y="549"/>
                    <a:pt x="1884" y="549"/>
                  </a:cubicBezTo>
                  <a:lnTo>
                    <a:pt x="884" y="215"/>
                  </a:lnTo>
                  <a:cubicBezTo>
                    <a:pt x="605" y="146"/>
                    <a:pt x="372" y="94"/>
                    <a:pt x="217" y="94"/>
                  </a:cubicBezTo>
                  <a:cubicBezTo>
                    <a:pt x="76" y="94"/>
                    <a:pt x="1" y="137"/>
                    <a:pt x="16" y="249"/>
                  </a:cubicBezTo>
                  <a:cubicBezTo>
                    <a:pt x="83" y="482"/>
                    <a:pt x="83" y="649"/>
                    <a:pt x="83" y="649"/>
                  </a:cubicBezTo>
                  <a:lnTo>
                    <a:pt x="8689" y="3685"/>
                  </a:lnTo>
                  <a:lnTo>
                    <a:pt x="8589" y="3251"/>
                  </a:lnTo>
                  <a:cubicBezTo>
                    <a:pt x="8489" y="3017"/>
                    <a:pt x="8389" y="2851"/>
                    <a:pt x="7555" y="2584"/>
                  </a:cubicBezTo>
                  <a:cubicBezTo>
                    <a:pt x="7155" y="2450"/>
                    <a:pt x="6755" y="2317"/>
                    <a:pt x="6354" y="2150"/>
                  </a:cubicBezTo>
                  <a:cubicBezTo>
                    <a:pt x="6354" y="2150"/>
                    <a:pt x="6288" y="883"/>
                    <a:pt x="3786" y="215"/>
                  </a:cubicBezTo>
                  <a:cubicBezTo>
                    <a:pt x="3218" y="59"/>
                    <a:pt x="2814" y="0"/>
                    <a:pt x="2529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4513475" y="1540175"/>
              <a:ext cx="178500" cy="115950"/>
            </a:xfrm>
            <a:custGeom>
              <a:avLst/>
              <a:gdLst/>
              <a:ahLst/>
              <a:cxnLst/>
              <a:rect l="l" t="t" r="r" b="b"/>
              <a:pathLst>
                <a:path w="7140" h="4638" extrusionOk="0">
                  <a:moveTo>
                    <a:pt x="1" y="1"/>
                  </a:moveTo>
                  <a:lnTo>
                    <a:pt x="234" y="835"/>
                  </a:lnTo>
                  <a:cubicBezTo>
                    <a:pt x="1035" y="1202"/>
                    <a:pt x="1368" y="1368"/>
                    <a:pt x="1502" y="1935"/>
                  </a:cubicBezTo>
                  <a:cubicBezTo>
                    <a:pt x="1635" y="2603"/>
                    <a:pt x="1668" y="2869"/>
                    <a:pt x="1668" y="2869"/>
                  </a:cubicBezTo>
                  <a:lnTo>
                    <a:pt x="6138" y="4637"/>
                  </a:lnTo>
                  <a:cubicBezTo>
                    <a:pt x="6138" y="4637"/>
                    <a:pt x="5905" y="3670"/>
                    <a:pt x="5838" y="3370"/>
                  </a:cubicBezTo>
                  <a:cubicBezTo>
                    <a:pt x="5806" y="3207"/>
                    <a:pt x="5932" y="3124"/>
                    <a:pt x="6159" y="3124"/>
                  </a:cubicBezTo>
                  <a:cubicBezTo>
                    <a:pt x="6397" y="3124"/>
                    <a:pt x="6746" y="3215"/>
                    <a:pt x="7139" y="3403"/>
                  </a:cubicBezTo>
                  <a:lnTo>
                    <a:pt x="6972" y="26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7"/>
            <p:cNvSpPr/>
            <p:nvPr/>
          </p:nvSpPr>
          <p:spPr>
            <a:xfrm>
              <a:off x="4512050" y="1583725"/>
              <a:ext cx="200750" cy="90750"/>
            </a:xfrm>
            <a:custGeom>
              <a:avLst/>
              <a:gdLst/>
              <a:ahLst/>
              <a:cxnLst/>
              <a:rect l="l" t="t" r="r" b="b"/>
              <a:pathLst>
                <a:path w="8030" h="3630" extrusionOk="0">
                  <a:moveTo>
                    <a:pt x="322" y="0"/>
                  </a:moveTo>
                  <a:cubicBezTo>
                    <a:pt x="112" y="0"/>
                    <a:pt x="1" y="63"/>
                    <a:pt x="24" y="193"/>
                  </a:cubicBezTo>
                  <a:cubicBezTo>
                    <a:pt x="91" y="560"/>
                    <a:pt x="158" y="861"/>
                    <a:pt x="158" y="861"/>
                  </a:cubicBezTo>
                  <a:lnTo>
                    <a:pt x="8030" y="3629"/>
                  </a:lnTo>
                  <a:lnTo>
                    <a:pt x="7897" y="2962"/>
                  </a:lnTo>
                  <a:cubicBezTo>
                    <a:pt x="7796" y="2595"/>
                    <a:pt x="6596" y="2128"/>
                    <a:pt x="5295" y="1528"/>
                  </a:cubicBezTo>
                  <a:lnTo>
                    <a:pt x="2226" y="594"/>
                  </a:lnTo>
                  <a:cubicBezTo>
                    <a:pt x="1409" y="207"/>
                    <a:pt x="703" y="0"/>
                    <a:pt x="32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7"/>
            <p:cNvSpPr/>
            <p:nvPr/>
          </p:nvSpPr>
          <p:spPr>
            <a:xfrm>
              <a:off x="4405150" y="1664250"/>
              <a:ext cx="236775" cy="252125"/>
            </a:xfrm>
            <a:custGeom>
              <a:avLst/>
              <a:gdLst/>
              <a:ahLst/>
              <a:cxnLst/>
              <a:rect l="l" t="t" r="r" b="b"/>
              <a:pathLst>
                <a:path w="9471" h="10085" extrusionOk="0">
                  <a:moveTo>
                    <a:pt x="752" y="0"/>
                  </a:moveTo>
                  <a:cubicBezTo>
                    <a:pt x="320" y="0"/>
                    <a:pt x="0" y="444"/>
                    <a:pt x="197" y="1276"/>
                  </a:cubicBezTo>
                  <a:cubicBezTo>
                    <a:pt x="498" y="2577"/>
                    <a:pt x="97" y="4945"/>
                    <a:pt x="864" y="7146"/>
                  </a:cubicBezTo>
                  <a:cubicBezTo>
                    <a:pt x="1365" y="8614"/>
                    <a:pt x="2599" y="9715"/>
                    <a:pt x="4133" y="10015"/>
                  </a:cubicBezTo>
                  <a:cubicBezTo>
                    <a:pt x="4504" y="10062"/>
                    <a:pt x="4858" y="10085"/>
                    <a:pt x="5194" y="10085"/>
                  </a:cubicBezTo>
                  <a:cubicBezTo>
                    <a:pt x="7034" y="10085"/>
                    <a:pt x="8329" y="9386"/>
                    <a:pt x="8837" y="7947"/>
                  </a:cubicBezTo>
                  <a:cubicBezTo>
                    <a:pt x="9471" y="6046"/>
                    <a:pt x="9170" y="5479"/>
                    <a:pt x="6535" y="5145"/>
                  </a:cubicBezTo>
                  <a:cubicBezTo>
                    <a:pt x="5134" y="4978"/>
                    <a:pt x="2366" y="3711"/>
                    <a:pt x="2232" y="3144"/>
                  </a:cubicBezTo>
                  <a:cubicBezTo>
                    <a:pt x="2065" y="2577"/>
                    <a:pt x="1465" y="375"/>
                    <a:pt x="1465" y="375"/>
                  </a:cubicBezTo>
                  <a:cubicBezTo>
                    <a:pt x="1235" y="122"/>
                    <a:pt x="978" y="0"/>
                    <a:pt x="752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5467500" y="3689225"/>
              <a:ext cx="151800" cy="224350"/>
            </a:xfrm>
            <a:custGeom>
              <a:avLst/>
              <a:gdLst/>
              <a:ahLst/>
              <a:cxnLst/>
              <a:rect l="l" t="t" r="r" b="b"/>
              <a:pathLst>
                <a:path w="6072" h="8974" extrusionOk="0">
                  <a:moveTo>
                    <a:pt x="0" y="0"/>
                  </a:moveTo>
                  <a:lnTo>
                    <a:pt x="1001" y="8973"/>
                  </a:lnTo>
                  <a:lnTo>
                    <a:pt x="6071" y="8973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5058875" y="3465725"/>
              <a:ext cx="154300" cy="236025"/>
            </a:xfrm>
            <a:custGeom>
              <a:avLst/>
              <a:gdLst/>
              <a:ahLst/>
              <a:cxnLst/>
              <a:rect l="l" t="t" r="r" b="b"/>
              <a:pathLst>
                <a:path w="6172" h="9441" extrusionOk="0">
                  <a:moveTo>
                    <a:pt x="6171" y="1"/>
                  </a:moveTo>
                  <a:lnTo>
                    <a:pt x="67" y="167"/>
                  </a:lnTo>
                  <a:lnTo>
                    <a:pt x="0" y="9441"/>
                  </a:lnTo>
                  <a:lnTo>
                    <a:pt x="5404" y="9241"/>
                  </a:lnTo>
                  <a:lnTo>
                    <a:pt x="6171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5005500" y="2089750"/>
              <a:ext cx="655500" cy="1728875"/>
            </a:xfrm>
            <a:custGeom>
              <a:avLst/>
              <a:gdLst/>
              <a:ahLst/>
              <a:cxnLst/>
              <a:rect l="l" t="t" r="r" b="b"/>
              <a:pathLst>
                <a:path w="26220" h="69155" extrusionOk="0">
                  <a:moveTo>
                    <a:pt x="434" y="0"/>
                  </a:moveTo>
                  <a:cubicBezTo>
                    <a:pt x="434" y="0"/>
                    <a:pt x="0" y="29455"/>
                    <a:pt x="67" y="32557"/>
                  </a:cubicBezTo>
                  <a:cubicBezTo>
                    <a:pt x="134" y="35292"/>
                    <a:pt x="1835" y="60910"/>
                    <a:pt x="1835" y="60910"/>
                  </a:cubicBezTo>
                  <a:cubicBezTo>
                    <a:pt x="2200" y="61549"/>
                    <a:pt x="3251" y="61795"/>
                    <a:pt x="4399" y="61795"/>
                  </a:cubicBezTo>
                  <a:cubicBezTo>
                    <a:pt x="6191" y="61795"/>
                    <a:pt x="8219" y="61194"/>
                    <a:pt x="8240" y="60544"/>
                  </a:cubicBezTo>
                  <a:cubicBezTo>
                    <a:pt x="8240" y="60544"/>
                    <a:pt x="9741" y="42964"/>
                    <a:pt x="9941" y="39995"/>
                  </a:cubicBezTo>
                  <a:cubicBezTo>
                    <a:pt x="10108" y="37894"/>
                    <a:pt x="10141" y="35792"/>
                    <a:pt x="10074" y="33691"/>
                  </a:cubicBezTo>
                  <a:lnTo>
                    <a:pt x="11909" y="15645"/>
                  </a:lnTo>
                  <a:cubicBezTo>
                    <a:pt x="11909" y="15645"/>
                    <a:pt x="14244" y="34025"/>
                    <a:pt x="14944" y="39629"/>
                  </a:cubicBezTo>
                  <a:cubicBezTo>
                    <a:pt x="15745" y="46066"/>
                    <a:pt x="18614" y="68449"/>
                    <a:pt x="18614" y="68449"/>
                  </a:cubicBezTo>
                  <a:cubicBezTo>
                    <a:pt x="18884" y="68939"/>
                    <a:pt x="19831" y="69155"/>
                    <a:pt x="20909" y="69155"/>
                  </a:cubicBezTo>
                  <a:cubicBezTo>
                    <a:pt x="22622" y="69155"/>
                    <a:pt x="24667" y="68609"/>
                    <a:pt x="24851" y="67749"/>
                  </a:cubicBezTo>
                  <a:cubicBezTo>
                    <a:pt x="24851" y="67749"/>
                    <a:pt x="26219" y="52304"/>
                    <a:pt x="26086" y="45800"/>
                  </a:cubicBezTo>
                  <a:cubicBezTo>
                    <a:pt x="26019" y="43131"/>
                    <a:pt x="25819" y="40429"/>
                    <a:pt x="25452" y="37794"/>
                  </a:cubicBezTo>
                  <a:cubicBezTo>
                    <a:pt x="25452" y="37794"/>
                    <a:pt x="24418" y="5237"/>
                    <a:pt x="24318" y="334"/>
                  </a:cubicBezTo>
                  <a:lnTo>
                    <a:pt x="43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5309050" y="3829325"/>
              <a:ext cx="346100" cy="381700"/>
            </a:xfrm>
            <a:custGeom>
              <a:avLst/>
              <a:gdLst/>
              <a:ahLst/>
              <a:cxnLst/>
              <a:rect l="l" t="t" r="r" b="b"/>
              <a:pathLst>
                <a:path w="13844" h="15268" extrusionOk="0">
                  <a:moveTo>
                    <a:pt x="6972" y="0"/>
                  </a:moveTo>
                  <a:cubicBezTo>
                    <a:pt x="6672" y="0"/>
                    <a:pt x="6538" y="334"/>
                    <a:pt x="6438" y="1001"/>
                  </a:cubicBezTo>
                  <a:cubicBezTo>
                    <a:pt x="6205" y="2435"/>
                    <a:pt x="5738" y="3836"/>
                    <a:pt x="5104" y="5137"/>
                  </a:cubicBezTo>
                  <a:cubicBezTo>
                    <a:pt x="4237" y="6905"/>
                    <a:pt x="3736" y="7639"/>
                    <a:pt x="2035" y="9774"/>
                  </a:cubicBezTo>
                  <a:cubicBezTo>
                    <a:pt x="1635" y="10274"/>
                    <a:pt x="734" y="11075"/>
                    <a:pt x="434" y="11642"/>
                  </a:cubicBezTo>
                  <a:cubicBezTo>
                    <a:pt x="100" y="12209"/>
                    <a:pt x="0" y="13777"/>
                    <a:pt x="534" y="14144"/>
                  </a:cubicBezTo>
                  <a:cubicBezTo>
                    <a:pt x="1728" y="14933"/>
                    <a:pt x="3302" y="15268"/>
                    <a:pt x="4825" y="15268"/>
                  </a:cubicBezTo>
                  <a:cubicBezTo>
                    <a:pt x="5813" y="15268"/>
                    <a:pt x="6779" y="15127"/>
                    <a:pt x="7606" y="14878"/>
                  </a:cubicBezTo>
                  <a:cubicBezTo>
                    <a:pt x="9274" y="14477"/>
                    <a:pt x="10508" y="13076"/>
                    <a:pt x="10708" y="11408"/>
                  </a:cubicBezTo>
                  <a:cubicBezTo>
                    <a:pt x="11042" y="9474"/>
                    <a:pt x="11242" y="8273"/>
                    <a:pt x="12209" y="6805"/>
                  </a:cubicBezTo>
                  <a:cubicBezTo>
                    <a:pt x="12576" y="6271"/>
                    <a:pt x="13143" y="5838"/>
                    <a:pt x="13410" y="5237"/>
                  </a:cubicBezTo>
                  <a:cubicBezTo>
                    <a:pt x="13844" y="4170"/>
                    <a:pt x="13477" y="2969"/>
                    <a:pt x="13210" y="1902"/>
                  </a:cubicBezTo>
                  <a:cubicBezTo>
                    <a:pt x="12987" y="1042"/>
                    <a:pt x="12734" y="60"/>
                    <a:pt x="12421" y="60"/>
                  </a:cubicBezTo>
                  <a:cubicBezTo>
                    <a:pt x="12406" y="60"/>
                    <a:pt x="12391" y="63"/>
                    <a:pt x="12376" y="67"/>
                  </a:cubicBezTo>
                  <a:lnTo>
                    <a:pt x="12376" y="601"/>
                  </a:lnTo>
                  <a:cubicBezTo>
                    <a:pt x="12009" y="1001"/>
                    <a:pt x="10675" y="1435"/>
                    <a:pt x="9474" y="1468"/>
                  </a:cubicBezTo>
                  <a:cubicBezTo>
                    <a:pt x="9406" y="1471"/>
                    <a:pt x="9330" y="1473"/>
                    <a:pt x="9248" y="1473"/>
                  </a:cubicBezTo>
                  <a:cubicBezTo>
                    <a:pt x="8440" y="1473"/>
                    <a:pt x="7039" y="1313"/>
                    <a:pt x="7039" y="768"/>
                  </a:cubicBezTo>
                  <a:lnTo>
                    <a:pt x="697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7"/>
            <p:cNvSpPr/>
            <p:nvPr/>
          </p:nvSpPr>
          <p:spPr>
            <a:xfrm>
              <a:off x="4748650" y="3653325"/>
              <a:ext cx="494550" cy="288150"/>
            </a:xfrm>
            <a:custGeom>
              <a:avLst/>
              <a:gdLst/>
              <a:ahLst/>
              <a:cxnLst/>
              <a:rect l="l" t="t" r="r" b="b"/>
              <a:pathLst>
                <a:path w="19782" h="11526" extrusionOk="0">
                  <a:moveTo>
                    <a:pt x="18009" y="0"/>
                  </a:moveTo>
                  <a:cubicBezTo>
                    <a:pt x="18000" y="0"/>
                    <a:pt x="17990" y="1"/>
                    <a:pt x="17980" y="2"/>
                  </a:cubicBezTo>
                  <a:lnTo>
                    <a:pt x="17946" y="569"/>
                  </a:lnTo>
                  <a:cubicBezTo>
                    <a:pt x="17880" y="1169"/>
                    <a:pt x="16379" y="1470"/>
                    <a:pt x="15211" y="1470"/>
                  </a:cubicBezTo>
                  <a:cubicBezTo>
                    <a:pt x="14277" y="1470"/>
                    <a:pt x="12443" y="1236"/>
                    <a:pt x="12443" y="803"/>
                  </a:cubicBezTo>
                  <a:cubicBezTo>
                    <a:pt x="12409" y="803"/>
                    <a:pt x="12443" y="469"/>
                    <a:pt x="12443" y="469"/>
                  </a:cubicBezTo>
                  <a:lnTo>
                    <a:pt x="12443" y="469"/>
                  </a:lnTo>
                  <a:cubicBezTo>
                    <a:pt x="12309" y="569"/>
                    <a:pt x="12009" y="903"/>
                    <a:pt x="11442" y="1403"/>
                  </a:cubicBezTo>
                  <a:cubicBezTo>
                    <a:pt x="10908" y="1903"/>
                    <a:pt x="10308" y="2370"/>
                    <a:pt x="9707" y="2771"/>
                  </a:cubicBezTo>
                  <a:cubicBezTo>
                    <a:pt x="8473" y="3705"/>
                    <a:pt x="7172" y="4505"/>
                    <a:pt x="5838" y="5239"/>
                  </a:cubicBezTo>
                  <a:cubicBezTo>
                    <a:pt x="4237" y="6140"/>
                    <a:pt x="2802" y="6673"/>
                    <a:pt x="901" y="7574"/>
                  </a:cubicBezTo>
                  <a:cubicBezTo>
                    <a:pt x="667" y="7641"/>
                    <a:pt x="501" y="7774"/>
                    <a:pt x="334" y="7908"/>
                  </a:cubicBezTo>
                  <a:cubicBezTo>
                    <a:pt x="234" y="8074"/>
                    <a:pt x="167" y="8208"/>
                    <a:pt x="134" y="8408"/>
                  </a:cubicBezTo>
                  <a:cubicBezTo>
                    <a:pt x="0" y="9142"/>
                    <a:pt x="334" y="9876"/>
                    <a:pt x="968" y="10309"/>
                  </a:cubicBezTo>
                  <a:cubicBezTo>
                    <a:pt x="1568" y="10743"/>
                    <a:pt x="2235" y="11010"/>
                    <a:pt x="2969" y="11143"/>
                  </a:cubicBezTo>
                  <a:cubicBezTo>
                    <a:pt x="3868" y="11400"/>
                    <a:pt x="4788" y="11526"/>
                    <a:pt x="5710" y="11526"/>
                  </a:cubicBezTo>
                  <a:cubicBezTo>
                    <a:pt x="6465" y="11526"/>
                    <a:pt x="7222" y="11442"/>
                    <a:pt x="7973" y="11277"/>
                  </a:cubicBezTo>
                  <a:cubicBezTo>
                    <a:pt x="9407" y="10843"/>
                    <a:pt x="10741" y="10209"/>
                    <a:pt x="11976" y="9375"/>
                  </a:cubicBezTo>
                  <a:cubicBezTo>
                    <a:pt x="13010" y="8641"/>
                    <a:pt x="14177" y="8141"/>
                    <a:pt x="15411" y="7874"/>
                  </a:cubicBezTo>
                  <a:cubicBezTo>
                    <a:pt x="16479" y="7741"/>
                    <a:pt x="17813" y="7774"/>
                    <a:pt x="18747" y="7107"/>
                  </a:cubicBezTo>
                  <a:cubicBezTo>
                    <a:pt x="19781" y="6407"/>
                    <a:pt x="19347" y="4872"/>
                    <a:pt x="19047" y="3571"/>
                  </a:cubicBezTo>
                  <a:cubicBezTo>
                    <a:pt x="18719" y="2158"/>
                    <a:pt x="18649" y="0"/>
                    <a:pt x="180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7"/>
            <p:cNvSpPr/>
            <p:nvPr/>
          </p:nvSpPr>
          <p:spPr>
            <a:xfrm>
              <a:off x="5151425" y="2219825"/>
              <a:ext cx="151800" cy="678850"/>
            </a:xfrm>
            <a:custGeom>
              <a:avLst/>
              <a:gdLst/>
              <a:ahLst/>
              <a:cxnLst/>
              <a:rect l="l" t="t" r="r" b="b"/>
              <a:pathLst>
                <a:path w="6072" h="27154" extrusionOk="0">
                  <a:moveTo>
                    <a:pt x="1" y="1"/>
                  </a:moveTo>
                  <a:cubicBezTo>
                    <a:pt x="1" y="1"/>
                    <a:pt x="868" y="2603"/>
                    <a:pt x="4504" y="4704"/>
                  </a:cubicBezTo>
                  <a:lnTo>
                    <a:pt x="4237" y="27154"/>
                  </a:lnTo>
                  <a:lnTo>
                    <a:pt x="6072" y="10442"/>
                  </a:lnTo>
                  <a:lnTo>
                    <a:pt x="5505" y="3570"/>
                  </a:lnTo>
                  <a:cubicBezTo>
                    <a:pt x="3437" y="2770"/>
                    <a:pt x="1569" y="1569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5012175" y="1174075"/>
              <a:ext cx="669650" cy="995550"/>
            </a:xfrm>
            <a:custGeom>
              <a:avLst/>
              <a:gdLst/>
              <a:ahLst/>
              <a:cxnLst/>
              <a:rect l="l" t="t" r="r" b="b"/>
              <a:pathLst>
                <a:path w="26786" h="39822" extrusionOk="0">
                  <a:moveTo>
                    <a:pt x="8673" y="1"/>
                  </a:moveTo>
                  <a:cubicBezTo>
                    <a:pt x="5104" y="401"/>
                    <a:pt x="2002" y="5638"/>
                    <a:pt x="1068" y="11943"/>
                  </a:cubicBezTo>
                  <a:cubicBezTo>
                    <a:pt x="334" y="16913"/>
                    <a:pt x="0" y="36694"/>
                    <a:pt x="0" y="36694"/>
                  </a:cubicBezTo>
                  <a:cubicBezTo>
                    <a:pt x="3156" y="38984"/>
                    <a:pt x="8149" y="39821"/>
                    <a:pt x="12835" y="39821"/>
                  </a:cubicBezTo>
                  <a:cubicBezTo>
                    <a:pt x="17908" y="39821"/>
                    <a:pt x="22621" y="38840"/>
                    <a:pt x="24251" y="37661"/>
                  </a:cubicBezTo>
                  <a:cubicBezTo>
                    <a:pt x="24251" y="37661"/>
                    <a:pt x="24051" y="29222"/>
                    <a:pt x="23951" y="22450"/>
                  </a:cubicBezTo>
                  <a:cubicBezTo>
                    <a:pt x="25218" y="11943"/>
                    <a:pt x="26786" y="6339"/>
                    <a:pt x="25051" y="3837"/>
                  </a:cubicBezTo>
                  <a:cubicBezTo>
                    <a:pt x="24284" y="2803"/>
                    <a:pt x="23250" y="2002"/>
                    <a:pt x="22083" y="1569"/>
                  </a:cubicBezTo>
                  <a:cubicBezTo>
                    <a:pt x="19714" y="735"/>
                    <a:pt x="16846" y="335"/>
                    <a:pt x="15945" y="134"/>
                  </a:cubicBezTo>
                  <a:lnTo>
                    <a:pt x="8673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4983925" y="631975"/>
              <a:ext cx="389350" cy="331775"/>
            </a:xfrm>
            <a:custGeom>
              <a:avLst/>
              <a:gdLst/>
              <a:ahLst/>
              <a:cxnLst/>
              <a:rect l="l" t="t" r="r" b="b"/>
              <a:pathLst>
                <a:path w="15574" h="13271" extrusionOk="0">
                  <a:moveTo>
                    <a:pt x="8837" y="1"/>
                  </a:moveTo>
                  <a:cubicBezTo>
                    <a:pt x="3040" y="1"/>
                    <a:pt x="1" y="6948"/>
                    <a:pt x="4032" y="11211"/>
                  </a:cubicBezTo>
                  <a:cubicBezTo>
                    <a:pt x="5387" y="12633"/>
                    <a:pt x="7094" y="13270"/>
                    <a:pt x="8773" y="13270"/>
                  </a:cubicBezTo>
                  <a:cubicBezTo>
                    <a:pt x="12135" y="13270"/>
                    <a:pt x="15385" y="10712"/>
                    <a:pt x="15474" y="6774"/>
                  </a:cubicBezTo>
                  <a:cubicBezTo>
                    <a:pt x="15574" y="3105"/>
                    <a:pt x="12672" y="69"/>
                    <a:pt x="9002" y="3"/>
                  </a:cubicBezTo>
                  <a:cubicBezTo>
                    <a:pt x="8947" y="2"/>
                    <a:pt x="8892" y="1"/>
                    <a:pt x="883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5414125" y="922250"/>
              <a:ext cx="74250" cy="171800"/>
            </a:xfrm>
            <a:custGeom>
              <a:avLst/>
              <a:gdLst/>
              <a:ahLst/>
              <a:cxnLst/>
              <a:rect l="l" t="t" r="r" b="b"/>
              <a:pathLst>
                <a:path w="2970" h="6872" extrusionOk="0">
                  <a:moveTo>
                    <a:pt x="2969" y="0"/>
                  </a:moveTo>
                  <a:lnTo>
                    <a:pt x="134" y="3336"/>
                  </a:lnTo>
                  <a:lnTo>
                    <a:pt x="0" y="6872"/>
                  </a:lnTo>
                  <a:cubicBezTo>
                    <a:pt x="567" y="6705"/>
                    <a:pt x="1034" y="6338"/>
                    <a:pt x="1335" y="5838"/>
                  </a:cubicBezTo>
                  <a:cubicBezTo>
                    <a:pt x="1802" y="5004"/>
                    <a:pt x="2969" y="1"/>
                    <a:pt x="296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5438300" y="740225"/>
              <a:ext cx="93425" cy="187050"/>
            </a:xfrm>
            <a:custGeom>
              <a:avLst/>
              <a:gdLst/>
              <a:ahLst/>
              <a:cxnLst/>
              <a:rect l="l" t="t" r="r" b="b"/>
              <a:pathLst>
                <a:path w="3737" h="7482" extrusionOk="0">
                  <a:moveTo>
                    <a:pt x="1046" y="0"/>
                  </a:moveTo>
                  <a:cubicBezTo>
                    <a:pt x="976" y="0"/>
                    <a:pt x="906" y="3"/>
                    <a:pt x="835" y="9"/>
                  </a:cubicBezTo>
                  <a:lnTo>
                    <a:pt x="1" y="7481"/>
                  </a:lnTo>
                  <a:lnTo>
                    <a:pt x="2002" y="7281"/>
                  </a:lnTo>
                  <a:cubicBezTo>
                    <a:pt x="3170" y="4546"/>
                    <a:pt x="3737" y="1710"/>
                    <a:pt x="2869" y="776"/>
                  </a:cubicBezTo>
                  <a:cubicBezTo>
                    <a:pt x="2385" y="292"/>
                    <a:pt x="1736" y="0"/>
                    <a:pt x="104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5058025" y="657700"/>
              <a:ext cx="496225" cy="619850"/>
            </a:xfrm>
            <a:custGeom>
              <a:avLst/>
              <a:gdLst/>
              <a:ahLst/>
              <a:cxnLst/>
              <a:rect l="l" t="t" r="r" b="b"/>
              <a:pathLst>
                <a:path w="19849" h="24794" extrusionOk="0">
                  <a:moveTo>
                    <a:pt x="6953" y="1"/>
                  </a:moveTo>
                  <a:cubicBezTo>
                    <a:pt x="3977" y="1"/>
                    <a:pt x="1171" y="1418"/>
                    <a:pt x="668" y="5078"/>
                  </a:cubicBezTo>
                  <a:cubicBezTo>
                    <a:pt x="1" y="10048"/>
                    <a:pt x="168" y="13084"/>
                    <a:pt x="835" y="15786"/>
                  </a:cubicBezTo>
                  <a:cubicBezTo>
                    <a:pt x="1302" y="17587"/>
                    <a:pt x="2302" y="18888"/>
                    <a:pt x="3904" y="19188"/>
                  </a:cubicBezTo>
                  <a:cubicBezTo>
                    <a:pt x="4237" y="19210"/>
                    <a:pt x="4571" y="19222"/>
                    <a:pt x="4904" y="19222"/>
                  </a:cubicBezTo>
                  <a:cubicBezTo>
                    <a:pt x="5571" y="19222"/>
                    <a:pt x="6239" y="19177"/>
                    <a:pt x="6906" y="19088"/>
                  </a:cubicBezTo>
                  <a:lnTo>
                    <a:pt x="6906" y="19088"/>
                  </a:lnTo>
                  <a:lnTo>
                    <a:pt x="6839" y="21690"/>
                  </a:lnTo>
                  <a:cubicBezTo>
                    <a:pt x="5371" y="23291"/>
                    <a:pt x="5405" y="24325"/>
                    <a:pt x="6872" y="24625"/>
                  </a:cubicBezTo>
                  <a:cubicBezTo>
                    <a:pt x="7393" y="24728"/>
                    <a:pt x="8057" y="24794"/>
                    <a:pt x="8778" y="24794"/>
                  </a:cubicBezTo>
                  <a:cubicBezTo>
                    <a:pt x="10640" y="24794"/>
                    <a:pt x="12880" y="24353"/>
                    <a:pt x="14011" y="22958"/>
                  </a:cubicBezTo>
                  <a:lnTo>
                    <a:pt x="14411" y="13918"/>
                  </a:lnTo>
                  <a:cubicBezTo>
                    <a:pt x="14411" y="13918"/>
                    <a:pt x="14613" y="14880"/>
                    <a:pt x="15913" y="14880"/>
                  </a:cubicBezTo>
                  <a:cubicBezTo>
                    <a:pt x="16201" y="14880"/>
                    <a:pt x="16542" y="14833"/>
                    <a:pt x="16946" y="14718"/>
                  </a:cubicBezTo>
                  <a:cubicBezTo>
                    <a:pt x="18214" y="14318"/>
                    <a:pt x="19848" y="12016"/>
                    <a:pt x="19048" y="10282"/>
                  </a:cubicBezTo>
                  <a:cubicBezTo>
                    <a:pt x="18656" y="9434"/>
                    <a:pt x="18066" y="9160"/>
                    <a:pt x="17505" y="9160"/>
                  </a:cubicBezTo>
                  <a:cubicBezTo>
                    <a:pt x="16920" y="9160"/>
                    <a:pt x="16368" y="9459"/>
                    <a:pt x="16112" y="9715"/>
                  </a:cubicBezTo>
                  <a:cubicBezTo>
                    <a:pt x="15654" y="10173"/>
                    <a:pt x="15171" y="10804"/>
                    <a:pt x="14769" y="10804"/>
                  </a:cubicBezTo>
                  <a:cubicBezTo>
                    <a:pt x="14703" y="10804"/>
                    <a:pt x="14639" y="10787"/>
                    <a:pt x="14578" y="10749"/>
                  </a:cubicBezTo>
                  <a:cubicBezTo>
                    <a:pt x="14578" y="10749"/>
                    <a:pt x="16212" y="4111"/>
                    <a:pt x="12443" y="1609"/>
                  </a:cubicBezTo>
                  <a:cubicBezTo>
                    <a:pt x="10946" y="616"/>
                    <a:pt x="8913" y="1"/>
                    <a:pt x="695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5039675" y="607025"/>
              <a:ext cx="438675" cy="336925"/>
            </a:xfrm>
            <a:custGeom>
              <a:avLst/>
              <a:gdLst/>
              <a:ahLst/>
              <a:cxnLst/>
              <a:rect l="l" t="t" r="r" b="b"/>
              <a:pathLst>
                <a:path w="17547" h="13477" extrusionOk="0">
                  <a:moveTo>
                    <a:pt x="568" y="0"/>
                  </a:moveTo>
                  <a:cubicBezTo>
                    <a:pt x="1" y="1801"/>
                    <a:pt x="601" y="3769"/>
                    <a:pt x="2069" y="4970"/>
                  </a:cubicBezTo>
                  <a:cubicBezTo>
                    <a:pt x="2069" y="4970"/>
                    <a:pt x="3036" y="5637"/>
                    <a:pt x="5605" y="6004"/>
                  </a:cubicBezTo>
                  <a:cubicBezTo>
                    <a:pt x="6604" y="6158"/>
                    <a:pt x="7815" y="6208"/>
                    <a:pt x="8960" y="6208"/>
                  </a:cubicBezTo>
                  <a:cubicBezTo>
                    <a:pt x="10795" y="6208"/>
                    <a:pt x="12461" y="6079"/>
                    <a:pt x="12810" y="6038"/>
                  </a:cubicBezTo>
                  <a:cubicBezTo>
                    <a:pt x="12842" y="6035"/>
                    <a:pt x="12872" y="6034"/>
                    <a:pt x="12902" y="6034"/>
                  </a:cubicBezTo>
                  <a:cubicBezTo>
                    <a:pt x="13589" y="6034"/>
                    <a:pt x="13726" y="6787"/>
                    <a:pt x="14078" y="8706"/>
                  </a:cubicBezTo>
                  <a:cubicBezTo>
                    <a:pt x="14411" y="10474"/>
                    <a:pt x="14611" y="13443"/>
                    <a:pt x="15312" y="13476"/>
                  </a:cubicBezTo>
                  <a:cubicBezTo>
                    <a:pt x="15512" y="13476"/>
                    <a:pt x="16313" y="12209"/>
                    <a:pt x="16846" y="11742"/>
                  </a:cubicBezTo>
                  <a:cubicBezTo>
                    <a:pt x="17547" y="11141"/>
                    <a:pt x="16780" y="5337"/>
                    <a:pt x="16780" y="5337"/>
                  </a:cubicBezTo>
                  <a:cubicBezTo>
                    <a:pt x="17280" y="4303"/>
                    <a:pt x="17147" y="3069"/>
                    <a:pt x="16379" y="2235"/>
                  </a:cubicBezTo>
                  <a:cubicBezTo>
                    <a:pt x="15564" y="1274"/>
                    <a:pt x="14442" y="159"/>
                    <a:pt x="11283" y="159"/>
                  </a:cubicBezTo>
                  <a:cubicBezTo>
                    <a:pt x="10825" y="159"/>
                    <a:pt x="10324" y="183"/>
                    <a:pt x="9775" y="234"/>
                  </a:cubicBezTo>
                  <a:cubicBezTo>
                    <a:pt x="7950" y="408"/>
                    <a:pt x="6046" y="775"/>
                    <a:pt x="4241" y="775"/>
                  </a:cubicBezTo>
                  <a:cubicBezTo>
                    <a:pt x="2944" y="775"/>
                    <a:pt x="1698" y="586"/>
                    <a:pt x="5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5450825" y="700650"/>
              <a:ext cx="70900" cy="51500"/>
            </a:xfrm>
            <a:custGeom>
              <a:avLst/>
              <a:gdLst/>
              <a:ahLst/>
              <a:cxnLst/>
              <a:rect l="l" t="t" r="r" b="b"/>
              <a:pathLst>
                <a:path w="2836" h="2060" extrusionOk="0">
                  <a:moveTo>
                    <a:pt x="1600" y="0"/>
                  </a:moveTo>
                  <a:cubicBezTo>
                    <a:pt x="1388" y="0"/>
                    <a:pt x="1172" y="51"/>
                    <a:pt x="967" y="158"/>
                  </a:cubicBezTo>
                  <a:cubicBezTo>
                    <a:pt x="300" y="491"/>
                    <a:pt x="0" y="1325"/>
                    <a:pt x="334" y="2059"/>
                  </a:cubicBezTo>
                  <a:lnTo>
                    <a:pt x="2835" y="792"/>
                  </a:lnTo>
                  <a:cubicBezTo>
                    <a:pt x="2599" y="296"/>
                    <a:pt x="2112" y="0"/>
                    <a:pt x="16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5229825" y="1059850"/>
              <a:ext cx="169300" cy="100925"/>
            </a:xfrm>
            <a:custGeom>
              <a:avLst/>
              <a:gdLst/>
              <a:ahLst/>
              <a:cxnLst/>
              <a:rect l="l" t="t" r="r" b="b"/>
              <a:pathLst>
                <a:path w="6772" h="4037" extrusionOk="0">
                  <a:moveTo>
                    <a:pt x="6772" y="0"/>
                  </a:moveTo>
                  <a:lnTo>
                    <a:pt x="6772" y="0"/>
                  </a:lnTo>
                  <a:cubicBezTo>
                    <a:pt x="6338" y="734"/>
                    <a:pt x="5704" y="1334"/>
                    <a:pt x="4971" y="1701"/>
                  </a:cubicBezTo>
                  <a:cubicBezTo>
                    <a:pt x="3670" y="2335"/>
                    <a:pt x="34" y="3002"/>
                    <a:pt x="34" y="3002"/>
                  </a:cubicBezTo>
                  <a:lnTo>
                    <a:pt x="0" y="4036"/>
                  </a:lnTo>
                  <a:cubicBezTo>
                    <a:pt x="0" y="4036"/>
                    <a:pt x="4770" y="3202"/>
                    <a:pt x="5704" y="2035"/>
                  </a:cubicBezTo>
                  <a:cubicBezTo>
                    <a:pt x="6205" y="1434"/>
                    <a:pt x="6538" y="734"/>
                    <a:pt x="6772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5259850" y="884675"/>
              <a:ext cx="43175" cy="36225"/>
            </a:xfrm>
            <a:custGeom>
              <a:avLst/>
              <a:gdLst/>
              <a:ahLst/>
              <a:cxnLst/>
              <a:rect l="l" t="t" r="r" b="b"/>
              <a:pathLst>
                <a:path w="1727" h="1449" extrusionOk="0">
                  <a:moveTo>
                    <a:pt x="776" y="1"/>
                  </a:moveTo>
                  <a:cubicBezTo>
                    <a:pt x="762" y="1"/>
                    <a:pt x="748" y="1"/>
                    <a:pt x="734" y="2"/>
                  </a:cubicBezTo>
                  <a:cubicBezTo>
                    <a:pt x="334" y="2"/>
                    <a:pt x="0" y="369"/>
                    <a:pt x="34" y="803"/>
                  </a:cubicBezTo>
                  <a:cubicBezTo>
                    <a:pt x="76" y="1207"/>
                    <a:pt x="418" y="1449"/>
                    <a:pt x="773" y="1449"/>
                  </a:cubicBezTo>
                  <a:cubicBezTo>
                    <a:pt x="973" y="1449"/>
                    <a:pt x="1178" y="1372"/>
                    <a:pt x="1335" y="1203"/>
                  </a:cubicBezTo>
                  <a:cubicBezTo>
                    <a:pt x="1726" y="714"/>
                    <a:pt x="1384" y="1"/>
                    <a:pt x="7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5272350" y="822225"/>
              <a:ext cx="45900" cy="33325"/>
            </a:xfrm>
            <a:custGeom>
              <a:avLst/>
              <a:gdLst/>
              <a:ahLst/>
              <a:cxnLst/>
              <a:rect l="l" t="t" r="r" b="b"/>
              <a:pathLst>
                <a:path w="1836" h="1333" extrusionOk="0">
                  <a:moveTo>
                    <a:pt x="795" y="0"/>
                  </a:moveTo>
                  <a:cubicBezTo>
                    <a:pt x="458" y="0"/>
                    <a:pt x="144" y="198"/>
                    <a:pt x="1" y="532"/>
                  </a:cubicBezTo>
                  <a:lnTo>
                    <a:pt x="1602" y="1333"/>
                  </a:lnTo>
                  <a:cubicBezTo>
                    <a:pt x="1835" y="866"/>
                    <a:pt x="1635" y="332"/>
                    <a:pt x="1201" y="98"/>
                  </a:cubicBezTo>
                  <a:cubicBezTo>
                    <a:pt x="1068" y="32"/>
                    <a:pt x="930" y="0"/>
                    <a:pt x="7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5193975" y="1020650"/>
              <a:ext cx="70075" cy="44550"/>
            </a:xfrm>
            <a:custGeom>
              <a:avLst/>
              <a:gdLst/>
              <a:ahLst/>
              <a:cxnLst/>
              <a:rect l="l" t="t" r="r" b="b"/>
              <a:pathLst>
                <a:path w="2803" h="1782" extrusionOk="0">
                  <a:moveTo>
                    <a:pt x="2635" y="0"/>
                  </a:moveTo>
                  <a:lnTo>
                    <a:pt x="0" y="734"/>
                  </a:lnTo>
                  <a:cubicBezTo>
                    <a:pt x="141" y="1352"/>
                    <a:pt x="684" y="1781"/>
                    <a:pt x="1310" y="1781"/>
                  </a:cubicBezTo>
                  <a:cubicBezTo>
                    <a:pt x="1427" y="1781"/>
                    <a:pt x="1547" y="1766"/>
                    <a:pt x="1668" y="1735"/>
                  </a:cubicBezTo>
                  <a:cubicBezTo>
                    <a:pt x="2402" y="1501"/>
                    <a:pt x="2802" y="734"/>
                    <a:pt x="2635" y="0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5221475" y="1033800"/>
              <a:ext cx="38400" cy="31400"/>
            </a:xfrm>
            <a:custGeom>
              <a:avLst/>
              <a:gdLst/>
              <a:ahLst/>
              <a:cxnLst/>
              <a:rect l="l" t="t" r="r" b="b"/>
              <a:pathLst>
                <a:path w="1536" h="1256" extrusionOk="0">
                  <a:moveTo>
                    <a:pt x="1018" y="0"/>
                  </a:moveTo>
                  <a:cubicBezTo>
                    <a:pt x="480" y="0"/>
                    <a:pt x="1" y="435"/>
                    <a:pt x="1" y="1042"/>
                  </a:cubicBezTo>
                  <a:cubicBezTo>
                    <a:pt x="1" y="1109"/>
                    <a:pt x="1" y="1175"/>
                    <a:pt x="34" y="1242"/>
                  </a:cubicBezTo>
                  <a:cubicBezTo>
                    <a:pt x="83" y="1252"/>
                    <a:pt x="132" y="1256"/>
                    <a:pt x="181" y="1256"/>
                  </a:cubicBezTo>
                  <a:cubicBezTo>
                    <a:pt x="299" y="1256"/>
                    <a:pt x="417" y="1232"/>
                    <a:pt x="535" y="1209"/>
                  </a:cubicBezTo>
                  <a:cubicBezTo>
                    <a:pt x="1035" y="1075"/>
                    <a:pt x="1435" y="675"/>
                    <a:pt x="1535" y="141"/>
                  </a:cubicBezTo>
                  <a:cubicBezTo>
                    <a:pt x="1366" y="45"/>
                    <a:pt x="1189" y="0"/>
                    <a:pt x="1018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5080550" y="821750"/>
              <a:ext cx="45900" cy="30475"/>
            </a:xfrm>
            <a:custGeom>
              <a:avLst/>
              <a:gdLst/>
              <a:ahLst/>
              <a:cxnLst/>
              <a:rect l="l" t="t" r="r" b="b"/>
              <a:pathLst>
                <a:path w="1836" h="1219" extrusionOk="0">
                  <a:moveTo>
                    <a:pt x="1018" y="1"/>
                  </a:moveTo>
                  <a:cubicBezTo>
                    <a:pt x="924" y="1"/>
                    <a:pt x="829" y="17"/>
                    <a:pt x="734" y="51"/>
                  </a:cubicBezTo>
                  <a:cubicBezTo>
                    <a:pt x="267" y="217"/>
                    <a:pt x="0" y="751"/>
                    <a:pt x="134" y="1218"/>
                  </a:cubicBezTo>
                  <a:lnTo>
                    <a:pt x="1835" y="651"/>
                  </a:lnTo>
                  <a:cubicBezTo>
                    <a:pt x="1729" y="252"/>
                    <a:pt x="1388" y="1"/>
                    <a:pt x="10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5099975" y="879650"/>
              <a:ext cx="42300" cy="36475"/>
            </a:xfrm>
            <a:custGeom>
              <a:avLst/>
              <a:gdLst/>
              <a:ahLst/>
              <a:cxnLst/>
              <a:rect l="l" t="t" r="r" b="b"/>
              <a:pathLst>
                <a:path w="1692" h="1459" extrusionOk="0">
                  <a:moveTo>
                    <a:pt x="759" y="0"/>
                  </a:moveTo>
                  <a:cubicBezTo>
                    <a:pt x="358" y="0"/>
                    <a:pt x="56" y="292"/>
                    <a:pt x="24" y="703"/>
                  </a:cubicBezTo>
                  <a:cubicBezTo>
                    <a:pt x="1" y="1146"/>
                    <a:pt x="352" y="1459"/>
                    <a:pt x="737" y="1459"/>
                  </a:cubicBezTo>
                  <a:cubicBezTo>
                    <a:pt x="902" y="1459"/>
                    <a:pt x="1074" y="1401"/>
                    <a:pt x="1225" y="1270"/>
                  </a:cubicBezTo>
                  <a:cubicBezTo>
                    <a:pt x="1692" y="870"/>
                    <a:pt x="1458" y="70"/>
                    <a:pt x="825" y="3"/>
                  </a:cubicBezTo>
                  <a:cubicBezTo>
                    <a:pt x="803" y="1"/>
                    <a:pt x="781" y="0"/>
                    <a:pt x="7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5139750" y="888875"/>
              <a:ext cx="63400" cy="109275"/>
            </a:xfrm>
            <a:custGeom>
              <a:avLst/>
              <a:gdLst/>
              <a:ahLst/>
              <a:cxnLst/>
              <a:rect l="l" t="t" r="r" b="b"/>
              <a:pathLst>
                <a:path w="2536" h="4371" extrusionOk="0">
                  <a:moveTo>
                    <a:pt x="2536" y="1"/>
                  </a:moveTo>
                  <a:lnTo>
                    <a:pt x="1" y="3603"/>
                  </a:lnTo>
                  <a:lnTo>
                    <a:pt x="2302" y="4371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5339075" y="1169925"/>
              <a:ext cx="337750" cy="1539025"/>
            </a:xfrm>
            <a:custGeom>
              <a:avLst/>
              <a:gdLst/>
              <a:ahLst/>
              <a:cxnLst/>
              <a:rect l="l" t="t" r="r" b="b"/>
              <a:pathLst>
                <a:path w="13510" h="61561" extrusionOk="0">
                  <a:moveTo>
                    <a:pt x="2869" y="0"/>
                  </a:moveTo>
                  <a:lnTo>
                    <a:pt x="2802" y="1701"/>
                  </a:lnTo>
                  <a:cubicBezTo>
                    <a:pt x="2802" y="1701"/>
                    <a:pt x="1168" y="8840"/>
                    <a:pt x="667" y="12609"/>
                  </a:cubicBezTo>
                  <a:cubicBezTo>
                    <a:pt x="0" y="17846"/>
                    <a:pt x="134" y="32624"/>
                    <a:pt x="501" y="41997"/>
                  </a:cubicBezTo>
                  <a:cubicBezTo>
                    <a:pt x="767" y="48835"/>
                    <a:pt x="1768" y="61478"/>
                    <a:pt x="1768" y="61478"/>
                  </a:cubicBezTo>
                  <a:cubicBezTo>
                    <a:pt x="1768" y="61478"/>
                    <a:pt x="2185" y="61561"/>
                    <a:pt x="3115" y="61561"/>
                  </a:cubicBezTo>
                  <a:cubicBezTo>
                    <a:pt x="4045" y="61561"/>
                    <a:pt x="5487" y="61478"/>
                    <a:pt x="7539" y="61144"/>
                  </a:cubicBezTo>
                  <a:cubicBezTo>
                    <a:pt x="11008" y="60544"/>
                    <a:pt x="12743" y="59543"/>
                    <a:pt x="13510" y="59076"/>
                  </a:cubicBezTo>
                  <a:cubicBezTo>
                    <a:pt x="13510" y="59076"/>
                    <a:pt x="12843" y="39895"/>
                    <a:pt x="12376" y="33191"/>
                  </a:cubicBezTo>
                  <a:cubicBezTo>
                    <a:pt x="11909" y="26986"/>
                    <a:pt x="11942" y="23584"/>
                    <a:pt x="11942" y="23584"/>
                  </a:cubicBezTo>
                  <a:lnTo>
                    <a:pt x="13410" y="9474"/>
                  </a:lnTo>
                  <a:cubicBezTo>
                    <a:pt x="13410" y="9474"/>
                    <a:pt x="13243" y="1835"/>
                    <a:pt x="9774" y="1068"/>
                  </a:cubicBezTo>
                  <a:cubicBezTo>
                    <a:pt x="7506" y="534"/>
                    <a:pt x="5204" y="167"/>
                    <a:pt x="286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5597575" y="2143950"/>
              <a:ext cx="261050" cy="377350"/>
            </a:xfrm>
            <a:custGeom>
              <a:avLst/>
              <a:gdLst/>
              <a:ahLst/>
              <a:cxnLst/>
              <a:rect l="l" t="t" r="r" b="b"/>
              <a:pathLst>
                <a:path w="10442" h="15094" extrusionOk="0">
                  <a:moveTo>
                    <a:pt x="4271" y="0"/>
                  </a:moveTo>
                  <a:cubicBezTo>
                    <a:pt x="4204" y="1034"/>
                    <a:pt x="4237" y="2035"/>
                    <a:pt x="3904" y="3003"/>
                  </a:cubicBezTo>
                  <a:cubicBezTo>
                    <a:pt x="3737" y="3603"/>
                    <a:pt x="3403" y="4170"/>
                    <a:pt x="2936" y="4604"/>
                  </a:cubicBezTo>
                  <a:cubicBezTo>
                    <a:pt x="1869" y="5671"/>
                    <a:pt x="1836" y="6572"/>
                    <a:pt x="1135" y="7739"/>
                  </a:cubicBezTo>
                  <a:cubicBezTo>
                    <a:pt x="601" y="8707"/>
                    <a:pt x="1" y="9040"/>
                    <a:pt x="168" y="9240"/>
                  </a:cubicBezTo>
                  <a:cubicBezTo>
                    <a:pt x="418" y="9529"/>
                    <a:pt x="757" y="9673"/>
                    <a:pt x="1101" y="9673"/>
                  </a:cubicBezTo>
                  <a:cubicBezTo>
                    <a:pt x="1354" y="9673"/>
                    <a:pt x="1610" y="9596"/>
                    <a:pt x="1836" y="9440"/>
                  </a:cubicBezTo>
                  <a:cubicBezTo>
                    <a:pt x="2336" y="9107"/>
                    <a:pt x="2770" y="8707"/>
                    <a:pt x="3136" y="8273"/>
                  </a:cubicBezTo>
                  <a:lnTo>
                    <a:pt x="3136" y="8273"/>
                  </a:lnTo>
                  <a:cubicBezTo>
                    <a:pt x="2936" y="9440"/>
                    <a:pt x="2536" y="10541"/>
                    <a:pt x="2002" y="11609"/>
                  </a:cubicBezTo>
                  <a:cubicBezTo>
                    <a:pt x="994" y="13707"/>
                    <a:pt x="1388" y="15094"/>
                    <a:pt x="3496" y="15094"/>
                  </a:cubicBezTo>
                  <a:cubicBezTo>
                    <a:pt x="3967" y="15094"/>
                    <a:pt x="4525" y="15024"/>
                    <a:pt x="5171" y="14878"/>
                  </a:cubicBezTo>
                  <a:cubicBezTo>
                    <a:pt x="7373" y="14377"/>
                    <a:pt x="8507" y="12209"/>
                    <a:pt x="9674" y="7072"/>
                  </a:cubicBezTo>
                  <a:cubicBezTo>
                    <a:pt x="10141" y="4837"/>
                    <a:pt x="10375" y="2569"/>
                    <a:pt x="10442" y="267"/>
                  </a:cubicBezTo>
                  <a:lnTo>
                    <a:pt x="4271" y="0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5551725" y="1196600"/>
              <a:ext cx="331100" cy="1011275"/>
            </a:xfrm>
            <a:custGeom>
              <a:avLst/>
              <a:gdLst/>
              <a:ahLst/>
              <a:cxnLst/>
              <a:rect l="l" t="t" r="r" b="b"/>
              <a:pathLst>
                <a:path w="13244" h="40451" extrusionOk="0">
                  <a:moveTo>
                    <a:pt x="1268" y="1"/>
                  </a:moveTo>
                  <a:cubicBezTo>
                    <a:pt x="134" y="2969"/>
                    <a:pt x="0" y="6238"/>
                    <a:pt x="901" y="9307"/>
                  </a:cubicBezTo>
                  <a:lnTo>
                    <a:pt x="5638" y="24418"/>
                  </a:lnTo>
                  <a:lnTo>
                    <a:pt x="5771" y="39462"/>
                  </a:lnTo>
                  <a:cubicBezTo>
                    <a:pt x="7221" y="40255"/>
                    <a:pt x="8901" y="40450"/>
                    <a:pt x="10208" y="40450"/>
                  </a:cubicBezTo>
                  <a:cubicBezTo>
                    <a:pt x="11487" y="40450"/>
                    <a:pt x="12409" y="40263"/>
                    <a:pt x="12409" y="40263"/>
                  </a:cubicBezTo>
                  <a:cubicBezTo>
                    <a:pt x="12409" y="40263"/>
                    <a:pt x="13243" y="26720"/>
                    <a:pt x="13010" y="24118"/>
                  </a:cubicBezTo>
                  <a:cubicBezTo>
                    <a:pt x="12676" y="21049"/>
                    <a:pt x="11642" y="16746"/>
                    <a:pt x="10441" y="12309"/>
                  </a:cubicBezTo>
                  <a:cubicBezTo>
                    <a:pt x="9240" y="7873"/>
                    <a:pt x="8273" y="3436"/>
                    <a:pt x="6438" y="1802"/>
                  </a:cubicBezTo>
                  <a:cubicBezTo>
                    <a:pt x="4604" y="134"/>
                    <a:pt x="1268" y="1"/>
                    <a:pt x="126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4982975" y="1169925"/>
              <a:ext cx="246875" cy="1500325"/>
            </a:xfrm>
            <a:custGeom>
              <a:avLst/>
              <a:gdLst/>
              <a:ahLst/>
              <a:cxnLst/>
              <a:rect l="l" t="t" r="r" b="b"/>
              <a:pathLst>
                <a:path w="9875" h="60013" extrusionOk="0">
                  <a:moveTo>
                    <a:pt x="9874" y="0"/>
                  </a:moveTo>
                  <a:cubicBezTo>
                    <a:pt x="8707" y="100"/>
                    <a:pt x="7573" y="300"/>
                    <a:pt x="6472" y="601"/>
                  </a:cubicBezTo>
                  <a:cubicBezTo>
                    <a:pt x="5271" y="968"/>
                    <a:pt x="4604" y="1968"/>
                    <a:pt x="3803" y="3636"/>
                  </a:cubicBezTo>
                  <a:cubicBezTo>
                    <a:pt x="2669" y="6071"/>
                    <a:pt x="1602" y="8573"/>
                    <a:pt x="968" y="19981"/>
                  </a:cubicBezTo>
                  <a:cubicBezTo>
                    <a:pt x="401" y="30922"/>
                    <a:pt x="1" y="59276"/>
                    <a:pt x="1" y="59276"/>
                  </a:cubicBezTo>
                  <a:cubicBezTo>
                    <a:pt x="1103" y="59748"/>
                    <a:pt x="2294" y="60013"/>
                    <a:pt x="3491" y="60013"/>
                  </a:cubicBezTo>
                  <a:cubicBezTo>
                    <a:pt x="3562" y="60013"/>
                    <a:pt x="3632" y="60012"/>
                    <a:pt x="3703" y="60010"/>
                  </a:cubicBezTo>
                  <a:cubicBezTo>
                    <a:pt x="3703" y="60010"/>
                    <a:pt x="3970" y="25985"/>
                    <a:pt x="4404" y="18247"/>
                  </a:cubicBezTo>
                  <a:cubicBezTo>
                    <a:pt x="4871" y="9407"/>
                    <a:pt x="6339" y="5004"/>
                    <a:pt x="8006" y="2435"/>
                  </a:cubicBezTo>
                  <a:cubicBezTo>
                    <a:pt x="8807" y="1101"/>
                    <a:pt x="9541" y="601"/>
                    <a:pt x="9874" y="467"/>
                  </a:cubicBezTo>
                  <a:lnTo>
                    <a:pt x="987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5021350" y="784650"/>
              <a:ext cx="352775" cy="199325"/>
            </a:xfrm>
            <a:custGeom>
              <a:avLst/>
              <a:gdLst/>
              <a:ahLst/>
              <a:cxnLst/>
              <a:rect l="l" t="t" r="r" b="b"/>
              <a:pathLst>
                <a:path w="14111" h="7973" extrusionOk="0">
                  <a:moveTo>
                    <a:pt x="6138" y="834"/>
                  </a:moveTo>
                  <a:cubicBezTo>
                    <a:pt x="11041" y="834"/>
                    <a:pt x="12609" y="1401"/>
                    <a:pt x="12876" y="2735"/>
                  </a:cubicBezTo>
                  <a:cubicBezTo>
                    <a:pt x="12976" y="3269"/>
                    <a:pt x="13076" y="4337"/>
                    <a:pt x="13143" y="5104"/>
                  </a:cubicBezTo>
                  <a:cubicBezTo>
                    <a:pt x="13243" y="6205"/>
                    <a:pt x="12409" y="7139"/>
                    <a:pt x="11308" y="7139"/>
                  </a:cubicBezTo>
                  <a:lnTo>
                    <a:pt x="9707" y="7139"/>
                  </a:lnTo>
                  <a:cubicBezTo>
                    <a:pt x="8806" y="7105"/>
                    <a:pt x="8039" y="6572"/>
                    <a:pt x="7672" y="5771"/>
                  </a:cubicBezTo>
                  <a:cubicBezTo>
                    <a:pt x="7372" y="5104"/>
                    <a:pt x="6905" y="4403"/>
                    <a:pt x="6138" y="4403"/>
                  </a:cubicBezTo>
                  <a:cubicBezTo>
                    <a:pt x="5371" y="4403"/>
                    <a:pt x="4870" y="5104"/>
                    <a:pt x="4570" y="5771"/>
                  </a:cubicBezTo>
                  <a:cubicBezTo>
                    <a:pt x="4236" y="6605"/>
                    <a:pt x="3970" y="7139"/>
                    <a:pt x="3069" y="7139"/>
                  </a:cubicBezTo>
                  <a:lnTo>
                    <a:pt x="2802" y="7139"/>
                  </a:lnTo>
                  <a:cubicBezTo>
                    <a:pt x="1668" y="7139"/>
                    <a:pt x="801" y="6171"/>
                    <a:pt x="901" y="5070"/>
                  </a:cubicBezTo>
                  <a:cubicBezTo>
                    <a:pt x="967" y="4303"/>
                    <a:pt x="1034" y="3303"/>
                    <a:pt x="1134" y="2735"/>
                  </a:cubicBezTo>
                  <a:cubicBezTo>
                    <a:pt x="1401" y="1401"/>
                    <a:pt x="1201" y="834"/>
                    <a:pt x="6138" y="834"/>
                  </a:cubicBezTo>
                  <a:close/>
                  <a:moveTo>
                    <a:pt x="6138" y="0"/>
                  </a:moveTo>
                  <a:cubicBezTo>
                    <a:pt x="1535" y="0"/>
                    <a:pt x="767" y="434"/>
                    <a:pt x="334" y="2569"/>
                  </a:cubicBezTo>
                  <a:cubicBezTo>
                    <a:pt x="234" y="3136"/>
                    <a:pt x="134" y="4136"/>
                    <a:pt x="67" y="4937"/>
                  </a:cubicBezTo>
                  <a:lnTo>
                    <a:pt x="67" y="4970"/>
                  </a:lnTo>
                  <a:cubicBezTo>
                    <a:pt x="0" y="5738"/>
                    <a:pt x="267" y="6505"/>
                    <a:pt x="801" y="7072"/>
                  </a:cubicBezTo>
                  <a:cubicBezTo>
                    <a:pt x="1301" y="7639"/>
                    <a:pt x="2035" y="7939"/>
                    <a:pt x="2802" y="7973"/>
                  </a:cubicBezTo>
                  <a:lnTo>
                    <a:pt x="3069" y="7973"/>
                  </a:lnTo>
                  <a:cubicBezTo>
                    <a:pt x="4270" y="7973"/>
                    <a:pt x="4837" y="7239"/>
                    <a:pt x="5337" y="6105"/>
                  </a:cubicBezTo>
                  <a:cubicBezTo>
                    <a:pt x="5471" y="5771"/>
                    <a:pt x="5771" y="5237"/>
                    <a:pt x="6138" y="5237"/>
                  </a:cubicBezTo>
                  <a:cubicBezTo>
                    <a:pt x="6505" y="5237"/>
                    <a:pt x="6772" y="5771"/>
                    <a:pt x="6938" y="6105"/>
                  </a:cubicBezTo>
                  <a:cubicBezTo>
                    <a:pt x="7405" y="7205"/>
                    <a:pt x="8506" y="7939"/>
                    <a:pt x="9707" y="7939"/>
                  </a:cubicBezTo>
                  <a:lnTo>
                    <a:pt x="11308" y="7939"/>
                  </a:lnTo>
                  <a:cubicBezTo>
                    <a:pt x="12876" y="7939"/>
                    <a:pt x="14110" y="6605"/>
                    <a:pt x="13977" y="5037"/>
                  </a:cubicBezTo>
                  <a:lnTo>
                    <a:pt x="13977" y="5004"/>
                  </a:lnTo>
                  <a:cubicBezTo>
                    <a:pt x="13877" y="4170"/>
                    <a:pt x="13810" y="3136"/>
                    <a:pt x="13677" y="2569"/>
                  </a:cubicBezTo>
                  <a:cubicBezTo>
                    <a:pt x="13276" y="400"/>
                    <a:pt x="10708" y="0"/>
                    <a:pt x="613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5040525" y="806325"/>
              <a:ext cx="311900" cy="157625"/>
            </a:xfrm>
            <a:custGeom>
              <a:avLst/>
              <a:gdLst/>
              <a:ahLst/>
              <a:cxnLst/>
              <a:rect l="l" t="t" r="r" b="b"/>
              <a:pathLst>
                <a:path w="12476" h="6305" extrusionOk="0">
                  <a:moveTo>
                    <a:pt x="5371" y="0"/>
                  </a:moveTo>
                  <a:cubicBezTo>
                    <a:pt x="434" y="0"/>
                    <a:pt x="634" y="567"/>
                    <a:pt x="367" y="1902"/>
                  </a:cubicBezTo>
                  <a:cubicBezTo>
                    <a:pt x="267" y="2436"/>
                    <a:pt x="200" y="3436"/>
                    <a:pt x="134" y="4203"/>
                  </a:cubicBezTo>
                  <a:cubicBezTo>
                    <a:pt x="0" y="5338"/>
                    <a:pt x="901" y="6305"/>
                    <a:pt x="2035" y="6305"/>
                  </a:cubicBezTo>
                  <a:lnTo>
                    <a:pt x="2302" y="6305"/>
                  </a:lnTo>
                  <a:cubicBezTo>
                    <a:pt x="3203" y="6305"/>
                    <a:pt x="3469" y="5738"/>
                    <a:pt x="3803" y="4937"/>
                  </a:cubicBezTo>
                  <a:cubicBezTo>
                    <a:pt x="4103" y="4237"/>
                    <a:pt x="4604" y="3570"/>
                    <a:pt x="5371" y="3570"/>
                  </a:cubicBezTo>
                  <a:cubicBezTo>
                    <a:pt x="6138" y="3570"/>
                    <a:pt x="6605" y="4237"/>
                    <a:pt x="6905" y="4937"/>
                  </a:cubicBezTo>
                  <a:cubicBezTo>
                    <a:pt x="7272" y="5738"/>
                    <a:pt x="8039" y="6272"/>
                    <a:pt x="8940" y="6272"/>
                  </a:cubicBezTo>
                  <a:lnTo>
                    <a:pt x="10541" y="6272"/>
                  </a:lnTo>
                  <a:cubicBezTo>
                    <a:pt x="11642" y="6272"/>
                    <a:pt x="12476" y="5338"/>
                    <a:pt x="12376" y="4270"/>
                  </a:cubicBezTo>
                  <a:cubicBezTo>
                    <a:pt x="12309" y="3470"/>
                    <a:pt x="12209" y="2436"/>
                    <a:pt x="12109" y="1868"/>
                  </a:cubicBezTo>
                  <a:cubicBezTo>
                    <a:pt x="11842" y="534"/>
                    <a:pt x="10274" y="0"/>
                    <a:pt x="5371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5644525" y="797925"/>
              <a:ext cx="134875" cy="136850"/>
            </a:xfrm>
            <a:custGeom>
              <a:avLst/>
              <a:gdLst/>
              <a:ahLst/>
              <a:cxnLst/>
              <a:rect l="l" t="t" r="r" b="b"/>
              <a:pathLst>
                <a:path w="5395" h="5474" extrusionOk="0">
                  <a:moveTo>
                    <a:pt x="486" y="1"/>
                  </a:moveTo>
                  <a:cubicBezTo>
                    <a:pt x="176" y="1"/>
                    <a:pt x="0" y="379"/>
                    <a:pt x="224" y="603"/>
                  </a:cubicBezTo>
                  <a:lnTo>
                    <a:pt x="5395" y="5473"/>
                  </a:lnTo>
                  <a:lnTo>
                    <a:pt x="5395" y="436"/>
                  </a:lnTo>
                  <a:lnTo>
                    <a:pt x="525" y="3"/>
                  </a:lnTo>
                  <a:cubicBezTo>
                    <a:pt x="511" y="2"/>
                    <a:pt x="498" y="1"/>
                    <a:pt x="48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5653450" y="738425"/>
              <a:ext cx="230200" cy="70425"/>
            </a:xfrm>
            <a:custGeom>
              <a:avLst/>
              <a:gdLst/>
              <a:ahLst/>
              <a:cxnLst/>
              <a:rect l="l" t="t" r="r" b="b"/>
              <a:pathLst>
                <a:path w="9208" h="2817" extrusionOk="0">
                  <a:moveTo>
                    <a:pt x="4279" y="1"/>
                  </a:moveTo>
                  <a:cubicBezTo>
                    <a:pt x="4231" y="1"/>
                    <a:pt x="4184" y="24"/>
                    <a:pt x="4137" y="48"/>
                  </a:cubicBezTo>
                  <a:cubicBezTo>
                    <a:pt x="3970" y="148"/>
                    <a:pt x="368" y="2183"/>
                    <a:pt x="1" y="2416"/>
                  </a:cubicBezTo>
                  <a:cubicBezTo>
                    <a:pt x="23" y="2416"/>
                    <a:pt x="60" y="2401"/>
                    <a:pt x="102" y="2401"/>
                  </a:cubicBezTo>
                  <a:cubicBezTo>
                    <a:pt x="123" y="2401"/>
                    <a:pt x="145" y="2405"/>
                    <a:pt x="168" y="2416"/>
                  </a:cubicBezTo>
                  <a:lnTo>
                    <a:pt x="5038" y="2816"/>
                  </a:lnTo>
                  <a:lnTo>
                    <a:pt x="9207" y="415"/>
                  </a:lnTo>
                  <a:lnTo>
                    <a:pt x="4337" y="14"/>
                  </a:lnTo>
                  <a:cubicBezTo>
                    <a:pt x="4318" y="5"/>
                    <a:pt x="4298" y="1"/>
                    <a:pt x="4279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5653450" y="738425"/>
              <a:ext cx="230200" cy="70425"/>
            </a:xfrm>
            <a:custGeom>
              <a:avLst/>
              <a:gdLst/>
              <a:ahLst/>
              <a:cxnLst/>
              <a:rect l="l" t="t" r="r" b="b"/>
              <a:pathLst>
                <a:path w="9208" h="2817" extrusionOk="0">
                  <a:moveTo>
                    <a:pt x="4279" y="1"/>
                  </a:moveTo>
                  <a:cubicBezTo>
                    <a:pt x="4231" y="1"/>
                    <a:pt x="4184" y="24"/>
                    <a:pt x="4137" y="48"/>
                  </a:cubicBezTo>
                  <a:cubicBezTo>
                    <a:pt x="3970" y="148"/>
                    <a:pt x="368" y="2183"/>
                    <a:pt x="1" y="2416"/>
                  </a:cubicBezTo>
                  <a:cubicBezTo>
                    <a:pt x="23" y="2416"/>
                    <a:pt x="60" y="2401"/>
                    <a:pt x="102" y="2401"/>
                  </a:cubicBezTo>
                  <a:cubicBezTo>
                    <a:pt x="123" y="2401"/>
                    <a:pt x="145" y="2405"/>
                    <a:pt x="168" y="2416"/>
                  </a:cubicBezTo>
                  <a:lnTo>
                    <a:pt x="5038" y="2816"/>
                  </a:lnTo>
                  <a:lnTo>
                    <a:pt x="9207" y="415"/>
                  </a:lnTo>
                  <a:lnTo>
                    <a:pt x="4337" y="14"/>
                  </a:lnTo>
                  <a:cubicBezTo>
                    <a:pt x="4318" y="5"/>
                    <a:pt x="4298" y="1"/>
                    <a:pt x="4279" y="1"/>
                  </a:cubicBez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5777725" y="541350"/>
              <a:ext cx="473675" cy="762425"/>
            </a:xfrm>
            <a:custGeom>
              <a:avLst/>
              <a:gdLst/>
              <a:ahLst/>
              <a:cxnLst/>
              <a:rect l="l" t="t" r="r" b="b"/>
              <a:pathLst>
                <a:path w="18947" h="30497" extrusionOk="0">
                  <a:moveTo>
                    <a:pt x="3252" y="0"/>
                  </a:moveTo>
                  <a:cubicBezTo>
                    <a:pt x="3052" y="0"/>
                    <a:pt x="2852" y="42"/>
                    <a:pt x="2669" y="125"/>
                  </a:cubicBezTo>
                  <a:lnTo>
                    <a:pt x="600" y="1293"/>
                  </a:lnTo>
                  <a:cubicBezTo>
                    <a:pt x="234" y="1526"/>
                    <a:pt x="33" y="1893"/>
                    <a:pt x="0" y="2293"/>
                  </a:cubicBezTo>
                  <a:lnTo>
                    <a:pt x="0" y="20974"/>
                  </a:lnTo>
                  <a:cubicBezTo>
                    <a:pt x="33" y="21374"/>
                    <a:pt x="234" y="21741"/>
                    <a:pt x="600" y="21974"/>
                  </a:cubicBezTo>
                  <a:lnTo>
                    <a:pt x="15111" y="30347"/>
                  </a:lnTo>
                  <a:cubicBezTo>
                    <a:pt x="15294" y="30447"/>
                    <a:pt x="15494" y="30497"/>
                    <a:pt x="15695" y="30497"/>
                  </a:cubicBezTo>
                  <a:cubicBezTo>
                    <a:pt x="15895" y="30497"/>
                    <a:pt x="16095" y="30447"/>
                    <a:pt x="16278" y="30347"/>
                  </a:cubicBezTo>
                  <a:lnTo>
                    <a:pt x="18380" y="29179"/>
                  </a:lnTo>
                  <a:cubicBezTo>
                    <a:pt x="18713" y="28979"/>
                    <a:pt x="18947" y="28612"/>
                    <a:pt x="18947" y="28179"/>
                  </a:cubicBezTo>
                  <a:lnTo>
                    <a:pt x="18947" y="9532"/>
                  </a:lnTo>
                  <a:cubicBezTo>
                    <a:pt x="18947" y="9098"/>
                    <a:pt x="18713" y="8731"/>
                    <a:pt x="18380" y="8498"/>
                  </a:cubicBezTo>
                  <a:lnTo>
                    <a:pt x="3836" y="125"/>
                  </a:lnTo>
                  <a:cubicBezTo>
                    <a:pt x="3653" y="42"/>
                    <a:pt x="3453" y="0"/>
                    <a:pt x="3252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5777725" y="588200"/>
              <a:ext cx="392800" cy="714300"/>
            </a:xfrm>
            <a:custGeom>
              <a:avLst/>
              <a:gdLst/>
              <a:ahLst/>
              <a:cxnLst/>
              <a:rect l="l" t="t" r="r" b="b"/>
              <a:pathLst>
                <a:path w="15712" h="28572" extrusionOk="0">
                  <a:moveTo>
                    <a:pt x="330" y="0"/>
                  </a:moveTo>
                  <a:cubicBezTo>
                    <a:pt x="134" y="0"/>
                    <a:pt x="0" y="160"/>
                    <a:pt x="0" y="419"/>
                  </a:cubicBezTo>
                  <a:lnTo>
                    <a:pt x="0" y="19100"/>
                  </a:lnTo>
                  <a:cubicBezTo>
                    <a:pt x="33" y="19500"/>
                    <a:pt x="234" y="19867"/>
                    <a:pt x="600" y="20100"/>
                  </a:cubicBezTo>
                  <a:lnTo>
                    <a:pt x="15144" y="28506"/>
                  </a:lnTo>
                  <a:cubicBezTo>
                    <a:pt x="15223" y="28550"/>
                    <a:pt x="15300" y="28571"/>
                    <a:pt x="15371" y="28571"/>
                  </a:cubicBezTo>
                  <a:cubicBezTo>
                    <a:pt x="15567" y="28571"/>
                    <a:pt x="15711" y="28409"/>
                    <a:pt x="15711" y="28139"/>
                  </a:cubicBezTo>
                  <a:lnTo>
                    <a:pt x="15711" y="9459"/>
                  </a:lnTo>
                  <a:cubicBezTo>
                    <a:pt x="15678" y="9059"/>
                    <a:pt x="15478" y="8692"/>
                    <a:pt x="15144" y="8492"/>
                  </a:cubicBezTo>
                  <a:lnTo>
                    <a:pt x="600" y="86"/>
                  </a:lnTo>
                  <a:cubicBezTo>
                    <a:pt x="503" y="27"/>
                    <a:pt x="411" y="0"/>
                    <a:pt x="3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6156325" y="764625"/>
              <a:ext cx="95925" cy="539375"/>
            </a:xfrm>
            <a:custGeom>
              <a:avLst/>
              <a:gdLst/>
              <a:ahLst/>
              <a:cxnLst/>
              <a:rect l="l" t="t" r="r" b="b"/>
              <a:pathLst>
                <a:path w="3837" h="21575" extrusionOk="0">
                  <a:moveTo>
                    <a:pt x="0" y="21449"/>
                  </a:moveTo>
                  <a:cubicBezTo>
                    <a:pt x="36" y="21467"/>
                    <a:pt x="70" y="21481"/>
                    <a:pt x="103" y="21491"/>
                  </a:cubicBezTo>
                  <a:lnTo>
                    <a:pt x="103" y="21491"/>
                  </a:lnTo>
                  <a:cubicBezTo>
                    <a:pt x="68" y="21479"/>
                    <a:pt x="34" y="21465"/>
                    <a:pt x="0" y="21449"/>
                  </a:cubicBezTo>
                  <a:close/>
                  <a:moveTo>
                    <a:pt x="3636" y="1"/>
                  </a:moveTo>
                  <a:lnTo>
                    <a:pt x="401" y="1835"/>
                  </a:lnTo>
                  <a:cubicBezTo>
                    <a:pt x="501" y="2002"/>
                    <a:pt x="567" y="2202"/>
                    <a:pt x="567" y="2402"/>
                  </a:cubicBezTo>
                  <a:lnTo>
                    <a:pt x="567" y="21082"/>
                  </a:lnTo>
                  <a:cubicBezTo>
                    <a:pt x="567" y="21352"/>
                    <a:pt x="441" y="21514"/>
                    <a:pt x="241" y="21514"/>
                  </a:cubicBezTo>
                  <a:cubicBezTo>
                    <a:pt x="198" y="21514"/>
                    <a:pt x="152" y="21507"/>
                    <a:pt x="103" y="21491"/>
                  </a:cubicBezTo>
                  <a:lnTo>
                    <a:pt x="103" y="21491"/>
                  </a:lnTo>
                  <a:cubicBezTo>
                    <a:pt x="255" y="21547"/>
                    <a:pt x="412" y="21574"/>
                    <a:pt x="571" y="21574"/>
                  </a:cubicBezTo>
                  <a:cubicBezTo>
                    <a:pt x="767" y="21574"/>
                    <a:pt x="968" y="21533"/>
                    <a:pt x="1168" y="21449"/>
                  </a:cubicBezTo>
                  <a:lnTo>
                    <a:pt x="3236" y="20248"/>
                  </a:lnTo>
                  <a:cubicBezTo>
                    <a:pt x="3569" y="20048"/>
                    <a:pt x="3803" y="19681"/>
                    <a:pt x="3836" y="19281"/>
                  </a:cubicBezTo>
                  <a:lnTo>
                    <a:pt x="3836" y="601"/>
                  </a:lnTo>
                  <a:cubicBezTo>
                    <a:pt x="3803" y="367"/>
                    <a:pt x="3736" y="167"/>
                    <a:pt x="3636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5778550" y="541350"/>
              <a:ext cx="468700" cy="269175"/>
            </a:xfrm>
            <a:custGeom>
              <a:avLst/>
              <a:gdLst/>
              <a:ahLst/>
              <a:cxnLst/>
              <a:rect l="l" t="t" r="r" b="b"/>
              <a:pathLst>
                <a:path w="18748" h="10767" extrusionOk="0">
                  <a:moveTo>
                    <a:pt x="3219" y="0"/>
                  </a:moveTo>
                  <a:cubicBezTo>
                    <a:pt x="3019" y="0"/>
                    <a:pt x="2819" y="42"/>
                    <a:pt x="2636" y="125"/>
                  </a:cubicBezTo>
                  <a:lnTo>
                    <a:pt x="567" y="1293"/>
                  </a:lnTo>
                  <a:cubicBezTo>
                    <a:pt x="234" y="1493"/>
                    <a:pt x="34" y="1826"/>
                    <a:pt x="0" y="2193"/>
                  </a:cubicBezTo>
                  <a:cubicBezTo>
                    <a:pt x="23" y="1991"/>
                    <a:pt x="136" y="1865"/>
                    <a:pt x="299" y="1865"/>
                  </a:cubicBezTo>
                  <a:cubicBezTo>
                    <a:pt x="378" y="1865"/>
                    <a:pt x="469" y="1895"/>
                    <a:pt x="567" y="1960"/>
                  </a:cubicBezTo>
                  <a:lnTo>
                    <a:pt x="15111" y="10366"/>
                  </a:lnTo>
                  <a:cubicBezTo>
                    <a:pt x="15278" y="10466"/>
                    <a:pt x="15411" y="10599"/>
                    <a:pt x="15512" y="10766"/>
                  </a:cubicBezTo>
                  <a:lnTo>
                    <a:pt x="18747" y="8932"/>
                  </a:lnTo>
                  <a:cubicBezTo>
                    <a:pt x="18647" y="8731"/>
                    <a:pt x="18514" y="8598"/>
                    <a:pt x="18347" y="8498"/>
                  </a:cubicBezTo>
                  <a:lnTo>
                    <a:pt x="3803" y="125"/>
                  </a:lnTo>
                  <a:cubicBezTo>
                    <a:pt x="3620" y="42"/>
                    <a:pt x="3420" y="0"/>
                    <a:pt x="3219" y="0"/>
                  </a:cubicBezTo>
                  <a:close/>
                </a:path>
              </a:pathLst>
            </a:custGeom>
            <a:solidFill>
              <a:srgbClr val="FFFFFF">
                <a:alpha val="49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5827750" y="761300"/>
              <a:ext cx="292625" cy="386950"/>
            </a:xfrm>
            <a:custGeom>
              <a:avLst/>
              <a:gdLst/>
              <a:ahLst/>
              <a:cxnLst/>
              <a:rect l="l" t="t" r="r" b="b"/>
              <a:pathLst>
                <a:path w="11705" h="15478" extrusionOk="0">
                  <a:moveTo>
                    <a:pt x="4637" y="4437"/>
                  </a:moveTo>
                  <a:cubicBezTo>
                    <a:pt x="4937" y="4437"/>
                    <a:pt x="5271" y="4503"/>
                    <a:pt x="5538" y="4637"/>
                  </a:cubicBezTo>
                  <a:cubicBezTo>
                    <a:pt x="5671" y="4670"/>
                    <a:pt x="5771" y="4737"/>
                    <a:pt x="5871" y="4804"/>
                  </a:cubicBezTo>
                  <a:cubicBezTo>
                    <a:pt x="6238" y="5004"/>
                    <a:pt x="6572" y="5271"/>
                    <a:pt x="6839" y="5571"/>
                  </a:cubicBezTo>
                  <a:cubicBezTo>
                    <a:pt x="7773" y="6572"/>
                    <a:pt x="8340" y="7872"/>
                    <a:pt x="8440" y="9240"/>
                  </a:cubicBezTo>
                  <a:cubicBezTo>
                    <a:pt x="8440" y="9340"/>
                    <a:pt x="8440" y="9474"/>
                    <a:pt x="8407" y="9607"/>
                  </a:cubicBezTo>
                  <a:cubicBezTo>
                    <a:pt x="8373" y="9841"/>
                    <a:pt x="8340" y="10074"/>
                    <a:pt x="8240" y="10274"/>
                  </a:cubicBezTo>
                  <a:cubicBezTo>
                    <a:pt x="8040" y="10775"/>
                    <a:pt x="7573" y="11075"/>
                    <a:pt x="7039" y="11075"/>
                  </a:cubicBezTo>
                  <a:lnTo>
                    <a:pt x="6538" y="11075"/>
                  </a:lnTo>
                  <a:cubicBezTo>
                    <a:pt x="5871" y="10875"/>
                    <a:pt x="5304" y="10441"/>
                    <a:pt x="4871" y="9907"/>
                  </a:cubicBezTo>
                  <a:lnTo>
                    <a:pt x="4871" y="9941"/>
                  </a:lnTo>
                  <a:cubicBezTo>
                    <a:pt x="3570" y="8540"/>
                    <a:pt x="2936" y="6438"/>
                    <a:pt x="3470" y="5237"/>
                  </a:cubicBezTo>
                  <a:cubicBezTo>
                    <a:pt x="3636" y="4804"/>
                    <a:pt x="4037" y="4503"/>
                    <a:pt x="4504" y="4437"/>
                  </a:cubicBezTo>
                  <a:close/>
                  <a:moveTo>
                    <a:pt x="2836" y="0"/>
                  </a:moveTo>
                  <a:cubicBezTo>
                    <a:pt x="2802" y="33"/>
                    <a:pt x="2769" y="67"/>
                    <a:pt x="2769" y="134"/>
                  </a:cubicBezTo>
                  <a:lnTo>
                    <a:pt x="3203" y="1968"/>
                  </a:lnTo>
                  <a:cubicBezTo>
                    <a:pt x="3203" y="2068"/>
                    <a:pt x="3169" y="2168"/>
                    <a:pt x="3069" y="2202"/>
                  </a:cubicBezTo>
                  <a:cubicBezTo>
                    <a:pt x="2869" y="2268"/>
                    <a:pt x="2669" y="2368"/>
                    <a:pt x="2502" y="2535"/>
                  </a:cubicBezTo>
                  <a:cubicBezTo>
                    <a:pt x="2466" y="2547"/>
                    <a:pt x="2429" y="2555"/>
                    <a:pt x="2392" y="2555"/>
                  </a:cubicBezTo>
                  <a:cubicBezTo>
                    <a:pt x="2329" y="2555"/>
                    <a:pt x="2266" y="2532"/>
                    <a:pt x="2202" y="2469"/>
                  </a:cubicBezTo>
                  <a:lnTo>
                    <a:pt x="901" y="1268"/>
                  </a:lnTo>
                  <a:cubicBezTo>
                    <a:pt x="878" y="1244"/>
                    <a:pt x="837" y="1221"/>
                    <a:pt x="792" y="1221"/>
                  </a:cubicBezTo>
                  <a:cubicBezTo>
                    <a:pt x="773" y="1221"/>
                    <a:pt x="754" y="1225"/>
                    <a:pt x="734" y="1234"/>
                  </a:cubicBezTo>
                  <a:cubicBezTo>
                    <a:pt x="701" y="1234"/>
                    <a:pt x="701" y="1234"/>
                    <a:pt x="701" y="1268"/>
                  </a:cubicBezTo>
                  <a:lnTo>
                    <a:pt x="101" y="2535"/>
                  </a:lnTo>
                  <a:cubicBezTo>
                    <a:pt x="67" y="2669"/>
                    <a:pt x="101" y="2769"/>
                    <a:pt x="167" y="2869"/>
                  </a:cubicBezTo>
                  <a:lnTo>
                    <a:pt x="1401" y="4337"/>
                  </a:lnTo>
                  <a:cubicBezTo>
                    <a:pt x="1468" y="4437"/>
                    <a:pt x="1535" y="4537"/>
                    <a:pt x="1535" y="4670"/>
                  </a:cubicBezTo>
                  <a:cubicBezTo>
                    <a:pt x="1535" y="4837"/>
                    <a:pt x="1502" y="5037"/>
                    <a:pt x="1502" y="5204"/>
                  </a:cubicBezTo>
                  <a:cubicBezTo>
                    <a:pt x="1502" y="5404"/>
                    <a:pt x="1502" y="5537"/>
                    <a:pt x="1535" y="5738"/>
                  </a:cubicBezTo>
                  <a:cubicBezTo>
                    <a:pt x="1535" y="5804"/>
                    <a:pt x="1468" y="5904"/>
                    <a:pt x="1335" y="5904"/>
                  </a:cubicBezTo>
                  <a:lnTo>
                    <a:pt x="234" y="5971"/>
                  </a:lnTo>
                  <a:lnTo>
                    <a:pt x="167" y="5971"/>
                  </a:lnTo>
                  <a:cubicBezTo>
                    <a:pt x="67" y="5971"/>
                    <a:pt x="0" y="6071"/>
                    <a:pt x="34" y="6171"/>
                  </a:cubicBezTo>
                  <a:lnTo>
                    <a:pt x="668" y="8239"/>
                  </a:lnTo>
                  <a:cubicBezTo>
                    <a:pt x="701" y="8339"/>
                    <a:pt x="801" y="8406"/>
                    <a:pt x="934" y="8440"/>
                  </a:cubicBezTo>
                  <a:lnTo>
                    <a:pt x="2135" y="8740"/>
                  </a:lnTo>
                  <a:cubicBezTo>
                    <a:pt x="2269" y="8773"/>
                    <a:pt x="2369" y="8840"/>
                    <a:pt x="2436" y="8973"/>
                  </a:cubicBezTo>
                  <a:cubicBezTo>
                    <a:pt x="2636" y="9340"/>
                    <a:pt x="2836" y="9740"/>
                    <a:pt x="3069" y="10107"/>
                  </a:cubicBezTo>
                  <a:cubicBezTo>
                    <a:pt x="3136" y="10174"/>
                    <a:pt x="3169" y="10308"/>
                    <a:pt x="3169" y="10408"/>
                  </a:cubicBezTo>
                  <a:lnTo>
                    <a:pt x="2769" y="11742"/>
                  </a:lnTo>
                  <a:cubicBezTo>
                    <a:pt x="2736" y="11842"/>
                    <a:pt x="2802" y="11975"/>
                    <a:pt x="2869" y="12042"/>
                  </a:cubicBezTo>
                  <a:lnTo>
                    <a:pt x="4270" y="13543"/>
                  </a:lnTo>
                  <a:cubicBezTo>
                    <a:pt x="4319" y="13592"/>
                    <a:pt x="4386" y="13623"/>
                    <a:pt x="4431" y="13623"/>
                  </a:cubicBezTo>
                  <a:cubicBezTo>
                    <a:pt x="4448" y="13623"/>
                    <a:pt x="4461" y="13619"/>
                    <a:pt x="4470" y="13610"/>
                  </a:cubicBezTo>
                  <a:cubicBezTo>
                    <a:pt x="4504" y="13577"/>
                    <a:pt x="4504" y="13577"/>
                    <a:pt x="4504" y="13577"/>
                  </a:cubicBezTo>
                  <a:lnTo>
                    <a:pt x="5171" y="12576"/>
                  </a:lnTo>
                  <a:cubicBezTo>
                    <a:pt x="5204" y="12542"/>
                    <a:pt x="5246" y="12526"/>
                    <a:pt x="5292" y="12526"/>
                  </a:cubicBezTo>
                  <a:cubicBezTo>
                    <a:pt x="5338" y="12526"/>
                    <a:pt x="5388" y="12542"/>
                    <a:pt x="5438" y="12576"/>
                  </a:cubicBezTo>
                  <a:cubicBezTo>
                    <a:pt x="5538" y="12643"/>
                    <a:pt x="5705" y="12743"/>
                    <a:pt x="5838" y="12809"/>
                  </a:cubicBezTo>
                  <a:cubicBezTo>
                    <a:pt x="5971" y="12876"/>
                    <a:pt x="6105" y="12976"/>
                    <a:pt x="6238" y="13009"/>
                  </a:cubicBezTo>
                  <a:cubicBezTo>
                    <a:pt x="6372" y="13076"/>
                    <a:pt x="6472" y="13176"/>
                    <a:pt x="6538" y="13310"/>
                  </a:cubicBezTo>
                  <a:lnTo>
                    <a:pt x="7239" y="15144"/>
                  </a:lnTo>
                  <a:cubicBezTo>
                    <a:pt x="7272" y="15278"/>
                    <a:pt x="7372" y="15344"/>
                    <a:pt x="7506" y="15344"/>
                  </a:cubicBezTo>
                  <a:lnTo>
                    <a:pt x="8773" y="15478"/>
                  </a:lnTo>
                  <a:cubicBezTo>
                    <a:pt x="8840" y="15478"/>
                    <a:pt x="8874" y="15478"/>
                    <a:pt x="8907" y="15445"/>
                  </a:cubicBezTo>
                  <a:cubicBezTo>
                    <a:pt x="8940" y="15445"/>
                    <a:pt x="8974" y="15378"/>
                    <a:pt x="8974" y="15344"/>
                  </a:cubicBezTo>
                  <a:lnTo>
                    <a:pt x="8540" y="13510"/>
                  </a:lnTo>
                  <a:cubicBezTo>
                    <a:pt x="8540" y="13410"/>
                    <a:pt x="8573" y="13310"/>
                    <a:pt x="8673" y="13276"/>
                  </a:cubicBezTo>
                  <a:cubicBezTo>
                    <a:pt x="8874" y="13176"/>
                    <a:pt x="9074" y="13076"/>
                    <a:pt x="9240" y="12943"/>
                  </a:cubicBezTo>
                  <a:cubicBezTo>
                    <a:pt x="9279" y="12917"/>
                    <a:pt x="9317" y="12906"/>
                    <a:pt x="9355" y="12906"/>
                  </a:cubicBezTo>
                  <a:cubicBezTo>
                    <a:pt x="9417" y="12906"/>
                    <a:pt x="9479" y="12935"/>
                    <a:pt x="9541" y="12976"/>
                  </a:cubicBezTo>
                  <a:lnTo>
                    <a:pt x="10842" y="14177"/>
                  </a:lnTo>
                  <a:cubicBezTo>
                    <a:pt x="10875" y="14210"/>
                    <a:pt x="10908" y="14244"/>
                    <a:pt x="10975" y="14244"/>
                  </a:cubicBezTo>
                  <a:lnTo>
                    <a:pt x="11042" y="14244"/>
                  </a:lnTo>
                  <a:cubicBezTo>
                    <a:pt x="11042" y="14244"/>
                    <a:pt x="11042" y="14244"/>
                    <a:pt x="11042" y="14210"/>
                  </a:cubicBezTo>
                  <a:lnTo>
                    <a:pt x="11642" y="12909"/>
                  </a:lnTo>
                  <a:cubicBezTo>
                    <a:pt x="11676" y="12809"/>
                    <a:pt x="11642" y="12709"/>
                    <a:pt x="11575" y="12609"/>
                  </a:cubicBezTo>
                  <a:lnTo>
                    <a:pt x="10375" y="11108"/>
                  </a:lnTo>
                  <a:cubicBezTo>
                    <a:pt x="10275" y="11041"/>
                    <a:pt x="10241" y="10908"/>
                    <a:pt x="10241" y="10808"/>
                  </a:cubicBezTo>
                  <a:cubicBezTo>
                    <a:pt x="10275" y="10441"/>
                    <a:pt x="10275" y="10074"/>
                    <a:pt x="10241" y="9740"/>
                  </a:cubicBezTo>
                  <a:cubicBezTo>
                    <a:pt x="10241" y="9640"/>
                    <a:pt x="10308" y="9540"/>
                    <a:pt x="10408" y="9540"/>
                  </a:cubicBezTo>
                  <a:lnTo>
                    <a:pt x="11509" y="9474"/>
                  </a:lnTo>
                  <a:cubicBezTo>
                    <a:pt x="11522" y="9478"/>
                    <a:pt x="11536" y="9480"/>
                    <a:pt x="11549" y="9480"/>
                  </a:cubicBezTo>
                  <a:cubicBezTo>
                    <a:pt x="11633" y="9480"/>
                    <a:pt x="11704" y="9393"/>
                    <a:pt x="11676" y="9307"/>
                  </a:cubicBezTo>
                  <a:lnTo>
                    <a:pt x="11075" y="7272"/>
                  </a:lnTo>
                  <a:cubicBezTo>
                    <a:pt x="11008" y="7139"/>
                    <a:pt x="10908" y="7072"/>
                    <a:pt x="10808" y="7039"/>
                  </a:cubicBezTo>
                  <a:lnTo>
                    <a:pt x="9574" y="6738"/>
                  </a:lnTo>
                  <a:cubicBezTo>
                    <a:pt x="9474" y="6705"/>
                    <a:pt x="9341" y="6638"/>
                    <a:pt x="9274" y="6505"/>
                  </a:cubicBezTo>
                  <a:cubicBezTo>
                    <a:pt x="9074" y="6138"/>
                    <a:pt x="8874" y="5771"/>
                    <a:pt x="8640" y="5404"/>
                  </a:cubicBezTo>
                  <a:cubicBezTo>
                    <a:pt x="8573" y="5304"/>
                    <a:pt x="8540" y="5204"/>
                    <a:pt x="8573" y="5070"/>
                  </a:cubicBezTo>
                  <a:lnTo>
                    <a:pt x="8940" y="3736"/>
                  </a:lnTo>
                  <a:cubicBezTo>
                    <a:pt x="8974" y="3636"/>
                    <a:pt x="8940" y="3536"/>
                    <a:pt x="8840" y="3436"/>
                  </a:cubicBezTo>
                  <a:lnTo>
                    <a:pt x="7439" y="1968"/>
                  </a:lnTo>
                  <a:cubicBezTo>
                    <a:pt x="7384" y="1913"/>
                    <a:pt x="7329" y="1888"/>
                    <a:pt x="7285" y="1888"/>
                  </a:cubicBezTo>
                  <a:cubicBezTo>
                    <a:pt x="7249" y="1888"/>
                    <a:pt x="7221" y="1905"/>
                    <a:pt x="7206" y="1935"/>
                  </a:cubicBezTo>
                  <a:lnTo>
                    <a:pt x="6538" y="2936"/>
                  </a:lnTo>
                  <a:cubicBezTo>
                    <a:pt x="6522" y="2969"/>
                    <a:pt x="6480" y="2986"/>
                    <a:pt x="6430" y="2986"/>
                  </a:cubicBezTo>
                  <a:cubicBezTo>
                    <a:pt x="6380" y="2986"/>
                    <a:pt x="6322" y="2969"/>
                    <a:pt x="6272" y="2936"/>
                  </a:cubicBezTo>
                  <a:cubicBezTo>
                    <a:pt x="6005" y="2769"/>
                    <a:pt x="5738" y="2602"/>
                    <a:pt x="5471" y="2469"/>
                  </a:cubicBezTo>
                  <a:cubicBezTo>
                    <a:pt x="5371" y="2435"/>
                    <a:pt x="5271" y="2335"/>
                    <a:pt x="5204" y="2202"/>
                  </a:cubicBezTo>
                  <a:lnTo>
                    <a:pt x="4537" y="334"/>
                  </a:lnTo>
                  <a:cubicBezTo>
                    <a:pt x="4470" y="200"/>
                    <a:pt x="4370" y="134"/>
                    <a:pt x="4237" y="134"/>
                  </a:cubicBezTo>
                  <a:lnTo>
                    <a:pt x="29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37"/>
          <p:cNvGrpSpPr/>
          <p:nvPr/>
        </p:nvGrpSpPr>
        <p:grpSpPr>
          <a:xfrm>
            <a:off x="7604286" y="1032752"/>
            <a:ext cx="543625" cy="350579"/>
            <a:chOff x="7604286" y="1032752"/>
            <a:chExt cx="543625" cy="350579"/>
          </a:xfrm>
        </p:grpSpPr>
        <p:sp>
          <p:nvSpPr>
            <p:cNvPr id="393" name="Google Shape;393;p37"/>
            <p:cNvSpPr/>
            <p:nvPr/>
          </p:nvSpPr>
          <p:spPr>
            <a:xfrm>
              <a:off x="7604286" y="1053338"/>
              <a:ext cx="543625" cy="329993"/>
            </a:xfrm>
            <a:custGeom>
              <a:avLst/>
              <a:gdLst/>
              <a:ahLst/>
              <a:cxnLst/>
              <a:rect l="l" t="t" r="r" b="b"/>
              <a:pathLst>
                <a:path w="35226" h="21383" extrusionOk="0">
                  <a:moveTo>
                    <a:pt x="17805" y="7838"/>
                  </a:moveTo>
                  <a:cubicBezTo>
                    <a:pt x="19273" y="7838"/>
                    <a:pt x="20704" y="8203"/>
                    <a:pt x="21983" y="8874"/>
                  </a:cubicBezTo>
                  <a:cubicBezTo>
                    <a:pt x="22917" y="9441"/>
                    <a:pt x="23451" y="10075"/>
                    <a:pt x="23451" y="10675"/>
                  </a:cubicBezTo>
                  <a:cubicBezTo>
                    <a:pt x="23451" y="11309"/>
                    <a:pt x="22917" y="11943"/>
                    <a:pt x="21983" y="12477"/>
                  </a:cubicBezTo>
                  <a:cubicBezTo>
                    <a:pt x="20615" y="13160"/>
                    <a:pt x="19114" y="13502"/>
                    <a:pt x="17613" y="13502"/>
                  </a:cubicBezTo>
                  <a:cubicBezTo>
                    <a:pt x="16112" y="13502"/>
                    <a:pt x="14611" y="13160"/>
                    <a:pt x="13243" y="12477"/>
                  </a:cubicBezTo>
                  <a:cubicBezTo>
                    <a:pt x="12309" y="11943"/>
                    <a:pt x="11809" y="11276"/>
                    <a:pt x="11809" y="10675"/>
                  </a:cubicBezTo>
                  <a:cubicBezTo>
                    <a:pt x="11809" y="10075"/>
                    <a:pt x="12309" y="9408"/>
                    <a:pt x="13243" y="8874"/>
                  </a:cubicBezTo>
                  <a:cubicBezTo>
                    <a:pt x="14522" y="8203"/>
                    <a:pt x="15953" y="7838"/>
                    <a:pt x="17421" y="7838"/>
                  </a:cubicBezTo>
                  <a:cubicBezTo>
                    <a:pt x="17485" y="7838"/>
                    <a:pt x="17549" y="7838"/>
                    <a:pt x="17613" y="7840"/>
                  </a:cubicBezTo>
                  <a:cubicBezTo>
                    <a:pt x="17677" y="7838"/>
                    <a:pt x="17741" y="7838"/>
                    <a:pt x="17805" y="7838"/>
                  </a:cubicBezTo>
                  <a:close/>
                  <a:moveTo>
                    <a:pt x="15445" y="1"/>
                  </a:moveTo>
                  <a:cubicBezTo>
                    <a:pt x="14644" y="1"/>
                    <a:pt x="13944" y="568"/>
                    <a:pt x="13777" y="1369"/>
                  </a:cubicBezTo>
                  <a:lnTo>
                    <a:pt x="13510" y="2870"/>
                  </a:lnTo>
                  <a:cubicBezTo>
                    <a:pt x="12876" y="3003"/>
                    <a:pt x="12243" y="3137"/>
                    <a:pt x="11609" y="3337"/>
                  </a:cubicBezTo>
                  <a:lnTo>
                    <a:pt x="8707" y="2002"/>
                  </a:lnTo>
                  <a:cubicBezTo>
                    <a:pt x="8473" y="1869"/>
                    <a:pt x="8173" y="1836"/>
                    <a:pt x="7873" y="1836"/>
                  </a:cubicBezTo>
                  <a:cubicBezTo>
                    <a:pt x="7539" y="1836"/>
                    <a:pt x="7206" y="1902"/>
                    <a:pt x="6905" y="2069"/>
                  </a:cubicBezTo>
                  <a:lnTo>
                    <a:pt x="3937" y="3804"/>
                  </a:lnTo>
                  <a:cubicBezTo>
                    <a:pt x="2969" y="4304"/>
                    <a:pt x="2903" y="5672"/>
                    <a:pt x="3803" y="6305"/>
                  </a:cubicBezTo>
                  <a:lnTo>
                    <a:pt x="5338" y="7406"/>
                  </a:lnTo>
                  <a:cubicBezTo>
                    <a:pt x="5271" y="7506"/>
                    <a:pt x="5204" y="7606"/>
                    <a:pt x="5137" y="7706"/>
                  </a:cubicBezTo>
                  <a:lnTo>
                    <a:pt x="1535" y="7940"/>
                  </a:lnTo>
                  <a:cubicBezTo>
                    <a:pt x="668" y="8007"/>
                    <a:pt x="0" y="8707"/>
                    <a:pt x="0" y="9574"/>
                  </a:cubicBezTo>
                  <a:lnTo>
                    <a:pt x="0" y="11776"/>
                  </a:lnTo>
                  <a:cubicBezTo>
                    <a:pt x="0" y="12643"/>
                    <a:pt x="668" y="13344"/>
                    <a:pt x="1535" y="13411"/>
                  </a:cubicBezTo>
                  <a:lnTo>
                    <a:pt x="5137" y="13644"/>
                  </a:lnTo>
                  <a:cubicBezTo>
                    <a:pt x="5204" y="13744"/>
                    <a:pt x="5271" y="13878"/>
                    <a:pt x="5338" y="13978"/>
                  </a:cubicBezTo>
                  <a:lnTo>
                    <a:pt x="3803" y="15078"/>
                  </a:lnTo>
                  <a:cubicBezTo>
                    <a:pt x="2903" y="15712"/>
                    <a:pt x="2969" y="17080"/>
                    <a:pt x="3937" y="17580"/>
                  </a:cubicBezTo>
                  <a:lnTo>
                    <a:pt x="6872" y="19281"/>
                  </a:lnTo>
                  <a:cubicBezTo>
                    <a:pt x="7172" y="19448"/>
                    <a:pt x="7539" y="19548"/>
                    <a:pt x="7873" y="19548"/>
                  </a:cubicBezTo>
                  <a:cubicBezTo>
                    <a:pt x="8140" y="19548"/>
                    <a:pt x="8440" y="19482"/>
                    <a:pt x="8707" y="19381"/>
                  </a:cubicBezTo>
                  <a:lnTo>
                    <a:pt x="11609" y="18047"/>
                  </a:lnTo>
                  <a:cubicBezTo>
                    <a:pt x="12209" y="18214"/>
                    <a:pt x="12843" y="18381"/>
                    <a:pt x="13477" y="18514"/>
                  </a:cubicBezTo>
                  <a:lnTo>
                    <a:pt x="13777" y="19982"/>
                  </a:lnTo>
                  <a:cubicBezTo>
                    <a:pt x="13910" y="20782"/>
                    <a:pt x="14611" y="21350"/>
                    <a:pt x="15445" y="21383"/>
                  </a:cubicBezTo>
                  <a:lnTo>
                    <a:pt x="19781" y="21383"/>
                  </a:lnTo>
                  <a:cubicBezTo>
                    <a:pt x="20582" y="21350"/>
                    <a:pt x="21282" y="20782"/>
                    <a:pt x="21449" y="19982"/>
                  </a:cubicBezTo>
                  <a:lnTo>
                    <a:pt x="21716" y="18514"/>
                  </a:lnTo>
                  <a:cubicBezTo>
                    <a:pt x="22383" y="18381"/>
                    <a:pt x="22984" y="18214"/>
                    <a:pt x="23617" y="18047"/>
                  </a:cubicBezTo>
                  <a:lnTo>
                    <a:pt x="26519" y="19381"/>
                  </a:lnTo>
                  <a:cubicBezTo>
                    <a:pt x="26786" y="19482"/>
                    <a:pt x="27053" y="19548"/>
                    <a:pt x="27353" y="19548"/>
                  </a:cubicBezTo>
                  <a:cubicBezTo>
                    <a:pt x="27687" y="19548"/>
                    <a:pt x="28020" y="19448"/>
                    <a:pt x="28354" y="19281"/>
                  </a:cubicBezTo>
                  <a:lnTo>
                    <a:pt x="31289" y="17580"/>
                  </a:lnTo>
                  <a:cubicBezTo>
                    <a:pt x="32257" y="17080"/>
                    <a:pt x="32324" y="15712"/>
                    <a:pt x="31423" y="15078"/>
                  </a:cubicBezTo>
                  <a:lnTo>
                    <a:pt x="29855" y="13978"/>
                  </a:lnTo>
                  <a:cubicBezTo>
                    <a:pt x="29955" y="13878"/>
                    <a:pt x="30022" y="13744"/>
                    <a:pt x="30089" y="13644"/>
                  </a:cubicBezTo>
                  <a:lnTo>
                    <a:pt x="33691" y="13411"/>
                  </a:lnTo>
                  <a:cubicBezTo>
                    <a:pt x="34558" y="13344"/>
                    <a:pt x="35192" y="12643"/>
                    <a:pt x="35226" y="11809"/>
                  </a:cubicBezTo>
                  <a:lnTo>
                    <a:pt x="35226" y="9608"/>
                  </a:lnTo>
                  <a:cubicBezTo>
                    <a:pt x="35226" y="8741"/>
                    <a:pt x="34558" y="8007"/>
                    <a:pt x="33691" y="7973"/>
                  </a:cubicBezTo>
                  <a:lnTo>
                    <a:pt x="30089" y="7740"/>
                  </a:lnTo>
                  <a:cubicBezTo>
                    <a:pt x="30022" y="7606"/>
                    <a:pt x="29955" y="7506"/>
                    <a:pt x="29888" y="7406"/>
                  </a:cubicBezTo>
                  <a:lnTo>
                    <a:pt x="31456" y="6305"/>
                  </a:lnTo>
                  <a:cubicBezTo>
                    <a:pt x="32357" y="5672"/>
                    <a:pt x="32290" y="4304"/>
                    <a:pt x="31323" y="3804"/>
                  </a:cubicBezTo>
                  <a:lnTo>
                    <a:pt x="28354" y="2069"/>
                  </a:lnTo>
                  <a:cubicBezTo>
                    <a:pt x="28054" y="1902"/>
                    <a:pt x="27720" y="1836"/>
                    <a:pt x="27353" y="1836"/>
                  </a:cubicBezTo>
                  <a:cubicBezTo>
                    <a:pt x="27086" y="1836"/>
                    <a:pt x="26786" y="1869"/>
                    <a:pt x="26519" y="2002"/>
                  </a:cubicBezTo>
                  <a:lnTo>
                    <a:pt x="23651" y="3337"/>
                  </a:lnTo>
                  <a:cubicBezTo>
                    <a:pt x="23017" y="3137"/>
                    <a:pt x="22383" y="3003"/>
                    <a:pt x="21749" y="2870"/>
                  </a:cubicBezTo>
                  <a:lnTo>
                    <a:pt x="21482" y="1369"/>
                  </a:lnTo>
                  <a:cubicBezTo>
                    <a:pt x="21316" y="568"/>
                    <a:pt x="20615" y="1"/>
                    <a:pt x="19815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7623854" y="1032752"/>
              <a:ext cx="504504" cy="331027"/>
            </a:xfrm>
            <a:custGeom>
              <a:avLst/>
              <a:gdLst/>
              <a:ahLst/>
              <a:cxnLst/>
              <a:rect l="l" t="t" r="r" b="b"/>
              <a:pathLst>
                <a:path w="32691" h="21450" extrusionOk="0">
                  <a:moveTo>
                    <a:pt x="16345" y="7039"/>
                  </a:moveTo>
                  <a:cubicBezTo>
                    <a:pt x="18155" y="7039"/>
                    <a:pt x="19964" y="7439"/>
                    <a:pt x="21349" y="8240"/>
                  </a:cubicBezTo>
                  <a:cubicBezTo>
                    <a:pt x="22183" y="8640"/>
                    <a:pt x="22883" y="9307"/>
                    <a:pt x="23317" y="10141"/>
                  </a:cubicBezTo>
                  <a:cubicBezTo>
                    <a:pt x="23083" y="10942"/>
                    <a:pt x="22416" y="11709"/>
                    <a:pt x="21349" y="12343"/>
                  </a:cubicBezTo>
                  <a:cubicBezTo>
                    <a:pt x="19964" y="13143"/>
                    <a:pt x="18155" y="13544"/>
                    <a:pt x="16345" y="13544"/>
                  </a:cubicBezTo>
                  <a:cubicBezTo>
                    <a:pt x="14535" y="13544"/>
                    <a:pt x="12726" y="13143"/>
                    <a:pt x="11341" y="12343"/>
                  </a:cubicBezTo>
                  <a:cubicBezTo>
                    <a:pt x="10474" y="11909"/>
                    <a:pt x="9807" y="11175"/>
                    <a:pt x="9407" y="10275"/>
                  </a:cubicBezTo>
                  <a:cubicBezTo>
                    <a:pt x="9640" y="9574"/>
                    <a:pt x="10241" y="8874"/>
                    <a:pt x="11341" y="8240"/>
                  </a:cubicBezTo>
                  <a:cubicBezTo>
                    <a:pt x="12726" y="7439"/>
                    <a:pt x="14535" y="7039"/>
                    <a:pt x="16345" y="7039"/>
                  </a:cubicBezTo>
                  <a:close/>
                  <a:moveTo>
                    <a:pt x="14177" y="1"/>
                  </a:moveTo>
                  <a:cubicBezTo>
                    <a:pt x="13943" y="1"/>
                    <a:pt x="13777" y="167"/>
                    <a:pt x="13743" y="368"/>
                  </a:cubicBezTo>
                  <a:lnTo>
                    <a:pt x="13343" y="2336"/>
                  </a:lnTo>
                  <a:cubicBezTo>
                    <a:pt x="13310" y="2569"/>
                    <a:pt x="13143" y="2703"/>
                    <a:pt x="12943" y="2769"/>
                  </a:cubicBezTo>
                  <a:cubicBezTo>
                    <a:pt x="12142" y="2903"/>
                    <a:pt x="11375" y="3070"/>
                    <a:pt x="10608" y="3336"/>
                  </a:cubicBezTo>
                  <a:cubicBezTo>
                    <a:pt x="10522" y="3349"/>
                    <a:pt x="10437" y="3356"/>
                    <a:pt x="10353" y="3356"/>
                  </a:cubicBezTo>
                  <a:cubicBezTo>
                    <a:pt x="10208" y="3356"/>
                    <a:pt x="10067" y="3333"/>
                    <a:pt x="9940" y="3270"/>
                  </a:cubicBezTo>
                  <a:lnTo>
                    <a:pt x="6938" y="1902"/>
                  </a:lnTo>
                  <a:cubicBezTo>
                    <a:pt x="6830" y="1856"/>
                    <a:pt x="6722" y="1831"/>
                    <a:pt x="6617" y="1831"/>
                  </a:cubicBezTo>
                  <a:cubicBezTo>
                    <a:pt x="6495" y="1831"/>
                    <a:pt x="6378" y="1864"/>
                    <a:pt x="6271" y="1935"/>
                  </a:cubicBezTo>
                  <a:lnTo>
                    <a:pt x="3302" y="3637"/>
                  </a:lnTo>
                  <a:cubicBezTo>
                    <a:pt x="3236" y="3670"/>
                    <a:pt x="3169" y="3737"/>
                    <a:pt x="3169" y="3837"/>
                  </a:cubicBezTo>
                  <a:lnTo>
                    <a:pt x="3169" y="6405"/>
                  </a:lnTo>
                  <a:cubicBezTo>
                    <a:pt x="3169" y="6472"/>
                    <a:pt x="3236" y="6539"/>
                    <a:pt x="3302" y="6605"/>
                  </a:cubicBezTo>
                  <a:lnTo>
                    <a:pt x="4637" y="7573"/>
                  </a:lnTo>
                  <a:cubicBezTo>
                    <a:pt x="4570" y="7639"/>
                    <a:pt x="4437" y="7706"/>
                    <a:pt x="4303" y="7706"/>
                  </a:cubicBezTo>
                  <a:lnTo>
                    <a:pt x="367" y="7973"/>
                  </a:lnTo>
                  <a:cubicBezTo>
                    <a:pt x="167" y="7973"/>
                    <a:pt x="33" y="8140"/>
                    <a:pt x="0" y="8340"/>
                  </a:cubicBezTo>
                  <a:lnTo>
                    <a:pt x="0" y="10008"/>
                  </a:lnTo>
                  <a:lnTo>
                    <a:pt x="0" y="13110"/>
                  </a:lnTo>
                  <a:cubicBezTo>
                    <a:pt x="33" y="13310"/>
                    <a:pt x="167" y="13477"/>
                    <a:pt x="367" y="13510"/>
                  </a:cubicBezTo>
                  <a:lnTo>
                    <a:pt x="4303" y="13744"/>
                  </a:lnTo>
                  <a:cubicBezTo>
                    <a:pt x="4437" y="13744"/>
                    <a:pt x="4570" y="13811"/>
                    <a:pt x="4670" y="13877"/>
                  </a:cubicBezTo>
                  <a:lnTo>
                    <a:pt x="3302" y="14878"/>
                  </a:lnTo>
                  <a:cubicBezTo>
                    <a:pt x="3236" y="14911"/>
                    <a:pt x="3202" y="14978"/>
                    <a:pt x="3202" y="15078"/>
                  </a:cubicBezTo>
                  <a:lnTo>
                    <a:pt x="3202" y="17647"/>
                  </a:lnTo>
                  <a:cubicBezTo>
                    <a:pt x="3202" y="17713"/>
                    <a:pt x="3236" y="17780"/>
                    <a:pt x="3336" y="17847"/>
                  </a:cubicBezTo>
                  <a:lnTo>
                    <a:pt x="6271" y="19548"/>
                  </a:lnTo>
                  <a:cubicBezTo>
                    <a:pt x="6400" y="19603"/>
                    <a:pt x="6528" y="19628"/>
                    <a:pt x="6651" y="19628"/>
                  </a:cubicBezTo>
                  <a:cubicBezTo>
                    <a:pt x="6752" y="19628"/>
                    <a:pt x="6848" y="19611"/>
                    <a:pt x="6938" y="19581"/>
                  </a:cubicBezTo>
                  <a:lnTo>
                    <a:pt x="9940" y="18180"/>
                  </a:lnTo>
                  <a:cubicBezTo>
                    <a:pt x="10069" y="18125"/>
                    <a:pt x="10198" y="18100"/>
                    <a:pt x="10321" y="18100"/>
                  </a:cubicBezTo>
                  <a:cubicBezTo>
                    <a:pt x="10421" y="18100"/>
                    <a:pt x="10518" y="18117"/>
                    <a:pt x="10608" y="18147"/>
                  </a:cubicBezTo>
                  <a:cubicBezTo>
                    <a:pt x="11375" y="18380"/>
                    <a:pt x="12175" y="18547"/>
                    <a:pt x="12943" y="18681"/>
                  </a:cubicBezTo>
                  <a:cubicBezTo>
                    <a:pt x="13143" y="18747"/>
                    <a:pt x="13310" y="18914"/>
                    <a:pt x="13376" y="19114"/>
                  </a:cubicBezTo>
                  <a:lnTo>
                    <a:pt x="13743" y="21082"/>
                  </a:lnTo>
                  <a:cubicBezTo>
                    <a:pt x="13777" y="21283"/>
                    <a:pt x="13977" y="21449"/>
                    <a:pt x="14177" y="21449"/>
                  </a:cubicBezTo>
                  <a:lnTo>
                    <a:pt x="18513" y="21449"/>
                  </a:lnTo>
                  <a:cubicBezTo>
                    <a:pt x="18747" y="21416"/>
                    <a:pt x="18914" y="21283"/>
                    <a:pt x="18947" y="21082"/>
                  </a:cubicBezTo>
                  <a:lnTo>
                    <a:pt x="19314" y="19114"/>
                  </a:lnTo>
                  <a:cubicBezTo>
                    <a:pt x="19381" y="18914"/>
                    <a:pt x="19547" y="18747"/>
                    <a:pt x="19747" y="18681"/>
                  </a:cubicBezTo>
                  <a:cubicBezTo>
                    <a:pt x="20515" y="18547"/>
                    <a:pt x="21315" y="18380"/>
                    <a:pt x="22082" y="18147"/>
                  </a:cubicBezTo>
                  <a:cubicBezTo>
                    <a:pt x="22172" y="18117"/>
                    <a:pt x="22276" y="18100"/>
                    <a:pt x="22381" y="18100"/>
                  </a:cubicBezTo>
                  <a:cubicBezTo>
                    <a:pt x="22509" y="18100"/>
                    <a:pt x="22639" y="18125"/>
                    <a:pt x="22750" y="18180"/>
                  </a:cubicBezTo>
                  <a:lnTo>
                    <a:pt x="25752" y="19581"/>
                  </a:lnTo>
                  <a:cubicBezTo>
                    <a:pt x="25842" y="19611"/>
                    <a:pt x="25945" y="19628"/>
                    <a:pt x="26050" y="19628"/>
                  </a:cubicBezTo>
                  <a:cubicBezTo>
                    <a:pt x="26178" y="19628"/>
                    <a:pt x="26309" y="19603"/>
                    <a:pt x="26419" y="19548"/>
                  </a:cubicBezTo>
                  <a:lnTo>
                    <a:pt x="29354" y="17847"/>
                  </a:lnTo>
                  <a:cubicBezTo>
                    <a:pt x="29454" y="17780"/>
                    <a:pt x="29488" y="17713"/>
                    <a:pt x="29521" y="17647"/>
                  </a:cubicBezTo>
                  <a:lnTo>
                    <a:pt x="29521" y="15045"/>
                  </a:lnTo>
                  <a:cubicBezTo>
                    <a:pt x="29488" y="14978"/>
                    <a:pt x="29454" y="14911"/>
                    <a:pt x="29388" y="14845"/>
                  </a:cubicBezTo>
                  <a:lnTo>
                    <a:pt x="28053" y="13877"/>
                  </a:lnTo>
                  <a:cubicBezTo>
                    <a:pt x="28153" y="13811"/>
                    <a:pt x="28254" y="13744"/>
                    <a:pt x="28387" y="13744"/>
                  </a:cubicBezTo>
                  <a:lnTo>
                    <a:pt x="32323" y="13477"/>
                  </a:lnTo>
                  <a:cubicBezTo>
                    <a:pt x="32523" y="13477"/>
                    <a:pt x="32690" y="13310"/>
                    <a:pt x="32690" y="13110"/>
                  </a:cubicBezTo>
                  <a:lnTo>
                    <a:pt x="32690" y="8340"/>
                  </a:lnTo>
                  <a:cubicBezTo>
                    <a:pt x="32690" y="8140"/>
                    <a:pt x="32523" y="7973"/>
                    <a:pt x="32323" y="7973"/>
                  </a:cubicBezTo>
                  <a:lnTo>
                    <a:pt x="28387" y="7706"/>
                  </a:lnTo>
                  <a:cubicBezTo>
                    <a:pt x="28254" y="7706"/>
                    <a:pt x="28153" y="7639"/>
                    <a:pt x="28053" y="7573"/>
                  </a:cubicBezTo>
                  <a:lnTo>
                    <a:pt x="29388" y="6605"/>
                  </a:lnTo>
                  <a:cubicBezTo>
                    <a:pt x="29454" y="6539"/>
                    <a:pt x="29521" y="6472"/>
                    <a:pt x="29521" y="6405"/>
                  </a:cubicBezTo>
                  <a:lnTo>
                    <a:pt x="29521" y="3837"/>
                  </a:lnTo>
                  <a:cubicBezTo>
                    <a:pt x="29521" y="3737"/>
                    <a:pt x="29454" y="3670"/>
                    <a:pt x="29388" y="3637"/>
                  </a:cubicBezTo>
                  <a:lnTo>
                    <a:pt x="26419" y="1935"/>
                  </a:lnTo>
                  <a:cubicBezTo>
                    <a:pt x="26312" y="1864"/>
                    <a:pt x="26195" y="1831"/>
                    <a:pt x="26079" y="1831"/>
                  </a:cubicBezTo>
                  <a:cubicBezTo>
                    <a:pt x="25978" y="1831"/>
                    <a:pt x="25878" y="1856"/>
                    <a:pt x="25785" y="1902"/>
                  </a:cubicBezTo>
                  <a:lnTo>
                    <a:pt x="22783" y="3270"/>
                  </a:lnTo>
                  <a:cubicBezTo>
                    <a:pt x="22635" y="3333"/>
                    <a:pt x="22487" y="3356"/>
                    <a:pt x="22339" y="3356"/>
                  </a:cubicBezTo>
                  <a:cubicBezTo>
                    <a:pt x="22253" y="3356"/>
                    <a:pt x="22168" y="3349"/>
                    <a:pt x="22082" y="3336"/>
                  </a:cubicBezTo>
                  <a:cubicBezTo>
                    <a:pt x="21315" y="3070"/>
                    <a:pt x="20548" y="2903"/>
                    <a:pt x="19747" y="2769"/>
                  </a:cubicBezTo>
                  <a:cubicBezTo>
                    <a:pt x="19547" y="2703"/>
                    <a:pt x="19381" y="2569"/>
                    <a:pt x="19347" y="2336"/>
                  </a:cubicBezTo>
                  <a:lnTo>
                    <a:pt x="18980" y="368"/>
                  </a:lnTo>
                  <a:cubicBezTo>
                    <a:pt x="18914" y="167"/>
                    <a:pt x="18747" y="1"/>
                    <a:pt x="1851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7623854" y="1032752"/>
              <a:ext cx="504504" cy="331027"/>
            </a:xfrm>
            <a:custGeom>
              <a:avLst/>
              <a:gdLst/>
              <a:ahLst/>
              <a:cxnLst/>
              <a:rect l="l" t="t" r="r" b="b"/>
              <a:pathLst>
                <a:path w="32691" h="21450" extrusionOk="0">
                  <a:moveTo>
                    <a:pt x="16345" y="7039"/>
                  </a:moveTo>
                  <a:cubicBezTo>
                    <a:pt x="18155" y="7039"/>
                    <a:pt x="19964" y="7439"/>
                    <a:pt x="21349" y="8240"/>
                  </a:cubicBezTo>
                  <a:cubicBezTo>
                    <a:pt x="22183" y="8640"/>
                    <a:pt x="22883" y="9307"/>
                    <a:pt x="23317" y="10141"/>
                  </a:cubicBezTo>
                  <a:cubicBezTo>
                    <a:pt x="23083" y="10942"/>
                    <a:pt x="22416" y="11709"/>
                    <a:pt x="21349" y="12343"/>
                  </a:cubicBezTo>
                  <a:cubicBezTo>
                    <a:pt x="19964" y="13143"/>
                    <a:pt x="18155" y="13544"/>
                    <a:pt x="16345" y="13544"/>
                  </a:cubicBezTo>
                  <a:cubicBezTo>
                    <a:pt x="14535" y="13544"/>
                    <a:pt x="12726" y="13143"/>
                    <a:pt x="11341" y="12343"/>
                  </a:cubicBezTo>
                  <a:cubicBezTo>
                    <a:pt x="10474" y="11909"/>
                    <a:pt x="9807" y="11175"/>
                    <a:pt x="9407" y="10275"/>
                  </a:cubicBezTo>
                  <a:cubicBezTo>
                    <a:pt x="9640" y="9574"/>
                    <a:pt x="10241" y="8874"/>
                    <a:pt x="11341" y="8240"/>
                  </a:cubicBezTo>
                  <a:cubicBezTo>
                    <a:pt x="12726" y="7439"/>
                    <a:pt x="14535" y="7039"/>
                    <a:pt x="16345" y="7039"/>
                  </a:cubicBezTo>
                  <a:close/>
                  <a:moveTo>
                    <a:pt x="14177" y="1"/>
                  </a:moveTo>
                  <a:cubicBezTo>
                    <a:pt x="13943" y="1"/>
                    <a:pt x="13777" y="167"/>
                    <a:pt x="13743" y="368"/>
                  </a:cubicBezTo>
                  <a:lnTo>
                    <a:pt x="13343" y="2336"/>
                  </a:lnTo>
                  <a:cubicBezTo>
                    <a:pt x="13310" y="2569"/>
                    <a:pt x="13143" y="2703"/>
                    <a:pt x="12943" y="2769"/>
                  </a:cubicBezTo>
                  <a:cubicBezTo>
                    <a:pt x="12142" y="2903"/>
                    <a:pt x="11375" y="3070"/>
                    <a:pt x="10608" y="3336"/>
                  </a:cubicBezTo>
                  <a:cubicBezTo>
                    <a:pt x="10522" y="3349"/>
                    <a:pt x="10437" y="3356"/>
                    <a:pt x="10353" y="3356"/>
                  </a:cubicBezTo>
                  <a:cubicBezTo>
                    <a:pt x="10208" y="3356"/>
                    <a:pt x="10067" y="3333"/>
                    <a:pt x="9940" y="3270"/>
                  </a:cubicBezTo>
                  <a:lnTo>
                    <a:pt x="6938" y="1902"/>
                  </a:lnTo>
                  <a:cubicBezTo>
                    <a:pt x="6830" y="1856"/>
                    <a:pt x="6722" y="1831"/>
                    <a:pt x="6617" y="1831"/>
                  </a:cubicBezTo>
                  <a:cubicBezTo>
                    <a:pt x="6495" y="1831"/>
                    <a:pt x="6378" y="1864"/>
                    <a:pt x="6271" y="1935"/>
                  </a:cubicBezTo>
                  <a:lnTo>
                    <a:pt x="3302" y="3637"/>
                  </a:lnTo>
                  <a:cubicBezTo>
                    <a:pt x="3236" y="3670"/>
                    <a:pt x="3169" y="3737"/>
                    <a:pt x="3169" y="3837"/>
                  </a:cubicBezTo>
                  <a:lnTo>
                    <a:pt x="3169" y="6405"/>
                  </a:lnTo>
                  <a:cubicBezTo>
                    <a:pt x="3169" y="6472"/>
                    <a:pt x="3236" y="6539"/>
                    <a:pt x="3302" y="6605"/>
                  </a:cubicBezTo>
                  <a:lnTo>
                    <a:pt x="4637" y="7573"/>
                  </a:lnTo>
                  <a:cubicBezTo>
                    <a:pt x="4570" y="7639"/>
                    <a:pt x="4437" y="7706"/>
                    <a:pt x="4303" y="7706"/>
                  </a:cubicBezTo>
                  <a:lnTo>
                    <a:pt x="367" y="7973"/>
                  </a:lnTo>
                  <a:cubicBezTo>
                    <a:pt x="167" y="7973"/>
                    <a:pt x="33" y="8140"/>
                    <a:pt x="0" y="8340"/>
                  </a:cubicBezTo>
                  <a:lnTo>
                    <a:pt x="0" y="10008"/>
                  </a:lnTo>
                  <a:lnTo>
                    <a:pt x="0" y="13110"/>
                  </a:lnTo>
                  <a:cubicBezTo>
                    <a:pt x="33" y="13310"/>
                    <a:pt x="167" y="13477"/>
                    <a:pt x="367" y="13510"/>
                  </a:cubicBezTo>
                  <a:lnTo>
                    <a:pt x="4303" y="13744"/>
                  </a:lnTo>
                  <a:cubicBezTo>
                    <a:pt x="4437" y="13744"/>
                    <a:pt x="4570" y="13811"/>
                    <a:pt x="4670" y="13877"/>
                  </a:cubicBezTo>
                  <a:lnTo>
                    <a:pt x="3302" y="14878"/>
                  </a:lnTo>
                  <a:cubicBezTo>
                    <a:pt x="3236" y="14911"/>
                    <a:pt x="3202" y="14978"/>
                    <a:pt x="3202" y="15078"/>
                  </a:cubicBezTo>
                  <a:lnTo>
                    <a:pt x="3202" y="17647"/>
                  </a:lnTo>
                  <a:cubicBezTo>
                    <a:pt x="3202" y="17713"/>
                    <a:pt x="3236" y="17780"/>
                    <a:pt x="3336" y="17847"/>
                  </a:cubicBezTo>
                  <a:lnTo>
                    <a:pt x="6271" y="19548"/>
                  </a:lnTo>
                  <a:cubicBezTo>
                    <a:pt x="6400" y="19603"/>
                    <a:pt x="6528" y="19628"/>
                    <a:pt x="6651" y="19628"/>
                  </a:cubicBezTo>
                  <a:cubicBezTo>
                    <a:pt x="6752" y="19628"/>
                    <a:pt x="6848" y="19611"/>
                    <a:pt x="6938" y="19581"/>
                  </a:cubicBezTo>
                  <a:lnTo>
                    <a:pt x="9940" y="18180"/>
                  </a:lnTo>
                  <a:cubicBezTo>
                    <a:pt x="10069" y="18125"/>
                    <a:pt x="10198" y="18100"/>
                    <a:pt x="10321" y="18100"/>
                  </a:cubicBezTo>
                  <a:cubicBezTo>
                    <a:pt x="10421" y="18100"/>
                    <a:pt x="10518" y="18117"/>
                    <a:pt x="10608" y="18147"/>
                  </a:cubicBezTo>
                  <a:cubicBezTo>
                    <a:pt x="11375" y="18380"/>
                    <a:pt x="12175" y="18547"/>
                    <a:pt x="12943" y="18681"/>
                  </a:cubicBezTo>
                  <a:cubicBezTo>
                    <a:pt x="13143" y="18747"/>
                    <a:pt x="13310" y="18914"/>
                    <a:pt x="13376" y="19114"/>
                  </a:cubicBezTo>
                  <a:lnTo>
                    <a:pt x="13743" y="21082"/>
                  </a:lnTo>
                  <a:cubicBezTo>
                    <a:pt x="13777" y="21283"/>
                    <a:pt x="13977" y="21449"/>
                    <a:pt x="14177" y="21449"/>
                  </a:cubicBezTo>
                  <a:lnTo>
                    <a:pt x="18513" y="21449"/>
                  </a:lnTo>
                  <a:cubicBezTo>
                    <a:pt x="18747" y="21416"/>
                    <a:pt x="18914" y="21283"/>
                    <a:pt x="18947" y="21082"/>
                  </a:cubicBezTo>
                  <a:lnTo>
                    <a:pt x="19314" y="19114"/>
                  </a:lnTo>
                  <a:cubicBezTo>
                    <a:pt x="19381" y="18914"/>
                    <a:pt x="19547" y="18747"/>
                    <a:pt x="19747" y="18681"/>
                  </a:cubicBezTo>
                  <a:cubicBezTo>
                    <a:pt x="20515" y="18547"/>
                    <a:pt x="21315" y="18380"/>
                    <a:pt x="22082" y="18147"/>
                  </a:cubicBezTo>
                  <a:cubicBezTo>
                    <a:pt x="22172" y="18117"/>
                    <a:pt x="22276" y="18100"/>
                    <a:pt x="22381" y="18100"/>
                  </a:cubicBezTo>
                  <a:cubicBezTo>
                    <a:pt x="22509" y="18100"/>
                    <a:pt x="22639" y="18125"/>
                    <a:pt x="22750" y="18180"/>
                  </a:cubicBezTo>
                  <a:lnTo>
                    <a:pt x="25752" y="19581"/>
                  </a:lnTo>
                  <a:cubicBezTo>
                    <a:pt x="25842" y="19611"/>
                    <a:pt x="25945" y="19628"/>
                    <a:pt x="26050" y="19628"/>
                  </a:cubicBezTo>
                  <a:cubicBezTo>
                    <a:pt x="26178" y="19628"/>
                    <a:pt x="26309" y="19603"/>
                    <a:pt x="26419" y="19548"/>
                  </a:cubicBezTo>
                  <a:lnTo>
                    <a:pt x="29354" y="17847"/>
                  </a:lnTo>
                  <a:cubicBezTo>
                    <a:pt x="29454" y="17780"/>
                    <a:pt x="29488" y="17713"/>
                    <a:pt x="29521" y="17647"/>
                  </a:cubicBezTo>
                  <a:lnTo>
                    <a:pt x="29521" y="15045"/>
                  </a:lnTo>
                  <a:cubicBezTo>
                    <a:pt x="29488" y="14978"/>
                    <a:pt x="29454" y="14911"/>
                    <a:pt x="29388" y="14845"/>
                  </a:cubicBezTo>
                  <a:lnTo>
                    <a:pt x="28053" y="13877"/>
                  </a:lnTo>
                  <a:cubicBezTo>
                    <a:pt x="28153" y="13811"/>
                    <a:pt x="28254" y="13744"/>
                    <a:pt x="28387" y="13744"/>
                  </a:cubicBezTo>
                  <a:lnTo>
                    <a:pt x="32323" y="13477"/>
                  </a:lnTo>
                  <a:cubicBezTo>
                    <a:pt x="32523" y="13477"/>
                    <a:pt x="32690" y="13310"/>
                    <a:pt x="32690" y="13110"/>
                  </a:cubicBezTo>
                  <a:lnTo>
                    <a:pt x="32690" y="8340"/>
                  </a:lnTo>
                  <a:cubicBezTo>
                    <a:pt x="32690" y="8140"/>
                    <a:pt x="32523" y="7973"/>
                    <a:pt x="32323" y="7973"/>
                  </a:cubicBezTo>
                  <a:lnTo>
                    <a:pt x="28387" y="7706"/>
                  </a:lnTo>
                  <a:cubicBezTo>
                    <a:pt x="28254" y="7706"/>
                    <a:pt x="28153" y="7639"/>
                    <a:pt x="28053" y="7573"/>
                  </a:cubicBezTo>
                  <a:lnTo>
                    <a:pt x="29388" y="6605"/>
                  </a:lnTo>
                  <a:cubicBezTo>
                    <a:pt x="29454" y="6539"/>
                    <a:pt x="29521" y="6472"/>
                    <a:pt x="29521" y="6405"/>
                  </a:cubicBezTo>
                  <a:lnTo>
                    <a:pt x="29521" y="3837"/>
                  </a:lnTo>
                  <a:cubicBezTo>
                    <a:pt x="29521" y="3737"/>
                    <a:pt x="29454" y="3670"/>
                    <a:pt x="29388" y="3637"/>
                  </a:cubicBezTo>
                  <a:lnTo>
                    <a:pt x="26419" y="1935"/>
                  </a:lnTo>
                  <a:cubicBezTo>
                    <a:pt x="26312" y="1864"/>
                    <a:pt x="26195" y="1831"/>
                    <a:pt x="26079" y="1831"/>
                  </a:cubicBezTo>
                  <a:cubicBezTo>
                    <a:pt x="25978" y="1831"/>
                    <a:pt x="25878" y="1856"/>
                    <a:pt x="25785" y="1902"/>
                  </a:cubicBezTo>
                  <a:lnTo>
                    <a:pt x="22783" y="3270"/>
                  </a:lnTo>
                  <a:cubicBezTo>
                    <a:pt x="22635" y="3333"/>
                    <a:pt x="22487" y="3356"/>
                    <a:pt x="22339" y="3356"/>
                  </a:cubicBezTo>
                  <a:cubicBezTo>
                    <a:pt x="22253" y="3356"/>
                    <a:pt x="22168" y="3349"/>
                    <a:pt x="22082" y="3336"/>
                  </a:cubicBezTo>
                  <a:cubicBezTo>
                    <a:pt x="21315" y="3070"/>
                    <a:pt x="20548" y="2903"/>
                    <a:pt x="19747" y="2769"/>
                  </a:cubicBezTo>
                  <a:cubicBezTo>
                    <a:pt x="19547" y="2703"/>
                    <a:pt x="19381" y="2569"/>
                    <a:pt x="19347" y="2336"/>
                  </a:cubicBezTo>
                  <a:lnTo>
                    <a:pt x="18980" y="368"/>
                  </a:lnTo>
                  <a:cubicBezTo>
                    <a:pt x="18914" y="167"/>
                    <a:pt x="18747" y="1"/>
                    <a:pt x="18513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7726291" y="1092982"/>
              <a:ext cx="402063" cy="271303"/>
            </a:xfrm>
            <a:custGeom>
              <a:avLst/>
              <a:gdLst/>
              <a:ahLst/>
              <a:cxnLst/>
              <a:rect l="l" t="t" r="r" b="b"/>
              <a:pathLst>
                <a:path w="26053" h="17580" extrusionOk="0">
                  <a:moveTo>
                    <a:pt x="22883" y="0"/>
                  </a:moveTo>
                  <a:cubicBezTo>
                    <a:pt x="22850" y="34"/>
                    <a:pt x="22850" y="67"/>
                    <a:pt x="22816" y="67"/>
                  </a:cubicBezTo>
                  <a:cubicBezTo>
                    <a:pt x="22816" y="101"/>
                    <a:pt x="22783" y="101"/>
                    <a:pt x="22783" y="134"/>
                  </a:cubicBezTo>
                  <a:lnTo>
                    <a:pt x="20415" y="1802"/>
                  </a:lnTo>
                  <a:cubicBezTo>
                    <a:pt x="20415" y="1835"/>
                    <a:pt x="20381" y="1835"/>
                    <a:pt x="20381" y="1868"/>
                  </a:cubicBezTo>
                  <a:cubicBezTo>
                    <a:pt x="20315" y="1902"/>
                    <a:pt x="20315" y="1969"/>
                    <a:pt x="20281" y="2002"/>
                  </a:cubicBezTo>
                  <a:cubicBezTo>
                    <a:pt x="20281" y="2035"/>
                    <a:pt x="20281" y="2069"/>
                    <a:pt x="20281" y="2102"/>
                  </a:cubicBezTo>
                  <a:cubicBezTo>
                    <a:pt x="20281" y="2102"/>
                    <a:pt x="20281" y="2135"/>
                    <a:pt x="20281" y="2169"/>
                  </a:cubicBezTo>
                  <a:cubicBezTo>
                    <a:pt x="20315" y="2202"/>
                    <a:pt x="20348" y="2235"/>
                    <a:pt x="20381" y="2302"/>
                  </a:cubicBezTo>
                  <a:cubicBezTo>
                    <a:pt x="20381" y="2302"/>
                    <a:pt x="20415" y="2335"/>
                    <a:pt x="20415" y="2335"/>
                  </a:cubicBezTo>
                  <a:cubicBezTo>
                    <a:pt x="20715" y="2669"/>
                    <a:pt x="20982" y="3036"/>
                    <a:pt x="21215" y="3436"/>
                  </a:cubicBezTo>
                  <a:cubicBezTo>
                    <a:pt x="21249" y="3536"/>
                    <a:pt x="21315" y="3603"/>
                    <a:pt x="21382" y="3670"/>
                  </a:cubicBezTo>
                  <a:lnTo>
                    <a:pt x="22750" y="2702"/>
                  </a:lnTo>
                  <a:cubicBezTo>
                    <a:pt x="22816" y="2636"/>
                    <a:pt x="22850" y="2569"/>
                    <a:pt x="22883" y="2502"/>
                  </a:cubicBezTo>
                  <a:lnTo>
                    <a:pt x="22883" y="0"/>
                  </a:lnTo>
                  <a:close/>
                  <a:moveTo>
                    <a:pt x="26052" y="6705"/>
                  </a:moveTo>
                  <a:cubicBezTo>
                    <a:pt x="26019" y="6872"/>
                    <a:pt x="25885" y="7005"/>
                    <a:pt x="25685" y="7039"/>
                  </a:cubicBezTo>
                  <a:lnTo>
                    <a:pt x="21749" y="7306"/>
                  </a:lnTo>
                  <a:cubicBezTo>
                    <a:pt x="21682" y="7306"/>
                    <a:pt x="21616" y="7306"/>
                    <a:pt x="21549" y="7339"/>
                  </a:cubicBezTo>
                  <a:lnTo>
                    <a:pt x="21549" y="9908"/>
                  </a:lnTo>
                  <a:cubicBezTo>
                    <a:pt x="21616" y="9874"/>
                    <a:pt x="21682" y="9874"/>
                    <a:pt x="21749" y="9841"/>
                  </a:cubicBezTo>
                  <a:lnTo>
                    <a:pt x="25685" y="9607"/>
                  </a:lnTo>
                  <a:cubicBezTo>
                    <a:pt x="25885" y="9574"/>
                    <a:pt x="26052" y="9407"/>
                    <a:pt x="26052" y="9207"/>
                  </a:cubicBezTo>
                  <a:lnTo>
                    <a:pt x="26052" y="6705"/>
                  </a:lnTo>
                  <a:close/>
                  <a:moveTo>
                    <a:pt x="3569" y="11642"/>
                  </a:moveTo>
                  <a:cubicBezTo>
                    <a:pt x="3469" y="11642"/>
                    <a:pt x="3369" y="11675"/>
                    <a:pt x="3269" y="11709"/>
                  </a:cubicBezTo>
                  <a:lnTo>
                    <a:pt x="267" y="13110"/>
                  </a:lnTo>
                  <a:cubicBezTo>
                    <a:pt x="200" y="13143"/>
                    <a:pt x="100" y="13177"/>
                    <a:pt x="0" y="13177"/>
                  </a:cubicBezTo>
                  <a:lnTo>
                    <a:pt x="0" y="15712"/>
                  </a:lnTo>
                  <a:cubicBezTo>
                    <a:pt x="100" y="15712"/>
                    <a:pt x="167" y="15712"/>
                    <a:pt x="267" y="15678"/>
                  </a:cubicBezTo>
                  <a:lnTo>
                    <a:pt x="3269" y="14277"/>
                  </a:lnTo>
                  <a:cubicBezTo>
                    <a:pt x="3369" y="14244"/>
                    <a:pt x="3469" y="14211"/>
                    <a:pt x="3569" y="14211"/>
                  </a:cubicBezTo>
                  <a:lnTo>
                    <a:pt x="3569" y="11642"/>
                  </a:lnTo>
                  <a:close/>
                  <a:moveTo>
                    <a:pt x="22883" y="11175"/>
                  </a:moveTo>
                  <a:cubicBezTo>
                    <a:pt x="22850" y="11242"/>
                    <a:pt x="22816" y="11309"/>
                    <a:pt x="22716" y="11375"/>
                  </a:cubicBezTo>
                  <a:lnTo>
                    <a:pt x="19781" y="13076"/>
                  </a:lnTo>
                  <a:cubicBezTo>
                    <a:pt x="19659" y="13125"/>
                    <a:pt x="19555" y="13156"/>
                    <a:pt x="19442" y="13156"/>
                  </a:cubicBezTo>
                  <a:cubicBezTo>
                    <a:pt x="19401" y="13156"/>
                    <a:pt x="19359" y="13152"/>
                    <a:pt x="19314" y="13143"/>
                  </a:cubicBezTo>
                  <a:lnTo>
                    <a:pt x="19314" y="15712"/>
                  </a:lnTo>
                  <a:cubicBezTo>
                    <a:pt x="19481" y="15712"/>
                    <a:pt x="19614" y="15712"/>
                    <a:pt x="19781" y="15612"/>
                  </a:cubicBezTo>
                  <a:lnTo>
                    <a:pt x="22716" y="13910"/>
                  </a:lnTo>
                  <a:cubicBezTo>
                    <a:pt x="22816" y="13877"/>
                    <a:pt x="22850" y="13810"/>
                    <a:pt x="22883" y="13744"/>
                  </a:cubicBezTo>
                  <a:lnTo>
                    <a:pt x="22883" y="11175"/>
                  </a:lnTo>
                  <a:close/>
                  <a:moveTo>
                    <a:pt x="12242" y="14778"/>
                  </a:moveTo>
                  <a:cubicBezTo>
                    <a:pt x="12142" y="14911"/>
                    <a:pt x="12009" y="14978"/>
                    <a:pt x="11875" y="14978"/>
                  </a:cubicBezTo>
                  <a:lnTo>
                    <a:pt x="7539" y="14978"/>
                  </a:lnTo>
                  <a:cubicBezTo>
                    <a:pt x="7439" y="14978"/>
                    <a:pt x="7339" y="14944"/>
                    <a:pt x="7272" y="14878"/>
                  </a:cubicBezTo>
                  <a:lnTo>
                    <a:pt x="7272" y="17480"/>
                  </a:lnTo>
                  <a:cubicBezTo>
                    <a:pt x="7339" y="17546"/>
                    <a:pt x="7439" y="17580"/>
                    <a:pt x="7539" y="17580"/>
                  </a:cubicBezTo>
                  <a:lnTo>
                    <a:pt x="11875" y="17580"/>
                  </a:lnTo>
                  <a:cubicBezTo>
                    <a:pt x="12042" y="17580"/>
                    <a:pt x="12175" y="17480"/>
                    <a:pt x="12242" y="17346"/>
                  </a:cubicBezTo>
                  <a:lnTo>
                    <a:pt x="12242" y="14778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7726291" y="1092982"/>
              <a:ext cx="402063" cy="271303"/>
            </a:xfrm>
            <a:custGeom>
              <a:avLst/>
              <a:gdLst/>
              <a:ahLst/>
              <a:cxnLst/>
              <a:rect l="l" t="t" r="r" b="b"/>
              <a:pathLst>
                <a:path w="26053" h="17580" extrusionOk="0">
                  <a:moveTo>
                    <a:pt x="22883" y="0"/>
                  </a:moveTo>
                  <a:cubicBezTo>
                    <a:pt x="22850" y="34"/>
                    <a:pt x="22850" y="67"/>
                    <a:pt x="22816" y="67"/>
                  </a:cubicBezTo>
                  <a:cubicBezTo>
                    <a:pt x="22816" y="101"/>
                    <a:pt x="22783" y="101"/>
                    <a:pt x="22783" y="134"/>
                  </a:cubicBezTo>
                  <a:lnTo>
                    <a:pt x="20415" y="1802"/>
                  </a:lnTo>
                  <a:cubicBezTo>
                    <a:pt x="20415" y="1835"/>
                    <a:pt x="20381" y="1835"/>
                    <a:pt x="20381" y="1868"/>
                  </a:cubicBezTo>
                  <a:cubicBezTo>
                    <a:pt x="20315" y="1902"/>
                    <a:pt x="20315" y="1969"/>
                    <a:pt x="20281" y="2002"/>
                  </a:cubicBezTo>
                  <a:cubicBezTo>
                    <a:pt x="20281" y="2035"/>
                    <a:pt x="20281" y="2069"/>
                    <a:pt x="20281" y="2102"/>
                  </a:cubicBezTo>
                  <a:cubicBezTo>
                    <a:pt x="20281" y="2102"/>
                    <a:pt x="20281" y="2135"/>
                    <a:pt x="20281" y="2169"/>
                  </a:cubicBezTo>
                  <a:cubicBezTo>
                    <a:pt x="20315" y="2202"/>
                    <a:pt x="20348" y="2235"/>
                    <a:pt x="20381" y="2302"/>
                  </a:cubicBezTo>
                  <a:cubicBezTo>
                    <a:pt x="20381" y="2302"/>
                    <a:pt x="20415" y="2335"/>
                    <a:pt x="20415" y="2335"/>
                  </a:cubicBezTo>
                  <a:cubicBezTo>
                    <a:pt x="20715" y="2669"/>
                    <a:pt x="20982" y="3036"/>
                    <a:pt x="21215" y="3436"/>
                  </a:cubicBezTo>
                  <a:cubicBezTo>
                    <a:pt x="21249" y="3536"/>
                    <a:pt x="21315" y="3603"/>
                    <a:pt x="21382" y="3670"/>
                  </a:cubicBezTo>
                  <a:lnTo>
                    <a:pt x="22750" y="2702"/>
                  </a:lnTo>
                  <a:cubicBezTo>
                    <a:pt x="22816" y="2636"/>
                    <a:pt x="22850" y="2569"/>
                    <a:pt x="22883" y="2502"/>
                  </a:cubicBezTo>
                  <a:lnTo>
                    <a:pt x="22883" y="0"/>
                  </a:lnTo>
                  <a:close/>
                  <a:moveTo>
                    <a:pt x="26052" y="6705"/>
                  </a:moveTo>
                  <a:cubicBezTo>
                    <a:pt x="26019" y="6872"/>
                    <a:pt x="25885" y="7005"/>
                    <a:pt x="25685" y="7039"/>
                  </a:cubicBezTo>
                  <a:lnTo>
                    <a:pt x="21749" y="7306"/>
                  </a:lnTo>
                  <a:cubicBezTo>
                    <a:pt x="21682" y="7306"/>
                    <a:pt x="21616" y="7306"/>
                    <a:pt x="21549" y="7339"/>
                  </a:cubicBezTo>
                  <a:lnTo>
                    <a:pt x="21549" y="9908"/>
                  </a:lnTo>
                  <a:cubicBezTo>
                    <a:pt x="21616" y="9874"/>
                    <a:pt x="21682" y="9874"/>
                    <a:pt x="21749" y="9841"/>
                  </a:cubicBezTo>
                  <a:lnTo>
                    <a:pt x="25685" y="9607"/>
                  </a:lnTo>
                  <a:cubicBezTo>
                    <a:pt x="25885" y="9574"/>
                    <a:pt x="26052" y="9407"/>
                    <a:pt x="26052" y="9207"/>
                  </a:cubicBezTo>
                  <a:lnTo>
                    <a:pt x="26052" y="6705"/>
                  </a:lnTo>
                  <a:close/>
                  <a:moveTo>
                    <a:pt x="3569" y="11642"/>
                  </a:moveTo>
                  <a:cubicBezTo>
                    <a:pt x="3469" y="11642"/>
                    <a:pt x="3369" y="11675"/>
                    <a:pt x="3269" y="11709"/>
                  </a:cubicBezTo>
                  <a:lnTo>
                    <a:pt x="267" y="13110"/>
                  </a:lnTo>
                  <a:cubicBezTo>
                    <a:pt x="200" y="13143"/>
                    <a:pt x="100" y="13177"/>
                    <a:pt x="0" y="13177"/>
                  </a:cubicBezTo>
                  <a:lnTo>
                    <a:pt x="0" y="15712"/>
                  </a:lnTo>
                  <a:cubicBezTo>
                    <a:pt x="100" y="15712"/>
                    <a:pt x="167" y="15712"/>
                    <a:pt x="267" y="15678"/>
                  </a:cubicBezTo>
                  <a:lnTo>
                    <a:pt x="3269" y="14277"/>
                  </a:lnTo>
                  <a:cubicBezTo>
                    <a:pt x="3369" y="14244"/>
                    <a:pt x="3469" y="14211"/>
                    <a:pt x="3569" y="14211"/>
                  </a:cubicBezTo>
                  <a:lnTo>
                    <a:pt x="3569" y="11642"/>
                  </a:lnTo>
                  <a:close/>
                  <a:moveTo>
                    <a:pt x="22883" y="11175"/>
                  </a:moveTo>
                  <a:cubicBezTo>
                    <a:pt x="22850" y="11242"/>
                    <a:pt x="22816" y="11309"/>
                    <a:pt x="22716" y="11375"/>
                  </a:cubicBezTo>
                  <a:lnTo>
                    <a:pt x="19781" y="13076"/>
                  </a:lnTo>
                  <a:cubicBezTo>
                    <a:pt x="19659" y="13125"/>
                    <a:pt x="19555" y="13156"/>
                    <a:pt x="19442" y="13156"/>
                  </a:cubicBezTo>
                  <a:cubicBezTo>
                    <a:pt x="19401" y="13156"/>
                    <a:pt x="19359" y="13152"/>
                    <a:pt x="19314" y="13143"/>
                  </a:cubicBezTo>
                  <a:lnTo>
                    <a:pt x="19314" y="15712"/>
                  </a:lnTo>
                  <a:cubicBezTo>
                    <a:pt x="19481" y="15712"/>
                    <a:pt x="19614" y="15712"/>
                    <a:pt x="19781" y="15612"/>
                  </a:cubicBezTo>
                  <a:lnTo>
                    <a:pt x="22716" y="13910"/>
                  </a:lnTo>
                  <a:cubicBezTo>
                    <a:pt x="22816" y="13877"/>
                    <a:pt x="22850" y="13810"/>
                    <a:pt x="22883" y="13744"/>
                  </a:cubicBezTo>
                  <a:lnTo>
                    <a:pt x="22883" y="11175"/>
                  </a:lnTo>
                  <a:close/>
                  <a:moveTo>
                    <a:pt x="12242" y="14778"/>
                  </a:moveTo>
                  <a:cubicBezTo>
                    <a:pt x="12142" y="14911"/>
                    <a:pt x="12009" y="14978"/>
                    <a:pt x="11875" y="14978"/>
                  </a:cubicBezTo>
                  <a:lnTo>
                    <a:pt x="7539" y="14978"/>
                  </a:lnTo>
                  <a:cubicBezTo>
                    <a:pt x="7439" y="14978"/>
                    <a:pt x="7339" y="14944"/>
                    <a:pt x="7272" y="14878"/>
                  </a:cubicBezTo>
                  <a:lnTo>
                    <a:pt x="7272" y="17480"/>
                  </a:lnTo>
                  <a:cubicBezTo>
                    <a:pt x="7339" y="17546"/>
                    <a:pt x="7439" y="17580"/>
                    <a:pt x="7539" y="17580"/>
                  </a:cubicBezTo>
                  <a:lnTo>
                    <a:pt x="11875" y="17580"/>
                  </a:lnTo>
                  <a:cubicBezTo>
                    <a:pt x="12042" y="17580"/>
                    <a:pt x="12175" y="17480"/>
                    <a:pt x="12242" y="17346"/>
                  </a:cubicBezTo>
                  <a:lnTo>
                    <a:pt x="12242" y="147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7624363" y="1032752"/>
              <a:ext cx="503470" cy="291906"/>
            </a:xfrm>
            <a:custGeom>
              <a:avLst/>
              <a:gdLst/>
              <a:ahLst/>
              <a:cxnLst/>
              <a:rect l="l" t="t" r="r" b="b"/>
              <a:pathLst>
                <a:path w="32624" h="18915" extrusionOk="0">
                  <a:moveTo>
                    <a:pt x="16300" y="5371"/>
                  </a:moveTo>
                  <a:cubicBezTo>
                    <a:pt x="18113" y="5371"/>
                    <a:pt x="19931" y="5771"/>
                    <a:pt x="21316" y="6572"/>
                  </a:cubicBezTo>
                  <a:cubicBezTo>
                    <a:pt x="24051" y="8173"/>
                    <a:pt x="24051" y="10742"/>
                    <a:pt x="21316" y="12343"/>
                  </a:cubicBezTo>
                  <a:cubicBezTo>
                    <a:pt x="19939" y="13139"/>
                    <a:pt x="18141" y="13531"/>
                    <a:pt x="16341" y="13531"/>
                  </a:cubicBezTo>
                  <a:cubicBezTo>
                    <a:pt x="14521" y="13531"/>
                    <a:pt x="12700" y="13131"/>
                    <a:pt x="11308" y="12343"/>
                  </a:cubicBezTo>
                  <a:cubicBezTo>
                    <a:pt x="8540" y="10742"/>
                    <a:pt x="8540" y="8173"/>
                    <a:pt x="11308" y="6572"/>
                  </a:cubicBezTo>
                  <a:cubicBezTo>
                    <a:pt x="12676" y="5771"/>
                    <a:pt x="14486" y="5371"/>
                    <a:pt x="16300" y="5371"/>
                  </a:cubicBezTo>
                  <a:close/>
                  <a:moveTo>
                    <a:pt x="14144" y="1"/>
                  </a:moveTo>
                  <a:cubicBezTo>
                    <a:pt x="13910" y="1"/>
                    <a:pt x="13744" y="167"/>
                    <a:pt x="13710" y="368"/>
                  </a:cubicBezTo>
                  <a:lnTo>
                    <a:pt x="13310" y="2336"/>
                  </a:lnTo>
                  <a:cubicBezTo>
                    <a:pt x="13277" y="2569"/>
                    <a:pt x="13110" y="2703"/>
                    <a:pt x="12910" y="2769"/>
                  </a:cubicBezTo>
                  <a:cubicBezTo>
                    <a:pt x="12109" y="2903"/>
                    <a:pt x="11342" y="3070"/>
                    <a:pt x="10575" y="3336"/>
                  </a:cubicBezTo>
                  <a:cubicBezTo>
                    <a:pt x="10489" y="3349"/>
                    <a:pt x="10404" y="3356"/>
                    <a:pt x="10320" y="3356"/>
                  </a:cubicBezTo>
                  <a:cubicBezTo>
                    <a:pt x="10175" y="3356"/>
                    <a:pt x="10034" y="3333"/>
                    <a:pt x="9907" y="3270"/>
                  </a:cubicBezTo>
                  <a:lnTo>
                    <a:pt x="6905" y="1902"/>
                  </a:lnTo>
                  <a:cubicBezTo>
                    <a:pt x="6797" y="1856"/>
                    <a:pt x="6689" y="1831"/>
                    <a:pt x="6584" y="1831"/>
                  </a:cubicBezTo>
                  <a:cubicBezTo>
                    <a:pt x="6462" y="1831"/>
                    <a:pt x="6345" y="1864"/>
                    <a:pt x="6238" y="1935"/>
                  </a:cubicBezTo>
                  <a:lnTo>
                    <a:pt x="3269" y="3637"/>
                  </a:lnTo>
                  <a:cubicBezTo>
                    <a:pt x="3069" y="3703"/>
                    <a:pt x="3069" y="3970"/>
                    <a:pt x="3269" y="4037"/>
                  </a:cubicBezTo>
                  <a:lnTo>
                    <a:pt x="5638" y="5738"/>
                  </a:lnTo>
                  <a:cubicBezTo>
                    <a:pt x="5771" y="5838"/>
                    <a:pt x="5805" y="6072"/>
                    <a:pt x="5671" y="6205"/>
                  </a:cubicBezTo>
                  <a:cubicBezTo>
                    <a:pt x="5338" y="6572"/>
                    <a:pt x="5071" y="6939"/>
                    <a:pt x="4837" y="7373"/>
                  </a:cubicBezTo>
                  <a:cubicBezTo>
                    <a:pt x="4704" y="7573"/>
                    <a:pt x="4537" y="7706"/>
                    <a:pt x="4303" y="7706"/>
                  </a:cubicBezTo>
                  <a:lnTo>
                    <a:pt x="367" y="7973"/>
                  </a:lnTo>
                  <a:cubicBezTo>
                    <a:pt x="167" y="8006"/>
                    <a:pt x="0" y="8173"/>
                    <a:pt x="0" y="8373"/>
                  </a:cubicBezTo>
                  <a:lnTo>
                    <a:pt x="0" y="10542"/>
                  </a:lnTo>
                  <a:cubicBezTo>
                    <a:pt x="0" y="10742"/>
                    <a:pt x="167" y="10908"/>
                    <a:pt x="367" y="10942"/>
                  </a:cubicBezTo>
                  <a:lnTo>
                    <a:pt x="4303" y="11175"/>
                  </a:lnTo>
                  <a:cubicBezTo>
                    <a:pt x="4537" y="11209"/>
                    <a:pt x="4704" y="11342"/>
                    <a:pt x="4837" y="11542"/>
                  </a:cubicBezTo>
                  <a:cubicBezTo>
                    <a:pt x="5071" y="11943"/>
                    <a:pt x="5338" y="12343"/>
                    <a:pt x="5671" y="12710"/>
                  </a:cubicBezTo>
                  <a:cubicBezTo>
                    <a:pt x="5805" y="12843"/>
                    <a:pt x="5771" y="13077"/>
                    <a:pt x="5638" y="13177"/>
                  </a:cubicBezTo>
                  <a:lnTo>
                    <a:pt x="3269" y="14878"/>
                  </a:lnTo>
                  <a:cubicBezTo>
                    <a:pt x="3069" y="14945"/>
                    <a:pt x="3069" y="15212"/>
                    <a:pt x="3269" y="15278"/>
                  </a:cubicBezTo>
                  <a:lnTo>
                    <a:pt x="6238" y="16979"/>
                  </a:lnTo>
                  <a:cubicBezTo>
                    <a:pt x="6354" y="17038"/>
                    <a:pt x="6482" y="17073"/>
                    <a:pt x="6608" y="17073"/>
                  </a:cubicBezTo>
                  <a:cubicBezTo>
                    <a:pt x="6698" y="17073"/>
                    <a:pt x="6788" y="17055"/>
                    <a:pt x="6872" y="17013"/>
                  </a:cubicBezTo>
                  <a:lnTo>
                    <a:pt x="9874" y="15645"/>
                  </a:lnTo>
                  <a:cubicBezTo>
                    <a:pt x="10022" y="15582"/>
                    <a:pt x="10170" y="15559"/>
                    <a:pt x="10318" y="15559"/>
                  </a:cubicBezTo>
                  <a:cubicBezTo>
                    <a:pt x="10404" y="15559"/>
                    <a:pt x="10489" y="15566"/>
                    <a:pt x="10575" y="15578"/>
                  </a:cubicBezTo>
                  <a:cubicBezTo>
                    <a:pt x="11342" y="15812"/>
                    <a:pt x="12109" y="16012"/>
                    <a:pt x="12910" y="16146"/>
                  </a:cubicBezTo>
                  <a:cubicBezTo>
                    <a:pt x="13110" y="16179"/>
                    <a:pt x="13277" y="16346"/>
                    <a:pt x="13310" y="16546"/>
                  </a:cubicBezTo>
                  <a:lnTo>
                    <a:pt x="13710" y="18547"/>
                  </a:lnTo>
                  <a:cubicBezTo>
                    <a:pt x="13744" y="18747"/>
                    <a:pt x="13910" y="18881"/>
                    <a:pt x="14144" y="18914"/>
                  </a:cubicBezTo>
                  <a:lnTo>
                    <a:pt x="18480" y="18914"/>
                  </a:lnTo>
                  <a:cubicBezTo>
                    <a:pt x="18680" y="18881"/>
                    <a:pt x="18881" y="18747"/>
                    <a:pt x="18914" y="18547"/>
                  </a:cubicBezTo>
                  <a:lnTo>
                    <a:pt x="19281" y="16546"/>
                  </a:lnTo>
                  <a:cubicBezTo>
                    <a:pt x="19348" y="16346"/>
                    <a:pt x="19514" y="16179"/>
                    <a:pt x="19714" y="16146"/>
                  </a:cubicBezTo>
                  <a:cubicBezTo>
                    <a:pt x="20482" y="16012"/>
                    <a:pt x="21282" y="15812"/>
                    <a:pt x="22049" y="15578"/>
                  </a:cubicBezTo>
                  <a:cubicBezTo>
                    <a:pt x="22123" y="15566"/>
                    <a:pt x="22205" y="15559"/>
                    <a:pt x="22290" y="15559"/>
                  </a:cubicBezTo>
                  <a:cubicBezTo>
                    <a:pt x="22436" y="15559"/>
                    <a:pt x="22590" y="15582"/>
                    <a:pt x="22717" y="15645"/>
                  </a:cubicBezTo>
                  <a:lnTo>
                    <a:pt x="25719" y="17013"/>
                  </a:lnTo>
                  <a:cubicBezTo>
                    <a:pt x="25803" y="17055"/>
                    <a:pt x="25898" y="17073"/>
                    <a:pt x="25996" y="17073"/>
                  </a:cubicBezTo>
                  <a:cubicBezTo>
                    <a:pt x="26131" y="17073"/>
                    <a:pt x="26270" y="17038"/>
                    <a:pt x="26386" y="16979"/>
                  </a:cubicBezTo>
                  <a:lnTo>
                    <a:pt x="29321" y="15278"/>
                  </a:lnTo>
                  <a:cubicBezTo>
                    <a:pt x="29521" y="15212"/>
                    <a:pt x="29521" y="14945"/>
                    <a:pt x="29321" y="14878"/>
                  </a:cubicBezTo>
                  <a:lnTo>
                    <a:pt x="26986" y="13177"/>
                  </a:lnTo>
                  <a:cubicBezTo>
                    <a:pt x="26820" y="13077"/>
                    <a:pt x="26786" y="12843"/>
                    <a:pt x="26953" y="12710"/>
                  </a:cubicBezTo>
                  <a:cubicBezTo>
                    <a:pt x="27253" y="12343"/>
                    <a:pt x="27553" y="11943"/>
                    <a:pt x="27787" y="11542"/>
                  </a:cubicBezTo>
                  <a:cubicBezTo>
                    <a:pt x="27887" y="11342"/>
                    <a:pt x="28087" y="11209"/>
                    <a:pt x="28321" y="11175"/>
                  </a:cubicBezTo>
                  <a:lnTo>
                    <a:pt x="32257" y="10942"/>
                  </a:lnTo>
                  <a:cubicBezTo>
                    <a:pt x="32457" y="10908"/>
                    <a:pt x="32624" y="10742"/>
                    <a:pt x="32624" y="10542"/>
                  </a:cubicBezTo>
                  <a:lnTo>
                    <a:pt x="32624" y="8340"/>
                  </a:lnTo>
                  <a:cubicBezTo>
                    <a:pt x="32624" y="8140"/>
                    <a:pt x="32457" y="7973"/>
                    <a:pt x="32257" y="7940"/>
                  </a:cubicBezTo>
                  <a:lnTo>
                    <a:pt x="28321" y="7706"/>
                  </a:lnTo>
                  <a:cubicBezTo>
                    <a:pt x="28087" y="7673"/>
                    <a:pt x="27887" y="7539"/>
                    <a:pt x="27787" y="7339"/>
                  </a:cubicBezTo>
                  <a:cubicBezTo>
                    <a:pt x="27553" y="6939"/>
                    <a:pt x="27253" y="6539"/>
                    <a:pt x="26953" y="6172"/>
                  </a:cubicBezTo>
                  <a:cubicBezTo>
                    <a:pt x="26786" y="6038"/>
                    <a:pt x="26820" y="5805"/>
                    <a:pt x="26986" y="5705"/>
                  </a:cubicBezTo>
                  <a:lnTo>
                    <a:pt x="29321" y="4004"/>
                  </a:lnTo>
                  <a:cubicBezTo>
                    <a:pt x="29521" y="3937"/>
                    <a:pt x="29521" y="3670"/>
                    <a:pt x="29321" y="3603"/>
                  </a:cubicBezTo>
                  <a:lnTo>
                    <a:pt x="26386" y="1902"/>
                  </a:lnTo>
                  <a:cubicBezTo>
                    <a:pt x="26286" y="1852"/>
                    <a:pt x="26177" y="1827"/>
                    <a:pt x="26069" y="1827"/>
                  </a:cubicBezTo>
                  <a:cubicBezTo>
                    <a:pt x="25961" y="1827"/>
                    <a:pt x="25852" y="1852"/>
                    <a:pt x="25752" y="1902"/>
                  </a:cubicBezTo>
                  <a:lnTo>
                    <a:pt x="22750" y="3270"/>
                  </a:lnTo>
                  <a:cubicBezTo>
                    <a:pt x="22602" y="3333"/>
                    <a:pt x="22454" y="3356"/>
                    <a:pt x="22306" y="3356"/>
                  </a:cubicBezTo>
                  <a:cubicBezTo>
                    <a:pt x="22220" y="3356"/>
                    <a:pt x="22135" y="3349"/>
                    <a:pt x="22049" y="3336"/>
                  </a:cubicBezTo>
                  <a:cubicBezTo>
                    <a:pt x="21282" y="3070"/>
                    <a:pt x="20515" y="2903"/>
                    <a:pt x="19714" y="2769"/>
                  </a:cubicBezTo>
                  <a:cubicBezTo>
                    <a:pt x="19514" y="2703"/>
                    <a:pt x="19348" y="2569"/>
                    <a:pt x="19314" y="2336"/>
                  </a:cubicBezTo>
                  <a:lnTo>
                    <a:pt x="18947" y="368"/>
                  </a:lnTo>
                  <a:cubicBezTo>
                    <a:pt x="18881" y="167"/>
                    <a:pt x="18714" y="1"/>
                    <a:pt x="18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" name="Google Shape;399;p37"/>
          <p:cNvGrpSpPr/>
          <p:nvPr/>
        </p:nvGrpSpPr>
        <p:grpSpPr>
          <a:xfrm>
            <a:off x="6391151" y="959174"/>
            <a:ext cx="771802" cy="497730"/>
            <a:chOff x="6323401" y="688174"/>
            <a:chExt cx="771802" cy="497730"/>
          </a:xfrm>
        </p:grpSpPr>
        <p:sp>
          <p:nvSpPr>
            <p:cNvPr id="400" name="Google Shape;400;p37"/>
            <p:cNvSpPr/>
            <p:nvPr/>
          </p:nvSpPr>
          <p:spPr>
            <a:xfrm>
              <a:off x="6323401" y="717402"/>
              <a:ext cx="771802" cy="468502"/>
            </a:xfrm>
            <a:custGeom>
              <a:avLst/>
              <a:gdLst/>
              <a:ahLst/>
              <a:cxnLst/>
              <a:rect l="l" t="t" r="r" b="b"/>
              <a:pathLst>
                <a:path w="35226" h="21383" extrusionOk="0">
                  <a:moveTo>
                    <a:pt x="17805" y="7838"/>
                  </a:moveTo>
                  <a:cubicBezTo>
                    <a:pt x="19273" y="7838"/>
                    <a:pt x="20704" y="8203"/>
                    <a:pt x="21983" y="8874"/>
                  </a:cubicBezTo>
                  <a:cubicBezTo>
                    <a:pt x="22917" y="9441"/>
                    <a:pt x="23451" y="10075"/>
                    <a:pt x="23451" y="10675"/>
                  </a:cubicBezTo>
                  <a:cubicBezTo>
                    <a:pt x="23451" y="11309"/>
                    <a:pt x="22917" y="11943"/>
                    <a:pt x="21983" y="12477"/>
                  </a:cubicBezTo>
                  <a:cubicBezTo>
                    <a:pt x="20615" y="13160"/>
                    <a:pt x="19114" y="13502"/>
                    <a:pt x="17613" y="13502"/>
                  </a:cubicBezTo>
                  <a:cubicBezTo>
                    <a:pt x="16112" y="13502"/>
                    <a:pt x="14611" y="13160"/>
                    <a:pt x="13243" y="12477"/>
                  </a:cubicBezTo>
                  <a:cubicBezTo>
                    <a:pt x="12309" y="11943"/>
                    <a:pt x="11809" y="11276"/>
                    <a:pt x="11809" y="10675"/>
                  </a:cubicBezTo>
                  <a:cubicBezTo>
                    <a:pt x="11809" y="10075"/>
                    <a:pt x="12309" y="9408"/>
                    <a:pt x="13243" y="8874"/>
                  </a:cubicBezTo>
                  <a:cubicBezTo>
                    <a:pt x="14522" y="8203"/>
                    <a:pt x="15953" y="7838"/>
                    <a:pt x="17421" y="7838"/>
                  </a:cubicBezTo>
                  <a:cubicBezTo>
                    <a:pt x="17485" y="7838"/>
                    <a:pt x="17549" y="7838"/>
                    <a:pt x="17613" y="7840"/>
                  </a:cubicBezTo>
                  <a:cubicBezTo>
                    <a:pt x="17677" y="7838"/>
                    <a:pt x="17741" y="7838"/>
                    <a:pt x="17805" y="7838"/>
                  </a:cubicBezTo>
                  <a:close/>
                  <a:moveTo>
                    <a:pt x="15445" y="1"/>
                  </a:moveTo>
                  <a:cubicBezTo>
                    <a:pt x="14644" y="1"/>
                    <a:pt x="13944" y="568"/>
                    <a:pt x="13777" y="1369"/>
                  </a:cubicBezTo>
                  <a:lnTo>
                    <a:pt x="13510" y="2870"/>
                  </a:lnTo>
                  <a:cubicBezTo>
                    <a:pt x="12876" y="3003"/>
                    <a:pt x="12243" y="3137"/>
                    <a:pt x="11609" y="3337"/>
                  </a:cubicBezTo>
                  <a:lnTo>
                    <a:pt x="8707" y="2002"/>
                  </a:lnTo>
                  <a:cubicBezTo>
                    <a:pt x="8473" y="1869"/>
                    <a:pt x="8173" y="1836"/>
                    <a:pt x="7873" y="1836"/>
                  </a:cubicBezTo>
                  <a:cubicBezTo>
                    <a:pt x="7539" y="1836"/>
                    <a:pt x="7206" y="1902"/>
                    <a:pt x="6905" y="2069"/>
                  </a:cubicBezTo>
                  <a:lnTo>
                    <a:pt x="3937" y="3804"/>
                  </a:lnTo>
                  <a:cubicBezTo>
                    <a:pt x="2969" y="4304"/>
                    <a:pt x="2903" y="5672"/>
                    <a:pt x="3803" y="6305"/>
                  </a:cubicBezTo>
                  <a:lnTo>
                    <a:pt x="5338" y="7406"/>
                  </a:lnTo>
                  <a:cubicBezTo>
                    <a:pt x="5271" y="7506"/>
                    <a:pt x="5204" y="7606"/>
                    <a:pt x="5137" y="7706"/>
                  </a:cubicBezTo>
                  <a:lnTo>
                    <a:pt x="1535" y="7940"/>
                  </a:lnTo>
                  <a:cubicBezTo>
                    <a:pt x="668" y="8007"/>
                    <a:pt x="0" y="8707"/>
                    <a:pt x="0" y="9574"/>
                  </a:cubicBezTo>
                  <a:lnTo>
                    <a:pt x="0" y="11776"/>
                  </a:lnTo>
                  <a:cubicBezTo>
                    <a:pt x="0" y="12643"/>
                    <a:pt x="668" y="13344"/>
                    <a:pt x="1535" y="13411"/>
                  </a:cubicBezTo>
                  <a:lnTo>
                    <a:pt x="5137" y="13644"/>
                  </a:lnTo>
                  <a:cubicBezTo>
                    <a:pt x="5204" y="13744"/>
                    <a:pt x="5271" y="13878"/>
                    <a:pt x="5338" y="13978"/>
                  </a:cubicBezTo>
                  <a:lnTo>
                    <a:pt x="3803" y="15078"/>
                  </a:lnTo>
                  <a:cubicBezTo>
                    <a:pt x="2903" y="15712"/>
                    <a:pt x="2969" y="17080"/>
                    <a:pt x="3937" y="17580"/>
                  </a:cubicBezTo>
                  <a:lnTo>
                    <a:pt x="6872" y="19281"/>
                  </a:lnTo>
                  <a:cubicBezTo>
                    <a:pt x="7172" y="19448"/>
                    <a:pt x="7539" y="19548"/>
                    <a:pt x="7873" y="19548"/>
                  </a:cubicBezTo>
                  <a:cubicBezTo>
                    <a:pt x="8140" y="19548"/>
                    <a:pt x="8440" y="19482"/>
                    <a:pt x="8707" y="19381"/>
                  </a:cubicBezTo>
                  <a:lnTo>
                    <a:pt x="11609" y="18047"/>
                  </a:lnTo>
                  <a:cubicBezTo>
                    <a:pt x="12209" y="18214"/>
                    <a:pt x="12843" y="18381"/>
                    <a:pt x="13477" y="18514"/>
                  </a:cubicBezTo>
                  <a:lnTo>
                    <a:pt x="13777" y="19982"/>
                  </a:lnTo>
                  <a:cubicBezTo>
                    <a:pt x="13910" y="20782"/>
                    <a:pt x="14611" y="21350"/>
                    <a:pt x="15445" y="21383"/>
                  </a:cubicBezTo>
                  <a:lnTo>
                    <a:pt x="19781" y="21383"/>
                  </a:lnTo>
                  <a:cubicBezTo>
                    <a:pt x="20582" y="21350"/>
                    <a:pt x="21282" y="20782"/>
                    <a:pt x="21449" y="19982"/>
                  </a:cubicBezTo>
                  <a:lnTo>
                    <a:pt x="21716" y="18514"/>
                  </a:lnTo>
                  <a:cubicBezTo>
                    <a:pt x="22383" y="18381"/>
                    <a:pt x="22984" y="18214"/>
                    <a:pt x="23617" y="18047"/>
                  </a:cubicBezTo>
                  <a:lnTo>
                    <a:pt x="26519" y="19381"/>
                  </a:lnTo>
                  <a:cubicBezTo>
                    <a:pt x="26786" y="19482"/>
                    <a:pt x="27053" y="19548"/>
                    <a:pt x="27353" y="19548"/>
                  </a:cubicBezTo>
                  <a:cubicBezTo>
                    <a:pt x="27687" y="19548"/>
                    <a:pt x="28020" y="19448"/>
                    <a:pt x="28354" y="19281"/>
                  </a:cubicBezTo>
                  <a:lnTo>
                    <a:pt x="31289" y="17580"/>
                  </a:lnTo>
                  <a:cubicBezTo>
                    <a:pt x="32257" y="17080"/>
                    <a:pt x="32324" y="15712"/>
                    <a:pt x="31423" y="15078"/>
                  </a:cubicBezTo>
                  <a:lnTo>
                    <a:pt x="29855" y="13978"/>
                  </a:lnTo>
                  <a:cubicBezTo>
                    <a:pt x="29955" y="13878"/>
                    <a:pt x="30022" y="13744"/>
                    <a:pt x="30089" y="13644"/>
                  </a:cubicBezTo>
                  <a:lnTo>
                    <a:pt x="33691" y="13411"/>
                  </a:lnTo>
                  <a:cubicBezTo>
                    <a:pt x="34558" y="13344"/>
                    <a:pt x="35192" y="12643"/>
                    <a:pt x="35226" y="11809"/>
                  </a:cubicBezTo>
                  <a:lnTo>
                    <a:pt x="35226" y="9608"/>
                  </a:lnTo>
                  <a:cubicBezTo>
                    <a:pt x="35226" y="8741"/>
                    <a:pt x="34558" y="8007"/>
                    <a:pt x="33691" y="7973"/>
                  </a:cubicBezTo>
                  <a:lnTo>
                    <a:pt x="30089" y="7740"/>
                  </a:lnTo>
                  <a:cubicBezTo>
                    <a:pt x="30022" y="7606"/>
                    <a:pt x="29955" y="7506"/>
                    <a:pt x="29888" y="7406"/>
                  </a:cubicBezTo>
                  <a:lnTo>
                    <a:pt x="31456" y="6305"/>
                  </a:lnTo>
                  <a:cubicBezTo>
                    <a:pt x="32357" y="5672"/>
                    <a:pt x="32290" y="4304"/>
                    <a:pt x="31323" y="3804"/>
                  </a:cubicBezTo>
                  <a:lnTo>
                    <a:pt x="28354" y="2069"/>
                  </a:lnTo>
                  <a:cubicBezTo>
                    <a:pt x="28054" y="1902"/>
                    <a:pt x="27720" y="1836"/>
                    <a:pt x="27353" y="1836"/>
                  </a:cubicBezTo>
                  <a:cubicBezTo>
                    <a:pt x="27086" y="1836"/>
                    <a:pt x="26786" y="1869"/>
                    <a:pt x="26519" y="2002"/>
                  </a:cubicBezTo>
                  <a:lnTo>
                    <a:pt x="23651" y="3337"/>
                  </a:lnTo>
                  <a:cubicBezTo>
                    <a:pt x="23017" y="3137"/>
                    <a:pt x="22383" y="3003"/>
                    <a:pt x="21749" y="2870"/>
                  </a:cubicBezTo>
                  <a:lnTo>
                    <a:pt x="21482" y="1369"/>
                  </a:lnTo>
                  <a:cubicBezTo>
                    <a:pt x="21316" y="568"/>
                    <a:pt x="20615" y="1"/>
                    <a:pt x="19815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6351183" y="688174"/>
              <a:ext cx="716260" cy="469969"/>
            </a:xfrm>
            <a:custGeom>
              <a:avLst/>
              <a:gdLst/>
              <a:ahLst/>
              <a:cxnLst/>
              <a:rect l="l" t="t" r="r" b="b"/>
              <a:pathLst>
                <a:path w="32691" h="21450" extrusionOk="0">
                  <a:moveTo>
                    <a:pt x="16345" y="7039"/>
                  </a:moveTo>
                  <a:cubicBezTo>
                    <a:pt x="18155" y="7039"/>
                    <a:pt x="19964" y="7439"/>
                    <a:pt x="21349" y="8240"/>
                  </a:cubicBezTo>
                  <a:cubicBezTo>
                    <a:pt x="22183" y="8640"/>
                    <a:pt x="22883" y="9307"/>
                    <a:pt x="23317" y="10141"/>
                  </a:cubicBezTo>
                  <a:cubicBezTo>
                    <a:pt x="23083" y="10942"/>
                    <a:pt x="22416" y="11709"/>
                    <a:pt x="21349" y="12343"/>
                  </a:cubicBezTo>
                  <a:cubicBezTo>
                    <a:pt x="19964" y="13143"/>
                    <a:pt x="18155" y="13544"/>
                    <a:pt x="16345" y="13544"/>
                  </a:cubicBezTo>
                  <a:cubicBezTo>
                    <a:pt x="14535" y="13544"/>
                    <a:pt x="12726" y="13143"/>
                    <a:pt x="11341" y="12343"/>
                  </a:cubicBezTo>
                  <a:cubicBezTo>
                    <a:pt x="10474" y="11909"/>
                    <a:pt x="9807" y="11175"/>
                    <a:pt x="9407" y="10275"/>
                  </a:cubicBezTo>
                  <a:cubicBezTo>
                    <a:pt x="9640" y="9574"/>
                    <a:pt x="10241" y="8874"/>
                    <a:pt x="11341" y="8240"/>
                  </a:cubicBezTo>
                  <a:cubicBezTo>
                    <a:pt x="12726" y="7439"/>
                    <a:pt x="14535" y="7039"/>
                    <a:pt x="16345" y="7039"/>
                  </a:cubicBezTo>
                  <a:close/>
                  <a:moveTo>
                    <a:pt x="14177" y="1"/>
                  </a:moveTo>
                  <a:cubicBezTo>
                    <a:pt x="13943" y="1"/>
                    <a:pt x="13777" y="167"/>
                    <a:pt x="13743" y="368"/>
                  </a:cubicBezTo>
                  <a:lnTo>
                    <a:pt x="13343" y="2336"/>
                  </a:lnTo>
                  <a:cubicBezTo>
                    <a:pt x="13310" y="2569"/>
                    <a:pt x="13143" y="2703"/>
                    <a:pt x="12943" y="2769"/>
                  </a:cubicBezTo>
                  <a:cubicBezTo>
                    <a:pt x="12142" y="2903"/>
                    <a:pt x="11375" y="3070"/>
                    <a:pt x="10608" y="3336"/>
                  </a:cubicBezTo>
                  <a:cubicBezTo>
                    <a:pt x="10522" y="3349"/>
                    <a:pt x="10437" y="3356"/>
                    <a:pt x="10353" y="3356"/>
                  </a:cubicBezTo>
                  <a:cubicBezTo>
                    <a:pt x="10208" y="3356"/>
                    <a:pt x="10067" y="3333"/>
                    <a:pt x="9940" y="3270"/>
                  </a:cubicBezTo>
                  <a:lnTo>
                    <a:pt x="6938" y="1902"/>
                  </a:lnTo>
                  <a:cubicBezTo>
                    <a:pt x="6830" y="1856"/>
                    <a:pt x="6722" y="1831"/>
                    <a:pt x="6617" y="1831"/>
                  </a:cubicBezTo>
                  <a:cubicBezTo>
                    <a:pt x="6495" y="1831"/>
                    <a:pt x="6378" y="1864"/>
                    <a:pt x="6271" y="1935"/>
                  </a:cubicBezTo>
                  <a:lnTo>
                    <a:pt x="3302" y="3637"/>
                  </a:lnTo>
                  <a:cubicBezTo>
                    <a:pt x="3236" y="3670"/>
                    <a:pt x="3169" y="3737"/>
                    <a:pt x="3169" y="3837"/>
                  </a:cubicBezTo>
                  <a:lnTo>
                    <a:pt x="3169" y="6405"/>
                  </a:lnTo>
                  <a:cubicBezTo>
                    <a:pt x="3169" y="6472"/>
                    <a:pt x="3236" y="6539"/>
                    <a:pt x="3302" y="6605"/>
                  </a:cubicBezTo>
                  <a:lnTo>
                    <a:pt x="4637" y="7573"/>
                  </a:lnTo>
                  <a:cubicBezTo>
                    <a:pt x="4570" y="7639"/>
                    <a:pt x="4437" y="7706"/>
                    <a:pt x="4303" y="7706"/>
                  </a:cubicBezTo>
                  <a:lnTo>
                    <a:pt x="367" y="7973"/>
                  </a:lnTo>
                  <a:cubicBezTo>
                    <a:pt x="167" y="7973"/>
                    <a:pt x="33" y="8140"/>
                    <a:pt x="0" y="8340"/>
                  </a:cubicBezTo>
                  <a:lnTo>
                    <a:pt x="0" y="10008"/>
                  </a:lnTo>
                  <a:lnTo>
                    <a:pt x="0" y="13110"/>
                  </a:lnTo>
                  <a:cubicBezTo>
                    <a:pt x="33" y="13310"/>
                    <a:pt x="167" y="13477"/>
                    <a:pt x="367" y="13510"/>
                  </a:cubicBezTo>
                  <a:lnTo>
                    <a:pt x="4303" y="13744"/>
                  </a:lnTo>
                  <a:cubicBezTo>
                    <a:pt x="4437" y="13744"/>
                    <a:pt x="4570" y="13811"/>
                    <a:pt x="4670" y="13877"/>
                  </a:cubicBezTo>
                  <a:lnTo>
                    <a:pt x="3302" y="14878"/>
                  </a:lnTo>
                  <a:cubicBezTo>
                    <a:pt x="3236" y="14911"/>
                    <a:pt x="3202" y="14978"/>
                    <a:pt x="3202" y="15078"/>
                  </a:cubicBezTo>
                  <a:lnTo>
                    <a:pt x="3202" y="17647"/>
                  </a:lnTo>
                  <a:cubicBezTo>
                    <a:pt x="3202" y="17713"/>
                    <a:pt x="3236" y="17780"/>
                    <a:pt x="3336" y="17847"/>
                  </a:cubicBezTo>
                  <a:lnTo>
                    <a:pt x="6271" y="19548"/>
                  </a:lnTo>
                  <a:cubicBezTo>
                    <a:pt x="6400" y="19603"/>
                    <a:pt x="6528" y="19628"/>
                    <a:pt x="6651" y="19628"/>
                  </a:cubicBezTo>
                  <a:cubicBezTo>
                    <a:pt x="6752" y="19628"/>
                    <a:pt x="6848" y="19611"/>
                    <a:pt x="6938" y="19581"/>
                  </a:cubicBezTo>
                  <a:lnTo>
                    <a:pt x="9940" y="18180"/>
                  </a:lnTo>
                  <a:cubicBezTo>
                    <a:pt x="10069" y="18125"/>
                    <a:pt x="10198" y="18100"/>
                    <a:pt x="10321" y="18100"/>
                  </a:cubicBezTo>
                  <a:cubicBezTo>
                    <a:pt x="10421" y="18100"/>
                    <a:pt x="10518" y="18117"/>
                    <a:pt x="10608" y="18147"/>
                  </a:cubicBezTo>
                  <a:cubicBezTo>
                    <a:pt x="11375" y="18380"/>
                    <a:pt x="12175" y="18547"/>
                    <a:pt x="12943" y="18681"/>
                  </a:cubicBezTo>
                  <a:cubicBezTo>
                    <a:pt x="13143" y="18747"/>
                    <a:pt x="13310" y="18914"/>
                    <a:pt x="13376" y="19114"/>
                  </a:cubicBezTo>
                  <a:lnTo>
                    <a:pt x="13743" y="21082"/>
                  </a:lnTo>
                  <a:cubicBezTo>
                    <a:pt x="13777" y="21283"/>
                    <a:pt x="13977" y="21449"/>
                    <a:pt x="14177" y="21449"/>
                  </a:cubicBezTo>
                  <a:lnTo>
                    <a:pt x="18513" y="21449"/>
                  </a:lnTo>
                  <a:cubicBezTo>
                    <a:pt x="18747" y="21416"/>
                    <a:pt x="18914" y="21283"/>
                    <a:pt x="18947" y="21082"/>
                  </a:cubicBezTo>
                  <a:lnTo>
                    <a:pt x="19314" y="19114"/>
                  </a:lnTo>
                  <a:cubicBezTo>
                    <a:pt x="19381" y="18914"/>
                    <a:pt x="19547" y="18747"/>
                    <a:pt x="19747" y="18681"/>
                  </a:cubicBezTo>
                  <a:cubicBezTo>
                    <a:pt x="20515" y="18547"/>
                    <a:pt x="21315" y="18380"/>
                    <a:pt x="22082" y="18147"/>
                  </a:cubicBezTo>
                  <a:cubicBezTo>
                    <a:pt x="22172" y="18117"/>
                    <a:pt x="22276" y="18100"/>
                    <a:pt x="22381" y="18100"/>
                  </a:cubicBezTo>
                  <a:cubicBezTo>
                    <a:pt x="22509" y="18100"/>
                    <a:pt x="22639" y="18125"/>
                    <a:pt x="22750" y="18180"/>
                  </a:cubicBezTo>
                  <a:lnTo>
                    <a:pt x="25752" y="19581"/>
                  </a:lnTo>
                  <a:cubicBezTo>
                    <a:pt x="25842" y="19611"/>
                    <a:pt x="25945" y="19628"/>
                    <a:pt x="26050" y="19628"/>
                  </a:cubicBezTo>
                  <a:cubicBezTo>
                    <a:pt x="26178" y="19628"/>
                    <a:pt x="26309" y="19603"/>
                    <a:pt x="26419" y="19548"/>
                  </a:cubicBezTo>
                  <a:lnTo>
                    <a:pt x="29354" y="17847"/>
                  </a:lnTo>
                  <a:cubicBezTo>
                    <a:pt x="29454" y="17780"/>
                    <a:pt x="29488" y="17713"/>
                    <a:pt x="29521" y="17647"/>
                  </a:cubicBezTo>
                  <a:lnTo>
                    <a:pt x="29521" y="15045"/>
                  </a:lnTo>
                  <a:cubicBezTo>
                    <a:pt x="29488" y="14978"/>
                    <a:pt x="29454" y="14911"/>
                    <a:pt x="29388" y="14845"/>
                  </a:cubicBezTo>
                  <a:lnTo>
                    <a:pt x="28053" y="13877"/>
                  </a:lnTo>
                  <a:cubicBezTo>
                    <a:pt x="28153" y="13811"/>
                    <a:pt x="28254" y="13744"/>
                    <a:pt x="28387" y="13744"/>
                  </a:cubicBezTo>
                  <a:lnTo>
                    <a:pt x="32323" y="13477"/>
                  </a:lnTo>
                  <a:cubicBezTo>
                    <a:pt x="32523" y="13477"/>
                    <a:pt x="32690" y="13310"/>
                    <a:pt x="32690" y="13110"/>
                  </a:cubicBezTo>
                  <a:lnTo>
                    <a:pt x="32690" y="8340"/>
                  </a:lnTo>
                  <a:cubicBezTo>
                    <a:pt x="32690" y="8140"/>
                    <a:pt x="32523" y="7973"/>
                    <a:pt x="32323" y="7973"/>
                  </a:cubicBezTo>
                  <a:lnTo>
                    <a:pt x="28387" y="7706"/>
                  </a:lnTo>
                  <a:cubicBezTo>
                    <a:pt x="28254" y="7706"/>
                    <a:pt x="28153" y="7639"/>
                    <a:pt x="28053" y="7573"/>
                  </a:cubicBezTo>
                  <a:lnTo>
                    <a:pt x="29388" y="6605"/>
                  </a:lnTo>
                  <a:cubicBezTo>
                    <a:pt x="29454" y="6539"/>
                    <a:pt x="29521" y="6472"/>
                    <a:pt x="29521" y="6405"/>
                  </a:cubicBezTo>
                  <a:lnTo>
                    <a:pt x="29521" y="3837"/>
                  </a:lnTo>
                  <a:cubicBezTo>
                    <a:pt x="29521" y="3737"/>
                    <a:pt x="29454" y="3670"/>
                    <a:pt x="29388" y="3637"/>
                  </a:cubicBezTo>
                  <a:lnTo>
                    <a:pt x="26419" y="1935"/>
                  </a:lnTo>
                  <a:cubicBezTo>
                    <a:pt x="26312" y="1864"/>
                    <a:pt x="26195" y="1831"/>
                    <a:pt x="26079" y="1831"/>
                  </a:cubicBezTo>
                  <a:cubicBezTo>
                    <a:pt x="25978" y="1831"/>
                    <a:pt x="25878" y="1856"/>
                    <a:pt x="25785" y="1902"/>
                  </a:cubicBezTo>
                  <a:lnTo>
                    <a:pt x="22783" y="3270"/>
                  </a:lnTo>
                  <a:cubicBezTo>
                    <a:pt x="22635" y="3333"/>
                    <a:pt x="22487" y="3356"/>
                    <a:pt x="22339" y="3356"/>
                  </a:cubicBezTo>
                  <a:cubicBezTo>
                    <a:pt x="22253" y="3356"/>
                    <a:pt x="22168" y="3349"/>
                    <a:pt x="22082" y="3336"/>
                  </a:cubicBezTo>
                  <a:cubicBezTo>
                    <a:pt x="21315" y="3070"/>
                    <a:pt x="20548" y="2903"/>
                    <a:pt x="19747" y="2769"/>
                  </a:cubicBezTo>
                  <a:cubicBezTo>
                    <a:pt x="19547" y="2703"/>
                    <a:pt x="19381" y="2569"/>
                    <a:pt x="19347" y="2336"/>
                  </a:cubicBezTo>
                  <a:lnTo>
                    <a:pt x="18980" y="368"/>
                  </a:lnTo>
                  <a:cubicBezTo>
                    <a:pt x="18914" y="167"/>
                    <a:pt x="18747" y="1"/>
                    <a:pt x="1851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6351183" y="688174"/>
              <a:ext cx="716260" cy="469969"/>
            </a:xfrm>
            <a:custGeom>
              <a:avLst/>
              <a:gdLst/>
              <a:ahLst/>
              <a:cxnLst/>
              <a:rect l="l" t="t" r="r" b="b"/>
              <a:pathLst>
                <a:path w="32691" h="21450" extrusionOk="0">
                  <a:moveTo>
                    <a:pt x="16345" y="7039"/>
                  </a:moveTo>
                  <a:cubicBezTo>
                    <a:pt x="18155" y="7039"/>
                    <a:pt x="19964" y="7439"/>
                    <a:pt x="21349" y="8240"/>
                  </a:cubicBezTo>
                  <a:cubicBezTo>
                    <a:pt x="22183" y="8640"/>
                    <a:pt x="22883" y="9307"/>
                    <a:pt x="23317" y="10141"/>
                  </a:cubicBezTo>
                  <a:cubicBezTo>
                    <a:pt x="23083" y="10942"/>
                    <a:pt x="22416" y="11709"/>
                    <a:pt x="21349" y="12343"/>
                  </a:cubicBezTo>
                  <a:cubicBezTo>
                    <a:pt x="19964" y="13143"/>
                    <a:pt x="18155" y="13544"/>
                    <a:pt x="16345" y="13544"/>
                  </a:cubicBezTo>
                  <a:cubicBezTo>
                    <a:pt x="14535" y="13544"/>
                    <a:pt x="12726" y="13143"/>
                    <a:pt x="11341" y="12343"/>
                  </a:cubicBezTo>
                  <a:cubicBezTo>
                    <a:pt x="10474" y="11909"/>
                    <a:pt x="9807" y="11175"/>
                    <a:pt x="9407" y="10275"/>
                  </a:cubicBezTo>
                  <a:cubicBezTo>
                    <a:pt x="9640" y="9574"/>
                    <a:pt x="10241" y="8874"/>
                    <a:pt x="11341" y="8240"/>
                  </a:cubicBezTo>
                  <a:cubicBezTo>
                    <a:pt x="12726" y="7439"/>
                    <a:pt x="14535" y="7039"/>
                    <a:pt x="16345" y="7039"/>
                  </a:cubicBezTo>
                  <a:close/>
                  <a:moveTo>
                    <a:pt x="14177" y="1"/>
                  </a:moveTo>
                  <a:cubicBezTo>
                    <a:pt x="13943" y="1"/>
                    <a:pt x="13777" y="167"/>
                    <a:pt x="13743" y="368"/>
                  </a:cubicBezTo>
                  <a:lnTo>
                    <a:pt x="13343" y="2336"/>
                  </a:lnTo>
                  <a:cubicBezTo>
                    <a:pt x="13310" y="2569"/>
                    <a:pt x="13143" y="2703"/>
                    <a:pt x="12943" y="2769"/>
                  </a:cubicBezTo>
                  <a:cubicBezTo>
                    <a:pt x="12142" y="2903"/>
                    <a:pt x="11375" y="3070"/>
                    <a:pt x="10608" y="3336"/>
                  </a:cubicBezTo>
                  <a:cubicBezTo>
                    <a:pt x="10522" y="3349"/>
                    <a:pt x="10437" y="3356"/>
                    <a:pt x="10353" y="3356"/>
                  </a:cubicBezTo>
                  <a:cubicBezTo>
                    <a:pt x="10208" y="3356"/>
                    <a:pt x="10067" y="3333"/>
                    <a:pt x="9940" y="3270"/>
                  </a:cubicBezTo>
                  <a:lnTo>
                    <a:pt x="6938" y="1902"/>
                  </a:lnTo>
                  <a:cubicBezTo>
                    <a:pt x="6830" y="1856"/>
                    <a:pt x="6722" y="1831"/>
                    <a:pt x="6617" y="1831"/>
                  </a:cubicBezTo>
                  <a:cubicBezTo>
                    <a:pt x="6495" y="1831"/>
                    <a:pt x="6378" y="1864"/>
                    <a:pt x="6271" y="1935"/>
                  </a:cubicBezTo>
                  <a:lnTo>
                    <a:pt x="3302" y="3637"/>
                  </a:lnTo>
                  <a:cubicBezTo>
                    <a:pt x="3236" y="3670"/>
                    <a:pt x="3169" y="3737"/>
                    <a:pt x="3169" y="3837"/>
                  </a:cubicBezTo>
                  <a:lnTo>
                    <a:pt x="3169" y="6405"/>
                  </a:lnTo>
                  <a:cubicBezTo>
                    <a:pt x="3169" y="6472"/>
                    <a:pt x="3236" y="6539"/>
                    <a:pt x="3302" y="6605"/>
                  </a:cubicBezTo>
                  <a:lnTo>
                    <a:pt x="4637" y="7573"/>
                  </a:lnTo>
                  <a:cubicBezTo>
                    <a:pt x="4570" y="7639"/>
                    <a:pt x="4437" y="7706"/>
                    <a:pt x="4303" y="7706"/>
                  </a:cubicBezTo>
                  <a:lnTo>
                    <a:pt x="367" y="7973"/>
                  </a:lnTo>
                  <a:cubicBezTo>
                    <a:pt x="167" y="7973"/>
                    <a:pt x="33" y="8140"/>
                    <a:pt x="0" y="8340"/>
                  </a:cubicBezTo>
                  <a:lnTo>
                    <a:pt x="0" y="10008"/>
                  </a:lnTo>
                  <a:lnTo>
                    <a:pt x="0" y="13110"/>
                  </a:lnTo>
                  <a:cubicBezTo>
                    <a:pt x="33" y="13310"/>
                    <a:pt x="167" y="13477"/>
                    <a:pt x="367" y="13510"/>
                  </a:cubicBezTo>
                  <a:lnTo>
                    <a:pt x="4303" y="13744"/>
                  </a:lnTo>
                  <a:cubicBezTo>
                    <a:pt x="4437" y="13744"/>
                    <a:pt x="4570" y="13811"/>
                    <a:pt x="4670" y="13877"/>
                  </a:cubicBezTo>
                  <a:lnTo>
                    <a:pt x="3302" y="14878"/>
                  </a:lnTo>
                  <a:cubicBezTo>
                    <a:pt x="3236" y="14911"/>
                    <a:pt x="3202" y="14978"/>
                    <a:pt x="3202" y="15078"/>
                  </a:cubicBezTo>
                  <a:lnTo>
                    <a:pt x="3202" y="17647"/>
                  </a:lnTo>
                  <a:cubicBezTo>
                    <a:pt x="3202" y="17713"/>
                    <a:pt x="3236" y="17780"/>
                    <a:pt x="3336" y="17847"/>
                  </a:cubicBezTo>
                  <a:lnTo>
                    <a:pt x="6271" y="19548"/>
                  </a:lnTo>
                  <a:cubicBezTo>
                    <a:pt x="6400" y="19603"/>
                    <a:pt x="6528" y="19628"/>
                    <a:pt x="6651" y="19628"/>
                  </a:cubicBezTo>
                  <a:cubicBezTo>
                    <a:pt x="6752" y="19628"/>
                    <a:pt x="6848" y="19611"/>
                    <a:pt x="6938" y="19581"/>
                  </a:cubicBezTo>
                  <a:lnTo>
                    <a:pt x="9940" y="18180"/>
                  </a:lnTo>
                  <a:cubicBezTo>
                    <a:pt x="10069" y="18125"/>
                    <a:pt x="10198" y="18100"/>
                    <a:pt x="10321" y="18100"/>
                  </a:cubicBezTo>
                  <a:cubicBezTo>
                    <a:pt x="10421" y="18100"/>
                    <a:pt x="10518" y="18117"/>
                    <a:pt x="10608" y="18147"/>
                  </a:cubicBezTo>
                  <a:cubicBezTo>
                    <a:pt x="11375" y="18380"/>
                    <a:pt x="12175" y="18547"/>
                    <a:pt x="12943" y="18681"/>
                  </a:cubicBezTo>
                  <a:cubicBezTo>
                    <a:pt x="13143" y="18747"/>
                    <a:pt x="13310" y="18914"/>
                    <a:pt x="13376" y="19114"/>
                  </a:cubicBezTo>
                  <a:lnTo>
                    <a:pt x="13743" y="21082"/>
                  </a:lnTo>
                  <a:cubicBezTo>
                    <a:pt x="13777" y="21283"/>
                    <a:pt x="13977" y="21449"/>
                    <a:pt x="14177" y="21449"/>
                  </a:cubicBezTo>
                  <a:lnTo>
                    <a:pt x="18513" y="21449"/>
                  </a:lnTo>
                  <a:cubicBezTo>
                    <a:pt x="18747" y="21416"/>
                    <a:pt x="18914" y="21283"/>
                    <a:pt x="18947" y="21082"/>
                  </a:cubicBezTo>
                  <a:lnTo>
                    <a:pt x="19314" y="19114"/>
                  </a:lnTo>
                  <a:cubicBezTo>
                    <a:pt x="19381" y="18914"/>
                    <a:pt x="19547" y="18747"/>
                    <a:pt x="19747" y="18681"/>
                  </a:cubicBezTo>
                  <a:cubicBezTo>
                    <a:pt x="20515" y="18547"/>
                    <a:pt x="21315" y="18380"/>
                    <a:pt x="22082" y="18147"/>
                  </a:cubicBezTo>
                  <a:cubicBezTo>
                    <a:pt x="22172" y="18117"/>
                    <a:pt x="22276" y="18100"/>
                    <a:pt x="22381" y="18100"/>
                  </a:cubicBezTo>
                  <a:cubicBezTo>
                    <a:pt x="22509" y="18100"/>
                    <a:pt x="22639" y="18125"/>
                    <a:pt x="22750" y="18180"/>
                  </a:cubicBezTo>
                  <a:lnTo>
                    <a:pt x="25752" y="19581"/>
                  </a:lnTo>
                  <a:cubicBezTo>
                    <a:pt x="25842" y="19611"/>
                    <a:pt x="25945" y="19628"/>
                    <a:pt x="26050" y="19628"/>
                  </a:cubicBezTo>
                  <a:cubicBezTo>
                    <a:pt x="26178" y="19628"/>
                    <a:pt x="26309" y="19603"/>
                    <a:pt x="26419" y="19548"/>
                  </a:cubicBezTo>
                  <a:lnTo>
                    <a:pt x="29354" y="17847"/>
                  </a:lnTo>
                  <a:cubicBezTo>
                    <a:pt x="29454" y="17780"/>
                    <a:pt x="29488" y="17713"/>
                    <a:pt x="29521" y="17647"/>
                  </a:cubicBezTo>
                  <a:lnTo>
                    <a:pt x="29521" y="15045"/>
                  </a:lnTo>
                  <a:cubicBezTo>
                    <a:pt x="29488" y="14978"/>
                    <a:pt x="29454" y="14911"/>
                    <a:pt x="29388" y="14845"/>
                  </a:cubicBezTo>
                  <a:lnTo>
                    <a:pt x="28053" y="13877"/>
                  </a:lnTo>
                  <a:cubicBezTo>
                    <a:pt x="28153" y="13811"/>
                    <a:pt x="28254" y="13744"/>
                    <a:pt x="28387" y="13744"/>
                  </a:cubicBezTo>
                  <a:lnTo>
                    <a:pt x="32323" y="13477"/>
                  </a:lnTo>
                  <a:cubicBezTo>
                    <a:pt x="32523" y="13477"/>
                    <a:pt x="32690" y="13310"/>
                    <a:pt x="32690" y="13110"/>
                  </a:cubicBezTo>
                  <a:lnTo>
                    <a:pt x="32690" y="8340"/>
                  </a:lnTo>
                  <a:cubicBezTo>
                    <a:pt x="32690" y="8140"/>
                    <a:pt x="32523" y="7973"/>
                    <a:pt x="32323" y="7973"/>
                  </a:cubicBezTo>
                  <a:lnTo>
                    <a:pt x="28387" y="7706"/>
                  </a:lnTo>
                  <a:cubicBezTo>
                    <a:pt x="28254" y="7706"/>
                    <a:pt x="28153" y="7639"/>
                    <a:pt x="28053" y="7573"/>
                  </a:cubicBezTo>
                  <a:lnTo>
                    <a:pt x="29388" y="6605"/>
                  </a:lnTo>
                  <a:cubicBezTo>
                    <a:pt x="29454" y="6539"/>
                    <a:pt x="29521" y="6472"/>
                    <a:pt x="29521" y="6405"/>
                  </a:cubicBezTo>
                  <a:lnTo>
                    <a:pt x="29521" y="3837"/>
                  </a:lnTo>
                  <a:cubicBezTo>
                    <a:pt x="29521" y="3737"/>
                    <a:pt x="29454" y="3670"/>
                    <a:pt x="29388" y="3637"/>
                  </a:cubicBezTo>
                  <a:lnTo>
                    <a:pt x="26419" y="1935"/>
                  </a:lnTo>
                  <a:cubicBezTo>
                    <a:pt x="26312" y="1864"/>
                    <a:pt x="26195" y="1831"/>
                    <a:pt x="26079" y="1831"/>
                  </a:cubicBezTo>
                  <a:cubicBezTo>
                    <a:pt x="25978" y="1831"/>
                    <a:pt x="25878" y="1856"/>
                    <a:pt x="25785" y="1902"/>
                  </a:cubicBezTo>
                  <a:lnTo>
                    <a:pt x="22783" y="3270"/>
                  </a:lnTo>
                  <a:cubicBezTo>
                    <a:pt x="22635" y="3333"/>
                    <a:pt x="22487" y="3356"/>
                    <a:pt x="22339" y="3356"/>
                  </a:cubicBezTo>
                  <a:cubicBezTo>
                    <a:pt x="22253" y="3356"/>
                    <a:pt x="22168" y="3349"/>
                    <a:pt x="22082" y="3336"/>
                  </a:cubicBezTo>
                  <a:cubicBezTo>
                    <a:pt x="21315" y="3070"/>
                    <a:pt x="20548" y="2903"/>
                    <a:pt x="19747" y="2769"/>
                  </a:cubicBezTo>
                  <a:cubicBezTo>
                    <a:pt x="19547" y="2703"/>
                    <a:pt x="19381" y="2569"/>
                    <a:pt x="19347" y="2336"/>
                  </a:cubicBezTo>
                  <a:lnTo>
                    <a:pt x="18980" y="368"/>
                  </a:lnTo>
                  <a:cubicBezTo>
                    <a:pt x="18914" y="167"/>
                    <a:pt x="18747" y="1"/>
                    <a:pt x="18513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6496625" y="773690"/>
              <a:ext cx="570821" cy="385178"/>
            </a:xfrm>
            <a:custGeom>
              <a:avLst/>
              <a:gdLst/>
              <a:ahLst/>
              <a:cxnLst/>
              <a:rect l="l" t="t" r="r" b="b"/>
              <a:pathLst>
                <a:path w="26053" h="17580" extrusionOk="0">
                  <a:moveTo>
                    <a:pt x="22883" y="0"/>
                  </a:moveTo>
                  <a:cubicBezTo>
                    <a:pt x="22850" y="34"/>
                    <a:pt x="22850" y="67"/>
                    <a:pt x="22816" y="67"/>
                  </a:cubicBezTo>
                  <a:cubicBezTo>
                    <a:pt x="22816" y="101"/>
                    <a:pt x="22783" y="101"/>
                    <a:pt x="22783" y="134"/>
                  </a:cubicBezTo>
                  <a:lnTo>
                    <a:pt x="20415" y="1802"/>
                  </a:lnTo>
                  <a:cubicBezTo>
                    <a:pt x="20415" y="1835"/>
                    <a:pt x="20381" y="1835"/>
                    <a:pt x="20381" y="1868"/>
                  </a:cubicBezTo>
                  <a:cubicBezTo>
                    <a:pt x="20315" y="1902"/>
                    <a:pt x="20315" y="1969"/>
                    <a:pt x="20281" y="2002"/>
                  </a:cubicBezTo>
                  <a:cubicBezTo>
                    <a:pt x="20281" y="2035"/>
                    <a:pt x="20281" y="2069"/>
                    <a:pt x="20281" y="2102"/>
                  </a:cubicBezTo>
                  <a:cubicBezTo>
                    <a:pt x="20281" y="2102"/>
                    <a:pt x="20281" y="2135"/>
                    <a:pt x="20281" y="2169"/>
                  </a:cubicBezTo>
                  <a:cubicBezTo>
                    <a:pt x="20315" y="2202"/>
                    <a:pt x="20348" y="2235"/>
                    <a:pt x="20381" y="2302"/>
                  </a:cubicBezTo>
                  <a:cubicBezTo>
                    <a:pt x="20381" y="2302"/>
                    <a:pt x="20415" y="2335"/>
                    <a:pt x="20415" y="2335"/>
                  </a:cubicBezTo>
                  <a:cubicBezTo>
                    <a:pt x="20715" y="2669"/>
                    <a:pt x="20982" y="3036"/>
                    <a:pt x="21215" y="3436"/>
                  </a:cubicBezTo>
                  <a:cubicBezTo>
                    <a:pt x="21249" y="3536"/>
                    <a:pt x="21315" y="3603"/>
                    <a:pt x="21382" y="3670"/>
                  </a:cubicBezTo>
                  <a:lnTo>
                    <a:pt x="22750" y="2702"/>
                  </a:lnTo>
                  <a:cubicBezTo>
                    <a:pt x="22816" y="2636"/>
                    <a:pt x="22850" y="2569"/>
                    <a:pt x="22883" y="2502"/>
                  </a:cubicBezTo>
                  <a:lnTo>
                    <a:pt x="22883" y="0"/>
                  </a:lnTo>
                  <a:close/>
                  <a:moveTo>
                    <a:pt x="26052" y="6705"/>
                  </a:moveTo>
                  <a:cubicBezTo>
                    <a:pt x="26019" y="6872"/>
                    <a:pt x="25885" y="7005"/>
                    <a:pt x="25685" y="7039"/>
                  </a:cubicBezTo>
                  <a:lnTo>
                    <a:pt x="21749" y="7306"/>
                  </a:lnTo>
                  <a:cubicBezTo>
                    <a:pt x="21682" y="7306"/>
                    <a:pt x="21616" y="7306"/>
                    <a:pt x="21549" y="7339"/>
                  </a:cubicBezTo>
                  <a:lnTo>
                    <a:pt x="21549" y="9908"/>
                  </a:lnTo>
                  <a:cubicBezTo>
                    <a:pt x="21616" y="9874"/>
                    <a:pt x="21682" y="9874"/>
                    <a:pt x="21749" y="9841"/>
                  </a:cubicBezTo>
                  <a:lnTo>
                    <a:pt x="25685" y="9607"/>
                  </a:lnTo>
                  <a:cubicBezTo>
                    <a:pt x="25885" y="9574"/>
                    <a:pt x="26052" y="9407"/>
                    <a:pt x="26052" y="9207"/>
                  </a:cubicBezTo>
                  <a:lnTo>
                    <a:pt x="26052" y="6705"/>
                  </a:lnTo>
                  <a:close/>
                  <a:moveTo>
                    <a:pt x="3569" y="11642"/>
                  </a:moveTo>
                  <a:cubicBezTo>
                    <a:pt x="3469" y="11642"/>
                    <a:pt x="3369" y="11675"/>
                    <a:pt x="3269" y="11709"/>
                  </a:cubicBezTo>
                  <a:lnTo>
                    <a:pt x="267" y="13110"/>
                  </a:lnTo>
                  <a:cubicBezTo>
                    <a:pt x="200" y="13143"/>
                    <a:pt x="100" y="13177"/>
                    <a:pt x="0" y="13177"/>
                  </a:cubicBezTo>
                  <a:lnTo>
                    <a:pt x="0" y="15712"/>
                  </a:lnTo>
                  <a:cubicBezTo>
                    <a:pt x="100" y="15712"/>
                    <a:pt x="167" y="15712"/>
                    <a:pt x="267" y="15678"/>
                  </a:cubicBezTo>
                  <a:lnTo>
                    <a:pt x="3269" y="14277"/>
                  </a:lnTo>
                  <a:cubicBezTo>
                    <a:pt x="3369" y="14244"/>
                    <a:pt x="3469" y="14211"/>
                    <a:pt x="3569" y="14211"/>
                  </a:cubicBezTo>
                  <a:lnTo>
                    <a:pt x="3569" y="11642"/>
                  </a:lnTo>
                  <a:close/>
                  <a:moveTo>
                    <a:pt x="22883" y="11175"/>
                  </a:moveTo>
                  <a:cubicBezTo>
                    <a:pt x="22850" y="11242"/>
                    <a:pt x="22816" y="11309"/>
                    <a:pt x="22716" y="11375"/>
                  </a:cubicBezTo>
                  <a:lnTo>
                    <a:pt x="19781" y="13076"/>
                  </a:lnTo>
                  <a:cubicBezTo>
                    <a:pt x="19659" y="13125"/>
                    <a:pt x="19555" y="13156"/>
                    <a:pt x="19442" y="13156"/>
                  </a:cubicBezTo>
                  <a:cubicBezTo>
                    <a:pt x="19401" y="13156"/>
                    <a:pt x="19359" y="13152"/>
                    <a:pt x="19314" y="13143"/>
                  </a:cubicBezTo>
                  <a:lnTo>
                    <a:pt x="19314" y="15712"/>
                  </a:lnTo>
                  <a:cubicBezTo>
                    <a:pt x="19481" y="15712"/>
                    <a:pt x="19614" y="15712"/>
                    <a:pt x="19781" y="15612"/>
                  </a:cubicBezTo>
                  <a:lnTo>
                    <a:pt x="22716" y="13910"/>
                  </a:lnTo>
                  <a:cubicBezTo>
                    <a:pt x="22816" y="13877"/>
                    <a:pt x="22850" y="13810"/>
                    <a:pt x="22883" y="13744"/>
                  </a:cubicBezTo>
                  <a:lnTo>
                    <a:pt x="22883" y="11175"/>
                  </a:lnTo>
                  <a:close/>
                  <a:moveTo>
                    <a:pt x="12242" y="14778"/>
                  </a:moveTo>
                  <a:cubicBezTo>
                    <a:pt x="12142" y="14911"/>
                    <a:pt x="12009" y="14978"/>
                    <a:pt x="11875" y="14978"/>
                  </a:cubicBezTo>
                  <a:lnTo>
                    <a:pt x="7539" y="14978"/>
                  </a:lnTo>
                  <a:cubicBezTo>
                    <a:pt x="7439" y="14978"/>
                    <a:pt x="7339" y="14944"/>
                    <a:pt x="7272" y="14878"/>
                  </a:cubicBezTo>
                  <a:lnTo>
                    <a:pt x="7272" y="17480"/>
                  </a:lnTo>
                  <a:cubicBezTo>
                    <a:pt x="7339" y="17546"/>
                    <a:pt x="7439" y="17580"/>
                    <a:pt x="7539" y="17580"/>
                  </a:cubicBezTo>
                  <a:lnTo>
                    <a:pt x="11875" y="17580"/>
                  </a:lnTo>
                  <a:cubicBezTo>
                    <a:pt x="12042" y="17580"/>
                    <a:pt x="12175" y="17480"/>
                    <a:pt x="12242" y="17346"/>
                  </a:cubicBezTo>
                  <a:lnTo>
                    <a:pt x="12242" y="14778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>
              <a:off x="6496625" y="773690"/>
              <a:ext cx="570821" cy="385178"/>
            </a:xfrm>
            <a:custGeom>
              <a:avLst/>
              <a:gdLst/>
              <a:ahLst/>
              <a:cxnLst/>
              <a:rect l="l" t="t" r="r" b="b"/>
              <a:pathLst>
                <a:path w="26053" h="17580" extrusionOk="0">
                  <a:moveTo>
                    <a:pt x="22883" y="0"/>
                  </a:moveTo>
                  <a:cubicBezTo>
                    <a:pt x="22850" y="34"/>
                    <a:pt x="22850" y="67"/>
                    <a:pt x="22816" y="67"/>
                  </a:cubicBezTo>
                  <a:cubicBezTo>
                    <a:pt x="22816" y="101"/>
                    <a:pt x="22783" y="101"/>
                    <a:pt x="22783" y="134"/>
                  </a:cubicBezTo>
                  <a:lnTo>
                    <a:pt x="20415" y="1802"/>
                  </a:lnTo>
                  <a:cubicBezTo>
                    <a:pt x="20415" y="1835"/>
                    <a:pt x="20381" y="1835"/>
                    <a:pt x="20381" y="1868"/>
                  </a:cubicBezTo>
                  <a:cubicBezTo>
                    <a:pt x="20315" y="1902"/>
                    <a:pt x="20315" y="1969"/>
                    <a:pt x="20281" y="2002"/>
                  </a:cubicBezTo>
                  <a:cubicBezTo>
                    <a:pt x="20281" y="2035"/>
                    <a:pt x="20281" y="2069"/>
                    <a:pt x="20281" y="2102"/>
                  </a:cubicBezTo>
                  <a:cubicBezTo>
                    <a:pt x="20281" y="2102"/>
                    <a:pt x="20281" y="2135"/>
                    <a:pt x="20281" y="2169"/>
                  </a:cubicBezTo>
                  <a:cubicBezTo>
                    <a:pt x="20315" y="2202"/>
                    <a:pt x="20348" y="2235"/>
                    <a:pt x="20381" y="2302"/>
                  </a:cubicBezTo>
                  <a:cubicBezTo>
                    <a:pt x="20381" y="2302"/>
                    <a:pt x="20415" y="2335"/>
                    <a:pt x="20415" y="2335"/>
                  </a:cubicBezTo>
                  <a:cubicBezTo>
                    <a:pt x="20715" y="2669"/>
                    <a:pt x="20982" y="3036"/>
                    <a:pt x="21215" y="3436"/>
                  </a:cubicBezTo>
                  <a:cubicBezTo>
                    <a:pt x="21249" y="3536"/>
                    <a:pt x="21315" y="3603"/>
                    <a:pt x="21382" y="3670"/>
                  </a:cubicBezTo>
                  <a:lnTo>
                    <a:pt x="22750" y="2702"/>
                  </a:lnTo>
                  <a:cubicBezTo>
                    <a:pt x="22816" y="2636"/>
                    <a:pt x="22850" y="2569"/>
                    <a:pt x="22883" y="2502"/>
                  </a:cubicBezTo>
                  <a:lnTo>
                    <a:pt x="22883" y="0"/>
                  </a:lnTo>
                  <a:close/>
                  <a:moveTo>
                    <a:pt x="26052" y="6705"/>
                  </a:moveTo>
                  <a:cubicBezTo>
                    <a:pt x="26019" y="6872"/>
                    <a:pt x="25885" y="7005"/>
                    <a:pt x="25685" y="7039"/>
                  </a:cubicBezTo>
                  <a:lnTo>
                    <a:pt x="21749" y="7306"/>
                  </a:lnTo>
                  <a:cubicBezTo>
                    <a:pt x="21682" y="7306"/>
                    <a:pt x="21616" y="7306"/>
                    <a:pt x="21549" y="7339"/>
                  </a:cubicBezTo>
                  <a:lnTo>
                    <a:pt x="21549" y="9908"/>
                  </a:lnTo>
                  <a:cubicBezTo>
                    <a:pt x="21616" y="9874"/>
                    <a:pt x="21682" y="9874"/>
                    <a:pt x="21749" y="9841"/>
                  </a:cubicBezTo>
                  <a:lnTo>
                    <a:pt x="25685" y="9607"/>
                  </a:lnTo>
                  <a:cubicBezTo>
                    <a:pt x="25885" y="9574"/>
                    <a:pt x="26052" y="9407"/>
                    <a:pt x="26052" y="9207"/>
                  </a:cubicBezTo>
                  <a:lnTo>
                    <a:pt x="26052" y="6705"/>
                  </a:lnTo>
                  <a:close/>
                  <a:moveTo>
                    <a:pt x="3569" y="11642"/>
                  </a:moveTo>
                  <a:cubicBezTo>
                    <a:pt x="3469" y="11642"/>
                    <a:pt x="3369" y="11675"/>
                    <a:pt x="3269" y="11709"/>
                  </a:cubicBezTo>
                  <a:lnTo>
                    <a:pt x="267" y="13110"/>
                  </a:lnTo>
                  <a:cubicBezTo>
                    <a:pt x="200" y="13143"/>
                    <a:pt x="100" y="13177"/>
                    <a:pt x="0" y="13177"/>
                  </a:cubicBezTo>
                  <a:lnTo>
                    <a:pt x="0" y="15712"/>
                  </a:lnTo>
                  <a:cubicBezTo>
                    <a:pt x="100" y="15712"/>
                    <a:pt x="167" y="15712"/>
                    <a:pt x="267" y="15678"/>
                  </a:cubicBezTo>
                  <a:lnTo>
                    <a:pt x="3269" y="14277"/>
                  </a:lnTo>
                  <a:cubicBezTo>
                    <a:pt x="3369" y="14244"/>
                    <a:pt x="3469" y="14211"/>
                    <a:pt x="3569" y="14211"/>
                  </a:cubicBezTo>
                  <a:lnTo>
                    <a:pt x="3569" y="11642"/>
                  </a:lnTo>
                  <a:close/>
                  <a:moveTo>
                    <a:pt x="22883" y="11175"/>
                  </a:moveTo>
                  <a:cubicBezTo>
                    <a:pt x="22850" y="11242"/>
                    <a:pt x="22816" y="11309"/>
                    <a:pt x="22716" y="11375"/>
                  </a:cubicBezTo>
                  <a:lnTo>
                    <a:pt x="19781" y="13076"/>
                  </a:lnTo>
                  <a:cubicBezTo>
                    <a:pt x="19659" y="13125"/>
                    <a:pt x="19555" y="13156"/>
                    <a:pt x="19442" y="13156"/>
                  </a:cubicBezTo>
                  <a:cubicBezTo>
                    <a:pt x="19401" y="13156"/>
                    <a:pt x="19359" y="13152"/>
                    <a:pt x="19314" y="13143"/>
                  </a:cubicBezTo>
                  <a:lnTo>
                    <a:pt x="19314" y="15712"/>
                  </a:lnTo>
                  <a:cubicBezTo>
                    <a:pt x="19481" y="15712"/>
                    <a:pt x="19614" y="15712"/>
                    <a:pt x="19781" y="15612"/>
                  </a:cubicBezTo>
                  <a:lnTo>
                    <a:pt x="22716" y="13910"/>
                  </a:lnTo>
                  <a:cubicBezTo>
                    <a:pt x="22816" y="13877"/>
                    <a:pt x="22850" y="13810"/>
                    <a:pt x="22883" y="13744"/>
                  </a:cubicBezTo>
                  <a:lnTo>
                    <a:pt x="22883" y="11175"/>
                  </a:lnTo>
                  <a:close/>
                  <a:moveTo>
                    <a:pt x="12242" y="14778"/>
                  </a:moveTo>
                  <a:cubicBezTo>
                    <a:pt x="12142" y="14911"/>
                    <a:pt x="12009" y="14978"/>
                    <a:pt x="11875" y="14978"/>
                  </a:cubicBezTo>
                  <a:lnTo>
                    <a:pt x="7539" y="14978"/>
                  </a:lnTo>
                  <a:cubicBezTo>
                    <a:pt x="7439" y="14978"/>
                    <a:pt x="7339" y="14944"/>
                    <a:pt x="7272" y="14878"/>
                  </a:cubicBezTo>
                  <a:lnTo>
                    <a:pt x="7272" y="17480"/>
                  </a:lnTo>
                  <a:cubicBezTo>
                    <a:pt x="7339" y="17546"/>
                    <a:pt x="7439" y="17580"/>
                    <a:pt x="7539" y="17580"/>
                  </a:cubicBezTo>
                  <a:lnTo>
                    <a:pt x="11875" y="17580"/>
                  </a:lnTo>
                  <a:cubicBezTo>
                    <a:pt x="12042" y="17580"/>
                    <a:pt x="12175" y="17480"/>
                    <a:pt x="12242" y="17346"/>
                  </a:cubicBezTo>
                  <a:lnTo>
                    <a:pt x="12242" y="147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>
              <a:off x="6351906" y="688174"/>
              <a:ext cx="714792" cy="414428"/>
            </a:xfrm>
            <a:custGeom>
              <a:avLst/>
              <a:gdLst/>
              <a:ahLst/>
              <a:cxnLst/>
              <a:rect l="l" t="t" r="r" b="b"/>
              <a:pathLst>
                <a:path w="32624" h="18915" extrusionOk="0">
                  <a:moveTo>
                    <a:pt x="16300" y="5371"/>
                  </a:moveTo>
                  <a:cubicBezTo>
                    <a:pt x="18113" y="5371"/>
                    <a:pt x="19931" y="5771"/>
                    <a:pt x="21316" y="6572"/>
                  </a:cubicBezTo>
                  <a:cubicBezTo>
                    <a:pt x="24051" y="8173"/>
                    <a:pt x="24051" y="10742"/>
                    <a:pt x="21316" y="12343"/>
                  </a:cubicBezTo>
                  <a:cubicBezTo>
                    <a:pt x="19939" y="13139"/>
                    <a:pt x="18141" y="13531"/>
                    <a:pt x="16341" y="13531"/>
                  </a:cubicBezTo>
                  <a:cubicBezTo>
                    <a:pt x="14521" y="13531"/>
                    <a:pt x="12700" y="13131"/>
                    <a:pt x="11308" y="12343"/>
                  </a:cubicBezTo>
                  <a:cubicBezTo>
                    <a:pt x="8540" y="10742"/>
                    <a:pt x="8540" y="8173"/>
                    <a:pt x="11308" y="6572"/>
                  </a:cubicBezTo>
                  <a:cubicBezTo>
                    <a:pt x="12676" y="5771"/>
                    <a:pt x="14486" y="5371"/>
                    <a:pt x="16300" y="5371"/>
                  </a:cubicBezTo>
                  <a:close/>
                  <a:moveTo>
                    <a:pt x="14144" y="1"/>
                  </a:moveTo>
                  <a:cubicBezTo>
                    <a:pt x="13910" y="1"/>
                    <a:pt x="13744" y="167"/>
                    <a:pt x="13710" y="368"/>
                  </a:cubicBezTo>
                  <a:lnTo>
                    <a:pt x="13310" y="2336"/>
                  </a:lnTo>
                  <a:cubicBezTo>
                    <a:pt x="13277" y="2569"/>
                    <a:pt x="13110" y="2703"/>
                    <a:pt x="12910" y="2769"/>
                  </a:cubicBezTo>
                  <a:cubicBezTo>
                    <a:pt x="12109" y="2903"/>
                    <a:pt x="11342" y="3070"/>
                    <a:pt x="10575" y="3336"/>
                  </a:cubicBezTo>
                  <a:cubicBezTo>
                    <a:pt x="10489" y="3349"/>
                    <a:pt x="10404" y="3356"/>
                    <a:pt x="10320" y="3356"/>
                  </a:cubicBezTo>
                  <a:cubicBezTo>
                    <a:pt x="10175" y="3356"/>
                    <a:pt x="10034" y="3333"/>
                    <a:pt x="9907" y="3270"/>
                  </a:cubicBezTo>
                  <a:lnTo>
                    <a:pt x="6905" y="1902"/>
                  </a:lnTo>
                  <a:cubicBezTo>
                    <a:pt x="6797" y="1856"/>
                    <a:pt x="6689" y="1831"/>
                    <a:pt x="6584" y="1831"/>
                  </a:cubicBezTo>
                  <a:cubicBezTo>
                    <a:pt x="6462" y="1831"/>
                    <a:pt x="6345" y="1864"/>
                    <a:pt x="6238" y="1935"/>
                  </a:cubicBezTo>
                  <a:lnTo>
                    <a:pt x="3269" y="3637"/>
                  </a:lnTo>
                  <a:cubicBezTo>
                    <a:pt x="3069" y="3703"/>
                    <a:pt x="3069" y="3970"/>
                    <a:pt x="3269" y="4037"/>
                  </a:cubicBezTo>
                  <a:lnTo>
                    <a:pt x="5638" y="5738"/>
                  </a:lnTo>
                  <a:cubicBezTo>
                    <a:pt x="5771" y="5838"/>
                    <a:pt x="5805" y="6072"/>
                    <a:pt x="5671" y="6205"/>
                  </a:cubicBezTo>
                  <a:cubicBezTo>
                    <a:pt x="5338" y="6572"/>
                    <a:pt x="5071" y="6939"/>
                    <a:pt x="4837" y="7373"/>
                  </a:cubicBezTo>
                  <a:cubicBezTo>
                    <a:pt x="4704" y="7573"/>
                    <a:pt x="4537" y="7706"/>
                    <a:pt x="4303" y="7706"/>
                  </a:cubicBezTo>
                  <a:lnTo>
                    <a:pt x="367" y="7973"/>
                  </a:lnTo>
                  <a:cubicBezTo>
                    <a:pt x="167" y="8006"/>
                    <a:pt x="0" y="8173"/>
                    <a:pt x="0" y="8373"/>
                  </a:cubicBezTo>
                  <a:lnTo>
                    <a:pt x="0" y="10542"/>
                  </a:lnTo>
                  <a:cubicBezTo>
                    <a:pt x="0" y="10742"/>
                    <a:pt x="167" y="10908"/>
                    <a:pt x="367" y="10942"/>
                  </a:cubicBezTo>
                  <a:lnTo>
                    <a:pt x="4303" y="11175"/>
                  </a:lnTo>
                  <a:cubicBezTo>
                    <a:pt x="4537" y="11209"/>
                    <a:pt x="4704" y="11342"/>
                    <a:pt x="4837" y="11542"/>
                  </a:cubicBezTo>
                  <a:cubicBezTo>
                    <a:pt x="5071" y="11943"/>
                    <a:pt x="5338" y="12343"/>
                    <a:pt x="5671" y="12710"/>
                  </a:cubicBezTo>
                  <a:cubicBezTo>
                    <a:pt x="5805" y="12843"/>
                    <a:pt x="5771" y="13077"/>
                    <a:pt x="5638" y="13177"/>
                  </a:cubicBezTo>
                  <a:lnTo>
                    <a:pt x="3269" y="14878"/>
                  </a:lnTo>
                  <a:cubicBezTo>
                    <a:pt x="3069" y="14945"/>
                    <a:pt x="3069" y="15212"/>
                    <a:pt x="3269" y="15278"/>
                  </a:cubicBezTo>
                  <a:lnTo>
                    <a:pt x="6238" y="16979"/>
                  </a:lnTo>
                  <a:cubicBezTo>
                    <a:pt x="6354" y="17038"/>
                    <a:pt x="6482" y="17073"/>
                    <a:pt x="6608" y="17073"/>
                  </a:cubicBezTo>
                  <a:cubicBezTo>
                    <a:pt x="6698" y="17073"/>
                    <a:pt x="6788" y="17055"/>
                    <a:pt x="6872" y="17013"/>
                  </a:cubicBezTo>
                  <a:lnTo>
                    <a:pt x="9874" y="15645"/>
                  </a:lnTo>
                  <a:cubicBezTo>
                    <a:pt x="10022" y="15582"/>
                    <a:pt x="10170" y="15559"/>
                    <a:pt x="10318" y="15559"/>
                  </a:cubicBezTo>
                  <a:cubicBezTo>
                    <a:pt x="10404" y="15559"/>
                    <a:pt x="10489" y="15566"/>
                    <a:pt x="10575" y="15578"/>
                  </a:cubicBezTo>
                  <a:cubicBezTo>
                    <a:pt x="11342" y="15812"/>
                    <a:pt x="12109" y="16012"/>
                    <a:pt x="12910" y="16146"/>
                  </a:cubicBezTo>
                  <a:cubicBezTo>
                    <a:pt x="13110" y="16179"/>
                    <a:pt x="13277" y="16346"/>
                    <a:pt x="13310" y="16546"/>
                  </a:cubicBezTo>
                  <a:lnTo>
                    <a:pt x="13710" y="18547"/>
                  </a:lnTo>
                  <a:cubicBezTo>
                    <a:pt x="13744" y="18747"/>
                    <a:pt x="13910" y="18881"/>
                    <a:pt x="14144" y="18914"/>
                  </a:cubicBezTo>
                  <a:lnTo>
                    <a:pt x="18480" y="18914"/>
                  </a:lnTo>
                  <a:cubicBezTo>
                    <a:pt x="18680" y="18881"/>
                    <a:pt x="18881" y="18747"/>
                    <a:pt x="18914" y="18547"/>
                  </a:cubicBezTo>
                  <a:lnTo>
                    <a:pt x="19281" y="16546"/>
                  </a:lnTo>
                  <a:cubicBezTo>
                    <a:pt x="19348" y="16346"/>
                    <a:pt x="19514" y="16179"/>
                    <a:pt x="19714" y="16146"/>
                  </a:cubicBezTo>
                  <a:cubicBezTo>
                    <a:pt x="20482" y="16012"/>
                    <a:pt x="21282" y="15812"/>
                    <a:pt x="22049" y="15578"/>
                  </a:cubicBezTo>
                  <a:cubicBezTo>
                    <a:pt x="22123" y="15566"/>
                    <a:pt x="22205" y="15559"/>
                    <a:pt x="22290" y="15559"/>
                  </a:cubicBezTo>
                  <a:cubicBezTo>
                    <a:pt x="22436" y="15559"/>
                    <a:pt x="22590" y="15582"/>
                    <a:pt x="22717" y="15645"/>
                  </a:cubicBezTo>
                  <a:lnTo>
                    <a:pt x="25719" y="17013"/>
                  </a:lnTo>
                  <a:cubicBezTo>
                    <a:pt x="25803" y="17055"/>
                    <a:pt x="25898" y="17073"/>
                    <a:pt x="25996" y="17073"/>
                  </a:cubicBezTo>
                  <a:cubicBezTo>
                    <a:pt x="26131" y="17073"/>
                    <a:pt x="26270" y="17038"/>
                    <a:pt x="26386" y="16979"/>
                  </a:cubicBezTo>
                  <a:lnTo>
                    <a:pt x="29321" y="15278"/>
                  </a:lnTo>
                  <a:cubicBezTo>
                    <a:pt x="29521" y="15212"/>
                    <a:pt x="29521" y="14945"/>
                    <a:pt x="29321" y="14878"/>
                  </a:cubicBezTo>
                  <a:lnTo>
                    <a:pt x="26986" y="13177"/>
                  </a:lnTo>
                  <a:cubicBezTo>
                    <a:pt x="26820" y="13077"/>
                    <a:pt x="26786" y="12843"/>
                    <a:pt x="26953" y="12710"/>
                  </a:cubicBezTo>
                  <a:cubicBezTo>
                    <a:pt x="27253" y="12343"/>
                    <a:pt x="27553" y="11943"/>
                    <a:pt x="27787" y="11542"/>
                  </a:cubicBezTo>
                  <a:cubicBezTo>
                    <a:pt x="27887" y="11342"/>
                    <a:pt x="28087" y="11209"/>
                    <a:pt x="28321" y="11175"/>
                  </a:cubicBezTo>
                  <a:lnTo>
                    <a:pt x="32257" y="10942"/>
                  </a:lnTo>
                  <a:cubicBezTo>
                    <a:pt x="32457" y="10908"/>
                    <a:pt x="32624" y="10742"/>
                    <a:pt x="32624" y="10542"/>
                  </a:cubicBezTo>
                  <a:lnTo>
                    <a:pt x="32624" y="8340"/>
                  </a:lnTo>
                  <a:cubicBezTo>
                    <a:pt x="32624" y="8140"/>
                    <a:pt x="32457" y="7973"/>
                    <a:pt x="32257" y="7940"/>
                  </a:cubicBezTo>
                  <a:lnTo>
                    <a:pt x="28321" y="7706"/>
                  </a:lnTo>
                  <a:cubicBezTo>
                    <a:pt x="28087" y="7673"/>
                    <a:pt x="27887" y="7539"/>
                    <a:pt x="27787" y="7339"/>
                  </a:cubicBezTo>
                  <a:cubicBezTo>
                    <a:pt x="27553" y="6939"/>
                    <a:pt x="27253" y="6539"/>
                    <a:pt x="26953" y="6172"/>
                  </a:cubicBezTo>
                  <a:cubicBezTo>
                    <a:pt x="26786" y="6038"/>
                    <a:pt x="26820" y="5805"/>
                    <a:pt x="26986" y="5705"/>
                  </a:cubicBezTo>
                  <a:lnTo>
                    <a:pt x="29321" y="4004"/>
                  </a:lnTo>
                  <a:cubicBezTo>
                    <a:pt x="29521" y="3937"/>
                    <a:pt x="29521" y="3670"/>
                    <a:pt x="29321" y="3603"/>
                  </a:cubicBezTo>
                  <a:lnTo>
                    <a:pt x="26386" y="1902"/>
                  </a:lnTo>
                  <a:cubicBezTo>
                    <a:pt x="26286" y="1852"/>
                    <a:pt x="26177" y="1827"/>
                    <a:pt x="26069" y="1827"/>
                  </a:cubicBezTo>
                  <a:cubicBezTo>
                    <a:pt x="25961" y="1827"/>
                    <a:pt x="25852" y="1852"/>
                    <a:pt x="25752" y="1902"/>
                  </a:cubicBezTo>
                  <a:lnTo>
                    <a:pt x="22750" y="3270"/>
                  </a:lnTo>
                  <a:cubicBezTo>
                    <a:pt x="22602" y="3333"/>
                    <a:pt x="22454" y="3356"/>
                    <a:pt x="22306" y="3356"/>
                  </a:cubicBezTo>
                  <a:cubicBezTo>
                    <a:pt x="22220" y="3356"/>
                    <a:pt x="22135" y="3349"/>
                    <a:pt x="22049" y="3336"/>
                  </a:cubicBezTo>
                  <a:cubicBezTo>
                    <a:pt x="21282" y="3070"/>
                    <a:pt x="20515" y="2903"/>
                    <a:pt x="19714" y="2769"/>
                  </a:cubicBezTo>
                  <a:cubicBezTo>
                    <a:pt x="19514" y="2703"/>
                    <a:pt x="19348" y="2569"/>
                    <a:pt x="19314" y="2336"/>
                  </a:cubicBezTo>
                  <a:lnTo>
                    <a:pt x="18947" y="368"/>
                  </a:lnTo>
                  <a:cubicBezTo>
                    <a:pt x="18881" y="167"/>
                    <a:pt x="18714" y="1"/>
                    <a:pt x="18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" name="Google Shape;406;p37"/>
          <p:cNvSpPr/>
          <p:nvPr/>
        </p:nvSpPr>
        <p:spPr>
          <a:xfrm>
            <a:off x="5082694" y="1165271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7"/>
          <p:cNvSpPr/>
          <p:nvPr/>
        </p:nvSpPr>
        <p:spPr>
          <a:xfrm>
            <a:off x="7675063" y="333934"/>
            <a:ext cx="402042" cy="402131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7"/>
          <p:cNvSpPr/>
          <p:nvPr/>
        </p:nvSpPr>
        <p:spPr>
          <a:xfrm rot="2036805">
            <a:off x="5664130" y="220021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2B34D-7D86-00A4-D337-F3D80AEB7CB7}"/>
              </a:ext>
            </a:extLst>
          </p:cNvPr>
          <p:cNvSpPr txBox="1"/>
          <p:nvPr/>
        </p:nvSpPr>
        <p:spPr>
          <a:xfrm>
            <a:off x="715100" y="3523524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Umair Imran – 22L8370</a:t>
            </a:r>
          </a:p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Muhammad Shahzad – 22L7530</a:t>
            </a:r>
          </a:p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Ameer Tufail – 22L7555</a:t>
            </a:r>
          </a:p>
          <a:p>
            <a:endParaRPr lang="en-US" sz="1600" dirty="0">
              <a:solidFill>
                <a:schemeClr val="tx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Supervisor:  Maryam Nasim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4A1B252D-E317-C860-D885-6A96CA22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>
            <a:extLst>
              <a:ext uri="{FF2B5EF4-FFF2-40B4-BE49-F238E27FC236}">
                <a16:creationId xmlns:a16="http://schemas.microsoft.com/office/drawing/2014/main" id="{4C6497AA-8084-B730-C749-C98E90CC5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263" y="1327200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7" name="Google Shape;427;p39">
            <a:extLst>
              <a:ext uri="{FF2B5EF4-FFF2-40B4-BE49-F238E27FC236}">
                <a16:creationId xmlns:a16="http://schemas.microsoft.com/office/drawing/2014/main" id="{0ACFDB10-D679-254F-FFFE-4B57DB9D482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158264" y="132720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9" name="Google Shape;429;p39">
            <a:extLst>
              <a:ext uri="{FF2B5EF4-FFF2-40B4-BE49-F238E27FC236}">
                <a16:creationId xmlns:a16="http://schemas.microsoft.com/office/drawing/2014/main" id="{555237F8-5331-6AB7-0ACD-05AEF05818B1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6810775" y="132720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31" name="Google Shape;431;p39">
            <a:extLst>
              <a:ext uri="{FF2B5EF4-FFF2-40B4-BE49-F238E27FC236}">
                <a16:creationId xmlns:a16="http://schemas.microsoft.com/office/drawing/2014/main" id="{BF0D26B9-4E72-3165-817B-C6A35F8DC4C4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2886176" y="3059887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3" name="Google Shape;433;p39">
            <a:extLst>
              <a:ext uri="{FF2B5EF4-FFF2-40B4-BE49-F238E27FC236}">
                <a16:creationId xmlns:a16="http://schemas.microsoft.com/office/drawing/2014/main" id="{8EDC8792-1D70-1953-84D1-0D34B5D4D36E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5933126" y="3059887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37" name="Google Shape;437;p39">
            <a:extLst>
              <a:ext uri="{FF2B5EF4-FFF2-40B4-BE49-F238E27FC236}">
                <a16:creationId xmlns:a16="http://schemas.microsoft.com/office/drawing/2014/main" id="{95B46E0B-234F-D3E9-A51C-F0F206C38C4A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Big Shoulders Display"/>
                <a:ea typeface="Big Shoulders Display"/>
                <a:cs typeface="Big Shoulders Display"/>
                <a:sym typeface="Big Shoulders Display"/>
              </a:rPr>
              <a:t>TABLE OF </a:t>
            </a:r>
            <a:r>
              <a:rPr lang="en" b="0" dirty="0"/>
              <a:t>CONTENTS</a:t>
            </a:r>
            <a:endParaRPr b="0" dirty="0"/>
          </a:p>
        </p:txBody>
      </p:sp>
      <p:sp>
        <p:nvSpPr>
          <p:cNvPr id="438" name="Google Shape;438;p39">
            <a:extLst>
              <a:ext uri="{FF2B5EF4-FFF2-40B4-BE49-F238E27FC236}">
                <a16:creationId xmlns:a16="http://schemas.microsoft.com/office/drawing/2014/main" id="{1CCFB247-9146-E04B-1BDA-048AE74F22BF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295764" y="2068360"/>
            <a:ext cx="325369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439" name="Google Shape;439;p39">
            <a:extLst>
              <a:ext uri="{FF2B5EF4-FFF2-40B4-BE49-F238E27FC236}">
                <a16:creationId xmlns:a16="http://schemas.microsoft.com/office/drawing/2014/main" id="{A400D2AC-0C32-B8D2-8F27-6781DC69660C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3368250" y="2096627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440" name="Google Shape;440;p39">
            <a:extLst>
              <a:ext uri="{FF2B5EF4-FFF2-40B4-BE49-F238E27FC236}">
                <a16:creationId xmlns:a16="http://schemas.microsoft.com/office/drawing/2014/main" id="{ED2F8DFE-9195-14F1-2D32-3DF0E0477B6C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6017637" y="2095900"/>
            <a:ext cx="2402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Prototype Demonstration</a:t>
            </a:r>
            <a:endParaRPr dirty="0"/>
          </a:p>
        </p:txBody>
      </p:sp>
      <p:sp>
        <p:nvSpPr>
          <p:cNvPr id="441" name="Google Shape;441;p39">
            <a:extLst>
              <a:ext uri="{FF2B5EF4-FFF2-40B4-BE49-F238E27FC236}">
                <a16:creationId xmlns:a16="http://schemas.microsoft.com/office/drawing/2014/main" id="{5946D54A-8901-86A4-802E-0ED3DC824AC7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2100776" y="3504281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Future Work</a:t>
            </a:r>
            <a:endParaRPr dirty="0"/>
          </a:p>
        </p:txBody>
      </p:sp>
      <p:sp>
        <p:nvSpPr>
          <p:cNvPr id="442" name="Google Shape;442;p39">
            <a:extLst>
              <a:ext uri="{FF2B5EF4-FFF2-40B4-BE49-F238E27FC236}">
                <a16:creationId xmlns:a16="http://schemas.microsoft.com/office/drawing/2014/main" id="{DAFEACA0-451A-3606-4148-E4FD937430E6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5029201" y="3200894"/>
            <a:ext cx="2753512" cy="8760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Explanation of code</a:t>
            </a:r>
            <a:endParaRPr dirty="0"/>
          </a:p>
        </p:txBody>
      </p:sp>
      <p:sp>
        <p:nvSpPr>
          <p:cNvPr id="444" name="Google Shape;444;p39">
            <a:extLst>
              <a:ext uri="{FF2B5EF4-FFF2-40B4-BE49-F238E27FC236}">
                <a16:creationId xmlns:a16="http://schemas.microsoft.com/office/drawing/2014/main" id="{9778A350-05A9-BC85-927D-C62D4DD4D826}"/>
              </a:ext>
            </a:extLst>
          </p:cNvPr>
          <p:cNvSpPr/>
          <p:nvPr/>
        </p:nvSpPr>
        <p:spPr>
          <a:xfrm>
            <a:off x="720001" y="621124"/>
            <a:ext cx="466410" cy="65160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9">
            <a:extLst>
              <a:ext uri="{FF2B5EF4-FFF2-40B4-BE49-F238E27FC236}">
                <a16:creationId xmlns:a16="http://schemas.microsoft.com/office/drawing/2014/main" id="{60658BEB-50CC-48F5-AA25-AAD5D1F25710}"/>
              </a:ext>
            </a:extLst>
          </p:cNvPr>
          <p:cNvSpPr/>
          <p:nvPr/>
        </p:nvSpPr>
        <p:spPr>
          <a:xfrm>
            <a:off x="1364125" y="488975"/>
            <a:ext cx="347019" cy="4848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9">
            <a:extLst>
              <a:ext uri="{FF2B5EF4-FFF2-40B4-BE49-F238E27FC236}">
                <a16:creationId xmlns:a16="http://schemas.microsoft.com/office/drawing/2014/main" id="{DFC2B182-529C-CF88-A5DC-02B9892E2F4F}"/>
              </a:ext>
            </a:extLst>
          </p:cNvPr>
          <p:cNvSpPr/>
          <p:nvPr/>
        </p:nvSpPr>
        <p:spPr>
          <a:xfrm>
            <a:off x="8299951" y="728769"/>
            <a:ext cx="347044" cy="34716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9">
            <a:extLst>
              <a:ext uri="{FF2B5EF4-FFF2-40B4-BE49-F238E27FC236}">
                <a16:creationId xmlns:a16="http://schemas.microsoft.com/office/drawing/2014/main" id="{7CA47003-E454-57A7-E591-1A1ED50E0AFC}"/>
              </a:ext>
            </a:extLst>
          </p:cNvPr>
          <p:cNvSpPr/>
          <p:nvPr/>
        </p:nvSpPr>
        <p:spPr>
          <a:xfrm>
            <a:off x="7636625" y="488974"/>
            <a:ext cx="484652" cy="48480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9630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E7341184-3E07-AC81-24D0-0BFBF729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>
            <a:extLst>
              <a:ext uri="{FF2B5EF4-FFF2-40B4-BE49-F238E27FC236}">
                <a16:creationId xmlns:a16="http://schemas.microsoft.com/office/drawing/2014/main" id="{43658669-EEF1-A8D5-60AB-88C073FA45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4825" y="1741381"/>
            <a:ext cx="143435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01</a:t>
            </a:r>
            <a:endParaRPr sz="8000" dirty="0"/>
          </a:p>
        </p:txBody>
      </p:sp>
      <p:sp>
        <p:nvSpPr>
          <p:cNvPr id="427" name="Google Shape;427;p39">
            <a:extLst>
              <a:ext uri="{FF2B5EF4-FFF2-40B4-BE49-F238E27FC236}">
                <a16:creationId xmlns:a16="http://schemas.microsoft.com/office/drawing/2014/main" id="{52DB476A-BCBA-9D52-7127-42C8C207CBB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928282" y="1008634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9" name="Google Shape;429;p39">
            <a:extLst>
              <a:ext uri="{FF2B5EF4-FFF2-40B4-BE49-F238E27FC236}">
                <a16:creationId xmlns:a16="http://schemas.microsoft.com/office/drawing/2014/main" id="{C99AAEC6-D417-4EC8-54AC-012740F59365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3580793" y="1008634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31" name="Google Shape;431;p39">
            <a:extLst>
              <a:ext uri="{FF2B5EF4-FFF2-40B4-BE49-F238E27FC236}">
                <a16:creationId xmlns:a16="http://schemas.microsoft.com/office/drawing/2014/main" id="{5246632F-A140-F213-DAC1-E86C5829C3B0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1450903" y="5053895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3" name="Google Shape;433;p39">
            <a:extLst>
              <a:ext uri="{FF2B5EF4-FFF2-40B4-BE49-F238E27FC236}">
                <a16:creationId xmlns:a16="http://schemas.microsoft.com/office/drawing/2014/main" id="{37236321-0F72-160B-A457-54E6DC228287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10928282" y="2733809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35" name="Google Shape;435;p39">
            <a:extLst>
              <a:ext uri="{FF2B5EF4-FFF2-40B4-BE49-F238E27FC236}">
                <a16:creationId xmlns:a16="http://schemas.microsoft.com/office/drawing/2014/main" id="{80211245-1B0A-51C9-CBB7-5AB332230BBD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13571443" y="2729034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37" name="Google Shape;437;p39">
            <a:extLst>
              <a:ext uri="{FF2B5EF4-FFF2-40B4-BE49-F238E27FC236}">
                <a16:creationId xmlns:a16="http://schemas.microsoft.com/office/drawing/2014/main" id="{E610FC12-2701-8AA1-FB38-02AFF26A7AAD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Big Shoulders Display"/>
                <a:ea typeface="Big Shoulders Display"/>
                <a:cs typeface="Big Shoulders Display"/>
                <a:sym typeface="Big Shoulders Display"/>
              </a:rPr>
              <a:t>TABLE OF </a:t>
            </a:r>
            <a:r>
              <a:rPr lang="en" b="0" dirty="0"/>
              <a:t>CONTENTS</a:t>
            </a:r>
            <a:endParaRPr b="0" dirty="0"/>
          </a:p>
        </p:txBody>
      </p:sp>
      <p:sp>
        <p:nvSpPr>
          <p:cNvPr id="438" name="Google Shape;438;p39">
            <a:extLst>
              <a:ext uri="{FF2B5EF4-FFF2-40B4-BE49-F238E27FC236}">
                <a16:creationId xmlns:a16="http://schemas.microsoft.com/office/drawing/2014/main" id="{65E149C7-F762-213C-C649-12E205D06C2B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298395" y="3682343"/>
            <a:ext cx="854721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Problem Statement</a:t>
            </a:r>
            <a:endParaRPr sz="4800" dirty="0"/>
          </a:p>
        </p:txBody>
      </p:sp>
      <p:sp>
        <p:nvSpPr>
          <p:cNvPr id="439" name="Google Shape;439;p39">
            <a:extLst>
              <a:ext uri="{FF2B5EF4-FFF2-40B4-BE49-F238E27FC236}">
                <a16:creationId xmlns:a16="http://schemas.microsoft.com/office/drawing/2014/main" id="{B910A864-CABB-D5C9-58F0-4529D272D5D1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10138268" y="1778061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440" name="Google Shape;440;p39">
            <a:extLst>
              <a:ext uri="{FF2B5EF4-FFF2-40B4-BE49-F238E27FC236}">
                <a16:creationId xmlns:a16="http://schemas.microsoft.com/office/drawing/2014/main" id="{D4190C1B-79B3-1864-7005-BA86C5F9293F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12787655" y="1777334"/>
            <a:ext cx="2402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Implementation</a:t>
            </a:r>
            <a:endParaRPr dirty="0"/>
          </a:p>
        </p:txBody>
      </p:sp>
      <p:sp>
        <p:nvSpPr>
          <p:cNvPr id="441" name="Google Shape;441;p39">
            <a:extLst>
              <a:ext uri="{FF2B5EF4-FFF2-40B4-BE49-F238E27FC236}">
                <a16:creationId xmlns:a16="http://schemas.microsoft.com/office/drawing/2014/main" id="{C40C50FD-0434-E973-77EC-D9E92EC361CA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10665503" y="5498289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Analysis &amp; Evals</a:t>
            </a:r>
            <a:endParaRPr dirty="0"/>
          </a:p>
        </p:txBody>
      </p:sp>
      <p:sp>
        <p:nvSpPr>
          <p:cNvPr id="442" name="Google Shape;442;p39">
            <a:extLst>
              <a:ext uri="{FF2B5EF4-FFF2-40B4-BE49-F238E27FC236}">
                <a16:creationId xmlns:a16="http://schemas.microsoft.com/office/drawing/2014/main" id="{78283D12-A2C0-8D60-6726-57227306E775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10138268" y="3491296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</a:t>
            </a:r>
            <a:r>
              <a:rPr lang="en-US" dirty="0"/>
              <a:t>e</a:t>
            </a:r>
            <a:r>
              <a:rPr lang="en" dirty="0"/>
              <a:t>nges &amp; Future Dev</a:t>
            </a:r>
            <a:endParaRPr dirty="0"/>
          </a:p>
        </p:txBody>
      </p:sp>
      <p:sp>
        <p:nvSpPr>
          <p:cNvPr id="443" name="Google Shape;443;p39">
            <a:extLst>
              <a:ext uri="{FF2B5EF4-FFF2-40B4-BE49-F238E27FC236}">
                <a16:creationId xmlns:a16="http://schemas.microsoft.com/office/drawing/2014/main" id="{B32EAAE5-ED0F-8619-944B-1103C5281E0B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12781318" y="3213834"/>
            <a:ext cx="2402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444" name="Google Shape;444;p39">
            <a:extLst>
              <a:ext uri="{FF2B5EF4-FFF2-40B4-BE49-F238E27FC236}">
                <a16:creationId xmlns:a16="http://schemas.microsoft.com/office/drawing/2014/main" id="{786628F7-49E9-1C0A-FB9D-BC7FA2138BFB}"/>
              </a:ext>
            </a:extLst>
          </p:cNvPr>
          <p:cNvSpPr/>
          <p:nvPr/>
        </p:nvSpPr>
        <p:spPr>
          <a:xfrm>
            <a:off x="720001" y="621124"/>
            <a:ext cx="466410" cy="65160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9">
            <a:extLst>
              <a:ext uri="{FF2B5EF4-FFF2-40B4-BE49-F238E27FC236}">
                <a16:creationId xmlns:a16="http://schemas.microsoft.com/office/drawing/2014/main" id="{E5D4CBA6-261B-3EED-6EF4-2CEE13327942}"/>
              </a:ext>
            </a:extLst>
          </p:cNvPr>
          <p:cNvSpPr/>
          <p:nvPr/>
        </p:nvSpPr>
        <p:spPr>
          <a:xfrm>
            <a:off x="1364125" y="488975"/>
            <a:ext cx="347019" cy="4848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9">
            <a:extLst>
              <a:ext uri="{FF2B5EF4-FFF2-40B4-BE49-F238E27FC236}">
                <a16:creationId xmlns:a16="http://schemas.microsoft.com/office/drawing/2014/main" id="{EDD383F9-AD16-2A60-2902-4A3E20CB41FD}"/>
              </a:ext>
            </a:extLst>
          </p:cNvPr>
          <p:cNvSpPr/>
          <p:nvPr/>
        </p:nvSpPr>
        <p:spPr>
          <a:xfrm>
            <a:off x="8299951" y="728769"/>
            <a:ext cx="347044" cy="34716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9">
            <a:extLst>
              <a:ext uri="{FF2B5EF4-FFF2-40B4-BE49-F238E27FC236}">
                <a16:creationId xmlns:a16="http://schemas.microsoft.com/office/drawing/2014/main" id="{E0A58ACB-F6B4-B56A-617D-8DDD5A050F7D}"/>
              </a:ext>
            </a:extLst>
          </p:cNvPr>
          <p:cNvSpPr/>
          <p:nvPr/>
        </p:nvSpPr>
        <p:spPr>
          <a:xfrm>
            <a:off x="7636625" y="488974"/>
            <a:ext cx="484652" cy="48480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2788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72">
          <a:extLst>
            <a:ext uri="{FF2B5EF4-FFF2-40B4-BE49-F238E27FC236}">
              <a16:creationId xmlns:a16="http://schemas.microsoft.com/office/drawing/2014/main" id="{2D466A17-5BBF-AA94-8FCB-92D1FBB0B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">
            <a:extLst>
              <a:ext uri="{FF2B5EF4-FFF2-40B4-BE49-F238E27FC236}">
                <a16:creationId xmlns:a16="http://schemas.microsoft.com/office/drawing/2014/main" id="{E3865669-643A-03AE-15F2-8E6D4D6BBD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1550" y="432361"/>
            <a:ext cx="4067400" cy="8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</a:t>
            </a:r>
            <a:r>
              <a:rPr lang="en-US" b="0" dirty="0"/>
              <a:t>PROBLEM</a:t>
            </a:r>
          </a:p>
        </p:txBody>
      </p:sp>
      <p:sp>
        <p:nvSpPr>
          <p:cNvPr id="575" name="Google Shape;575;p41">
            <a:extLst>
              <a:ext uri="{FF2B5EF4-FFF2-40B4-BE49-F238E27FC236}">
                <a16:creationId xmlns:a16="http://schemas.microsoft.com/office/drawing/2014/main" id="{0BDBE865-681A-8DE0-2C92-94D3EFB006D6}"/>
              </a:ext>
            </a:extLst>
          </p:cNvPr>
          <p:cNvSpPr/>
          <p:nvPr/>
        </p:nvSpPr>
        <p:spPr>
          <a:xfrm rot="3041045">
            <a:off x="10376270" y="-1151145"/>
            <a:ext cx="3126694" cy="1823313"/>
          </a:xfrm>
          <a:custGeom>
            <a:avLst/>
            <a:gdLst/>
            <a:ahLst/>
            <a:cxnLst/>
            <a:rect l="l" t="t" r="r" b="b"/>
            <a:pathLst>
              <a:path w="202612" h="118152" extrusionOk="0">
                <a:moveTo>
                  <a:pt x="101306" y="0"/>
                </a:moveTo>
                <a:cubicBezTo>
                  <a:pt x="45366" y="0"/>
                  <a:pt x="0" y="26452"/>
                  <a:pt x="0" y="59076"/>
                </a:cubicBezTo>
                <a:cubicBezTo>
                  <a:pt x="0" y="91732"/>
                  <a:pt x="45366" y="118151"/>
                  <a:pt x="101306" y="118151"/>
                </a:cubicBezTo>
                <a:cubicBezTo>
                  <a:pt x="157246" y="118151"/>
                  <a:pt x="202612" y="91732"/>
                  <a:pt x="202612" y="59076"/>
                </a:cubicBezTo>
                <a:cubicBezTo>
                  <a:pt x="202612" y="26452"/>
                  <a:pt x="157246" y="0"/>
                  <a:pt x="10130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37A4AF60-2DEE-644D-5173-632A18B67AD0}"/>
              </a:ext>
            </a:extLst>
          </p:cNvPr>
          <p:cNvSpPr/>
          <p:nvPr/>
        </p:nvSpPr>
        <p:spPr>
          <a:xfrm rot="3041045">
            <a:off x="-1538273" y="2222762"/>
            <a:ext cx="908061" cy="524562"/>
          </a:xfrm>
          <a:custGeom>
            <a:avLst/>
            <a:gdLst/>
            <a:ahLst/>
            <a:cxnLst/>
            <a:rect l="l" t="t" r="r" b="b"/>
            <a:pathLst>
              <a:path w="58843" h="33992" extrusionOk="0">
                <a:moveTo>
                  <a:pt x="29422" y="1"/>
                </a:moveTo>
                <a:cubicBezTo>
                  <a:pt x="13177" y="1"/>
                  <a:pt x="1" y="7606"/>
                  <a:pt x="1" y="17013"/>
                </a:cubicBezTo>
                <a:cubicBezTo>
                  <a:pt x="1" y="26386"/>
                  <a:pt x="13177" y="33992"/>
                  <a:pt x="29422" y="33992"/>
                </a:cubicBezTo>
                <a:cubicBezTo>
                  <a:pt x="45667" y="33992"/>
                  <a:pt x="58843" y="26386"/>
                  <a:pt x="58843" y="17013"/>
                </a:cubicBezTo>
                <a:cubicBezTo>
                  <a:pt x="58843" y="7606"/>
                  <a:pt x="45667" y="1"/>
                  <a:pt x="29422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1">
            <a:extLst>
              <a:ext uri="{FF2B5EF4-FFF2-40B4-BE49-F238E27FC236}">
                <a16:creationId xmlns:a16="http://schemas.microsoft.com/office/drawing/2014/main" id="{4FA23A83-2854-2DB6-BB0F-D5FDF49DCCDF}"/>
              </a:ext>
            </a:extLst>
          </p:cNvPr>
          <p:cNvSpPr/>
          <p:nvPr/>
        </p:nvSpPr>
        <p:spPr>
          <a:xfrm rot="3041045">
            <a:off x="-3305461" y="121196"/>
            <a:ext cx="1051686" cy="2745340"/>
          </a:xfrm>
          <a:custGeom>
            <a:avLst/>
            <a:gdLst/>
            <a:ahLst/>
            <a:cxnLst/>
            <a:rect l="l" t="t" r="r" b="b"/>
            <a:pathLst>
              <a:path w="68150" h="177900" extrusionOk="0">
                <a:moveTo>
                  <a:pt x="61543" y="1"/>
                </a:moveTo>
                <a:cubicBezTo>
                  <a:pt x="60609" y="1"/>
                  <a:pt x="59632" y="214"/>
                  <a:pt x="58709" y="753"/>
                </a:cubicBezTo>
                <a:lnTo>
                  <a:pt x="3870" y="32376"/>
                </a:lnTo>
                <a:cubicBezTo>
                  <a:pt x="1735" y="33644"/>
                  <a:pt x="1" y="36646"/>
                  <a:pt x="1" y="39114"/>
                </a:cubicBezTo>
                <a:lnTo>
                  <a:pt x="1" y="171909"/>
                </a:lnTo>
                <a:cubicBezTo>
                  <a:pt x="1" y="174411"/>
                  <a:pt x="1535" y="175845"/>
                  <a:pt x="3069" y="176713"/>
                </a:cubicBezTo>
                <a:cubicBezTo>
                  <a:pt x="4058" y="177284"/>
                  <a:pt x="5540" y="177899"/>
                  <a:pt x="7046" y="177899"/>
                </a:cubicBezTo>
                <a:cubicBezTo>
                  <a:pt x="7826" y="177899"/>
                  <a:pt x="8612" y="177734"/>
                  <a:pt x="9341" y="177313"/>
                </a:cubicBezTo>
                <a:lnTo>
                  <a:pt x="64180" y="145624"/>
                </a:lnTo>
                <a:cubicBezTo>
                  <a:pt x="66648" y="144323"/>
                  <a:pt x="68149" y="141721"/>
                  <a:pt x="68049" y="138919"/>
                </a:cubicBezTo>
                <a:lnTo>
                  <a:pt x="68049" y="6124"/>
                </a:lnTo>
                <a:cubicBezTo>
                  <a:pt x="68049" y="2688"/>
                  <a:pt x="66348" y="1754"/>
                  <a:pt x="64847" y="887"/>
                </a:cubicBezTo>
                <a:cubicBezTo>
                  <a:pt x="63985" y="389"/>
                  <a:pt x="62804" y="1"/>
                  <a:pt x="6154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41">
            <a:extLst>
              <a:ext uri="{FF2B5EF4-FFF2-40B4-BE49-F238E27FC236}">
                <a16:creationId xmlns:a16="http://schemas.microsoft.com/office/drawing/2014/main" id="{DE2B2863-1D5F-A759-66BC-A942904EB990}"/>
              </a:ext>
            </a:extLst>
          </p:cNvPr>
          <p:cNvSpPr/>
          <p:nvPr/>
        </p:nvSpPr>
        <p:spPr>
          <a:xfrm rot="3041045">
            <a:off x="-3305461" y="665604"/>
            <a:ext cx="1042411" cy="2200933"/>
          </a:xfrm>
          <a:custGeom>
            <a:avLst/>
            <a:gdLst/>
            <a:ahLst/>
            <a:cxnLst/>
            <a:rect l="l" t="t" r="r" b="b"/>
            <a:pathLst>
              <a:path w="67549" h="142622" extrusionOk="0">
                <a:moveTo>
                  <a:pt x="1135" y="0"/>
                </a:moveTo>
                <a:cubicBezTo>
                  <a:pt x="434" y="1168"/>
                  <a:pt x="34" y="2469"/>
                  <a:pt x="1" y="3836"/>
                </a:cubicBezTo>
                <a:lnTo>
                  <a:pt x="1" y="136631"/>
                </a:lnTo>
                <a:cubicBezTo>
                  <a:pt x="1" y="139133"/>
                  <a:pt x="1535" y="140567"/>
                  <a:pt x="3069" y="141435"/>
                </a:cubicBezTo>
                <a:cubicBezTo>
                  <a:pt x="4058" y="142006"/>
                  <a:pt x="5540" y="142621"/>
                  <a:pt x="7046" y="142621"/>
                </a:cubicBezTo>
                <a:cubicBezTo>
                  <a:pt x="7826" y="142621"/>
                  <a:pt x="8612" y="142456"/>
                  <a:pt x="9341" y="142035"/>
                </a:cubicBezTo>
                <a:lnTo>
                  <a:pt x="64180" y="110346"/>
                </a:lnTo>
                <a:cubicBezTo>
                  <a:pt x="65714" y="109512"/>
                  <a:pt x="66882" y="108211"/>
                  <a:pt x="67549" y="106610"/>
                </a:cubicBezTo>
                <a:lnTo>
                  <a:pt x="67315" y="106476"/>
                </a:lnTo>
                <a:lnTo>
                  <a:pt x="64580" y="104909"/>
                </a:lnTo>
                <a:lnTo>
                  <a:pt x="8173" y="137465"/>
                </a:lnTo>
                <a:lnTo>
                  <a:pt x="8173" y="4070"/>
                </a:lnTo>
                <a:lnTo>
                  <a:pt x="1135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23F70F4E-A6CD-C1E6-1711-958197CEB6E6}"/>
              </a:ext>
            </a:extLst>
          </p:cNvPr>
          <p:cNvSpPr/>
          <p:nvPr/>
        </p:nvSpPr>
        <p:spPr>
          <a:xfrm rot="3041045">
            <a:off x="-3207653" y="191350"/>
            <a:ext cx="938431" cy="2648150"/>
          </a:xfrm>
          <a:custGeom>
            <a:avLst/>
            <a:gdLst/>
            <a:ahLst/>
            <a:cxnLst/>
            <a:rect l="l" t="t" r="r" b="b"/>
            <a:pathLst>
              <a:path w="60811" h="171602" extrusionOk="0">
                <a:moveTo>
                  <a:pt x="59102" y="0"/>
                </a:moveTo>
                <a:cubicBezTo>
                  <a:pt x="58693" y="0"/>
                  <a:pt x="58231" y="132"/>
                  <a:pt x="57742" y="410"/>
                </a:cubicBezTo>
                <a:lnTo>
                  <a:pt x="2736" y="32167"/>
                </a:lnTo>
                <a:cubicBezTo>
                  <a:pt x="1135" y="33234"/>
                  <a:pt x="101" y="34969"/>
                  <a:pt x="0" y="36903"/>
                </a:cubicBezTo>
                <a:lnTo>
                  <a:pt x="0" y="168631"/>
                </a:lnTo>
                <a:cubicBezTo>
                  <a:pt x="0" y="170503"/>
                  <a:pt x="960" y="171601"/>
                  <a:pt x="2330" y="171601"/>
                </a:cubicBezTo>
                <a:cubicBezTo>
                  <a:pt x="2888" y="171601"/>
                  <a:pt x="3513" y="171419"/>
                  <a:pt x="4170" y="171033"/>
                </a:cubicBezTo>
                <a:lnTo>
                  <a:pt x="57742" y="140144"/>
                </a:lnTo>
                <a:cubicBezTo>
                  <a:pt x="59543" y="138943"/>
                  <a:pt x="60710" y="136942"/>
                  <a:pt x="60811" y="134773"/>
                </a:cubicBezTo>
                <a:lnTo>
                  <a:pt x="60811" y="2212"/>
                </a:lnTo>
                <a:cubicBezTo>
                  <a:pt x="60811" y="810"/>
                  <a:pt x="60117" y="0"/>
                  <a:pt x="59102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E72BFD99-B44A-FB64-5D05-5A1FE5CF3584}"/>
              </a:ext>
            </a:extLst>
          </p:cNvPr>
          <p:cNvSpPr/>
          <p:nvPr/>
        </p:nvSpPr>
        <p:spPr>
          <a:xfrm rot="3041045">
            <a:off x="-3165956" y="281657"/>
            <a:ext cx="855546" cy="2467689"/>
          </a:xfrm>
          <a:custGeom>
            <a:avLst/>
            <a:gdLst/>
            <a:ahLst/>
            <a:cxnLst/>
            <a:rect l="l" t="t" r="r" b="b"/>
            <a:pathLst>
              <a:path w="55440" h="159908" extrusionOk="0">
                <a:moveTo>
                  <a:pt x="53387" y="0"/>
                </a:moveTo>
                <a:cubicBezTo>
                  <a:pt x="52897" y="0"/>
                  <a:pt x="52348" y="159"/>
                  <a:pt x="51771" y="496"/>
                </a:cubicBezTo>
                <a:lnTo>
                  <a:pt x="51470" y="663"/>
                </a:lnTo>
                <a:lnTo>
                  <a:pt x="37827" y="8535"/>
                </a:lnTo>
                <a:lnTo>
                  <a:pt x="37727" y="8602"/>
                </a:lnTo>
                <a:cubicBezTo>
                  <a:pt x="37227" y="8935"/>
                  <a:pt x="36927" y="9502"/>
                  <a:pt x="36893" y="10103"/>
                </a:cubicBezTo>
                <a:cubicBezTo>
                  <a:pt x="36860" y="10770"/>
                  <a:pt x="36493" y="11371"/>
                  <a:pt x="35926" y="11737"/>
                </a:cubicBezTo>
                <a:lnTo>
                  <a:pt x="19681" y="21111"/>
                </a:lnTo>
                <a:cubicBezTo>
                  <a:pt x="19506" y="21204"/>
                  <a:pt x="19343" y="21249"/>
                  <a:pt x="19202" y="21249"/>
                </a:cubicBezTo>
                <a:cubicBezTo>
                  <a:pt x="18887" y="21249"/>
                  <a:pt x="18680" y="21025"/>
                  <a:pt x="18680" y="20610"/>
                </a:cubicBezTo>
                <a:cubicBezTo>
                  <a:pt x="18680" y="20212"/>
                  <a:pt x="18483" y="19979"/>
                  <a:pt x="18192" y="19979"/>
                </a:cubicBezTo>
                <a:cubicBezTo>
                  <a:pt x="18069" y="19979"/>
                  <a:pt x="17929" y="20021"/>
                  <a:pt x="17780" y="20110"/>
                </a:cubicBezTo>
                <a:lnTo>
                  <a:pt x="16879" y="20610"/>
                </a:lnTo>
                <a:lnTo>
                  <a:pt x="2936" y="28683"/>
                </a:lnTo>
                <a:cubicBezTo>
                  <a:pt x="2702" y="28783"/>
                  <a:pt x="2502" y="28950"/>
                  <a:pt x="2335" y="29083"/>
                </a:cubicBezTo>
                <a:lnTo>
                  <a:pt x="2069" y="29350"/>
                </a:lnTo>
                <a:cubicBezTo>
                  <a:pt x="834" y="30484"/>
                  <a:pt x="100" y="32085"/>
                  <a:pt x="0" y="33753"/>
                </a:cubicBezTo>
                <a:lnTo>
                  <a:pt x="0" y="157809"/>
                </a:lnTo>
                <a:cubicBezTo>
                  <a:pt x="0" y="159136"/>
                  <a:pt x="658" y="159908"/>
                  <a:pt x="1624" y="159908"/>
                </a:cubicBezTo>
                <a:cubicBezTo>
                  <a:pt x="2018" y="159908"/>
                  <a:pt x="2463" y="159780"/>
                  <a:pt x="2936" y="159510"/>
                </a:cubicBezTo>
                <a:lnTo>
                  <a:pt x="52505" y="130856"/>
                </a:lnTo>
                <a:cubicBezTo>
                  <a:pt x="54239" y="129722"/>
                  <a:pt x="55307" y="127854"/>
                  <a:pt x="55440" y="125786"/>
                </a:cubicBezTo>
                <a:lnTo>
                  <a:pt x="55440" y="2631"/>
                </a:lnTo>
                <a:cubicBezTo>
                  <a:pt x="55440" y="969"/>
                  <a:pt x="54595" y="0"/>
                  <a:pt x="53387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22309082-95C4-D641-0D84-32217B1D5927}"/>
              </a:ext>
            </a:extLst>
          </p:cNvPr>
          <p:cNvSpPr/>
          <p:nvPr/>
        </p:nvSpPr>
        <p:spPr>
          <a:xfrm rot="3041045">
            <a:off x="-3165956" y="294450"/>
            <a:ext cx="789667" cy="2386471"/>
          </a:xfrm>
          <a:custGeom>
            <a:avLst/>
            <a:gdLst/>
            <a:ahLst/>
            <a:cxnLst/>
            <a:rect l="l" t="t" r="r" b="b"/>
            <a:pathLst>
              <a:path w="51171" h="154645" extrusionOk="0">
                <a:moveTo>
                  <a:pt x="51170" y="1"/>
                </a:moveTo>
                <a:lnTo>
                  <a:pt x="37794" y="7706"/>
                </a:lnTo>
                <a:lnTo>
                  <a:pt x="37694" y="7773"/>
                </a:lnTo>
                <a:cubicBezTo>
                  <a:pt x="37194" y="8140"/>
                  <a:pt x="36893" y="8673"/>
                  <a:pt x="36860" y="9307"/>
                </a:cubicBezTo>
                <a:cubicBezTo>
                  <a:pt x="36793" y="9941"/>
                  <a:pt x="36460" y="10542"/>
                  <a:pt x="35893" y="10908"/>
                </a:cubicBezTo>
                <a:lnTo>
                  <a:pt x="19614" y="20282"/>
                </a:lnTo>
                <a:cubicBezTo>
                  <a:pt x="19447" y="20387"/>
                  <a:pt x="19289" y="20436"/>
                  <a:pt x="19151" y="20436"/>
                </a:cubicBezTo>
                <a:cubicBezTo>
                  <a:pt x="18851" y="20436"/>
                  <a:pt x="18647" y="20204"/>
                  <a:pt x="18647" y="19815"/>
                </a:cubicBezTo>
                <a:cubicBezTo>
                  <a:pt x="18647" y="19391"/>
                  <a:pt x="18448" y="19150"/>
                  <a:pt x="18155" y="19150"/>
                </a:cubicBezTo>
                <a:cubicBezTo>
                  <a:pt x="18033" y="19150"/>
                  <a:pt x="17894" y="19193"/>
                  <a:pt x="17746" y="19281"/>
                </a:cubicBezTo>
                <a:lnTo>
                  <a:pt x="16846" y="19815"/>
                </a:lnTo>
                <a:lnTo>
                  <a:pt x="2936" y="27887"/>
                </a:lnTo>
                <a:cubicBezTo>
                  <a:pt x="2702" y="27987"/>
                  <a:pt x="2502" y="28121"/>
                  <a:pt x="2335" y="28288"/>
                </a:cubicBezTo>
                <a:lnTo>
                  <a:pt x="2035" y="28554"/>
                </a:lnTo>
                <a:cubicBezTo>
                  <a:pt x="834" y="29689"/>
                  <a:pt x="67" y="31290"/>
                  <a:pt x="0" y="32958"/>
                </a:cubicBezTo>
                <a:lnTo>
                  <a:pt x="0" y="154645"/>
                </a:lnTo>
                <a:lnTo>
                  <a:pt x="48268" y="126758"/>
                </a:lnTo>
                <a:cubicBezTo>
                  <a:pt x="49969" y="125624"/>
                  <a:pt x="51070" y="123723"/>
                  <a:pt x="51170" y="121688"/>
                </a:cubicBezTo>
                <a:lnTo>
                  <a:pt x="51170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1">
            <a:extLst>
              <a:ext uri="{FF2B5EF4-FFF2-40B4-BE49-F238E27FC236}">
                <a16:creationId xmlns:a16="http://schemas.microsoft.com/office/drawing/2014/main" id="{52EF2DB8-B078-391A-9A3A-39595FCD7DE3}"/>
              </a:ext>
            </a:extLst>
          </p:cNvPr>
          <p:cNvSpPr/>
          <p:nvPr/>
        </p:nvSpPr>
        <p:spPr>
          <a:xfrm rot="3041045">
            <a:off x="-2837025" y="462890"/>
            <a:ext cx="140029" cy="96974"/>
          </a:xfrm>
          <a:custGeom>
            <a:avLst/>
            <a:gdLst/>
            <a:ahLst/>
            <a:cxnLst/>
            <a:rect l="l" t="t" r="r" b="b"/>
            <a:pathLst>
              <a:path w="9074" h="6284" extrusionOk="0">
                <a:moveTo>
                  <a:pt x="8659" y="1"/>
                </a:moveTo>
                <a:cubicBezTo>
                  <a:pt x="8543" y="1"/>
                  <a:pt x="8412" y="42"/>
                  <a:pt x="8273" y="127"/>
                </a:cubicBezTo>
                <a:lnTo>
                  <a:pt x="801" y="4430"/>
                </a:lnTo>
                <a:cubicBezTo>
                  <a:pt x="334" y="4697"/>
                  <a:pt x="34" y="5197"/>
                  <a:pt x="1" y="5731"/>
                </a:cubicBezTo>
                <a:cubicBezTo>
                  <a:pt x="1" y="6080"/>
                  <a:pt x="179" y="6283"/>
                  <a:pt x="435" y="6283"/>
                </a:cubicBezTo>
                <a:cubicBezTo>
                  <a:pt x="545" y="6283"/>
                  <a:pt x="670" y="6245"/>
                  <a:pt x="801" y="6165"/>
                </a:cubicBezTo>
                <a:lnTo>
                  <a:pt x="8273" y="1861"/>
                </a:lnTo>
                <a:cubicBezTo>
                  <a:pt x="8707" y="1561"/>
                  <a:pt x="9007" y="1061"/>
                  <a:pt x="9074" y="527"/>
                </a:cubicBezTo>
                <a:cubicBezTo>
                  <a:pt x="9074" y="187"/>
                  <a:pt x="8904" y="1"/>
                  <a:pt x="865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1">
            <a:extLst>
              <a:ext uri="{FF2B5EF4-FFF2-40B4-BE49-F238E27FC236}">
                <a16:creationId xmlns:a16="http://schemas.microsoft.com/office/drawing/2014/main" id="{429AEC4F-5202-07F3-964B-64AEA2D245C8}"/>
              </a:ext>
            </a:extLst>
          </p:cNvPr>
          <p:cNvSpPr/>
          <p:nvPr/>
        </p:nvSpPr>
        <p:spPr>
          <a:xfrm rot="3041045">
            <a:off x="-2664573" y="423183"/>
            <a:ext cx="28318" cy="36157"/>
          </a:xfrm>
          <a:custGeom>
            <a:avLst/>
            <a:gdLst/>
            <a:ahLst/>
            <a:cxnLst/>
            <a:rect l="l" t="t" r="r" b="b"/>
            <a:pathLst>
              <a:path w="1835" h="2343" extrusionOk="0">
                <a:moveTo>
                  <a:pt x="1317" y="1"/>
                </a:moveTo>
                <a:cubicBezTo>
                  <a:pt x="1190" y="1"/>
                  <a:pt x="1048" y="43"/>
                  <a:pt x="901" y="131"/>
                </a:cubicBezTo>
                <a:cubicBezTo>
                  <a:pt x="367" y="465"/>
                  <a:pt x="34" y="1065"/>
                  <a:pt x="0" y="1699"/>
                </a:cubicBezTo>
                <a:cubicBezTo>
                  <a:pt x="0" y="2108"/>
                  <a:pt x="208" y="2343"/>
                  <a:pt x="511" y="2343"/>
                </a:cubicBezTo>
                <a:cubicBezTo>
                  <a:pt x="629" y="2343"/>
                  <a:pt x="761" y="2308"/>
                  <a:pt x="901" y="2233"/>
                </a:cubicBezTo>
                <a:cubicBezTo>
                  <a:pt x="1435" y="1866"/>
                  <a:pt x="1768" y="1299"/>
                  <a:pt x="1835" y="665"/>
                </a:cubicBezTo>
                <a:cubicBezTo>
                  <a:pt x="1835" y="242"/>
                  <a:pt x="1619" y="1"/>
                  <a:pt x="131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41">
            <a:extLst>
              <a:ext uri="{FF2B5EF4-FFF2-40B4-BE49-F238E27FC236}">
                <a16:creationId xmlns:a16="http://schemas.microsoft.com/office/drawing/2014/main" id="{9EAB5A48-E816-9DDC-7CD3-02E9740ACDBA}"/>
              </a:ext>
            </a:extLst>
          </p:cNvPr>
          <p:cNvSpPr/>
          <p:nvPr/>
        </p:nvSpPr>
        <p:spPr>
          <a:xfrm rot="3041045">
            <a:off x="-3288470" y="927545"/>
            <a:ext cx="62299" cy="237081"/>
          </a:xfrm>
          <a:custGeom>
            <a:avLst/>
            <a:gdLst/>
            <a:ahLst/>
            <a:cxnLst/>
            <a:rect l="l" t="t" r="r" b="b"/>
            <a:pathLst>
              <a:path w="4037" h="15363" extrusionOk="0">
                <a:moveTo>
                  <a:pt x="1979" y="1"/>
                </a:moveTo>
                <a:cubicBezTo>
                  <a:pt x="1836" y="1"/>
                  <a:pt x="1693" y="36"/>
                  <a:pt x="1568" y="105"/>
                </a:cubicBezTo>
                <a:cubicBezTo>
                  <a:pt x="1401" y="205"/>
                  <a:pt x="668" y="605"/>
                  <a:pt x="501" y="739"/>
                </a:cubicBezTo>
                <a:cubicBezTo>
                  <a:pt x="167" y="972"/>
                  <a:pt x="0" y="1339"/>
                  <a:pt x="34" y="1740"/>
                </a:cubicBezTo>
                <a:lnTo>
                  <a:pt x="34" y="12581"/>
                </a:lnTo>
                <a:cubicBezTo>
                  <a:pt x="67" y="13615"/>
                  <a:pt x="601" y="14582"/>
                  <a:pt x="1468" y="15183"/>
                </a:cubicBezTo>
                <a:cubicBezTo>
                  <a:pt x="1648" y="15303"/>
                  <a:pt x="1840" y="15363"/>
                  <a:pt x="2037" y="15363"/>
                </a:cubicBezTo>
                <a:cubicBezTo>
                  <a:pt x="2169" y="15363"/>
                  <a:pt x="2302" y="15336"/>
                  <a:pt x="2435" y="15283"/>
                </a:cubicBezTo>
                <a:cubicBezTo>
                  <a:pt x="2636" y="15183"/>
                  <a:pt x="3336" y="14749"/>
                  <a:pt x="3536" y="14649"/>
                </a:cubicBezTo>
                <a:cubicBezTo>
                  <a:pt x="3870" y="14415"/>
                  <a:pt x="4037" y="14015"/>
                  <a:pt x="3970" y="13615"/>
                </a:cubicBezTo>
                <a:lnTo>
                  <a:pt x="3970" y="2774"/>
                </a:lnTo>
                <a:cubicBezTo>
                  <a:pt x="3937" y="1740"/>
                  <a:pt x="3403" y="772"/>
                  <a:pt x="2536" y="205"/>
                </a:cubicBezTo>
                <a:cubicBezTo>
                  <a:pt x="2380" y="69"/>
                  <a:pt x="2179" y="1"/>
                  <a:pt x="1979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41">
            <a:extLst>
              <a:ext uri="{FF2B5EF4-FFF2-40B4-BE49-F238E27FC236}">
                <a16:creationId xmlns:a16="http://schemas.microsoft.com/office/drawing/2014/main" id="{64D46881-BFB1-019B-4424-A4D103033075}"/>
              </a:ext>
            </a:extLst>
          </p:cNvPr>
          <p:cNvSpPr/>
          <p:nvPr/>
        </p:nvSpPr>
        <p:spPr>
          <a:xfrm rot="3041045">
            <a:off x="-3287961" y="937051"/>
            <a:ext cx="44290" cy="227714"/>
          </a:xfrm>
          <a:custGeom>
            <a:avLst/>
            <a:gdLst/>
            <a:ahLst/>
            <a:cxnLst/>
            <a:rect l="l" t="t" r="r" b="b"/>
            <a:pathLst>
              <a:path w="2870" h="14756" extrusionOk="0">
                <a:moveTo>
                  <a:pt x="823" y="1"/>
                </a:moveTo>
                <a:cubicBezTo>
                  <a:pt x="334" y="1"/>
                  <a:pt x="1" y="422"/>
                  <a:pt x="1" y="1124"/>
                </a:cubicBezTo>
                <a:lnTo>
                  <a:pt x="1" y="11965"/>
                </a:lnTo>
                <a:cubicBezTo>
                  <a:pt x="34" y="12999"/>
                  <a:pt x="568" y="13966"/>
                  <a:pt x="1435" y="14567"/>
                </a:cubicBezTo>
                <a:cubicBezTo>
                  <a:pt x="1655" y="14695"/>
                  <a:pt x="1862" y="14755"/>
                  <a:pt x="2047" y="14755"/>
                </a:cubicBezTo>
                <a:cubicBezTo>
                  <a:pt x="2536" y="14755"/>
                  <a:pt x="2869" y="14334"/>
                  <a:pt x="2869" y="13633"/>
                </a:cubicBezTo>
                <a:lnTo>
                  <a:pt x="2869" y="2791"/>
                </a:lnTo>
                <a:cubicBezTo>
                  <a:pt x="2836" y="1724"/>
                  <a:pt x="2302" y="790"/>
                  <a:pt x="1435" y="190"/>
                </a:cubicBezTo>
                <a:cubicBezTo>
                  <a:pt x="1215" y="61"/>
                  <a:pt x="1008" y="1"/>
                  <a:pt x="82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1">
            <a:extLst>
              <a:ext uri="{FF2B5EF4-FFF2-40B4-BE49-F238E27FC236}">
                <a16:creationId xmlns:a16="http://schemas.microsoft.com/office/drawing/2014/main" id="{264D666C-58D0-B04A-C055-B46992EFF5FC}"/>
              </a:ext>
            </a:extLst>
          </p:cNvPr>
          <p:cNvSpPr/>
          <p:nvPr/>
        </p:nvSpPr>
        <p:spPr>
          <a:xfrm rot="3041045">
            <a:off x="-3288470" y="1219903"/>
            <a:ext cx="62299" cy="237112"/>
          </a:xfrm>
          <a:custGeom>
            <a:avLst/>
            <a:gdLst/>
            <a:ahLst/>
            <a:cxnLst/>
            <a:rect l="l" t="t" r="r" b="b"/>
            <a:pathLst>
              <a:path w="4037" h="15365" extrusionOk="0">
                <a:moveTo>
                  <a:pt x="1995" y="0"/>
                </a:moveTo>
                <a:cubicBezTo>
                  <a:pt x="1846" y="0"/>
                  <a:pt x="1698" y="35"/>
                  <a:pt x="1568" y="107"/>
                </a:cubicBezTo>
                <a:cubicBezTo>
                  <a:pt x="1401" y="207"/>
                  <a:pt x="668" y="607"/>
                  <a:pt x="501" y="741"/>
                </a:cubicBezTo>
                <a:cubicBezTo>
                  <a:pt x="167" y="974"/>
                  <a:pt x="0" y="1341"/>
                  <a:pt x="34" y="1741"/>
                </a:cubicBezTo>
                <a:lnTo>
                  <a:pt x="34" y="12583"/>
                </a:lnTo>
                <a:cubicBezTo>
                  <a:pt x="100" y="13617"/>
                  <a:pt x="601" y="14584"/>
                  <a:pt x="1468" y="15184"/>
                </a:cubicBezTo>
                <a:cubicBezTo>
                  <a:pt x="1648" y="15305"/>
                  <a:pt x="1840" y="15365"/>
                  <a:pt x="2037" y="15365"/>
                </a:cubicBezTo>
                <a:cubicBezTo>
                  <a:pt x="2169" y="15365"/>
                  <a:pt x="2302" y="15338"/>
                  <a:pt x="2435" y="15284"/>
                </a:cubicBezTo>
                <a:cubicBezTo>
                  <a:pt x="2636" y="15184"/>
                  <a:pt x="3336" y="14751"/>
                  <a:pt x="3536" y="14651"/>
                </a:cubicBezTo>
                <a:cubicBezTo>
                  <a:pt x="3870" y="14417"/>
                  <a:pt x="4037" y="14017"/>
                  <a:pt x="3970" y="13617"/>
                </a:cubicBezTo>
                <a:lnTo>
                  <a:pt x="3970" y="2776"/>
                </a:lnTo>
                <a:cubicBezTo>
                  <a:pt x="3937" y="1741"/>
                  <a:pt x="3403" y="774"/>
                  <a:pt x="2536" y="174"/>
                </a:cubicBezTo>
                <a:cubicBezTo>
                  <a:pt x="2384" y="60"/>
                  <a:pt x="2189" y="0"/>
                  <a:pt x="1995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1">
            <a:extLst>
              <a:ext uri="{FF2B5EF4-FFF2-40B4-BE49-F238E27FC236}">
                <a16:creationId xmlns:a16="http://schemas.microsoft.com/office/drawing/2014/main" id="{9A7DB979-AADA-0399-2EF3-8FAFB23A88EC}"/>
              </a:ext>
            </a:extLst>
          </p:cNvPr>
          <p:cNvSpPr/>
          <p:nvPr/>
        </p:nvSpPr>
        <p:spPr>
          <a:xfrm rot="3041045">
            <a:off x="-3287961" y="1229440"/>
            <a:ext cx="44290" cy="227698"/>
          </a:xfrm>
          <a:custGeom>
            <a:avLst/>
            <a:gdLst/>
            <a:ahLst/>
            <a:cxnLst/>
            <a:rect l="l" t="t" r="r" b="b"/>
            <a:pathLst>
              <a:path w="2870" h="14755" extrusionOk="0">
                <a:moveTo>
                  <a:pt x="823" y="1"/>
                </a:moveTo>
                <a:cubicBezTo>
                  <a:pt x="334" y="1"/>
                  <a:pt x="1" y="422"/>
                  <a:pt x="1" y="1123"/>
                </a:cubicBezTo>
                <a:lnTo>
                  <a:pt x="1" y="11965"/>
                </a:lnTo>
                <a:cubicBezTo>
                  <a:pt x="34" y="12999"/>
                  <a:pt x="568" y="13966"/>
                  <a:pt x="1435" y="14566"/>
                </a:cubicBezTo>
                <a:cubicBezTo>
                  <a:pt x="1655" y="14695"/>
                  <a:pt x="1862" y="14755"/>
                  <a:pt x="2047" y="14755"/>
                </a:cubicBezTo>
                <a:cubicBezTo>
                  <a:pt x="2536" y="14755"/>
                  <a:pt x="2869" y="14334"/>
                  <a:pt x="2869" y="13632"/>
                </a:cubicBezTo>
                <a:lnTo>
                  <a:pt x="2869" y="2791"/>
                </a:lnTo>
                <a:cubicBezTo>
                  <a:pt x="2836" y="1724"/>
                  <a:pt x="2302" y="757"/>
                  <a:pt x="1435" y="189"/>
                </a:cubicBezTo>
                <a:cubicBezTo>
                  <a:pt x="1215" y="61"/>
                  <a:pt x="1008" y="1"/>
                  <a:pt x="82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41">
            <a:extLst>
              <a:ext uri="{FF2B5EF4-FFF2-40B4-BE49-F238E27FC236}">
                <a16:creationId xmlns:a16="http://schemas.microsoft.com/office/drawing/2014/main" id="{E1F4E7A1-FE1C-3766-AE3E-B24C752FCD95}"/>
              </a:ext>
            </a:extLst>
          </p:cNvPr>
          <p:cNvSpPr/>
          <p:nvPr/>
        </p:nvSpPr>
        <p:spPr>
          <a:xfrm rot="3041045">
            <a:off x="-3014106" y="382505"/>
            <a:ext cx="883864" cy="2513198"/>
          </a:xfrm>
          <a:custGeom>
            <a:avLst/>
            <a:gdLst/>
            <a:ahLst/>
            <a:cxnLst/>
            <a:rect l="l" t="t" r="r" b="b"/>
            <a:pathLst>
              <a:path w="57275" h="162857" extrusionOk="0">
                <a:moveTo>
                  <a:pt x="54171" y="0"/>
                </a:moveTo>
                <a:cubicBezTo>
                  <a:pt x="53679" y="0"/>
                  <a:pt x="53125" y="158"/>
                  <a:pt x="52538" y="499"/>
                </a:cubicBezTo>
                <a:lnTo>
                  <a:pt x="52238" y="699"/>
                </a:lnTo>
                <a:lnTo>
                  <a:pt x="38395" y="8672"/>
                </a:lnTo>
                <a:cubicBezTo>
                  <a:pt x="38328" y="8705"/>
                  <a:pt x="38328" y="8705"/>
                  <a:pt x="38295" y="8738"/>
                </a:cubicBezTo>
                <a:cubicBezTo>
                  <a:pt x="37794" y="9105"/>
                  <a:pt x="37494" y="9672"/>
                  <a:pt x="37461" y="10273"/>
                </a:cubicBezTo>
                <a:cubicBezTo>
                  <a:pt x="37394" y="10940"/>
                  <a:pt x="37027" y="11540"/>
                  <a:pt x="36460" y="11907"/>
                </a:cubicBezTo>
                <a:lnTo>
                  <a:pt x="19948" y="21447"/>
                </a:lnTo>
                <a:lnTo>
                  <a:pt x="19915" y="21447"/>
                </a:lnTo>
                <a:cubicBezTo>
                  <a:pt x="19948" y="21214"/>
                  <a:pt x="19848" y="21014"/>
                  <a:pt x="19648" y="20880"/>
                </a:cubicBezTo>
                <a:lnTo>
                  <a:pt x="18714" y="20313"/>
                </a:lnTo>
                <a:cubicBezTo>
                  <a:pt x="18622" y="20274"/>
                  <a:pt x="18530" y="20255"/>
                  <a:pt x="18440" y="20255"/>
                </a:cubicBezTo>
                <a:cubicBezTo>
                  <a:pt x="18302" y="20255"/>
                  <a:pt x="18168" y="20299"/>
                  <a:pt x="18047" y="20380"/>
                </a:cubicBezTo>
                <a:lnTo>
                  <a:pt x="17113" y="20914"/>
                </a:lnTo>
                <a:lnTo>
                  <a:pt x="2970" y="29086"/>
                </a:lnTo>
                <a:cubicBezTo>
                  <a:pt x="2769" y="29220"/>
                  <a:pt x="2569" y="29353"/>
                  <a:pt x="2369" y="29520"/>
                </a:cubicBezTo>
                <a:lnTo>
                  <a:pt x="2069" y="29753"/>
                </a:lnTo>
                <a:cubicBezTo>
                  <a:pt x="835" y="30954"/>
                  <a:pt x="101" y="32555"/>
                  <a:pt x="1" y="34257"/>
                </a:cubicBezTo>
                <a:lnTo>
                  <a:pt x="1" y="160180"/>
                </a:lnTo>
                <a:cubicBezTo>
                  <a:pt x="1" y="161114"/>
                  <a:pt x="334" y="161781"/>
                  <a:pt x="868" y="162115"/>
                </a:cubicBezTo>
                <a:lnTo>
                  <a:pt x="1835" y="162648"/>
                </a:lnTo>
                <a:cubicBezTo>
                  <a:pt x="2058" y="162787"/>
                  <a:pt x="2315" y="162857"/>
                  <a:pt x="2597" y="162857"/>
                </a:cubicBezTo>
                <a:cubicBezTo>
                  <a:pt x="2992" y="162857"/>
                  <a:pt x="3437" y="162721"/>
                  <a:pt x="3904" y="162448"/>
                </a:cubicBezTo>
                <a:lnTo>
                  <a:pt x="54239" y="133394"/>
                </a:lnTo>
                <a:cubicBezTo>
                  <a:pt x="56007" y="132260"/>
                  <a:pt x="57142" y="130325"/>
                  <a:pt x="57275" y="128257"/>
                </a:cubicBezTo>
                <a:lnTo>
                  <a:pt x="57275" y="3234"/>
                </a:lnTo>
                <a:cubicBezTo>
                  <a:pt x="57275" y="2033"/>
                  <a:pt x="56841" y="1200"/>
                  <a:pt x="56174" y="799"/>
                </a:cubicBezTo>
                <a:lnTo>
                  <a:pt x="55173" y="266"/>
                </a:lnTo>
                <a:cubicBezTo>
                  <a:pt x="54885" y="92"/>
                  <a:pt x="54546" y="0"/>
                  <a:pt x="541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41">
            <a:extLst>
              <a:ext uri="{FF2B5EF4-FFF2-40B4-BE49-F238E27FC236}">
                <a16:creationId xmlns:a16="http://schemas.microsoft.com/office/drawing/2014/main" id="{2AA8B194-FD5B-770D-0CE6-3046B54F87BD}"/>
              </a:ext>
            </a:extLst>
          </p:cNvPr>
          <p:cNvSpPr/>
          <p:nvPr/>
        </p:nvSpPr>
        <p:spPr>
          <a:xfrm rot="3041045">
            <a:off x="-3013581" y="862237"/>
            <a:ext cx="64351" cy="2033728"/>
          </a:xfrm>
          <a:custGeom>
            <a:avLst/>
            <a:gdLst/>
            <a:ahLst/>
            <a:cxnLst/>
            <a:rect l="l" t="t" r="r" b="b"/>
            <a:pathLst>
              <a:path w="4170" h="131787" extrusionOk="0">
                <a:moveTo>
                  <a:pt x="1001" y="1"/>
                </a:moveTo>
                <a:cubicBezTo>
                  <a:pt x="367" y="935"/>
                  <a:pt x="33" y="2035"/>
                  <a:pt x="0" y="3170"/>
                </a:cubicBezTo>
                <a:lnTo>
                  <a:pt x="0" y="129126"/>
                </a:lnTo>
                <a:cubicBezTo>
                  <a:pt x="0" y="130060"/>
                  <a:pt x="300" y="130728"/>
                  <a:pt x="867" y="131028"/>
                </a:cubicBezTo>
                <a:lnTo>
                  <a:pt x="1801" y="131595"/>
                </a:lnTo>
                <a:cubicBezTo>
                  <a:pt x="2023" y="131720"/>
                  <a:pt x="2279" y="131787"/>
                  <a:pt x="2563" y="131787"/>
                </a:cubicBezTo>
                <a:cubicBezTo>
                  <a:pt x="2962" y="131787"/>
                  <a:pt x="3415" y="131654"/>
                  <a:pt x="3903" y="131361"/>
                </a:cubicBezTo>
                <a:lnTo>
                  <a:pt x="4170" y="131228"/>
                </a:lnTo>
                <a:lnTo>
                  <a:pt x="4170" y="130961"/>
                </a:lnTo>
                <a:lnTo>
                  <a:pt x="3803" y="131228"/>
                </a:lnTo>
                <a:cubicBezTo>
                  <a:pt x="3436" y="131428"/>
                  <a:pt x="3002" y="131561"/>
                  <a:pt x="2569" y="131595"/>
                </a:cubicBezTo>
                <a:cubicBezTo>
                  <a:pt x="2168" y="131595"/>
                  <a:pt x="1801" y="131428"/>
                  <a:pt x="1568" y="131094"/>
                </a:cubicBezTo>
                <a:cubicBezTo>
                  <a:pt x="1268" y="130694"/>
                  <a:pt x="1101" y="130160"/>
                  <a:pt x="1134" y="129660"/>
                </a:cubicBezTo>
                <a:lnTo>
                  <a:pt x="1134" y="3737"/>
                </a:lnTo>
                <a:cubicBezTo>
                  <a:pt x="1168" y="2636"/>
                  <a:pt x="1535" y="1568"/>
                  <a:pt x="2135" y="668"/>
                </a:cubicBezTo>
                <a:lnTo>
                  <a:pt x="1001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1">
            <a:extLst>
              <a:ext uri="{FF2B5EF4-FFF2-40B4-BE49-F238E27FC236}">
                <a16:creationId xmlns:a16="http://schemas.microsoft.com/office/drawing/2014/main" id="{FD421440-0EBC-AFFB-7234-D22F38D32665}"/>
              </a:ext>
            </a:extLst>
          </p:cNvPr>
          <p:cNvSpPr/>
          <p:nvPr/>
        </p:nvSpPr>
        <p:spPr>
          <a:xfrm rot="3041045">
            <a:off x="-2441689" y="524556"/>
            <a:ext cx="28842" cy="42222"/>
          </a:xfrm>
          <a:custGeom>
            <a:avLst/>
            <a:gdLst/>
            <a:ahLst/>
            <a:cxnLst/>
            <a:rect l="l" t="t" r="r" b="b"/>
            <a:pathLst>
              <a:path w="1869" h="2736" extrusionOk="0">
                <a:moveTo>
                  <a:pt x="735" y="0"/>
                </a:moveTo>
                <a:cubicBezTo>
                  <a:pt x="501" y="301"/>
                  <a:pt x="368" y="701"/>
                  <a:pt x="368" y="1068"/>
                </a:cubicBezTo>
                <a:cubicBezTo>
                  <a:pt x="334" y="1435"/>
                  <a:pt x="234" y="1768"/>
                  <a:pt x="1" y="2068"/>
                </a:cubicBezTo>
                <a:lnTo>
                  <a:pt x="1168" y="2736"/>
                </a:lnTo>
                <a:cubicBezTo>
                  <a:pt x="1369" y="2402"/>
                  <a:pt x="1502" y="2002"/>
                  <a:pt x="1535" y="1635"/>
                </a:cubicBezTo>
                <a:cubicBezTo>
                  <a:pt x="1535" y="1268"/>
                  <a:pt x="1669" y="934"/>
                  <a:pt x="1869" y="667"/>
                </a:cubicBezTo>
                <a:lnTo>
                  <a:pt x="73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1">
            <a:extLst>
              <a:ext uri="{FF2B5EF4-FFF2-40B4-BE49-F238E27FC236}">
                <a16:creationId xmlns:a16="http://schemas.microsoft.com/office/drawing/2014/main" id="{C9744B6A-BE3C-7DE0-CC3D-E51DE3930478}"/>
              </a:ext>
            </a:extLst>
          </p:cNvPr>
          <p:cNvSpPr/>
          <p:nvPr/>
        </p:nvSpPr>
        <p:spPr>
          <a:xfrm rot="3041045">
            <a:off x="10288132" y="-773718"/>
            <a:ext cx="862768" cy="2498244"/>
          </a:xfrm>
          <a:custGeom>
            <a:avLst/>
            <a:gdLst/>
            <a:ahLst/>
            <a:cxnLst/>
            <a:rect l="l" t="t" r="r" b="b"/>
            <a:pathLst>
              <a:path w="55908" h="161888" extrusionOk="0">
                <a:moveTo>
                  <a:pt x="54039" y="1"/>
                </a:moveTo>
                <a:cubicBezTo>
                  <a:pt x="53472" y="34"/>
                  <a:pt x="52939" y="201"/>
                  <a:pt x="52472" y="501"/>
                </a:cubicBezTo>
                <a:lnTo>
                  <a:pt x="52171" y="668"/>
                </a:lnTo>
                <a:lnTo>
                  <a:pt x="38328" y="8674"/>
                </a:lnTo>
                <a:cubicBezTo>
                  <a:pt x="38295" y="8674"/>
                  <a:pt x="38262" y="8674"/>
                  <a:pt x="38262" y="8707"/>
                </a:cubicBezTo>
                <a:cubicBezTo>
                  <a:pt x="37828" y="9041"/>
                  <a:pt x="37528" y="9541"/>
                  <a:pt x="37494" y="10075"/>
                </a:cubicBezTo>
                <a:cubicBezTo>
                  <a:pt x="37461" y="10842"/>
                  <a:pt x="37061" y="11509"/>
                  <a:pt x="36427" y="11909"/>
                </a:cubicBezTo>
                <a:lnTo>
                  <a:pt x="19915" y="21416"/>
                </a:lnTo>
                <a:cubicBezTo>
                  <a:pt x="19748" y="21516"/>
                  <a:pt x="19548" y="21583"/>
                  <a:pt x="19348" y="21583"/>
                </a:cubicBezTo>
                <a:cubicBezTo>
                  <a:pt x="18881" y="21583"/>
                  <a:pt x="18547" y="21183"/>
                  <a:pt x="18614" y="20749"/>
                </a:cubicBezTo>
                <a:cubicBezTo>
                  <a:pt x="18614" y="20616"/>
                  <a:pt x="18581" y="20282"/>
                  <a:pt x="18314" y="20282"/>
                </a:cubicBezTo>
                <a:cubicBezTo>
                  <a:pt x="18214" y="20315"/>
                  <a:pt x="18114" y="20349"/>
                  <a:pt x="18014" y="20382"/>
                </a:cubicBezTo>
                <a:lnTo>
                  <a:pt x="17080" y="20916"/>
                </a:lnTo>
                <a:lnTo>
                  <a:pt x="2903" y="29088"/>
                </a:lnTo>
                <a:cubicBezTo>
                  <a:pt x="2703" y="29222"/>
                  <a:pt x="2503" y="29355"/>
                  <a:pt x="2336" y="29489"/>
                </a:cubicBezTo>
                <a:lnTo>
                  <a:pt x="2136" y="29655"/>
                </a:lnTo>
                <a:lnTo>
                  <a:pt x="2069" y="29756"/>
                </a:lnTo>
                <a:cubicBezTo>
                  <a:pt x="868" y="30856"/>
                  <a:pt x="134" y="32424"/>
                  <a:pt x="34" y="34059"/>
                </a:cubicBezTo>
                <a:lnTo>
                  <a:pt x="34" y="159982"/>
                </a:lnTo>
                <a:cubicBezTo>
                  <a:pt x="1" y="160482"/>
                  <a:pt x="134" y="160983"/>
                  <a:pt x="435" y="161416"/>
                </a:cubicBezTo>
                <a:cubicBezTo>
                  <a:pt x="682" y="161695"/>
                  <a:pt x="1015" y="161887"/>
                  <a:pt x="1382" y="161887"/>
                </a:cubicBezTo>
                <a:cubicBezTo>
                  <a:pt x="1410" y="161887"/>
                  <a:pt x="1439" y="161886"/>
                  <a:pt x="1469" y="161883"/>
                </a:cubicBezTo>
                <a:cubicBezTo>
                  <a:pt x="1902" y="161883"/>
                  <a:pt x="2336" y="161750"/>
                  <a:pt x="2703" y="161517"/>
                </a:cubicBezTo>
                <a:lnTo>
                  <a:pt x="53039" y="132462"/>
                </a:lnTo>
                <a:cubicBezTo>
                  <a:pt x="54740" y="131328"/>
                  <a:pt x="55807" y="129494"/>
                  <a:pt x="55907" y="127492"/>
                </a:cubicBezTo>
                <a:lnTo>
                  <a:pt x="55907" y="2469"/>
                </a:lnTo>
                <a:cubicBezTo>
                  <a:pt x="55907" y="968"/>
                  <a:pt x="55207" y="1"/>
                  <a:pt x="54039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41">
            <a:extLst>
              <a:ext uri="{FF2B5EF4-FFF2-40B4-BE49-F238E27FC236}">
                <a16:creationId xmlns:a16="http://schemas.microsoft.com/office/drawing/2014/main" id="{4D67D195-8A63-AB2C-F58E-A835FC996FC3}"/>
              </a:ext>
            </a:extLst>
          </p:cNvPr>
          <p:cNvSpPr/>
          <p:nvPr/>
        </p:nvSpPr>
        <p:spPr>
          <a:xfrm rot="3041045">
            <a:off x="-2107079" y="1474298"/>
            <a:ext cx="427773" cy="186850"/>
          </a:xfrm>
          <a:custGeom>
            <a:avLst/>
            <a:gdLst/>
            <a:ahLst/>
            <a:cxnLst/>
            <a:rect l="l" t="t" r="r" b="b"/>
            <a:pathLst>
              <a:path w="27720" h="12108" extrusionOk="0">
                <a:moveTo>
                  <a:pt x="24217" y="0"/>
                </a:moveTo>
                <a:cubicBezTo>
                  <a:pt x="18850" y="5244"/>
                  <a:pt x="13338" y="7108"/>
                  <a:pt x="8726" y="7108"/>
                </a:cubicBezTo>
                <a:cubicBezTo>
                  <a:pt x="7090" y="7108"/>
                  <a:pt x="5566" y="6874"/>
                  <a:pt x="4203" y="6472"/>
                </a:cubicBezTo>
                <a:cubicBezTo>
                  <a:pt x="4032" y="6423"/>
                  <a:pt x="3861" y="6392"/>
                  <a:pt x="3690" y="6392"/>
                </a:cubicBezTo>
                <a:cubicBezTo>
                  <a:pt x="3628" y="6392"/>
                  <a:pt x="3565" y="6396"/>
                  <a:pt x="3503" y="6405"/>
                </a:cubicBezTo>
                <a:cubicBezTo>
                  <a:pt x="2102" y="6672"/>
                  <a:pt x="934" y="7539"/>
                  <a:pt x="334" y="8807"/>
                </a:cubicBezTo>
                <a:cubicBezTo>
                  <a:pt x="0" y="9574"/>
                  <a:pt x="167" y="10208"/>
                  <a:pt x="701" y="10508"/>
                </a:cubicBezTo>
                <a:cubicBezTo>
                  <a:pt x="767" y="10508"/>
                  <a:pt x="801" y="10541"/>
                  <a:pt x="834" y="10541"/>
                </a:cubicBezTo>
                <a:cubicBezTo>
                  <a:pt x="3114" y="11506"/>
                  <a:pt x="5831" y="12107"/>
                  <a:pt x="8805" y="12107"/>
                </a:cubicBezTo>
                <a:cubicBezTo>
                  <a:pt x="14575" y="12107"/>
                  <a:pt x="21315" y="9843"/>
                  <a:pt x="27720" y="3570"/>
                </a:cubicBezTo>
                <a:lnTo>
                  <a:pt x="24217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41">
            <a:extLst>
              <a:ext uri="{FF2B5EF4-FFF2-40B4-BE49-F238E27FC236}">
                <a16:creationId xmlns:a16="http://schemas.microsoft.com/office/drawing/2014/main" id="{CDEEE50C-044A-449A-A5A9-174B2CFB6B6C}"/>
              </a:ext>
            </a:extLst>
          </p:cNvPr>
          <p:cNvSpPr/>
          <p:nvPr/>
        </p:nvSpPr>
        <p:spPr>
          <a:xfrm rot="3041045">
            <a:off x="-1695479" y="1497724"/>
            <a:ext cx="132514" cy="51111"/>
          </a:xfrm>
          <a:custGeom>
            <a:avLst/>
            <a:gdLst/>
            <a:ahLst/>
            <a:cxnLst/>
            <a:rect l="l" t="t" r="r" b="b"/>
            <a:pathLst>
              <a:path w="8587" h="3312" extrusionOk="0">
                <a:moveTo>
                  <a:pt x="7526" y="0"/>
                </a:moveTo>
                <a:cubicBezTo>
                  <a:pt x="7293" y="0"/>
                  <a:pt x="7056" y="79"/>
                  <a:pt x="6852" y="250"/>
                </a:cubicBezTo>
                <a:cubicBezTo>
                  <a:pt x="6099" y="890"/>
                  <a:pt x="5155" y="1222"/>
                  <a:pt x="4206" y="1222"/>
                </a:cubicBezTo>
                <a:cubicBezTo>
                  <a:pt x="3472" y="1222"/>
                  <a:pt x="2736" y="1024"/>
                  <a:pt x="2082" y="617"/>
                </a:cubicBezTo>
                <a:cubicBezTo>
                  <a:pt x="1895" y="508"/>
                  <a:pt x="1711" y="461"/>
                  <a:pt x="1539" y="461"/>
                </a:cubicBezTo>
                <a:cubicBezTo>
                  <a:pt x="604" y="461"/>
                  <a:pt x="1" y="1860"/>
                  <a:pt x="1014" y="2452"/>
                </a:cubicBezTo>
                <a:cubicBezTo>
                  <a:pt x="1993" y="3028"/>
                  <a:pt x="3084" y="3311"/>
                  <a:pt x="4171" y="3311"/>
                </a:cubicBezTo>
                <a:cubicBezTo>
                  <a:pt x="5603" y="3311"/>
                  <a:pt x="7029" y="2819"/>
                  <a:pt x="8186" y="1851"/>
                </a:cubicBezTo>
                <a:cubicBezTo>
                  <a:pt x="8453" y="1618"/>
                  <a:pt x="8587" y="1251"/>
                  <a:pt x="8553" y="917"/>
                </a:cubicBezTo>
                <a:cubicBezTo>
                  <a:pt x="8485" y="351"/>
                  <a:pt x="8018" y="0"/>
                  <a:pt x="7526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41">
            <a:extLst>
              <a:ext uri="{FF2B5EF4-FFF2-40B4-BE49-F238E27FC236}">
                <a16:creationId xmlns:a16="http://schemas.microsoft.com/office/drawing/2014/main" id="{9A4337C6-13F7-9A28-1A8A-2CE5EC00EC51}"/>
              </a:ext>
            </a:extLst>
          </p:cNvPr>
          <p:cNvSpPr/>
          <p:nvPr/>
        </p:nvSpPr>
        <p:spPr>
          <a:xfrm rot="3041045">
            <a:off x="-1780724" y="1427447"/>
            <a:ext cx="148270" cy="148270"/>
          </a:xfrm>
          <a:custGeom>
            <a:avLst/>
            <a:gdLst/>
            <a:ahLst/>
            <a:cxnLst/>
            <a:rect l="l" t="t" r="r" b="b"/>
            <a:pathLst>
              <a:path w="9608" h="9608" extrusionOk="0">
                <a:moveTo>
                  <a:pt x="4804" y="1"/>
                </a:moveTo>
                <a:cubicBezTo>
                  <a:pt x="2169" y="1"/>
                  <a:pt x="0" y="2136"/>
                  <a:pt x="0" y="4804"/>
                </a:cubicBezTo>
                <a:cubicBezTo>
                  <a:pt x="0" y="7473"/>
                  <a:pt x="2169" y="9608"/>
                  <a:pt x="4804" y="9608"/>
                </a:cubicBezTo>
                <a:cubicBezTo>
                  <a:pt x="7472" y="9608"/>
                  <a:pt x="9607" y="7473"/>
                  <a:pt x="9607" y="4804"/>
                </a:cubicBezTo>
                <a:cubicBezTo>
                  <a:pt x="9607" y="2136"/>
                  <a:pt x="7472" y="1"/>
                  <a:pt x="480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41">
            <a:extLst>
              <a:ext uri="{FF2B5EF4-FFF2-40B4-BE49-F238E27FC236}">
                <a16:creationId xmlns:a16="http://schemas.microsoft.com/office/drawing/2014/main" id="{376E15C7-EA7D-9B24-A702-EC3F4F01DEFD}"/>
              </a:ext>
            </a:extLst>
          </p:cNvPr>
          <p:cNvSpPr/>
          <p:nvPr/>
        </p:nvSpPr>
        <p:spPr>
          <a:xfrm rot="3041045">
            <a:off x="-1787237" y="1439808"/>
            <a:ext cx="171248" cy="136156"/>
          </a:xfrm>
          <a:custGeom>
            <a:avLst/>
            <a:gdLst/>
            <a:ahLst/>
            <a:cxnLst/>
            <a:rect l="l" t="t" r="r" b="b"/>
            <a:pathLst>
              <a:path w="11097" h="8823" extrusionOk="0">
                <a:moveTo>
                  <a:pt x="7894" y="0"/>
                </a:moveTo>
                <a:lnTo>
                  <a:pt x="7894" y="0"/>
                </a:lnTo>
                <a:cubicBezTo>
                  <a:pt x="8595" y="534"/>
                  <a:pt x="9496" y="2969"/>
                  <a:pt x="7461" y="4937"/>
                </a:cubicBezTo>
                <a:cubicBezTo>
                  <a:pt x="6617" y="5733"/>
                  <a:pt x="5533" y="6081"/>
                  <a:pt x="4471" y="6081"/>
                </a:cubicBezTo>
                <a:cubicBezTo>
                  <a:pt x="2551" y="6081"/>
                  <a:pt x="704" y="4945"/>
                  <a:pt x="489" y="3269"/>
                </a:cubicBezTo>
                <a:lnTo>
                  <a:pt x="489" y="3269"/>
                </a:lnTo>
                <a:cubicBezTo>
                  <a:pt x="0" y="6311"/>
                  <a:pt x="2452" y="8822"/>
                  <a:pt x="5253" y="8822"/>
                </a:cubicBezTo>
                <a:cubicBezTo>
                  <a:pt x="5892" y="8822"/>
                  <a:pt x="6549" y="8692"/>
                  <a:pt x="7194" y="8406"/>
                </a:cubicBezTo>
                <a:cubicBezTo>
                  <a:pt x="10696" y="6872"/>
                  <a:pt x="11097" y="2069"/>
                  <a:pt x="7894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41">
            <a:extLst>
              <a:ext uri="{FF2B5EF4-FFF2-40B4-BE49-F238E27FC236}">
                <a16:creationId xmlns:a16="http://schemas.microsoft.com/office/drawing/2014/main" id="{E2800032-9663-F7A5-BC6F-2EE0E8869F70}"/>
              </a:ext>
            </a:extLst>
          </p:cNvPr>
          <p:cNvSpPr/>
          <p:nvPr/>
        </p:nvSpPr>
        <p:spPr>
          <a:xfrm rot="3041045">
            <a:off x="-1770431" y="1446305"/>
            <a:ext cx="40169" cy="54459"/>
          </a:xfrm>
          <a:custGeom>
            <a:avLst/>
            <a:gdLst/>
            <a:ahLst/>
            <a:cxnLst/>
            <a:rect l="l" t="t" r="r" b="b"/>
            <a:pathLst>
              <a:path w="2603" h="3529" extrusionOk="0">
                <a:moveTo>
                  <a:pt x="2381" y="1"/>
                </a:moveTo>
                <a:cubicBezTo>
                  <a:pt x="2354" y="1"/>
                  <a:pt x="2327" y="5"/>
                  <a:pt x="2302" y="13"/>
                </a:cubicBezTo>
                <a:cubicBezTo>
                  <a:pt x="1602" y="46"/>
                  <a:pt x="1068" y="580"/>
                  <a:pt x="601" y="1114"/>
                </a:cubicBezTo>
                <a:cubicBezTo>
                  <a:pt x="568" y="1147"/>
                  <a:pt x="534" y="1181"/>
                  <a:pt x="534" y="1247"/>
                </a:cubicBezTo>
                <a:cubicBezTo>
                  <a:pt x="368" y="1481"/>
                  <a:pt x="234" y="1748"/>
                  <a:pt x="167" y="2048"/>
                </a:cubicBezTo>
                <a:cubicBezTo>
                  <a:pt x="34" y="2348"/>
                  <a:pt x="1" y="2715"/>
                  <a:pt x="101" y="3015"/>
                </a:cubicBezTo>
                <a:cubicBezTo>
                  <a:pt x="188" y="3335"/>
                  <a:pt x="453" y="3528"/>
                  <a:pt x="762" y="3528"/>
                </a:cubicBezTo>
                <a:cubicBezTo>
                  <a:pt x="808" y="3528"/>
                  <a:pt x="854" y="3524"/>
                  <a:pt x="901" y="3516"/>
                </a:cubicBezTo>
                <a:cubicBezTo>
                  <a:pt x="1235" y="3416"/>
                  <a:pt x="1368" y="3049"/>
                  <a:pt x="1468" y="2715"/>
                </a:cubicBezTo>
                <a:cubicBezTo>
                  <a:pt x="1735" y="1914"/>
                  <a:pt x="2102" y="1114"/>
                  <a:pt x="2536" y="380"/>
                </a:cubicBezTo>
                <a:cubicBezTo>
                  <a:pt x="2569" y="313"/>
                  <a:pt x="2602" y="213"/>
                  <a:pt x="2569" y="113"/>
                </a:cubicBezTo>
                <a:cubicBezTo>
                  <a:pt x="2544" y="38"/>
                  <a:pt x="2463" y="1"/>
                  <a:pt x="2381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41">
            <a:extLst>
              <a:ext uri="{FF2B5EF4-FFF2-40B4-BE49-F238E27FC236}">
                <a16:creationId xmlns:a16="http://schemas.microsoft.com/office/drawing/2014/main" id="{7E6E141F-DD5D-730C-B3D8-7F6CC9E32FB8}"/>
              </a:ext>
            </a:extLst>
          </p:cNvPr>
          <p:cNvSpPr/>
          <p:nvPr/>
        </p:nvSpPr>
        <p:spPr>
          <a:xfrm rot="3041045">
            <a:off x="-1723457" y="1368374"/>
            <a:ext cx="96666" cy="100817"/>
          </a:xfrm>
          <a:custGeom>
            <a:avLst/>
            <a:gdLst/>
            <a:ahLst/>
            <a:cxnLst/>
            <a:rect l="l" t="t" r="r" b="b"/>
            <a:pathLst>
              <a:path w="6264" h="6533" extrusionOk="0">
                <a:moveTo>
                  <a:pt x="5160" y="0"/>
                </a:moveTo>
                <a:cubicBezTo>
                  <a:pt x="5084" y="0"/>
                  <a:pt x="5007" y="9"/>
                  <a:pt x="4929" y="26"/>
                </a:cubicBezTo>
                <a:cubicBezTo>
                  <a:pt x="2327" y="593"/>
                  <a:pt x="392" y="2728"/>
                  <a:pt x="92" y="5363"/>
                </a:cubicBezTo>
                <a:cubicBezTo>
                  <a:pt x="1" y="6113"/>
                  <a:pt x="591" y="6532"/>
                  <a:pt x="1171" y="6532"/>
                </a:cubicBezTo>
                <a:cubicBezTo>
                  <a:pt x="1648" y="6532"/>
                  <a:pt x="2118" y="6248"/>
                  <a:pt x="2194" y="5630"/>
                </a:cubicBezTo>
                <a:cubicBezTo>
                  <a:pt x="2394" y="3862"/>
                  <a:pt x="3661" y="2428"/>
                  <a:pt x="5396" y="2061"/>
                </a:cubicBezTo>
                <a:cubicBezTo>
                  <a:pt x="5930" y="1927"/>
                  <a:pt x="6263" y="1460"/>
                  <a:pt x="6197" y="927"/>
                </a:cubicBezTo>
                <a:lnTo>
                  <a:pt x="6163" y="927"/>
                </a:lnTo>
                <a:cubicBezTo>
                  <a:pt x="6105" y="375"/>
                  <a:pt x="5668" y="0"/>
                  <a:pt x="516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41">
            <a:extLst>
              <a:ext uri="{FF2B5EF4-FFF2-40B4-BE49-F238E27FC236}">
                <a16:creationId xmlns:a16="http://schemas.microsoft.com/office/drawing/2014/main" id="{6EF052AE-DEEA-028D-07EB-0B8441C28B93}"/>
              </a:ext>
            </a:extLst>
          </p:cNvPr>
          <p:cNvSpPr/>
          <p:nvPr/>
        </p:nvSpPr>
        <p:spPr>
          <a:xfrm rot="3041045">
            <a:off x="-2047692" y="4471066"/>
            <a:ext cx="818494" cy="854003"/>
          </a:xfrm>
          <a:custGeom>
            <a:avLst/>
            <a:gdLst/>
            <a:ahLst/>
            <a:cxnLst/>
            <a:rect l="l" t="t" r="r" b="b"/>
            <a:pathLst>
              <a:path w="53039" h="55340" extrusionOk="0"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45166" y="55340"/>
                  <a:pt x="53038" y="17913"/>
                  <a:pt x="53038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20266F8A-46CA-A496-52D8-8532F0C1F53B}"/>
              </a:ext>
            </a:extLst>
          </p:cNvPr>
          <p:cNvSpPr/>
          <p:nvPr/>
        </p:nvSpPr>
        <p:spPr>
          <a:xfrm rot="3041045">
            <a:off x="9496671" y="-1369494"/>
            <a:ext cx="818494" cy="854003"/>
          </a:xfrm>
          <a:custGeom>
            <a:avLst/>
            <a:gdLst/>
            <a:ahLst/>
            <a:cxnLst/>
            <a:rect l="l" t="t" r="r" b="b"/>
            <a:pathLst>
              <a:path w="53039" h="55340" extrusionOk="0"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45166" y="55340"/>
                  <a:pt x="53038" y="17913"/>
                  <a:pt x="53038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41">
            <a:extLst>
              <a:ext uri="{FF2B5EF4-FFF2-40B4-BE49-F238E27FC236}">
                <a16:creationId xmlns:a16="http://schemas.microsoft.com/office/drawing/2014/main" id="{623EB3EA-0A04-F407-1882-58D6BFEA52CE}"/>
              </a:ext>
            </a:extLst>
          </p:cNvPr>
          <p:cNvSpPr/>
          <p:nvPr/>
        </p:nvSpPr>
        <p:spPr>
          <a:xfrm rot="3041045">
            <a:off x="-2334098" y="1501582"/>
            <a:ext cx="364981" cy="348515"/>
          </a:xfrm>
          <a:custGeom>
            <a:avLst/>
            <a:gdLst/>
            <a:ahLst/>
            <a:cxnLst/>
            <a:rect l="l" t="t" r="r" b="b"/>
            <a:pathLst>
              <a:path w="23651" h="22584" extrusionOk="0">
                <a:moveTo>
                  <a:pt x="23617" y="0"/>
                </a:moveTo>
                <a:cubicBezTo>
                  <a:pt x="22884" y="10775"/>
                  <a:pt x="19915" y="18113"/>
                  <a:pt x="15211" y="20715"/>
                </a:cubicBezTo>
                <a:cubicBezTo>
                  <a:pt x="14244" y="21249"/>
                  <a:pt x="13068" y="21516"/>
                  <a:pt x="11838" y="21516"/>
                </a:cubicBezTo>
                <a:cubicBezTo>
                  <a:pt x="10608" y="21516"/>
                  <a:pt x="9324" y="21249"/>
                  <a:pt x="8140" y="20715"/>
                </a:cubicBezTo>
                <a:cubicBezTo>
                  <a:pt x="4170" y="18847"/>
                  <a:pt x="1435" y="14411"/>
                  <a:pt x="1035" y="12276"/>
                </a:cubicBezTo>
                <a:lnTo>
                  <a:pt x="1" y="12476"/>
                </a:lnTo>
                <a:cubicBezTo>
                  <a:pt x="468" y="14878"/>
                  <a:pt x="3370" y="19648"/>
                  <a:pt x="7706" y="21649"/>
                </a:cubicBezTo>
                <a:cubicBezTo>
                  <a:pt x="9107" y="22250"/>
                  <a:pt x="10608" y="22550"/>
                  <a:pt x="12143" y="22583"/>
                </a:cubicBezTo>
                <a:cubicBezTo>
                  <a:pt x="13410" y="22583"/>
                  <a:pt x="14644" y="22250"/>
                  <a:pt x="15712" y="21649"/>
                </a:cubicBezTo>
                <a:cubicBezTo>
                  <a:pt x="18947" y="19881"/>
                  <a:pt x="21382" y="16078"/>
                  <a:pt x="22917" y="10641"/>
                </a:cubicBezTo>
                <a:cubicBezTo>
                  <a:pt x="23384" y="7105"/>
                  <a:pt x="23617" y="3570"/>
                  <a:pt x="2365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EDBF4E2C-5783-20FA-F7C0-4CFEB19C940C}"/>
              </a:ext>
            </a:extLst>
          </p:cNvPr>
          <p:cNvSpPr/>
          <p:nvPr/>
        </p:nvSpPr>
        <p:spPr>
          <a:xfrm rot="3041045">
            <a:off x="-2237834" y="1657553"/>
            <a:ext cx="154952" cy="646042"/>
          </a:xfrm>
          <a:custGeom>
            <a:avLst/>
            <a:gdLst/>
            <a:ahLst/>
            <a:cxnLst/>
            <a:rect l="l" t="t" r="r" b="b"/>
            <a:pathLst>
              <a:path w="10041" h="41864" extrusionOk="0">
                <a:moveTo>
                  <a:pt x="9207" y="1"/>
                </a:moveTo>
                <a:cubicBezTo>
                  <a:pt x="9207" y="18714"/>
                  <a:pt x="6105" y="32724"/>
                  <a:pt x="0" y="41864"/>
                </a:cubicBezTo>
                <a:cubicBezTo>
                  <a:pt x="801" y="41230"/>
                  <a:pt x="1535" y="40530"/>
                  <a:pt x="2235" y="39829"/>
                </a:cubicBezTo>
                <a:cubicBezTo>
                  <a:pt x="7406" y="30556"/>
                  <a:pt x="10041" y="17280"/>
                  <a:pt x="10041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1">
            <a:extLst>
              <a:ext uri="{FF2B5EF4-FFF2-40B4-BE49-F238E27FC236}">
                <a16:creationId xmlns:a16="http://schemas.microsoft.com/office/drawing/2014/main" id="{02E60D7D-01C0-F64D-7CAE-6E87118540ED}"/>
              </a:ext>
            </a:extLst>
          </p:cNvPr>
          <p:cNvSpPr/>
          <p:nvPr/>
        </p:nvSpPr>
        <p:spPr>
          <a:xfrm rot="3041045">
            <a:off x="-2788121" y="1501582"/>
            <a:ext cx="644515" cy="854003"/>
          </a:xfrm>
          <a:custGeom>
            <a:avLst/>
            <a:gdLst/>
            <a:ahLst/>
            <a:cxnLst/>
            <a:rect l="l" t="t" r="r" b="b"/>
            <a:pathLst>
              <a:path w="41765" h="55340" extrusionOk="0">
                <a:moveTo>
                  <a:pt x="41764" y="44832"/>
                </a:moveTo>
                <a:cubicBezTo>
                  <a:pt x="41763" y="44834"/>
                  <a:pt x="41762" y="44836"/>
                  <a:pt x="41760" y="44838"/>
                </a:cubicBezTo>
                <a:lnTo>
                  <a:pt x="41760" y="44838"/>
                </a:lnTo>
                <a:cubicBezTo>
                  <a:pt x="41763" y="44834"/>
                  <a:pt x="41764" y="44832"/>
                  <a:pt x="41764" y="44832"/>
                </a:cubicBezTo>
                <a:close/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32789" y="55340"/>
                  <a:pt x="37825" y="51139"/>
                  <a:pt x="41760" y="44838"/>
                </a:cubicBezTo>
                <a:lnTo>
                  <a:pt x="41760" y="44838"/>
                </a:lnTo>
                <a:cubicBezTo>
                  <a:pt x="41617" y="45028"/>
                  <a:pt x="36831" y="50438"/>
                  <a:pt x="31144" y="50438"/>
                </a:cubicBezTo>
                <a:cubicBezTo>
                  <a:pt x="29083" y="50438"/>
                  <a:pt x="26904" y="49728"/>
                  <a:pt x="24785" y="47801"/>
                </a:cubicBezTo>
                <a:cubicBezTo>
                  <a:pt x="16679" y="40463"/>
                  <a:pt x="15145" y="19047"/>
                  <a:pt x="17413" y="14377"/>
                </a:cubicBezTo>
                <a:lnTo>
                  <a:pt x="17413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41">
            <a:extLst>
              <a:ext uri="{FF2B5EF4-FFF2-40B4-BE49-F238E27FC236}">
                <a16:creationId xmlns:a16="http://schemas.microsoft.com/office/drawing/2014/main" id="{6056B14E-168F-6C6E-0378-F10B67D5784D}"/>
              </a:ext>
            </a:extLst>
          </p:cNvPr>
          <p:cNvSpPr/>
          <p:nvPr/>
        </p:nvSpPr>
        <p:spPr>
          <a:xfrm rot="3041045">
            <a:off x="-2788121" y="1264656"/>
            <a:ext cx="818494" cy="472834"/>
          </a:xfrm>
          <a:custGeom>
            <a:avLst/>
            <a:gdLst/>
            <a:ahLst/>
            <a:cxnLst/>
            <a:rect l="l" t="t" r="r" b="b"/>
            <a:pathLst>
              <a:path w="53039" h="30640" extrusionOk="0">
                <a:moveTo>
                  <a:pt x="26532" y="1"/>
                </a:moveTo>
                <a:cubicBezTo>
                  <a:pt x="19748" y="1"/>
                  <a:pt x="12960" y="1493"/>
                  <a:pt x="7773" y="4479"/>
                </a:cubicBezTo>
                <a:cubicBezTo>
                  <a:pt x="2602" y="7481"/>
                  <a:pt x="1" y="11384"/>
                  <a:pt x="1" y="15320"/>
                </a:cubicBezTo>
                <a:cubicBezTo>
                  <a:pt x="1" y="19256"/>
                  <a:pt x="2602" y="23192"/>
                  <a:pt x="7773" y="26161"/>
                </a:cubicBezTo>
                <a:cubicBezTo>
                  <a:pt x="12943" y="29146"/>
                  <a:pt x="19731" y="30639"/>
                  <a:pt x="26519" y="30639"/>
                </a:cubicBezTo>
                <a:cubicBezTo>
                  <a:pt x="33308" y="30639"/>
                  <a:pt x="40096" y="29146"/>
                  <a:pt x="45266" y="26161"/>
                </a:cubicBezTo>
                <a:cubicBezTo>
                  <a:pt x="50470" y="23192"/>
                  <a:pt x="53038" y="19256"/>
                  <a:pt x="53038" y="15320"/>
                </a:cubicBezTo>
                <a:cubicBezTo>
                  <a:pt x="53038" y="11384"/>
                  <a:pt x="50470" y="7481"/>
                  <a:pt x="45266" y="4479"/>
                </a:cubicBezTo>
                <a:cubicBezTo>
                  <a:pt x="40096" y="1493"/>
                  <a:pt x="33316" y="1"/>
                  <a:pt x="26532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41">
            <a:extLst>
              <a:ext uri="{FF2B5EF4-FFF2-40B4-BE49-F238E27FC236}">
                <a16:creationId xmlns:a16="http://schemas.microsoft.com/office/drawing/2014/main" id="{CEEF7FF8-883A-A136-9768-1C5CFC1934CA}"/>
              </a:ext>
            </a:extLst>
          </p:cNvPr>
          <p:cNvSpPr/>
          <p:nvPr/>
        </p:nvSpPr>
        <p:spPr>
          <a:xfrm rot="3041045">
            <a:off x="-2788121" y="1264656"/>
            <a:ext cx="818494" cy="472834"/>
          </a:xfrm>
          <a:custGeom>
            <a:avLst/>
            <a:gdLst/>
            <a:ahLst/>
            <a:cxnLst/>
            <a:rect l="l" t="t" r="r" b="b"/>
            <a:pathLst>
              <a:path w="53039" h="30640" extrusionOk="0">
                <a:moveTo>
                  <a:pt x="26532" y="1"/>
                </a:moveTo>
                <a:cubicBezTo>
                  <a:pt x="19748" y="1"/>
                  <a:pt x="12960" y="1493"/>
                  <a:pt x="7773" y="4479"/>
                </a:cubicBezTo>
                <a:cubicBezTo>
                  <a:pt x="2602" y="7481"/>
                  <a:pt x="1" y="11384"/>
                  <a:pt x="1" y="15320"/>
                </a:cubicBezTo>
                <a:cubicBezTo>
                  <a:pt x="1" y="19256"/>
                  <a:pt x="2602" y="23192"/>
                  <a:pt x="7773" y="26161"/>
                </a:cubicBezTo>
                <a:cubicBezTo>
                  <a:pt x="12943" y="29146"/>
                  <a:pt x="19731" y="30639"/>
                  <a:pt x="26519" y="30639"/>
                </a:cubicBezTo>
                <a:cubicBezTo>
                  <a:pt x="33308" y="30639"/>
                  <a:pt x="40096" y="29146"/>
                  <a:pt x="45266" y="26161"/>
                </a:cubicBezTo>
                <a:cubicBezTo>
                  <a:pt x="50470" y="23192"/>
                  <a:pt x="53038" y="19256"/>
                  <a:pt x="53038" y="15320"/>
                </a:cubicBezTo>
                <a:cubicBezTo>
                  <a:pt x="53038" y="11384"/>
                  <a:pt x="50470" y="7481"/>
                  <a:pt x="45266" y="4479"/>
                </a:cubicBezTo>
                <a:cubicBezTo>
                  <a:pt x="40096" y="1493"/>
                  <a:pt x="33316" y="1"/>
                  <a:pt x="26532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41">
            <a:extLst>
              <a:ext uri="{FF2B5EF4-FFF2-40B4-BE49-F238E27FC236}">
                <a16:creationId xmlns:a16="http://schemas.microsoft.com/office/drawing/2014/main" id="{35F9F135-32BD-C3C6-D63E-89000C460CCD}"/>
              </a:ext>
            </a:extLst>
          </p:cNvPr>
          <p:cNvSpPr/>
          <p:nvPr/>
        </p:nvSpPr>
        <p:spPr>
          <a:xfrm rot="3041045">
            <a:off x="-2788121" y="1265165"/>
            <a:ext cx="771643" cy="472927"/>
          </a:xfrm>
          <a:custGeom>
            <a:avLst/>
            <a:gdLst/>
            <a:ahLst/>
            <a:cxnLst/>
            <a:rect l="l" t="t" r="r" b="b"/>
            <a:pathLst>
              <a:path w="50003" h="30646" extrusionOk="0">
                <a:moveTo>
                  <a:pt x="26503" y="1"/>
                </a:moveTo>
                <a:cubicBezTo>
                  <a:pt x="19715" y="1"/>
                  <a:pt x="12926" y="1494"/>
                  <a:pt x="7739" y="4479"/>
                </a:cubicBezTo>
                <a:cubicBezTo>
                  <a:pt x="2569" y="7481"/>
                  <a:pt x="1" y="11384"/>
                  <a:pt x="1" y="15320"/>
                </a:cubicBezTo>
                <a:cubicBezTo>
                  <a:pt x="1" y="19256"/>
                  <a:pt x="2569" y="23159"/>
                  <a:pt x="7739" y="26161"/>
                </a:cubicBezTo>
                <a:cubicBezTo>
                  <a:pt x="12925" y="29155"/>
                  <a:pt x="19717" y="30645"/>
                  <a:pt x="26500" y="30645"/>
                </a:cubicBezTo>
                <a:cubicBezTo>
                  <a:pt x="31281" y="30645"/>
                  <a:pt x="36057" y="29905"/>
                  <a:pt x="40263" y="28430"/>
                </a:cubicBezTo>
                <a:lnTo>
                  <a:pt x="40263" y="28430"/>
                </a:lnTo>
                <a:cubicBezTo>
                  <a:pt x="37286" y="29345"/>
                  <a:pt x="34054" y="29765"/>
                  <a:pt x="30928" y="29765"/>
                </a:cubicBezTo>
                <a:cubicBezTo>
                  <a:pt x="23124" y="29765"/>
                  <a:pt x="15988" y="27151"/>
                  <a:pt x="15178" y="23126"/>
                </a:cubicBezTo>
                <a:lnTo>
                  <a:pt x="15178" y="23126"/>
                </a:lnTo>
                <a:cubicBezTo>
                  <a:pt x="17785" y="24208"/>
                  <a:pt x="22064" y="25024"/>
                  <a:pt x="26762" y="25024"/>
                </a:cubicBezTo>
                <a:cubicBezTo>
                  <a:pt x="33363" y="25024"/>
                  <a:pt x="40791" y="23411"/>
                  <a:pt x="45566" y="18656"/>
                </a:cubicBezTo>
                <a:cubicBezTo>
                  <a:pt x="48569" y="15787"/>
                  <a:pt x="50003" y="11684"/>
                  <a:pt x="49436" y="7581"/>
                </a:cubicBezTo>
                <a:cubicBezTo>
                  <a:pt x="48168" y="6381"/>
                  <a:pt x="46767" y="5346"/>
                  <a:pt x="45266" y="4479"/>
                </a:cubicBezTo>
                <a:cubicBezTo>
                  <a:pt x="40079" y="1494"/>
                  <a:pt x="33291" y="1"/>
                  <a:pt x="2650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41">
            <a:extLst>
              <a:ext uri="{FF2B5EF4-FFF2-40B4-BE49-F238E27FC236}">
                <a16:creationId xmlns:a16="http://schemas.microsoft.com/office/drawing/2014/main" id="{0B4D960F-F412-E98A-9931-A3527312F900}"/>
              </a:ext>
            </a:extLst>
          </p:cNvPr>
          <p:cNvSpPr/>
          <p:nvPr/>
        </p:nvSpPr>
        <p:spPr>
          <a:xfrm rot="3041045">
            <a:off x="-2867395" y="1671765"/>
            <a:ext cx="267698" cy="280321"/>
          </a:xfrm>
          <a:custGeom>
            <a:avLst/>
            <a:gdLst/>
            <a:ahLst/>
            <a:cxnLst/>
            <a:rect l="l" t="t" r="r" b="b"/>
            <a:pathLst>
              <a:path w="17347" h="18165" extrusionOk="0">
                <a:moveTo>
                  <a:pt x="7548" y="1"/>
                </a:moveTo>
                <a:cubicBezTo>
                  <a:pt x="6888" y="1"/>
                  <a:pt x="6289" y="154"/>
                  <a:pt x="5771" y="447"/>
                </a:cubicBezTo>
                <a:cubicBezTo>
                  <a:pt x="1402" y="3182"/>
                  <a:pt x="1" y="8887"/>
                  <a:pt x="2569" y="13356"/>
                </a:cubicBezTo>
                <a:cubicBezTo>
                  <a:pt x="4336" y="16432"/>
                  <a:pt x="7572" y="18165"/>
                  <a:pt x="10896" y="18165"/>
                </a:cubicBezTo>
                <a:cubicBezTo>
                  <a:pt x="12404" y="18165"/>
                  <a:pt x="13929" y="17808"/>
                  <a:pt x="15345" y="17059"/>
                </a:cubicBezTo>
                <a:cubicBezTo>
                  <a:pt x="16579" y="16325"/>
                  <a:pt x="17346" y="14824"/>
                  <a:pt x="17346" y="12656"/>
                </a:cubicBezTo>
                <a:cubicBezTo>
                  <a:pt x="17346" y="8319"/>
                  <a:pt x="14311" y="3082"/>
                  <a:pt x="10575" y="914"/>
                </a:cubicBezTo>
                <a:cubicBezTo>
                  <a:pt x="9490" y="294"/>
                  <a:pt x="8461" y="1"/>
                  <a:pt x="7548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41">
            <a:extLst>
              <a:ext uri="{FF2B5EF4-FFF2-40B4-BE49-F238E27FC236}">
                <a16:creationId xmlns:a16="http://schemas.microsoft.com/office/drawing/2014/main" id="{55CA3CC9-7017-CF25-28B1-C4197F505D13}"/>
              </a:ext>
            </a:extLst>
          </p:cNvPr>
          <p:cNvSpPr/>
          <p:nvPr/>
        </p:nvSpPr>
        <p:spPr>
          <a:xfrm rot="3041045">
            <a:off x="-2862873" y="1788307"/>
            <a:ext cx="263176" cy="166649"/>
          </a:xfrm>
          <a:custGeom>
            <a:avLst/>
            <a:gdLst/>
            <a:ahLst/>
            <a:cxnLst/>
            <a:rect l="l" t="t" r="r" b="b"/>
            <a:pathLst>
              <a:path w="17054" h="10799" extrusionOk="0">
                <a:moveTo>
                  <a:pt x="775" y="0"/>
                </a:moveTo>
                <a:lnTo>
                  <a:pt x="775" y="0"/>
                </a:lnTo>
                <a:cubicBezTo>
                  <a:pt x="0" y="6069"/>
                  <a:pt x="4863" y="10798"/>
                  <a:pt x="10288" y="10798"/>
                </a:cubicBezTo>
                <a:cubicBezTo>
                  <a:pt x="11870" y="10798"/>
                  <a:pt x="13500" y="10396"/>
                  <a:pt x="15052" y="9507"/>
                </a:cubicBezTo>
                <a:cubicBezTo>
                  <a:pt x="16286" y="8773"/>
                  <a:pt x="17053" y="7272"/>
                  <a:pt x="17053" y="5104"/>
                </a:cubicBezTo>
                <a:cubicBezTo>
                  <a:pt x="17020" y="4170"/>
                  <a:pt x="16920" y="3269"/>
                  <a:pt x="16686" y="2369"/>
                </a:cubicBezTo>
                <a:cubicBezTo>
                  <a:pt x="16686" y="5104"/>
                  <a:pt x="15018" y="7906"/>
                  <a:pt x="9781" y="8373"/>
                </a:cubicBezTo>
                <a:cubicBezTo>
                  <a:pt x="9531" y="8395"/>
                  <a:pt x="9285" y="8406"/>
                  <a:pt x="9042" y="8406"/>
                </a:cubicBezTo>
                <a:cubicBezTo>
                  <a:pt x="4525" y="8406"/>
                  <a:pt x="1313" y="4654"/>
                  <a:pt x="775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41">
            <a:extLst>
              <a:ext uri="{FF2B5EF4-FFF2-40B4-BE49-F238E27FC236}">
                <a16:creationId xmlns:a16="http://schemas.microsoft.com/office/drawing/2014/main" id="{5A8CD7CD-DF6F-310F-CFC3-493E34554E57}"/>
              </a:ext>
            </a:extLst>
          </p:cNvPr>
          <p:cNvSpPr/>
          <p:nvPr/>
        </p:nvSpPr>
        <p:spPr>
          <a:xfrm rot="3041045">
            <a:off x="-2832395" y="1802119"/>
            <a:ext cx="83934" cy="108270"/>
          </a:xfrm>
          <a:custGeom>
            <a:avLst/>
            <a:gdLst/>
            <a:ahLst/>
            <a:cxnLst/>
            <a:rect l="l" t="t" r="r" b="b"/>
            <a:pathLst>
              <a:path w="5439" h="7016" extrusionOk="0">
                <a:moveTo>
                  <a:pt x="1517" y="1"/>
                </a:moveTo>
                <a:cubicBezTo>
                  <a:pt x="621" y="1"/>
                  <a:pt x="1" y="711"/>
                  <a:pt x="1" y="1941"/>
                </a:cubicBezTo>
                <a:cubicBezTo>
                  <a:pt x="101" y="3842"/>
                  <a:pt x="1135" y="5610"/>
                  <a:pt x="2736" y="6644"/>
                </a:cubicBezTo>
                <a:cubicBezTo>
                  <a:pt x="3173" y="6896"/>
                  <a:pt x="3584" y="7016"/>
                  <a:pt x="3948" y="7016"/>
                </a:cubicBezTo>
                <a:cubicBezTo>
                  <a:pt x="4834" y="7016"/>
                  <a:pt x="5438" y="6306"/>
                  <a:pt x="5438" y="5076"/>
                </a:cubicBezTo>
                <a:cubicBezTo>
                  <a:pt x="5338" y="3175"/>
                  <a:pt x="4337" y="1407"/>
                  <a:pt x="2736" y="373"/>
                </a:cubicBezTo>
                <a:cubicBezTo>
                  <a:pt x="2299" y="120"/>
                  <a:pt x="1885" y="1"/>
                  <a:pt x="151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41">
            <a:extLst>
              <a:ext uri="{FF2B5EF4-FFF2-40B4-BE49-F238E27FC236}">
                <a16:creationId xmlns:a16="http://schemas.microsoft.com/office/drawing/2014/main" id="{006CD150-91AC-8F22-D0F0-9EB1D22FA26F}"/>
              </a:ext>
            </a:extLst>
          </p:cNvPr>
          <p:cNvSpPr/>
          <p:nvPr/>
        </p:nvSpPr>
        <p:spPr>
          <a:xfrm rot="3041045">
            <a:off x="-2817457" y="1802196"/>
            <a:ext cx="69505" cy="99443"/>
          </a:xfrm>
          <a:custGeom>
            <a:avLst/>
            <a:gdLst/>
            <a:ahLst/>
            <a:cxnLst/>
            <a:rect l="l" t="t" r="r" b="b"/>
            <a:pathLst>
              <a:path w="4504" h="6444" extrusionOk="0">
                <a:moveTo>
                  <a:pt x="400" y="1"/>
                </a:moveTo>
                <a:cubicBezTo>
                  <a:pt x="134" y="435"/>
                  <a:pt x="0" y="902"/>
                  <a:pt x="34" y="1369"/>
                </a:cubicBezTo>
                <a:cubicBezTo>
                  <a:pt x="134" y="3270"/>
                  <a:pt x="1134" y="5038"/>
                  <a:pt x="2735" y="6072"/>
                </a:cubicBezTo>
                <a:cubicBezTo>
                  <a:pt x="3095" y="6312"/>
                  <a:pt x="3509" y="6444"/>
                  <a:pt x="3953" y="6444"/>
                </a:cubicBezTo>
                <a:cubicBezTo>
                  <a:pt x="4002" y="6444"/>
                  <a:pt x="4053" y="6442"/>
                  <a:pt x="4103" y="6439"/>
                </a:cubicBezTo>
                <a:cubicBezTo>
                  <a:pt x="4370" y="6039"/>
                  <a:pt x="4503" y="5538"/>
                  <a:pt x="4470" y="5071"/>
                </a:cubicBezTo>
                <a:cubicBezTo>
                  <a:pt x="4370" y="3170"/>
                  <a:pt x="3369" y="1402"/>
                  <a:pt x="1768" y="368"/>
                </a:cubicBezTo>
                <a:cubicBezTo>
                  <a:pt x="1334" y="101"/>
                  <a:pt x="867" y="1"/>
                  <a:pt x="400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1">
            <a:extLst>
              <a:ext uri="{FF2B5EF4-FFF2-40B4-BE49-F238E27FC236}">
                <a16:creationId xmlns:a16="http://schemas.microsoft.com/office/drawing/2014/main" id="{64FF3F17-144A-3547-9612-72C64E2E94E2}"/>
              </a:ext>
            </a:extLst>
          </p:cNvPr>
          <p:cNvSpPr/>
          <p:nvPr/>
        </p:nvSpPr>
        <p:spPr>
          <a:xfrm rot="3041045">
            <a:off x="-2815404" y="1838754"/>
            <a:ext cx="67453" cy="62885"/>
          </a:xfrm>
          <a:custGeom>
            <a:avLst/>
            <a:gdLst/>
            <a:ahLst/>
            <a:cxnLst/>
            <a:rect l="l" t="t" r="r" b="b"/>
            <a:pathLst>
              <a:path w="4371" h="4075" extrusionOk="0">
                <a:moveTo>
                  <a:pt x="1" y="0"/>
                </a:moveTo>
                <a:cubicBezTo>
                  <a:pt x="368" y="1535"/>
                  <a:pt x="1302" y="2836"/>
                  <a:pt x="2602" y="3703"/>
                </a:cubicBezTo>
                <a:cubicBezTo>
                  <a:pt x="2962" y="3943"/>
                  <a:pt x="3376" y="4075"/>
                  <a:pt x="3820" y="4075"/>
                </a:cubicBezTo>
                <a:cubicBezTo>
                  <a:pt x="3869" y="4075"/>
                  <a:pt x="3920" y="4073"/>
                  <a:pt x="3970" y="4070"/>
                </a:cubicBezTo>
                <a:cubicBezTo>
                  <a:pt x="4237" y="3670"/>
                  <a:pt x="4370" y="3169"/>
                  <a:pt x="4337" y="2702"/>
                </a:cubicBezTo>
                <a:cubicBezTo>
                  <a:pt x="4337" y="2235"/>
                  <a:pt x="4237" y="1768"/>
                  <a:pt x="4104" y="1335"/>
                </a:cubicBezTo>
                <a:cubicBezTo>
                  <a:pt x="3847" y="1807"/>
                  <a:pt x="3401" y="2001"/>
                  <a:pt x="2894" y="2001"/>
                </a:cubicBezTo>
                <a:cubicBezTo>
                  <a:pt x="1753" y="2001"/>
                  <a:pt x="301" y="1017"/>
                  <a:pt x="1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41">
            <a:extLst>
              <a:ext uri="{FF2B5EF4-FFF2-40B4-BE49-F238E27FC236}">
                <a16:creationId xmlns:a16="http://schemas.microsoft.com/office/drawing/2014/main" id="{AFAC7FA7-40C7-0FA4-57AA-975AFF7B9327}"/>
              </a:ext>
            </a:extLst>
          </p:cNvPr>
          <p:cNvSpPr/>
          <p:nvPr/>
        </p:nvSpPr>
        <p:spPr>
          <a:xfrm rot="3041045">
            <a:off x="-2889015" y="1819341"/>
            <a:ext cx="189442" cy="433807"/>
          </a:xfrm>
          <a:custGeom>
            <a:avLst/>
            <a:gdLst/>
            <a:ahLst/>
            <a:cxnLst/>
            <a:rect l="l" t="t" r="r" b="b"/>
            <a:pathLst>
              <a:path w="12276" h="28111" extrusionOk="0">
                <a:moveTo>
                  <a:pt x="5505" y="0"/>
                </a:moveTo>
                <a:cubicBezTo>
                  <a:pt x="5150" y="0"/>
                  <a:pt x="4861" y="153"/>
                  <a:pt x="4671" y="458"/>
                </a:cubicBezTo>
                <a:cubicBezTo>
                  <a:pt x="4637" y="491"/>
                  <a:pt x="4604" y="524"/>
                  <a:pt x="4570" y="591"/>
                </a:cubicBezTo>
                <a:cubicBezTo>
                  <a:pt x="1001" y="6896"/>
                  <a:pt x="1" y="17303"/>
                  <a:pt x="8306" y="28111"/>
                </a:cubicBezTo>
                <a:lnTo>
                  <a:pt x="12276" y="25042"/>
                </a:lnTo>
                <a:cubicBezTo>
                  <a:pt x="6072" y="16970"/>
                  <a:pt x="6072" y="9397"/>
                  <a:pt x="8240" y="4427"/>
                </a:cubicBezTo>
                <a:cubicBezTo>
                  <a:pt x="8340" y="4194"/>
                  <a:pt x="8373" y="3927"/>
                  <a:pt x="8373" y="3693"/>
                </a:cubicBezTo>
                <a:cubicBezTo>
                  <a:pt x="8306" y="2292"/>
                  <a:pt x="7573" y="1025"/>
                  <a:pt x="6405" y="258"/>
                </a:cubicBezTo>
                <a:cubicBezTo>
                  <a:pt x="6076" y="86"/>
                  <a:pt x="5772" y="0"/>
                  <a:pt x="550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1">
            <a:extLst>
              <a:ext uri="{FF2B5EF4-FFF2-40B4-BE49-F238E27FC236}">
                <a16:creationId xmlns:a16="http://schemas.microsoft.com/office/drawing/2014/main" id="{6F35E38E-ED3E-0AE1-55B2-E2260BA5E573}"/>
              </a:ext>
            </a:extLst>
          </p:cNvPr>
          <p:cNvSpPr/>
          <p:nvPr/>
        </p:nvSpPr>
        <p:spPr>
          <a:xfrm rot="3041045">
            <a:off x="-2793784" y="2244969"/>
            <a:ext cx="61851" cy="125029"/>
          </a:xfrm>
          <a:custGeom>
            <a:avLst/>
            <a:gdLst/>
            <a:ahLst/>
            <a:cxnLst/>
            <a:rect l="l" t="t" r="r" b="b"/>
            <a:pathLst>
              <a:path w="4008" h="8102" extrusionOk="0">
                <a:moveTo>
                  <a:pt x="2544" y="1"/>
                </a:moveTo>
                <a:cubicBezTo>
                  <a:pt x="2257" y="1"/>
                  <a:pt x="1965" y="127"/>
                  <a:pt x="1735" y="430"/>
                </a:cubicBezTo>
                <a:cubicBezTo>
                  <a:pt x="101" y="2531"/>
                  <a:pt x="1" y="5400"/>
                  <a:pt x="1468" y="7602"/>
                </a:cubicBezTo>
                <a:cubicBezTo>
                  <a:pt x="1668" y="7902"/>
                  <a:pt x="2002" y="8102"/>
                  <a:pt x="2336" y="8102"/>
                </a:cubicBezTo>
                <a:cubicBezTo>
                  <a:pt x="3170" y="8069"/>
                  <a:pt x="3670" y="7168"/>
                  <a:pt x="3236" y="6467"/>
                </a:cubicBezTo>
                <a:cubicBezTo>
                  <a:pt x="2236" y="5000"/>
                  <a:pt x="2302" y="3065"/>
                  <a:pt x="3403" y="1697"/>
                </a:cubicBezTo>
                <a:cubicBezTo>
                  <a:pt x="4007" y="875"/>
                  <a:pt x="3298" y="1"/>
                  <a:pt x="2544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41">
            <a:extLst>
              <a:ext uri="{FF2B5EF4-FFF2-40B4-BE49-F238E27FC236}">
                <a16:creationId xmlns:a16="http://schemas.microsoft.com/office/drawing/2014/main" id="{1BE9BFF1-F67E-E0FE-D233-622C215A91C2}"/>
              </a:ext>
            </a:extLst>
          </p:cNvPr>
          <p:cNvSpPr/>
          <p:nvPr/>
        </p:nvSpPr>
        <p:spPr>
          <a:xfrm rot="3041045">
            <a:off x="-2813861" y="2155047"/>
            <a:ext cx="166804" cy="148332"/>
          </a:xfrm>
          <a:custGeom>
            <a:avLst/>
            <a:gdLst/>
            <a:ahLst/>
            <a:cxnLst/>
            <a:rect l="l" t="t" r="r" b="b"/>
            <a:pathLst>
              <a:path w="10809" h="9612" extrusionOk="0">
                <a:moveTo>
                  <a:pt x="5423" y="0"/>
                </a:moveTo>
                <a:cubicBezTo>
                  <a:pt x="4049" y="0"/>
                  <a:pt x="2684" y="585"/>
                  <a:pt x="1735" y="1720"/>
                </a:cubicBezTo>
                <a:cubicBezTo>
                  <a:pt x="1" y="3755"/>
                  <a:pt x="301" y="6790"/>
                  <a:pt x="2336" y="8492"/>
                </a:cubicBezTo>
                <a:cubicBezTo>
                  <a:pt x="3235" y="9244"/>
                  <a:pt x="4331" y="9611"/>
                  <a:pt x="5420" y="9611"/>
                </a:cubicBezTo>
                <a:cubicBezTo>
                  <a:pt x="6794" y="9611"/>
                  <a:pt x="8158" y="9026"/>
                  <a:pt x="9107" y="7891"/>
                </a:cubicBezTo>
                <a:cubicBezTo>
                  <a:pt x="10808" y="5856"/>
                  <a:pt x="10542" y="2821"/>
                  <a:pt x="8507" y="1120"/>
                </a:cubicBezTo>
                <a:cubicBezTo>
                  <a:pt x="7607" y="368"/>
                  <a:pt x="6512" y="0"/>
                  <a:pt x="5423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1">
            <a:extLst>
              <a:ext uri="{FF2B5EF4-FFF2-40B4-BE49-F238E27FC236}">
                <a16:creationId xmlns:a16="http://schemas.microsoft.com/office/drawing/2014/main" id="{5F3B31A3-907E-AD5A-2D4F-CE11E577C096}"/>
              </a:ext>
            </a:extLst>
          </p:cNvPr>
          <p:cNvSpPr/>
          <p:nvPr/>
        </p:nvSpPr>
        <p:spPr>
          <a:xfrm rot="3041045">
            <a:off x="-2816346" y="2154862"/>
            <a:ext cx="143039" cy="148748"/>
          </a:xfrm>
          <a:custGeom>
            <a:avLst/>
            <a:gdLst/>
            <a:ahLst/>
            <a:cxnLst/>
            <a:rect l="l" t="t" r="r" b="b"/>
            <a:pathLst>
              <a:path w="9269" h="9639" extrusionOk="0">
                <a:moveTo>
                  <a:pt x="5535" y="0"/>
                </a:moveTo>
                <a:cubicBezTo>
                  <a:pt x="2452" y="0"/>
                  <a:pt x="0" y="3029"/>
                  <a:pt x="962" y="6235"/>
                </a:cubicBezTo>
                <a:cubicBezTo>
                  <a:pt x="1643" y="8418"/>
                  <a:pt x="3609" y="9639"/>
                  <a:pt x="5607" y="9639"/>
                </a:cubicBezTo>
                <a:cubicBezTo>
                  <a:pt x="6937" y="9639"/>
                  <a:pt x="8281" y="9097"/>
                  <a:pt x="9268" y="7937"/>
                </a:cubicBezTo>
                <a:lnTo>
                  <a:pt x="9235" y="7937"/>
                </a:lnTo>
                <a:cubicBezTo>
                  <a:pt x="8958" y="8229"/>
                  <a:pt x="8270" y="8514"/>
                  <a:pt x="7441" y="8514"/>
                </a:cubicBezTo>
                <a:cubicBezTo>
                  <a:pt x="6473" y="8514"/>
                  <a:pt x="5315" y="8125"/>
                  <a:pt x="4398" y="6903"/>
                </a:cubicBezTo>
                <a:cubicBezTo>
                  <a:pt x="2463" y="4301"/>
                  <a:pt x="4265" y="198"/>
                  <a:pt x="6900" y="198"/>
                </a:cubicBezTo>
                <a:cubicBezTo>
                  <a:pt x="6437" y="63"/>
                  <a:pt x="5980" y="0"/>
                  <a:pt x="5535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41">
            <a:extLst>
              <a:ext uri="{FF2B5EF4-FFF2-40B4-BE49-F238E27FC236}">
                <a16:creationId xmlns:a16="http://schemas.microsoft.com/office/drawing/2014/main" id="{9F36C295-4625-E7E6-591F-9357CC0C3B89}"/>
              </a:ext>
            </a:extLst>
          </p:cNvPr>
          <p:cNvSpPr/>
          <p:nvPr/>
        </p:nvSpPr>
        <p:spPr>
          <a:xfrm rot="3041045">
            <a:off x="-2723770" y="2168025"/>
            <a:ext cx="52515" cy="43425"/>
          </a:xfrm>
          <a:custGeom>
            <a:avLst/>
            <a:gdLst/>
            <a:ahLst/>
            <a:cxnLst/>
            <a:rect l="l" t="t" r="r" b="b"/>
            <a:pathLst>
              <a:path w="3403" h="2814" extrusionOk="0">
                <a:moveTo>
                  <a:pt x="825" y="0"/>
                </a:moveTo>
                <a:cubicBezTo>
                  <a:pt x="751" y="0"/>
                  <a:pt x="676" y="4"/>
                  <a:pt x="601" y="12"/>
                </a:cubicBezTo>
                <a:cubicBezTo>
                  <a:pt x="267" y="79"/>
                  <a:pt x="0" y="379"/>
                  <a:pt x="34" y="746"/>
                </a:cubicBezTo>
                <a:cubicBezTo>
                  <a:pt x="100" y="1079"/>
                  <a:pt x="434" y="1246"/>
                  <a:pt x="734" y="1380"/>
                </a:cubicBezTo>
                <a:cubicBezTo>
                  <a:pt x="1535" y="1780"/>
                  <a:pt x="2268" y="2213"/>
                  <a:pt x="2969" y="2747"/>
                </a:cubicBezTo>
                <a:cubicBezTo>
                  <a:pt x="3036" y="2781"/>
                  <a:pt x="3102" y="2814"/>
                  <a:pt x="3202" y="2814"/>
                </a:cubicBezTo>
                <a:cubicBezTo>
                  <a:pt x="3303" y="2781"/>
                  <a:pt x="3336" y="2647"/>
                  <a:pt x="3336" y="2547"/>
                </a:cubicBezTo>
                <a:cubicBezTo>
                  <a:pt x="3403" y="1847"/>
                  <a:pt x="2902" y="1246"/>
                  <a:pt x="2435" y="746"/>
                </a:cubicBezTo>
                <a:cubicBezTo>
                  <a:pt x="2402" y="712"/>
                  <a:pt x="2369" y="679"/>
                  <a:pt x="2335" y="646"/>
                </a:cubicBezTo>
                <a:cubicBezTo>
                  <a:pt x="2102" y="446"/>
                  <a:pt x="1868" y="279"/>
                  <a:pt x="1568" y="179"/>
                </a:cubicBezTo>
                <a:cubicBezTo>
                  <a:pt x="1335" y="49"/>
                  <a:pt x="1082" y="0"/>
                  <a:pt x="82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41">
            <a:extLst>
              <a:ext uri="{FF2B5EF4-FFF2-40B4-BE49-F238E27FC236}">
                <a16:creationId xmlns:a16="http://schemas.microsoft.com/office/drawing/2014/main" id="{283D46F6-90AC-20D2-7A2F-7BCEFD825773}"/>
              </a:ext>
            </a:extLst>
          </p:cNvPr>
          <p:cNvSpPr/>
          <p:nvPr/>
        </p:nvSpPr>
        <p:spPr>
          <a:xfrm rot="3041045">
            <a:off x="-2705236" y="2219630"/>
            <a:ext cx="100909" cy="101990"/>
          </a:xfrm>
          <a:custGeom>
            <a:avLst/>
            <a:gdLst/>
            <a:ahLst/>
            <a:cxnLst/>
            <a:rect l="l" t="t" r="r" b="b"/>
            <a:pathLst>
              <a:path w="6539" h="6609" extrusionOk="0">
                <a:moveTo>
                  <a:pt x="1448" y="0"/>
                </a:moveTo>
                <a:cubicBezTo>
                  <a:pt x="335" y="0"/>
                  <a:pt x="0" y="1763"/>
                  <a:pt x="1234" y="2072"/>
                </a:cubicBezTo>
                <a:cubicBezTo>
                  <a:pt x="2969" y="2472"/>
                  <a:pt x="4236" y="3940"/>
                  <a:pt x="4370" y="5708"/>
                </a:cubicBezTo>
                <a:cubicBezTo>
                  <a:pt x="4470" y="6208"/>
                  <a:pt x="4904" y="6608"/>
                  <a:pt x="5437" y="6608"/>
                </a:cubicBezTo>
                <a:lnTo>
                  <a:pt x="5537" y="6608"/>
                </a:lnTo>
                <a:cubicBezTo>
                  <a:pt x="6104" y="6542"/>
                  <a:pt x="6538" y="6041"/>
                  <a:pt x="6471" y="5474"/>
                </a:cubicBezTo>
                <a:cubicBezTo>
                  <a:pt x="6204" y="2839"/>
                  <a:pt x="4303" y="671"/>
                  <a:pt x="1735" y="37"/>
                </a:cubicBezTo>
                <a:cubicBezTo>
                  <a:pt x="1634" y="12"/>
                  <a:pt x="1538" y="0"/>
                  <a:pt x="144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1">
            <a:extLst>
              <a:ext uri="{FF2B5EF4-FFF2-40B4-BE49-F238E27FC236}">
                <a16:creationId xmlns:a16="http://schemas.microsoft.com/office/drawing/2014/main" id="{F17B2369-522B-D5A9-991A-7C71494DF6ED}"/>
              </a:ext>
            </a:extLst>
          </p:cNvPr>
          <p:cNvSpPr/>
          <p:nvPr/>
        </p:nvSpPr>
        <p:spPr>
          <a:xfrm rot="3041045">
            <a:off x="-2708338" y="1184996"/>
            <a:ext cx="659946" cy="441554"/>
          </a:xfrm>
          <a:custGeom>
            <a:avLst/>
            <a:gdLst/>
            <a:ahLst/>
            <a:cxnLst/>
            <a:rect l="l" t="t" r="r" b="b"/>
            <a:pathLst>
              <a:path w="42765" h="28613" extrusionOk="0">
                <a:moveTo>
                  <a:pt x="21379" y="1"/>
                </a:moveTo>
                <a:cubicBezTo>
                  <a:pt x="15904" y="1"/>
                  <a:pt x="10425" y="1201"/>
                  <a:pt x="6239" y="3603"/>
                </a:cubicBezTo>
                <a:cubicBezTo>
                  <a:pt x="2069" y="6038"/>
                  <a:pt x="1" y="9174"/>
                  <a:pt x="1" y="12343"/>
                </a:cubicBezTo>
                <a:lnTo>
                  <a:pt x="1" y="16246"/>
                </a:lnTo>
                <a:cubicBezTo>
                  <a:pt x="1" y="19414"/>
                  <a:pt x="2069" y="22583"/>
                  <a:pt x="6239" y="24985"/>
                </a:cubicBezTo>
                <a:cubicBezTo>
                  <a:pt x="10408" y="27404"/>
                  <a:pt x="15887" y="28613"/>
                  <a:pt x="21366" y="28613"/>
                </a:cubicBezTo>
                <a:cubicBezTo>
                  <a:pt x="26845" y="28613"/>
                  <a:pt x="32324" y="27404"/>
                  <a:pt x="36494" y="24985"/>
                </a:cubicBezTo>
                <a:cubicBezTo>
                  <a:pt x="40663" y="22583"/>
                  <a:pt x="42765" y="19414"/>
                  <a:pt x="42765" y="16246"/>
                </a:cubicBezTo>
                <a:lnTo>
                  <a:pt x="42765" y="12343"/>
                </a:lnTo>
                <a:cubicBezTo>
                  <a:pt x="42765" y="9174"/>
                  <a:pt x="40663" y="6038"/>
                  <a:pt x="36494" y="3603"/>
                </a:cubicBezTo>
                <a:cubicBezTo>
                  <a:pt x="32324" y="1201"/>
                  <a:pt x="26853" y="1"/>
                  <a:pt x="21379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41">
            <a:extLst>
              <a:ext uri="{FF2B5EF4-FFF2-40B4-BE49-F238E27FC236}">
                <a16:creationId xmlns:a16="http://schemas.microsoft.com/office/drawing/2014/main" id="{D5C7F1F1-3910-2F95-107D-0B9EA3D1467C}"/>
              </a:ext>
            </a:extLst>
          </p:cNvPr>
          <p:cNvSpPr/>
          <p:nvPr/>
        </p:nvSpPr>
        <p:spPr>
          <a:xfrm rot="3041045">
            <a:off x="-2708338" y="1194780"/>
            <a:ext cx="381462" cy="431693"/>
          </a:xfrm>
          <a:custGeom>
            <a:avLst/>
            <a:gdLst/>
            <a:ahLst/>
            <a:cxnLst/>
            <a:rect l="l" t="t" r="r" b="b"/>
            <a:pathLst>
              <a:path w="24719" h="27974" extrusionOk="0">
                <a:moveTo>
                  <a:pt x="14578" y="0"/>
                </a:moveTo>
                <a:cubicBezTo>
                  <a:pt x="11643" y="534"/>
                  <a:pt x="8841" y="1535"/>
                  <a:pt x="6239" y="2969"/>
                </a:cubicBezTo>
                <a:cubicBezTo>
                  <a:pt x="2069" y="5404"/>
                  <a:pt x="1" y="8540"/>
                  <a:pt x="1" y="11709"/>
                </a:cubicBezTo>
                <a:lnTo>
                  <a:pt x="1" y="15612"/>
                </a:lnTo>
                <a:cubicBezTo>
                  <a:pt x="1" y="18780"/>
                  <a:pt x="2069" y="21949"/>
                  <a:pt x="6239" y="24351"/>
                </a:cubicBezTo>
                <a:cubicBezTo>
                  <a:pt x="10419" y="26760"/>
                  <a:pt x="15886" y="27973"/>
                  <a:pt x="21362" y="27973"/>
                </a:cubicBezTo>
                <a:cubicBezTo>
                  <a:pt x="22484" y="27973"/>
                  <a:pt x="23607" y="27922"/>
                  <a:pt x="24719" y="27820"/>
                </a:cubicBezTo>
                <a:lnTo>
                  <a:pt x="24719" y="27820"/>
                </a:lnTo>
                <a:cubicBezTo>
                  <a:pt x="24614" y="27822"/>
                  <a:pt x="24508" y="27823"/>
                  <a:pt x="24402" y="27823"/>
                </a:cubicBezTo>
                <a:cubicBezTo>
                  <a:pt x="19311" y="27823"/>
                  <a:pt x="12912" y="25462"/>
                  <a:pt x="14578" y="19548"/>
                </a:cubicBezTo>
                <a:lnTo>
                  <a:pt x="14578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41">
            <a:extLst>
              <a:ext uri="{FF2B5EF4-FFF2-40B4-BE49-F238E27FC236}">
                <a16:creationId xmlns:a16="http://schemas.microsoft.com/office/drawing/2014/main" id="{78C261BC-3DEC-679B-E6A0-5514556B378A}"/>
              </a:ext>
            </a:extLst>
          </p:cNvPr>
          <p:cNvSpPr/>
          <p:nvPr/>
        </p:nvSpPr>
        <p:spPr>
          <a:xfrm rot="3041045">
            <a:off x="9938378" y="4578252"/>
            <a:ext cx="659946" cy="381524"/>
          </a:xfrm>
          <a:custGeom>
            <a:avLst/>
            <a:gdLst/>
            <a:ahLst/>
            <a:cxnLst/>
            <a:rect l="l" t="t" r="r" b="b"/>
            <a:pathLst>
              <a:path w="42765" h="24723" extrusionOk="0">
                <a:moveTo>
                  <a:pt x="21387" y="1"/>
                </a:moveTo>
                <a:cubicBezTo>
                  <a:pt x="15912" y="1"/>
                  <a:pt x="10441" y="1210"/>
                  <a:pt x="6272" y="3628"/>
                </a:cubicBezTo>
                <a:cubicBezTo>
                  <a:pt x="2102" y="6030"/>
                  <a:pt x="1" y="9165"/>
                  <a:pt x="1" y="12334"/>
                </a:cubicBezTo>
                <a:cubicBezTo>
                  <a:pt x="1" y="15537"/>
                  <a:pt x="2102" y="18706"/>
                  <a:pt x="6272" y="21107"/>
                </a:cubicBezTo>
                <a:cubicBezTo>
                  <a:pt x="10449" y="23513"/>
                  <a:pt x="15939" y="24722"/>
                  <a:pt x="21428" y="24722"/>
                </a:cubicBezTo>
                <a:cubicBezTo>
                  <a:pt x="26897" y="24722"/>
                  <a:pt x="32364" y="23522"/>
                  <a:pt x="36527" y="21107"/>
                </a:cubicBezTo>
                <a:cubicBezTo>
                  <a:pt x="40696" y="18706"/>
                  <a:pt x="42764" y="15503"/>
                  <a:pt x="42764" y="12334"/>
                </a:cubicBezTo>
                <a:cubicBezTo>
                  <a:pt x="42764" y="9199"/>
                  <a:pt x="40696" y="6030"/>
                  <a:pt x="36527" y="3628"/>
                </a:cubicBezTo>
                <a:cubicBezTo>
                  <a:pt x="32340" y="1210"/>
                  <a:pt x="26861" y="1"/>
                  <a:pt x="213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41">
            <a:extLst>
              <a:ext uri="{FF2B5EF4-FFF2-40B4-BE49-F238E27FC236}">
                <a16:creationId xmlns:a16="http://schemas.microsoft.com/office/drawing/2014/main" id="{25AE86D3-377C-2B72-6D4E-7D5D84E671EB}"/>
              </a:ext>
            </a:extLst>
          </p:cNvPr>
          <p:cNvSpPr/>
          <p:nvPr/>
        </p:nvSpPr>
        <p:spPr>
          <a:xfrm rot="3041045">
            <a:off x="-2049425" y="1269424"/>
            <a:ext cx="150322" cy="195106"/>
          </a:xfrm>
          <a:custGeom>
            <a:avLst/>
            <a:gdLst/>
            <a:ahLst/>
            <a:cxnLst/>
            <a:rect l="l" t="t" r="r" b="b"/>
            <a:pathLst>
              <a:path w="9741" h="12643" extrusionOk="0">
                <a:moveTo>
                  <a:pt x="0" y="0"/>
                </a:moveTo>
                <a:lnTo>
                  <a:pt x="0" y="0"/>
                </a:lnTo>
                <a:cubicBezTo>
                  <a:pt x="67" y="234"/>
                  <a:pt x="300" y="1001"/>
                  <a:pt x="400" y="1468"/>
                </a:cubicBezTo>
                <a:cubicBezTo>
                  <a:pt x="2335" y="2168"/>
                  <a:pt x="4136" y="3102"/>
                  <a:pt x="5838" y="4270"/>
                </a:cubicBezTo>
                <a:cubicBezTo>
                  <a:pt x="7305" y="5271"/>
                  <a:pt x="8106" y="6405"/>
                  <a:pt x="8239" y="7639"/>
                </a:cubicBezTo>
                <a:cubicBezTo>
                  <a:pt x="8439" y="9307"/>
                  <a:pt x="7405" y="10808"/>
                  <a:pt x="6505" y="11809"/>
                </a:cubicBezTo>
                <a:lnTo>
                  <a:pt x="7439" y="12643"/>
                </a:lnTo>
                <a:cubicBezTo>
                  <a:pt x="8506" y="11475"/>
                  <a:pt x="9740" y="9607"/>
                  <a:pt x="9507" y="7506"/>
                </a:cubicBezTo>
                <a:cubicBezTo>
                  <a:pt x="9307" y="5904"/>
                  <a:pt x="8306" y="4470"/>
                  <a:pt x="6538" y="3236"/>
                </a:cubicBezTo>
                <a:cubicBezTo>
                  <a:pt x="4537" y="1835"/>
                  <a:pt x="2335" y="734"/>
                  <a:pt x="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41">
            <a:extLst>
              <a:ext uri="{FF2B5EF4-FFF2-40B4-BE49-F238E27FC236}">
                <a16:creationId xmlns:a16="http://schemas.microsoft.com/office/drawing/2014/main" id="{6BD0907D-4C99-1F14-741B-62C90346B5E7}"/>
              </a:ext>
            </a:extLst>
          </p:cNvPr>
          <p:cNvSpPr/>
          <p:nvPr/>
        </p:nvSpPr>
        <p:spPr>
          <a:xfrm rot="3041045">
            <a:off x="-2009796" y="1432910"/>
            <a:ext cx="103487" cy="91450"/>
          </a:xfrm>
          <a:custGeom>
            <a:avLst/>
            <a:gdLst/>
            <a:ahLst/>
            <a:cxnLst/>
            <a:rect l="l" t="t" r="r" b="b"/>
            <a:pathLst>
              <a:path w="6706" h="5926" extrusionOk="0">
                <a:moveTo>
                  <a:pt x="4181" y="1"/>
                </a:moveTo>
                <a:cubicBezTo>
                  <a:pt x="3444" y="1"/>
                  <a:pt x="2725" y="676"/>
                  <a:pt x="1635" y="2015"/>
                </a:cubicBezTo>
                <a:cubicBezTo>
                  <a:pt x="1" y="3983"/>
                  <a:pt x="468" y="4784"/>
                  <a:pt x="1468" y="5551"/>
                </a:cubicBezTo>
                <a:cubicBezTo>
                  <a:pt x="1782" y="5802"/>
                  <a:pt x="2107" y="5926"/>
                  <a:pt x="2443" y="5926"/>
                </a:cubicBezTo>
                <a:cubicBezTo>
                  <a:pt x="3177" y="5926"/>
                  <a:pt x="3968" y="5338"/>
                  <a:pt x="4837" y="4217"/>
                </a:cubicBezTo>
                <a:cubicBezTo>
                  <a:pt x="6238" y="2382"/>
                  <a:pt x="6705" y="1582"/>
                  <a:pt x="5271" y="447"/>
                </a:cubicBezTo>
                <a:cubicBezTo>
                  <a:pt x="4877" y="149"/>
                  <a:pt x="4527" y="1"/>
                  <a:pt x="4181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41">
            <a:extLst>
              <a:ext uri="{FF2B5EF4-FFF2-40B4-BE49-F238E27FC236}">
                <a16:creationId xmlns:a16="http://schemas.microsoft.com/office/drawing/2014/main" id="{E2BC4DA9-6A20-E867-E962-CF709C7C8DB3}"/>
              </a:ext>
            </a:extLst>
          </p:cNvPr>
          <p:cNvSpPr/>
          <p:nvPr/>
        </p:nvSpPr>
        <p:spPr>
          <a:xfrm rot="3041045">
            <a:off x="-1992296" y="1444360"/>
            <a:ext cx="44799" cy="68039"/>
          </a:xfrm>
          <a:custGeom>
            <a:avLst/>
            <a:gdLst/>
            <a:ahLst/>
            <a:cxnLst/>
            <a:rect l="l" t="t" r="r" b="b"/>
            <a:pathLst>
              <a:path w="2903" h="4409" extrusionOk="0">
                <a:moveTo>
                  <a:pt x="2668" y="0"/>
                </a:moveTo>
                <a:cubicBezTo>
                  <a:pt x="2533" y="0"/>
                  <a:pt x="2370" y="65"/>
                  <a:pt x="2269" y="106"/>
                </a:cubicBezTo>
                <a:cubicBezTo>
                  <a:pt x="2202" y="172"/>
                  <a:pt x="2136" y="239"/>
                  <a:pt x="2102" y="306"/>
                </a:cubicBezTo>
                <a:cubicBezTo>
                  <a:pt x="1969" y="406"/>
                  <a:pt x="1869" y="506"/>
                  <a:pt x="1769" y="639"/>
                </a:cubicBezTo>
                <a:lnTo>
                  <a:pt x="1335" y="1073"/>
                </a:lnTo>
                <a:cubicBezTo>
                  <a:pt x="901" y="1473"/>
                  <a:pt x="534" y="1907"/>
                  <a:pt x="268" y="2441"/>
                </a:cubicBezTo>
                <a:cubicBezTo>
                  <a:pt x="67" y="2774"/>
                  <a:pt x="1" y="3175"/>
                  <a:pt x="134" y="3542"/>
                </a:cubicBezTo>
                <a:cubicBezTo>
                  <a:pt x="201" y="3708"/>
                  <a:pt x="334" y="3842"/>
                  <a:pt x="468" y="3975"/>
                </a:cubicBezTo>
                <a:cubicBezTo>
                  <a:pt x="735" y="4209"/>
                  <a:pt x="1068" y="4375"/>
                  <a:pt x="1435" y="4409"/>
                </a:cubicBezTo>
                <a:cubicBezTo>
                  <a:pt x="1502" y="4409"/>
                  <a:pt x="1568" y="4409"/>
                  <a:pt x="1635" y="4375"/>
                </a:cubicBezTo>
                <a:cubicBezTo>
                  <a:pt x="1702" y="4309"/>
                  <a:pt x="1735" y="4209"/>
                  <a:pt x="1735" y="4142"/>
                </a:cubicBezTo>
                <a:cubicBezTo>
                  <a:pt x="1769" y="3742"/>
                  <a:pt x="1669" y="3341"/>
                  <a:pt x="1735" y="2974"/>
                </a:cubicBezTo>
                <a:cubicBezTo>
                  <a:pt x="1835" y="1974"/>
                  <a:pt x="2869" y="1273"/>
                  <a:pt x="2903" y="272"/>
                </a:cubicBezTo>
                <a:cubicBezTo>
                  <a:pt x="2903" y="206"/>
                  <a:pt x="2869" y="172"/>
                  <a:pt x="2869" y="106"/>
                </a:cubicBezTo>
                <a:cubicBezTo>
                  <a:pt x="2830" y="27"/>
                  <a:pt x="2755" y="0"/>
                  <a:pt x="2668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1">
            <a:extLst>
              <a:ext uri="{FF2B5EF4-FFF2-40B4-BE49-F238E27FC236}">
                <a16:creationId xmlns:a16="http://schemas.microsoft.com/office/drawing/2014/main" id="{10522173-F243-2840-29DC-48B28C37AAEC}"/>
              </a:ext>
            </a:extLst>
          </p:cNvPr>
          <p:cNvSpPr/>
          <p:nvPr/>
        </p:nvSpPr>
        <p:spPr>
          <a:xfrm rot="3041045">
            <a:off x="-993201" y="-1353697"/>
            <a:ext cx="744884" cy="588126"/>
          </a:xfrm>
          <a:custGeom>
            <a:avLst/>
            <a:gdLst/>
            <a:ahLst/>
            <a:cxnLst/>
            <a:rect l="l" t="t" r="r" b="b"/>
            <a:pathLst>
              <a:path w="48269" h="38111" extrusionOk="0">
                <a:moveTo>
                  <a:pt x="24117" y="0"/>
                </a:moveTo>
                <a:cubicBezTo>
                  <a:pt x="10775" y="0"/>
                  <a:pt x="0" y="10908"/>
                  <a:pt x="167" y="24284"/>
                </a:cubicBezTo>
                <a:cubicBezTo>
                  <a:pt x="167" y="27820"/>
                  <a:pt x="2502" y="31356"/>
                  <a:pt x="7205" y="34058"/>
                </a:cubicBezTo>
                <a:cubicBezTo>
                  <a:pt x="11875" y="36760"/>
                  <a:pt x="18005" y="38111"/>
                  <a:pt x="24134" y="38111"/>
                </a:cubicBezTo>
                <a:cubicBezTo>
                  <a:pt x="30264" y="38111"/>
                  <a:pt x="36393" y="36760"/>
                  <a:pt x="41063" y="34058"/>
                </a:cubicBezTo>
                <a:cubicBezTo>
                  <a:pt x="45733" y="31356"/>
                  <a:pt x="48068" y="27820"/>
                  <a:pt x="48068" y="24284"/>
                </a:cubicBezTo>
                <a:cubicBezTo>
                  <a:pt x="48268" y="10908"/>
                  <a:pt x="37494" y="0"/>
                  <a:pt x="24117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1">
            <a:extLst>
              <a:ext uri="{FF2B5EF4-FFF2-40B4-BE49-F238E27FC236}">
                <a16:creationId xmlns:a16="http://schemas.microsoft.com/office/drawing/2014/main" id="{3CBAA569-5AC1-EE21-A22B-C581E603CC2F}"/>
              </a:ext>
            </a:extLst>
          </p:cNvPr>
          <p:cNvSpPr/>
          <p:nvPr/>
        </p:nvSpPr>
        <p:spPr>
          <a:xfrm rot="3041045">
            <a:off x="2920542" y="-1236555"/>
            <a:ext cx="744884" cy="588126"/>
          </a:xfrm>
          <a:custGeom>
            <a:avLst/>
            <a:gdLst/>
            <a:ahLst/>
            <a:cxnLst/>
            <a:rect l="l" t="t" r="r" b="b"/>
            <a:pathLst>
              <a:path w="48269" h="38111" extrusionOk="0">
                <a:moveTo>
                  <a:pt x="24117" y="0"/>
                </a:moveTo>
                <a:cubicBezTo>
                  <a:pt x="10775" y="0"/>
                  <a:pt x="0" y="10908"/>
                  <a:pt x="167" y="24284"/>
                </a:cubicBezTo>
                <a:cubicBezTo>
                  <a:pt x="167" y="27820"/>
                  <a:pt x="2502" y="31356"/>
                  <a:pt x="7205" y="34058"/>
                </a:cubicBezTo>
                <a:cubicBezTo>
                  <a:pt x="11875" y="36760"/>
                  <a:pt x="18005" y="38111"/>
                  <a:pt x="24134" y="38111"/>
                </a:cubicBezTo>
                <a:cubicBezTo>
                  <a:pt x="30264" y="38111"/>
                  <a:pt x="36393" y="36760"/>
                  <a:pt x="41063" y="34058"/>
                </a:cubicBezTo>
                <a:cubicBezTo>
                  <a:pt x="45733" y="31356"/>
                  <a:pt x="48068" y="27820"/>
                  <a:pt x="48068" y="24284"/>
                </a:cubicBezTo>
                <a:cubicBezTo>
                  <a:pt x="48268" y="10908"/>
                  <a:pt x="37494" y="0"/>
                  <a:pt x="24117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41">
            <a:extLst>
              <a:ext uri="{FF2B5EF4-FFF2-40B4-BE49-F238E27FC236}">
                <a16:creationId xmlns:a16="http://schemas.microsoft.com/office/drawing/2014/main" id="{6832149D-E349-08D3-F19A-7B51F280E8CD}"/>
              </a:ext>
            </a:extLst>
          </p:cNvPr>
          <p:cNvSpPr/>
          <p:nvPr/>
        </p:nvSpPr>
        <p:spPr>
          <a:xfrm rot="3041045">
            <a:off x="-2748476" y="993501"/>
            <a:ext cx="690826" cy="580410"/>
          </a:xfrm>
          <a:custGeom>
            <a:avLst/>
            <a:gdLst/>
            <a:ahLst/>
            <a:cxnLst/>
            <a:rect l="l" t="t" r="r" b="b"/>
            <a:pathLst>
              <a:path w="44766" h="37611" extrusionOk="0">
                <a:moveTo>
                  <a:pt x="21115" y="1"/>
                </a:moveTo>
                <a:cubicBezTo>
                  <a:pt x="9073" y="1435"/>
                  <a:pt x="0" y="11642"/>
                  <a:pt x="0" y="23784"/>
                </a:cubicBezTo>
                <a:cubicBezTo>
                  <a:pt x="0" y="27320"/>
                  <a:pt x="2335" y="30856"/>
                  <a:pt x="7038" y="33558"/>
                </a:cubicBezTo>
                <a:cubicBezTo>
                  <a:pt x="11708" y="36260"/>
                  <a:pt x="17838" y="37611"/>
                  <a:pt x="23967" y="37611"/>
                </a:cubicBezTo>
                <a:cubicBezTo>
                  <a:pt x="30097" y="37611"/>
                  <a:pt x="36226" y="36260"/>
                  <a:pt x="40896" y="33558"/>
                </a:cubicBezTo>
                <a:cubicBezTo>
                  <a:pt x="41930" y="32958"/>
                  <a:pt x="42864" y="32290"/>
                  <a:pt x="43765" y="31557"/>
                </a:cubicBezTo>
                <a:lnTo>
                  <a:pt x="44732" y="30656"/>
                </a:lnTo>
                <a:lnTo>
                  <a:pt x="44765" y="30623"/>
                </a:lnTo>
                <a:lnTo>
                  <a:pt x="44765" y="30623"/>
                </a:lnTo>
                <a:cubicBezTo>
                  <a:pt x="38950" y="34208"/>
                  <a:pt x="32261" y="35943"/>
                  <a:pt x="26743" y="35943"/>
                </a:cubicBezTo>
                <a:cubicBezTo>
                  <a:pt x="20456" y="35943"/>
                  <a:pt x="15691" y="33690"/>
                  <a:pt x="15478" y="29355"/>
                </a:cubicBezTo>
                <a:cubicBezTo>
                  <a:pt x="15244" y="23784"/>
                  <a:pt x="12376" y="19148"/>
                  <a:pt x="8640" y="16980"/>
                </a:cubicBezTo>
                <a:cubicBezTo>
                  <a:pt x="9006" y="8240"/>
                  <a:pt x="14811" y="1302"/>
                  <a:pt x="21115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1">
            <a:extLst>
              <a:ext uri="{FF2B5EF4-FFF2-40B4-BE49-F238E27FC236}">
                <a16:creationId xmlns:a16="http://schemas.microsoft.com/office/drawing/2014/main" id="{8ECBA7C2-C067-7B10-AEC5-A0B6E5464B2C}"/>
              </a:ext>
            </a:extLst>
          </p:cNvPr>
          <p:cNvSpPr/>
          <p:nvPr/>
        </p:nvSpPr>
        <p:spPr>
          <a:xfrm rot="3041045">
            <a:off x="-2500886" y="1098006"/>
            <a:ext cx="480813" cy="379008"/>
          </a:xfrm>
          <a:custGeom>
            <a:avLst/>
            <a:gdLst/>
            <a:ahLst/>
            <a:cxnLst/>
            <a:rect l="l" t="t" r="r" b="b"/>
            <a:pathLst>
              <a:path w="31157" h="24560" extrusionOk="0">
                <a:moveTo>
                  <a:pt x="24785" y="0"/>
                </a:moveTo>
                <a:cubicBezTo>
                  <a:pt x="24785" y="2502"/>
                  <a:pt x="23151" y="5004"/>
                  <a:pt x="19848" y="6905"/>
                </a:cubicBezTo>
                <a:cubicBezTo>
                  <a:pt x="16560" y="8804"/>
                  <a:pt x="12237" y="9764"/>
                  <a:pt x="7901" y="9764"/>
                </a:cubicBezTo>
                <a:cubicBezTo>
                  <a:pt x="7134" y="9764"/>
                  <a:pt x="6367" y="9734"/>
                  <a:pt x="5605" y="9674"/>
                </a:cubicBezTo>
                <a:cubicBezTo>
                  <a:pt x="5475" y="9663"/>
                  <a:pt x="5345" y="9657"/>
                  <a:pt x="5217" y="9657"/>
                </a:cubicBezTo>
                <a:cubicBezTo>
                  <a:pt x="3078" y="9657"/>
                  <a:pt x="1248" y="11203"/>
                  <a:pt x="901" y="13343"/>
                </a:cubicBezTo>
                <a:cubicBezTo>
                  <a:pt x="535" y="15611"/>
                  <a:pt x="301" y="17780"/>
                  <a:pt x="201" y="19748"/>
                </a:cubicBezTo>
                <a:cubicBezTo>
                  <a:pt x="1" y="22083"/>
                  <a:pt x="1735" y="24117"/>
                  <a:pt x="4070" y="24384"/>
                </a:cubicBezTo>
                <a:cubicBezTo>
                  <a:pt x="5319" y="24501"/>
                  <a:pt x="6582" y="24560"/>
                  <a:pt x="7845" y="24560"/>
                </a:cubicBezTo>
                <a:cubicBezTo>
                  <a:pt x="13806" y="24560"/>
                  <a:pt x="19783" y="23257"/>
                  <a:pt x="24352" y="20615"/>
                </a:cubicBezTo>
                <a:cubicBezTo>
                  <a:pt x="28888" y="18013"/>
                  <a:pt x="31156" y="14577"/>
                  <a:pt x="31156" y="11142"/>
                </a:cubicBezTo>
                <a:cubicBezTo>
                  <a:pt x="30089" y="6939"/>
                  <a:pt x="27887" y="3069"/>
                  <a:pt x="24785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1">
            <a:extLst>
              <a:ext uri="{FF2B5EF4-FFF2-40B4-BE49-F238E27FC236}">
                <a16:creationId xmlns:a16="http://schemas.microsoft.com/office/drawing/2014/main" id="{97E41263-27A6-84DD-326C-1024E325141C}"/>
              </a:ext>
            </a:extLst>
          </p:cNvPr>
          <p:cNvSpPr/>
          <p:nvPr/>
        </p:nvSpPr>
        <p:spPr>
          <a:xfrm rot="3041045">
            <a:off x="-2362925" y="1306584"/>
            <a:ext cx="142282" cy="78024"/>
          </a:xfrm>
          <a:custGeom>
            <a:avLst/>
            <a:gdLst/>
            <a:ahLst/>
            <a:cxnLst/>
            <a:rect l="l" t="t" r="r" b="b"/>
            <a:pathLst>
              <a:path w="9220" h="5056" extrusionOk="0">
                <a:moveTo>
                  <a:pt x="4768" y="1"/>
                </a:moveTo>
                <a:cubicBezTo>
                  <a:pt x="2655" y="1"/>
                  <a:pt x="574" y="1385"/>
                  <a:pt x="101" y="3830"/>
                </a:cubicBezTo>
                <a:cubicBezTo>
                  <a:pt x="1" y="4397"/>
                  <a:pt x="367" y="4931"/>
                  <a:pt x="935" y="5031"/>
                </a:cubicBezTo>
                <a:cubicBezTo>
                  <a:pt x="968" y="5048"/>
                  <a:pt x="1001" y="5056"/>
                  <a:pt x="1035" y="5056"/>
                </a:cubicBezTo>
                <a:cubicBezTo>
                  <a:pt x="1068" y="5056"/>
                  <a:pt x="1101" y="5048"/>
                  <a:pt x="1135" y="5031"/>
                </a:cubicBezTo>
                <a:cubicBezTo>
                  <a:pt x="1635" y="5031"/>
                  <a:pt x="2069" y="4697"/>
                  <a:pt x="2169" y="4230"/>
                </a:cubicBezTo>
                <a:cubicBezTo>
                  <a:pt x="2424" y="2854"/>
                  <a:pt x="3584" y="2080"/>
                  <a:pt x="4760" y="2080"/>
                </a:cubicBezTo>
                <a:cubicBezTo>
                  <a:pt x="5579" y="2080"/>
                  <a:pt x="6405" y="2455"/>
                  <a:pt x="6939" y="3263"/>
                </a:cubicBezTo>
                <a:cubicBezTo>
                  <a:pt x="7170" y="3590"/>
                  <a:pt x="7476" y="3726"/>
                  <a:pt x="7776" y="3726"/>
                </a:cubicBezTo>
                <a:cubicBezTo>
                  <a:pt x="8516" y="3726"/>
                  <a:pt x="9219" y="2902"/>
                  <a:pt x="8673" y="2095"/>
                </a:cubicBezTo>
                <a:cubicBezTo>
                  <a:pt x="7705" y="663"/>
                  <a:pt x="6229" y="1"/>
                  <a:pt x="4768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1">
            <a:extLst>
              <a:ext uri="{FF2B5EF4-FFF2-40B4-BE49-F238E27FC236}">
                <a16:creationId xmlns:a16="http://schemas.microsoft.com/office/drawing/2014/main" id="{E4D96AF9-4028-2664-1997-38A0B5940FD4}"/>
              </a:ext>
            </a:extLst>
          </p:cNvPr>
          <p:cNvSpPr/>
          <p:nvPr/>
        </p:nvSpPr>
        <p:spPr>
          <a:xfrm rot="3041045">
            <a:off x="-2362925" y="1306584"/>
            <a:ext cx="142282" cy="78024"/>
          </a:xfrm>
          <a:custGeom>
            <a:avLst/>
            <a:gdLst/>
            <a:ahLst/>
            <a:cxnLst/>
            <a:rect l="l" t="t" r="r" b="b"/>
            <a:pathLst>
              <a:path w="9220" h="5056" extrusionOk="0">
                <a:moveTo>
                  <a:pt x="4768" y="1"/>
                </a:moveTo>
                <a:cubicBezTo>
                  <a:pt x="2655" y="1"/>
                  <a:pt x="574" y="1385"/>
                  <a:pt x="101" y="3830"/>
                </a:cubicBezTo>
                <a:cubicBezTo>
                  <a:pt x="1" y="4397"/>
                  <a:pt x="367" y="4931"/>
                  <a:pt x="935" y="5031"/>
                </a:cubicBezTo>
                <a:cubicBezTo>
                  <a:pt x="968" y="5048"/>
                  <a:pt x="1001" y="5056"/>
                  <a:pt x="1035" y="5056"/>
                </a:cubicBezTo>
                <a:cubicBezTo>
                  <a:pt x="1068" y="5056"/>
                  <a:pt x="1101" y="5048"/>
                  <a:pt x="1135" y="5031"/>
                </a:cubicBezTo>
                <a:cubicBezTo>
                  <a:pt x="1635" y="5031"/>
                  <a:pt x="2069" y="4697"/>
                  <a:pt x="2169" y="4230"/>
                </a:cubicBezTo>
                <a:cubicBezTo>
                  <a:pt x="2424" y="2854"/>
                  <a:pt x="3584" y="2080"/>
                  <a:pt x="4760" y="2080"/>
                </a:cubicBezTo>
                <a:cubicBezTo>
                  <a:pt x="5579" y="2080"/>
                  <a:pt x="6405" y="2455"/>
                  <a:pt x="6939" y="3263"/>
                </a:cubicBezTo>
                <a:cubicBezTo>
                  <a:pt x="7170" y="3590"/>
                  <a:pt x="7476" y="3726"/>
                  <a:pt x="7776" y="3726"/>
                </a:cubicBezTo>
                <a:cubicBezTo>
                  <a:pt x="8516" y="3726"/>
                  <a:pt x="9219" y="2902"/>
                  <a:pt x="8673" y="2095"/>
                </a:cubicBezTo>
                <a:cubicBezTo>
                  <a:pt x="7705" y="663"/>
                  <a:pt x="6229" y="1"/>
                  <a:pt x="47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41">
            <a:extLst>
              <a:ext uri="{FF2B5EF4-FFF2-40B4-BE49-F238E27FC236}">
                <a16:creationId xmlns:a16="http://schemas.microsoft.com/office/drawing/2014/main" id="{A895BB98-FFC2-6996-CBE1-05AD009F13D5}"/>
              </a:ext>
            </a:extLst>
          </p:cNvPr>
          <p:cNvSpPr/>
          <p:nvPr/>
        </p:nvSpPr>
        <p:spPr>
          <a:xfrm rot="3041045">
            <a:off x="-2094224" y="1192712"/>
            <a:ext cx="58194" cy="77623"/>
          </a:xfrm>
          <a:custGeom>
            <a:avLst/>
            <a:gdLst/>
            <a:ahLst/>
            <a:cxnLst/>
            <a:rect l="l" t="t" r="r" b="b"/>
            <a:pathLst>
              <a:path w="3771" h="5030" extrusionOk="0">
                <a:moveTo>
                  <a:pt x="2903" y="1"/>
                </a:moveTo>
                <a:cubicBezTo>
                  <a:pt x="1335" y="668"/>
                  <a:pt x="234" y="2169"/>
                  <a:pt x="68" y="3870"/>
                </a:cubicBezTo>
                <a:cubicBezTo>
                  <a:pt x="1" y="4437"/>
                  <a:pt x="435" y="4971"/>
                  <a:pt x="1002" y="5005"/>
                </a:cubicBezTo>
                <a:cubicBezTo>
                  <a:pt x="1035" y="5021"/>
                  <a:pt x="1068" y="5030"/>
                  <a:pt x="1102" y="5030"/>
                </a:cubicBezTo>
                <a:cubicBezTo>
                  <a:pt x="1135" y="5030"/>
                  <a:pt x="1168" y="5021"/>
                  <a:pt x="1202" y="5005"/>
                </a:cubicBezTo>
                <a:cubicBezTo>
                  <a:pt x="1702" y="4971"/>
                  <a:pt x="2069" y="4571"/>
                  <a:pt x="2136" y="4071"/>
                </a:cubicBezTo>
                <a:cubicBezTo>
                  <a:pt x="2236" y="3103"/>
                  <a:pt x="2870" y="2269"/>
                  <a:pt x="3770" y="1902"/>
                </a:cubicBezTo>
                <a:cubicBezTo>
                  <a:pt x="3503" y="1269"/>
                  <a:pt x="3237" y="635"/>
                  <a:pt x="290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1">
            <a:extLst>
              <a:ext uri="{FF2B5EF4-FFF2-40B4-BE49-F238E27FC236}">
                <a16:creationId xmlns:a16="http://schemas.microsoft.com/office/drawing/2014/main" id="{69B03122-9F92-D67E-B88B-CF91C5DB65F4}"/>
              </a:ext>
            </a:extLst>
          </p:cNvPr>
          <p:cNvSpPr/>
          <p:nvPr/>
        </p:nvSpPr>
        <p:spPr>
          <a:xfrm rot="3041045">
            <a:off x="-2094224" y="1192712"/>
            <a:ext cx="58194" cy="77623"/>
          </a:xfrm>
          <a:custGeom>
            <a:avLst/>
            <a:gdLst/>
            <a:ahLst/>
            <a:cxnLst/>
            <a:rect l="l" t="t" r="r" b="b"/>
            <a:pathLst>
              <a:path w="3771" h="5030" extrusionOk="0">
                <a:moveTo>
                  <a:pt x="2903" y="1"/>
                </a:moveTo>
                <a:cubicBezTo>
                  <a:pt x="1335" y="668"/>
                  <a:pt x="234" y="2169"/>
                  <a:pt x="68" y="3870"/>
                </a:cubicBezTo>
                <a:cubicBezTo>
                  <a:pt x="1" y="4437"/>
                  <a:pt x="435" y="4971"/>
                  <a:pt x="1002" y="5005"/>
                </a:cubicBezTo>
                <a:cubicBezTo>
                  <a:pt x="1035" y="5021"/>
                  <a:pt x="1068" y="5030"/>
                  <a:pt x="1102" y="5030"/>
                </a:cubicBezTo>
                <a:cubicBezTo>
                  <a:pt x="1135" y="5030"/>
                  <a:pt x="1168" y="5021"/>
                  <a:pt x="1202" y="5005"/>
                </a:cubicBezTo>
                <a:cubicBezTo>
                  <a:pt x="1702" y="4971"/>
                  <a:pt x="2069" y="4571"/>
                  <a:pt x="2136" y="4071"/>
                </a:cubicBezTo>
                <a:cubicBezTo>
                  <a:pt x="2236" y="3103"/>
                  <a:pt x="2870" y="2269"/>
                  <a:pt x="3770" y="1902"/>
                </a:cubicBezTo>
                <a:cubicBezTo>
                  <a:pt x="3503" y="1269"/>
                  <a:pt x="3237" y="635"/>
                  <a:pt x="29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41">
            <a:extLst>
              <a:ext uri="{FF2B5EF4-FFF2-40B4-BE49-F238E27FC236}">
                <a16:creationId xmlns:a16="http://schemas.microsoft.com/office/drawing/2014/main" id="{542A9096-C75D-28DF-D453-EBD9B303507E}"/>
              </a:ext>
            </a:extLst>
          </p:cNvPr>
          <p:cNvSpPr/>
          <p:nvPr/>
        </p:nvSpPr>
        <p:spPr>
          <a:xfrm rot="3041045">
            <a:off x="-2192541" y="1178823"/>
            <a:ext cx="116357" cy="232173"/>
          </a:xfrm>
          <a:custGeom>
            <a:avLst/>
            <a:gdLst/>
            <a:ahLst/>
            <a:cxnLst/>
            <a:rect l="l" t="t" r="r" b="b"/>
            <a:pathLst>
              <a:path w="7540" h="15045" extrusionOk="0">
                <a:moveTo>
                  <a:pt x="2169" y="0"/>
                </a:moveTo>
                <a:cubicBezTo>
                  <a:pt x="1502" y="601"/>
                  <a:pt x="768" y="1134"/>
                  <a:pt x="1" y="1568"/>
                </a:cubicBezTo>
                <a:cubicBezTo>
                  <a:pt x="2269" y="5804"/>
                  <a:pt x="3937" y="10341"/>
                  <a:pt x="4904" y="15044"/>
                </a:cubicBezTo>
                <a:cubicBezTo>
                  <a:pt x="5838" y="14477"/>
                  <a:pt x="6706" y="13844"/>
                  <a:pt x="7539" y="13110"/>
                </a:cubicBezTo>
                <a:cubicBezTo>
                  <a:pt x="6572" y="9440"/>
                  <a:pt x="4904" y="4504"/>
                  <a:pt x="2169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1">
            <a:extLst>
              <a:ext uri="{FF2B5EF4-FFF2-40B4-BE49-F238E27FC236}">
                <a16:creationId xmlns:a16="http://schemas.microsoft.com/office/drawing/2014/main" id="{39420C48-854A-B830-4CF5-CBACDAC769E6}"/>
              </a:ext>
            </a:extLst>
          </p:cNvPr>
          <p:cNvSpPr/>
          <p:nvPr/>
        </p:nvSpPr>
        <p:spPr>
          <a:xfrm rot="3041045">
            <a:off x="-2294978" y="1218452"/>
            <a:ext cx="131279" cy="248655"/>
          </a:xfrm>
          <a:custGeom>
            <a:avLst/>
            <a:gdLst/>
            <a:ahLst/>
            <a:cxnLst/>
            <a:rect l="l" t="t" r="r" b="b"/>
            <a:pathLst>
              <a:path w="8507" h="16113" extrusionOk="0">
                <a:moveTo>
                  <a:pt x="4737" y="1"/>
                </a:moveTo>
                <a:cubicBezTo>
                  <a:pt x="3203" y="635"/>
                  <a:pt x="1602" y="1135"/>
                  <a:pt x="1" y="1435"/>
                </a:cubicBezTo>
                <a:cubicBezTo>
                  <a:pt x="901" y="6272"/>
                  <a:pt x="1435" y="11175"/>
                  <a:pt x="1669" y="16112"/>
                </a:cubicBezTo>
                <a:cubicBezTo>
                  <a:pt x="4004" y="15679"/>
                  <a:pt x="6305" y="15012"/>
                  <a:pt x="8507" y="14044"/>
                </a:cubicBezTo>
                <a:cubicBezTo>
                  <a:pt x="7639" y="9274"/>
                  <a:pt x="6372" y="4571"/>
                  <a:pt x="4737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41">
            <a:extLst>
              <a:ext uri="{FF2B5EF4-FFF2-40B4-BE49-F238E27FC236}">
                <a16:creationId xmlns:a16="http://schemas.microsoft.com/office/drawing/2014/main" id="{3541D585-A2C0-B503-8FF3-BEA9C7E59CD9}"/>
              </a:ext>
            </a:extLst>
          </p:cNvPr>
          <p:cNvSpPr/>
          <p:nvPr/>
        </p:nvSpPr>
        <p:spPr>
          <a:xfrm rot="3041045">
            <a:off x="-2907024" y="1181910"/>
            <a:ext cx="85462" cy="63842"/>
          </a:xfrm>
          <a:custGeom>
            <a:avLst/>
            <a:gdLst/>
            <a:ahLst/>
            <a:cxnLst/>
            <a:rect l="l" t="t" r="r" b="b"/>
            <a:pathLst>
              <a:path w="5538" h="4137" extrusionOk="0">
                <a:moveTo>
                  <a:pt x="2781" y="0"/>
                </a:moveTo>
                <a:cubicBezTo>
                  <a:pt x="2252" y="0"/>
                  <a:pt x="1718" y="201"/>
                  <a:pt x="1301" y="601"/>
                </a:cubicBezTo>
                <a:cubicBezTo>
                  <a:pt x="0" y="1902"/>
                  <a:pt x="934" y="4137"/>
                  <a:pt x="2769" y="4137"/>
                </a:cubicBezTo>
                <a:cubicBezTo>
                  <a:pt x="4603" y="4137"/>
                  <a:pt x="5537" y="1902"/>
                  <a:pt x="4236" y="601"/>
                </a:cubicBezTo>
                <a:cubicBezTo>
                  <a:pt x="3836" y="201"/>
                  <a:pt x="3311" y="0"/>
                  <a:pt x="278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41">
            <a:extLst>
              <a:ext uri="{FF2B5EF4-FFF2-40B4-BE49-F238E27FC236}">
                <a16:creationId xmlns:a16="http://schemas.microsoft.com/office/drawing/2014/main" id="{202C243C-6742-1143-2834-20B17E5CE45C}"/>
              </a:ext>
            </a:extLst>
          </p:cNvPr>
          <p:cNvSpPr/>
          <p:nvPr/>
        </p:nvSpPr>
        <p:spPr>
          <a:xfrm rot="3041045">
            <a:off x="-2903089" y="1188082"/>
            <a:ext cx="79459" cy="57700"/>
          </a:xfrm>
          <a:custGeom>
            <a:avLst/>
            <a:gdLst/>
            <a:ahLst/>
            <a:cxnLst/>
            <a:rect l="l" t="t" r="r" b="b"/>
            <a:pathLst>
              <a:path w="5149" h="3739" extrusionOk="0">
                <a:moveTo>
                  <a:pt x="3715" y="1"/>
                </a:moveTo>
                <a:cubicBezTo>
                  <a:pt x="3915" y="601"/>
                  <a:pt x="3381" y="1302"/>
                  <a:pt x="2547" y="1569"/>
                </a:cubicBezTo>
                <a:cubicBezTo>
                  <a:pt x="2328" y="1639"/>
                  <a:pt x="2108" y="1672"/>
                  <a:pt x="1901" y="1672"/>
                </a:cubicBezTo>
                <a:cubicBezTo>
                  <a:pt x="1318" y="1672"/>
                  <a:pt x="827" y="1411"/>
                  <a:pt x="679" y="968"/>
                </a:cubicBezTo>
                <a:cubicBezTo>
                  <a:pt x="646" y="901"/>
                  <a:pt x="646" y="868"/>
                  <a:pt x="646" y="801"/>
                </a:cubicBezTo>
                <a:lnTo>
                  <a:pt x="646" y="801"/>
                </a:lnTo>
                <a:cubicBezTo>
                  <a:pt x="1" y="2214"/>
                  <a:pt x="1052" y="3739"/>
                  <a:pt x="2497" y="3739"/>
                </a:cubicBezTo>
                <a:cubicBezTo>
                  <a:pt x="2622" y="3739"/>
                  <a:pt x="2750" y="3727"/>
                  <a:pt x="2881" y="3703"/>
                </a:cubicBezTo>
                <a:cubicBezTo>
                  <a:pt x="4515" y="3403"/>
                  <a:pt x="5149" y="1368"/>
                  <a:pt x="3981" y="201"/>
                </a:cubicBezTo>
                <a:cubicBezTo>
                  <a:pt x="3915" y="134"/>
                  <a:pt x="3815" y="67"/>
                  <a:pt x="3715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41">
            <a:extLst>
              <a:ext uri="{FF2B5EF4-FFF2-40B4-BE49-F238E27FC236}">
                <a16:creationId xmlns:a16="http://schemas.microsoft.com/office/drawing/2014/main" id="{E0F93113-C3EE-F76F-209E-9A52385B090C}"/>
              </a:ext>
            </a:extLst>
          </p:cNvPr>
          <p:cNvSpPr/>
          <p:nvPr/>
        </p:nvSpPr>
        <p:spPr>
          <a:xfrm rot="3041045">
            <a:off x="-2858135" y="1219980"/>
            <a:ext cx="152390" cy="152406"/>
          </a:xfrm>
          <a:custGeom>
            <a:avLst/>
            <a:gdLst/>
            <a:ahLst/>
            <a:cxnLst/>
            <a:rect l="l" t="t" r="r" b="b"/>
            <a:pathLst>
              <a:path w="9875" h="9876" extrusionOk="0">
                <a:moveTo>
                  <a:pt x="908" y="1"/>
                </a:moveTo>
                <a:cubicBezTo>
                  <a:pt x="863" y="1"/>
                  <a:pt x="815" y="12"/>
                  <a:pt x="768" y="35"/>
                </a:cubicBezTo>
                <a:cubicBezTo>
                  <a:pt x="435" y="135"/>
                  <a:pt x="168" y="402"/>
                  <a:pt x="34" y="769"/>
                </a:cubicBezTo>
                <a:cubicBezTo>
                  <a:pt x="1" y="869"/>
                  <a:pt x="34" y="1003"/>
                  <a:pt x="101" y="1136"/>
                </a:cubicBezTo>
                <a:lnTo>
                  <a:pt x="8874" y="9876"/>
                </a:lnTo>
                <a:lnTo>
                  <a:pt x="9875" y="8842"/>
                </a:lnTo>
                <a:lnTo>
                  <a:pt x="1135" y="102"/>
                </a:lnTo>
                <a:cubicBezTo>
                  <a:pt x="1070" y="37"/>
                  <a:pt x="992" y="1"/>
                  <a:pt x="90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41">
            <a:extLst>
              <a:ext uri="{FF2B5EF4-FFF2-40B4-BE49-F238E27FC236}">
                <a16:creationId xmlns:a16="http://schemas.microsoft.com/office/drawing/2014/main" id="{56A756B0-CA4E-9067-FA3A-02DA99295765}"/>
              </a:ext>
            </a:extLst>
          </p:cNvPr>
          <p:cNvSpPr/>
          <p:nvPr/>
        </p:nvSpPr>
        <p:spPr>
          <a:xfrm rot="3041045">
            <a:off x="-2886438" y="1184348"/>
            <a:ext cx="38101" cy="15077"/>
          </a:xfrm>
          <a:custGeom>
            <a:avLst/>
            <a:gdLst/>
            <a:ahLst/>
            <a:cxnLst/>
            <a:rect l="l" t="t" r="r" b="b"/>
            <a:pathLst>
              <a:path w="2469" h="977" extrusionOk="0">
                <a:moveTo>
                  <a:pt x="1410" y="1"/>
                </a:moveTo>
                <a:cubicBezTo>
                  <a:pt x="1361" y="1"/>
                  <a:pt x="1314" y="4"/>
                  <a:pt x="1268" y="9"/>
                </a:cubicBezTo>
                <a:cubicBezTo>
                  <a:pt x="1001" y="9"/>
                  <a:pt x="734" y="76"/>
                  <a:pt x="501" y="209"/>
                </a:cubicBezTo>
                <a:cubicBezTo>
                  <a:pt x="367" y="309"/>
                  <a:pt x="234" y="443"/>
                  <a:pt x="134" y="576"/>
                </a:cubicBezTo>
                <a:cubicBezTo>
                  <a:pt x="34" y="676"/>
                  <a:pt x="0" y="776"/>
                  <a:pt x="67" y="910"/>
                </a:cubicBezTo>
                <a:cubicBezTo>
                  <a:pt x="100" y="960"/>
                  <a:pt x="167" y="977"/>
                  <a:pt x="242" y="977"/>
                </a:cubicBezTo>
                <a:cubicBezTo>
                  <a:pt x="317" y="977"/>
                  <a:pt x="401" y="960"/>
                  <a:pt x="467" y="943"/>
                </a:cubicBezTo>
                <a:cubicBezTo>
                  <a:pt x="1001" y="843"/>
                  <a:pt x="1535" y="776"/>
                  <a:pt x="2035" y="776"/>
                </a:cubicBezTo>
                <a:cubicBezTo>
                  <a:pt x="2169" y="776"/>
                  <a:pt x="2269" y="776"/>
                  <a:pt x="2369" y="710"/>
                </a:cubicBezTo>
                <a:cubicBezTo>
                  <a:pt x="2469" y="643"/>
                  <a:pt x="2469" y="510"/>
                  <a:pt x="2402" y="410"/>
                </a:cubicBezTo>
                <a:cubicBezTo>
                  <a:pt x="2335" y="309"/>
                  <a:pt x="2235" y="243"/>
                  <a:pt x="2102" y="176"/>
                </a:cubicBezTo>
                <a:cubicBezTo>
                  <a:pt x="1908" y="65"/>
                  <a:pt x="1646" y="1"/>
                  <a:pt x="1410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41">
            <a:extLst>
              <a:ext uri="{FF2B5EF4-FFF2-40B4-BE49-F238E27FC236}">
                <a16:creationId xmlns:a16="http://schemas.microsoft.com/office/drawing/2014/main" id="{AEF11888-D516-710A-2E2B-A00CDD66A5C1}"/>
              </a:ext>
            </a:extLst>
          </p:cNvPr>
          <p:cNvSpPr/>
          <p:nvPr/>
        </p:nvSpPr>
        <p:spPr>
          <a:xfrm rot="3041045">
            <a:off x="-2803043" y="1255613"/>
            <a:ext cx="267682" cy="280151"/>
          </a:xfrm>
          <a:custGeom>
            <a:avLst/>
            <a:gdLst/>
            <a:ahLst/>
            <a:cxnLst/>
            <a:rect l="l" t="t" r="r" b="b"/>
            <a:pathLst>
              <a:path w="17346" h="18154" extrusionOk="0">
                <a:moveTo>
                  <a:pt x="7524" y="1"/>
                </a:moveTo>
                <a:cubicBezTo>
                  <a:pt x="6874" y="1"/>
                  <a:pt x="6285" y="156"/>
                  <a:pt x="5771" y="462"/>
                </a:cubicBezTo>
                <a:cubicBezTo>
                  <a:pt x="1401" y="3197"/>
                  <a:pt x="0" y="8901"/>
                  <a:pt x="2569" y="13371"/>
                </a:cubicBezTo>
                <a:cubicBezTo>
                  <a:pt x="4331" y="16437"/>
                  <a:pt x="7553" y="18154"/>
                  <a:pt x="10867" y="18154"/>
                </a:cubicBezTo>
                <a:cubicBezTo>
                  <a:pt x="12384" y="18154"/>
                  <a:pt x="13920" y="17794"/>
                  <a:pt x="15344" y="17040"/>
                </a:cubicBezTo>
                <a:cubicBezTo>
                  <a:pt x="16579" y="16340"/>
                  <a:pt x="17346" y="14805"/>
                  <a:pt x="17346" y="12670"/>
                </a:cubicBezTo>
                <a:cubicBezTo>
                  <a:pt x="17346" y="8334"/>
                  <a:pt x="14310" y="3063"/>
                  <a:pt x="10574" y="929"/>
                </a:cubicBezTo>
                <a:cubicBezTo>
                  <a:pt x="9465" y="306"/>
                  <a:pt x="8435" y="1"/>
                  <a:pt x="7524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1">
            <a:extLst>
              <a:ext uri="{FF2B5EF4-FFF2-40B4-BE49-F238E27FC236}">
                <a16:creationId xmlns:a16="http://schemas.microsoft.com/office/drawing/2014/main" id="{7F6AE470-71A7-11AC-FCC7-EEF0EA9CB0F5}"/>
              </a:ext>
            </a:extLst>
          </p:cNvPr>
          <p:cNvSpPr/>
          <p:nvPr/>
        </p:nvSpPr>
        <p:spPr>
          <a:xfrm rot="3041045">
            <a:off x="-2798522" y="1371861"/>
            <a:ext cx="263161" cy="166711"/>
          </a:xfrm>
          <a:custGeom>
            <a:avLst/>
            <a:gdLst/>
            <a:ahLst/>
            <a:cxnLst/>
            <a:rect l="l" t="t" r="r" b="b"/>
            <a:pathLst>
              <a:path w="17053" h="10803" extrusionOk="0">
                <a:moveTo>
                  <a:pt x="775" y="0"/>
                </a:moveTo>
                <a:cubicBezTo>
                  <a:pt x="0" y="6090"/>
                  <a:pt x="4855" y="10802"/>
                  <a:pt x="10274" y="10802"/>
                </a:cubicBezTo>
                <a:cubicBezTo>
                  <a:pt x="11861" y="10802"/>
                  <a:pt x="13495" y="10398"/>
                  <a:pt x="15051" y="9507"/>
                </a:cubicBezTo>
                <a:cubicBezTo>
                  <a:pt x="16286" y="8807"/>
                  <a:pt x="17053" y="7272"/>
                  <a:pt x="17053" y="5137"/>
                </a:cubicBezTo>
                <a:cubicBezTo>
                  <a:pt x="17020" y="4203"/>
                  <a:pt x="16919" y="3303"/>
                  <a:pt x="16686" y="2402"/>
                </a:cubicBezTo>
                <a:cubicBezTo>
                  <a:pt x="16653" y="5137"/>
                  <a:pt x="15018" y="7906"/>
                  <a:pt x="9781" y="8406"/>
                </a:cubicBezTo>
                <a:cubicBezTo>
                  <a:pt x="9531" y="8428"/>
                  <a:pt x="9285" y="8439"/>
                  <a:pt x="9043" y="8439"/>
                </a:cubicBezTo>
                <a:cubicBezTo>
                  <a:pt x="4497" y="8439"/>
                  <a:pt x="1313" y="4656"/>
                  <a:pt x="775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1">
            <a:extLst>
              <a:ext uri="{FF2B5EF4-FFF2-40B4-BE49-F238E27FC236}">
                <a16:creationId xmlns:a16="http://schemas.microsoft.com/office/drawing/2014/main" id="{6FDC8679-4722-24EC-26BC-29A51AEB8B50}"/>
              </a:ext>
            </a:extLst>
          </p:cNvPr>
          <p:cNvSpPr/>
          <p:nvPr/>
        </p:nvSpPr>
        <p:spPr>
          <a:xfrm rot="3041045">
            <a:off x="-2768044" y="1386198"/>
            <a:ext cx="83919" cy="108270"/>
          </a:xfrm>
          <a:custGeom>
            <a:avLst/>
            <a:gdLst/>
            <a:ahLst/>
            <a:cxnLst/>
            <a:rect l="l" t="t" r="r" b="b"/>
            <a:pathLst>
              <a:path w="5438" h="7016" extrusionOk="0">
                <a:moveTo>
                  <a:pt x="1517" y="0"/>
                </a:moveTo>
                <a:cubicBezTo>
                  <a:pt x="621" y="0"/>
                  <a:pt x="0" y="710"/>
                  <a:pt x="0" y="1940"/>
                </a:cubicBezTo>
                <a:cubicBezTo>
                  <a:pt x="101" y="3841"/>
                  <a:pt x="1101" y="5576"/>
                  <a:pt x="2736" y="6643"/>
                </a:cubicBezTo>
                <a:cubicBezTo>
                  <a:pt x="3163" y="6896"/>
                  <a:pt x="3570" y="7015"/>
                  <a:pt x="3933" y="7015"/>
                </a:cubicBezTo>
                <a:cubicBezTo>
                  <a:pt x="4817" y="7015"/>
                  <a:pt x="5438" y="6305"/>
                  <a:pt x="5438" y="5076"/>
                </a:cubicBezTo>
                <a:cubicBezTo>
                  <a:pt x="5338" y="3174"/>
                  <a:pt x="4304" y="1406"/>
                  <a:pt x="2736" y="372"/>
                </a:cubicBezTo>
                <a:cubicBezTo>
                  <a:pt x="2299" y="120"/>
                  <a:pt x="1885" y="0"/>
                  <a:pt x="151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1">
            <a:extLst>
              <a:ext uri="{FF2B5EF4-FFF2-40B4-BE49-F238E27FC236}">
                <a16:creationId xmlns:a16="http://schemas.microsoft.com/office/drawing/2014/main" id="{D62AC66B-CF52-090C-0627-9FEF7F949B0E}"/>
              </a:ext>
            </a:extLst>
          </p:cNvPr>
          <p:cNvSpPr/>
          <p:nvPr/>
        </p:nvSpPr>
        <p:spPr>
          <a:xfrm rot="3041045">
            <a:off x="-2753121" y="1386198"/>
            <a:ext cx="68996" cy="99443"/>
          </a:xfrm>
          <a:custGeom>
            <a:avLst/>
            <a:gdLst/>
            <a:ahLst/>
            <a:cxnLst/>
            <a:rect l="l" t="t" r="r" b="b"/>
            <a:pathLst>
              <a:path w="4471" h="6444" extrusionOk="0">
                <a:moveTo>
                  <a:pt x="543" y="0"/>
                </a:moveTo>
                <a:cubicBezTo>
                  <a:pt x="495" y="0"/>
                  <a:pt x="448" y="2"/>
                  <a:pt x="401" y="5"/>
                </a:cubicBezTo>
                <a:cubicBezTo>
                  <a:pt x="134" y="406"/>
                  <a:pt x="1" y="873"/>
                  <a:pt x="1" y="1373"/>
                </a:cubicBezTo>
                <a:cubicBezTo>
                  <a:pt x="134" y="3274"/>
                  <a:pt x="1135" y="5009"/>
                  <a:pt x="2736" y="6076"/>
                </a:cubicBezTo>
                <a:cubicBezTo>
                  <a:pt x="3136" y="6343"/>
                  <a:pt x="3603" y="6443"/>
                  <a:pt x="4104" y="6443"/>
                </a:cubicBezTo>
                <a:cubicBezTo>
                  <a:pt x="4371" y="6010"/>
                  <a:pt x="4471" y="5543"/>
                  <a:pt x="4471" y="5076"/>
                </a:cubicBezTo>
                <a:cubicBezTo>
                  <a:pt x="4371" y="3174"/>
                  <a:pt x="3337" y="1406"/>
                  <a:pt x="1769" y="372"/>
                </a:cubicBezTo>
                <a:cubicBezTo>
                  <a:pt x="1379" y="132"/>
                  <a:pt x="962" y="0"/>
                  <a:pt x="543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1">
            <a:extLst>
              <a:ext uri="{FF2B5EF4-FFF2-40B4-BE49-F238E27FC236}">
                <a16:creationId xmlns:a16="http://schemas.microsoft.com/office/drawing/2014/main" id="{EE0E7676-067F-3CC7-7E43-6C4D0A074F78}"/>
              </a:ext>
            </a:extLst>
          </p:cNvPr>
          <p:cNvSpPr/>
          <p:nvPr/>
        </p:nvSpPr>
        <p:spPr>
          <a:xfrm rot="3041045">
            <a:off x="-2751053" y="1422308"/>
            <a:ext cx="66928" cy="63333"/>
          </a:xfrm>
          <a:custGeom>
            <a:avLst/>
            <a:gdLst/>
            <a:ahLst/>
            <a:cxnLst/>
            <a:rect l="l" t="t" r="r" b="b"/>
            <a:pathLst>
              <a:path w="4337" h="4104" extrusionOk="0">
                <a:moveTo>
                  <a:pt x="0" y="0"/>
                </a:moveTo>
                <a:cubicBezTo>
                  <a:pt x="367" y="1535"/>
                  <a:pt x="1268" y="2869"/>
                  <a:pt x="2602" y="3736"/>
                </a:cubicBezTo>
                <a:cubicBezTo>
                  <a:pt x="3002" y="4003"/>
                  <a:pt x="3469" y="4103"/>
                  <a:pt x="3970" y="4103"/>
                </a:cubicBezTo>
                <a:cubicBezTo>
                  <a:pt x="4237" y="3670"/>
                  <a:pt x="4337" y="3203"/>
                  <a:pt x="4337" y="2736"/>
                </a:cubicBezTo>
                <a:cubicBezTo>
                  <a:pt x="4337" y="2269"/>
                  <a:pt x="4237" y="1802"/>
                  <a:pt x="4103" y="1368"/>
                </a:cubicBezTo>
                <a:cubicBezTo>
                  <a:pt x="3848" y="1828"/>
                  <a:pt x="3404" y="2018"/>
                  <a:pt x="2900" y="2018"/>
                </a:cubicBezTo>
                <a:cubicBezTo>
                  <a:pt x="1757" y="2018"/>
                  <a:pt x="301" y="1041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1">
            <a:extLst>
              <a:ext uri="{FF2B5EF4-FFF2-40B4-BE49-F238E27FC236}">
                <a16:creationId xmlns:a16="http://schemas.microsoft.com/office/drawing/2014/main" id="{33909FC8-BEFA-A50B-9727-3890CBE04C0C}"/>
              </a:ext>
            </a:extLst>
          </p:cNvPr>
          <p:cNvSpPr/>
          <p:nvPr/>
        </p:nvSpPr>
        <p:spPr>
          <a:xfrm rot="3041045">
            <a:off x="-2684140" y="878842"/>
            <a:ext cx="496245" cy="402310"/>
          </a:xfrm>
          <a:custGeom>
            <a:avLst/>
            <a:gdLst/>
            <a:ahLst/>
            <a:cxnLst/>
            <a:rect l="l" t="t" r="r" b="b"/>
            <a:pathLst>
              <a:path w="32157" h="26070" extrusionOk="0">
                <a:moveTo>
                  <a:pt x="22337" y="0"/>
                </a:moveTo>
                <a:cubicBezTo>
                  <a:pt x="20640" y="0"/>
                  <a:pt x="18948" y="442"/>
                  <a:pt x="17446" y="1326"/>
                </a:cubicBezTo>
                <a:lnTo>
                  <a:pt x="12276" y="4328"/>
                </a:lnTo>
                <a:cubicBezTo>
                  <a:pt x="4671" y="8732"/>
                  <a:pt x="1" y="16837"/>
                  <a:pt x="1" y="25610"/>
                </a:cubicBezTo>
                <a:cubicBezTo>
                  <a:pt x="1" y="25744"/>
                  <a:pt x="101" y="25877"/>
                  <a:pt x="234" y="25944"/>
                </a:cubicBezTo>
                <a:cubicBezTo>
                  <a:pt x="418" y="26027"/>
                  <a:pt x="618" y="26069"/>
                  <a:pt x="822" y="26069"/>
                </a:cubicBezTo>
                <a:cubicBezTo>
                  <a:pt x="1026" y="26069"/>
                  <a:pt x="1235" y="26027"/>
                  <a:pt x="1435" y="25944"/>
                </a:cubicBezTo>
                <a:cubicBezTo>
                  <a:pt x="1568" y="25877"/>
                  <a:pt x="1635" y="25744"/>
                  <a:pt x="1669" y="25610"/>
                </a:cubicBezTo>
                <a:cubicBezTo>
                  <a:pt x="1669" y="17438"/>
                  <a:pt x="6038" y="9866"/>
                  <a:pt x="13110" y="5796"/>
                </a:cubicBezTo>
                <a:lnTo>
                  <a:pt x="18280" y="2794"/>
                </a:lnTo>
                <a:cubicBezTo>
                  <a:pt x="19583" y="2047"/>
                  <a:pt x="20968" y="1705"/>
                  <a:pt x="22319" y="1705"/>
                </a:cubicBezTo>
                <a:cubicBezTo>
                  <a:pt x="26402" y="1705"/>
                  <a:pt x="30180" y="4829"/>
                  <a:pt x="30456" y="9365"/>
                </a:cubicBezTo>
                <a:lnTo>
                  <a:pt x="30456" y="9766"/>
                </a:lnTo>
                <a:cubicBezTo>
                  <a:pt x="31256" y="10166"/>
                  <a:pt x="32124" y="10700"/>
                  <a:pt x="32124" y="10700"/>
                </a:cubicBezTo>
                <a:lnTo>
                  <a:pt x="32124" y="9866"/>
                </a:lnTo>
                <a:cubicBezTo>
                  <a:pt x="32157" y="6330"/>
                  <a:pt x="30289" y="3094"/>
                  <a:pt x="27253" y="1326"/>
                </a:cubicBezTo>
                <a:cubicBezTo>
                  <a:pt x="25736" y="442"/>
                  <a:pt x="24034" y="0"/>
                  <a:pt x="2233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1">
            <a:extLst>
              <a:ext uri="{FF2B5EF4-FFF2-40B4-BE49-F238E27FC236}">
                <a16:creationId xmlns:a16="http://schemas.microsoft.com/office/drawing/2014/main" id="{2C291B9B-4CD4-3228-3D3D-E10F2A338C4C}"/>
              </a:ext>
            </a:extLst>
          </p:cNvPr>
          <p:cNvSpPr/>
          <p:nvPr/>
        </p:nvSpPr>
        <p:spPr>
          <a:xfrm rot="3041045">
            <a:off x="-2744371" y="1277510"/>
            <a:ext cx="170924" cy="255491"/>
          </a:xfrm>
          <a:custGeom>
            <a:avLst/>
            <a:gdLst/>
            <a:ahLst/>
            <a:cxnLst/>
            <a:rect l="l" t="t" r="r" b="b"/>
            <a:pathLst>
              <a:path w="11076" h="16556" extrusionOk="0">
                <a:moveTo>
                  <a:pt x="938" y="1"/>
                </a:moveTo>
                <a:cubicBezTo>
                  <a:pt x="826" y="1"/>
                  <a:pt x="714" y="4"/>
                  <a:pt x="601" y="10"/>
                </a:cubicBezTo>
                <a:cubicBezTo>
                  <a:pt x="401" y="177"/>
                  <a:pt x="168" y="343"/>
                  <a:pt x="1" y="510"/>
                </a:cubicBezTo>
                <a:cubicBezTo>
                  <a:pt x="334" y="444"/>
                  <a:pt x="668" y="377"/>
                  <a:pt x="1002" y="377"/>
                </a:cubicBezTo>
                <a:cubicBezTo>
                  <a:pt x="2036" y="410"/>
                  <a:pt x="3036" y="744"/>
                  <a:pt x="3904" y="1277"/>
                </a:cubicBezTo>
                <a:cubicBezTo>
                  <a:pt x="7606" y="3412"/>
                  <a:pt x="10575" y="8583"/>
                  <a:pt x="10575" y="12819"/>
                </a:cubicBezTo>
                <a:cubicBezTo>
                  <a:pt x="10575" y="14487"/>
                  <a:pt x="10141" y="15755"/>
                  <a:pt x="9341" y="16555"/>
                </a:cubicBezTo>
                <a:cubicBezTo>
                  <a:pt x="9574" y="16488"/>
                  <a:pt x="9841" y="16422"/>
                  <a:pt x="10108" y="16322"/>
                </a:cubicBezTo>
                <a:cubicBezTo>
                  <a:pt x="10742" y="15288"/>
                  <a:pt x="11075" y="14053"/>
                  <a:pt x="11009" y="12819"/>
                </a:cubicBezTo>
                <a:cubicBezTo>
                  <a:pt x="11009" y="8449"/>
                  <a:pt x="7907" y="3112"/>
                  <a:pt x="4137" y="911"/>
                </a:cubicBezTo>
                <a:cubicBezTo>
                  <a:pt x="3167" y="304"/>
                  <a:pt x="2059" y="1"/>
                  <a:pt x="938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1">
            <a:extLst>
              <a:ext uri="{FF2B5EF4-FFF2-40B4-BE49-F238E27FC236}">
                <a16:creationId xmlns:a16="http://schemas.microsoft.com/office/drawing/2014/main" id="{81401B1C-4201-1699-9CC9-810F7E137521}"/>
              </a:ext>
            </a:extLst>
          </p:cNvPr>
          <p:cNvSpPr/>
          <p:nvPr/>
        </p:nvSpPr>
        <p:spPr>
          <a:xfrm rot="3041045">
            <a:off x="-2744371" y="1277510"/>
            <a:ext cx="170924" cy="255491"/>
          </a:xfrm>
          <a:custGeom>
            <a:avLst/>
            <a:gdLst/>
            <a:ahLst/>
            <a:cxnLst/>
            <a:rect l="l" t="t" r="r" b="b"/>
            <a:pathLst>
              <a:path w="11076" h="16556" extrusionOk="0">
                <a:moveTo>
                  <a:pt x="938" y="1"/>
                </a:moveTo>
                <a:cubicBezTo>
                  <a:pt x="826" y="1"/>
                  <a:pt x="714" y="4"/>
                  <a:pt x="601" y="10"/>
                </a:cubicBezTo>
                <a:cubicBezTo>
                  <a:pt x="401" y="177"/>
                  <a:pt x="168" y="343"/>
                  <a:pt x="1" y="510"/>
                </a:cubicBezTo>
                <a:cubicBezTo>
                  <a:pt x="334" y="444"/>
                  <a:pt x="668" y="377"/>
                  <a:pt x="1002" y="377"/>
                </a:cubicBezTo>
                <a:cubicBezTo>
                  <a:pt x="2036" y="410"/>
                  <a:pt x="3036" y="744"/>
                  <a:pt x="3904" y="1277"/>
                </a:cubicBezTo>
                <a:cubicBezTo>
                  <a:pt x="7606" y="3412"/>
                  <a:pt x="10575" y="8583"/>
                  <a:pt x="10575" y="12819"/>
                </a:cubicBezTo>
                <a:cubicBezTo>
                  <a:pt x="10575" y="14487"/>
                  <a:pt x="10141" y="15755"/>
                  <a:pt x="9341" y="16555"/>
                </a:cubicBezTo>
                <a:cubicBezTo>
                  <a:pt x="9574" y="16488"/>
                  <a:pt x="9841" y="16422"/>
                  <a:pt x="10108" y="16322"/>
                </a:cubicBezTo>
                <a:cubicBezTo>
                  <a:pt x="10742" y="15288"/>
                  <a:pt x="11075" y="14053"/>
                  <a:pt x="11009" y="12819"/>
                </a:cubicBezTo>
                <a:cubicBezTo>
                  <a:pt x="11009" y="8449"/>
                  <a:pt x="7907" y="3112"/>
                  <a:pt x="4137" y="911"/>
                </a:cubicBezTo>
                <a:cubicBezTo>
                  <a:pt x="3167" y="304"/>
                  <a:pt x="2059" y="1"/>
                  <a:pt x="93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41">
            <a:extLst>
              <a:ext uri="{FF2B5EF4-FFF2-40B4-BE49-F238E27FC236}">
                <a16:creationId xmlns:a16="http://schemas.microsoft.com/office/drawing/2014/main" id="{29703B75-E795-C4DA-ADEC-AFCC50203134}"/>
              </a:ext>
            </a:extLst>
          </p:cNvPr>
          <p:cNvSpPr/>
          <p:nvPr/>
        </p:nvSpPr>
        <p:spPr>
          <a:xfrm rot="3041045">
            <a:off x="-1010640" y="1852874"/>
            <a:ext cx="631629" cy="601953"/>
          </a:xfrm>
          <a:custGeom>
            <a:avLst/>
            <a:gdLst/>
            <a:ahLst/>
            <a:cxnLst/>
            <a:rect l="l" t="t" r="r" b="b"/>
            <a:pathLst>
              <a:path w="40930" h="39007" extrusionOk="0">
                <a:moveTo>
                  <a:pt x="11858" y="0"/>
                </a:moveTo>
                <a:cubicBezTo>
                  <a:pt x="11543" y="0"/>
                  <a:pt x="11239" y="47"/>
                  <a:pt x="10942" y="153"/>
                </a:cubicBezTo>
                <a:cubicBezTo>
                  <a:pt x="8940" y="887"/>
                  <a:pt x="9307" y="3355"/>
                  <a:pt x="8040" y="4889"/>
                </a:cubicBezTo>
                <a:cubicBezTo>
                  <a:pt x="5171" y="8492"/>
                  <a:pt x="2803" y="14563"/>
                  <a:pt x="1935" y="20634"/>
                </a:cubicBezTo>
                <a:cubicBezTo>
                  <a:pt x="1402" y="24303"/>
                  <a:pt x="1" y="25237"/>
                  <a:pt x="468" y="26271"/>
                </a:cubicBezTo>
                <a:cubicBezTo>
                  <a:pt x="1335" y="28273"/>
                  <a:pt x="3170" y="27606"/>
                  <a:pt x="5204" y="29407"/>
                </a:cubicBezTo>
                <a:cubicBezTo>
                  <a:pt x="10408" y="34010"/>
                  <a:pt x="14478" y="35978"/>
                  <a:pt x="23417" y="37046"/>
                </a:cubicBezTo>
                <a:cubicBezTo>
                  <a:pt x="26766" y="37457"/>
                  <a:pt x="27425" y="39006"/>
                  <a:pt x="29014" y="39006"/>
                </a:cubicBezTo>
                <a:cubicBezTo>
                  <a:pt x="29230" y="39006"/>
                  <a:pt x="29463" y="38978"/>
                  <a:pt x="29722" y="38914"/>
                </a:cubicBezTo>
                <a:cubicBezTo>
                  <a:pt x="31790" y="38413"/>
                  <a:pt x="30456" y="35978"/>
                  <a:pt x="34025" y="31108"/>
                </a:cubicBezTo>
                <a:cubicBezTo>
                  <a:pt x="36027" y="28306"/>
                  <a:pt x="37628" y="24303"/>
                  <a:pt x="38295" y="18733"/>
                </a:cubicBezTo>
                <a:cubicBezTo>
                  <a:pt x="38728" y="15430"/>
                  <a:pt x="40930" y="13863"/>
                  <a:pt x="39496" y="11995"/>
                </a:cubicBezTo>
                <a:cubicBezTo>
                  <a:pt x="38061" y="10093"/>
                  <a:pt x="37127" y="10960"/>
                  <a:pt x="33325" y="8292"/>
                </a:cubicBezTo>
                <a:cubicBezTo>
                  <a:pt x="29555" y="5657"/>
                  <a:pt x="26019" y="3588"/>
                  <a:pt x="18981" y="2121"/>
                </a:cubicBezTo>
                <a:cubicBezTo>
                  <a:pt x="15752" y="1469"/>
                  <a:pt x="13630" y="0"/>
                  <a:pt x="11858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41">
            <a:extLst>
              <a:ext uri="{FF2B5EF4-FFF2-40B4-BE49-F238E27FC236}">
                <a16:creationId xmlns:a16="http://schemas.microsoft.com/office/drawing/2014/main" id="{4956709A-2C7E-5F98-73D2-94F735CAA789}"/>
              </a:ext>
            </a:extLst>
          </p:cNvPr>
          <p:cNvSpPr/>
          <p:nvPr/>
        </p:nvSpPr>
        <p:spPr>
          <a:xfrm rot="3041045">
            <a:off x="-583377" y="2053844"/>
            <a:ext cx="171727" cy="384687"/>
          </a:xfrm>
          <a:custGeom>
            <a:avLst/>
            <a:gdLst/>
            <a:ahLst/>
            <a:cxnLst/>
            <a:rect l="l" t="t" r="r" b="b"/>
            <a:pathLst>
              <a:path w="11128" h="24928" extrusionOk="0">
                <a:moveTo>
                  <a:pt x="10021" y="1"/>
                </a:moveTo>
                <a:cubicBezTo>
                  <a:pt x="9626" y="1"/>
                  <a:pt x="9090" y="231"/>
                  <a:pt x="8406" y="773"/>
                </a:cubicBezTo>
                <a:cubicBezTo>
                  <a:pt x="6905" y="1974"/>
                  <a:pt x="4904" y="4642"/>
                  <a:pt x="2335" y="10947"/>
                </a:cubicBezTo>
                <a:cubicBezTo>
                  <a:pt x="100" y="16451"/>
                  <a:pt x="0" y="22188"/>
                  <a:pt x="734" y="23989"/>
                </a:cubicBezTo>
                <a:cubicBezTo>
                  <a:pt x="1015" y="24648"/>
                  <a:pt x="1322" y="24928"/>
                  <a:pt x="1620" y="24928"/>
                </a:cubicBezTo>
                <a:cubicBezTo>
                  <a:pt x="2137" y="24928"/>
                  <a:pt x="2627" y="24086"/>
                  <a:pt x="2902" y="22922"/>
                </a:cubicBezTo>
                <a:cubicBezTo>
                  <a:pt x="3436" y="20754"/>
                  <a:pt x="5571" y="18886"/>
                  <a:pt x="7873" y="13715"/>
                </a:cubicBezTo>
                <a:cubicBezTo>
                  <a:pt x="10274" y="8312"/>
                  <a:pt x="9407" y="5943"/>
                  <a:pt x="10508" y="3074"/>
                </a:cubicBezTo>
                <a:cubicBezTo>
                  <a:pt x="11128" y="1452"/>
                  <a:pt x="11015" y="1"/>
                  <a:pt x="10021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41">
            <a:extLst>
              <a:ext uri="{FF2B5EF4-FFF2-40B4-BE49-F238E27FC236}">
                <a16:creationId xmlns:a16="http://schemas.microsoft.com/office/drawing/2014/main" id="{FE181E8A-DAD8-7E4A-DCB4-BFB915F6602D}"/>
              </a:ext>
            </a:extLst>
          </p:cNvPr>
          <p:cNvSpPr/>
          <p:nvPr/>
        </p:nvSpPr>
        <p:spPr>
          <a:xfrm rot="3041045">
            <a:off x="-999823" y="2265493"/>
            <a:ext cx="411307" cy="180692"/>
          </a:xfrm>
          <a:custGeom>
            <a:avLst/>
            <a:gdLst/>
            <a:ahLst/>
            <a:cxnLst/>
            <a:rect l="l" t="t" r="r" b="b"/>
            <a:pathLst>
              <a:path w="26653" h="11709" extrusionOk="0">
                <a:moveTo>
                  <a:pt x="0" y="0"/>
                </a:moveTo>
                <a:cubicBezTo>
                  <a:pt x="968" y="1435"/>
                  <a:pt x="2635" y="1034"/>
                  <a:pt x="4503" y="2669"/>
                </a:cubicBezTo>
                <a:cubicBezTo>
                  <a:pt x="6105" y="4137"/>
                  <a:pt x="7873" y="5471"/>
                  <a:pt x="9741" y="6605"/>
                </a:cubicBezTo>
                <a:cubicBezTo>
                  <a:pt x="7506" y="4804"/>
                  <a:pt x="7039" y="2502"/>
                  <a:pt x="5337" y="1602"/>
                </a:cubicBezTo>
                <a:cubicBezTo>
                  <a:pt x="3269" y="434"/>
                  <a:pt x="1635" y="1235"/>
                  <a:pt x="0" y="0"/>
                </a:cubicBezTo>
                <a:close/>
                <a:moveTo>
                  <a:pt x="12943" y="8140"/>
                </a:moveTo>
                <a:cubicBezTo>
                  <a:pt x="15578" y="9174"/>
                  <a:pt x="18647" y="9841"/>
                  <a:pt x="22716" y="10341"/>
                </a:cubicBezTo>
                <a:cubicBezTo>
                  <a:pt x="24118" y="10475"/>
                  <a:pt x="25452" y="10975"/>
                  <a:pt x="26653" y="11709"/>
                </a:cubicBezTo>
                <a:cubicBezTo>
                  <a:pt x="25118" y="10475"/>
                  <a:pt x="24518" y="8506"/>
                  <a:pt x="22049" y="8306"/>
                </a:cubicBezTo>
                <a:cubicBezTo>
                  <a:pt x="21867" y="8289"/>
                  <a:pt x="21659" y="8282"/>
                  <a:pt x="21430" y="8282"/>
                </a:cubicBezTo>
                <a:cubicBezTo>
                  <a:pt x="20215" y="8282"/>
                  <a:pt x="18400" y="8487"/>
                  <a:pt x="16502" y="8487"/>
                </a:cubicBezTo>
                <a:cubicBezTo>
                  <a:pt x="15306" y="8487"/>
                  <a:pt x="14076" y="8406"/>
                  <a:pt x="12943" y="814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1">
            <a:extLst>
              <a:ext uri="{FF2B5EF4-FFF2-40B4-BE49-F238E27FC236}">
                <a16:creationId xmlns:a16="http://schemas.microsoft.com/office/drawing/2014/main" id="{C960CE51-7DF0-4788-CFB0-25CFEF0DB25B}"/>
              </a:ext>
            </a:extLst>
          </p:cNvPr>
          <p:cNvSpPr/>
          <p:nvPr/>
        </p:nvSpPr>
        <p:spPr>
          <a:xfrm rot="3041045">
            <a:off x="-960703" y="1918244"/>
            <a:ext cx="436538" cy="295552"/>
          </a:xfrm>
          <a:custGeom>
            <a:avLst/>
            <a:gdLst/>
            <a:ahLst/>
            <a:cxnLst/>
            <a:rect l="l" t="t" r="r" b="b"/>
            <a:pathLst>
              <a:path w="28288" h="19152" extrusionOk="0">
                <a:moveTo>
                  <a:pt x="13353" y="1"/>
                </a:moveTo>
                <a:cubicBezTo>
                  <a:pt x="12824" y="1"/>
                  <a:pt x="12297" y="18"/>
                  <a:pt x="11775" y="53"/>
                </a:cubicBezTo>
                <a:cubicBezTo>
                  <a:pt x="5037" y="1054"/>
                  <a:pt x="1668" y="7358"/>
                  <a:pt x="534" y="13262"/>
                </a:cubicBezTo>
                <a:cubicBezTo>
                  <a:pt x="0" y="15931"/>
                  <a:pt x="768" y="17766"/>
                  <a:pt x="2335" y="18700"/>
                </a:cubicBezTo>
                <a:cubicBezTo>
                  <a:pt x="2861" y="19003"/>
                  <a:pt x="3632" y="19152"/>
                  <a:pt x="4482" y="19152"/>
                </a:cubicBezTo>
                <a:cubicBezTo>
                  <a:pt x="6060" y="19152"/>
                  <a:pt x="7911" y="18641"/>
                  <a:pt x="8973" y="17666"/>
                </a:cubicBezTo>
                <a:cubicBezTo>
                  <a:pt x="10174" y="16565"/>
                  <a:pt x="11108" y="15264"/>
                  <a:pt x="12476" y="13963"/>
                </a:cubicBezTo>
                <a:cubicBezTo>
                  <a:pt x="13377" y="13129"/>
                  <a:pt x="14477" y="12562"/>
                  <a:pt x="15645" y="12228"/>
                </a:cubicBezTo>
                <a:cubicBezTo>
                  <a:pt x="18881" y="11461"/>
                  <a:pt x="20515" y="11728"/>
                  <a:pt x="23084" y="11394"/>
                </a:cubicBezTo>
                <a:cubicBezTo>
                  <a:pt x="24284" y="11261"/>
                  <a:pt x="25952" y="10827"/>
                  <a:pt x="26886" y="9893"/>
                </a:cubicBezTo>
                <a:cubicBezTo>
                  <a:pt x="27854" y="8993"/>
                  <a:pt x="28287" y="7658"/>
                  <a:pt x="28054" y="6391"/>
                </a:cubicBezTo>
                <a:cubicBezTo>
                  <a:pt x="27887" y="5357"/>
                  <a:pt x="27320" y="4423"/>
                  <a:pt x="26486" y="3822"/>
                </a:cubicBezTo>
                <a:cubicBezTo>
                  <a:pt x="22662" y="1283"/>
                  <a:pt x="17900" y="1"/>
                  <a:pt x="13353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1">
            <a:extLst>
              <a:ext uri="{FF2B5EF4-FFF2-40B4-BE49-F238E27FC236}">
                <a16:creationId xmlns:a16="http://schemas.microsoft.com/office/drawing/2014/main" id="{5BEE138E-2AC4-01CA-B707-186A70F0B54B}"/>
              </a:ext>
            </a:extLst>
          </p:cNvPr>
          <p:cNvSpPr/>
          <p:nvPr/>
        </p:nvSpPr>
        <p:spPr>
          <a:xfrm rot="3041045">
            <a:off x="-1618057" y="1785391"/>
            <a:ext cx="526105" cy="483019"/>
          </a:xfrm>
          <a:custGeom>
            <a:avLst/>
            <a:gdLst/>
            <a:ahLst/>
            <a:cxnLst/>
            <a:rect l="l" t="t" r="r" b="b"/>
            <a:pathLst>
              <a:path w="34092" h="31300" extrusionOk="0">
                <a:moveTo>
                  <a:pt x="24960" y="0"/>
                </a:moveTo>
                <a:cubicBezTo>
                  <a:pt x="23573" y="0"/>
                  <a:pt x="21855" y="1087"/>
                  <a:pt x="19314" y="1557"/>
                </a:cubicBezTo>
                <a:cubicBezTo>
                  <a:pt x="13643" y="2591"/>
                  <a:pt x="9307" y="4492"/>
                  <a:pt x="6205" y="6560"/>
                </a:cubicBezTo>
                <a:cubicBezTo>
                  <a:pt x="3103" y="8629"/>
                  <a:pt x="2369" y="7928"/>
                  <a:pt x="1168" y="9396"/>
                </a:cubicBezTo>
                <a:cubicBezTo>
                  <a:pt x="0" y="10897"/>
                  <a:pt x="1735" y="12164"/>
                  <a:pt x="2002" y="14833"/>
                </a:cubicBezTo>
                <a:cubicBezTo>
                  <a:pt x="2435" y="19303"/>
                  <a:pt x="3636" y="22605"/>
                  <a:pt x="5204" y="24840"/>
                </a:cubicBezTo>
                <a:cubicBezTo>
                  <a:pt x="7973" y="28843"/>
                  <a:pt x="6839" y="30778"/>
                  <a:pt x="8506" y="31211"/>
                </a:cubicBezTo>
                <a:cubicBezTo>
                  <a:pt x="8733" y="31272"/>
                  <a:pt x="8934" y="31299"/>
                  <a:pt x="9121" y="31299"/>
                </a:cubicBezTo>
                <a:cubicBezTo>
                  <a:pt x="10366" y="31299"/>
                  <a:pt x="10941" y="30105"/>
                  <a:pt x="13610" y="29844"/>
                </a:cubicBezTo>
                <a:cubicBezTo>
                  <a:pt x="20815" y="29177"/>
                  <a:pt x="25585" y="27342"/>
                  <a:pt x="29822" y="23739"/>
                </a:cubicBezTo>
                <a:cubicBezTo>
                  <a:pt x="31489" y="22338"/>
                  <a:pt x="32957" y="22906"/>
                  <a:pt x="33724" y="21304"/>
                </a:cubicBezTo>
                <a:cubicBezTo>
                  <a:pt x="34091" y="20504"/>
                  <a:pt x="32991" y="19737"/>
                  <a:pt x="32657" y="16768"/>
                </a:cubicBezTo>
                <a:cubicBezTo>
                  <a:pt x="32057" y="11864"/>
                  <a:pt x="30289" y="6961"/>
                  <a:pt x="28054" y="3992"/>
                </a:cubicBezTo>
                <a:cubicBezTo>
                  <a:pt x="27053" y="2724"/>
                  <a:pt x="27387" y="790"/>
                  <a:pt x="25785" y="156"/>
                </a:cubicBezTo>
                <a:cubicBezTo>
                  <a:pt x="25522" y="47"/>
                  <a:pt x="25248" y="0"/>
                  <a:pt x="24960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1">
            <a:extLst>
              <a:ext uri="{FF2B5EF4-FFF2-40B4-BE49-F238E27FC236}">
                <a16:creationId xmlns:a16="http://schemas.microsoft.com/office/drawing/2014/main" id="{DABB9445-5311-2B0A-175F-32A8B2BA76D9}"/>
              </a:ext>
            </a:extLst>
          </p:cNvPr>
          <p:cNvSpPr/>
          <p:nvPr/>
        </p:nvSpPr>
        <p:spPr>
          <a:xfrm rot="3041045">
            <a:off x="-1618057" y="1785391"/>
            <a:ext cx="526105" cy="483019"/>
          </a:xfrm>
          <a:custGeom>
            <a:avLst/>
            <a:gdLst/>
            <a:ahLst/>
            <a:cxnLst/>
            <a:rect l="l" t="t" r="r" b="b"/>
            <a:pathLst>
              <a:path w="34092" h="31300" extrusionOk="0">
                <a:moveTo>
                  <a:pt x="24960" y="0"/>
                </a:moveTo>
                <a:cubicBezTo>
                  <a:pt x="23573" y="0"/>
                  <a:pt x="21855" y="1087"/>
                  <a:pt x="19314" y="1557"/>
                </a:cubicBezTo>
                <a:cubicBezTo>
                  <a:pt x="13643" y="2591"/>
                  <a:pt x="9307" y="4492"/>
                  <a:pt x="6205" y="6560"/>
                </a:cubicBezTo>
                <a:cubicBezTo>
                  <a:pt x="3103" y="8629"/>
                  <a:pt x="2369" y="7928"/>
                  <a:pt x="1168" y="9396"/>
                </a:cubicBezTo>
                <a:cubicBezTo>
                  <a:pt x="0" y="10897"/>
                  <a:pt x="1735" y="12164"/>
                  <a:pt x="2002" y="14833"/>
                </a:cubicBezTo>
                <a:cubicBezTo>
                  <a:pt x="2435" y="19303"/>
                  <a:pt x="3636" y="22605"/>
                  <a:pt x="5204" y="24840"/>
                </a:cubicBezTo>
                <a:cubicBezTo>
                  <a:pt x="7973" y="28843"/>
                  <a:pt x="6839" y="30778"/>
                  <a:pt x="8506" y="31211"/>
                </a:cubicBezTo>
                <a:cubicBezTo>
                  <a:pt x="8733" y="31272"/>
                  <a:pt x="8934" y="31299"/>
                  <a:pt x="9121" y="31299"/>
                </a:cubicBezTo>
                <a:cubicBezTo>
                  <a:pt x="10366" y="31299"/>
                  <a:pt x="10941" y="30105"/>
                  <a:pt x="13610" y="29844"/>
                </a:cubicBezTo>
                <a:cubicBezTo>
                  <a:pt x="20815" y="29177"/>
                  <a:pt x="25585" y="27342"/>
                  <a:pt x="29822" y="23739"/>
                </a:cubicBezTo>
                <a:cubicBezTo>
                  <a:pt x="31489" y="22338"/>
                  <a:pt x="32957" y="22906"/>
                  <a:pt x="33724" y="21304"/>
                </a:cubicBezTo>
                <a:cubicBezTo>
                  <a:pt x="34091" y="20504"/>
                  <a:pt x="32991" y="19737"/>
                  <a:pt x="32657" y="16768"/>
                </a:cubicBezTo>
                <a:cubicBezTo>
                  <a:pt x="32057" y="11864"/>
                  <a:pt x="30289" y="6961"/>
                  <a:pt x="28054" y="3992"/>
                </a:cubicBezTo>
                <a:cubicBezTo>
                  <a:pt x="27053" y="2724"/>
                  <a:pt x="27387" y="790"/>
                  <a:pt x="25785" y="156"/>
                </a:cubicBezTo>
                <a:cubicBezTo>
                  <a:pt x="25522" y="47"/>
                  <a:pt x="25248" y="0"/>
                  <a:pt x="2496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1">
            <a:extLst>
              <a:ext uri="{FF2B5EF4-FFF2-40B4-BE49-F238E27FC236}">
                <a16:creationId xmlns:a16="http://schemas.microsoft.com/office/drawing/2014/main" id="{2143505C-2CCE-3200-CCF6-AA69719ADC29}"/>
              </a:ext>
            </a:extLst>
          </p:cNvPr>
          <p:cNvSpPr/>
          <p:nvPr/>
        </p:nvSpPr>
        <p:spPr>
          <a:xfrm rot="3041045">
            <a:off x="-1592085" y="1943630"/>
            <a:ext cx="132591" cy="312095"/>
          </a:xfrm>
          <a:custGeom>
            <a:avLst/>
            <a:gdLst/>
            <a:ahLst/>
            <a:cxnLst/>
            <a:rect l="l" t="t" r="r" b="b"/>
            <a:pathLst>
              <a:path w="8592" h="20224" extrusionOk="0">
                <a:moveTo>
                  <a:pt x="908" y="0"/>
                </a:moveTo>
                <a:cubicBezTo>
                  <a:pt x="125" y="0"/>
                  <a:pt x="1" y="1171"/>
                  <a:pt x="452" y="2478"/>
                </a:cubicBezTo>
                <a:cubicBezTo>
                  <a:pt x="1286" y="4813"/>
                  <a:pt x="552" y="6714"/>
                  <a:pt x="2387" y="11084"/>
                </a:cubicBezTo>
                <a:cubicBezTo>
                  <a:pt x="4121" y="15287"/>
                  <a:pt x="5823" y="16821"/>
                  <a:pt x="6190" y="18589"/>
                </a:cubicBezTo>
                <a:cubicBezTo>
                  <a:pt x="6382" y="19529"/>
                  <a:pt x="6766" y="20223"/>
                  <a:pt x="7184" y="20223"/>
                </a:cubicBezTo>
                <a:cubicBezTo>
                  <a:pt x="7418" y="20223"/>
                  <a:pt x="7663" y="20005"/>
                  <a:pt x="7891" y="19490"/>
                </a:cubicBezTo>
                <a:cubicBezTo>
                  <a:pt x="8558" y="18055"/>
                  <a:pt x="8591" y="13419"/>
                  <a:pt x="6890" y="8982"/>
                </a:cubicBezTo>
                <a:cubicBezTo>
                  <a:pt x="4922" y="3845"/>
                  <a:pt x="3354" y="1677"/>
                  <a:pt x="2187" y="643"/>
                </a:cubicBezTo>
                <a:cubicBezTo>
                  <a:pt x="1649" y="192"/>
                  <a:pt x="1224" y="0"/>
                  <a:pt x="908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1">
            <a:extLst>
              <a:ext uri="{FF2B5EF4-FFF2-40B4-BE49-F238E27FC236}">
                <a16:creationId xmlns:a16="http://schemas.microsoft.com/office/drawing/2014/main" id="{F1C4C85F-757B-9EC3-6D4E-9A926E2BF4C4}"/>
              </a:ext>
            </a:extLst>
          </p:cNvPr>
          <p:cNvSpPr/>
          <p:nvPr/>
        </p:nvSpPr>
        <p:spPr>
          <a:xfrm rot="3041045">
            <a:off x="-1457456" y="2119816"/>
            <a:ext cx="356231" cy="142606"/>
          </a:xfrm>
          <a:custGeom>
            <a:avLst/>
            <a:gdLst/>
            <a:ahLst/>
            <a:cxnLst/>
            <a:rect l="l" t="t" r="r" b="b"/>
            <a:pathLst>
              <a:path w="23084" h="9241" extrusionOk="0">
                <a:moveTo>
                  <a:pt x="23084" y="0"/>
                </a:moveTo>
                <a:lnTo>
                  <a:pt x="23084" y="0"/>
                </a:lnTo>
                <a:cubicBezTo>
                  <a:pt x="21750" y="1001"/>
                  <a:pt x="20482" y="334"/>
                  <a:pt x="18781" y="1201"/>
                </a:cubicBezTo>
                <a:cubicBezTo>
                  <a:pt x="17380" y="1902"/>
                  <a:pt x="16980" y="3736"/>
                  <a:pt x="15145" y="5137"/>
                </a:cubicBezTo>
                <a:cubicBezTo>
                  <a:pt x="16646" y="4270"/>
                  <a:pt x="18080" y="3236"/>
                  <a:pt x="19415" y="2102"/>
                </a:cubicBezTo>
                <a:cubicBezTo>
                  <a:pt x="20949" y="801"/>
                  <a:pt x="22283" y="1168"/>
                  <a:pt x="23084" y="0"/>
                </a:cubicBezTo>
                <a:close/>
                <a:moveTo>
                  <a:pt x="3981" y="6567"/>
                </a:moveTo>
                <a:cubicBezTo>
                  <a:pt x="3907" y="6567"/>
                  <a:pt x="3837" y="6569"/>
                  <a:pt x="3770" y="6572"/>
                </a:cubicBezTo>
                <a:cubicBezTo>
                  <a:pt x="1802" y="6705"/>
                  <a:pt x="1268" y="8240"/>
                  <a:pt x="1" y="9240"/>
                </a:cubicBezTo>
                <a:cubicBezTo>
                  <a:pt x="968" y="8640"/>
                  <a:pt x="2069" y="8306"/>
                  <a:pt x="3203" y="8206"/>
                </a:cubicBezTo>
                <a:cubicBezTo>
                  <a:pt x="6472" y="7873"/>
                  <a:pt x="8940" y="7406"/>
                  <a:pt x="11075" y="6638"/>
                </a:cubicBezTo>
                <a:lnTo>
                  <a:pt x="11075" y="6638"/>
                </a:lnTo>
                <a:cubicBezTo>
                  <a:pt x="10305" y="6804"/>
                  <a:pt x="9484" y="6862"/>
                  <a:pt x="8671" y="6862"/>
                </a:cubicBezTo>
                <a:cubicBezTo>
                  <a:pt x="6832" y="6862"/>
                  <a:pt x="5037" y="6567"/>
                  <a:pt x="3981" y="65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41">
            <a:extLst>
              <a:ext uri="{FF2B5EF4-FFF2-40B4-BE49-F238E27FC236}">
                <a16:creationId xmlns:a16="http://schemas.microsoft.com/office/drawing/2014/main" id="{529AA4AA-C751-8D4C-6504-FE8FFAFB71C7}"/>
              </a:ext>
            </a:extLst>
          </p:cNvPr>
          <p:cNvSpPr/>
          <p:nvPr/>
        </p:nvSpPr>
        <p:spPr>
          <a:xfrm rot="3041045">
            <a:off x="-1501206" y="1836439"/>
            <a:ext cx="370644" cy="239936"/>
          </a:xfrm>
          <a:custGeom>
            <a:avLst/>
            <a:gdLst/>
            <a:ahLst/>
            <a:cxnLst/>
            <a:rect l="l" t="t" r="r" b="b"/>
            <a:pathLst>
              <a:path w="24018" h="15548" extrusionOk="0">
                <a:moveTo>
                  <a:pt x="12977" y="0"/>
                </a:moveTo>
                <a:cubicBezTo>
                  <a:pt x="9308" y="0"/>
                  <a:pt x="5113" y="883"/>
                  <a:pt x="2169" y="2752"/>
                </a:cubicBezTo>
                <a:cubicBezTo>
                  <a:pt x="1535" y="3186"/>
                  <a:pt x="367" y="4320"/>
                  <a:pt x="234" y="5154"/>
                </a:cubicBezTo>
                <a:cubicBezTo>
                  <a:pt x="0" y="6188"/>
                  <a:pt x="334" y="7255"/>
                  <a:pt x="1068" y="8023"/>
                </a:cubicBezTo>
                <a:cubicBezTo>
                  <a:pt x="1835" y="8756"/>
                  <a:pt x="3169" y="9157"/>
                  <a:pt x="4137" y="9290"/>
                </a:cubicBezTo>
                <a:cubicBezTo>
                  <a:pt x="4693" y="9371"/>
                  <a:pt x="5239" y="9394"/>
                  <a:pt x="5793" y="9394"/>
                </a:cubicBezTo>
                <a:cubicBezTo>
                  <a:pt x="6519" y="9394"/>
                  <a:pt x="7258" y="9355"/>
                  <a:pt x="8053" y="9355"/>
                </a:cubicBezTo>
                <a:cubicBezTo>
                  <a:pt x="8912" y="9355"/>
                  <a:pt x="9836" y="9400"/>
                  <a:pt x="10875" y="9590"/>
                </a:cubicBezTo>
                <a:cubicBezTo>
                  <a:pt x="12042" y="9891"/>
                  <a:pt x="13110" y="10458"/>
                  <a:pt x="14044" y="11225"/>
                </a:cubicBezTo>
                <a:cubicBezTo>
                  <a:pt x="15111" y="12292"/>
                  <a:pt x="15812" y="13360"/>
                  <a:pt x="16779" y="14260"/>
                </a:cubicBezTo>
                <a:cubicBezTo>
                  <a:pt x="17636" y="15095"/>
                  <a:pt x="19209" y="15548"/>
                  <a:pt x="20510" y="15548"/>
                </a:cubicBezTo>
                <a:cubicBezTo>
                  <a:pt x="21133" y="15548"/>
                  <a:pt x="21694" y="15444"/>
                  <a:pt x="22083" y="15228"/>
                </a:cubicBezTo>
                <a:cubicBezTo>
                  <a:pt x="23384" y="14494"/>
                  <a:pt x="24018" y="13060"/>
                  <a:pt x="23651" y="10891"/>
                </a:cubicBezTo>
                <a:cubicBezTo>
                  <a:pt x="22850" y="6155"/>
                  <a:pt x="20282" y="984"/>
                  <a:pt x="14878" y="84"/>
                </a:cubicBezTo>
                <a:cubicBezTo>
                  <a:pt x="14267" y="28"/>
                  <a:pt x="13631" y="0"/>
                  <a:pt x="12977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41">
            <a:extLst>
              <a:ext uri="{FF2B5EF4-FFF2-40B4-BE49-F238E27FC236}">
                <a16:creationId xmlns:a16="http://schemas.microsoft.com/office/drawing/2014/main" id="{113C522F-E353-5D47-4AD1-233C27C2405A}"/>
              </a:ext>
            </a:extLst>
          </p:cNvPr>
          <p:cNvSpPr/>
          <p:nvPr/>
        </p:nvSpPr>
        <p:spPr>
          <a:xfrm rot="3041045">
            <a:off x="-1403923" y="2454920"/>
            <a:ext cx="246078" cy="243500"/>
          </a:xfrm>
          <a:custGeom>
            <a:avLst/>
            <a:gdLst/>
            <a:ahLst/>
            <a:cxnLst/>
            <a:rect l="l" t="t" r="r" b="b"/>
            <a:pathLst>
              <a:path w="15946" h="15779" extrusionOk="0">
                <a:moveTo>
                  <a:pt x="8474" y="1"/>
                </a:moveTo>
                <a:lnTo>
                  <a:pt x="1" y="5071"/>
                </a:lnTo>
                <a:lnTo>
                  <a:pt x="9141" y="15779"/>
                </a:lnTo>
                <a:cubicBezTo>
                  <a:pt x="9141" y="15779"/>
                  <a:pt x="14211" y="15512"/>
                  <a:pt x="15078" y="13077"/>
                </a:cubicBezTo>
                <a:cubicBezTo>
                  <a:pt x="15946" y="10675"/>
                  <a:pt x="13777" y="8173"/>
                  <a:pt x="12510" y="7306"/>
                </a:cubicBezTo>
                <a:lnTo>
                  <a:pt x="8474" y="1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1">
            <a:extLst>
              <a:ext uri="{FF2B5EF4-FFF2-40B4-BE49-F238E27FC236}">
                <a16:creationId xmlns:a16="http://schemas.microsoft.com/office/drawing/2014/main" id="{89467CFD-D596-B4BD-CA73-1AD46D5B1754}"/>
              </a:ext>
            </a:extLst>
          </p:cNvPr>
          <p:cNvSpPr/>
          <p:nvPr/>
        </p:nvSpPr>
        <p:spPr>
          <a:xfrm rot="3041045">
            <a:off x="-1236101" y="2622743"/>
            <a:ext cx="153933" cy="316154"/>
          </a:xfrm>
          <a:custGeom>
            <a:avLst/>
            <a:gdLst/>
            <a:ahLst/>
            <a:cxnLst/>
            <a:rect l="l" t="t" r="r" b="b"/>
            <a:pathLst>
              <a:path w="9975" h="20487" extrusionOk="0">
                <a:moveTo>
                  <a:pt x="6305" y="0"/>
                </a:moveTo>
                <a:cubicBezTo>
                  <a:pt x="6305" y="0"/>
                  <a:pt x="734" y="17279"/>
                  <a:pt x="367" y="18447"/>
                </a:cubicBezTo>
                <a:cubicBezTo>
                  <a:pt x="0" y="19614"/>
                  <a:pt x="1968" y="20482"/>
                  <a:pt x="1968" y="20482"/>
                </a:cubicBezTo>
                <a:cubicBezTo>
                  <a:pt x="2036" y="20485"/>
                  <a:pt x="2103" y="20487"/>
                  <a:pt x="2170" y="20487"/>
                </a:cubicBezTo>
                <a:cubicBezTo>
                  <a:pt x="2763" y="20487"/>
                  <a:pt x="3330" y="20355"/>
                  <a:pt x="3870" y="20115"/>
                </a:cubicBezTo>
                <a:cubicBezTo>
                  <a:pt x="5438" y="19281"/>
                  <a:pt x="7339" y="17613"/>
                  <a:pt x="8673" y="14010"/>
                </a:cubicBezTo>
                <a:cubicBezTo>
                  <a:pt x="9974" y="10374"/>
                  <a:pt x="9007" y="9040"/>
                  <a:pt x="8540" y="7572"/>
                </a:cubicBezTo>
                <a:cubicBezTo>
                  <a:pt x="8106" y="6271"/>
                  <a:pt x="7906" y="5971"/>
                  <a:pt x="7639" y="4937"/>
                </a:cubicBezTo>
                <a:cubicBezTo>
                  <a:pt x="7406" y="3903"/>
                  <a:pt x="7606" y="1668"/>
                  <a:pt x="7306" y="1201"/>
                </a:cubicBezTo>
                <a:cubicBezTo>
                  <a:pt x="7072" y="734"/>
                  <a:pt x="6705" y="334"/>
                  <a:pt x="630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1">
            <a:extLst>
              <a:ext uri="{FF2B5EF4-FFF2-40B4-BE49-F238E27FC236}">
                <a16:creationId xmlns:a16="http://schemas.microsoft.com/office/drawing/2014/main" id="{1877E969-E589-89A6-231B-363B721145A2}"/>
              </a:ext>
            </a:extLst>
          </p:cNvPr>
          <p:cNvSpPr/>
          <p:nvPr/>
        </p:nvSpPr>
        <p:spPr>
          <a:xfrm rot="3041045">
            <a:off x="-1278832" y="2565166"/>
            <a:ext cx="181726" cy="366231"/>
          </a:xfrm>
          <a:custGeom>
            <a:avLst/>
            <a:gdLst/>
            <a:ahLst/>
            <a:cxnLst/>
            <a:rect l="l" t="t" r="r" b="b"/>
            <a:pathLst>
              <a:path w="11776" h="23732" extrusionOk="0">
                <a:moveTo>
                  <a:pt x="4745" y="1"/>
                </a:moveTo>
                <a:cubicBezTo>
                  <a:pt x="4643" y="1"/>
                  <a:pt x="4543" y="47"/>
                  <a:pt x="4437" y="162"/>
                </a:cubicBezTo>
                <a:lnTo>
                  <a:pt x="5038" y="996"/>
                </a:lnTo>
                <a:cubicBezTo>
                  <a:pt x="6005" y="2464"/>
                  <a:pt x="5104" y="3031"/>
                  <a:pt x="5038" y="3765"/>
                </a:cubicBezTo>
                <a:cubicBezTo>
                  <a:pt x="5038" y="4599"/>
                  <a:pt x="5138" y="5399"/>
                  <a:pt x="5304" y="6200"/>
                </a:cubicBezTo>
                <a:cubicBezTo>
                  <a:pt x="4675" y="5287"/>
                  <a:pt x="4402" y="4523"/>
                  <a:pt x="3702" y="4523"/>
                </a:cubicBezTo>
                <a:cubicBezTo>
                  <a:pt x="3659" y="4523"/>
                  <a:pt x="3615" y="4526"/>
                  <a:pt x="3570" y="4532"/>
                </a:cubicBezTo>
                <a:cubicBezTo>
                  <a:pt x="2769" y="4599"/>
                  <a:pt x="2669" y="4565"/>
                  <a:pt x="1468" y="5599"/>
                </a:cubicBezTo>
                <a:cubicBezTo>
                  <a:pt x="301" y="6600"/>
                  <a:pt x="1" y="7000"/>
                  <a:pt x="34" y="7334"/>
                </a:cubicBezTo>
                <a:cubicBezTo>
                  <a:pt x="67" y="7734"/>
                  <a:pt x="568" y="8335"/>
                  <a:pt x="768" y="8668"/>
                </a:cubicBezTo>
                <a:cubicBezTo>
                  <a:pt x="1468" y="9736"/>
                  <a:pt x="1702" y="11170"/>
                  <a:pt x="1902" y="12404"/>
                </a:cubicBezTo>
                <a:cubicBezTo>
                  <a:pt x="2836" y="18242"/>
                  <a:pt x="401" y="21110"/>
                  <a:pt x="3403" y="23445"/>
                </a:cubicBezTo>
                <a:cubicBezTo>
                  <a:pt x="3658" y="23615"/>
                  <a:pt x="3989" y="23731"/>
                  <a:pt x="4402" y="23731"/>
                </a:cubicBezTo>
                <a:cubicBezTo>
                  <a:pt x="5452" y="23731"/>
                  <a:pt x="7029" y="22980"/>
                  <a:pt x="9207" y="20443"/>
                </a:cubicBezTo>
                <a:cubicBezTo>
                  <a:pt x="10742" y="18642"/>
                  <a:pt x="11776" y="14839"/>
                  <a:pt x="11309" y="13071"/>
                </a:cubicBezTo>
                <a:cubicBezTo>
                  <a:pt x="10808" y="11303"/>
                  <a:pt x="10075" y="10136"/>
                  <a:pt x="9774" y="8768"/>
                </a:cubicBezTo>
                <a:cubicBezTo>
                  <a:pt x="9474" y="7401"/>
                  <a:pt x="9774" y="4899"/>
                  <a:pt x="9107" y="3731"/>
                </a:cubicBezTo>
                <a:cubicBezTo>
                  <a:pt x="8640" y="3064"/>
                  <a:pt x="8040" y="2497"/>
                  <a:pt x="7339" y="2097"/>
                </a:cubicBezTo>
                <a:cubicBezTo>
                  <a:pt x="6806" y="1730"/>
                  <a:pt x="6205" y="829"/>
                  <a:pt x="5638" y="496"/>
                </a:cubicBezTo>
                <a:cubicBezTo>
                  <a:pt x="5258" y="282"/>
                  <a:pt x="4997" y="1"/>
                  <a:pt x="4745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41">
            <a:extLst>
              <a:ext uri="{FF2B5EF4-FFF2-40B4-BE49-F238E27FC236}">
                <a16:creationId xmlns:a16="http://schemas.microsoft.com/office/drawing/2014/main" id="{15157BD9-9118-7254-1270-AD533B549B48}"/>
              </a:ext>
            </a:extLst>
          </p:cNvPr>
          <p:cNvSpPr/>
          <p:nvPr/>
        </p:nvSpPr>
        <p:spPr>
          <a:xfrm rot="3041045">
            <a:off x="-1278832" y="2565166"/>
            <a:ext cx="181726" cy="366231"/>
          </a:xfrm>
          <a:custGeom>
            <a:avLst/>
            <a:gdLst/>
            <a:ahLst/>
            <a:cxnLst/>
            <a:rect l="l" t="t" r="r" b="b"/>
            <a:pathLst>
              <a:path w="11776" h="23732" extrusionOk="0">
                <a:moveTo>
                  <a:pt x="4745" y="1"/>
                </a:moveTo>
                <a:cubicBezTo>
                  <a:pt x="4643" y="1"/>
                  <a:pt x="4543" y="47"/>
                  <a:pt x="4437" y="162"/>
                </a:cubicBezTo>
                <a:lnTo>
                  <a:pt x="5038" y="996"/>
                </a:lnTo>
                <a:cubicBezTo>
                  <a:pt x="6005" y="2464"/>
                  <a:pt x="5104" y="3031"/>
                  <a:pt x="5038" y="3765"/>
                </a:cubicBezTo>
                <a:cubicBezTo>
                  <a:pt x="5038" y="4599"/>
                  <a:pt x="5138" y="5399"/>
                  <a:pt x="5304" y="6200"/>
                </a:cubicBezTo>
                <a:cubicBezTo>
                  <a:pt x="4675" y="5287"/>
                  <a:pt x="4402" y="4523"/>
                  <a:pt x="3702" y="4523"/>
                </a:cubicBezTo>
                <a:cubicBezTo>
                  <a:pt x="3659" y="4523"/>
                  <a:pt x="3615" y="4526"/>
                  <a:pt x="3570" y="4532"/>
                </a:cubicBezTo>
                <a:cubicBezTo>
                  <a:pt x="2769" y="4599"/>
                  <a:pt x="2669" y="4565"/>
                  <a:pt x="1468" y="5599"/>
                </a:cubicBezTo>
                <a:cubicBezTo>
                  <a:pt x="301" y="6600"/>
                  <a:pt x="1" y="7000"/>
                  <a:pt x="34" y="7334"/>
                </a:cubicBezTo>
                <a:cubicBezTo>
                  <a:pt x="67" y="7734"/>
                  <a:pt x="568" y="8335"/>
                  <a:pt x="768" y="8668"/>
                </a:cubicBezTo>
                <a:cubicBezTo>
                  <a:pt x="1468" y="9736"/>
                  <a:pt x="1702" y="11170"/>
                  <a:pt x="1902" y="12404"/>
                </a:cubicBezTo>
                <a:cubicBezTo>
                  <a:pt x="2836" y="18242"/>
                  <a:pt x="401" y="21110"/>
                  <a:pt x="3403" y="23445"/>
                </a:cubicBezTo>
                <a:cubicBezTo>
                  <a:pt x="3658" y="23615"/>
                  <a:pt x="3989" y="23731"/>
                  <a:pt x="4402" y="23731"/>
                </a:cubicBezTo>
                <a:cubicBezTo>
                  <a:pt x="5452" y="23731"/>
                  <a:pt x="7029" y="22980"/>
                  <a:pt x="9207" y="20443"/>
                </a:cubicBezTo>
                <a:cubicBezTo>
                  <a:pt x="10742" y="18642"/>
                  <a:pt x="11776" y="14839"/>
                  <a:pt x="11309" y="13071"/>
                </a:cubicBezTo>
                <a:cubicBezTo>
                  <a:pt x="10808" y="11303"/>
                  <a:pt x="10075" y="10136"/>
                  <a:pt x="9774" y="8768"/>
                </a:cubicBezTo>
                <a:cubicBezTo>
                  <a:pt x="9474" y="7401"/>
                  <a:pt x="9774" y="4899"/>
                  <a:pt x="9107" y="3731"/>
                </a:cubicBezTo>
                <a:cubicBezTo>
                  <a:pt x="8640" y="3064"/>
                  <a:pt x="8040" y="2497"/>
                  <a:pt x="7339" y="2097"/>
                </a:cubicBezTo>
                <a:cubicBezTo>
                  <a:pt x="6806" y="1730"/>
                  <a:pt x="6205" y="829"/>
                  <a:pt x="5638" y="496"/>
                </a:cubicBezTo>
                <a:cubicBezTo>
                  <a:pt x="5258" y="282"/>
                  <a:pt x="4997" y="1"/>
                  <a:pt x="474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41">
            <a:extLst>
              <a:ext uri="{FF2B5EF4-FFF2-40B4-BE49-F238E27FC236}">
                <a16:creationId xmlns:a16="http://schemas.microsoft.com/office/drawing/2014/main" id="{8B458CAB-82DE-6DE9-9402-543D991FE333}"/>
              </a:ext>
            </a:extLst>
          </p:cNvPr>
          <p:cNvSpPr/>
          <p:nvPr/>
        </p:nvSpPr>
        <p:spPr>
          <a:xfrm rot="3041045">
            <a:off x="-1250005" y="2740102"/>
            <a:ext cx="152900" cy="191294"/>
          </a:xfrm>
          <a:custGeom>
            <a:avLst/>
            <a:gdLst/>
            <a:ahLst/>
            <a:cxnLst/>
            <a:rect l="l" t="t" r="r" b="b"/>
            <a:pathLst>
              <a:path w="9908" h="12396" extrusionOk="0">
                <a:moveTo>
                  <a:pt x="8840" y="1"/>
                </a:moveTo>
                <a:cubicBezTo>
                  <a:pt x="8840" y="134"/>
                  <a:pt x="8874" y="234"/>
                  <a:pt x="8907" y="334"/>
                </a:cubicBezTo>
                <a:cubicBezTo>
                  <a:pt x="8907" y="568"/>
                  <a:pt x="8940" y="801"/>
                  <a:pt x="8940" y="1035"/>
                </a:cubicBezTo>
                <a:cubicBezTo>
                  <a:pt x="9040" y="1935"/>
                  <a:pt x="8907" y="2836"/>
                  <a:pt x="8540" y="3670"/>
                </a:cubicBezTo>
                <a:cubicBezTo>
                  <a:pt x="8173" y="4371"/>
                  <a:pt x="7339" y="6172"/>
                  <a:pt x="6339" y="6172"/>
                </a:cubicBezTo>
                <a:cubicBezTo>
                  <a:pt x="5805" y="6172"/>
                  <a:pt x="5338" y="5605"/>
                  <a:pt x="5171" y="4971"/>
                </a:cubicBezTo>
                <a:cubicBezTo>
                  <a:pt x="5104" y="4704"/>
                  <a:pt x="4971" y="3970"/>
                  <a:pt x="4971" y="3970"/>
                </a:cubicBezTo>
                <a:cubicBezTo>
                  <a:pt x="4070" y="4137"/>
                  <a:pt x="3203" y="4471"/>
                  <a:pt x="2369" y="4904"/>
                </a:cubicBezTo>
                <a:cubicBezTo>
                  <a:pt x="935" y="5772"/>
                  <a:pt x="968" y="5972"/>
                  <a:pt x="968" y="5972"/>
                </a:cubicBezTo>
                <a:cubicBezTo>
                  <a:pt x="1035" y="6405"/>
                  <a:pt x="1035" y="6806"/>
                  <a:pt x="968" y="7239"/>
                </a:cubicBezTo>
                <a:cubicBezTo>
                  <a:pt x="868" y="7673"/>
                  <a:pt x="668" y="8107"/>
                  <a:pt x="368" y="8440"/>
                </a:cubicBezTo>
                <a:cubicBezTo>
                  <a:pt x="268" y="8574"/>
                  <a:pt x="134" y="8640"/>
                  <a:pt x="1" y="8740"/>
                </a:cubicBezTo>
                <a:cubicBezTo>
                  <a:pt x="1" y="10075"/>
                  <a:pt x="301" y="11142"/>
                  <a:pt x="1568" y="12109"/>
                </a:cubicBezTo>
                <a:cubicBezTo>
                  <a:pt x="1813" y="12279"/>
                  <a:pt x="2138" y="12395"/>
                  <a:pt x="2547" y="12395"/>
                </a:cubicBezTo>
                <a:cubicBezTo>
                  <a:pt x="3584" y="12395"/>
                  <a:pt x="5161" y="11644"/>
                  <a:pt x="7339" y="9107"/>
                </a:cubicBezTo>
                <a:cubicBezTo>
                  <a:pt x="8874" y="7306"/>
                  <a:pt x="9908" y="3503"/>
                  <a:pt x="9441" y="1735"/>
                </a:cubicBezTo>
                <a:cubicBezTo>
                  <a:pt x="9274" y="1135"/>
                  <a:pt x="9074" y="568"/>
                  <a:pt x="88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41">
            <a:extLst>
              <a:ext uri="{FF2B5EF4-FFF2-40B4-BE49-F238E27FC236}">
                <a16:creationId xmlns:a16="http://schemas.microsoft.com/office/drawing/2014/main" id="{BE65B153-BE65-87F7-9184-A4C0FFC4C724}"/>
              </a:ext>
            </a:extLst>
          </p:cNvPr>
          <p:cNvSpPr/>
          <p:nvPr/>
        </p:nvSpPr>
        <p:spPr>
          <a:xfrm rot="3041045">
            <a:off x="-1253091" y="2735982"/>
            <a:ext cx="23688" cy="111465"/>
          </a:xfrm>
          <a:custGeom>
            <a:avLst/>
            <a:gdLst/>
            <a:ahLst/>
            <a:cxnLst/>
            <a:rect l="l" t="t" r="r" b="b"/>
            <a:pathLst>
              <a:path w="1535" h="7223" extrusionOk="0">
                <a:moveTo>
                  <a:pt x="1" y="1"/>
                </a:moveTo>
                <a:cubicBezTo>
                  <a:pt x="101" y="468"/>
                  <a:pt x="167" y="902"/>
                  <a:pt x="234" y="1335"/>
                </a:cubicBezTo>
                <a:cubicBezTo>
                  <a:pt x="468" y="2870"/>
                  <a:pt x="534" y="4437"/>
                  <a:pt x="401" y="5972"/>
                </a:cubicBezTo>
                <a:cubicBezTo>
                  <a:pt x="671" y="6859"/>
                  <a:pt x="941" y="7222"/>
                  <a:pt x="1140" y="7222"/>
                </a:cubicBezTo>
                <a:cubicBezTo>
                  <a:pt x="1285" y="7222"/>
                  <a:pt x="1393" y="7029"/>
                  <a:pt x="1435" y="6706"/>
                </a:cubicBezTo>
                <a:cubicBezTo>
                  <a:pt x="1535" y="5938"/>
                  <a:pt x="634" y="2703"/>
                  <a:pt x="1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41">
            <a:extLst>
              <a:ext uri="{FF2B5EF4-FFF2-40B4-BE49-F238E27FC236}">
                <a16:creationId xmlns:a16="http://schemas.microsoft.com/office/drawing/2014/main" id="{A20CEFF0-EC72-3ADB-A64D-4006E90C2D9F}"/>
              </a:ext>
            </a:extLst>
          </p:cNvPr>
          <p:cNvSpPr/>
          <p:nvPr/>
        </p:nvSpPr>
        <p:spPr>
          <a:xfrm rot="3041045">
            <a:off x="-1210885" y="2564981"/>
            <a:ext cx="53549" cy="249750"/>
          </a:xfrm>
          <a:custGeom>
            <a:avLst/>
            <a:gdLst/>
            <a:ahLst/>
            <a:cxnLst/>
            <a:rect l="l" t="t" r="r" b="b"/>
            <a:pathLst>
              <a:path w="3470" h="16184" extrusionOk="0">
                <a:moveTo>
                  <a:pt x="339" y="0"/>
                </a:moveTo>
                <a:cubicBezTo>
                  <a:pt x="232" y="0"/>
                  <a:pt x="124" y="51"/>
                  <a:pt x="1" y="174"/>
                </a:cubicBezTo>
                <a:lnTo>
                  <a:pt x="635" y="1008"/>
                </a:lnTo>
                <a:cubicBezTo>
                  <a:pt x="1569" y="2476"/>
                  <a:pt x="701" y="3043"/>
                  <a:pt x="635" y="3777"/>
                </a:cubicBezTo>
                <a:cubicBezTo>
                  <a:pt x="635" y="4611"/>
                  <a:pt x="701" y="5411"/>
                  <a:pt x="901" y="6178"/>
                </a:cubicBezTo>
                <a:cubicBezTo>
                  <a:pt x="1368" y="8747"/>
                  <a:pt x="1869" y="9614"/>
                  <a:pt x="2036" y="12016"/>
                </a:cubicBezTo>
                <a:cubicBezTo>
                  <a:pt x="2202" y="14418"/>
                  <a:pt x="1635" y="15985"/>
                  <a:pt x="1969" y="16152"/>
                </a:cubicBezTo>
                <a:cubicBezTo>
                  <a:pt x="2017" y="16171"/>
                  <a:pt x="2073" y="16183"/>
                  <a:pt x="2134" y="16183"/>
                </a:cubicBezTo>
                <a:cubicBezTo>
                  <a:pt x="2495" y="16183"/>
                  <a:pt x="3037" y="15777"/>
                  <a:pt x="3236" y="14151"/>
                </a:cubicBezTo>
                <a:cubicBezTo>
                  <a:pt x="3470" y="12249"/>
                  <a:pt x="2736" y="8980"/>
                  <a:pt x="2236" y="7446"/>
                </a:cubicBezTo>
                <a:cubicBezTo>
                  <a:pt x="1702" y="5878"/>
                  <a:pt x="1302" y="4244"/>
                  <a:pt x="1469" y="3243"/>
                </a:cubicBezTo>
                <a:cubicBezTo>
                  <a:pt x="1602" y="2509"/>
                  <a:pt x="2002" y="1408"/>
                  <a:pt x="1602" y="708"/>
                </a:cubicBezTo>
                <a:cubicBezTo>
                  <a:pt x="1469" y="641"/>
                  <a:pt x="1335" y="574"/>
                  <a:pt x="1235" y="508"/>
                </a:cubicBezTo>
                <a:cubicBezTo>
                  <a:pt x="820" y="254"/>
                  <a:pt x="580" y="0"/>
                  <a:pt x="339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41">
            <a:extLst>
              <a:ext uri="{FF2B5EF4-FFF2-40B4-BE49-F238E27FC236}">
                <a16:creationId xmlns:a16="http://schemas.microsoft.com/office/drawing/2014/main" id="{B1076BE1-60F1-0268-745C-A92EE64E8F2C}"/>
              </a:ext>
            </a:extLst>
          </p:cNvPr>
          <p:cNvSpPr/>
          <p:nvPr/>
        </p:nvSpPr>
        <p:spPr>
          <a:xfrm rot="3041045">
            <a:off x="-1239712" y="2797247"/>
            <a:ext cx="70030" cy="40416"/>
          </a:xfrm>
          <a:custGeom>
            <a:avLst/>
            <a:gdLst/>
            <a:ahLst/>
            <a:cxnLst/>
            <a:rect l="l" t="t" r="r" b="b"/>
            <a:pathLst>
              <a:path w="4538" h="2619" extrusionOk="0">
                <a:moveTo>
                  <a:pt x="4271" y="0"/>
                </a:moveTo>
                <a:cubicBezTo>
                  <a:pt x="2469" y="301"/>
                  <a:pt x="1469" y="734"/>
                  <a:pt x="68" y="2202"/>
                </a:cubicBezTo>
                <a:cubicBezTo>
                  <a:pt x="1" y="2302"/>
                  <a:pt x="1" y="2469"/>
                  <a:pt x="68" y="2569"/>
                </a:cubicBezTo>
                <a:cubicBezTo>
                  <a:pt x="118" y="2602"/>
                  <a:pt x="184" y="2619"/>
                  <a:pt x="247" y="2619"/>
                </a:cubicBezTo>
                <a:cubicBezTo>
                  <a:pt x="309" y="2619"/>
                  <a:pt x="368" y="2602"/>
                  <a:pt x="401" y="2569"/>
                </a:cubicBezTo>
                <a:cubicBezTo>
                  <a:pt x="1735" y="1135"/>
                  <a:pt x="2636" y="768"/>
                  <a:pt x="4337" y="501"/>
                </a:cubicBezTo>
                <a:cubicBezTo>
                  <a:pt x="4371" y="501"/>
                  <a:pt x="4404" y="467"/>
                  <a:pt x="4471" y="434"/>
                </a:cubicBezTo>
                <a:cubicBezTo>
                  <a:pt x="4504" y="367"/>
                  <a:pt x="4537" y="301"/>
                  <a:pt x="4537" y="201"/>
                </a:cubicBezTo>
                <a:cubicBezTo>
                  <a:pt x="4504" y="67"/>
                  <a:pt x="4404" y="0"/>
                  <a:pt x="4271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41">
            <a:extLst>
              <a:ext uri="{FF2B5EF4-FFF2-40B4-BE49-F238E27FC236}">
                <a16:creationId xmlns:a16="http://schemas.microsoft.com/office/drawing/2014/main" id="{7C8F1052-5488-2519-5407-A9C7D8F5250D}"/>
              </a:ext>
            </a:extLst>
          </p:cNvPr>
          <p:cNvSpPr/>
          <p:nvPr/>
        </p:nvSpPr>
        <p:spPr>
          <a:xfrm rot="3041045">
            <a:off x="-1246394" y="2766321"/>
            <a:ext cx="75030" cy="43425"/>
          </a:xfrm>
          <a:custGeom>
            <a:avLst/>
            <a:gdLst/>
            <a:ahLst/>
            <a:cxnLst/>
            <a:rect l="l" t="t" r="r" b="b"/>
            <a:pathLst>
              <a:path w="4862" h="2814" extrusionOk="0">
                <a:moveTo>
                  <a:pt x="4506" y="0"/>
                </a:moveTo>
                <a:cubicBezTo>
                  <a:pt x="4494" y="0"/>
                  <a:pt x="4482" y="1"/>
                  <a:pt x="4470" y="3"/>
                </a:cubicBezTo>
                <a:cubicBezTo>
                  <a:pt x="2635" y="337"/>
                  <a:pt x="1568" y="837"/>
                  <a:pt x="67" y="2405"/>
                </a:cubicBezTo>
                <a:cubicBezTo>
                  <a:pt x="0" y="2505"/>
                  <a:pt x="0" y="2672"/>
                  <a:pt x="67" y="2738"/>
                </a:cubicBezTo>
                <a:cubicBezTo>
                  <a:pt x="117" y="2788"/>
                  <a:pt x="184" y="2813"/>
                  <a:pt x="250" y="2813"/>
                </a:cubicBezTo>
                <a:cubicBezTo>
                  <a:pt x="317" y="2813"/>
                  <a:pt x="384" y="2788"/>
                  <a:pt x="434" y="2738"/>
                </a:cubicBezTo>
                <a:cubicBezTo>
                  <a:pt x="1468" y="1504"/>
                  <a:pt x="2936" y="703"/>
                  <a:pt x="4570" y="503"/>
                </a:cubicBezTo>
                <a:cubicBezTo>
                  <a:pt x="4603" y="503"/>
                  <a:pt x="4637" y="470"/>
                  <a:pt x="4670" y="437"/>
                </a:cubicBezTo>
                <a:lnTo>
                  <a:pt x="4704" y="437"/>
                </a:lnTo>
                <a:cubicBezTo>
                  <a:pt x="4862" y="278"/>
                  <a:pt x="4720" y="0"/>
                  <a:pt x="4506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41">
            <a:extLst>
              <a:ext uri="{FF2B5EF4-FFF2-40B4-BE49-F238E27FC236}">
                <a16:creationId xmlns:a16="http://schemas.microsoft.com/office/drawing/2014/main" id="{3FE9EA29-9182-795C-22F6-D794DD158187}"/>
              </a:ext>
            </a:extLst>
          </p:cNvPr>
          <p:cNvSpPr/>
          <p:nvPr/>
        </p:nvSpPr>
        <p:spPr>
          <a:xfrm rot="3041045">
            <a:off x="-1252582" y="2731831"/>
            <a:ext cx="84274" cy="48564"/>
          </a:xfrm>
          <a:custGeom>
            <a:avLst/>
            <a:gdLst/>
            <a:ahLst/>
            <a:cxnLst/>
            <a:rect l="l" t="t" r="r" b="b"/>
            <a:pathLst>
              <a:path w="5461" h="3147" extrusionOk="0">
                <a:moveTo>
                  <a:pt x="5046" y="1"/>
                </a:moveTo>
                <a:cubicBezTo>
                  <a:pt x="5032" y="1"/>
                  <a:pt x="5019" y="1"/>
                  <a:pt x="5004" y="3"/>
                </a:cubicBezTo>
                <a:cubicBezTo>
                  <a:pt x="2970" y="403"/>
                  <a:pt x="1735" y="970"/>
                  <a:pt x="101" y="2705"/>
                </a:cubicBezTo>
                <a:cubicBezTo>
                  <a:pt x="1" y="2805"/>
                  <a:pt x="1" y="2972"/>
                  <a:pt x="101" y="3072"/>
                </a:cubicBezTo>
                <a:cubicBezTo>
                  <a:pt x="151" y="3122"/>
                  <a:pt x="218" y="3147"/>
                  <a:pt x="289" y="3147"/>
                </a:cubicBezTo>
                <a:cubicBezTo>
                  <a:pt x="360" y="3147"/>
                  <a:pt x="435" y="3122"/>
                  <a:pt x="501" y="3072"/>
                </a:cubicBezTo>
                <a:cubicBezTo>
                  <a:pt x="2036" y="1437"/>
                  <a:pt x="3170" y="904"/>
                  <a:pt x="5105" y="570"/>
                </a:cubicBezTo>
                <a:cubicBezTo>
                  <a:pt x="5138" y="537"/>
                  <a:pt x="5205" y="537"/>
                  <a:pt x="5238" y="503"/>
                </a:cubicBezTo>
                <a:lnTo>
                  <a:pt x="5238" y="470"/>
                </a:lnTo>
                <a:cubicBezTo>
                  <a:pt x="5460" y="311"/>
                  <a:pt x="5320" y="1"/>
                  <a:pt x="5046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1">
            <a:extLst>
              <a:ext uri="{FF2B5EF4-FFF2-40B4-BE49-F238E27FC236}">
                <a16:creationId xmlns:a16="http://schemas.microsoft.com/office/drawing/2014/main" id="{A350646F-A9DA-FF70-CCD3-0345365FD51F}"/>
              </a:ext>
            </a:extLst>
          </p:cNvPr>
          <p:cNvSpPr/>
          <p:nvPr/>
        </p:nvSpPr>
        <p:spPr>
          <a:xfrm rot="3041045">
            <a:off x="-1254635" y="2702942"/>
            <a:ext cx="80832" cy="47608"/>
          </a:xfrm>
          <a:custGeom>
            <a:avLst/>
            <a:gdLst/>
            <a:ahLst/>
            <a:cxnLst/>
            <a:rect l="l" t="t" r="r" b="b"/>
            <a:pathLst>
              <a:path w="5238" h="3085" extrusionOk="0">
                <a:moveTo>
                  <a:pt x="4958" y="1"/>
                </a:moveTo>
                <a:cubicBezTo>
                  <a:pt x="4940" y="1"/>
                  <a:pt x="4922" y="3"/>
                  <a:pt x="4904" y="7"/>
                </a:cubicBezTo>
                <a:cubicBezTo>
                  <a:pt x="2903" y="374"/>
                  <a:pt x="1702" y="974"/>
                  <a:pt x="101" y="2642"/>
                </a:cubicBezTo>
                <a:cubicBezTo>
                  <a:pt x="0" y="2742"/>
                  <a:pt x="0" y="2909"/>
                  <a:pt x="101" y="3009"/>
                </a:cubicBezTo>
                <a:cubicBezTo>
                  <a:pt x="151" y="3059"/>
                  <a:pt x="217" y="3084"/>
                  <a:pt x="284" y="3084"/>
                </a:cubicBezTo>
                <a:cubicBezTo>
                  <a:pt x="351" y="3084"/>
                  <a:pt x="417" y="3059"/>
                  <a:pt x="467" y="3009"/>
                </a:cubicBezTo>
                <a:cubicBezTo>
                  <a:pt x="2002" y="1408"/>
                  <a:pt x="3103" y="874"/>
                  <a:pt x="5004" y="541"/>
                </a:cubicBezTo>
                <a:cubicBezTo>
                  <a:pt x="5037" y="541"/>
                  <a:pt x="5071" y="507"/>
                  <a:pt x="5137" y="474"/>
                </a:cubicBezTo>
                <a:cubicBezTo>
                  <a:pt x="5204" y="407"/>
                  <a:pt x="5238" y="307"/>
                  <a:pt x="5204" y="207"/>
                </a:cubicBezTo>
                <a:cubicBezTo>
                  <a:pt x="5204" y="91"/>
                  <a:pt x="5078" y="1"/>
                  <a:pt x="4958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41">
            <a:extLst>
              <a:ext uri="{FF2B5EF4-FFF2-40B4-BE49-F238E27FC236}">
                <a16:creationId xmlns:a16="http://schemas.microsoft.com/office/drawing/2014/main" id="{6F3CAFD4-7222-EF6E-8DAD-ED16293AA606}"/>
              </a:ext>
            </a:extLst>
          </p:cNvPr>
          <p:cNvSpPr/>
          <p:nvPr/>
        </p:nvSpPr>
        <p:spPr>
          <a:xfrm rot="3041045">
            <a:off x="-1263894" y="2674594"/>
            <a:ext cx="82098" cy="47638"/>
          </a:xfrm>
          <a:custGeom>
            <a:avLst/>
            <a:gdLst/>
            <a:ahLst/>
            <a:cxnLst/>
            <a:rect l="l" t="t" r="r" b="b"/>
            <a:pathLst>
              <a:path w="5320" h="3087" extrusionOk="0">
                <a:moveTo>
                  <a:pt x="4972" y="1"/>
                </a:moveTo>
                <a:cubicBezTo>
                  <a:pt x="4950" y="1"/>
                  <a:pt x="4927" y="3"/>
                  <a:pt x="4904" y="9"/>
                </a:cubicBezTo>
                <a:cubicBezTo>
                  <a:pt x="2902" y="376"/>
                  <a:pt x="1701" y="943"/>
                  <a:pt x="133" y="2611"/>
                </a:cubicBezTo>
                <a:cubicBezTo>
                  <a:pt x="0" y="2711"/>
                  <a:pt x="0" y="2878"/>
                  <a:pt x="133" y="3012"/>
                </a:cubicBezTo>
                <a:cubicBezTo>
                  <a:pt x="184" y="3062"/>
                  <a:pt x="250" y="3087"/>
                  <a:pt x="317" y="3087"/>
                </a:cubicBezTo>
                <a:cubicBezTo>
                  <a:pt x="384" y="3087"/>
                  <a:pt x="450" y="3062"/>
                  <a:pt x="500" y="3012"/>
                </a:cubicBezTo>
                <a:cubicBezTo>
                  <a:pt x="2001" y="1377"/>
                  <a:pt x="3102" y="877"/>
                  <a:pt x="5004" y="510"/>
                </a:cubicBezTo>
                <a:cubicBezTo>
                  <a:pt x="5037" y="510"/>
                  <a:pt x="5104" y="476"/>
                  <a:pt x="5137" y="443"/>
                </a:cubicBezTo>
                <a:cubicBezTo>
                  <a:pt x="5319" y="291"/>
                  <a:pt x="5197" y="1"/>
                  <a:pt x="4972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41">
            <a:extLst>
              <a:ext uri="{FF2B5EF4-FFF2-40B4-BE49-F238E27FC236}">
                <a16:creationId xmlns:a16="http://schemas.microsoft.com/office/drawing/2014/main" id="{27291088-7F13-6233-D7BB-B2DC1A0BE201}"/>
              </a:ext>
            </a:extLst>
          </p:cNvPr>
          <p:cNvSpPr/>
          <p:nvPr/>
        </p:nvSpPr>
        <p:spPr>
          <a:xfrm rot="3041045">
            <a:off x="-1592316" y="2146945"/>
            <a:ext cx="494701" cy="493312"/>
          </a:xfrm>
          <a:custGeom>
            <a:avLst/>
            <a:gdLst/>
            <a:ahLst/>
            <a:cxnLst/>
            <a:rect l="l" t="t" r="r" b="b"/>
            <a:pathLst>
              <a:path w="32057" h="31967" extrusionOk="0">
                <a:moveTo>
                  <a:pt x="16236" y="0"/>
                </a:moveTo>
                <a:cubicBezTo>
                  <a:pt x="13415" y="0"/>
                  <a:pt x="10503" y="175"/>
                  <a:pt x="7772" y="644"/>
                </a:cubicBezTo>
                <a:cubicBezTo>
                  <a:pt x="0" y="2012"/>
                  <a:pt x="701" y="8316"/>
                  <a:pt x="2102" y="12186"/>
                </a:cubicBezTo>
                <a:cubicBezTo>
                  <a:pt x="4837" y="19858"/>
                  <a:pt x="17479" y="31966"/>
                  <a:pt x="17479" y="31966"/>
                </a:cubicBezTo>
                <a:cubicBezTo>
                  <a:pt x="17479" y="31966"/>
                  <a:pt x="23317" y="29431"/>
                  <a:pt x="24584" y="25562"/>
                </a:cubicBezTo>
                <a:lnTo>
                  <a:pt x="21382" y="18790"/>
                </a:lnTo>
                <a:lnTo>
                  <a:pt x="31022" y="21559"/>
                </a:lnTo>
                <a:lnTo>
                  <a:pt x="32056" y="20158"/>
                </a:lnTo>
                <a:lnTo>
                  <a:pt x="31890" y="1478"/>
                </a:lnTo>
                <a:cubicBezTo>
                  <a:pt x="31890" y="1478"/>
                  <a:pt x="24445" y="0"/>
                  <a:pt x="16236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41">
            <a:extLst>
              <a:ext uri="{FF2B5EF4-FFF2-40B4-BE49-F238E27FC236}">
                <a16:creationId xmlns:a16="http://schemas.microsoft.com/office/drawing/2014/main" id="{6FDFEA50-D673-F19E-3EC2-EA1FE0793B1A}"/>
              </a:ext>
            </a:extLst>
          </p:cNvPr>
          <p:cNvSpPr/>
          <p:nvPr/>
        </p:nvSpPr>
        <p:spPr>
          <a:xfrm rot="3041045">
            <a:off x="-1358106" y="2498685"/>
            <a:ext cx="145184" cy="141573"/>
          </a:xfrm>
          <a:custGeom>
            <a:avLst/>
            <a:gdLst/>
            <a:ahLst/>
            <a:cxnLst/>
            <a:rect l="l" t="t" r="r" b="b"/>
            <a:pathLst>
              <a:path w="9408" h="9174" extrusionOk="0">
                <a:moveTo>
                  <a:pt x="8106" y="0"/>
                </a:moveTo>
                <a:lnTo>
                  <a:pt x="1" y="6872"/>
                </a:lnTo>
                <a:cubicBezTo>
                  <a:pt x="1402" y="8273"/>
                  <a:pt x="2302" y="9173"/>
                  <a:pt x="2302" y="9173"/>
                </a:cubicBezTo>
                <a:cubicBezTo>
                  <a:pt x="2302" y="9173"/>
                  <a:pt x="8140" y="6638"/>
                  <a:pt x="9407" y="2769"/>
                </a:cubicBezTo>
                <a:lnTo>
                  <a:pt x="8106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41">
            <a:extLst>
              <a:ext uri="{FF2B5EF4-FFF2-40B4-BE49-F238E27FC236}">
                <a16:creationId xmlns:a16="http://schemas.microsoft.com/office/drawing/2014/main" id="{01D2AA30-CC64-1AA7-C750-F92EB69F7182}"/>
              </a:ext>
            </a:extLst>
          </p:cNvPr>
          <p:cNvSpPr/>
          <p:nvPr/>
        </p:nvSpPr>
        <p:spPr>
          <a:xfrm rot="3041045">
            <a:off x="-1385389" y="2264984"/>
            <a:ext cx="160106" cy="182745"/>
          </a:xfrm>
          <a:custGeom>
            <a:avLst/>
            <a:gdLst/>
            <a:ahLst/>
            <a:cxnLst/>
            <a:rect l="l" t="t" r="r" b="b"/>
            <a:pathLst>
              <a:path w="10375" h="11842" extrusionOk="0">
                <a:moveTo>
                  <a:pt x="1" y="0"/>
                </a:moveTo>
                <a:lnTo>
                  <a:pt x="1" y="0"/>
                </a:lnTo>
                <a:cubicBezTo>
                  <a:pt x="4404" y="2902"/>
                  <a:pt x="5038" y="4770"/>
                  <a:pt x="7940" y="11141"/>
                </a:cubicBezTo>
                <a:lnTo>
                  <a:pt x="10375" y="11842"/>
                </a:lnTo>
                <a:cubicBezTo>
                  <a:pt x="9107" y="9607"/>
                  <a:pt x="7706" y="7439"/>
                  <a:pt x="6205" y="5337"/>
                </a:cubicBezTo>
                <a:cubicBezTo>
                  <a:pt x="3137" y="1101"/>
                  <a:pt x="1" y="0"/>
                  <a:pt x="1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41">
            <a:extLst>
              <a:ext uri="{FF2B5EF4-FFF2-40B4-BE49-F238E27FC236}">
                <a16:creationId xmlns:a16="http://schemas.microsoft.com/office/drawing/2014/main" id="{EB2C2C86-899B-5826-C75C-9C97D68CE19A}"/>
              </a:ext>
            </a:extLst>
          </p:cNvPr>
          <p:cNvSpPr/>
          <p:nvPr/>
        </p:nvSpPr>
        <p:spPr>
          <a:xfrm rot="3041045">
            <a:off x="-1388985" y="2585166"/>
            <a:ext cx="188933" cy="185322"/>
          </a:xfrm>
          <a:custGeom>
            <a:avLst/>
            <a:gdLst/>
            <a:ahLst/>
            <a:cxnLst/>
            <a:rect l="l" t="t" r="r" b="b"/>
            <a:pathLst>
              <a:path w="12243" h="12009" extrusionOk="0">
                <a:moveTo>
                  <a:pt x="7772" y="0"/>
                </a:moveTo>
                <a:lnTo>
                  <a:pt x="2802" y="4036"/>
                </a:lnTo>
                <a:lnTo>
                  <a:pt x="0" y="5804"/>
                </a:lnTo>
                <a:lnTo>
                  <a:pt x="2936" y="12009"/>
                </a:lnTo>
                <a:lnTo>
                  <a:pt x="12242" y="7539"/>
                </a:lnTo>
                <a:lnTo>
                  <a:pt x="7772" y="0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1">
            <a:extLst>
              <a:ext uri="{FF2B5EF4-FFF2-40B4-BE49-F238E27FC236}">
                <a16:creationId xmlns:a16="http://schemas.microsoft.com/office/drawing/2014/main" id="{58908D8D-65D4-FD14-BEA2-076DE820ABCD}"/>
              </a:ext>
            </a:extLst>
          </p:cNvPr>
          <p:cNvSpPr/>
          <p:nvPr/>
        </p:nvSpPr>
        <p:spPr>
          <a:xfrm rot="3041045">
            <a:off x="-1652038" y="2723112"/>
            <a:ext cx="166294" cy="160183"/>
          </a:xfrm>
          <a:custGeom>
            <a:avLst/>
            <a:gdLst/>
            <a:ahLst/>
            <a:cxnLst/>
            <a:rect l="l" t="t" r="r" b="b"/>
            <a:pathLst>
              <a:path w="10776" h="10380" extrusionOk="0">
                <a:moveTo>
                  <a:pt x="5705" y="1"/>
                </a:moveTo>
                <a:cubicBezTo>
                  <a:pt x="3570" y="835"/>
                  <a:pt x="2269" y="1669"/>
                  <a:pt x="1268" y="2970"/>
                </a:cubicBezTo>
                <a:cubicBezTo>
                  <a:pt x="301" y="4271"/>
                  <a:pt x="1" y="5572"/>
                  <a:pt x="935" y="7106"/>
                </a:cubicBezTo>
                <a:cubicBezTo>
                  <a:pt x="1844" y="8632"/>
                  <a:pt x="3480" y="10379"/>
                  <a:pt x="5442" y="10379"/>
                </a:cubicBezTo>
                <a:cubicBezTo>
                  <a:pt x="5496" y="10379"/>
                  <a:pt x="5550" y="10378"/>
                  <a:pt x="5605" y="10375"/>
                </a:cubicBezTo>
                <a:cubicBezTo>
                  <a:pt x="7640" y="10242"/>
                  <a:pt x="8874" y="9741"/>
                  <a:pt x="10775" y="8707"/>
                </a:cubicBezTo>
                <a:lnTo>
                  <a:pt x="5705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1">
            <a:extLst>
              <a:ext uri="{FF2B5EF4-FFF2-40B4-BE49-F238E27FC236}">
                <a16:creationId xmlns:a16="http://schemas.microsoft.com/office/drawing/2014/main" id="{8F3F77F8-0967-1041-E041-B4352C274A61}"/>
              </a:ext>
            </a:extLst>
          </p:cNvPr>
          <p:cNvSpPr/>
          <p:nvPr/>
        </p:nvSpPr>
        <p:spPr>
          <a:xfrm rot="3041045">
            <a:off x="-1648427" y="2645397"/>
            <a:ext cx="346447" cy="228979"/>
          </a:xfrm>
          <a:custGeom>
            <a:avLst/>
            <a:gdLst/>
            <a:ahLst/>
            <a:cxnLst/>
            <a:rect l="l" t="t" r="r" b="b"/>
            <a:pathLst>
              <a:path w="22450" h="14838" extrusionOk="0">
                <a:moveTo>
                  <a:pt x="19395" y="0"/>
                </a:moveTo>
                <a:cubicBezTo>
                  <a:pt x="18720" y="0"/>
                  <a:pt x="17148" y="1216"/>
                  <a:pt x="15278" y="1935"/>
                </a:cubicBezTo>
                <a:cubicBezTo>
                  <a:pt x="13010" y="2835"/>
                  <a:pt x="10675" y="3569"/>
                  <a:pt x="8306" y="4170"/>
                </a:cubicBezTo>
                <a:cubicBezTo>
                  <a:pt x="5337" y="4970"/>
                  <a:pt x="3369" y="5604"/>
                  <a:pt x="1868" y="7939"/>
                </a:cubicBezTo>
                <a:cubicBezTo>
                  <a:pt x="0" y="10774"/>
                  <a:pt x="2669" y="13843"/>
                  <a:pt x="4837" y="14477"/>
                </a:cubicBezTo>
                <a:cubicBezTo>
                  <a:pt x="5663" y="14706"/>
                  <a:pt x="6325" y="14838"/>
                  <a:pt x="6982" y="14838"/>
                </a:cubicBezTo>
                <a:cubicBezTo>
                  <a:pt x="8050" y="14838"/>
                  <a:pt x="9107" y="14490"/>
                  <a:pt x="10841" y="13643"/>
                </a:cubicBezTo>
                <a:cubicBezTo>
                  <a:pt x="13276" y="12442"/>
                  <a:pt x="14010" y="11508"/>
                  <a:pt x="17012" y="10074"/>
                </a:cubicBezTo>
                <a:cubicBezTo>
                  <a:pt x="19781" y="8740"/>
                  <a:pt x="22450" y="7472"/>
                  <a:pt x="22416" y="6838"/>
                </a:cubicBezTo>
                <a:lnTo>
                  <a:pt x="22416" y="6838"/>
                </a:lnTo>
                <a:cubicBezTo>
                  <a:pt x="21916" y="7072"/>
                  <a:pt x="21482" y="7272"/>
                  <a:pt x="21282" y="7339"/>
                </a:cubicBezTo>
                <a:cubicBezTo>
                  <a:pt x="21049" y="7405"/>
                  <a:pt x="20848" y="7472"/>
                  <a:pt x="20648" y="7539"/>
                </a:cubicBezTo>
                <a:cubicBezTo>
                  <a:pt x="20448" y="7614"/>
                  <a:pt x="20229" y="7651"/>
                  <a:pt x="20020" y="7651"/>
                </a:cubicBezTo>
                <a:cubicBezTo>
                  <a:pt x="19950" y="7651"/>
                  <a:pt x="19881" y="7647"/>
                  <a:pt x="19814" y="7639"/>
                </a:cubicBezTo>
                <a:cubicBezTo>
                  <a:pt x="19548" y="7505"/>
                  <a:pt x="20348" y="6905"/>
                  <a:pt x="20482" y="6671"/>
                </a:cubicBezTo>
                <a:cubicBezTo>
                  <a:pt x="20782" y="6138"/>
                  <a:pt x="20215" y="4837"/>
                  <a:pt x="20048" y="4437"/>
                </a:cubicBezTo>
                <a:cubicBezTo>
                  <a:pt x="19781" y="3769"/>
                  <a:pt x="18880" y="2435"/>
                  <a:pt x="18647" y="2302"/>
                </a:cubicBezTo>
                <a:cubicBezTo>
                  <a:pt x="18528" y="2262"/>
                  <a:pt x="18405" y="2243"/>
                  <a:pt x="18282" y="2243"/>
                </a:cubicBezTo>
                <a:cubicBezTo>
                  <a:pt x="18094" y="2243"/>
                  <a:pt x="17908" y="2288"/>
                  <a:pt x="17746" y="2368"/>
                </a:cubicBezTo>
                <a:cubicBezTo>
                  <a:pt x="17624" y="2419"/>
                  <a:pt x="17538" y="2440"/>
                  <a:pt x="17481" y="2440"/>
                </a:cubicBezTo>
                <a:cubicBezTo>
                  <a:pt x="17274" y="2440"/>
                  <a:pt x="17434" y="2166"/>
                  <a:pt x="17513" y="2035"/>
                </a:cubicBezTo>
                <a:cubicBezTo>
                  <a:pt x="18180" y="1334"/>
                  <a:pt x="18880" y="667"/>
                  <a:pt x="19648" y="100"/>
                </a:cubicBezTo>
                <a:cubicBezTo>
                  <a:pt x="19588" y="31"/>
                  <a:pt x="19503" y="0"/>
                  <a:pt x="1939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1">
            <a:extLst>
              <a:ext uri="{FF2B5EF4-FFF2-40B4-BE49-F238E27FC236}">
                <a16:creationId xmlns:a16="http://schemas.microsoft.com/office/drawing/2014/main" id="{4EFC2489-EB41-4668-FEFE-8ABC8A164C58}"/>
              </a:ext>
            </a:extLst>
          </p:cNvPr>
          <p:cNvSpPr/>
          <p:nvPr/>
        </p:nvSpPr>
        <p:spPr>
          <a:xfrm rot="3041045">
            <a:off x="-1648427" y="2645397"/>
            <a:ext cx="346447" cy="228979"/>
          </a:xfrm>
          <a:custGeom>
            <a:avLst/>
            <a:gdLst/>
            <a:ahLst/>
            <a:cxnLst/>
            <a:rect l="l" t="t" r="r" b="b"/>
            <a:pathLst>
              <a:path w="22450" h="14838" extrusionOk="0">
                <a:moveTo>
                  <a:pt x="19395" y="0"/>
                </a:moveTo>
                <a:cubicBezTo>
                  <a:pt x="18720" y="0"/>
                  <a:pt x="17148" y="1216"/>
                  <a:pt x="15278" y="1935"/>
                </a:cubicBezTo>
                <a:cubicBezTo>
                  <a:pt x="13010" y="2835"/>
                  <a:pt x="10675" y="3569"/>
                  <a:pt x="8306" y="4170"/>
                </a:cubicBezTo>
                <a:cubicBezTo>
                  <a:pt x="5337" y="4970"/>
                  <a:pt x="3369" y="5604"/>
                  <a:pt x="1868" y="7939"/>
                </a:cubicBezTo>
                <a:cubicBezTo>
                  <a:pt x="0" y="10774"/>
                  <a:pt x="2669" y="13843"/>
                  <a:pt x="4837" y="14477"/>
                </a:cubicBezTo>
                <a:cubicBezTo>
                  <a:pt x="5663" y="14706"/>
                  <a:pt x="6325" y="14838"/>
                  <a:pt x="6982" y="14838"/>
                </a:cubicBezTo>
                <a:cubicBezTo>
                  <a:pt x="8050" y="14838"/>
                  <a:pt x="9107" y="14490"/>
                  <a:pt x="10841" y="13643"/>
                </a:cubicBezTo>
                <a:cubicBezTo>
                  <a:pt x="13276" y="12442"/>
                  <a:pt x="14010" y="11508"/>
                  <a:pt x="17012" y="10074"/>
                </a:cubicBezTo>
                <a:cubicBezTo>
                  <a:pt x="19781" y="8740"/>
                  <a:pt x="22450" y="7472"/>
                  <a:pt x="22416" y="6838"/>
                </a:cubicBezTo>
                <a:lnTo>
                  <a:pt x="22416" y="6838"/>
                </a:lnTo>
                <a:cubicBezTo>
                  <a:pt x="21916" y="7072"/>
                  <a:pt x="21482" y="7272"/>
                  <a:pt x="21282" y="7339"/>
                </a:cubicBezTo>
                <a:cubicBezTo>
                  <a:pt x="21049" y="7405"/>
                  <a:pt x="20848" y="7472"/>
                  <a:pt x="20648" y="7539"/>
                </a:cubicBezTo>
                <a:cubicBezTo>
                  <a:pt x="20448" y="7614"/>
                  <a:pt x="20229" y="7651"/>
                  <a:pt x="20020" y="7651"/>
                </a:cubicBezTo>
                <a:cubicBezTo>
                  <a:pt x="19950" y="7651"/>
                  <a:pt x="19881" y="7647"/>
                  <a:pt x="19814" y="7639"/>
                </a:cubicBezTo>
                <a:cubicBezTo>
                  <a:pt x="19548" y="7505"/>
                  <a:pt x="20348" y="6905"/>
                  <a:pt x="20482" y="6671"/>
                </a:cubicBezTo>
                <a:cubicBezTo>
                  <a:pt x="20782" y="6138"/>
                  <a:pt x="20215" y="4837"/>
                  <a:pt x="20048" y="4437"/>
                </a:cubicBezTo>
                <a:cubicBezTo>
                  <a:pt x="19781" y="3769"/>
                  <a:pt x="18880" y="2435"/>
                  <a:pt x="18647" y="2302"/>
                </a:cubicBezTo>
                <a:cubicBezTo>
                  <a:pt x="18528" y="2262"/>
                  <a:pt x="18405" y="2243"/>
                  <a:pt x="18282" y="2243"/>
                </a:cubicBezTo>
                <a:cubicBezTo>
                  <a:pt x="18094" y="2243"/>
                  <a:pt x="17908" y="2288"/>
                  <a:pt x="17746" y="2368"/>
                </a:cubicBezTo>
                <a:cubicBezTo>
                  <a:pt x="17624" y="2419"/>
                  <a:pt x="17538" y="2440"/>
                  <a:pt x="17481" y="2440"/>
                </a:cubicBezTo>
                <a:cubicBezTo>
                  <a:pt x="17274" y="2440"/>
                  <a:pt x="17434" y="2166"/>
                  <a:pt x="17513" y="2035"/>
                </a:cubicBezTo>
                <a:cubicBezTo>
                  <a:pt x="18180" y="1334"/>
                  <a:pt x="18880" y="667"/>
                  <a:pt x="19648" y="100"/>
                </a:cubicBezTo>
                <a:cubicBezTo>
                  <a:pt x="19588" y="31"/>
                  <a:pt x="19503" y="0"/>
                  <a:pt x="193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41">
            <a:extLst>
              <a:ext uri="{FF2B5EF4-FFF2-40B4-BE49-F238E27FC236}">
                <a16:creationId xmlns:a16="http://schemas.microsoft.com/office/drawing/2014/main" id="{01EAE8A7-8DAA-2524-9893-48E40121B572}"/>
              </a:ext>
            </a:extLst>
          </p:cNvPr>
          <p:cNvSpPr/>
          <p:nvPr/>
        </p:nvSpPr>
        <p:spPr>
          <a:xfrm rot="3041045">
            <a:off x="-1648427" y="2711276"/>
            <a:ext cx="181726" cy="163100"/>
          </a:xfrm>
          <a:custGeom>
            <a:avLst/>
            <a:gdLst/>
            <a:ahLst/>
            <a:cxnLst/>
            <a:rect l="l" t="t" r="r" b="b"/>
            <a:pathLst>
              <a:path w="11776" h="10569" extrusionOk="0">
                <a:moveTo>
                  <a:pt x="8039" y="1"/>
                </a:moveTo>
                <a:lnTo>
                  <a:pt x="8039" y="1"/>
                </a:lnTo>
                <a:cubicBezTo>
                  <a:pt x="5204" y="768"/>
                  <a:pt x="3303" y="1435"/>
                  <a:pt x="1835" y="3670"/>
                </a:cubicBezTo>
                <a:cubicBezTo>
                  <a:pt x="0" y="6505"/>
                  <a:pt x="2669" y="9608"/>
                  <a:pt x="4804" y="10208"/>
                </a:cubicBezTo>
                <a:cubicBezTo>
                  <a:pt x="5630" y="10437"/>
                  <a:pt x="6296" y="10569"/>
                  <a:pt x="6958" y="10569"/>
                </a:cubicBezTo>
                <a:cubicBezTo>
                  <a:pt x="8032" y="10569"/>
                  <a:pt x="9094" y="10221"/>
                  <a:pt x="10808" y="9374"/>
                </a:cubicBezTo>
                <a:cubicBezTo>
                  <a:pt x="11108" y="9241"/>
                  <a:pt x="11542" y="9041"/>
                  <a:pt x="11775" y="8907"/>
                </a:cubicBezTo>
                <a:lnTo>
                  <a:pt x="11775" y="8907"/>
                </a:lnTo>
                <a:cubicBezTo>
                  <a:pt x="11466" y="9062"/>
                  <a:pt x="9898" y="9796"/>
                  <a:pt x="8834" y="9796"/>
                </a:cubicBezTo>
                <a:cubicBezTo>
                  <a:pt x="8522" y="9796"/>
                  <a:pt x="8254" y="9733"/>
                  <a:pt x="8073" y="9574"/>
                </a:cubicBezTo>
                <a:cubicBezTo>
                  <a:pt x="7205" y="8807"/>
                  <a:pt x="9240" y="7606"/>
                  <a:pt x="9240" y="7606"/>
                </a:cubicBezTo>
                <a:cubicBezTo>
                  <a:pt x="9240" y="7606"/>
                  <a:pt x="9540" y="5705"/>
                  <a:pt x="7239" y="2869"/>
                </a:cubicBezTo>
                <a:cubicBezTo>
                  <a:pt x="7084" y="2988"/>
                  <a:pt x="6777" y="3061"/>
                  <a:pt x="6447" y="3061"/>
                </a:cubicBezTo>
                <a:cubicBezTo>
                  <a:pt x="5852" y="3061"/>
                  <a:pt x="5183" y="2825"/>
                  <a:pt x="5204" y="2202"/>
                </a:cubicBezTo>
                <a:cubicBezTo>
                  <a:pt x="5204" y="1202"/>
                  <a:pt x="8006" y="34"/>
                  <a:pt x="803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1">
            <a:extLst>
              <a:ext uri="{FF2B5EF4-FFF2-40B4-BE49-F238E27FC236}">
                <a16:creationId xmlns:a16="http://schemas.microsoft.com/office/drawing/2014/main" id="{13AD77BC-F794-5BAE-BAC0-C183051BB94F}"/>
              </a:ext>
            </a:extLst>
          </p:cNvPr>
          <p:cNvSpPr/>
          <p:nvPr/>
        </p:nvSpPr>
        <p:spPr>
          <a:xfrm rot="3041045">
            <a:off x="-1524277" y="2750395"/>
            <a:ext cx="224874" cy="91527"/>
          </a:xfrm>
          <a:custGeom>
            <a:avLst/>
            <a:gdLst/>
            <a:ahLst/>
            <a:cxnLst/>
            <a:rect l="l" t="t" r="r" b="b"/>
            <a:pathLst>
              <a:path w="14572" h="5931" extrusionOk="0">
                <a:moveTo>
                  <a:pt x="14371" y="1"/>
                </a:moveTo>
                <a:lnTo>
                  <a:pt x="14371" y="1"/>
                </a:lnTo>
                <a:cubicBezTo>
                  <a:pt x="13871" y="201"/>
                  <a:pt x="12803" y="635"/>
                  <a:pt x="12803" y="635"/>
                </a:cubicBezTo>
                <a:cubicBezTo>
                  <a:pt x="12603" y="735"/>
                  <a:pt x="12070" y="935"/>
                  <a:pt x="12070" y="935"/>
                </a:cubicBezTo>
                <a:cubicBezTo>
                  <a:pt x="9968" y="1836"/>
                  <a:pt x="7600" y="3303"/>
                  <a:pt x="5331" y="3904"/>
                </a:cubicBezTo>
                <a:cubicBezTo>
                  <a:pt x="3330" y="4471"/>
                  <a:pt x="1962" y="4504"/>
                  <a:pt x="895" y="4871"/>
                </a:cubicBezTo>
                <a:cubicBezTo>
                  <a:pt x="0" y="5188"/>
                  <a:pt x="404" y="5930"/>
                  <a:pt x="1544" y="5930"/>
                </a:cubicBezTo>
                <a:cubicBezTo>
                  <a:pt x="1722" y="5930"/>
                  <a:pt x="1918" y="5912"/>
                  <a:pt x="2129" y="5872"/>
                </a:cubicBezTo>
                <a:cubicBezTo>
                  <a:pt x="4431" y="5405"/>
                  <a:pt x="6366" y="4104"/>
                  <a:pt x="8934" y="3270"/>
                </a:cubicBezTo>
                <a:cubicBezTo>
                  <a:pt x="11736" y="1936"/>
                  <a:pt x="14571" y="701"/>
                  <a:pt x="14371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41">
            <a:extLst>
              <a:ext uri="{FF2B5EF4-FFF2-40B4-BE49-F238E27FC236}">
                <a16:creationId xmlns:a16="http://schemas.microsoft.com/office/drawing/2014/main" id="{5E565A9B-A662-1E40-503F-6A8A86DEB3CE}"/>
              </a:ext>
            </a:extLst>
          </p:cNvPr>
          <p:cNvSpPr/>
          <p:nvPr/>
        </p:nvSpPr>
        <p:spPr>
          <a:xfrm rot="3041045">
            <a:off x="-1550310" y="2645150"/>
            <a:ext cx="204581" cy="118224"/>
          </a:xfrm>
          <a:custGeom>
            <a:avLst/>
            <a:gdLst/>
            <a:ahLst/>
            <a:cxnLst/>
            <a:rect l="l" t="t" r="r" b="b"/>
            <a:pathLst>
              <a:path w="13257" h="7661" extrusionOk="0">
                <a:moveTo>
                  <a:pt x="12799" y="0"/>
                </a:moveTo>
                <a:cubicBezTo>
                  <a:pt x="12259" y="0"/>
                  <a:pt x="11390" y="328"/>
                  <a:pt x="10521" y="883"/>
                </a:cubicBezTo>
                <a:cubicBezTo>
                  <a:pt x="9320" y="1651"/>
                  <a:pt x="8586" y="2151"/>
                  <a:pt x="7385" y="2751"/>
                </a:cubicBezTo>
                <a:cubicBezTo>
                  <a:pt x="5084" y="4152"/>
                  <a:pt x="2415" y="5086"/>
                  <a:pt x="1081" y="5954"/>
                </a:cubicBezTo>
                <a:cubicBezTo>
                  <a:pt x="1" y="6646"/>
                  <a:pt x="1" y="7660"/>
                  <a:pt x="586" y="7660"/>
                </a:cubicBezTo>
                <a:cubicBezTo>
                  <a:pt x="706" y="7660"/>
                  <a:pt x="850" y="7618"/>
                  <a:pt x="1014" y="7521"/>
                </a:cubicBezTo>
                <a:cubicBezTo>
                  <a:pt x="1982" y="6954"/>
                  <a:pt x="2148" y="6487"/>
                  <a:pt x="4050" y="5620"/>
                </a:cubicBezTo>
                <a:cubicBezTo>
                  <a:pt x="5951" y="4753"/>
                  <a:pt x="9153" y="2885"/>
                  <a:pt x="11121" y="1751"/>
                </a:cubicBezTo>
                <a:cubicBezTo>
                  <a:pt x="11855" y="1250"/>
                  <a:pt x="12589" y="717"/>
                  <a:pt x="13256" y="149"/>
                </a:cubicBezTo>
                <a:cubicBezTo>
                  <a:pt x="13164" y="48"/>
                  <a:pt x="13006" y="0"/>
                  <a:pt x="12799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1">
            <a:extLst>
              <a:ext uri="{FF2B5EF4-FFF2-40B4-BE49-F238E27FC236}">
                <a16:creationId xmlns:a16="http://schemas.microsoft.com/office/drawing/2014/main" id="{0B926066-717C-5A5F-9FAF-74D0B32AD040}"/>
              </a:ext>
            </a:extLst>
          </p:cNvPr>
          <p:cNvSpPr/>
          <p:nvPr/>
        </p:nvSpPr>
        <p:spPr>
          <a:xfrm rot="3041045">
            <a:off x="-1537240" y="2751815"/>
            <a:ext cx="37083" cy="83024"/>
          </a:xfrm>
          <a:custGeom>
            <a:avLst/>
            <a:gdLst/>
            <a:ahLst/>
            <a:cxnLst/>
            <a:rect l="l" t="t" r="r" b="b"/>
            <a:pathLst>
              <a:path w="2403" h="5380" extrusionOk="0">
                <a:moveTo>
                  <a:pt x="246" y="1"/>
                </a:moveTo>
                <a:cubicBezTo>
                  <a:pt x="184" y="1"/>
                  <a:pt x="117" y="26"/>
                  <a:pt x="67" y="76"/>
                </a:cubicBezTo>
                <a:cubicBezTo>
                  <a:pt x="0" y="176"/>
                  <a:pt x="0" y="276"/>
                  <a:pt x="34" y="376"/>
                </a:cubicBezTo>
                <a:cubicBezTo>
                  <a:pt x="67" y="376"/>
                  <a:pt x="67" y="409"/>
                  <a:pt x="100" y="443"/>
                </a:cubicBezTo>
                <a:cubicBezTo>
                  <a:pt x="1168" y="1777"/>
                  <a:pt x="1768" y="3411"/>
                  <a:pt x="1902" y="5113"/>
                </a:cubicBezTo>
                <a:cubicBezTo>
                  <a:pt x="1902" y="5246"/>
                  <a:pt x="2035" y="5379"/>
                  <a:pt x="2169" y="5379"/>
                </a:cubicBezTo>
                <a:cubicBezTo>
                  <a:pt x="2302" y="5379"/>
                  <a:pt x="2402" y="5246"/>
                  <a:pt x="2369" y="5113"/>
                </a:cubicBezTo>
                <a:cubicBezTo>
                  <a:pt x="2069" y="1910"/>
                  <a:pt x="501" y="176"/>
                  <a:pt x="401" y="76"/>
                </a:cubicBezTo>
                <a:cubicBezTo>
                  <a:pt x="367" y="26"/>
                  <a:pt x="309" y="1"/>
                  <a:pt x="246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1">
            <a:extLst>
              <a:ext uri="{FF2B5EF4-FFF2-40B4-BE49-F238E27FC236}">
                <a16:creationId xmlns:a16="http://schemas.microsoft.com/office/drawing/2014/main" id="{9153BFF9-575F-3D6F-A4B6-3D29DB8F81E4}"/>
              </a:ext>
            </a:extLst>
          </p:cNvPr>
          <p:cNvSpPr/>
          <p:nvPr/>
        </p:nvSpPr>
        <p:spPr>
          <a:xfrm rot="3041045">
            <a:off x="-1508413" y="2730704"/>
            <a:ext cx="43765" cy="95894"/>
          </a:xfrm>
          <a:custGeom>
            <a:avLst/>
            <a:gdLst/>
            <a:ahLst/>
            <a:cxnLst/>
            <a:rect l="l" t="t" r="r" b="b"/>
            <a:pathLst>
              <a:path w="2836" h="6214" extrusionOk="0">
                <a:moveTo>
                  <a:pt x="251" y="1"/>
                </a:moveTo>
                <a:cubicBezTo>
                  <a:pt x="184" y="1"/>
                  <a:pt x="117" y="26"/>
                  <a:pt x="67" y="76"/>
                </a:cubicBezTo>
                <a:cubicBezTo>
                  <a:pt x="0" y="143"/>
                  <a:pt x="0" y="276"/>
                  <a:pt x="34" y="376"/>
                </a:cubicBezTo>
                <a:cubicBezTo>
                  <a:pt x="67" y="376"/>
                  <a:pt x="67" y="410"/>
                  <a:pt x="100" y="443"/>
                </a:cubicBezTo>
                <a:cubicBezTo>
                  <a:pt x="1301" y="2044"/>
                  <a:pt x="2069" y="3945"/>
                  <a:pt x="2335" y="5947"/>
                </a:cubicBezTo>
                <a:cubicBezTo>
                  <a:pt x="2335" y="6080"/>
                  <a:pt x="2469" y="6214"/>
                  <a:pt x="2602" y="6214"/>
                </a:cubicBezTo>
                <a:cubicBezTo>
                  <a:pt x="2736" y="6180"/>
                  <a:pt x="2836" y="6047"/>
                  <a:pt x="2802" y="5914"/>
                </a:cubicBezTo>
                <a:cubicBezTo>
                  <a:pt x="2536" y="3812"/>
                  <a:pt x="1735" y="1777"/>
                  <a:pt x="434" y="76"/>
                </a:cubicBezTo>
                <a:cubicBezTo>
                  <a:pt x="384" y="26"/>
                  <a:pt x="317" y="1"/>
                  <a:pt x="251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41">
            <a:extLst>
              <a:ext uri="{FF2B5EF4-FFF2-40B4-BE49-F238E27FC236}">
                <a16:creationId xmlns:a16="http://schemas.microsoft.com/office/drawing/2014/main" id="{2FFFC6FC-FB22-0476-30A0-947EA79DDC1C}"/>
              </a:ext>
            </a:extLst>
          </p:cNvPr>
          <p:cNvSpPr/>
          <p:nvPr/>
        </p:nvSpPr>
        <p:spPr>
          <a:xfrm rot="3041045">
            <a:off x="-1480620" y="2714238"/>
            <a:ext cx="43780" cy="107730"/>
          </a:xfrm>
          <a:custGeom>
            <a:avLst/>
            <a:gdLst/>
            <a:ahLst/>
            <a:cxnLst/>
            <a:rect l="l" t="t" r="r" b="b"/>
            <a:pathLst>
              <a:path w="2837" h="6981" extrusionOk="0">
                <a:moveTo>
                  <a:pt x="255" y="1"/>
                </a:moveTo>
                <a:cubicBezTo>
                  <a:pt x="192" y="1"/>
                  <a:pt x="134" y="26"/>
                  <a:pt x="101" y="76"/>
                </a:cubicBezTo>
                <a:cubicBezTo>
                  <a:pt x="1" y="176"/>
                  <a:pt x="1" y="342"/>
                  <a:pt x="101" y="443"/>
                </a:cubicBezTo>
                <a:cubicBezTo>
                  <a:pt x="134" y="476"/>
                  <a:pt x="2236" y="3578"/>
                  <a:pt x="2336" y="6714"/>
                </a:cubicBezTo>
                <a:cubicBezTo>
                  <a:pt x="2336" y="6747"/>
                  <a:pt x="2336" y="6780"/>
                  <a:pt x="2369" y="6814"/>
                </a:cubicBezTo>
                <a:cubicBezTo>
                  <a:pt x="2402" y="6914"/>
                  <a:pt x="2502" y="6981"/>
                  <a:pt x="2603" y="6981"/>
                </a:cubicBezTo>
                <a:cubicBezTo>
                  <a:pt x="2736" y="6981"/>
                  <a:pt x="2836" y="6880"/>
                  <a:pt x="2836" y="6747"/>
                </a:cubicBezTo>
                <a:cubicBezTo>
                  <a:pt x="2703" y="3345"/>
                  <a:pt x="534" y="176"/>
                  <a:pt x="434" y="76"/>
                </a:cubicBezTo>
                <a:cubicBezTo>
                  <a:pt x="384" y="26"/>
                  <a:pt x="318" y="1"/>
                  <a:pt x="255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1">
            <a:extLst>
              <a:ext uri="{FF2B5EF4-FFF2-40B4-BE49-F238E27FC236}">
                <a16:creationId xmlns:a16="http://schemas.microsoft.com/office/drawing/2014/main" id="{B3EF04DD-B186-D911-A992-6072E2C6335C}"/>
              </a:ext>
            </a:extLst>
          </p:cNvPr>
          <p:cNvSpPr/>
          <p:nvPr/>
        </p:nvSpPr>
        <p:spPr>
          <a:xfrm rot="3041045">
            <a:off x="-1455913" y="2702402"/>
            <a:ext cx="45833" cy="102576"/>
          </a:xfrm>
          <a:custGeom>
            <a:avLst/>
            <a:gdLst/>
            <a:ahLst/>
            <a:cxnLst/>
            <a:rect l="l" t="t" r="r" b="b"/>
            <a:pathLst>
              <a:path w="2970" h="6647" extrusionOk="0">
                <a:moveTo>
                  <a:pt x="255" y="0"/>
                </a:moveTo>
                <a:cubicBezTo>
                  <a:pt x="193" y="0"/>
                  <a:pt x="134" y="25"/>
                  <a:pt x="101" y="75"/>
                </a:cubicBezTo>
                <a:cubicBezTo>
                  <a:pt x="1" y="209"/>
                  <a:pt x="34" y="342"/>
                  <a:pt x="134" y="442"/>
                </a:cubicBezTo>
                <a:cubicBezTo>
                  <a:pt x="1569" y="2110"/>
                  <a:pt x="2369" y="4178"/>
                  <a:pt x="2469" y="6347"/>
                </a:cubicBezTo>
                <a:cubicBezTo>
                  <a:pt x="2469" y="6413"/>
                  <a:pt x="2469" y="6447"/>
                  <a:pt x="2503" y="6480"/>
                </a:cubicBezTo>
                <a:cubicBezTo>
                  <a:pt x="2536" y="6580"/>
                  <a:pt x="2603" y="6647"/>
                  <a:pt x="2703" y="6647"/>
                </a:cubicBezTo>
                <a:cubicBezTo>
                  <a:pt x="2836" y="6647"/>
                  <a:pt x="2970" y="6547"/>
                  <a:pt x="2936" y="6413"/>
                </a:cubicBezTo>
                <a:cubicBezTo>
                  <a:pt x="2870" y="4078"/>
                  <a:pt x="1969" y="1810"/>
                  <a:pt x="434" y="75"/>
                </a:cubicBezTo>
                <a:cubicBezTo>
                  <a:pt x="384" y="25"/>
                  <a:pt x="318" y="0"/>
                  <a:pt x="25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1">
            <a:extLst>
              <a:ext uri="{FF2B5EF4-FFF2-40B4-BE49-F238E27FC236}">
                <a16:creationId xmlns:a16="http://schemas.microsoft.com/office/drawing/2014/main" id="{F9C83F7C-4DC1-CAA7-3CB0-66264AD102F9}"/>
              </a:ext>
            </a:extLst>
          </p:cNvPr>
          <p:cNvSpPr/>
          <p:nvPr/>
        </p:nvSpPr>
        <p:spPr>
          <a:xfrm rot="3041045">
            <a:off x="-1422441" y="2687464"/>
            <a:ext cx="46851" cy="103101"/>
          </a:xfrm>
          <a:custGeom>
            <a:avLst/>
            <a:gdLst/>
            <a:ahLst/>
            <a:cxnLst/>
            <a:rect l="l" t="t" r="r" b="b"/>
            <a:pathLst>
              <a:path w="3036" h="6681" extrusionOk="0">
                <a:moveTo>
                  <a:pt x="254" y="1"/>
                </a:moveTo>
                <a:cubicBezTo>
                  <a:pt x="192" y="1"/>
                  <a:pt x="133" y="26"/>
                  <a:pt x="100" y="76"/>
                </a:cubicBezTo>
                <a:cubicBezTo>
                  <a:pt x="0" y="209"/>
                  <a:pt x="0" y="343"/>
                  <a:pt x="133" y="443"/>
                </a:cubicBezTo>
                <a:cubicBezTo>
                  <a:pt x="133" y="476"/>
                  <a:pt x="2535" y="3112"/>
                  <a:pt x="2535" y="6381"/>
                </a:cubicBezTo>
                <a:cubicBezTo>
                  <a:pt x="2535" y="6414"/>
                  <a:pt x="2535" y="6481"/>
                  <a:pt x="2569" y="6514"/>
                </a:cubicBezTo>
                <a:cubicBezTo>
                  <a:pt x="2602" y="6581"/>
                  <a:pt x="2702" y="6647"/>
                  <a:pt x="2802" y="6681"/>
                </a:cubicBezTo>
                <a:cubicBezTo>
                  <a:pt x="2935" y="6681"/>
                  <a:pt x="3036" y="6581"/>
                  <a:pt x="3036" y="6447"/>
                </a:cubicBezTo>
                <a:cubicBezTo>
                  <a:pt x="3036" y="2911"/>
                  <a:pt x="534" y="176"/>
                  <a:pt x="434" y="76"/>
                </a:cubicBezTo>
                <a:cubicBezTo>
                  <a:pt x="384" y="26"/>
                  <a:pt x="317" y="1"/>
                  <a:pt x="254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41">
            <a:extLst>
              <a:ext uri="{FF2B5EF4-FFF2-40B4-BE49-F238E27FC236}">
                <a16:creationId xmlns:a16="http://schemas.microsoft.com/office/drawing/2014/main" id="{03AD83DF-5BE8-7F9A-2672-25B50170516B}"/>
              </a:ext>
            </a:extLst>
          </p:cNvPr>
          <p:cNvSpPr/>
          <p:nvPr/>
        </p:nvSpPr>
        <p:spPr>
          <a:xfrm rot="3041045">
            <a:off x="672239" y="-986129"/>
            <a:ext cx="707307" cy="579129"/>
          </a:xfrm>
          <a:custGeom>
            <a:avLst/>
            <a:gdLst/>
            <a:ahLst/>
            <a:cxnLst/>
            <a:rect l="l" t="t" r="r" b="b"/>
            <a:pathLst>
              <a:path w="45834" h="37528" extrusionOk="0">
                <a:moveTo>
                  <a:pt x="15245" y="0"/>
                </a:moveTo>
                <a:lnTo>
                  <a:pt x="13177" y="17279"/>
                </a:lnTo>
                <a:lnTo>
                  <a:pt x="334" y="30689"/>
                </a:lnTo>
                <a:cubicBezTo>
                  <a:pt x="0" y="36093"/>
                  <a:pt x="4437" y="37527"/>
                  <a:pt x="4437" y="37527"/>
                </a:cubicBezTo>
                <a:cubicBezTo>
                  <a:pt x="4437" y="37527"/>
                  <a:pt x="15311" y="32957"/>
                  <a:pt x="17813" y="31956"/>
                </a:cubicBezTo>
                <a:cubicBezTo>
                  <a:pt x="19548" y="31189"/>
                  <a:pt x="21216" y="30222"/>
                  <a:pt x="22750" y="29054"/>
                </a:cubicBezTo>
                <a:cubicBezTo>
                  <a:pt x="22750" y="29054"/>
                  <a:pt x="26602" y="30076"/>
                  <a:pt x="30451" y="30076"/>
                </a:cubicBezTo>
                <a:cubicBezTo>
                  <a:pt x="30945" y="30076"/>
                  <a:pt x="31438" y="30060"/>
                  <a:pt x="31923" y="30022"/>
                </a:cubicBezTo>
                <a:cubicBezTo>
                  <a:pt x="34892" y="29822"/>
                  <a:pt x="41096" y="27887"/>
                  <a:pt x="43465" y="21682"/>
                </a:cubicBezTo>
                <a:cubicBezTo>
                  <a:pt x="45833" y="15511"/>
                  <a:pt x="43065" y="5104"/>
                  <a:pt x="43065" y="5104"/>
                </a:cubicBezTo>
                <a:lnTo>
                  <a:pt x="15245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41">
            <a:extLst>
              <a:ext uri="{FF2B5EF4-FFF2-40B4-BE49-F238E27FC236}">
                <a16:creationId xmlns:a16="http://schemas.microsoft.com/office/drawing/2014/main" id="{CA6F5DC5-C0A4-AE88-7457-4BF820D2EE6B}"/>
              </a:ext>
            </a:extLst>
          </p:cNvPr>
          <p:cNvSpPr/>
          <p:nvPr/>
        </p:nvSpPr>
        <p:spPr>
          <a:xfrm rot="3041045">
            <a:off x="-1305082" y="2559935"/>
            <a:ext cx="343360" cy="186371"/>
          </a:xfrm>
          <a:custGeom>
            <a:avLst/>
            <a:gdLst/>
            <a:ahLst/>
            <a:cxnLst/>
            <a:rect l="l" t="t" r="r" b="b"/>
            <a:pathLst>
              <a:path w="22250" h="12077" extrusionOk="0">
                <a:moveTo>
                  <a:pt x="22216" y="1"/>
                </a:moveTo>
                <a:cubicBezTo>
                  <a:pt x="22216" y="1"/>
                  <a:pt x="20582" y="2369"/>
                  <a:pt x="15245" y="4637"/>
                </a:cubicBezTo>
                <a:cubicBezTo>
                  <a:pt x="12409" y="5838"/>
                  <a:pt x="3370" y="10141"/>
                  <a:pt x="0" y="11175"/>
                </a:cubicBezTo>
                <a:cubicBezTo>
                  <a:pt x="501" y="11542"/>
                  <a:pt x="1035" y="11843"/>
                  <a:pt x="1602" y="12076"/>
                </a:cubicBezTo>
                <a:cubicBezTo>
                  <a:pt x="1602" y="12076"/>
                  <a:pt x="12476" y="7506"/>
                  <a:pt x="14978" y="6539"/>
                </a:cubicBezTo>
                <a:cubicBezTo>
                  <a:pt x="16746" y="5772"/>
                  <a:pt x="18380" y="4771"/>
                  <a:pt x="19915" y="3603"/>
                </a:cubicBezTo>
                <a:cubicBezTo>
                  <a:pt x="22250" y="1569"/>
                  <a:pt x="22216" y="1"/>
                  <a:pt x="22216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41">
            <a:extLst>
              <a:ext uri="{FF2B5EF4-FFF2-40B4-BE49-F238E27FC236}">
                <a16:creationId xmlns:a16="http://schemas.microsoft.com/office/drawing/2014/main" id="{8B723870-9460-6DAF-5110-D5A75B340B31}"/>
              </a:ext>
            </a:extLst>
          </p:cNvPr>
          <p:cNvSpPr/>
          <p:nvPr/>
        </p:nvSpPr>
        <p:spPr>
          <a:xfrm rot="3041045">
            <a:off x="-997245" y="2262407"/>
            <a:ext cx="347990" cy="368916"/>
          </a:xfrm>
          <a:custGeom>
            <a:avLst/>
            <a:gdLst/>
            <a:ahLst/>
            <a:cxnLst/>
            <a:rect l="l" t="t" r="r" b="b"/>
            <a:pathLst>
              <a:path w="22550" h="23906" extrusionOk="0">
                <a:moveTo>
                  <a:pt x="18813" y="0"/>
                </a:moveTo>
                <a:cubicBezTo>
                  <a:pt x="19347" y="5104"/>
                  <a:pt x="20114" y="10975"/>
                  <a:pt x="17813" y="15945"/>
                </a:cubicBezTo>
                <a:cubicBezTo>
                  <a:pt x="15765" y="20426"/>
                  <a:pt x="9863" y="21950"/>
                  <a:pt x="6706" y="21950"/>
                </a:cubicBezTo>
                <a:cubicBezTo>
                  <a:pt x="6315" y="21950"/>
                  <a:pt x="5965" y="21927"/>
                  <a:pt x="5671" y="21883"/>
                </a:cubicBezTo>
                <a:cubicBezTo>
                  <a:pt x="4203" y="21649"/>
                  <a:pt x="2769" y="21249"/>
                  <a:pt x="1401" y="20682"/>
                </a:cubicBezTo>
                <a:lnTo>
                  <a:pt x="0" y="22883"/>
                </a:lnTo>
                <a:cubicBezTo>
                  <a:pt x="0" y="22883"/>
                  <a:pt x="3852" y="23905"/>
                  <a:pt x="7701" y="23905"/>
                </a:cubicBezTo>
                <a:cubicBezTo>
                  <a:pt x="8195" y="23905"/>
                  <a:pt x="8688" y="23889"/>
                  <a:pt x="9173" y="23851"/>
                </a:cubicBezTo>
                <a:cubicBezTo>
                  <a:pt x="12142" y="23651"/>
                  <a:pt x="18346" y="21682"/>
                  <a:pt x="20715" y="15511"/>
                </a:cubicBezTo>
                <a:cubicBezTo>
                  <a:pt x="22549" y="10808"/>
                  <a:pt x="21349" y="3569"/>
                  <a:pt x="20681" y="434"/>
                </a:cubicBezTo>
                <a:lnTo>
                  <a:pt x="19681" y="200"/>
                </a:lnTo>
                <a:lnTo>
                  <a:pt x="18813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41">
            <a:extLst>
              <a:ext uri="{FF2B5EF4-FFF2-40B4-BE49-F238E27FC236}">
                <a16:creationId xmlns:a16="http://schemas.microsoft.com/office/drawing/2014/main" id="{A45024CB-A412-4C1B-C8C7-F6864261D33B}"/>
              </a:ext>
            </a:extLst>
          </p:cNvPr>
          <p:cNvSpPr/>
          <p:nvPr/>
        </p:nvSpPr>
        <p:spPr>
          <a:xfrm rot="3041045">
            <a:off x="-1193895" y="2353779"/>
            <a:ext cx="360351" cy="108888"/>
          </a:xfrm>
          <a:custGeom>
            <a:avLst/>
            <a:gdLst/>
            <a:ahLst/>
            <a:cxnLst/>
            <a:rect l="l" t="t" r="r" b="b"/>
            <a:pathLst>
              <a:path w="23351" h="7056" extrusionOk="0">
                <a:moveTo>
                  <a:pt x="9234" y="1"/>
                </a:moveTo>
                <a:cubicBezTo>
                  <a:pt x="7431" y="1"/>
                  <a:pt x="6049" y="484"/>
                  <a:pt x="4804" y="1585"/>
                </a:cubicBezTo>
                <a:cubicBezTo>
                  <a:pt x="3069" y="3119"/>
                  <a:pt x="1" y="6655"/>
                  <a:pt x="1" y="6655"/>
                </a:cubicBezTo>
                <a:lnTo>
                  <a:pt x="1368" y="7055"/>
                </a:lnTo>
                <a:cubicBezTo>
                  <a:pt x="1368" y="7055"/>
                  <a:pt x="2436" y="5921"/>
                  <a:pt x="3470" y="4687"/>
                </a:cubicBezTo>
                <a:cubicBezTo>
                  <a:pt x="4469" y="3495"/>
                  <a:pt x="6090" y="1276"/>
                  <a:pt x="10136" y="1276"/>
                </a:cubicBezTo>
                <a:cubicBezTo>
                  <a:pt x="10279" y="1276"/>
                  <a:pt x="10426" y="1279"/>
                  <a:pt x="10575" y="1284"/>
                </a:cubicBezTo>
                <a:cubicBezTo>
                  <a:pt x="14945" y="1451"/>
                  <a:pt x="23351" y="2218"/>
                  <a:pt x="23351" y="2218"/>
                </a:cubicBezTo>
                <a:cubicBezTo>
                  <a:pt x="23351" y="2218"/>
                  <a:pt x="14611" y="717"/>
                  <a:pt x="11576" y="217"/>
                </a:cubicBezTo>
                <a:cubicBezTo>
                  <a:pt x="10718" y="76"/>
                  <a:pt x="9943" y="1"/>
                  <a:pt x="9234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41">
            <a:extLst>
              <a:ext uri="{FF2B5EF4-FFF2-40B4-BE49-F238E27FC236}">
                <a16:creationId xmlns:a16="http://schemas.microsoft.com/office/drawing/2014/main" id="{B4F599FD-3956-C1D7-7C43-1C75E069901C}"/>
              </a:ext>
            </a:extLst>
          </p:cNvPr>
          <p:cNvSpPr/>
          <p:nvPr/>
        </p:nvSpPr>
        <p:spPr>
          <a:xfrm rot="3041045">
            <a:off x="-1121303" y="2274243"/>
            <a:ext cx="47361" cy="106573"/>
          </a:xfrm>
          <a:custGeom>
            <a:avLst/>
            <a:gdLst/>
            <a:ahLst/>
            <a:cxnLst/>
            <a:rect l="l" t="t" r="r" b="b"/>
            <a:pathLst>
              <a:path w="3069" h="6906" extrusionOk="0">
                <a:moveTo>
                  <a:pt x="1034" y="0"/>
                </a:moveTo>
                <a:cubicBezTo>
                  <a:pt x="1034" y="1"/>
                  <a:pt x="0" y="4004"/>
                  <a:pt x="1668" y="6905"/>
                </a:cubicBezTo>
                <a:lnTo>
                  <a:pt x="3069" y="6071"/>
                </a:lnTo>
                <a:cubicBezTo>
                  <a:pt x="1634" y="4370"/>
                  <a:pt x="901" y="2202"/>
                  <a:pt x="1034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41">
            <a:extLst>
              <a:ext uri="{FF2B5EF4-FFF2-40B4-BE49-F238E27FC236}">
                <a16:creationId xmlns:a16="http://schemas.microsoft.com/office/drawing/2014/main" id="{335D271D-B4DA-41F9-4097-73ACDC21FC4C}"/>
              </a:ext>
            </a:extLst>
          </p:cNvPr>
          <p:cNvSpPr/>
          <p:nvPr/>
        </p:nvSpPr>
        <p:spPr>
          <a:xfrm rot="3041045">
            <a:off x="-1316409" y="1706456"/>
            <a:ext cx="276957" cy="416461"/>
          </a:xfrm>
          <a:custGeom>
            <a:avLst/>
            <a:gdLst/>
            <a:ahLst/>
            <a:cxnLst/>
            <a:rect l="l" t="t" r="r" b="b"/>
            <a:pathLst>
              <a:path w="17947" h="26987" extrusionOk="0">
                <a:moveTo>
                  <a:pt x="17947" y="0"/>
                </a:moveTo>
                <a:cubicBezTo>
                  <a:pt x="14611" y="601"/>
                  <a:pt x="11876" y="1468"/>
                  <a:pt x="9874" y="4937"/>
                </a:cubicBezTo>
                <a:cubicBezTo>
                  <a:pt x="7973" y="8240"/>
                  <a:pt x="1" y="22116"/>
                  <a:pt x="1" y="22116"/>
                </a:cubicBezTo>
                <a:lnTo>
                  <a:pt x="9241" y="26986"/>
                </a:lnTo>
                <a:lnTo>
                  <a:pt x="15979" y="15378"/>
                </a:lnTo>
                <a:lnTo>
                  <a:pt x="17947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41">
            <a:extLst>
              <a:ext uri="{FF2B5EF4-FFF2-40B4-BE49-F238E27FC236}">
                <a16:creationId xmlns:a16="http://schemas.microsoft.com/office/drawing/2014/main" id="{DA546C28-484E-76D6-068E-BA9E5A0E5180}"/>
              </a:ext>
            </a:extLst>
          </p:cNvPr>
          <p:cNvSpPr/>
          <p:nvPr/>
        </p:nvSpPr>
        <p:spPr>
          <a:xfrm rot="3041045">
            <a:off x="-1316409" y="1706456"/>
            <a:ext cx="276957" cy="416461"/>
          </a:xfrm>
          <a:custGeom>
            <a:avLst/>
            <a:gdLst/>
            <a:ahLst/>
            <a:cxnLst/>
            <a:rect l="l" t="t" r="r" b="b"/>
            <a:pathLst>
              <a:path w="17947" h="26987" extrusionOk="0">
                <a:moveTo>
                  <a:pt x="17947" y="0"/>
                </a:moveTo>
                <a:cubicBezTo>
                  <a:pt x="14611" y="601"/>
                  <a:pt x="11876" y="1468"/>
                  <a:pt x="9874" y="4937"/>
                </a:cubicBezTo>
                <a:cubicBezTo>
                  <a:pt x="7973" y="8240"/>
                  <a:pt x="1" y="22116"/>
                  <a:pt x="1" y="22116"/>
                </a:cubicBezTo>
                <a:lnTo>
                  <a:pt x="9241" y="26986"/>
                </a:lnTo>
                <a:lnTo>
                  <a:pt x="15979" y="15378"/>
                </a:lnTo>
                <a:lnTo>
                  <a:pt x="17947" y="0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41">
            <a:extLst>
              <a:ext uri="{FF2B5EF4-FFF2-40B4-BE49-F238E27FC236}">
                <a16:creationId xmlns:a16="http://schemas.microsoft.com/office/drawing/2014/main" id="{CD0BB7D4-90FE-23F6-3E2D-98BE2BAEA56F}"/>
              </a:ext>
            </a:extLst>
          </p:cNvPr>
          <p:cNvSpPr/>
          <p:nvPr/>
        </p:nvSpPr>
        <p:spPr>
          <a:xfrm rot="3041045">
            <a:off x="-564496" y="5430156"/>
            <a:ext cx="471029" cy="682122"/>
          </a:xfrm>
          <a:custGeom>
            <a:avLst/>
            <a:gdLst/>
            <a:ahLst/>
            <a:cxnLst/>
            <a:rect l="l" t="t" r="r" b="b"/>
            <a:pathLst>
              <a:path w="30523" h="44202" extrusionOk="0">
                <a:moveTo>
                  <a:pt x="14778" y="0"/>
                </a:moveTo>
                <a:lnTo>
                  <a:pt x="7873" y="734"/>
                </a:lnTo>
                <a:cubicBezTo>
                  <a:pt x="6139" y="1268"/>
                  <a:pt x="2703" y="3703"/>
                  <a:pt x="1569" y="13210"/>
                </a:cubicBezTo>
                <a:cubicBezTo>
                  <a:pt x="1235" y="15778"/>
                  <a:pt x="902" y="20648"/>
                  <a:pt x="668" y="23917"/>
                </a:cubicBezTo>
                <a:cubicBezTo>
                  <a:pt x="435" y="27186"/>
                  <a:pt x="301" y="28854"/>
                  <a:pt x="1" y="30155"/>
                </a:cubicBezTo>
                <a:cubicBezTo>
                  <a:pt x="4660" y="39221"/>
                  <a:pt x="14020" y="44201"/>
                  <a:pt x="23428" y="44201"/>
                </a:cubicBezTo>
                <a:cubicBezTo>
                  <a:pt x="25201" y="44201"/>
                  <a:pt x="26976" y="44024"/>
                  <a:pt x="28721" y="43665"/>
                </a:cubicBezTo>
                <a:cubicBezTo>
                  <a:pt x="30156" y="37027"/>
                  <a:pt x="30289" y="31589"/>
                  <a:pt x="30389" y="26819"/>
                </a:cubicBezTo>
                <a:cubicBezTo>
                  <a:pt x="30523" y="21115"/>
                  <a:pt x="30489" y="17679"/>
                  <a:pt x="30223" y="13543"/>
                </a:cubicBezTo>
                <a:cubicBezTo>
                  <a:pt x="29922" y="8439"/>
                  <a:pt x="29255" y="5237"/>
                  <a:pt x="27721" y="4703"/>
                </a:cubicBezTo>
                <a:cubicBezTo>
                  <a:pt x="25352" y="3870"/>
                  <a:pt x="16813" y="434"/>
                  <a:pt x="1477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41">
            <a:extLst>
              <a:ext uri="{FF2B5EF4-FFF2-40B4-BE49-F238E27FC236}">
                <a16:creationId xmlns:a16="http://schemas.microsoft.com/office/drawing/2014/main" id="{A908C402-3BC4-DBD1-F81D-060ACC93DF7A}"/>
              </a:ext>
            </a:extLst>
          </p:cNvPr>
          <p:cNvSpPr/>
          <p:nvPr/>
        </p:nvSpPr>
        <p:spPr>
          <a:xfrm rot="3041045">
            <a:off x="-900997" y="1716240"/>
            <a:ext cx="262034" cy="702029"/>
          </a:xfrm>
          <a:custGeom>
            <a:avLst/>
            <a:gdLst/>
            <a:ahLst/>
            <a:cxnLst/>
            <a:rect l="l" t="t" r="r" b="b"/>
            <a:pathLst>
              <a:path w="16980" h="45492" extrusionOk="0">
                <a:moveTo>
                  <a:pt x="6005" y="0"/>
                </a:moveTo>
                <a:cubicBezTo>
                  <a:pt x="6005" y="0"/>
                  <a:pt x="5071" y="2135"/>
                  <a:pt x="3103" y="6305"/>
                </a:cubicBezTo>
                <a:cubicBezTo>
                  <a:pt x="1102" y="10441"/>
                  <a:pt x="1002" y="12309"/>
                  <a:pt x="835" y="19548"/>
                </a:cubicBezTo>
                <a:cubicBezTo>
                  <a:pt x="668" y="26786"/>
                  <a:pt x="835" y="42431"/>
                  <a:pt x="1" y="45366"/>
                </a:cubicBezTo>
                <a:cubicBezTo>
                  <a:pt x="633" y="45452"/>
                  <a:pt x="1552" y="45492"/>
                  <a:pt x="2636" y="45492"/>
                </a:cubicBezTo>
                <a:cubicBezTo>
                  <a:pt x="7040" y="45492"/>
                  <a:pt x="14153" y="44829"/>
                  <a:pt x="15679" y="43865"/>
                </a:cubicBezTo>
                <a:cubicBezTo>
                  <a:pt x="15679" y="43865"/>
                  <a:pt x="15879" y="32023"/>
                  <a:pt x="16146" y="24651"/>
                </a:cubicBezTo>
                <a:cubicBezTo>
                  <a:pt x="16413" y="17246"/>
                  <a:pt x="16980" y="5404"/>
                  <a:pt x="13377" y="3336"/>
                </a:cubicBezTo>
                <a:lnTo>
                  <a:pt x="6005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1">
            <a:extLst>
              <a:ext uri="{FF2B5EF4-FFF2-40B4-BE49-F238E27FC236}">
                <a16:creationId xmlns:a16="http://schemas.microsoft.com/office/drawing/2014/main" id="{4E4CA00D-FA8D-D777-777C-40CB624E5EF3}"/>
              </a:ext>
            </a:extLst>
          </p:cNvPr>
          <p:cNvSpPr/>
          <p:nvPr/>
        </p:nvSpPr>
        <p:spPr>
          <a:xfrm rot="3041045">
            <a:off x="1876927" y="5304392"/>
            <a:ext cx="262034" cy="702029"/>
          </a:xfrm>
          <a:custGeom>
            <a:avLst/>
            <a:gdLst/>
            <a:ahLst/>
            <a:cxnLst/>
            <a:rect l="l" t="t" r="r" b="b"/>
            <a:pathLst>
              <a:path w="16980" h="45492" extrusionOk="0">
                <a:moveTo>
                  <a:pt x="6005" y="0"/>
                </a:moveTo>
                <a:cubicBezTo>
                  <a:pt x="6005" y="0"/>
                  <a:pt x="5071" y="2135"/>
                  <a:pt x="3103" y="6305"/>
                </a:cubicBezTo>
                <a:cubicBezTo>
                  <a:pt x="1102" y="10441"/>
                  <a:pt x="1002" y="12309"/>
                  <a:pt x="835" y="19548"/>
                </a:cubicBezTo>
                <a:cubicBezTo>
                  <a:pt x="668" y="26786"/>
                  <a:pt x="835" y="42431"/>
                  <a:pt x="1" y="45366"/>
                </a:cubicBezTo>
                <a:cubicBezTo>
                  <a:pt x="633" y="45452"/>
                  <a:pt x="1552" y="45492"/>
                  <a:pt x="2636" y="45492"/>
                </a:cubicBezTo>
                <a:cubicBezTo>
                  <a:pt x="7040" y="45492"/>
                  <a:pt x="14153" y="44829"/>
                  <a:pt x="15679" y="43865"/>
                </a:cubicBezTo>
                <a:cubicBezTo>
                  <a:pt x="15679" y="43865"/>
                  <a:pt x="15879" y="32023"/>
                  <a:pt x="16146" y="24651"/>
                </a:cubicBezTo>
                <a:cubicBezTo>
                  <a:pt x="16413" y="17246"/>
                  <a:pt x="16980" y="5404"/>
                  <a:pt x="13377" y="3336"/>
                </a:cubicBezTo>
                <a:lnTo>
                  <a:pt x="6005" y="0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1">
            <a:extLst>
              <a:ext uri="{FF2B5EF4-FFF2-40B4-BE49-F238E27FC236}">
                <a16:creationId xmlns:a16="http://schemas.microsoft.com/office/drawing/2014/main" id="{378FDA97-DF07-B2D8-6BB4-C6AEC5F78BA4}"/>
              </a:ext>
            </a:extLst>
          </p:cNvPr>
          <p:cNvSpPr/>
          <p:nvPr/>
        </p:nvSpPr>
        <p:spPr>
          <a:xfrm rot="3041045">
            <a:off x="-1153231" y="1694095"/>
            <a:ext cx="197174" cy="542587"/>
          </a:xfrm>
          <a:custGeom>
            <a:avLst/>
            <a:gdLst/>
            <a:ahLst/>
            <a:cxnLst/>
            <a:rect l="l" t="t" r="r" b="b"/>
            <a:pathLst>
              <a:path w="12777" h="35160" extrusionOk="0">
                <a:moveTo>
                  <a:pt x="12743" y="1"/>
                </a:moveTo>
                <a:cubicBezTo>
                  <a:pt x="10942" y="101"/>
                  <a:pt x="9141" y="368"/>
                  <a:pt x="7373" y="768"/>
                </a:cubicBezTo>
                <a:cubicBezTo>
                  <a:pt x="4271" y="2870"/>
                  <a:pt x="3036" y="7139"/>
                  <a:pt x="2603" y="10608"/>
                </a:cubicBezTo>
                <a:cubicBezTo>
                  <a:pt x="2169" y="14044"/>
                  <a:pt x="1435" y="20582"/>
                  <a:pt x="1135" y="23418"/>
                </a:cubicBezTo>
                <a:cubicBezTo>
                  <a:pt x="835" y="26253"/>
                  <a:pt x="701" y="27254"/>
                  <a:pt x="1" y="29322"/>
                </a:cubicBezTo>
                <a:cubicBezTo>
                  <a:pt x="68" y="31423"/>
                  <a:pt x="1469" y="34325"/>
                  <a:pt x="2803" y="35159"/>
                </a:cubicBezTo>
                <a:cubicBezTo>
                  <a:pt x="2803" y="35159"/>
                  <a:pt x="4671" y="30156"/>
                  <a:pt x="5138" y="26753"/>
                </a:cubicBezTo>
                <a:cubicBezTo>
                  <a:pt x="5638" y="23351"/>
                  <a:pt x="6305" y="14178"/>
                  <a:pt x="7006" y="9674"/>
                </a:cubicBezTo>
                <a:cubicBezTo>
                  <a:pt x="7706" y="5205"/>
                  <a:pt x="9875" y="1936"/>
                  <a:pt x="12777" y="801"/>
                </a:cubicBezTo>
                <a:lnTo>
                  <a:pt x="12743" y="1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1">
            <a:extLst>
              <a:ext uri="{FF2B5EF4-FFF2-40B4-BE49-F238E27FC236}">
                <a16:creationId xmlns:a16="http://schemas.microsoft.com/office/drawing/2014/main" id="{BE9E172F-D49C-0506-C1C3-E54210241A04}"/>
              </a:ext>
            </a:extLst>
          </p:cNvPr>
          <p:cNvSpPr/>
          <p:nvPr/>
        </p:nvSpPr>
        <p:spPr>
          <a:xfrm rot="3041045">
            <a:off x="-1153231" y="1694095"/>
            <a:ext cx="197174" cy="542587"/>
          </a:xfrm>
          <a:custGeom>
            <a:avLst/>
            <a:gdLst/>
            <a:ahLst/>
            <a:cxnLst/>
            <a:rect l="l" t="t" r="r" b="b"/>
            <a:pathLst>
              <a:path w="12777" h="35160" extrusionOk="0">
                <a:moveTo>
                  <a:pt x="12743" y="1"/>
                </a:moveTo>
                <a:cubicBezTo>
                  <a:pt x="10942" y="101"/>
                  <a:pt x="9141" y="368"/>
                  <a:pt x="7373" y="768"/>
                </a:cubicBezTo>
                <a:cubicBezTo>
                  <a:pt x="4271" y="2870"/>
                  <a:pt x="3036" y="7139"/>
                  <a:pt x="2603" y="10608"/>
                </a:cubicBezTo>
                <a:cubicBezTo>
                  <a:pt x="2169" y="14044"/>
                  <a:pt x="1435" y="20582"/>
                  <a:pt x="1135" y="23418"/>
                </a:cubicBezTo>
                <a:cubicBezTo>
                  <a:pt x="835" y="26253"/>
                  <a:pt x="701" y="27254"/>
                  <a:pt x="1" y="29322"/>
                </a:cubicBezTo>
                <a:cubicBezTo>
                  <a:pt x="68" y="31423"/>
                  <a:pt x="1469" y="34325"/>
                  <a:pt x="2803" y="35159"/>
                </a:cubicBezTo>
                <a:cubicBezTo>
                  <a:pt x="2803" y="35159"/>
                  <a:pt x="4671" y="30156"/>
                  <a:pt x="5138" y="26753"/>
                </a:cubicBezTo>
                <a:cubicBezTo>
                  <a:pt x="5638" y="23351"/>
                  <a:pt x="6305" y="14178"/>
                  <a:pt x="7006" y="9674"/>
                </a:cubicBezTo>
                <a:cubicBezTo>
                  <a:pt x="7706" y="5205"/>
                  <a:pt x="9875" y="1936"/>
                  <a:pt x="12777" y="801"/>
                </a:cubicBezTo>
                <a:lnTo>
                  <a:pt x="12743" y="1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1">
            <a:extLst>
              <a:ext uri="{FF2B5EF4-FFF2-40B4-BE49-F238E27FC236}">
                <a16:creationId xmlns:a16="http://schemas.microsoft.com/office/drawing/2014/main" id="{DA16335C-177A-1C0F-61E4-1D1F9828E18D}"/>
              </a:ext>
            </a:extLst>
          </p:cNvPr>
          <p:cNvSpPr/>
          <p:nvPr/>
        </p:nvSpPr>
        <p:spPr>
          <a:xfrm rot="3041045">
            <a:off x="-1079621" y="1680207"/>
            <a:ext cx="123563" cy="203347"/>
          </a:xfrm>
          <a:custGeom>
            <a:avLst/>
            <a:gdLst/>
            <a:ahLst/>
            <a:cxnLst/>
            <a:rect l="l" t="t" r="r" b="b"/>
            <a:pathLst>
              <a:path w="8007" h="13177" extrusionOk="0">
                <a:moveTo>
                  <a:pt x="7973" y="0"/>
                </a:moveTo>
                <a:cubicBezTo>
                  <a:pt x="6906" y="367"/>
                  <a:pt x="5872" y="868"/>
                  <a:pt x="4904" y="1501"/>
                </a:cubicBezTo>
                <a:cubicBezTo>
                  <a:pt x="3370" y="2502"/>
                  <a:pt x="701" y="5671"/>
                  <a:pt x="1" y="8273"/>
                </a:cubicBezTo>
                <a:cubicBezTo>
                  <a:pt x="316" y="8005"/>
                  <a:pt x="592" y="7877"/>
                  <a:pt x="830" y="7877"/>
                </a:cubicBezTo>
                <a:cubicBezTo>
                  <a:pt x="1776" y="7877"/>
                  <a:pt x="2122" y="9898"/>
                  <a:pt x="1936" y="13176"/>
                </a:cubicBezTo>
                <a:cubicBezTo>
                  <a:pt x="2336" y="9874"/>
                  <a:pt x="4204" y="3970"/>
                  <a:pt x="7806" y="2769"/>
                </a:cubicBezTo>
                <a:cubicBezTo>
                  <a:pt x="7940" y="2435"/>
                  <a:pt x="8007" y="2068"/>
                  <a:pt x="8007" y="1701"/>
                </a:cubicBezTo>
                <a:lnTo>
                  <a:pt x="7973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1">
            <a:extLst>
              <a:ext uri="{FF2B5EF4-FFF2-40B4-BE49-F238E27FC236}">
                <a16:creationId xmlns:a16="http://schemas.microsoft.com/office/drawing/2014/main" id="{680E366B-C848-8A30-3013-89E1998F8DA2}"/>
              </a:ext>
            </a:extLst>
          </p:cNvPr>
          <p:cNvSpPr/>
          <p:nvPr/>
        </p:nvSpPr>
        <p:spPr>
          <a:xfrm rot="3041045">
            <a:off x="-1079621" y="1680207"/>
            <a:ext cx="123563" cy="203347"/>
          </a:xfrm>
          <a:custGeom>
            <a:avLst/>
            <a:gdLst/>
            <a:ahLst/>
            <a:cxnLst/>
            <a:rect l="l" t="t" r="r" b="b"/>
            <a:pathLst>
              <a:path w="8007" h="13177" extrusionOk="0">
                <a:moveTo>
                  <a:pt x="7973" y="0"/>
                </a:moveTo>
                <a:cubicBezTo>
                  <a:pt x="6906" y="367"/>
                  <a:pt x="5872" y="868"/>
                  <a:pt x="4904" y="1501"/>
                </a:cubicBezTo>
                <a:cubicBezTo>
                  <a:pt x="3370" y="2502"/>
                  <a:pt x="701" y="5671"/>
                  <a:pt x="1" y="8273"/>
                </a:cubicBezTo>
                <a:cubicBezTo>
                  <a:pt x="316" y="8005"/>
                  <a:pt x="592" y="7877"/>
                  <a:pt x="830" y="7877"/>
                </a:cubicBezTo>
                <a:cubicBezTo>
                  <a:pt x="1776" y="7877"/>
                  <a:pt x="2122" y="9898"/>
                  <a:pt x="1936" y="13176"/>
                </a:cubicBezTo>
                <a:cubicBezTo>
                  <a:pt x="2336" y="9874"/>
                  <a:pt x="4204" y="3970"/>
                  <a:pt x="7806" y="2769"/>
                </a:cubicBezTo>
                <a:cubicBezTo>
                  <a:pt x="7940" y="2435"/>
                  <a:pt x="8007" y="2068"/>
                  <a:pt x="8007" y="1701"/>
                </a:cubicBezTo>
                <a:lnTo>
                  <a:pt x="7973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41">
            <a:extLst>
              <a:ext uri="{FF2B5EF4-FFF2-40B4-BE49-F238E27FC236}">
                <a16:creationId xmlns:a16="http://schemas.microsoft.com/office/drawing/2014/main" id="{56C202D7-0335-F423-4E1B-0893A5E6BF52}"/>
              </a:ext>
            </a:extLst>
          </p:cNvPr>
          <p:cNvSpPr/>
          <p:nvPr/>
        </p:nvSpPr>
        <p:spPr>
          <a:xfrm rot="3041045">
            <a:off x="-1078078" y="1273807"/>
            <a:ext cx="361910" cy="381184"/>
          </a:xfrm>
          <a:custGeom>
            <a:avLst/>
            <a:gdLst/>
            <a:ahLst/>
            <a:cxnLst/>
            <a:rect l="l" t="t" r="r" b="b"/>
            <a:pathLst>
              <a:path w="23452" h="24701" extrusionOk="0">
                <a:moveTo>
                  <a:pt x="9098" y="0"/>
                </a:moveTo>
                <a:cubicBezTo>
                  <a:pt x="8794" y="0"/>
                  <a:pt x="8474" y="32"/>
                  <a:pt x="8140" y="83"/>
                </a:cubicBezTo>
                <a:cubicBezTo>
                  <a:pt x="7039" y="250"/>
                  <a:pt x="6205" y="1217"/>
                  <a:pt x="6272" y="2351"/>
                </a:cubicBezTo>
                <a:cubicBezTo>
                  <a:pt x="5790" y="2020"/>
                  <a:pt x="5304" y="1885"/>
                  <a:pt x="4854" y="1885"/>
                </a:cubicBezTo>
                <a:cubicBezTo>
                  <a:pt x="3810" y="1885"/>
                  <a:pt x="2956" y="2610"/>
                  <a:pt x="2770" y="3285"/>
                </a:cubicBezTo>
                <a:cubicBezTo>
                  <a:pt x="2603" y="3986"/>
                  <a:pt x="2703" y="4620"/>
                  <a:pt x="2136" y="5253"/>
                </a:cubicBezTo>
                <a:cubicBezTo>
                  <a:pt x="1855" y="5566"/>
                  <a:pt x="1486" y="5710"/>
                  <a:pt x="1146" y="5710"/>
                </a:cubicBezTo>
                <a:cubicBezTo>
                  <a:pt x="759" y="5710"/>
                  <a:pt x="410" y="5524"/>
                  <a:pt x="268" y="5187"/>
                </a:cubicBezTo>
                <a:lnTo>
                  <a:pt x="268" y="5187"/>
                </a:lnTo>
                <a:cubicBezTo>
                  <a:pt x="1" y="6221"/>
                  <a:pt x="335" y="7055"/>
                  <a:pt x="1469" y="7088"/>
                </a:cubicBezTo>
                <a:cubicBezTo>
                  <a:pt x="1002" y="7622"/>
                  <a:pt x="835" y="8356"/>
                  <a:pt x="968" y="9056"/>
                </a:cubicBezTo>
                <a:cubicBezTo>
                  <a:pt x="1168" y="9923"/>
                  <a:pt x="1902" y="10591"/>
                  <a:pt x="2770" y="10724"/>
                </a:cubicBezTo>
                <a:cubicBezTo>
                  <a:pt x="2770" y="11258"/>
                  <a:pt x="2903" y="11825"/>
                  <a:pt x="3137" y="12325"/>
                </a:cubicBezTo>
                <a:cubicBezTo>
                  <a:pt x="3437" y="12859"/>
                  <a:pt x="3837" y="13326"/>
                  <a:pt x="4337" y="13659"/>
                </a:cubicBezTo>
                <a:cubicBezTo>
                  <a:pt x="5972" y="14627"/>
                  <a:pt x="7840" y="15061"/>
                  <a:pt x="9641" y="15628"/>
                </a:cubicBezTo>
                <a:lnTo>
                  <a:pt x="11776" y="16295"/>
                </a:lnTo>
                <a:cubicBezTo>
                  <a:pt x="11876" y="16328"/>
                  <a:pt x="12543" y="16428"/>
                  <a:pt x="12610" y="16528"/>
                </a:cubicBezTo>
                <a:lnTo>
                  <a:pt x="17113" y="24701"/>
                </a:lnTo>
                <a:cubicBezTo>
                  <a:pt x="17714" y="22432"/>
                  <a:pt x="20215" y="20264"/>
                  <a:pt x="21450" y="18330"/>
                </a:cubicBezTo>
                <a:cubicBezTo>
                  <a:pt x="22650" y="16495"/>
                  <a:pt x="23384" y="15061"/>
                  <a:pt x="23418" y="13226"/>
                </a:cubicBezTo>
                <a:cubicBezTo>
                  <a:pt x="23451" y="12125"/>
                  <a:pt x="22917" y="10591"/>
                  <a:pt x="22150" y="10224"/>
                </a:cubicBezTo>
                <a:cubicBezTo>
                  <a:pt x="23451" y="6288"/>
                  <a:pt x="20616" y="4153"/>
                  <a:pt x="19048" y="3619"/>
                </a:cubicBezTo>
                <a:cubicBezTo>
                  <a:pt x="18314" y="3385"/>
                  <a:pt x="17614" y="3119"/>
                  <a:pt x="16913" y="2785"/>
                </a:cubicBezTo>
                <a:cubicBezTo>
                  <a:pt x="16079" y="2351"/>
                  <a:pt x="15946" y="1618"/>
                  <a:pt x="15279" y="950"/>
                </a:cubicBezTo>
                <a:cubicBezTo>
                  <a:pt x="14721" y="376"/>
                  <a:pt x="13924" y="41"/>
                  <a:pt x="13156" y="41"/>
                </a:cubicBezTo>
                <a:cubicBezTo>
                  <a:pt x="12408" y="41"/>
                  <a:pt x="11687" y="359"/>
                  <a:pt x="11242" y="1084"/>
                </a:cubicBezTo>
                <a:cubicBezTo>
                  <a:pt x="10722" y="265"/>
                  <a:pt x="9980" y="0"/>
                  <a:pt x="909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41">
            <a:extLst>
              <a:ext uri="{FF2B5EF4-FFF2-40B4-BE49-F238E27FC236}">
                <a16:creationId xmlns:a16="http://schemas.microsoft.com/office/drawing/2014/main" id="{6558FDD7-A28E-90EE-980E-204D0DA503CB}"/>
              </a:ext>
            </a:extLst>
          </p:cNvPr>
          <p:cNvSpPr/>
          <p:nvPr/>
        </p:nvSpPr>
        <p:spPr>
          <a:xfrm rot="3041045">
            <a:off x="-2948431" y="3719231"/>
            <a:ext cx="338731" cy="428684"/>
          </a:xfrm>
          <a:custGeom>
            <a:avLst/>
            <a:gdLst/>
            <a:ahLst/>
            <a:cxnLst/>
            <a:rect l="l" t="t" r="r" b="b"/>
            <a:pathLst>
              <a:path w="21950" h="27779" extrusionOk="0">
                <a:moveTo>
                  <a:pt x="5857" y="1"/>
                </a:moveTo>
                <a:cubicBezTo>
                  <a:pt x="4296" y="1"/>
                  <a:pt x="2949" y="354"/>
                  <a:pt x="2069" y="946"/>
                </a:cubicBezTo>
                <a:cubicBezTo>
                  <a:pt x="1501" y="2314"/>
                  <a:pt x="1135" y="3248"/>
                  <a:pt x="1135" y="4949"/>
                </a:cubicBezTo>
                <a:cubicBezTo>
                  <a:pt x="1135" y="5583"/>
                  <a:pt x="1034" y="6250"/>
                  <a:pt x="868" y="6850"/>
                </a:cubicBezTo>
                <a:cubicBezTo>
                  <a:pt x="201" y="9419"/>
                  <a:pt x="0" y="12087"/>
                  <a:pt x="367" y="14723"/>
                </a:cubicBezTo>
                <a:cubicBezTo>
                  <a:pt x="601" y="16624"/>
                  <a:pt x="2002" y="18225"/>
                  <a:pt x="3870" y="18725"/>
                </a:cubicBezTo>
                <a:cubicBezTo>
                  <a:pt x="4770" y="18892"/>
                  <a:pt x="5671" y="19026"/>
                  <a:pt x="6605" y="19092"/>
                </a:cubicBezTo>
                <a:lnTo>
                  <a:pt x="6438" y="22695"/>
                </a:lnTo>
                <a:cubicBezTo>
                  <a:pt x="5438" y="23896"/>
                  <a:pt x="4971" y="26364"/>
                  <a:pt x="5304" y="27765"/>
                </a:cubicBezTo>
                <a:cubicBezTo>
                  <a:pt x="5489" y="27774"/>
                  <a:pt x="5673" y="27779"/>
                  <a:pt x="5856" y="27779"/>
                </a:cubicBezTo>
                <a:cubicBezTo>
                  <a:pt x="11811" y="27779"/>
                  <a:pt x="16145" y="23162"/>
                  <a:pt x="16145" y="23162"/>
                </a:cubicBezTo>
                <a:lnTo>
                  <a:pt x="16145" y="19359"/>
                </a:lnTo>
                <a:lnTo>
                  <a:pt x="16412" y="14689"/>
                </a:lnTo>
                <a:cubicBezTo>
                  <a:pt x="16412" y="14689"/>
                  <a:pt x="16937" y="15323"/>
                  <a:pt x="17908" y="15323"/>
                </a:cubicBezTo>
                <a:cubicBezTo>
                  <a:pt x="18254" y="15323"/>
                  <a:pt x="18658" y="15242"/>
                  <a:pt x="19114" y="15023"/>
                </a:cubicBezTo>
                <a:cubicBezTo>
                  <a:pt x="20982" y="14156"/>
                  <a:pt x="21949" y="11454"/>
                  <a:pt x="21082" y="9519"/>
                </a:cubicBezTo>
                <a:cubicBezTo>
                  <a:pt x="20750" y="8727"/>
                  <a:pt x="19991" y="8392"/>
                  <a:pt x="19221" y="8392"/>
                </a:cubicBezTo>
                <a:cubicBezTo>
                  <a:pt x="18596" y="8392"/>
                  <a:pt x="17964" y="8612"/>
                  <a:pt x="17546" y="8985"/>
                </a:cubicBezTo>
                <a:cubicBezTo>
                  <a:pt x="16674" y="9793"/>
                  <a:pt x="16490" y="10756"/>
                  <a:pt x="15723" y="10756"/>
                </a:cubicBezTo>
                <a:cubicBezTo>
                  <a:pt x="15697" y="10756"/>
                  <a:pt x="15671" y="10755"/>
                  <a:pt x="15645" y="10753"/>
                </a:cubicBezTo>
                <a:cubicBezTo>
                  <a:pt x="14511" y="10686"/>
                  <a:pt x="14778" y="8952"/>
                  <a:pt x="14911" y="8251"/>
                </a:cubicBezTo>
                <a:cubicBezTo>
                  <a:pt x="13176" y="7117"/>
                  <a:pt x="12376" y="4982"/>
                  <a:pt x="13110" y="2480"/>
                </a:cubicBezTo>
                <a:cubicBezTo>
                  <a:pt x="10739" y="717"/>
                  <a:pt x="8080" y="1"/>
                  <a:pt x="5857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41">
            <a:extLst>
              <a:ext uri="{FF2B5EF4-FFF2-40B4-BE49-F238E27FC236}">
                <a16:creationId xmlns:a16="http://schemas.microsoft.com/office/drawing/2014/main" id="{B8403185-3129-9ED8-4613-F6EC6ADCB8E2}"/>
              </a:ext>
            </a:extLst>
          </p:cNvPr>
          <p:cNvSpPr/>
          <p:nvPr/>
        </p:nvSpPr>
        <p:spPr>
          <a:xfrm rot="3041045">
            <a:off x="-960703" y="1593726"/>
            <a:ext cx="136943" cy="97314"/>
          </a:xfrm>
          <a:custGeom>
            <a:avLst/>
            <a:gdLst/>
            <a:ahLst/>
            <a:cxnLst/>
            <a:rect l="l" t="t" r="r" b="b"/>
            <a:pathLst>
              <a:path w="8874" h="6306" extrusionOk="0">
                <a:moveTo>
                  <a:pt x="8873" y="0"/>
                </a:moveTo>
                <a:cubicBezTo>
                  <a:pt x="8306" y="1134"/>
                  <a:pt x="7639" y="2235"/>
                  <a:pt x="6839" y="3236"/>
                </a:cubicBezTo>
                <a:cubicBezTo>
                  <a:pt x="5137" y="5171"/>
                  <a:pt x="2936" y="5271"/>
                  <a:pt x="34" y="5337"/>
                </a:cubicBezTo>
                <a:lnTo>
                  <a:pt x="0" y="6305"/>
                </a:lnTo>
                <a:cubicBezTo>
                  <a:pt x="79" y="6305"/>
                  <a:pt x="157" y="6306"/>
                  <a:pt x="234" y="6306"/>
                </a:cubicBezTo>
                <a:cubicBezTo>
                  <a:pt x="4601" y="6306"/>
                  <a:pt x="6419" y="5382"/>
                  <a:pt x="7239" y="4137"/>
                </a:cubicBezTo>
                <a:cubicBezTo>
                  <a:pt x="8340" y="2502"/>
                  <a:pt x="8873" y="1"/>
                  <a:pt x="887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41">
            <a:extLst>
              <a:ext uri="{FF2B5EF4-FFF2-40B4-BE49-F238E27FC236}">
                <a16:creationId xmlns:a16="http://schemas.microsoft.com/office/drawing/2014/main" id="{696B516E-BB44-65F3-727E-C2C01D547CAA}"/>
              </a:ext>
            </a:extLst>
          </p:cNvPr>
          <p:cNvSpPr/>
          <p:nvPr/>
        </p:nvSpPr>
        <p:spPr>
          <a:xfrm rot="3041045">
            <a:off x="-931598" y="1491150"/>
            <a:ext cx="29598" cy="24953"/>
          </a:xfrm>
          <a:custGeom>
            <a:avLst/>
            <a:gdLst/>
            <a:ahLst/>
            <a:cxnLst/>
            <a:rect l="l" t="t" r="r" b="b"/>
            <a:pathLst>
              <a:path w="1918" h="1617" extrusionOk="0">
                <a:moveTo>
                  <a:pt x="839" y="1"/>
                </a:moveTo>
                <a:cubicBezTo>
                  <a:pt x="450" y="1"/>
                  <a:pt x="110" y="316"/>
                  <a:pt x="49" y="743"/>
                </a:cubicBezTo>
                <a:cubicBezTo>
                  <a:pt x="1" y="1250"/>
                  <a:pt x="424" y="1617"/>
                  <a:pt x="877" y="1617"/>
                </a:cubicBezTo>
                <a:cubicBezTo>
                  <a:pt x="1049" y="1617"/>
                  <a:pt x="1227" y="1563"/>
                  <a:pt x="1383" y="1444"/>
                </a:cubicBezTo>
                <a:cubicBezTo>
                  <a:pt x="1917" y="977"/>
                  <a:pt x="1684" y="76"/>
                  <a:pt x="950" y="9"/>
                </a:cubicBezTo>
                <a:cubicBezTo>
                  <a:pt x="913" y="3"/>
                  <a:pt x="876" y="1"/>
                  <a:pt x="83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1">
            <a:extLst>
              <a:ext uri="{FF2B5EF4-FFF2-40B4-BE49-F238E27FC236}">
                <a16:creationId xmlns:a16="http://schemas.microsoft.com/office/drawing/2014/main" id="{AF159D86-4240-7450-C708-87A8D2E754AE}"/>
              </a:ext>
            </a:extLst>
          </p:cNvPr>
          <p:cNvSpPr/>
          <p:nvPr/>
        </p:nvSpPr>
        <p:spPr>
          <a:xfrm rot="3041045">
            <a:off x="-916953" y="1458728"/>
            <a:ext cx="28842" cy="25370"/>
          </a:xfrm>
          <a:custGeom>
            <a:avLst/>
            <a:gdLst/>
            <a:ahLst/>
            <a:cxnLst/>
            <a:rect l="l" t="t" r="r" b="b"/>
            <a:pathLst>
              <a:path w="1869" h="1644" extrusionOk="0">
                <a:moveTo>
                  <a:pt x="785" y="0"/>
                </a:moveTo>
                <a:cubicBezTo>
                  <a:pt x="492" y="0"/>
                  <a:pt x="195" y="137"/>
                  <a:pt x="1" y="409"/>
                </a:cubicBezTo>
                <a:lnTo>
                  <a:pt x="1535" y="1643"/>
                </a:lnTo>
                <a:cubicBezTo>
                  <a:pt x="1869" y="1209"/>
                  <a:pt x="1802" y="576"/>
                  <a:pt x="1368" y="209"/>
                </a:cubicBezTo>
                <a:cubicBezTo>
                  <a:pt x="1202" y="70"/>
                  <a:pt x="994" y="0"/>
                  <a:pt x="78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41">
            <a:extLst>
              <a:ext uri="{FF2B5EF4-FFF2-40B4-BE49-F238E27FC236}">
                <a16:creationId xmlns:a16="http://schemas.microsoft.com/office/drawing/2014/main" id="{C8D82192-B473-C35F-1F05-651E3BC14DB5}"/>
              </a:ext>
            </a:extLst>
          </p:cNvPr>
          <p:cNvSpPr/>
          <p:nvPr/>
        </p:nvSpPr>
        <p:spPr>
          <a:xfrm rot="3041045">
            <a:off x="-1033279" y="1439052"/>
            <a:ext cx="30895" cy="17237"/>
          </a:xfrm>
          <a:custGeom>
            <a:avLst/>
            <a:gdLst/>
            <a:ahLst/>
            <a:cxnLst/>
            <a:rect l="l" t="t" r="r" b="b"/>
            <a:pathLst>
              <a:path w="2002" h="1117" extrusionOk="0">
                <a:moveTo>
                  <a:pt x="1098" y="1"/>
                </a:moveTo>
                <a:cubicBezTo>
                  <a:pt x="1044" y="1"/>
                  <a:pt x="989" y="6"/>
                  <a:pt x="934" y="16"/>
                </a:cubicBezTo>
                <a:cubicBezTo>
                  <a:pt x="367" y="83"/>
                  <a:pt x="0" y="583"/>
                  <a:pt x="33" y="1117"/>
                </a:cubicBezTo>
                <a:lnTo>
                  <a:pt x="2001" y="883"/>
                </a:lnTo>
                <a:cubicBezTo>
                  <a:pt x="1972" y="375"/>
                  <a:pt x="1566" y="1"/>
                  <a:pt x="109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1">
            <a:extLst>
              <a:ext uri="{FF2B5EF4-FFF2-40B4-BE49-F238E27FC236}">
                <a16:creationId xmlns:a16="http://schemas.microsoft.com/office/drawing/2014/main" id="{0C4E2D1E-E1EA-96BA-8713-9B9619F5900B}"/>
              </a:ext>
            </a:extLst>
          </p:cNvPr>
          <p:cNvSpPr/>
          <p:nvPr/>
        </p:nvSpPr>
        <p:spPr>
          <a:xfrm rot="3041045">
            <a:off x="-1033001" y="1475286"/>
            <a:ext cx="29583" cy="25092"/>
          </a:xfrm>
          <a:custGeom>
            <a:avLst/>
            <a:gdLst/>
            <a:ahLst/>
            <a:cxnLst/>
            <a:rect l="l" t="t" r="r" b="b"/>
            <a:pathLst>
              <a:path w="1917" h="1626" extrusionOk="0">
                <a:moveTo>
                  <a:pt x="879" y="1"/>
                </a:moveTo>
                <a:cubicBezTo>
                  <a:pt x="443" y="1"/>
                  <a:pt x="80" y="294"/>
                  <a:pt x="49" y="737"/>
                </a:cubicBezTo>
                <a:cubicBezTo>
                  <a:pt x="1" y="1242"/>
                  <a:pt x="420" y="1625"/>
                  <a:pt x="859" y="1625"/>
                </a:cubicBezTo>
                <a:cubicBezTo>
                  <a:pt x="1028" y="1625"/>
                  <a:pt x="1201" y="1568"/>
                  <a:pt x="1350" y="1437"/>
                </a:cubicBezTo>
                <a:cubicBezTo>
                  <a:pt x="1917" y="1004"/>
                  <a:pt x="1650" y="103"/>
                  <a:pt x="949" y="3"/>
                </a:cubicBezTo>
                <a:cubicBezTo>
                  <a:pt x="926" y="1"/>
                  <a:pt x="902" y="1"/>
                  <a:pt x="87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1">
            <a:extLst>
              <a:ext uri="{FF2B5EF4-FFF2-40B4-BE49-F238E27FC236}">
                <a16:creationId xmlns:a16="http://schemas.microsoft.com/office/drawing/2014/main" id="{80B31182-231D-44E9-EB28-65E30AC7400E}"/>
              </a:ext>
            </a:extLst>
          </p:cNvPr>
          <p:cNvSpPr/>
          <p:nvPr/>
        </p:nvSpPr>
        <p:spPr>
          <a:xfrm rot="3041045">
            <a:off x="-1021443" y="1477215"/>
            <a:ext cx="65894" cy="83579"/>
          </a:xfrm>
          <a:custGeom>
            <a:avLst/>
            <a:gdLst/>
            <a:ahLst/>
            <a:cxnLst/>
            <a:rect l="l" t="t" r="r" b="b"/>
            <a:pathLst>
              <a:path w="4270" h="5416" extrusionOk="0">
                <a:moveTo>
                  <a:pt x="3954" y="1"/>
                </a:moveTo>
                <a:cubicBezTo>
                  <a:pt x="2935" y="1"/>
                  <a:pt x="1413" y="2067"/>
                  <a:pt x="0" y="3781"/>
                </a:cubicBezTo>
                <a:lnTo>
                  <a:pt x="2635" y="5415"/>
                </a:lnTo>
                <a:lnTo>
                  <a:pt x="4270" y="78"/>
                </a:lnTo>
                <a:cubicBezTo>
                  <a:pt x="4171" y="26"/>
                  <a:pt x="4066" y="1"/>
                  <a:pt x="3954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1">
            <a:extLst>
              <a:ext uri="{FF2B5EF4-FFF2-40B4-BE49-F238E27FC236}">
                <a16:creationId xmlns:a16="http://schemas.microsoft.com/office/drawing/2014/main" id="{B74ACA3D-E5F1-7AC0-0B02-1B5C29D5850E}"/>
              </a:ext>
            </a:extLst>
          </p:cNvPr>
          <p:cNvSpPr/>
          <p:nvPr/>
        </p:nvSpPr>
        <p:spPr>
          <a:xfrm rot="3041045">
            <a:off x="-985934" y="1588063"/>
            <a:ext cx="54073" cy="29413"/>
          </a:xfrm>
          <a:custGeom>
            <a:avLst/>
            <a:gdLst/>
            <a:ahLst/>
            <a:cxnLst/>
            <a:rect l="l" t="t" r="r" b="b"/>
            <a:pathLst>
              <a:path w="3504" h="1906" extrusionOk="0">
                <a:moveTo>
                  <a:pt x="3470" y="0"/>
                </a:moveTo>
                <a:lnTo>
                  <a:pt x="1" y="234"/>
                </a:lnTo>
                <a:cubicBezTo>
                  <a:pt x="1" y="1162"/>
                  <a:pt x="768" y="1906"/>
                  <a:pt x="1685" y="1906"/>
                </a:cubicBezTo>
                <a:cubicBezTo>
                  <a:pt x="1724" y="1906"/>
                  <a:pt x="1763" y="1904"/>
                  <a:pt x="1802" y="1902"/>
                </a:cubicBezTo>
                <a:cubicBezTo>
                  <a:pt x="2770" y="1802"/>
                  <a:pt x="3503" y="968"/>
                  <a:pt x="3470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41">
            <a:extLst>
              <a:ext uri="{FF2B5EF4-FFF2-40B4-BE49-F238E27FC236}">
                <a16:creationId xmlns:a16="http://schemas.microsoft.com/office/drawing/2014/main" id="{10873433-F98E-254F-9264-EC00AF32A75B}"/>
              </a:ext>
            </a:extLst>
          </p:cNvPr>
          <p:cNvSpPr/>
          <p:nvPr/>
        </p:nvSpPr>
        <p:spPr>
          <a:xfrm rot="3041045">
            <a:off x="-966366" y="1595192"/>
            <a:ext cx="32963" cy="22222"/>
          </a:xfrm>
          <a:custGeom>
            <a:avLst/>
            <a:gdLst/>
            <a:ahLst/>
            <a:cxnLst/>
            <a:rect l="l" t="t" r="r" b="b"/>
            <a:pathLst>
              <a:path w="2136" h="1440" extrusionOk="0">
                <a:moveTo>
                  <a:pt x="1575" y="0"/>
                </a:moveTo>
                <a:cubicBezTo>
                  <a:pt x="791" y="0"/>
                  <a:pt x="95" y="581"/>
                  <a:pt x="0" y="1373"/>
                </a:cubicBezTo>
                <a:cubicBezTo>
                  <a:pt x="167" y="1406"/>
                  <a:pt x="334" y="1440"/>
                  <a:pt x="534" y="1440"/>
                </a:cubicBezTo>
                <a:cubicBezTo>
                  <a:pt x="1301" y="1373"/>
                  <a:pt x="1935" y="839"/>
                  <a:pt x="2135" y="72"/>
                </a:cubicBezTo>
                <a:cubicBezTo>
                  <a:pt x="1969" y="39"/>
                  <a:pt x="1835" y="39"/>
                  <a:pt x="1702" y="5"/>
                </a:cubicBezTo>
                <a:cubicBezTo>
                  <a:pt x="1659" y="2"/>
                  <a:pt x="1617" y="0"/>
                  <a:pt x="1575" y="0"/>
                </a:cubicBez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A6B776A0-3C78-FF8C-1931-2C8049CE311B}"/>
              </a:ext>
            </a:extLst>
          </p:cNvPr>
          <p:cNvSpPr/>
          <p:nvPr/>
        </p:nvSpPr>
        <p:spPr>
          <a:xfrm rot="3041045">
            <a:off x="-883497" y="1679991"/>
            <a:ext cx="102468" cy="238053"/>
          </a:xfrm>
          <a:custGeom>
            <a:avLst/>
            <a:gdLst/>
            <a:ahLst/>
            <a:cxnLst/>
            <a:rect l="l" t="t" r="r" b="b"/>
            <a:pathLst>
              <a:path w="6640" h="15426" extrusionOk="0">
                <a:moveTo>
                  <a:pt x="4694" y="1"/>
                </a:moveTo>
                <a:cubicBezTo>
                  <a:pt x="4638" y="1"/>
                  <a:pt x="4604" y="14"/>
                  <a:pt x="4604" y="14"/>
                </a:cubicBezTo>
                <a:lnTo>
                  <a:pt x="4604" y="1682"/>
                </a:lnTo>
                <a:cubicBezTo>
                  <a:pt x="4604" y="1682"/>
                  <a:pt x="4237" y="3550"/>
                  <a:pt x="2303" y="5952"/>
                </a:cubicBezTo>
                <a:cubicBezTo>
                  <a:pt x="835" y="7686"/>
                  <a:pt x="335" y="9921"/>
                  <a:pt x="1" y="15425"/>
                </a:cubicBezTo>
                <a:cubicBezTo>
                  <a:pt x="526" y="11157"/>
                  <a:pt x="1870" y="9546"/>
                  <a:pt x="2921" y="9546"/>
                </a:cubicBezTo>
                <a:cubicBezTo>
                  <a:pt x="3471" y="9546"/>
                  <a:pt x="3941" y="9988"/>
                  <a:pt x="4171" y="10722"/>
                </a:cubicBezTo>
                <a:cubicBezTo>
                  <a:pt x="6506" y="7186"/>
                  <a:pt x="6639" y="4151"/>
                  <a:pt x="6572" y="2916"/>
                </a:cubicBezTo>
                <a:cubicBezTo>
                  <a:pt x="5939" y="1816"/>
                  <a:pt x="5438" y="882"/>
                  <a:pt x="5205" y="448"/>
                </a:cubicBezTo>
                <a:cubicBezTo>
                  <a:pt x="5023" y="62"/>
                  <a:pt x="4811" y="1"/>
                  <a:pt x="469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1">
            <a:extLst>
              <a:ext uri="{FF2B5EF4-FFF2-40B4-BE49-F238E27FC236}">
                <a16:creationId xmlns:a16="http://schemas.microsoft.com/office/drawing/2014/main" id="{5E9201CD-F352-98A6-38B4-630851AC4301}"/>
              </a:ext>
            </a:extLst>
          </p:cNvPr>
          <p:cNvSpPr/>
          <p:nvPr/>
        </p:nvSpPr>
        <p:spPr>
          <a:xfrm rot="3041045">
            <a:off x="-883497" y="1679991"/>
            <a:ext cx="102468" cy="238053"/>
          </a:xfrm>
          <a:custGeom>
            <a:avLst/>
            <a:gdLst/>
            <a:ahLst/>
            <a:cxnLst/>
            <a:rect l="l" t="t" r="r" b="b"/>
            <a:pathLst>
              <a:path w="6640" h="15426" extrusionOk="0">
                <a:moveTo>
                  <a:pt x="4694" y="1"/>
                </a:moveTo>
                <a:cubicBezTo>
                  <a:pt x="4638" y="1"/>
                  <a:pt x="4604" y="14"/>
                  <a:pt x="4604" y="14"/>
                </a:cubicBezTo>
                <a:lnTo>
                  <a:pt x="4604" y="1682"/>
                </a:lnTo>
                <a:cubicBezTo>
                  <a:pt x="4604" y="1682"/>
                  <a:pt x="4237" y="3550"/>
                  <a:pt x="2303" y="5952"/>
                </a:cubicBezTo>
                <a:cubicBezTo>
                  <a:pt x="835" y="7686"/>
                  <a:pt x="335" y="9921"/>
                  <a:pt x="1" y="15425"/>
                </a:cubicBezTo>
                <a:cubicBezTo>
                  <a:pt x="526" y="11157"/>
                  <a:pt x="1870" y="9546"/>
                  <a:pt x="2921" y="9546"/>
                </a:cubicBezTo>
                <a:cubicBezTo>
                  <a:pt x="3471" y="9546"/>
                  <a:pt x="3941" y="9988"/>
                  <a:pt x="4171" y="10722"/>
                </a:cubicBezTo>
                <a:cubicBezTo>
                  <a:pt x="6506" y="7186"/>
                  <a:pt x="6639" y="4151"/>
                  <a:pt x="6572" y="2916"/>
                </a:cubicBezTo>
                <a:cubicBezTo>
                  <a:pt x="5939" y="1816"/>
                  <a:pt x="5438" y="882"/>
                  <a:pt x="5205" y="448"/>
                </a:cubicBezTo>
                <a:cubicBezTo>
                  <a:pt x="5023" y="62"/>
                  <a:pt x="4811" y="1"/>
                  <a:pt x="4694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1DDFBEE-F295-AB46-E7C4-C391255D04C5}"/>
              </a:ext>
            </a:extLst>
          </p:cNvPr>
          <p:cNvSpPr/>
          <p:nvPr/>
        </p:nvSpPr>
        <p:spPr>
          <a:xfrm rot="3041045">
            <a:off x="-1387966" y="1934000"/>
            <a:ext cx="266154" cy="306632"/>
          </a:xfrm>
          <a:custGeom>
            <a:avLst/>
            <a:gdLst/>
            <a:ahLst/>
            <a:cxnLst/>
            <a:rect l="l" t="t" r="r" b="b"/>
            <a:pathLst>
              <a:path w="17247" h="19870" extrusionOk="0">
                <a:moveTo>
                  <a:pt x="1373" y="0"/>
                </a:moveTo>
                <a:cubicBezTo>
                  <a:pt x="1206" y="0"/>
                  <a:pt x="1038" y="52"/>
                  <a:pt x="902" y="166"/>
                </a:cubicBezTo>
                <a:lnTo>
                  <a:pt x="268" y="767"/>
                </a:lnTo>
                <a:cubicBezTo>
                  <a:pt x="34" y="967"/>
                  <a:pt x="1" y="1300"/>
                  <a:pt x="134" y="1567"/>
                </a:cubicBezTo>
                <a:lnTo>
                  <a:pt x="5972" y="16511"/>
                </a:lnTo>
                <a:cubicBezTo>
                  <a:pt x="6305" y="17212"/>
                  <a:pt x="6939" y="17745"/>
                  <a:pt x="7673" y="17979"/>
                </a:cubicBezTo>
                <a:lnTo>
                  <a:pt x="15679" y="19814"/>
                </a:lnTo>
                <a:cubicBezTo>
                  <a:pt x="15766" y="19851"/>
                  <a:pt x="15859" y="19870"/>
                  <a:pt x="15950" y="19870"/>
                </a:cubicBezTo>
                <a:cubicBezTo>
                  <a:pt x="16103" y="19870"/>
                  <a:pt x="16254" y="19818"/>
                  <a:pt x="16379" y="19713"/>
                </a:cubicBezTo>
                <a:lnTo>
                  <a:pt x="17046" y="19080"/>
                </a:lnTo>
                <a:cubicBezTo>
                  <a:pt x="17213" y="18880"/>
                  <a:pt x="17247" y="18546"/>
                  <a:pt x="17113" y="18312"/>
                </a:cubicBezTo>
                <a:lnTo>
                  <a:pt x="11276" y="3368"/>
                </a:lnTo>
                <a:cubicBezTo>
                  <a:pt x="10942" y="2668"/>
                  <a:pt x="10342" y="2134"/>
                  <a:pt x="9574" y="1901"/>
                </a:cubicBezTo>
                <a:lnTo>
                  <a:pt x="1602" y="33"/>
                </a:lnTo>
                <a:cubicBezTo>
                  <a:pt x="1528" y="12"/>
                  <a:pt x="1451" y="0"/>
                  <a:pt x="1373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1">
            <a:extLst>
              <a:ext uri="{FF2B5EF4-FFF2-40B4-BE49-F238E27FC236}">
                <a16:creationId xmlns:a16="http://schemas.microsoft.com/office/drawing/2014/main" id="{5F4FE09E-0DF6-E4FF-6868-98C93F9D2125}"/>
              </a:ext>
            </a:extLst>
          </p:cNvPr>
          <p:cNvSpPr/>
          <p:nvPr/>
        </p:nvSpPr>
        <p:spPr>
          <a:xfrm rot="3041045">
            <a:off x="-1237644" y="1970527"/>
            <a:ext cx="116341" cy="267698"/>
          </a:xfrm>
          <a:custGeom>
            <a:avLst/>
            <a:gdLst/>
            <a:ahLst/>
            <a:cxnLst/>
            <a:rect l="l" t="t" r="r" b="b"/>
            <a:pathLst>
              <a:path w="7539" h="17347" extrusionOk="0">
                <a:moveTo>
                  <a:pt x="701" y="1"/>
                </a:moveTo>
                <a:lnTo>
                  <a:pt x="0" y="568"/>
                </a:lnTo>
                <a:cubicBezTo>
                  <a:pt x="401" y="835"/>
                  <a:pt x="701" y="1202"/>
                  <a:pt x="901" y="1635"/>
                </a:cubicBezTo>
                <a:lnTo>
                  <a:pt x="6738" y="16579"/>
                </a:lnTo>
                <a:cubicBezTo>
                  <a:pt x="6872" y="16813"/>
                  <a:pt x="6838" y="17113"/>
                  <a:pt x="6672" y="17346"/>
                </a:cubicBezTo>
                <a:lnTo>
                  <a:pt x="7305" y="16746"/>
                </a:lnTo>
                <a:cubicBezTo>
                  <a:pt x="7506" y="16546"/>
                  <a:pt x="7539" y="16212"/>
                  <a:pt x="7372" y="15979"/>
                </a:cubicBezTo>
                <a:lnTo>
                  <a:pt x="1535" y="1035"/>
                </a:lnTo>
                <a:cubicBezTo>
                  <a:pt x="1368" y="634"/>
                  <a:pt x="1068" y="268"/>
                  <a:pt x="701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1">
            <a:extLst>
              <a:ext uri="{FF2B5EF4-FFF2-40B4-BE49-F238E27FC236}">
                <a16:creationId xmlns:a16="http://schemas.microsoft.com/office/drawing/2014/main" id="{719FA141-9B5F-10D6-522E-8D22C871CBBC}"/>
              </a:ext>
            </a:extLst>
          </p:cNvPr>
          <p:cNvSpPr/>
          <p:nvPr/>
        </p:nvSpPr>
        <p:spPr>
          <a:xfrm rot="3041045">
            <a:off x="-1388352" y="1943691"/>
            <a:ext cx="258192" cy="296663"/>
          </a:xfrm>
          <a:custGeom>
            <a:avLst/>
            <a:gdLst/>
            <a:ahLst/>
            <a:cxnLst/>
            <a:rect l="l" t="t" r="r" b="b"/>
            <a:pathLst>
              <a:path w="16731" h="19224" extrusionOk="0">
                <a:moveTo>
                  <a:pt x="698" y="1"/>
                </a:moveTo>
                <a:cubicBezTo>
                  <a:pt x="205" y="1"/>
                  <a:pt x="0" y="374"/>
                  <a:pt x="226" y="939"/>
                </a:cubicBezTo>
                <a:lnTo>
                  <a:pt x="6064" y="15883"/>
                </a:lnTo>
                <a:cubicBezTo>
                  <a:pt x="6364" y="16584"/>
                  <a:pt x="6998" y="17117"/>
                  <a:pt x="7731" y="17351"/>
                </a:cubicBezTo>
                <a:lnTo>
                  <a:pt x="15737" y="19186"/>
                </a:lnTo>
                <a:cubicBezTo>
                  <a:pt x="15845" y="19211"/>
                  <a:pt x="15944" y="19223"/>
                  <a:pt x="16034" y="19223"/>
                </a:cubicBezTo>
                <a:cubicBezTo>
                  <a:pt x="16526" y="19223"/>
                  <a:pt x="16730" y="18854"/>
                  <a:pt x="16504" y="18318"/>
                </a:cubicBezTo>
                <a:lnTo>
                  <a:pt x="10667" y="3374"/>
                </a:lnTo>
                <a:cubicBezTo>
                  <a:pt x="10333" y="2640"/>
                  <a:pt x="9733" y="2107"/>
                  <a:pt x="8966" y="1906"/>
                </a:cubicBezTo>
                <a:lnTo>
                  <a:pt x="993" y="38"/>
                </a:lnTo>
                <a:cubicBezTo>
                  <a:pt x="886" y="13"/>
                  <a:pt x="787" y="1"/>
                  <a:pt x="69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1">
            <a:extLst>
              <a:ext uri="{FF2B5EF4-FFF2-40B4-BE49-F238E27FC236}">
                <a16:creationId xmlns:a16="http://schemas.microsoft.com/office/drawing/2014/main" id="{AB8E30C1-FA5E-075B-24AE-833E71B5A47E}"/>
              </a:ext>
            </a:extLst>
          </p:cNvPr>
          <p:cNvSpPr/>
          <p:nvPr/>
        </p:nvSpPr>
        <p:spPr>
          <a:xfrm rot="3041045">
            <a:off x="-1267952" y="1992055"/>
            <a:ext cx="46620" cy="55323"/>
          </a:xfrm>
          <a:custGeom>
            <a:avLst/>
            <a:gdLst/>
            <a:ahLst/>
            <a:cxnLst/>
            <a:rect l="l" t="t" r="r" b="b"/>
            <a:pathLst>
              <a:path w="3021" h="3585" extrusionOk="0">
                <a:moveTo>
                  <a:pt x="146" y="0"/>
                </a:moveTo>
                <a:cubicBezTo>
                  <a:pt x="47" y="0"/>
                  <a:pt x="1" y="87"/>
                  <a:pt x="30" y="173"/>
                </a:cubicBezTo>
                <a:lnTo>
                  <a:pt x="1130" y="2976"/>
                </a:lnTo>
                <a:cubicBezTo>
                  <a:pt x="1197" y="3109"/>
                  <a:pt x="1297" y="3209"/>
                  <a:pt x="1464" y="3242"/>
                </a:cubicBezTo>
                <a:lnTo>
                  <a:pt x="2832" y="3576"/>
                </a:lnTo>
                <a:cubicBezTo>
                  <a:pt x="2854" y="3582"/>
                  <a:pt x="2875" y="3584"/>
                  <a:pt x="2894" y="3584"/>
                </a:cubicBezTo>
                <a:cubicBezTo>
                  <a:pt x="2984" y="3584"/>
                  <a:pt x="3020" y="3520"/>
                  <a:pt x="2965" y="3409"/>
                </a:cubicBezTo>
                <a:lnTo>
                  <a:pt x="1864" y="607"/>
                </a:lnTo>
                <a:cubicBezTo>
                  <a:pt x="1831" y="474"/>
                  <a:pt x="1697" y="374"/>
                  <a:pt x="1564" y="340"/>
                </a:cubicBezTo>
                <a:lnTo>
                  <a:pt x="196" y="7"/>
                </a:lnTo>
                <a:cubicBezTo>
                  <a:pt x="178" y="2"/>
                  <a:pt x="162" y="0"/>
                  <a:pt x="146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1">
            <a:extLst>
              <a:ext uri="{FF2B5EF4-FFF2-40B4-BE49-F238E27FC236}">
                <a16:creationId xmlns:a16="http://schemas.microsoft.com/office/drawing/2014/main" id="{E3D85AD0-B008-BC19-48C2-D9A2E30B3D7B}"/>
              </a:ext>
            </a:extLst>
          </p:cNvPr>
          <p:cNvSpPr/>
          <p:nvPr/>
        </p:nvSpPr>
        <p:spPr>
          <a:xfrm rot="3041045">
            <a:off x="-1259557" y="2001191"/>
            <a:ext cx="21651" cy="17423"/>
          </a:xfrm>
          <a:custGeom>
            <a:avLst/>
            <a:gdLst/>
            <a:ahLst/>
            <a:cxnLst/>
            <a:rect l="l" t="t" r="r" b="b"/>
            <a:pathLst>
              <a:path w="1403" h="1129" extrusionOk="0">
                <a:moveTo>
                  <a:pt x="351" y="1"/>
                </a:moveTo>
                <a:cubicBezTo>
                  <a:pt x="110" y="1"/>
                  <a:pt x="1" y="164"/>
                  <a:pt x="86" y="449"/>
                </a:cubicBezTo>
                <a:cubicBezTo>
                  <a:pt x="253" y="782"/>
                  <a:pt x="553" y="1016"/>
                  <a:pt x="920" y="1116"/>
                </a:cubicBezTo>
                <a:cubicBezTo>
                  <a:pt x="964" y="1125"/>
                  <a:pt x="1005" y="1129"/>
                  <a:pt x="1043" y="1129"/>
                </a:cubicBezTo>
                <a:cubicBezTo>
                  <a:pt x="1292" y="1129"/>
                  <a:pt x="1403" y="947"/>
                  <a:pt x="1287" y="716"/>
                </a:cubicBezTo>
                <a:cubicBezTo>
                  <a:pt x="1120" y="382"/>
                  <a:pt x="853" y="115"/>
                  <a:pt x="486" y="15"/>
                </a:cubicBezTo>
                <a:cubicBezTo>
                  <a:pt x="438" y="5"/>
                  <a:pt x="392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1">
            <a:extLst>
              <a:ext uri="{FF2B5EF4-FFF2-40B4-BE49-F238E27FC236}">
                <a16:creationId xmlns:a16="http://schemas.microsoft.com/office/drawing/2014/main" id="{B843F1A4-831A-3810-3962-59A50FE16E82}"/>
              </a:ext>
            </a:extLst>
          </p:cNvPr>
          <p:cNvSpPr/>
          <p:nvPr/>
        </p:nvSpPr>
        <p:spPr>
          <a:xfrm rot="3041045">
            <a:off x="-1251270" y="2023150"/>
            <a:ext cx="21574" cy="17114"/>
          </a:xfrm>
          <a:custGeom>
            <a:avLst/>
            <a:gdLst/>
            <a:ahLst/>
            <a:cxnLst/>
            <a:rect l="l" t="t" r="r" b="b"/>
            <a:pathLst>
              <a:path w="1398" h="1109" extrusionOk="0">
                <a:moveTo>
                  <a:pt x="322" y="0"/>
                </a:moveTo>
                <a:cubicBezTo>
                  <a:pt x="99" y="0"/>
                  <a:pt x="0" y="180"/>
                  <a:pt x="83" y="427"/>
                </a:cubicBezTo>
                <a:cubicBezTo>
                  <a:pt x="249" y="760"/>
                  <a:pt x="550" y="994"/>
                  <a:pt x="917" y="1094"/>
                </a:cubicBezTo>
                <a:cubicBezTo>
                  <a:pt x="966" y="1104"/>
                  <a:pt x="1011" y="1109"/>
                  <a:pt x="1053" y="1109"/>
                </a:cubicBezTo>
                <a:cubicBezTo>
                  <a:pt x="1293" y="1109"/>
                  <a:pt x="1397" y="950"/>
                  <a:pt x="1284" y="694"/>
                </a:cubicBezTo>
                <a:cubicBezTo>
                  <a:pt x="1150" y="360"/>
                  <a:pt x="850" y="93"/>
                  <a:pt x="483" y="27"/>
                </a:cubicBezTo>
                <a:cubicBezTo>
                  <a:pt x="424" y="9"/>
                  <a:pt x="370" y="0"/>
                  <a:pt x="32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1">
            <a:extLst>
              <a:ext uri="{FF2B5EF4-FFF2-40B4-BE49-F238E27FC236}">
                <a16:creationId xmlns:a16="http://schemas.microsoft.com/office/drawing/2014/main" id="{297ECF48-BF63-3C0F-7475-B1FCABB6BBA4}"/>
              </a:ext>
            </a:extLst>
          </p:cNvPr>
          <p:cNvSpPr/>
          <p:nvPr/>
        </p:nvSpPr>
        <p:spPr>
          <a:xfrm rot="3041045">
            <a:off x="-1367890" y="2044570"/>
            <a:ext cx="145184" cy="151449"/>
          </a:xfrm>
          <a:custGeom>
            <a:avLst/>
            <a:gdLst/>
            <a:ahLst/>
            <a:cxnLst/>
            <a:rect l="l" t="t" r="r" b="b"/>
            <a:pathLst>
              <a:path w="9408" h="9814" extrusionOk="0">
                <a:moveTo>
                  <a:pt x="4066" y="1"/>
                </a:moveTo>
                <a:cubicBezTo>
                  <a:pt x="3650" y="1"/>
                  <a:pt x="3143" y="66"/>
                  <a:pt x="2636" y="106"/>
                </a:cubicBezTo>
                <a:cubicBezTo>
                  <a:pt x="1669" y="206"/>
                  <a:pt x="835" y="740"/>
                  <a:pt x="334" y="1607"/>
                </a:cubicBezTo>
                <a:cubicBezTo>
                  <a:pt x="34" y="2108"/>
                  <a:pt x="1" y="2241"/>
                  <a:pt x="768" y="3108"/>
                </a:cubicBezTo>
                <a:lnTo>
                  <a:pt x="1002" y="3409"/>
                </a:lnTo>
                <a:cubicBezTo>
                  <a:pt x="801" y="3776"/>
                  <a:pt x="701" y="4209"/>
                  <a:pt x="735" y="4609"/>
                </a:cubicBezTo>
                <a:cubicBezTo>
                  <a:pt x="768" y="5076"/>
                  <a:pt x="1035" y="5477"/>
                  <a:pt x="1469" y="5677"/>
                </a:cubicBezTo>
                <a:cubicBezTo>
                  <a:pt x="1335" y="6144"/>
                  <a:pt x="1302" y="6644"/>
                  <a:pt x="1369" y="7111"/>
                </a:cubicBezTo>
                <a:cubicBezTo>
                  <a:pt x="1464" y="7588"/>
                  <a:pt x="2036" y="7656"/>
                  <a:pt x="2355" y="7656"/>
                </a:cubicBezTo>
                <a:cubicBezTo>
                  <a:pt x="2482" y="7656"/>
                  <a:pt x="2569" y="7645"/>
                  <a:pt x="2569" y="7645"/>
                </a:cubicBezTo>
                <a:lnTo>
                  <a:pt x="2569" y="7645"/>
                </a:lnTo>
                <a:cubicBezTo>
                  <a:pt x="2436" y="8446"/>
                  <a:pt x="2903" y="8779"/>
                  <a:pt x="3437" y="9079"/>
                </a:cubicBezTo>
                <a:cubicBezTo>
                  <a:pt x="4171" y="9446"/>
                  <a:pt x="4971" y="9813"/>
                  <a:pt x="4971" y="9813"/>
                </a:cubicBezTo>
                <a:cubicBezTo>
                  <a:pt x="4537" y="9146"/>
                  <a:pt x="4804" y="8112"/>
                  <a:pt x="6639" y="7345"/>
                </a:cubicBezTo>
                <a:cubicBezTo>
                  <a:pt x="8540" y="6578"/>
                  <a:pt x="9141" y="6244"/>
                  <a:pt x="8974" y="5310"/>
                </a:cubicBezTo>
                <a:cubicBezTo>
                  <a:pt x="8937" y="5125"/>
                  <a:pt x="8622" y="5083"/>
                  <a:pt x="8349" y="5083"/>
                </a:cubicBezTo>
                <a:cubicBezTo>
                  <a:pt x="8131" y="5083"/>
                  <a:pt x="7940" y="5110"/>
                  <a:pt x="7940" y="5110"/>
                </a:cubicBezTo>
                <a:cubicBezTo>
                  <a:pt x="8240" y="5043"/>
                  <a:pt x="8507" y="4910"/>
                  <a:pt x="8740" y="4676"/>
                </a:cubicBezTo>
                <a:cubicBezTo>
                  <a:pt x="9408" y="4042"/>
                  <a:pt x="9041" y="3575"/>
                  <a:pt x="8107" y="3542"/>
                </a:cubicBezTo>
                <a:lnTo>
                  <a:pt x="6772" y="3475"/>
                </a:lnTo>
                <a:cubicBezTo>
                  <a:pt x="7940" y="3008"/>
                  <a:pt x="7706" y="2108"/>
                  <a:pt x="6973" y="2074"/>
                </a:cubicBezTo>
                <a:cubicBezTo>
                  <a:pt x="6404" y="2048"/>
                  <a:pt x="5576" y="1943"/>
                  <a:pt x="4937" y="1943"/>
                </a:cubicBezTo>
                <a:cubicBezTo>
                  <a:pt x="4751" y="1943"/>
                  <a:pt x="4580" y="1952"/>
                  <a:pt x="4437" y="1974"/>
                </a:cubicBezTo>
                <a:cubicBezTo>
                  <a:pt x="3704" y="2141"/>
                  <a:pt x="2970" y="2341"/>
                  <a:pt x="2269" y="2608"/>
                </a:cubicBezTo>
                <a:cubicBezTo>
                  <a:pt x="2269" y="2608"/>
                  <a:pt x="2202" y="2141"/>
                  <a:pt x="3870" y="1574"/>
                </a:cubicBezTo>
                <a:cubicBezTo>
                  <a:pt x="4938" y="1207"/>
                  <a:pt x="5205" y="273"/>
                  <a:pt x="4738" y="106"/>
                </a:cubicBezTo>
                <a:cubicBezTo>
                  <a:pt x="4567" y="28"/>
                  <a:pt x="4336" y="1"/>
                  <a:pt x="4066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1">
            <a:extLst>
              <a:ext uri="{FF2B5EF4-FFF2-40B4-BE49-F238E27FC236}">
                <a16:creationId xmlns:a16="http://schemas.microsoft.com/office/drawing/2014/main" id="{E71BCC65-A565-A973-1919-3A7BAB644FD0}"/>
              </a:ext>
            </a:extLst>
          </p:cNvPr>
          <p:cNvSpPr/>
          <p:nvPr/>
        </p:nvSpPr>
        <p:spPr>
          <a:xfrm rot="3041045">
            <a:off x="-1329788" y="2097810"/>
            <a:ext cx="66419" cy="28703"/>
          </a:xfrm>
          <a:custGeom>
            <a:avLst/>
            <a:gdLst/>
            <a:ahLst/>
            <a:cxnLst/>
            <a:rect l="l" t="t" r="r" b="b"/>
            <a:pathLst>
              <a:path w="4304" h="1860" extrusionOk="0">
                <a:moveTo>
                  <a:pt x="3674" y="0"/>
                </a:moveTo>
                <a:cubicBezTo>
                  <a:pt x="3469" y="0"/>
                  <a:pt x="3269" y="9"/>
                  <a:pt x="3069" y="25"/>
                </a:cubicBezTo>
                <a:cubicBezTo>
                  <a:pt x="2702" y="125"/>
                  <a:pt x="2302" y="292"/>
                  <a:pt x="1968" y="526"/>
                </a:cubicBezTo>
                <a:cubicBezTo>
                  <a:pt x="1268" y="893"/>
                  <a:pt x="634" y="1360"/>
                  <a:pt x="0" y="1860"/>
                </a:cubicBezTo>
                <a:cubicBezTo>
                  <a:pt x="734" y="1560"/>
                  <a:pt x="1468" y="1226"/>
                  <a:pt x="2135" y="826"/>
                </a:cubicBezTo>
                <a:cubicBezTo>
                  <a:pt x="2469" y="592"/>
                  <a:pt x="2802" y="426"/>
                  <a:pt x="3169" y="292"/>
                </a:cubicBezTo>
                <a:cubicBezTo>
                  <a:pt x="3503" y="192"/>
                  <a:pt x="3903" y="125"/>
                  <a:pt x="4303" y="25"/>
                </a:cubicBezTo>
                <a:cubicBezTo>
                  <a:pt x="4087" y="9"/>
                  <a:pt x="3878" y="0"/>
                  <a:pt x="367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1">
            <a:extLst>
              <a:ext uri="{FF2B5EF4-FFF2-40B4-BE49-F238E27FC236}">
                <a16:creationId xmlns:a16="http://schemas.microsoft.com/office/drawing/2014/main" id="{EB7CDB49-EE36-7204-1338-DC29C9E461AA}"/>
              </a:ext>
            </a:extLst>
          </p:cNvPr>
          <p:cNvSpPr/>
          <p:nvPr/>
        </p:nvSpPr>
        <p:spPr>
          <a:xfrm rot="3041045">
            <a:off x="-1316409" y="2122393"/>
            <a:ext cx="71049" cy="32438"/>
          </a:xfrm>
          <a:custGeom>
            <a:avLst/>
            <a:gdLst/>
            <a:ahLst/>
            <a:cxnLst/>
            <a:rect l="l" t="t" r="r" b="b"/>
            <a:pathLst>
              <a:path w="4604" h="2102" extrusionOk="0">
                <a:moveTo>
                  <a:pt x="4163" y="0"/>
                </a:moveTo>
                <a:cubicBezTo>
                  <a:pt x="3866" y="0"/>
                  <a:pt x="3570" y="45"/>
                  <a:pt x="3303" y="134"/>
                </a:cubicBezTo>
                <a:cubicBezTo>
                  <a:pt x="2903" y="267"/>
                  <a:pt x="2502" y="467"/>
                  <a:pt x="2135" y="667"/>
                </a:cubicBezTo>
                <a:cubicBezTo>
                  <a:pt x="1368" y="1068"/>
                  <a:pt x="668" y="1568"/>
                  <a:pt x="1" y="2102"/>
                </a:cubicBezTo>
                <a:cubicBezTo>
                  <a:pt x="768" y="1768"/>
                  <a:pt x="1535" y="1401"/>
                  <a:pt x="2302" y="967"/>
                </a:cubicBezTo>
                <a:cubicBezTo>
                  <a:pt x="3003" y="534"/>
                  <a:pt x="3770" y="200"/>
                  <a:pt x="4604" y="33"/>
                </a:cubicBezTo>
                <a:cubicBezTo>
                  <a:pt x="4459" y="11"/>
                  <a:pt x="4311" y="0"/>
                  <a:pt x="416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41">
            <a:extLst>
              <a:ext uri="{FF2B5EF4-FFF2-40B4-BE49-F238E27FC236}">
                <a16:creationId xmlns:a16="http://schemas.microsoft.com/office/drawing/2014/main" id="{64260777-433D-0E51-9EC3-7D9A5165E8C8}"/>
              </a:ext>
            </a:extLst>
          </p:cNvPr>
          <p:cNvSpPr/>
          <p:nvPr/>
        </p:nvSpPr>
        <p:spPr>
          <a:xfrm rot="3041045">
            <a:off x="5827865" y="-1359469"/>
            <a:ext cx="697014" cy="542772"/>
          </a:xfrm>
          <a:custGeom>
            <a:avLst/>
            <a:gdLst/>
            <a:ahLst/>
            <a:cxnLst/>
            <a:rect l="l" t="t" r="r" b="b"/>
            <a:pathLst>
              <a:path w="45167" h="35172" extrusionOk="0">
                <a:moveTo>
                  <a:pt x="38829" y="1"/>
                </a:moveTo>
                <a:cubicBezTo>
                  <a:pt x="35259" y="2502"/>
                  <a:pt x="33525" y="11142"/>
                  <a:pt x="33525" y="11142"/>
                </a:cubicBezTo>
                <a:lnTo>
                  <a:pt x="29856" y="25185"/>
                </a:lnTo>
                <a:cubicBezTo>
                  <a:pt x="29856" y="25185"/>
                  <a:pt x="18347" y="24185"/>
                  <a:pt x="16513" y="23718"/>
                </a:cubicBezTo>
                <a:cubicBezTo>
                  <a:pt x="14678" y="23251"/>
                  <a:pt x="13978" y="21616"/>
                  <a:pt x="12843" y="20449"/>
                </a:cubicBezTo>
                <a:cubicBezTo>
                  <a:pt x="11142" y="18681"/>
                  <a:pt x="11109" y="19081"/>
                  <a:pt x="9708" y="17113"/>
                </a:cubicBezTo>
                <a:cubicBezTo>
                  <a:pt x="9500" y="16816"/>
                  <a:pt x="9286" y="16695"/>
                  <a:pt x="9090" y="16695"/>
                </a:cubicBezTo>
                <a:cubicBezTo>
                  <a:pt x="8625" y="16695"/>
                  <a:pt x="8260" y="17371"/>
                  <a:pt x="8307" y="17980"/>
                </a:cubicBezTo>
                <a:cubicBezTo>
                  <a:pt x="8474" y="19748"/>
                  <a:pt x="9708" y="21249"/>
                  <a:pt x="9775" y="21850"/>
                </a:cubicBezTo>
                <a:cubicBezTo>
                  <a:pt x="9814" y="22075"/>
                  <a:pt x="9681" y="22168"/>
                  <a:pt x="9445" y="22168"/>
                </a:cubicBezTo>
                <a:cubicBezTo>
                  <a:pt x="9086" y="22168"/>
                  <a:pt x="8490" y="21951"/>
                  <a:pt x="7907" y="21649"/>
                </a:cubicBezTo>
                <a:cubicBezTo>
                  <a:pt x="6939" y="21149"/>
                  <a:pt x="4638" y="19681"/>
                  <a:pt x="2569" y="18681"/>
                </a:cubicBezTo>
                <a:cubicBezTo>
                  <a:pt x="2099" y="18446"/>
                  <a:pt x="1583" y="18234"/>
                  <a:pt x="1096" y="18234"/>
                </a:cubicBezTo>
                <a:cubicBezTo>
                  <a:pt x="753" y="18234"/>
                  <a:pt x="424" y="18338"/>
                  <a:pt x="134" y="18614"/>
                </a:cubicBezTo>
                <a:cubicBezTo>
                  <a:pt x="68" y="18647"/>
                  <a:pt x="34" y="18681"/>
                  <a:pt x="34" y="18747"/>
                </a:cubicBezTo>
                <a:cubicBezTo>
                  <a:pt x="1" y="18847"/>
                  <a:pt x="68" y="18981"/>
                  <a:pt x="134" y="19048"/>
                </a:cubicBezTo>
                <a:cubicBezTo>
                  <a:pt x="301" y="19281"/>
                  <a:pt x="468" y="19515"/>
                  <a:pt x="668" y="19715"/>
                </a:cubicBezTo>
                <a:cubicBezTo>
                  <a:pt x="802" y="19848"/>
                  <a:pt x="1235" y="20248"/>
                  <a:pt x="1235" y="20248"/>
                </a:cubicBezTo>
                <a:cubicBezTo>
                  <a:pt x="1102" y="20415"/>
                  <a:pt x="1068" y="20682"/>
                  <a:pt x="1168" y="20916"/>
                </a:cubicBezTo>
                <a:cubicBezTo>
                  <a:pt x="1369" y="21316"/>
                  <a:pt x="1602" y="21683"/>
                  <a:pt x="1936" y="22016"/>
                </a:cubicBezTo>
                <a:cubicBezTo>
                  <a:pt x="2036" y="22150"/>
                  <a:pt x="2136" y="22283"/>
                  <a:pt x="2236" y="22450"/>
                </a:cubicBezTo>
                <a:cubicBezTo>
                  <a:pt x="2303" y="22583"/>
                  <a:pt x="2369" y="22750"/>
                  <a:pt x="2436" y="22917"/>
                </a:cubicBezTo>
                <a:cubicBezTo>
                  <a:pt x="2536" y="23251"/>
                  <a:pt x="2703" y="23584"/>
                  <a:pt x="2870" y="23918"/>
                </a:cubicBezTo>
                <a:cubicBezTo>
                  <a:pt x="3070" y="24185"/>
                  <a:pt x="3337" y="24418"/>
                  <a:pt x="3604" y="24618"/>
                </a:cubicBezTo>
                <a:cubicBezTo>
                  <a:pt x="3737" y="24752"/>
                  <a:pt x="3870" y="24852"/>
                  <a:pt x="3970" y="24985"/>
                </a:cubicBezTo>
                <a:cubicBezTo>
                  <a:pt x="4104" y="25152"/>
                  <a:pt x="4171" y="25319"/>
                  <a:pt x="4237" y="25486"/>
                </a:cubicBezTo>
                <a:cubicBezTo>
                  <a:pt x="4704" y="26353"/>
                  <a:pt x="5371" y="27120"/>
                  <a:pt x="6172" y="27720"/>
                </a:cubicBezTo>
                <a:cubicBezTo>
                  <a:pt x="7073" y="28354"/>
                  <a:pt x="8040" y="28921"/>
                  <a:pt x="9074" y="29355"/>
                </a:cubicBezTo>
                <a:cubicBezTo>
                  <a:pt x="12043" y="30789"/>
                  <a:pt x="13277" y="30756"/>
                  <a:pt x="15879" y="31356"/>
                </a:cubicBezTo>
                <a:cubicBezTo>
                  <a:pt x="18481" y="31923"/>
                  <a:pt x="24719" y="33791"/>
                  <a:pt x="29222" y="34492"/>
                </a:cubicBezTo>
                <a:cubicBezTo>
                  <a:pt x="31790" y="34881"/>
                  <a:pt x="33457" y="35171"/>
                  <a:pt x="34638" y="35171"/>
                </a:cubicBezTo>
                <a:cubicBezTo>
                  <a:pt x="36296" y="35171"/>
                  <a:pt x="36999" y="34599"/>
                  <a:pt x="37895" y="32924"/>
                </a:cubicBezTo>
                <a:cubicBezTo>
                  <a:pt x="39096" y="30623"/>
                  <a:pt x="40730" y="26586"/>
                  <a:pt x="42398" y="20115"/>
                </a:cubicBezTo>
                <a:cubicBezTo>
                  <a:pt x="44399" y="12476"/>
                  <a:pt x="45167" y="9574"/>
                  <a:pt x="44766" y="6305"/>
                </a:cubicBezTo>
                <a:cubicBezTo>
                  <a:pt x="44533" y="4404"/>
                  <a:pt x="42531" y="1668"/>
                  <a:pt x="38829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1">
            <a:extLst>
              <a:ext uri="{FF2B5EF4-FFF2-40B4-BE49-F238E27FC236}">
                <a16:creationId xmlns:a16="http://schemas.microsoft.com/office/drawing/2014/main" id="{4A2FB3B6-BBC2-4404-60BB-7F91B9311F22}"/>
              </a:ext>
            </a:extLst>
          </p:cNvPr>
          <p:cNvSpPr/>
          <p:nvPr/>
        </p:nvSpPr>
        <p:spPr>
          <a:xfrm rot="3041045">
            <a:off x="-833050" y="2144522"/>
            <a:ext cx="80323" cy="24213"/>
          </a:xfrm>
          <a:custGeom>
            <a:avLst/>
            <a:gdLst/>
            <a:ahLst/>
            <a:cxnLst/>
            <a:rect l="l" t="t" r="r" b="b"/>
            <a:pathLst>
              <a:path w="5205" h="1569" extrusionOk="0">
                <a:moveTo>
                  <a:pt x="201" y="0"/>
                </a:moveTo>
                <a:lnTo>
                  <a:pt x="1" y="734"/>
                </a:lnTo>
                <a:cubicBezTo>
                  <a:pt x="301" y="693"/>
                  <a:pt x="608" y="674"/>
                  <a:pt x="914" y="674"/>
                </a:cubicBezTo>
                <a:cubicBezTo>
                  <a:pt x="3059" y="674"/>
                  <a:pt x="5205" y="1568"/>
                  <a:pt x="5205" y="1568"/>
                </a:cubicBezTo>
                <a:cubicBezTo>
                  <a:pt x="3737" y="601"/>
                  <a:pt x="2002" y="34"/>
                  <a:pt x="201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41">
            <a:extLst>
              <a:ext uri="{FF2B5EF4-FFF2-40B4-BE49-F238E27FC236}">
                <a16:creationId xmlns:a16="http://schemas.microsoft.com/office/drawing/2014/main" id="{CE555AAB-92F3-9E53-0344-92FA3A835793}"/>
              </a:ext>
            </a:extLst>
          </p:cNvPr>
          <p:cNvSpPr/>
          <p:nvPr/>
        </p:nvSpPr>
        <p:spPr>
          <a:xfrm rot="3041045">
            <a:off x="-1274712" y="2081205"/>
            <a:ext cx="87005" cy="62823"/>
          </a:xfrm>
          <a:custGeom>
            <a:avLst/>
            <a:gdLst/>
            <a:ahLst/>
            <a:cxnLst/>
            <a:rect l="l" t="t" r="r" b="b"/>
            <a:pathLst>
              <a:path w="5638" h="4071" extrusionOk="0">
                <a:moveTo>
                  <a:pt x="1" y="1"/>
                </a:moveTo>
                <a:cubicBezTo>
                  <a:pt x="434" y="401"/>
                  <a:pt x="868" y="768"/>
                  <a:pt x="1335" y="1135"/>
                </a:cubicBezTo>
                <a:cubicBezTo>
                  <a:pt x="1768" y="1502"/>
                  <a:pt x="2235" y="1869"/>
                  <a:pt x="2702" y="2235"/>
                </a:cubicBezTo>
                <a:cubicBezTo>
                  <a:pt x="2936" y="2402"/>
                  <a:pt x="3136" y="2602"/>
                  <a:pt x="3403" y="2769"/>
                </a:cubicBezTo>
                <a:cubicBezTo>
                  <a:pt x="3636" y="2936"/>
                  <a:pt x="3870" y="3103"/>
                  <a:pt x="4103" y="3236"/>
                </a:cubicBezTo>
                <a:cubicBezTo>
                  <a:pt x="4604" y="3536"/>
                  <a:pt x="5104" y="3837"/>
                  <a:pt x="5638" y="4070"/>
                </a:cubicBezTo>
                <a:lnTo>
                  <a:pt x="4904" y="3570"/>
                </a:lnTo>
                <a:cubicBezTo>
                  <a:pt x="4671" y="3436"/>
                  <a:pt x="4437" y="3270"/>
                  <a:pt x="4204" y="3103"/>
                </a:cubicBezTo>
                <a:cubicBezTo>
                  <a:pt x="3970" y="2936"/>
                  <a:pt x="3737" y="2769"/>
                  <a:pt x="3503" y="2602"/>
                </a:cubicBezTo>
                <a:cubicBezTo>
                  <a:pt x="3270" y="2402"/>
                  <a:pt x="3036" y="2235"/>
                  <a:pt x="2803" y="2035"/>
                </a:cubicBezTo>
                <a:cubicBezTo>
                  <a:pt x="2369" y="1668"/>
                  <a:pt x="1902" y="1335"/>
                  <a:pt x="1402" y="1001"/>
                </a:cubicBezTo>
                <a:lnTo>
                  <a:pt x="1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41">
            <a:extLst>
              <a:ext uri="{FF2B5EF4-FFF2-40B4-BE49-F238E27FC236}">
                <a16:creationId xmlns:a16="http://schemas.microsoft.com/office/drawing/2014/main" id="{98D3E2C1-768A-0F8E-1C5B-8528CAC960F5}"/>
              </a:ext>
            </a:extLst>
          </p:cNvPr>
          <p:cNvSpPr/>
          <p:nvPr/>
        </p:nvSpPr>
        <p:spPr>
          <a:xfrm rot="3041045">
            <a:off x="-1260298" y="2112609"/>
            <a:ext cx="62823" cy="54058"/>
          </a:xfrm>
          <a:custGeom>
            <a:avLst/>
            <a:gdLst/>
            <a:ahLst/>
            <a:cxnLst/>
            <a:rect l="l" t="t" r="r" b="b"/>
            <a:pathLst>
              <a:path w="4071" h="3503" extrusionOk="0">
                <a:moveTo>
                  <a:pt x="1" y="0"/>
                </a:moveTo>
                <a:lnTo>
                  <a:pt x="1" y="0"/>
                </a:lnTo>
                <a:cubicBezTo>
                  <a:pt x="267" y="367"/>
                  <a:pt x="568" y="734"/>
                  <a:pt x="901" y="1034"/>
                </a:cubicBezTo>
                <a:cubicBezTo>
                  <a:pt x="1201" y="1368"/>
                  <a:pt x="1568" y="1668"/>
                  <a:pt x="1902" y="1935"/>
                </a:cubicBezTo>
                <a:cubicBezTo>
                  <a:pt x="2235" y="2235"/>
                  <a:pt x="2602" y="2502"/>
                  <a:pt x="2969" y="2769"/>
                </a:cubicBezTo>
                <a:cubicBezTo>
                  <a:pt x="3303" y="3036"/>
                  <a:pt x="3703" y="3303"/>
                  <a:pt x="4070" y="3503"/>
                </a:cubicBezTo>
                <a:cubicBezTo>
                  <a:pt x="3737" y="3236"/>
                  <a:pt x="3403" y="2936"/>
                  <a:pt x="3036" y="2636"/>
                </a:cubicBezTo>
                <a:lnTo>
                  <a:pt x="2035" y="1802"/>
                </a:lnTo>
                <a:lnTo>
                  <a:pt x="1001" y="934"/>
                </a:lnTo>
                <a:cubicBezTo>
                  <a:pt x="668" y="634"/>
                  <a:pt x="334" y="301"/>
                  <a:pt x="1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41">
            <a:extLst>
              <a:ext uri="{FF2B5EF4-FFF2-40B4-BE49-F238E27FC236}">
                <a16:creationId xmlns:a16="http://schemas.microsoft.com/office/drawing/2014/main" id="{CD2AD516-B2C9-85C1-6901-AEE846E2071C}"/>
              </a:ext>
            </a:extLst>
          </p:cNvPr>
          <p:cNvSpPr/>
          <p:nvPr/>
        </p:nvSpPr>
        <p:spPr>
          <a:xfrm rot="3041045">
            <a:off x="5914523" y="5309558"/>
            <a:ext cx="327928" cy="550303"/>
          </a:xfrm>
          <a:custGeom>
            <a:avLst/>
            <a:gdLst/>
            <a:ahLst/>
            <a:cxnLst/>
            <a:rect l="l" t="t" r="r" b="b"/>
            <a:pathLst>
              <a:path w="21250" h="35660" extrusionOk="0">
                <a:moveTo>
                  <a:pt x="14244" y="1"/>
                </a:moveTo>
                <a:cubicBezTo>
                  <a:pt x="12643" y="902"/>
                  <a:pt x="10141" y="3570"/>
                  <a:pt x="8573" y="10275"/>
                </a:cubicBezTo>
                <a:lnTo>
                  <a:pt x="5071" y="24885"/>
                </a:lnTo>
                <a:lnTo>
                  <a:pt x="1" y="24652"/>
                </a:lnTo>
                <a:lnTo>
                  <a:pt x="1" y="24652"/>
                </a:lnTo>
                <a:cubicBezTo>
                  <a:pt x="1135" y="26020"/>
                  <a:pt x="768" y="32291"/>
                  <a:pt x="1" y="33825"/>
                </a:cubicBezTo>
                <a:cubicBezTo>
                  <a:pt x="3603" y="34859"/>
                  <a:pt x="7339" y="35493"/>
                  <a:pt x="11142" y="35660"/>
                </a:cubicBezTo>
                <a:cubicBezTo>
                  <a:pt x="12509" y="35660"/>
                  <a:pt x="13210" y="34759"/>
                  <a:pt x="14478" y="31857"/>
                </a:cubicBezTo>
                <a:cubicBezTo>
                  <a:pt x="15712" y="28955"/>
                  <a:pt x="18314" y="21516"/>
                  <a:pt x="19481" y="16079"/>
                </a:cubicBezTo>
                <a:cubicBezTo>
                  <a:pt x="20615" y="10675"/>
                  <a:pt x="21249" y="6806"/>
                  <a:pt x="20048" y="4371"/>
                </a:cubicBezTo>
                <a:cubicBezTo>
                  <a:pt x="18847" y="1902"/>
                  <a:pt x="16712" y="935"/>
                  <a:pt x="1424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41">
            <a:extLst>
              <a:ext uri="{FF2B5EF4-FFF2-40B4-BE49-F238E27FC236}">
                <a16:creationId xmlns:a16="http://schemas.microsoft.com/office/drawing/2014/main" id="{AE4CD796-765D-F84A-6BC2-F10450D08EDB}"/>
              </a:ext>
            </a:extLst>
          </p:cNvPr>
          <p:cNvSpPr/>
          <p:nvPr/>
        </p:nvSpPr>
        <p:spPr>
          <a:xfrm rot="3041045">
            <a:off x="3592497" y="5355857"/>
            <a:ext cx="327941" cy="550323"/>
          </a:xfrm>
          <a:custGeom>
            <a:avLst/>
            <a:gdLst/>
            <a:ahLst/>
            <a:cxnLst/>
            <a:rect l="l" t="t" r="r" b="b"/>
            <a:pathLst>
              <a:path w="21250" h="35660" extrusionOk="0">
                <a:moveTo>
                  <a:pt x="14244" y="1"/>
                </a:moveTo>
                <a:cubicBezTo>
                  <a:pt x="12643" y="902"/>
                  <a:pt x="10141" y="3570"/>
                  <a:pt x="8573" y="10275"/>
                </a:cubicBezTo>
                <a:lnTo>
                  <a:pt x="5071" y="24885"/>
                </a:lnTo>
                <a:lnTo>
                  <a:pt x="1" y="24652"/>
                </a:lnTo>
                <a:lnTo>
                  <a:pt x="1" y="24652"/>
                </a:lnTo>
                <a:cubicBezTo>
                  <a:pt x="1135" y="26020"/>
                  <a:pt x="768" y="32291"/>
                  <a:pt x="1" y="33825"/>
                </a:cubicBezTo>
                <a:cubicBezTo>
                  <a:pt x="3603" y="34859"/>
                  <a:pt x="7339" y="35493"/>
                  <a:pt x="11142" y="35660"/>
                </a:cubicBezTo>
                <a:cubicBezTo>
                  <a:pt x="12509" y="35660"/>
                  <a:pt x="13210" y="34759"/>
                  <a:pt x="14478" y="31857"/>
                </a:cubicBezTo>
                <a:cubicBezTo>
                  <a:pt x="15712" y="28955"/>
                  <a:pt x="18314" y="21516"/>
                  <a:pt x="19481" y="16079"/>
                </a:cubicBezTo>
                <a:cubicBezTo>
                  <a:pt x="20615" y="10675"/>
                  <a:pt x="21249" y="6806"/>
                  <a:pt x="20048" y="4371"/>
                </a:cubicBezTo>
                <a:cubicBezTo>
                  <a:pt x="18847" y="1902"/>
                  <a:pt x="16712" y="935"/>
                  <a:pt x="14244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41">
            <a:extLst>
              <a:ext uri="{FF2B5EF4-FFF2-40B4-BE49-F238E27FC236}">
                <a16:creationId xmlns:a16="http://schemas.microsoft.com/office/drawing/2014/main" id="{1FE31C63-0633-3F9D-60A1-2BE20615C0BA}"/>
              </a:ext>
            </a:extLst>
          </p:cNvPr>
          <p:cNvSpPr/>
          <p:nvPr/>
        </p:nvSpPr>
        <p:spPr>
          <a:xfrm rot="3041045">
            <a:off x="-836136" y="2136807"/>
            <a:ext cx="77237" cy="44799"/>
          </a:xfrm>
          <a:custGeom>
            <a:avLst/>
            <a:gdLst/>
            <a:ahLst/>
            <a:cxnLst/>
            <a:rect l="l" t="t" r="r" b="b"/>
            <a:pathLst>
              <a:path w="5005" h="2903" extrusionOk="0">
                <a:moveTo>
                  <a:pt x="201" y="0"/>
                </a:moveTo>
                <a:lnTo>
                  <a:pt x="1" y="967"/>
                </a:lnTo>
                <a:cubicBezTo>
                  <a:pt x="1769" y="1301"/>
                  <a:pt x="3470" y="1968"/>
                  <a:pt x="5004" y="2902"/>
                </a:cubicBezTo>
                <a:cubicBezTo>
                  <a:pt x="5004" y="2902"/>
                  <a:pt x="3904" y="601"/>
                  <a:pt x="20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41">
            <a:extLst>
              <a:ext uri="{FF2B5EF4-FFF2-40B4-BE49-F238E27FC236}">
                <a16:creationId xmlns:a16="http://schemas.microsoft.com/office/drawing/2014/main" id="{5ECC036F-E834-4055-0ECD-7B401ADA9A43}"/>
              </a:ext>
            </a:extLst>
          </p:cNvPr>
          <p:cNvSpPr/>
          <p:nvPr/>
        </p:nvSpPr>
        <p:spPr>
          <a:xfrm rot="3041045">
            <a:off x="-1206240" y="640959"/>
            <a:ext cx="472557" cy="492047"/>
          </a:xfrm>
          <a:custGeom>
            <a:avLst/>
            <a:gdLst/>
            <a:ahLst/>
            <a:cxnLst/>
            <a:rect l="l" t="t" r="r" b="b"/>
            <a:pathLst>
              <a:path w="30622" h="31885" extrusionOk="0">
                <a:moveTo>
                  <a:pt x="29120" y="0"/>
                </a:moveTo>
                <a:cubicBezTo>
                  <a:pt x="28875" y="0"/>
                  <a:pt x="28625" y="62"/>
                  <a:pt x="28387" y="196"/>
                </a:cubicBezTo>
                <a:lnTo>
                  <a:pt x="2235" y="15340"/>
                </a:lnTo>
                <a:cubicBezTo>
                  <a:pt x="867" y="16141"/>
                  <a:pt x="0" y="17609"/>
                  <a:pt x="0" y="19176"/>
                </a:cubicBezTo>
                <a:lnTo>
                  <a:pt x="0" y="30284"/>
                </a:lnTo>
                <a:cubicBezTo>
                  <a:pt x="0" y="31303"/>
                  <a:pt x="505" y="31885"/>
                  <a:pt x="1240" y="31885"/>
                </a:cubicBezTo>
                <a:cubicBezTo>
                  <a:pt x="1540" y="31885"/>
                  <a:pt x="1878" y="31788"/>
                  <a:pt x="2235" y="31585"/>
                </a:cubicBezTo>
                <a:lnTo>
                  <a:pt x="28387" y="16441"/>
                </a:lnTo>
                <a:cubicBezTo>
                  <a:pt x="29621" y="15741"/>
                  <a:pt x="30622" y="14840"/>
                  <a:pt x="30622" y="13439"/>
                </a:cubicBezTo>
                <a:lnTo>
                  <a:pt x="30622" y="1497"/>
                </a:lnTo>
                <a:cubicBezTo>
                  <a:pt x="30622" y="632"/>
                  <a:pt x="29904" y="0"/>
                  <a:pt x="2912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41">
            <a:extLst>
              <a:ext uri="{FF2B5EF4-FFF2-40B4-BE49-F238E27FC236}">
                <a16:creationId xmlns:a16="http://schemas.microsoft.com/office/drawing/2014/main" id="{5743CD14-E385-75C0-7961-DE4C3CCCA0EA}"/>
              </a:ext>
            </a:extLst>
          </p:cNvPr>
          <p:cNvSpPr/>
          <p:nvPr/>
        </p:nvSpPr>
        <p:spPr>
          <a:xfrm rot="3041045">
            <a:off x="-1142414" y="671391"/>
            <a:ext cx="490072" cy="513359"/>
          </a:xfrm>
          <a:custGeom>
            <a:avLst/>
            <a:gdLst/>
            <a:ahLst/>
            <a:cxnLst/>
            <a:rect l="l" t="t" r="r" b="b"/>
            <a:pathLst>
              <a:path w="31757" h="33266" extrusionOk="0">
                <a:moveTo>
                  <a:pt x="28533" y="0"/>
                </a:moveTo>
                <a:cubicBezTo>
                  <a:pt x="28062" y="0"/>
                  <a:pt x="27587" y="109"/>
                  <a:pt x="27153" y="326"/>
                </a:cubicBezTo>
                <a:lnTo>
                  <a:pt x="1368" y="15236"/>
                </a:lnTo>
                <a:cubicBezTo>
                  <a:pt x="567" y="15770"/>
                  <a:pt x="34" y="16637"/>
                  <a:pt x="0" y="17605"/>
                </a:cubicBezTo>
                <a:lnTo>
                  <a:pt x="0" y="30280"/>
                </a:lnTo>
                <a:cubicBezTo>
                  <a:pt x="34" y="31248"/>
                  <a:pt x="567" y="32115"/>
                  <a:pt x="1368" y="32649"/>
                </a:cubicBezTo>
                <a:lnTo>
                  <a:pt x="1868" y="32916"/>
                </a:lnTo>
                <a:cubicBezTo>
                  <a:pt x="2302" y="33149"/>
                  <a:pt x="2769" y="33266"/>
                  <a:pt x="3236" y="33266"/>
                </a:cubicBezTo>
                <a:cubicBezTo>
                  <a:pt x="3703" y="33266"/>
                  <a:pt x="4170" y="33149"/>
                  <a:pt x="4604" y="32916"/>
                </a:cubicBezTo>
                <a:lnTo>
                  <a:pt x="4604" y="32916"/>
                </a:lnTo>
                <a:lnTo>
                  <a:pt x="4470" y="32982"/>
                </a:lnTo>
                <a:lnTo>
                  <a:pt x="15812" y="26478"/>
                </a:lnTo>
                <a:cubicBezTo>
                  <a:pt x="15978" y="26378"/>
                  <a:pt x="16179" y="26278"/>
                  <a:pt x="16412" y="26211"/>
                </a:cubicBezTo>
                <a:lnTo>
                  <a:pt x="18480" y="28079"/>
                </a:lnTo>
                <a:lnTo>
                  <a:pt x="18647" y="28179"/>
                </a:lnTo>
                <a:lnTo>
                  <a:pt x="19781" y="28846"/>
                </a:lnTo>
                <a:lnTo>
                  <a:pt x="21883" y="30047"/>
                </a:lnTo>
                <a:cubicBezTo>
                  <a:pt x="22102" y="30149"/>
                  <a:pt x="22340" y="30200"/>
                  <a:pt x="22577" y="30200"/>
                </a:cubicBezTo>
                <a:cubicBezTo>
                  <a:pt x="22883" y="30200"/>
                  <a:pt x="23188" y="30116"/>
                  <a:pt x="23450" y="29947"/>
                </a:cubicBezTo>
                <a:cubicBezTo>
                  <a:pt x="24051" y="29613"/>
                  <a:pt x="24518" y="28646"/>
                  <a:pt x="24518" y="27745"/>
                </a:cubicBezTo>
                <a:lnTo>
                  <a:pt x="24518" y="23009"/>
                </a:lnTo>
                <a:cubicBezTo>
                  <a:pt x="24551" y="22041"/>
                  <a:pt x="25085" y="21174"/>
                  <a:pt x="25885" y="20640"/>
                </a:cubicBezTo>
                <a:lnTo>
                  <a:pt x="30389" y="18038"/>
                </a:lnTo>
                <a:cubicBezTo>
                  <a:pt x="31223" y="17505"/>
                  <a:pt x="31723" y="16637"/>
                  <a:pt x="31756" y="15670"/>
                </a:cubicBezTo>
                <a:lnTo>
                  <a:pt x="31756" y="2994"/>
                </a:lnTo>
                <a:cubicBezTo>
                  <a:pt x="31756" y="2961"/>
                  <a:pt x="31756" y="2928"/>
                  <a:pt x="31756" y="2894"/>
                </a:cubicBezTo>
                <a:cubicBezTo>
                  <a:pt x="31690" y="1960"/>
                  <a:pt x="31189" y="1126"/>
                  <a:pt x="30389" y="626"/>
                </a:cubicBezTo>
                <a:lnTo>
                  <a:pt x="29888" y="326"/>
                </a:lnTo>
                <a:cubicBezTo>
                  <a:pt x="29471" y="109"/>
                  <a:pt x="29004" y="0"/>
                  <a:pt x="2853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1">
            <a:extLst>
              <a:ext uri="{FF2B5EF4-FFF2-40B4-BE49-F238E27FC236}">
                <a16:creationId xmlns:a16="http://schemas.microsoft.com/office/drawing/2014/main" id="{DD1DB6DC-02E5-9491-F98E-FDD5708522E0}"/>
              </a:ext>
            </a:extLst>
          </p:cNvPr>
          <p:cNvSpPr/>
          <p:nvPr/>
        </p:nvSpPr>
        <p:spPr>
          <a:xfrm rot="3041045">
            <a:off x="-1134698" y="671391"/>
            <a:ext cx="482356" cy="276833"/>
          </a:xfrm>
          <a:custGeom>
            <a:avLst/>
            <a:gdLst/>
            <a:ahLst/>
            <a:cxnLst/>
            <a:rect l="l" t="t" r="r" b="b"/>
            <a:pathLst>
              <a:path w="31257" h="17939" extrusionOk="0">
                <a:moveTo>
                  <a:pt x="31231" y="2704"/>
                </a:moveTo>
                <a:cubicBezTo>
                  <a:pt x="31244" y="2799"/>
                  <a:pt x="31253" y="2896"/>
                  <a:pt x="31256" y="2994"/>
                </a:cubicBezTo>
                <a:cubicBezTo>
                  <a:pt x="31256" y="2890"/>
                  <a:pt x="31248" y="2793"/>
                  <a:pt x="31231" y="2704"/>
                </a:cubicBezTo>
                <a:close/>
                <a:moveTo>
                  <a:pt x="28021" y="0"/>
                </a:moveTo>
                <a:cubicBezTo>
                  <a:pt x="27554" y="0"/>
                  <a:pt x="27087" y="109"/>
                  <a:pt x="26653" y="326"/>
                </a:cubicBezTo>
                <a:lnTo>
                  <a:pt x="835" y="15236"/>
                </a:lnTo>
                <a:cubicBezTo>
                  <a:pt x="501" y="15470"/>
                  <a:pt x="234" y="15737"/>
                  <a:pt x="1" y="16070"/>
                </a:cubicBezTo>
                <a:lnTo>
                  <a:pt x="3236" y="17938"/>
                </a:lnTo>
                <a:cubicBezTo>
                  <a:pt x="3470" y="17605"/>
                  <a:pt x="3737" y="17304"/>
                  <a:pt x="4104" y="17104"/>
                </a:cubicBezTo>
                <a:lnTo>
                  <a:pt x="29889" y="2194"/>
                </a:lnTo>
                <a:cubicBezTo>
                  <a:pt x="30108" y="2070"/>
                  <a:pt x="30314" y="2011"/>
                  <a:pt x="30496" y="2011"/>
                </a:cubicBezTo>
                <a:cubicBezTo>
                  <a:pt x="30874" y="2011"/>
                  <a:pt x="31149" y="2263"/>
                  <a:pt x="31231" y="2704"/>
                </a:cubicBezTo>
                <a:lnTo>
                  <a:pt x="31231" y="2704"/>
                </a:lnTo>
                <a:cubicBezTo>
                  <a:pt x="31112" y="1855"/>
                  <a:pt x="30608" y="1106"/>
                  <a:pt x="29889" y="626"/>
                </a:cubicBezTo>
                <a:lnTo>
                  <a:pt x="29388" y="326"/>
                </a:lnTo>
                <a:cubicBezTo>
                  <a:pt x="28955" y="109"/>
                  <a:pt x="28488" y="0"/>
                  <a:pt x="2802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41">
            <a:extLst>
              <a:ext uri="{FF2B5EF4-FFF2-40B4-BE49-F238E27FC236}">
                <a16:creationId xmlns:a16="http://schemas.microsoft.com/office/drawing/2014/main" id="{C057AC0A-BC80-4DAD-A73E-29796500F012}"/>
              </a:ext>
            </a:extLst>
          </p:cNvPr>
          <p:cNvSpPr/>
          <p:nvPr/>
        </p:nvSpPr>
        <p:spPr>
          <a:xfrm rot="3041045">
            <a:off x="-1134698" y="671391"/>
            <a:ext cx="482356" cy="276833"/>
          </a:xfrm>
          <a:custGeom>
            <a:avLst/>
            <a:gdLst/>
            <a:ahLst/>
            <a:cxnLst/>
            <a:rect l="l" t="t" r="r" b="b"/>
            <a:pathLst>
              <a:path w="31257" h="17939" extrusionOk="0">
                <a:moveTo>
                  <a:pt x="31231" y="2704"/>
                </a:moveTo>
                <a:cubicBezTo>
                  <a:pt x="31244" y="2799"/>
                  <a:pt x="31253" y="2896"/>
                  <a:pt x="31256" y="2994"/>
                </a:cubicBezTo>
                <a:cubicBezTo>
                  <a:pt x="31256" y="2890"/>
                  <a:pt x="31248" y="2793"/>
                  <a:pt x="31231" y="2704"/>
                </a:cubicBezTo>
                <a:close/>
                <a:moveTo>
                  <a:pt x="28021" y="0"/>
                </a:moveTo>
                <a:cubicBezTo>
                  <a:pt x="27554" y="0"/>
                  <a:pt x="27087" y="109"/>
                  <a:pt x="26653" y="326"/>
                </a:cubicBezTo>
                <a:lnTo>
                  <a:pt x="835" y="15236"/>
                </a:lnTo>
                <a:cubicBezTo>
                  <a:pt x="501" y="15470"/>
                  <a:pt x="234" y="15737"/>
                  <a:pt x="1" y="16070"/>
                </a:cubicBezTo>
                <a:lnTo>
                  <a:pt x="3236" y="17938"/>
                </a:lnTo>
                <a:cubicBezTo>
                  <a:pt x="3470" y="17605"/>
                  <a:pt x="3737" y="17304"/>
                  <a:pt x="4104" y="17104"/>
                </a:cubicBezTo>
                <a:lnTo>
                  <a:pt x="29889" y="2194"/>
                </a:lnTo>
                <a:cubicBezTo>
                  <a:pt x="30108" y="2070"/>
                  <a:pt x="30314" y="2011"/>
                  <a:pt x="30496" y="2011"/>
                </a:cubicBezTo>
                <a:cubicBezTo>
                  <a:pt x="30874" y="2011"/>
                  <a:pt x="31149" y="2263"/>
                  <a:pt x="31231" y="2704"/>
                </a:cubicBezTo>
                <a:lnTo>
                  <a:pt x="31231" y="2704"/>
                </a:lnTo>
                <a:cubicBezTo>
                  <a:pt x="31112" y="1855"/>
                  <a:pt x="30608" y="1106"/>
                  <a:pt x="29889" y="626"/>
                </a:cubicBezTo>
                <a:lnTo>
                  <a:pt x="29388" y="326"/>
                </a:lnTo>
                <a:cubicBezTo>
                  <a:pt x="28955" y="109"/>
                  <a:pt x="28488" y="0"/>
                  <a:pt x="28021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41">
            <a:extLst>
              <a:ext uri="{FF2B5EF4-FFF2-40B4-BE49-F238E27FC236}">
                <a16:creationId xmlns:a16="http://schemas.microsoft.com/office/drawing/2014/main" id="{7D3049DA-9389-4D66-CB48-CDC2125325A8}"/>
              </a:ext>
            </a:extLst>
          </p:cNvPr>
          <p:cNvSpPr/>
          <p:nvPr/>
        </p:nvSpPr>
        <p:spPr>
          <a:xfrm rot="3041045">
            <a:off x="-800612" y="859429"/>
            <a:ext cx="48410" cy="62252"/>
          </a:xfrm>
          <a:custGeom>
            <a:avLst/>
            <a:gdLst/>
            <a:ahLst/>
            <a:cxnLst/>
            <a:rect l="l" t="t" r="r" b="b"/>
            <a:pathLst>
              <a:path w="3137" h="4034" extrusionOk="0">
                <a:moveTo>
                  <a:pt x="2272" y="1"/>
                </a:moveTo>
                <a:cubicBezTo>
                  <a:pt x="2061" y="1"/>
                  <a:pt x="1822" y="70"/>
                  <a:pt x="1568" y="216"/>
                </a:cubicBezTo>
                <a:cubicBezTo>
                  <a:pt x="668" y="816"/>
                  <a:pt x="67" y="1817"/>
                  <a:pt x="0" y="2918"/>
                </a:cubicBezTo>
                <a:cubicBezTo>
                  <a:pt x="0" y="3626"/>
                  <a:pt x="352" y="4034"/>
                  <a:pt x="865" y="4034"/>
                </a:cubicBezTo>
                <a:cubicBezTo>
                  <a:pt x="1076" y="4034"/>
                  <a:pt x="1315" y="3965"/>
                  <a:pt x="1568" y="3819"/>
                </a:cubicBezTo>
                <a:cubicBezTo>
                  <a:pt x="2502" y="3218"/>
                  <a:pt x="3103" y="2217"/>
                  <a:pt x="3136" y="1117"/>
                </a:cubicBezTo>
                <a:cubicBezTo>
                  <a:pt x="3136" y="408"/>
                  <a:pt x="2785" y="1"/>
                  <a:pt x="22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1">
            <a:extLst>
              <a:ext uri="{FF2B5EF4-FFF2-40B4-BE49-F238E27FC236}">
                <a16:creationId xmlns:a16="http://schemas.microsoft.com/office/drawing/2014/main" id="{7996944C-7575-E1F9-73D1-A928A77858C1}"/>
              </a:ext>
            </a:extLst>
          </p:cNvPr>
          <p:cNvSpPr/>
          <p:nvPr/>
        </p:nvSpPr>
        <p:spPr>
          <a:xfrm rot="3041045">
            <a:off x="-897385" y="915030"/>
            <a:ext cx="48395" cy="62762"/>
          </a:xfrm>
          <a:custGeom>
            <a:avLst/>
            <a:gdLst/>
            <a:ahLst/>
            <a:cxnLst/>
            <a:rect l="l" t="t" r="r" b="b"/>
            <a:pathLst>
              <a:path w="3136" h="4067" extrusionOk="0">
                <a:moveTo>
                  <a:pt x="2272" y="0"/>
                </a:moveTo>
                <a:cubicBezTo>
                  <a:pt x="2060" y="0"/>
                  <a:pt x="1821" y="69"/>
                  <a:pt x="1568" y="216"/>
                </a:cubicBezTo>
                <a:cubicBezTo>
                  <a:pt x="667" y="816"/>
                  <a:pt x="67" y="1817"/>
                  <a:pt x="0" y="2918"/>
                </a:cubicBezTo>
                <a:cubicBezTo>
                  <a:pt x="0" y="3651"/>
                  <a:pt x="353" y="4066"/>
                  <a:pt x="868" y="4066"/>
                </a:cubicBezTo>
                <a:cubicBezTo>
                  <a:pt x="1079" y="4066"/>
                  <a:pt x="1316" y="3997"/>
                  <a:pt x="1568" y="3852"/>
                </a:cubicBezTo>
                <a:cubicBezTo>
                  <a:pt x="2502" y="3251"/>
                  <a:pt x="3069" y="2217"/>
                  <a:pt x="3136" y="1116"/>
                </a:cubicBezTo>
                <a:cubicBezTo>
                  <a:pt x="3136" y="408"/>
                  <a:pt x="2785" y="0"/>
                  <a:pt x="2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41">
            <a:extLst>
              <a:ext uri="{FF2B5EF4-FFF2-40B4-BE49-F238E27FC236}">
                <a16:creationId xmlns:a16="http://schemas.microsoft.com/office/drawing/2014/main" id="{5FCFAD20-1A1F-FBB6-05D3-D47E7DB092E3}"/>
              </a:ext>
            </a:extLst>
          </p:cNvPr>
          <p:cNvSpPr/>
          <p:nvPr/>
        </p:nvSpPr>
        <p:spPr>
          <a:xfrm rot="3041045">
            <a:off x="-994159" y="971140"/>
            <a:ext cx="48395" cy="62252"/>
          </a:xfrm>
          <a:custGeom>
            <a:avLst/>
            <a:gdLst/>
            <a:ahLst/>
            <a:cxnLst/>
            <a:rect l="l" t="t" r="r" b="b"/>
            <a:pathLst>
              <a:path w="3136" h="4034" extrusionOk="0">
                <a:moveTo>
                  <a:pt x="2272" y="0"/>
                </a:moveTo>
                <a:cubicBezTo>
                  <a:pt x="2060" y="0"/>
                  <a:pt x="1821" y="69"/>
                  <a:pt x="1568" y="216"/>
                </a:cubicBezTo>
                <a:cubicBezTo>
                  <a:pt x="634" y="816"/>
                  <a:pt x="67" y="1817"/>
                  <a:pt x="0" y="2917"/>
                </a:cubicBezTo>
                <a:cubicBezTo>
                  <a:pt x="0" y="3626"/>
                  <a:pt x="351" y="4033"/>
                  <a:pt x="864" y="4033"/>
                </a:cubicBezTo>
                <a:cubicBezTo>
                  <a:pt x="1076" y="4033"/>
                  <a:pt x="1315" y="3964"/>
                  <a:pt x="1568" y="3818"/>
                </a:cubicBezTo>
                <a:cubicBezTo>
                  <a:pt x="2502" y="3218"/>
                  <a:pt x="3069" y="2217"/>
                  <a:pt x="3136" y="1116"/>
                </a:cubicBezTo>
                <a:cubicBezTo>
                  <a:pt x="3136" y="408"/>
                  <a:pt x="2785" y="0"/>
                  <a:pt x="2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41">
            <a:extLst>
              <a:ext uri="{FF2B5EF4-FFF2-40B4-BE49-F238E27FC236}">
                <a16:creationId xmlns:a16="http://schemas.microsoft.com/office/drawing/2014/main" id="{9CC24B49-B52A-2601-190D-57BB7CDC01FC}"/>
              </a:ext>
            </a:extLst>
          </p:cNvPr>
          <p:cNvSpPr/>
          <p:nvPr/>
        </p:nvSpPr>
        <p:spPr>
          <a:xfrm rot="3041045">
            <a:off x="-1955229" y="62802"/>
            <a:ext cx="1081022" cy="1051161"/>
          </a:xfrm>
          <a:custGeom>
            <a:avLst/>
            <a:gdLst/>
            <a:ahLst/>
            <a:cxnLst/>
            <a:rect l="l" t="t" r="r" b="b"/>
            <a:pathLst>
              <a:path w="70051" h="68116" extrusionOk="0">
                <a:moveTo>
                  <a:pt x="68566" y="0"/>
                </a:moveTo>
                <a:cubicBezTo>
                  <a:pt x="68316" y="0"/>
                  <a:pt x="68059" y="63"/>
                  <a:pt x="67815" y="201"/>
                </a:cubicBezTo>
                <a:lnTo>
                  <a:pt x="2202" y="38095"/>
                </a:lnTo>
                <a:cubicBezTo>
                  <a:pt x="834" y="38895"/>
                  <a:pt x="0" y="40330"/>
                  <a:pt x="0" y="41931"/>
                </a:cubicBezTo>
                <a:lnTo>
                  <a:pt x="0" y="66515"/>
                </a:lnTo>
                <a:cubicBezTo>
                  <a:pt x="0" y="67534"/>
                  <a:pt x="505" y="68115"/>
                  <a:pt x="1229" y="68115"/>
                </a:cubicBezTo>
                <a:cubicBezTo>
                  <a:pt x="1523" y="68115"/>
                  <a:pt x="1854" y="68019"/>
                  <a:pt x="2202" y="67816"/>
                </a:cubicBezTo>
                <a:lnTo>
                  <a:pt x="67815" y="29922"/>
                </a:lnTo>
                <a:cubicBezTo>
                  <a:pt x="69050" y="29222"/>
                  <a:pt x="70050" y="28321"/>
                  <a:pt x="70050" y="26887"/>
                </a:cubicBezTo>
                <a:lnTo>
                  <a:pt x="70050" y="1469"/>
                </a:lnTo>
                <a:cubicBezTo>
                  <a:pt x="70050" y="610"/>
                  <a:pt x="69343" y="0"/>
                  <a:pt x="68566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1">
            <a:extLst>
              <a:ext uri="{FF2B5EF4-FFF2-40B4-BE49-F238E27FC236}">
                <a16:creationId xmlns:a16="http://schemas.microsoft.com/office/drawing/2014/main" id="{D6B29708-53EC-3BEE-AC79-9C380C95A4D9}"/>
              </a:ext>
            </a:extLst>
          </p:cNvPr>
          <p:cNvSpPr/>
          <p:nvPr/>
        </p:nvSpPr>
        <p:spPr>
          <a:xfrm rot="3041045">
            <a:off x="-1891912" y="93311"/>
            <a:ext cx="1099031" cy="1111423"/>
          </a:xfrm>
          <a:custGeom>
            <a:avLst/>
            <a:gdLst/>
            <a:ahLst/>
            <a:cxnLst/>
            <a:rect l="l" t="t" r="r" b="b"/>
            <a:pathLst>
              <a:path w="71218" h="72021" extrusionOk="0">
                <a:moveTo>
                  <a:pt x="67999" y="0"/>
                </a:moveTo>
                <a:cubicBezTo>
                  <a:pt x="67532" y="0"/>
                  <a:pt x="67065" y="109"/>
                  <a:pt x="66648" y="326"/>
                </a:cubicBezTo>
                <a:lnTo>
                  <a:pt x="1368" y="38019"/>
                </a:lnTo>
                <a:cubicBezTo>
                  <a:pt x="567" y="38520"/>
                  <a:pt x="67" y="39420"/>
                  <a:pt x="0" y="40388"/>
                </a:cubicBezTo>
                <a:lnTo>
                  <a:pt x="0" y="66506"/>
                </a:lnTo>
                <a:cubicBezTo>
                  <a:pt x="67" y="67474"/>
                  <a:pt x="567" y="68341"/>
                  <a:pt x="1368" y="68875"/>
                </a:cubicBezTo>
                <a:lnTo>
                  <a:pt x="1902" y="69175"/>
                </a:lnTo>
                <a:cubicBezTo>
                  <a:pt x="2319" y="69392"/>
                  <a:pt x="2777" y="69500"/>
                  <a:pt x="3240" y="69500"/>
                </a:cubicBezTo>
                <a:cubicBezTo>
                  <a:pt x="3703" y="69500"/>
                  <a:pt x="4170" y="69392"/>
                  <a:pt x="4604" y="69175"/>
                </a:cubicBezTo>
                <a:lnTo>
                  <a:pt x="11609" y="65139"/>
                </a:lnTo>
                <a:cubicBezTo>
                  <a:pt x="11828" y="65014"/>
                  <a:pt x="12034" y="64956"/>
                  <a:pt x="12216" y="64956"/>
                </a:cubicBezTo>
                <a:cubicBezTo>
                  <a:pt x="12670" y="64956"/>
                  <a:pt x="12976" y="65320"/>
                  <a:pt x="12976" y="65939"/>
                </a:cubicBezTo>
                <a:lnTo>
                  <a:pt x="12976" y="69075"/>
                </a:lnTo>
                <a:cubicBezTo>
                  <a:pt x="13043" y="70042"/>
                  <a:pt x="13543" y="70909"/>
                  <a:pt x="14344" y="71443"/>
                </a:cubicBezTo>
                <a:lnTo>
                  <a:pt x="14677" y="71643"/>
                </a:lnTo>
                <a:cubicBezTo>
                  <a:pt x="15119" y="71893"/>
                  <a:pt x="15661" y="72021"/>
                  <a:pt x="16155" y="72021"/>
                </a:cubicBezTo>
                <a:cubicBezTo>
                  <a:pt x="16519" y="72021"/>
                  <a:pt x="16858" y="71952"/>
                  <a:pt x="17113" y="71810"/>
                </a:cubicBezTo>
                <a:cubicBezTo>
                  <a:pt x="17846" y="71276"/>
                  <a:pt x="18447" y="70576"/>
                  <a:pt x="18847" y="69742"/>
                </a:cubicBezTo>
                <a:lnTo>
                  <a:pt x="23917" y="59068"/>
                </a:lnTo>
                <a:cubicBezTo>
                  <a:pt x="24384" y="58167"/>
                  <a:pt x="25085" y="57400"/>
                  <a:pt x="25952" y="56833"/>
                </a:cubicBezTo>
                <a:lnTo>
                  <a:pt x="69850" y="31481"/>
                </a:lnTo>
                <a:cubicBezTo>
                  <a:pt x="70684" y="30947"/>
                  <a:pt x="71184" y="30080"/>
                  <a:pt x="71218" y="29113"/>
                </a:cubicBezTo>
                <a:lnTo>
                  <a:pt x="71218" y="2961"/>
                </a:lnTo>
                <a:cubicBezTo>
                  <a:pt x="71184" y="1993"/>
                  <a:pt x="70651" y="1126"/>
                  <a:pt x="69850" y="626"/>
                </a:cubicBezTo>
                <a:lnTo>
                  <a:pt x="69350" y="326"/>
                </a:lnTo>
                <a:cubicBezTo>
                  <a:pt x="68933" y="109"/>
                  <a:pt x="68466" y="0"/>
                  <a:pt x="67999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1">
            <a:extLst>
              <a:ext uri="{FF2B5EF4-FFF2-40B4-BE49-F238E27FC236}">
                <a16:creationId xmlns:a16="http://schemas.microsoft.com/office/drawing/2014/main" id="{326CA33C-FF1C-4ED4-3A43-3F5E221C7DC8}"/>
              </a:ext>
            </a:extLst>
          </p:cNvPr>
          <p:cNvSpPr/>
          <p:nvPr/>
        </p:nvSpPr>
        <p:spPr>
          <a:xfrm rot="3041045">
            <a:off x="-1891912" y="93311"/>
            <a:ext cx="1099031" cy="1111423"/>
          </a:xfrm>
          <a:custGeom>
            <a:avLst/>
            <a:gdLst/>
            <a:ahLst/>
            <a:cxnLst/>
            <a:rect l="l" t="t" r="r" b="b"/>
            <a:pathLst>
              <a:path w="71218" h="72021" extrusionOk="0">
                <a:moveTo>
                  <a:pt x="67999" y="0"/>
                </a:moveTo>
                <a:cubicBezTo>
                  <a:pt x="67532" y="0"/>
                  <a:pt x="67065" y="109"/>
                  <a:pt x="66648" y="326"/>
                </a:cubicBezTo>
                <a:lnTo>
                  <a:pt x="1368" y="38019"/>
                </a:lnTo>
                <a:cubicBezTo>
                  <a:pt x="567" y="38520"/>
                  <a:pt x="67" y="39420"/>
                  <a:pt x="0" y="40388"/>
                </a:cubicBezTo>
                <a:lnTo>
                  <a:pt x="0" y="66506"/>
                </a:lnTo>
                <a:cubicBezTo>
                  <a:pt x="67" y="67474"/>
                  <a:pt x="567" y="68341"/>
                  <a:pt x="1368" y="68875"/>
                </a:cubicBezTo>
                <a:lnTo>
                  <a:pt x="1902" y="69175"/>
                </a:lnTo>
                <a:cubicBezTo>
                  <a:pt x="2319" y="69392"/>
                  <a:pt x="2777" y="69500"/>
                  <a:pt x="3240" y="69500"/>
                </a:cubicBezTo>
                <a:cubicBezTo>
                  <a:pt x="3703" y="69500"/>
                  <a:pt x="4170" y="69392"/>
                  <a:pt x="4604" y="69175"/>
                </a:cubicBezTo>
                <a:lnTo>
                  <a:pt x="11609" y="65139"/>
                </a:lnTo>
                <a:cubicBezTo>
                  <a:pt x="11828" y="65014"/>
                  <a:pt x="12034" y="64956"/>
                  <a:pt x="12216" y="64956"/>
                </a:cubicBezTo>
                <a:cubicBezTo>
                  <a:pt x="12670" y="64956"/>
                  <a:pt x="12976" y="65320"/>
                  <a:pt x="12976" y="65939"/>
                </a:cubicBezTo>
                <a:lnTo>
                  <a:pt x="12976" y="69075"/>
                </a:lnTo>
                <a:cubicBezTo>
                  <a:pt x="13043" y="70042"/>
                  <a:pt x="13543" y="70909"/>
                  <a:pt x="14344" y="71443"/>
                </a:cubicBezTo>
                <a:lnTo>
                  <a:pt x="14677" y="71643"/>
                </a:lnTo>
                <a:cubicBezTo>
                  <a:pt x="15119" y="71893"/>
                  <a:pt x="15661" y="72021"/>
                  <a:pt x="16155" y="72021"/>
                </a:cubicBezTo>
                <a:cubicBezTo>
                  <a:pt x="16519" y="72021"/>
                  <a:pt x="16858" y="71952"/>
                  <a:pt x="17113" y="71810"/>
                </a:cubicBezTo>
                <a:cubicBezTo>
                  <a:pt x="17846" y="71276"/>
                  <a:pt x="18447" y="70576"/>
                  <a:pt x="18847" y="69742"/>
                </a:cubicBezTo>
                <a:lnTo>
                  <a:pt x="23917" y="59068"/>
                </a:lnTo>
                <a:cubicBezTo>
                  <a:pt x="24384" y="58167"/>
                  <a:pt x="25085" y="57400"/>
                  <a:pt x="25952" y="56833"/>
                </a:cubicBezTo>
                <a:lnTo>
                  <a:pt x="69850" y="31481"/>
                </a:lnTo>
                <a:cubicBezTo>
                  <a:pt x="70684" y="30947"/>
                  <a:pt x="71184" y="30080"/>
                  <a:pt x="71218" y="29113"/>
                </a:cubicBezTo>
                <a:lnTo>
                  <a:pt x="71218" y="2961"/>
                </a:lnTo>
                <a:cubicBezTo>
                  <a:pt x="71184" y="1993"/>
                  <a:pt x="70651" y="1126"/>
                  <a:pt x="69850" y="626"/>
                </a:cubicBezTo>
                <a:lnTo>
                  <a:pt x="69350" y="326"/>
                </a:lnTo>
                <a:cubicBezTo>
                  <a:pt x="68933" y="109"/>
                  <a:pt x="68466" y="0"/>
                  <a:pt x="6799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41">
            <a:extLst>
              <a:ext uri="{FF2B5EF4-FFF2-40B4-BE49-F238E27FC236}">
                <a16:creationId xmlns:a16="http://schemas.microsoft.com/office/drawing/2014/main" id="{9980C9E6-C8E6-A762-9CB1-FF5F464B11C1}"/>
              </a:ext>
            </a:extLst>
          </p:cNvPr>
          <p:cNvSpPr/>
          <p:nvPr/>
        </p:nvSpPr>
        <p:spPr>
          <a:xfrm rot="3041045">
            <a:off x="-1883671" y="93311"/>
            <a:ext cx="1090790" cy="627894"/>
          </a:xfrm>
          <a:custGeom>
            <a:avLst/>
            <a:gdLst/>
            <a:ahLst/>
            <a:cxnLst/>
            <a:rect l="l" t="t" r="r" b="b"/>
            <a:pathLst>
              <a:path w="70684" h="40688" extrusionOk="0">
                <a:moveTo>
                  <a:pt x="70662" y="2689"/>
                </a:moveTo>
                <a:cubicBezTo>
                  <a:pt x="70673" y="2778"/>
                  <a:pt x="70681" y="2869"/>
                  <a:pt x="70684" y="2961"/>
                </a:cubicBezTo>
                <a:cubicBezTo>
                  <a:pt x="70684" y="2864"/>
                  <a:pt x="70676" y="2773"/>
                  <a:pt x="70662" y="2689"/>
                </a:cubicBezTo>
                <a:close/>
                <a:moveTo>
                  <a:pt x="67465" y="0"/>
                </a:moveTo>
                <a:cubicBezTo>
                  <a:pt x="66998" y="0"/>
                  <a:pt x="66531" y="109"/>
                  <a:pt x="66114" y="326"/>
                </a:cubicBezTo>
                <a:lnTo>
                  <a:pt x="834" y="37986"/>
                </a:lnTo>
                <a:cubicBezTo>
                  <a:pt x="500" y="38219"/>
                  <a:pt x="234" y="38486"/>
                  <a:pt x="0" y="38820"/>
                </a:cubicBezTo>
                <a:lnTo>
                  <a:pt x="3236" y="40688"/>
                </a:lnTo>
                <a:cubicBezTo>
                  <a:pt x="3469" y="40354"/>
                  <a:pt x="3736" y="40087"/>
                  <a:pt x="4070" y="39854"/>
                </a:cubicBezTo>
                <a:lnTo>
                  <a:pt x="69350" y="2160"/>
                </a:lnTo>
                <a:cubicBezTo>
                  <a:pt x="69560" y="2036"/>
                  <a:pt x="69759" y="1978"/>
                  <a:pt x="69936" y="1978"/>
                </a:cubicBezTo>
                <a:cubicBezTo>
                  <a:pt x="70309" y="1978"/>
                  <a:pt x="70585" y="2236"/>
                  <a:pt x="70662" y="2689"/>
                </a:cubicBezTo>
                <a:lnTo>
                  <a:pt x="70662" y="2689"/>
                </a:lnTo>
                <a:cubicBezTo>
                  <a:pt x="70553" y="1832"/>
                  <a:pt x="70074" y="1079"/>
                  <a:pt x="69350" y="626"/>
                </a:cubicBezTo>
                <a:lnTo>
                  <a:pt x="68816" y="326"/>
                </a:lnTo>
                <a:cubicBezTo>
                  <a:pt x="68399" y="109"/>
                  <a:pt x="67932" y="0"/>
                  <a:pt x="6746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41">
            <a:extLst>
              <a:ext uri="{FF2B5EF4-FFF2-40B4-BE49-F238E27FC236}">
                <a16:creationId xmlns:a16="http://schemas.microsoft.com/office/drawing/2014/main" id="{5F5418CA-8CD6-A4D8-5337-1580641A975A}"/>
              </a:ext>
            </a:extLst>
          </p:cNvPr>
          <p:cNvSpPr/>
          <p:nvPr/>
        </p:nvSpPr>
        <p:spPr>
          <a:xfrm rot="3041045">
            <a:off x="-1883671" y="93311"/>
            <a:ext cx="1090790" cy="627894"/>
          </a:xfrm>
          <a:custGeom>
            <a:avLst/>
            <a:gdLst/>
            <a:ahLst/>
            <a:cxnLst/>
            <a:rect l="l" t="t" r="r" b="b"/>
            <a:pathLst>
              <a:path w="70684" h="40688" extrusionOk="0">
                <a:moveTo>
                  <a:pt x="70662" y="2689"/>
                </a:moveTo>
                <a:cubicBezTo>
                  <a:pt x="70673" y="2778"/>
                  <a:pt x="70681" y="2869"/>
                  <a:pt x="70684" y="2961"/>
                </a:cubicBezTo>
                <a:cubicBezTo>
                  <a:pt x="70684" y="2864"/>
                  <a:pt x="70676" y="2773"/>
                  <a:pt x="70662" y="2689"/>
                </a:cubicBezTo>
                <a:close/>
                <a:moveTo>
                  <a:pt x="67465" y="0"/>
                </a:moveTo>
                <a:cubicBezTo>
                  <a:pt x="66998" y="0"/>
                  <a:pt x="66531" y="109"/>
                  <a:pt x="66114" y="326"/>
                </a:cubicBezTo>
                <a:lnTo>
                  <a:pt x="834" y="37986"/>
                </a:lnTo>
                <a:cubicBezTo>
                  <a:pt x="500" y="38219"/>
                  <a:pt x="234" y="38486"/>
                  <a:pt x="0" y="38820"/>
                </a:cubicBezTo>
                <a:lnTo>
                  <a:pt x="3236" y="40688"/>
                </a:lnTo>
                <a:cubicBezTo>
                  <a:pt x="3469" y="40354"/>
                  <a:pt x="3736" y="40087"/>
                  <a:pt x="4070" y="39854"/>
                </a:cubicBezTo>
                <a:lnTo>
                  <a:pt x="69350" y="2160"/>
                </a:lnTo>
                <a:cubicBezTo>
                  <a:pt x="69560" y="2036"/>
                  <a:pt x="69759" y="1978"/>
                  <a:pt x="69936" y="1978"/>
                </a:cubicBezTo>
                <a:cubicBezTo>
                  <a:pt x="70309" y="1978"/>
                  <a:pt x="70585" y="2236"/>
                  <a:pt x="70662" y="2689"/>
                </a:cubicBezTo>
                <a:lnTo>
                  <a:pt x="70662" y="2689"/>
                </a:lnTo>
                <a:cubicBezTo>
                  <a:pt x="70553" y="1832"/>
                  <a:pt x="70074" y="1079"/>
                  <a:pt x="69350" y="626"/>
                </a:cubicBezTo>
                <a:lnTo>
                  <a:pt x="68816" y="326"/>
                </a:lnTo>
                <a:cubicBezTo>
                  <a:pt x="68399" y="109"/>
                  <a:pt x="67932" y="0"/>
                  <a:pt x="6746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41">
            <a:extLst>
              <a:ext uri="{FF2B5EF4-FFF2-40B4-BE49-F238E27FC236}">
                <a16:creationId xmlns:a16="http://schemas.microsoft.com/office/drawing/2014/main" id="{F40EFD0E-27B6-42F0-2C77-2302A96A7CE3}"/>
              </a:ext>
            </a:extLst>
          </p:cNvPr>
          <p:cNvSpPr/>
          <p:nvPr/>
        </p:nvSpPr>
        <p:spPr>
          <a:xfrm rot="3041045">
            <a:off x="-1750864" y="711344"/>
            <a:ext cx="55092" cy="152514"/>
          </a:xfrm>
          <a:custGeom>
            <a:avLst/>
            <a:gdLst/>
            <a:ahLst/>
            <a:cxnLst/>
            <a:rect l="l" t="t" r="r" b="b"/>
            <a:pathLst>
              <a:path w="3570" h="9883" extrusionOk="0">
                <a:moveTo>
                  <a:pt x="3427" y="1"/>
                </a:moveTo>
                <a:cubicBezTo>
                  <a:pt x="3357" y="1"/>
                  <a:pt x="3261" y="36"/>
                  <a:pt x="3136" y="105"/>
                </a:cubicBezTo>
                <a:lnTo>
                  <a:pt x="2836" y="272"/>
                </a:lnTo>
                <a:cubicBezTo>
                  <a:pt x="2602" y="372"/>
                  <a:pt x="2435" y="605"/>
                  <a:pt x="2435" y="906"/>
                </a:cubicBezTo>
                <a:lnTo>
                  <a:pt x="2435" y="3741"/>
                </a:lnTo>
                <a:lnTo>
                  <a:pt x="1134" y="4475"/>
                </a:lnTo>
                <a:lnTo>
                  <a:pt x="1134" y="1639"/>
                </a:lnTo>
                <a:cubicBezTo>
                  <a:pt x="1134" y="1480"/>
                  <a:pt x="1087" y="1404"/>
                  <a:pt x="992" y="1404"/>
                </a:cubicBezTo>
                <a:cubicBezTo>
                  <a:pt x="928" y="1404"/>
                  <a:pt x="842" y="1439"/>
                  <a:pt x="734" y="1506"/>
                </a:cubicBezTo>
                <a:lnTo>
                  <a:pt x="434" y="1673"/>
                </a:lnTo>
                <a:cubicBezTo>
                  <a:pt x="167" y="1806"/>
                  <a:pt x="0" y="2040"/>
                  <a:pt x="0" y="2307"/>
                </a:cubicBezTo>
                <a:lnTo>
                  <a:pt x="0" y="9679"/>
                </a:lnTo>
                <a:cubicBezTo>
                  <a:pt x="0" y="9815"/>
                  <a:pt x="57" y="9883"/>
                  <a:pt x="157" y="9883"/>
                </a:cubicBezTo>
                <a:cubicBezTo>
                  <a:pt x="229" y="9883"/>
                  <a:pt x="323" y="9848"/>
                  <a:pt x="434" y="9779"/>
                </a:cubicBezTo>
                <a:lnTo>
                  <a:pt x="734" y="9612"/>
                </a:lnTo>
                <a:cubicBezTo>
                  <a:pt x="968" y="9478"/>
                  <a:pt x="1134" y="9245"/>
                  <a:pt x="1134" y="8978"/>
                </a:cubicBezTo>
                <a:lnTo>
                  <a:pt x="1134" y="5976"/>
                </a:lnTo>
                <a:lnTo>
                  <a:pt x="2435" y="5242"/>
                </a:lnTo>
                <a:lnTo>
                  <a:pt x="2435" y="8244"/>
                </a:lnTo>
                <a:cubicBezTo>
                  <a:pt x="2435" y="8403"/>
                  <a:pt x="2483" y="8480"/>
                  <a:pt x="2578" y="8480"/>
                </a:cubicBezTo>
                <a:cubicBezTo>
                  <a:pt x="2642" y="8480"/>
                  <a:pt x="2728" y="8445"/>
                  <a:pt x="2836" y="8378"/>
                </a:cubicBezTo>
                <a:lnTo>
                  <a:pt x="3136" y="8177"/>
                </a:lnTo>
                <a:cubicBezTo>
                  <a:pt x="3403" y="8077"/>
                  <a:pt x="3536" y="7844"/>
                  <a:pt x="3569" y="7577"/>
                </a:cubicBezTo>
                <a:lnTo>
                  <a:pt x="3569" y="205"/>
                </a:lnTo>
                <a:cubicBezTo>
                  <a:pt x="3569" y="69"/>
                  <a:pt x="3524" y="1"/>
                  <a:pt x="34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1">
            <a:extLst>
              <a:ext uri="{FF2B5EF4-FFF2-40B4-BE49-F238E27FC236}">
                <a16:creationId xmlns:a16="http://schemas.microsoft.com/office/drawing/2014/main" id="{0F7AAF4C-961D-F63B-3FE1-89FCAA7D476A}"/>
              </a:ext>
            </a:extLst>
          </p:cNvPr>
          <p:cNvSpPr/>
          <p:nvPr/>
        </p:nvSpPr>
        <p:spPr>
          <a:xfrm rot="3041045">
            <a:off x="-1679321" y="693119"/>
            <a:ext cx="17006" cy="129520"/>
          </a:xfrm>
          <a:custGeom>
            <a:avLst/>
            <a:gdLst/>
            <a:ahLst/>
            <a:cxnLst/>
            <a:rect l="l" t="t" r="r" b="b"/>
            <a:pathLst>
              <a:path w="1102" h="8393" extrusionOk="0">
                <a:moveTo>
                  <a:pt x="921" y="1"/>
                </a:moveTo>
                <a:cubicBezTo>
                  <a:pt x="838" y="1"/>
                  <a:pt x="721" y="42"/>
                  <a:pt x="568" y="119"/>
                </a:cubicBezTo>
                <a:cubicBezTo>
                  <a:pt x="234" y="319"/>
                  <a:pt x="68" y="552"/>
                  <a:pt x="68" y="786"/>
                </a:cubicBezTo>
                <a:lnTo>
                  <a:pt x="68" y="1453"/>
                </a:lnTo>
                <a:cubicBezTo>
                  <a:pt x="68" y="1602"/>
                  <a:pt x="120" y="1668"/>
                  <a:pt x="229" y="1668"/>
                </a:cubicBezTo>
                <a:cubicBezTo>
                  <a:pt x="316" y="1668"/>
                  <a:pt x="439" y="1627"/>
                  <a:pt x="601" y="1553"/>
                </a:cubicBezTo>
                <a:cubicBezTo>
                  <a:pt x="935" y="1353"/>
                  <a:pt x="1068" y="1119"/>
                  <a:pt x="1068" y="886"/>
                </a:cubicBezTo>
                <a:lnTo>
                  <a:pt x="1068" y="185"/>
                </a:lnTo>
                <a:cubicBezTo>
                  <a:pt x="1068" y="59"/>
                  <a:pt x="1019" y="1"/>
                  <a:pt x="921" y="1"/>
                </a:cubicBezTo>
                <a:close/>
                <a:moveTo>
                  <a:pt x="952" y="1985"/>
                </a:moveTo>
                <a:cubicBezTo>
                  <a:pt x="883" y="1985"/>
                  <a:pt x="789" y="2019"/>
                  <a:pt x="668" y="2087"/>
                </a:cubicBezTo>
                <a:lnTo>
                  <a:pt x="468" y="2220"/>
                </a:lnTo>
                <a:cubicBezTo>
                  <a:pt x="201" y="2320"/>
                  <a:pt x="34" y="2554"/>
                  <a:pt x="1" y="2854"/>
                </a:cubicBezTo>
                <a:lnTo>
                  <a:pt x="1" y="8158"/>
                </a:lnTo>
                <a:cubicBezTo>
                  <a:pt x="1" y="8317"/>
                  <a:pt x="60" y="8393"/>
                  <a:pt x="172" y="8393"/>
                </a:cubicBezTo>
                <a:cubicBezTo>
                  <a:pt x="247" y="8393"/>
                  <a:pt x="347" y="8358"/>
                  <a:pt x="468" y="8291"/>
                </a:cubicBezTo>
                <a:lnTo>
                  <a:pt x="668" y="8158"/>
                </a:lnTo>
                <a:cubicBezTo>
                  <a:pt x="935" y="8058"/>
                  <a:pt x="1102" y="7791"/>
                  <a:pt x="1102" y="7524"/>
                </a:cubicBezTo>
                <a:lnTo>
                  <a:pt x="1102" y="2220"/>
                </a:lnTo>
                <a:cubicBezTo>
                  <a:pt x="1102" y="2061"/>
                  <a:pt x="1054" y="1985"/>
                  <a:pt x="952" y="198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1">
            <a:extLst>
              <a:ext uri="{FF2B5EF4-FFF2-40B4-BE49-F238E27FC236}">
                <a16:creationId xmlns:a16="http://schemas.microsoft.com/office/drawing/2014/main" id="{0967EAF4-7246-80B1-D8DC-8ECC038E8CC9}"/>
              </a:ext>
            </a:extLst>
          </p:cNvPr>
          <p:cNvSpPr/>
          <p:nvPr/>
        </p:nvSpPr>
        <p:spPr>
          <a:xfrm rot="3041045">
            <a:off x="-1647917" y="671776"/>
            <a:ext cx="20602" cy="132715"/>
          </a:xfrm>
          <a:custGeom>
            <a:avLst/>
            <a:gdLst/>
            <a:ahLst/>
            <a:cxnLst/>
            <a:rect l="l" t="t" r="r" b="b"/>
            <a:pathLst>
              <a:path w="1335" h="8600" extrusionOk="0">
                <a:moveTo>
                  <a:pt x="1235" y="0"/>
                </a:moveTo>
                <a:cubicBezTo>
                  <a:pt x="1101" y="0"/>
                  <a:pt x="1001" y="34"/>
                  <a:pt x="901" y="101"/>
                </a:cubicBezTo>
                <a:lnTo>
                  <a:pt x="568" y="301"/>
                </a:lnTo>
                <a:cubicBezTo>
                  <a:pt x="334" y="401"/>
                  <a:pt x="167" y="634"/>
                  <a:pt x="167" y="934"/>
                </a:cubicBezTo>
                <a:lnTo>
                  <a:pt x="167" y="5705"/>
                </a:lnTo>
                <a:cubicBezTo>
                  <a:pt x="167" y="5838"/>
                  <a:pt x="167" y="5905"/>
                  <a:pt x="234" y="5938"/>
                </a:cubicBezTo>
                <a:cubicBezTo>
                  <a:pt x="251" y="5946"/>
                  <a:pt x="272" y="5951"/>
                  <a:pt x="295" y="5951"/>
                </a:cubicBezTo>
                <a:cubicBezTo>
                  <a:pt x="365" y="5951"/>
                  <a:pt x="459" y="5913"/>
                  <a:pt x="534" y="5838"/>
                </a:cubicBezTo>
                <a:lnTo>
                  <a:pt x="568" y="5805"/>
                </a:lnTo>
                <a:cubicBezTo>
                  <a:pt x="701" y="5738"/>
                  <a:pt x="801" y="5671"/>
                  <a:pt x="868" y="5571"/>
                </a:cubicBezTo>
                <a:cubicBezTo>
                  <a:pt x="935" y="5471"/>
                  <a:pt x="968" y="5338"/>
                  <a:pt x="968" y="5238"/>
                </a:cubicBezTo>
                <a:lnTo>
                  <a:pt x="1335" y="167"/>
                </a:lnTo>
                <a:cubicBezTo>
                  <a:pt x="1335" y="67"/>
                  <a:pt x="1302" y="0"/>
                  <a:pt x="1235" y="0"/>
                </a:cubicBezTo>
                <a:close/>
                <a:moveTo>
                  <a:pt x="927" y="6453"/>
                </a:moveTo>
                <a:cubicBezTo>
                  <a:pt x="862" y="6453"/>
                  <a:pt x="776" y="6491"/>
                  <a:pt x="668" y="6572"/>
                </a:cubicBezTo>
                <a:lnTo>
                  <a:pt x="434" y="6705"/>
                </a:lnTo>
                <a:cubicBezTo>
                  <a:pt x="167" y="6805"/>
                  <a:pt x="1" y="7039"/>
                  <a:pt x="1" y="7306"/>
                </a:cubicBezTo>
                <a:lnTo>
                  <a:pt x="1" y="8373"/>
                </a:lnTo>
                <a:cubicBezTo>
                  <a:pt x="1" y="8518"/>
                  <a:pt x="65" y="8599"/>
                  <a:pt x="178" y="8599"/>
                </a:cubicBezTo>
                <a:cubicBezTo>
                  <a:pt x="247" y="8599"/>
                  <a:pt x="334" y="8570"/>
                  <a:pt x="434" y="8507"/>
                </a:cubicBezTo>
                <a:lnTo>
                  <a:pt x="668" y="8340"/>
                </a:lnTo>
                <a:cubicBezTo>
                  <a:pt x="901" y="8240"/>
                  <a:pt x="1068" y="8006"/>
                  <a:pt x="1068" y="7739"/>
                </a:cubicBezTo>
                <a:lnTo>
                  <a:pt x="1068" y="6672"/>
                </a:lnTo>
                <a:cubicBezTo>
                  <a:pt x="1068" y="6533"/>
                  <a:pt x="1021" y="6453"/>
                  <a:pt x="927" y="64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41">
            <a:extLst>
              <a:ext uri="{FF2B5EF4-FFF2-40B4-BE49-F238E27FC236}">
                <a16:creationId xmlns:a16="http://schemas.microsoft.com/office/drawing/2014/main" id="{73030285-2523-0CA8-2A54-F57DF8C4E1FD}"/>
              </a:ext>
            </a:extLst>
          </p:cNvPr>
          <p:cNvSpPr/>
          <p:nvPr/>
        </p:nvSpPr>
        <p:spPr>
          <a:xfrm rot="3041045">
            <a:off x="-1750864" y="878688"/>
            <a:ext cx="55092" cy="152961"/>
          </a:xfrm>
          <a:custGeom>
            <a:avLst/>
            <a:gdLst/>
            <a:ahLst/>
            <a:cxnLst/>
            <a:rect l="l" t="t" r="r" b="b"/>
            <a:pathLst>
              <a:path w="3570" h="9912" extrusionOk="0">
                <a:moveTo>
                  <a:pt x="3420" y="0"/>
                </a:moveTo>
                <a:cubicBezTo>
                  <a:pt x="3351" y="0"/>
                  <a:pt x="3257" y="35"/>
                  <a:pt x="3136" y="102"/>
                </a:cubicBezTo>
                <a:lnTo>
                  <a:pt x="2836" y="302"/>
                </a:lnTo>
                <a:cubicBezTo>
                  <a:pt x="2602" y="402"/>
                  <a:pt x="2435" y="636"/>
                  <a:pt x="2435" y="903"/>
                </a:cubicBezTo>
                <a:lnTo>
                  <a:pt x="2435" y="3738"/>
                </a:lnTo>
                <a:lnTo>
                  <a:pt x="1134" y="4472"/>
                </a:lnTo>
                <a:lnTo>
                  <a:pt x="1134" y="1637"/>
                </a:lnTo>
                <a:cubicBezTo>
                  <a:pt x="1134" y="1500"/>
                  <a:pt x="1089" y="1432"/>
                  <a:pt x="998" y="1432"/>
                </a:cubicBezTo>
                <a:cubicBezTo>
                  <a:pt x="933" y="1432"/>
                  <a:pt x="845" y="1467"/>
                  <a:pt x="734" y="1536"/>
                </a:cubicBezTo>
                <a:lnTo>
                  <a:pt x="434" y="1703"/>
                </a:lnTo>
                <a:cubicBezTo>
                  <a:pt x="167" y="1803"/>
                  <a:pt x="0" y="2070"/>
                  <a:pt x="0" y="2337"/>
                </a:cubicBezTo>
                <a:lnTo>
                  <a:pt x="0" y="9676"/>
                </a:lnTo>
                <a:cubicBezTo>
                  <a:pt x="0" y="9835"/>
                  <a:pt x="60" y="9911"/>
                  <a:pt x="164" y="9911"/>
                </a:cubicBezTo>
                <a:cubicBezTo>
                  <a:pt x="235" y="9911"/>
                  <a:pt x="326" y="9876"/>
                  <a:pt x="434" y="9809"/>
                </a:cubicBezTo>
                <a:lnTo>
                  <a:pt x="734" y="9609"/>
                </a:lnTo>
                <a:cubicBezTo>
                  <a:pt x="968" y="9509"/>
                  <a:pt x="1134" y="9275"/>
                  <a:pt x="1134" y="9009"/>
                </a:cubicBezTo>
                <a:lnTo>
                  <a:pt x="1134" y="6006"/>
                </a:lnTo>
                <a:lnTo>
                  <a:pt x="2435" y="5273"/>
                </a:lnTo>
                <a:lnTo>
                  <a:pt x="2435" y="8275"/>
                </a:lnTo>
                <a:cubicBezTo>
                  <a:pt x="2435" y="8411"/>
                  <a:pt x="2481" y="8479"/>
                  <a:pt x="2571" y="8479"/>
                </a:cubicBezTo>
                <a:cubicBezTo>
                  <a:pt x="2636" y="8479"/>
                  <a:pt x="2724" y="8444"/>
                  <a:pt x="2836" y="8375"/>
                </a:cubicBezTo>
                <a:lnTo>
                  <a:pt x="3136" y="8208"/>
                </a:lnTo>
                <a:cubicBezTo>
                  <a:pt x="3403" y="8108"/>
                  <a:pt x="3536" y="7874"/>
                  <a:pt x="3569" y="7608"/>
                </a:cubicBezTo>
                <a:lnTo>
                  <a:pt x="3569" y="236"/>
                </a:lnTo>
                <a:cubicBezTo>
                  <a:pt x="3569" y="76"/>
                  <a:pt x="3522" y="0"/>
                  <a:pt x="342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41">
            <a:extLst>
              <a:ext uri="{FF2B5EF4-FFF2-40B4-BE49-F238E27FC236}">
                <a16:creationId xmlns:a16="http://schemas.microsoft.com/office/drawing/2014/main" id="{25BC4FD8-40F9-59C6-66FD-9BAE129AAD82}"/>
              </a:ext>
            </a:extLst>
          </p:cNvPr>
          <p:cNvSpPr/>
          <p:nvPr/>
        </p:nvSpPr>
        <p:spPr>
          <a:xfrm rot="3041045">
            <a:off x="-1681883" y="882839"/>
            <a:ext cx="47885" cy="101341"/>
          </a:xfrm>
          <a:custGeom>
            <a:avLst/>
            <a:gdLst/>
            <a:ahLst/>
            <a:cxnLst/>
            <a:rect l="l" t="t" r="r" b="b"/>
            <a:pathLst>
              <a:path w="3103" h="6567" extrusionOk="0">
                <a:moveTo>
                  <a:pt x="1679" y="1489"/>
                </a:moveTo>
                <a:cubicBezTo>
                  <a:pt x="1758" y="1489"/>
                  <a:pt x="1821" y="1571"/>
                  <a:pt x="1868" y="1734"/>
                </a:cubicBezTo>
                <a:cubicBezTo>
                  <a:pt x="1968" y="2168"/>
                  <a:pt x="2001" y="2602"/>
                  <a:pt x="1968" y="3035"/>
                </a:cubicBezTo>
                <a:cubicBezTo>
                  <a:pt x="1968" y="3502"/>
                  <a:pt x="1935" y="3969"/>
                  <a:pt x="1868" y="4436"/>
                </a:cubicBezTo>
                <a:cubicBezTo>
                  <a:pt x="1868" y="4670"/>
                  <a:pt x="1735" y="4870"/>
                  <a:pt x="1568" y="5037"/>
                </a:cubicBezTo>
                <a:cubicBezTo>
                  <a:pt x="1527" y="5053"/>
                  <a:pt x="1491" y="5061"/>
                  <a:pt x="1458" y="5061"/>
                </a:cubicBezTo>
                <a:cubicBezTo>
                  <a:pt x="1354" y="5061"/>
                  <a:pt x="1285" y="4980"/>
                  <a:pt x="1234" y="4803"/>
                </a:cubicBezTo>
                <a:cubicBezTo>
                  <a:pt x="1168" y="4370"/>
                  <a:pt x="1134" y="3936"/>
                  <a:pt x="1168" y="3502"/>
                </a:cubicBezTo>
                <a:cubicBezTo>
                  <a:pt x="1134" y="3035"/>
                  <a:pt x="1168" y="2568"/>
                  <a:pt x="1234" y="2101"/>
                </a:cubicBezTo>
                <a:cubicBezTo>
                  <a:pt x="1268" y="1868"/>
                  <a:pt x="1368" y="1668"/>
                  <a:pt x="1568" y="1534"/>
                </a:cubicBezTo>
                <a:cubicBezTo>
                  <a:pt x="1608" y="1504"/>
                  <a:pt x="1645" y="1489"/>
                  <a:pt x="1679" y="1489"/>
                </a:cubicBezTo>
                <a:close/>
                <a:moveTo>
                  <a:pt x="2154" y="0"/>
                </a:moveTo>
                <a:cubicBezTo>
                  <a:pt x="1983" y="0"/>
                  <a:pt x="1788" y="68"/>
                  <a:pt x="1568" y="200"/>
                </a:cubicBezTo>
                <a:cubicBezTo>
                  <a:pt x="1001" y="534"/>
                  <a:pt x="600" y="1034"/>
                  <a:pt x="434" y="1634"/>
                </a:cubicBezTo>
                <a:cubicBezTo>
                  <a:pt x="133" y="2435"/>
                  <a:pt x="0" y="3302"/>
                  <a:pt x="33" y="4136"/>
                </a:cubicBezTo>
                <a:cubicBezTo>
                  <a:pt x="33" y="5170"/>
                  <a:pt x="167" y="5837"/>
                  <a:pt x="434" y="6238"/>
                </a:cubicBezTo>
                <a:cubicBezTo>
                  <a:pt x="572" y="6455"/>
                  <a:pt x="768" y="6567"/>
                  <a:pt x="1009" y="6567"/>
                </a:cubicBezTo>
                <a:cubicBezTo>
                  <a:pt x="1176" y="6567"/>
                  <a:pt x="1364" y="6513"/>
                  <a:pt x="1568" y="6405"/>
                </a:cubicBezTo>
                <a:cubicBezTo>
                  <a:pt x="2102" y="6071"/>
                  <a:pt x="2502" y="5537"/>
                  <a:pt x="2702" y="4937"/>
                </a:cubicBezTo>
                <a:cubicBezTo>
                  <a:pt x="2969" y="4136"/>
                  <a:pt x="3102" y="3269"/>
                  <a:pt x="3102" y="2402"/>
                </a:cubicBezTo>
                <a:cubicBezTo>
                  <a:pt x="3102" y="1401"/>
                  <a:pt x="2969" y="700"/>
                  <a:pt x="2702" y="333"/>
                </a:cubicBezTo>
                <a:cubicBezTo>
                  <a:pt x="2553" y="109"/>
                  <a:pt x="2372" y="0"/>
                  <a:pt x="21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41">
            <a:extLst>
              <a:ext uri="{FF2B5EF4-FFF2-40B4-BE49-F238E27FC236}">
                <a16:creationId xmlns:a16="http://schemas.microsoft.com/office/drawing/2014/main" id="{424F02D9-4618-B37F-8CC6-17B3CE781097}"/>
              </a:ext>
            </a:extLst>
          </p:cNvPr>
          <p:cNvSpPr/>
          <p:nvPr/>
        </p:nvSpPr>
        <p:spPr>
          <a:xfrm rot="3041045">
            <a:off x="-1625788" y="831852"/>
            <a:ext cx="67453" cy="121233"/>
          </a:xfrm>
          <a:custGeom>
            <a:avLst/>
            <a:gdLst/>
            <a:ahLst/>
            <a:cxnLst/>
            <a:rect l="l" t="t" r="r" b="b"/>
            <a:pathLst>
              <a:path w="4371" h="7856" extrusionOk="0">
                <a:moveTo>
                  <a:pt x="4248" y="1"/>
                </a:moveTo>
                <a:cubicBezTo>
                  <a:pt x="4177" y="1"/>
                  <a:pt x="4075" y="43"/>
                  <a:pt x="3937" y="135"/>
                </a:cubicBezTo>
                <a:cubicBezTo>
                  <a:pt x="3604" y="335"/>
                  <a:pt x="3437" y="502"/>
                  <a:pt x="3437" y="669"/>
                </a:cubicBezTo>
                <a:lnTo>
                  <a:pt x="3237" y="3637"/>
                </a:lnTo>
                <a:lnTo>
                  <a:pt x="3170" y="4271"/>
                </a:lnTo>
                <a:cubicBezTo>
                  <a:pt x="3170" y="4371"/>
                  <a:pt x="3203" y="4471"/>
                  <a:pt x="3170" y="4605"/>
                </a:cubicBezTo>
                <a:cubicBezTo>
                  <a:pt x="3170" y="4705"/>
                  <a:pt x="3170" y="4838"/>
                  <a:pt x="3170" y="4938"/>
                </a:cubicBezTo>
                <a:lnTo>
                  <a:pt x="3137" y="4938"/>
                </a:lnTo>
                <a:cubicBezTo>
                  <a:pt x="3103" y="4371"/>
                  <a:pt x="3070" y="3971"/>
                  <a:pt x="3003" y="3704"/>
                </a:cubicBezTo>
                <a:lnTo>
                  <a:pt x="2703" y="1069"/>
                </a:lnTo>
                <a:cubicBezTo>
                  <a:pt x="2703" y="1015"/>
                  <a:pt x="2658" y="960"/>
                  <a:pt x="2606" y="960"/>
                </a:cubicBezTo>
                <a:cubicBezTo>
                  <a:pt x="2594" y="960"/>
                  <a:pt x="2582" y="963"/>
                  <a:pt x="2569" y="969"/>
                </a:cubicBezTo>
                <a:cubicBezTo>
                  <a:pt x="2503" y="969"/>
                  <a:pt x="2403" y="1002"/>
                  <a:pt x="2303" y="1036"/>
                </a:cubicBezTo>
                <a:lnTo>
                  <a:pt x="2136" y="1169"/>
                </a:lnTo>
                <a:cubicBezTo>
                  <a:pt x="2002" y="1236"/>
                  <a:pt x="1936" y="1302"/>
                  <a:pt x="1836" y="1403"/>
                </a:cubicBezTo>
                <a:cubicBezTo>
                  <a:pt x="1769" y="1436"/>
                  <a:pt x="1736" y="1536"/>
                  <a:pt x="1736" y="1636"/>
                </a:cubicBezTo>
                <a:lnTo>
                  <a:pt x="1435" y="4605"/>
                </a:lnTo>
                <a:cubicBezTo>
                  <a:pt x="1369" y="5072"/>
                  <a:pt x="1335" y="5539"/>
                  <a:pt x="1302" y="6006"/>
                </a:cubicBezTo>
                <a:lnTo>
                  <a:pt x="1269" y="6006"/>
                </a:lnTo>
                <a:lnTo>
                  <a:pt x="1202" y="4738"/>
                </a:lnTo>
                <a:lnTo>
                  <a:pt x="1002" y="2036"/>
                </a:lnTo>
                <a:cubicBezTo>
                  <a:pt x="1002" y="1964"/>
                  <a:pt x="958" y="1930"/>
                  <a:pt x="884" y="1930"/>
                </a:cubicBezTo>
                <a:cubicBezTo>
                  <a:pt x="787" y="1930"/>
                  <a:pt x="638" y="1989"/>
                  <a:pt x="468" y="2103"/>
                </a:cubicBezTo>
                <a:cubicBezTo>
                  <a:pt x="168" y="2270"/>
                  <a:pt x="1" y="2437"/>
                  <a:pt x="1" y="2637"/>
                </a:cubicBezTo>
                <a:lnTo>
                  <a:pt x="1" y="2837"/>
                </a:lnTo>
                <a:lnTo>
                  <a:pt x="802" y="7707"/>
                </a:lnTo>
                <a:cubicBezTo>
                  <a:pt x="802" y="7807"/>
                  <a:pt x="835" y="7840"/>
                  <a:pt x="902" y="7840"/>
                </a:cubicBezTo>
                <a:cubicBezTo>
                  <a:pt x="924" y="7852"/>
                  <a:pt x="946" y="7855"/>
                  <a:pt x="968" y="7855"/>
                </a:cubicBezTo>
                <a:cubicBezTo>
                  <a:pt x="1013" y="7855"/>
                  <a:pt x="1057" y="7840"/>
                  <a:pt x="1102" y="7840"/>
                </a:cubicBezTo>
                <a:lnTo>
                  <a:pt x="1369" y="7674"/>
                </a:lnTo>
                <a:cubicBezTo>
                  <a:pt x="1435" y="7640"/>
                  <a:pt x="1502" y="7574"/>
                  <a:pt x="1569" y="7507"/>
                </a:cubicBezTo>
                <a:cubicBezTo>
                  <a:pt x="1635" y="7440"/>
                  <a:pt x="1669" y="7340"/>
                  <a:pt x="1669" y="7273"/>
                </a:cubicBezTo>
                <a:lnTo>
                  <a:pt x="2136" y="3971"/>
                </a:lnTo>
                <a:cubicBezTo>
                  <a:pt x="2169" y="3938"/>
                  <a:pt x="2169" y="3738"/>
                  <a:pt x="2169" y="3504"/>
                </a:cubicBezTo>
                <a:cubicBezTo>
                  <a:pt x="2169" y="3404"/>
                  <a:pt x="2169" y="3237"/>
                  <a:pt x="2169" y="3037"/>
                </a:cubicBezTo>
                <a:lnTo>
                  <a:pt x="2203" y="3037"/>
                </a:lnTo>
                <a:cubicBezTo>
                  <a:pt x="2236" y="3104"/>
                  <a:pt x="2236" y="3237"/>
                  <a:pt x="2236" y="3471"/>
                </a:cubicBezTo>
                <a:cubicBezTo>
                  <a:pt x="2236" y="3571"/>
                  <a:pt x="2269" y="3704"/>
                  <a:pt x="2269" y="3871"/>
                </a:cubicBezTo>
                <a:lnTo>
                  <a:pt x="2736" y="6640"/>
                </a:lnTo>
                <a:cubicBezTo>
                  <a:pt x="2736" y="6706"/>
                  <a:pt x="2770" y="6773"/>
                  <a:pt x="2836" y="6773"/>
                </a:cubicBezTo>
                <a:cubicBezTo>
                  <a:pt x="2903" y="6773"/>
                  <a:pt x="3003" y="6740"/>
                  <a:pt x="3070" y="6706"/>
                </a:cubicBezTo>
                <a:lnTo>
                  <a:pt x="3303" y="6573"/>
                </a:lnTo>
                <a:cubicBezTo>
                  <a:pt x="3470" y="6473"/>
                  <a:pt x="3570" y="6339"/>
                  <a:pt x="3604" y="6139"/>
                </a:cubicBezTo>
                <a:lnTo>
                  <a:pt x="4371" y="335"/>
                </a:lnTo>
                <a:lnTo>
                  <a:pt x="4371" y="168"/>
                </a:lnTo>
                <a:cubicBezTo>
                  <a:pt x="4371" y="60"/>
                  <a:pt x="4332" y="1"/>
                  <a:pt x="424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41">
            <a:extLst>
              <a:ext uri="{FF2B5EF4-FFF2-40B4-BE49-F238E27FC236}">
                <a16:creationId xmlns:a16="http://schemas.microsoft.com/office/drawing/2014/main" id="{48D468C7-52F3-6873-8AE1-2B89170BEA1C}"/>
              </a:ext>
            </a:extLst>
          </p:cNvPr>
          <p:cNvSpPr/>
          <p:nvPr/>
        </p:nvSpPr>
        <p:spPr>
          <a:xfrm rot="3041045">
            <a:off x="-1531067" y="794599"/>
            <a:ext cx="42222" cy="102468"/>
          </a:xfrm>
          <a:custGeom>
            <a:avLst/>
            <a:gdLst/>
            <a:ahLst/>
            <a:cxnLst/>
            <a:rect l="l" t="t" r="r" b="b"/>
            <a:pathLst>
              <a:path w="2736" h="6640" extrusionOk="0">
                <a:moveTo>
                  <a:pt x="2249" y="1"/>
                </a:moveTo>
                <a:cubicBezTo>
                  <a:pt x="2209" y="1"/>
                  <a:pt x="2171" y="5"/>
                  <a:pt x="2136" y="14"/>
                </a:cubicBezTo>
                <a:cubicBezTo>
                  <a:pt x="1969" y="47"/>
                  <a:pt x="1769" y="114"/>
                  <a:pt x="1635" y="214"/>
                </a:cubicBezTo>
                <a:cubicBezTo>
                  <a:pt x="534" y="848"/>
                  <a:pt x="1" y="2182"/>
                  <a:pt x="1" y="4250"/>
                </a:cubicBezTo>
                <a:cubicBezTo>
                  <a:pt x="1" y="5838"/>
                  <a:pt x="315" y="6639"/>
                  <a:pt x="944" y="6639"/>
                </a:cubicBezTo>
                <a:cubicBezTo>
                  <a:pt x="1135" y="6639"/>
                  <a:pt x="1354" y="6566"/>
                  <a:pt x="1602" y="6418"/>
                </a:cubicBezTo>
                <a:cubicBezTo>
                  <a:pt x="1769" y="6318"/>
                  <a:pt x="1935" y="6185"/>
                  <a:pt x="2069" y="6051"/>
                </a:cubicBezTo>
                <a:cubicBezTo>
                  <a:pt x="2269" y="5885"/>
                  <a:pt x="2402" y="5685"/>
                  <a:pt x="2536" y="5484"/>
                </a:cubicBezTo>
                <a:cubicBezTo>
                  <a:pt x="2636" y="5351"/>
                  <a:pt x="2703" y="5184"/>
                  <a:pt x="2736" y="4984"/>
                </a:cubicBezTo>
                <a:cubicBezTo>
                  <a:pt x="2703" y="4817"/>
                  <a:pt x="2669" y="4650"/>
                  <a:pt x="2603" y="4484"/>
                </a:cubicBezTo>
                <a:cubicBezTo>
                  <a:pt x="2547" y="4345"/>
                  <a:pt x="2491" y="4275"/>
                  <a:pt x="2436" y="4275"/>
                </a:cubicBezTo>
                <a:cubicBezTo>
                  <a:pt x="2425" y="4275"/>
                  <a:pt x="2414" y="4278"/>
                  <a:pt x="2402" y="4284"/>
                </a:cubicBezTo>
                <a:cubicBezTo>
                  <a:pt x="2336" y="4350"/>
                  <a:pt x="2302" y="4384"/>
                  <a:pt x="2269" y="4450"/>
                </a:cubicBezTo>
                <a:lnTo>
                  <a:pt x="2169" y="4584"/>
                </a:lnTo>
                <a:cubicBezTo>
                  <a:pt x="2102" y="4650"/>
                  <a:pt x="2035" y="4717"/>
                  <a:pt x="1969" y="4817"/>
                </a:cubicBezTo>
                <a:cubicBezTo>
                  <a:pt x="1902" y="4884"/>
                  <a:pt x="1802" y="4951"/>
                  <a:pt x="1735" y="5017"/>
                </a:cubicBezTo>
                <a:cubicBezTo>
                  <a:pt x="1684" y="5048"/>
                  <a:pt x="1626" y="5063"/>
                  <a:pt x="1569" y="5063"/>
                </a:cubicBezTo>
                <a:cubicBezTo>
                  <a:pt x="1443" y="5063"/>
                  <a:pt x="1325" y="4989"/>
                  <a:pt x="1302" y="4851"/>
                </a:cubicBezTo>
                <a:cubicBezTo>
                  <a:pt x="1168" y="4450"/>
                  <a:pt x="1135" y="4017"/>
                  <a:pt x="1135" y="3583"/>
                </a:cubicBezTo>
                <a:cubicBezTo>
                  <a:pt x="1135" y="3116"/>
                  <a:pt x="1168" y="2649"/>
                  <a:pt x="1302" y="2182"/>
                </a:cubicBezTo>
                <a:cubicBezTo>
                  <a:pt x="1368" y="1882"/>
                  <a:pt x="1502" y="1648"/>
                  <a:pt x="1735" y="1515"/>
                </a:cubicBezTo>
                <a:cubicBezTo>
                  <a:pt x="1835" y="1448"/>
                  <a:pt x="1902" y="1415"/>
                  <a:pt x="2002" y="1415"/>
                </a:cubicBezTo>
                <a:cubicBezTo>
                  <a:pt x="2069" y="1415"/>
                  <a:pt x="2169" y="1448"/>
                  <a:pt x="2236" y="1448"/>
                </a:cubicBezTo>
                <a:cubicBezTo>
                  <a:pt x="2252" y="1465"/>
                  <a:pt x="2277" y="1473"/>
                  <a:pt x="2302" y="1473"/>
                </a:cubicBezTo>
                <a:cubicBezTo>
                  <a:pt x="2327" y="1473"/>
                  <a:pt x="2352" y="1465"/>
                  <a:pt x="2369" y="1448"/>
                </a:cubicBezTo>
                <a:cubicBezTo>
                  <a:pt x="2436" y="1415"/>
                  <a:pt x="2536" y="1248"/>
                  <a:pt x="2603" y="981"/>
                </a:cubicBezTo>
                <a:cubicBezTo>
                  <a:pt x="2669" y="781"/>
                  <a:pt x="2703" y="581"/>
                  <a:pt x="2703" y="381"/>
                </a:cubicBezTo>
                <a:cubicBezTo>
                  <a:pt x="2736" y="247"/>
                  <a:pt x="2669" y="147"/>
                  <a:pt x="2569" y="81"/>
                </a:cubicBezTo>
                <a:cubicBezTo>
                  <a:pt x="2472" y="32"/>
                  <a:pt x="2356" y="1"/>
                  <a:pt x="224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41">
            <a:extLst>
              <a:ext uri="{FF2B5EF4-FFF2-40B4-BE49-F238E27FC236}">
                <a16:creationId xmlns:a16="http://schemas.microsoft.com/office/drawing/2014/main" id="{6A9877A4-F8DF-A125-501B-948B7592B83F}"/>
              </a:ext>
            </a:extLst>
          </p:cNvPr>
          <p:cNvSpPr/>
          <p:nvPr/>
        </p:nvSpPr>
        <p:spPr>
          <a:xfrm rot="3041045">
            <a:off x="-1481654" y="767223"/>
            <a:ext cx="46358" cy="104567"/>
          </a:xfrm>
          <a:custGeom>
            <a:avLst/>
            <a:gdLst/>
            <a:ahLst/>
            <a:cxnLst/>
            <a:rect l="l" t="t" r="r" b="b"/>
            <a:pathLst>
              <a:path w="3004" h="6776" extrusionOk="0">
                <a:moveTo>
                  <a:pt x="1802" y="3289"/>
                </a:moveTo>
                <a:lnTo>
                  <a:pt x="1802" y="4623"/>
                </a:lnTo>
                <a:cubicBezTo>
                  <a:pt x="1769" y="4757"/>
                  <a:pt x="1736" y="4890"/>
                  <a:pt x="1635" y="4990"/>
                </a:cubicBezTo>
                <a:cubicBezTo>
                  <a:pt x="1602" y="5090"/>
                  <a:pt x="1535" y="5157"/>
                  <a:pt x="1435" y="5224"/>
                </a:cubicBezTo>
                <a:cubicBezTo>
                  <a:pt x="1375" y="5254"/>
                  <a:pt x="1329" y="5270"/>
                  <a:pt x="1290" y="5270"/>
                </a:cubicBezTo>
                <a:cubicBezTo>
                  <a:pt x="1242" y="5270"/>
                  <a:pt x="1205" y="5245"/>
                  <a:pt x="1168" y="5190"/>
                </a:cubicBezTo>
                <a:cubicBezTo>
                  <a:pt x="1068" y="5057"/>
                  <a:pt x="1035" y="4890"/>
                  <a:pt x="1068" y="4723"/>
                </a:cubicBezTo>
                <a:cubicBezTo>
                  <a:pt x="1002" y="4156"/>
                  <a:pt x="1302" y="3589"/>
                  <a:pt x="1802" y="3289"/>
                </a:cubicBezTo>
                <a:close/>
                <a:moveTo>
                  <a:pt x="2184" y="0"/>
                </a:moveTo>
                <a:cubicBezTo>
                  <a:pt x="1983" y="0"/>
                  <a:pt x="1736" y="85"/>
                  <a:pt x="1435" y="253"/>
                </a:cubicBezTo>
                <a:cubicBezTo>
                  <a:pt x="1235" y="387"/>
                  <a:pt x="1035" y="520"/>
                  <a:pt x="868" y="687"/>
                </a:cubicBezTo>
                <a:cubicBezTo>
                  <a:pt x="701" y="854"/>
                  <a:pt x="535" y="1021"/>
                  <a:pt x="401" y="1221"/>
                </a:cubicBezTo>
                <a:cubicBezTo>
                  <a:pt x="301" y="1354"/>
                  <a:pt x="234" y="1521"/>
                  <a:pt x="234" y="1688"/>
                </a:cubicBezTo>
                <a:cubicBezTo>
                  <a:pt x="234" y="1821"/>
                  <a:pt x="268" y="1921"/>
                  <a:pt x="301" y="2021"/>
                </a:cubicBezTo>
                <a:cubicBezTo>
                  <a:pt x="335" y="2121"/>
                  <a:pt x="401" y="2221"/>
                  <a:pt x="468" y="2322"/>
                </a:cubicBezTo>
                <a:cubicBezTo>
                  <a:pt x="517" y="2370"/>
                  <a:pt x="548" y="2401"/>
                  <a:pt x="587" y="2401"/>
                </a:cubicBezTo>
                <a:cubicBezTo>
                  <a:pt x="601" y="2401"/>
                  <a:pt x="617" y="2397"/>
                  <a:pt x="635" y="2388"/>
                </a:cubicBezTo>
                <a:cubicBezTo>
                  <a:pt x="701" y="2355"/>
                  <a:pt x="735" y="2288"/>
                  <a:pt x="768" y="2221"/>
                </a:cubicBezTo>
                <a:cubicBezTo>
                  <a:pt x="902" y="2088"/>
                  <a:pt x="968" y="1955"/>
                  <a:pt x="1068" y="1888"/>
                </a:cubicBezTo>
                <a:cubicBezTo>
                  <a:pt x="1135" y="1788"/>
                  <a:pt x="1235" y="1688"/>
                  <a:pt x="1369" y="1654"/>
                </a:cubicBezTo>
                <a:cubicBezTo>
                  <a:pt x="1442" y="1599"/>
                  <a:pt x="1516" y="1575"/>
                  <a:pt x="1578" y="1575"/>
                </a:cubicBezTo>
                <a:cubicBezTo>
                  <a:pt x="1629" y="1575"/>
                  <a:pt x="1672" y="1591"/>
                  <a:pt x="1702" y="1621"/>
                </a:cubicBezTo>
                <a:cubicBezTo>
                  <a:pt x="1802" y="1754"/>
                  <a:pt x="1836" y="1921"/>
                  <a:pt x="1802" y="2088"/>
                </a:cubicBezTo>
                <a:lnTo>
                  <a:pt x="1802" y="2288"/>
                </a:lnTo>
                <a:cubicBezTo>
                  <a:pt x="668" y="2922"/>
                  <a:pt x="1" y="4123"/>
                  <a:pt x="68" y="5424"/>
                </a:cubicBezTo>
                <a:cubicBezTo>
                  <a:pt x="34" y="5824"/>
                  <a:pt x="134" y="6258"/>
                  <a:pt x="335" y="6591"/>
                </a:cubicBezTo>
                <a:cubicBezTo>
                  <a:pt x="425" y="6718"/>
                  <a:pt x="545" y="6776"/>
                  <a:pt x="689" y="6776"/>
                </a:cubicBezTo>
                <a:cubicBezTo>
                  <a:pt x="810" y="6776"/>
                  <a:pt x="949" y="6734"/>
                  <a:pt x="1102" y="6658"/>
                </a:cubicBezTo>
                <a:cubicBezTo>
                  <a:pt x="1302" y="6525"/>
                  <a:pt x="1469" y="6358"/>
                  <a:pt x="1602" y="6158"/>
                </a:cubicBezTo>
                <a:cubicBezTo>
                  <a:pt x="1736" y="5957"/>
                  <a:pt x="1836" y="5757"/>
                  <a:pt x="1902" y="5524"/>
                </a:cubicBezTo>
                <a:cubicBezTo>
                  <a:pt x="1936" y="5657"/>
                  <a:pt x="1969" y="5791"/>
                  <a:pt x="2002" y="5924"/>
                </a:cubicBezTo>
                <a:cubicBezTo>
                  <a:pt x="2022" y="5963"/>
                  <a:pt x="2053" y="5979"/>
                  <a:pt x="2089" y="5979"/>
                </a:cubicBezTo>
                <a:cubicBezTo>
                  <a:pt x="2114" y="5979"/>
                  <a:pt x="2142" y="5971"/>
                  <a:pt x="2169" y="5957"/>
                </a:cubicBezTo>
                <a:cubicBezTo>
                  <a:pt x="2369" y="5824"/>
                  <a:pt x="2536" y="5691"/>
                  <a:pt x="2703" y="5557"/>
                </a:cubicBezTo>
                <a:cubicBezTo>
                  <a:pt x="2903" y="5357"/>
                  <a:pt x="3003" y="5224"/>
                  <a:pt x="3003" y="5090"/>
                </a:cubicBezTo>
                <a:cubicBezTo>
                  <a:pt x="3003" y="5023"/>
                  <a:pt x="3003" y="4923"/>
                  <a:pt x="2970" y="4857"/>
                </a:cubicBezTo>
                <a:cubicBezTo>
                  <a:pt x="2970" y="4657"/>
                  <a:pt x="2970" y="4456"/>
                  <a:pt x="2936" y="4256"/>
                </a:cubicBezTo>
                <a:cubicBezTo>
                  <a:pt x="2903" y="4089"/>
                  <a:pt x="2903" y="3823"/>
                  <a:pt x="2903" y="3489"/>
                </a:cubicBezTo>
                <a:lnTo>
                  <a:pt x="2903" y="1388"/>
                </a:lnTo>
                <a:cubicBezTo>
                  <a:pt x="2970" y="954"/>
                  <a:pt x="2836" y="487"/>
                  <a:pt x="2569" y="153"/>
                </a:cubicBezTo>
                <a:cubicBezTo>
                  <a:pt x="2467" y="51"/>
                  <a:pt x="2340" y="0"/>
                  <a:pt x="218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41">
            <a:extLst>
              <a:ext uri="{FF2B5EF4-FFF2-40B4-BE49-F238E27FC236}">
                <a16:creationId xmlns:a16="http://schemas.microsoft.com/office/drawing/2014/main" id="{63D65D1B-1B76-81AA-394C-1AD7305CC59D}"/>
              </a:ext>
            </a:extLst>
          </p:cNvPr>
          <p:cNvSpPr/>
          <p:nvPr/>
        </p:nvSpPr>
        <p:spPr>
          <a:xfrm rot="3041045">
            <a:off x="7455851" y="-587855"/>
            <a:ext cx="46342" cy="112499"/>
          </a:xfrm>
          <a:custGeom>
            <a:avLst/>
            <a:gdLst/>
            <a:ahLst/>
            <a:cxnLst/>
            <a:rect l="l" t="t" r="r" b="b"/>
            <a:pathLst>
              <a:path w="3003" h="7290" extrusionOk="0">
                <a:moveTo>
                  <a:pt x="2472" y="1"/>
                </a:moveTo>
                <a:cubicBezTo>
                  <a:pt x="2375" y="1"/>
                  <a:pt x="2263" y="43"/>
                  <a:pt x="2135" y="122"/>
                </a:cubicBezTo>
                <a:cubicBezTo>
                  <a:pt x="1902" y="256"/>
                  <a:pt x="1702" y="456"/>
                  <a:pt x="1568" y="689"/>
                </a:cubicBezTo>
                <a:cubicBezTo>
                  <a:pt x="1368" y="956"/>
                  <a:pt x="1235" y="1223"/>
                  <a:pt x="1135" y="1557"/>
                </a:cubicBezTo>
                <a:cubicBezTo>
                  <a:pt x="1135" y="1490"/>
                  <a:pt x="1101" y="1390"/>
                  <a:pt x="1101" y="1256"/>
                </a:cubicBezTo>
                <a:cubicBezTo>
                  <a:pt x="1101" y="1156"/>
                  <a:pt x="1068" y="1056"/>
                  <a:pt x="1034" y="956"/>
                </a:cubicBezTo>
                <a:cubicBezTo>
                  <a:pt x="1015" y="917"/>
                  <a:pt x="984" y="901"/>
                  <a:pt x="948" y="901"/>
                </a:cubicBezTo>
                <a:cubicBezTo>
                  <a:pt x="923" y="901"/>
                  <a:pt x="895" y="909"/>
                  <a:pt x="868" y="923"/>
                </a:cubicBezTo>
                <a:cubicBezTo>
                  <a:pt x="668" y="1056"/>
                  <a:pt x="467" y="1190"/>
                  <a:pt x="301" y="1356"/>
                </a:cubicBezTo>
                <a:cubicBezTo>
                  <a:pt x="134" y="1456"/>
                  <a:pt x="34" y="1657"/>
                  <a:pt x="0" y="1857"/>
                </a:cubicBezTo>
                <a:cubicBezTo>
                  <a:pt x="0" y="1890"/>
                  <a:pt x="0" y="2024"/>
                  <a:pt x="34" y="2257"/>
                </a:cubicBezTo>
                <a:cubicBezTo>
                  <a:pt x="67" y="2491"/>
                  <a:pt x="67" y="2857"/>
                  <a:pt x="67" y="3391"/>
                </a:cubicBezTo>
                <a:lnTo>
                  <a:pt x="67" y="7060"/>
                </a:lnTo>
                <a:cubicBezTo>
                  <a:pt x="67" y="7213"/>
                  <a:pt x="111" y="7289"/>
                  <a:pt x="210" y="7289"/>
                </a:cubicBezTo>
                <a:cubicBezTo>
                  <a:pt x="285" y="7289"/>
                  <a:pt x="391" y="7246"/>
                  <a:pt x="534" y="7161"/>
                </a:cubicBezTo>
                <a:lnTo>
                  <a:pt x="801" y="7027"/>
                </a:lnTo>
                <a:cubicBezTo>
                  <a:pt x="934" y="6960"/>
                  <a:pt x="1034" y="6860"/>
                  <a:pt x="1101" y="6760"/>
                </a:cubicBezTo>
                <a:cubicBezTo>
                  <a:pt x="1168" y="6660"/>
                  <a:pt x="1235" y="6527"/>
                  <a:pt x="1235" y="6427"/>
                </a:cubicBezTo>
                <a:lnTo>
                  <a:pt x="1235" y="2457"/>
                </a:lnTo>
                <a:cubicBezTo>
                  <a:pt x="1268" y="2224"/>
                  <a:pt x="1401" y="2024"/>
                  <a:pt x="1602" y="1857"/>
                </a:cubicBezTo>
                <a:cubicBezTo>
                  <a:pt x="1652" y="1823"/>
                  <a:pt x="1693" y="1807"/>
                  <a:pt x="1727" y="1807"/>
                </a:cubicBezTo>
                <a:cubicBezTo>
                  <a:pt x="1760" y="1807"/>
                  <a:pt x="1785" y="1823"/>
                  <a:pt x="1802" y="1857"/>
                </a:cubicBezTo>
                <a:cubicBezTo>
                  <a:pt x="1868" y="1990"/>
                  <a:pt x="1868" y="2157"/>
                  <a:pt x="1868" y="2290"/>
                </a:cubicBezTo>
                <a:lnTo>
                  <a:pt x="1868" y="6026"/>
                </a:lnTo>
                <a:cubicBezTo>
                  <a:pt x="1868" y="6186"/>
                  <a:pt x="1916" y="6262"/>
                  <a:pt x="2018" y="6262"/>
                </a:cubicBezTo>
                <a:cubicBezTo>
                  <a:pt x="2087" y="6262"/>
                  <a:pt x="2181" y="6227"/>
                  <a:pt x="2302" y="6160"/>
                </a:cubicBezTo>
                <a:lnTo>
                  <a:pt x="2536" y="5993"/>
                </a:lnTo>
                <a:cubicBezTo>
                  <a:pt x="2769" y="5893"/>
                  <a:pt x="2936" y="5659"/>
                  <a:pt x="2969" y="5393"/>
                </a:cubicBezTo>
                <a:lnTo>
                  <a:pt x="2969" y="1223"/>
                </a:lnTo>
                <a:cubicBezTo>
                  <a:pt x="3003" y="856"/>
                  <a:pt x="2902" y="489"/>
                  <a:pt x="2736" y="156"/>
                </a:cubicBezTo>
                <a:cubicBezTo>
                  <a:pt x="2666" y="51"/>
                  <a:pt x="2578" y="1"/>
                  <a:pt x="24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41">
            <a:extLst>
              <a:ext uri="{FF2B5EF4-FFF2-40B4-BE49-F238E27FC236}">
                <a16:creationId xmlns:a16="http://schemas.microsoft.com/office/drawing/2014/main" id="{7F942013-01E5-1C74-220D-FA696AEFBE48}"/>
              </a:ext>
            </a:extLst>
          </p:cNvPr>
          <p:cNvSpPr/>
          <p:nvPr/>
        </p:nvSpPr>
        <p:spPr>
          <a:xfrm rot="3041045">
            <a:off x="-1343692" y="665573"/>
            <a:ext cx="18040" cy="130816"/>
          </a:xfrm>
          <a:custGeom>
            <a:avLst/>
            <a:gdLst/>
            <a:ahLst/>
            <a:cxnLst/>
            <a:rect l="l" t="t" r="r" b="b"/>
            <a:pathLst>
              <a:path w="1169" h="8477" extrusionOk="0">
                <a:moveTo>
                  <a:pt x="1018" y="0"/>
                </a:moveTo>
                <a:cubicBezTo>
                  <a:pt x="949" y="0"/>
                  <a:pt x="856" y="35"/>
                  <a:pt x="735" y="102"/>
                </a:cubicBezTo>
                <a:lnTo>
                  <a:pt x="434" y="269"/>
                </a:lnTo>
                <a:cubicBezTo>
                  <a:pt x="201" y="402"/>
                  <a:pt x="34" y="636"/>
                  <a:pt x="1" y="903"/>
                </a:cubicBezTo>
                <a:lnTo>
                  <a:pt x="1" y="8241"/>
                </a:lnTo>
                <a:cubicBezTo>
                  <a:pt x="1" y="8401"/>
                  <a:pt x="60" y="8477"/>
                  <a:pt x="165" y="8477"/>
                </a:cubicBezTo>
                <a:cubicBezTo>
                  <a:pt x="235" y="8477"/>
                  <a:pt x="327" y="8442"/>
                  <a:pt x="434" y="8375"/>
                </a:cubicBezTo>
                <a:lnTo>
                  <a:pt x="735" y="8208"/>
                </a:lnTo>
                <a:cubicBezTo>
                  <a:pt x="1001" y="8075"/>
                  <a:pt x="1135" y="7841"/>
                  <a:pt x="1168" y="7574"/>
                </a:cubicBezTo>
                <a:lnTo>
                  <a:pt x="1168" y="236"/>
                </a:lnTo>
                <a:cubicBezTo>
                  <a:pt x="1168" y="76"/>
                  <a:pt x="1121" y="0"/>
                  <a:pt x="10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41">
            <a:extLst>
              <a:ext uri="{FF2B5EF4-FFF2-40B4-BE49-F238E27FC236}">
                <a16:creationId xmlns:a16="http://schemas.microsoft.com/office/drawing/2014/main" id="{6EF6CF3D-D05A-C298-F97F-B3AAB519FC5F}"/>
              </a:ext>
            </a:extLst>
          </p:cNvPr>
          <p:cNvSpPr/>
          <p:nvPr/>
        </p:nvSpPr>
        <p:spPr>
          <a:xfrm rot="3041045">
            <a:off x="-1291702" y="626962"/>
            <a:ext cx="44799" cy="139721"/>
          </a:xfrm>
          <a:custGeom>
            <a:avLst/>
            <a:gdLst/>
            <a:ahLst/>
            <a:cxnLst/>
            <a:rect l="l" t="t" r="r" b="b"/>
            <a:pathLst>
              <a:path w="2903" h="9054" extrusionOk="0">
                <a:moveTo>
                  <a:pt x="926" y="1"/>
                </a:moveTo>
                <a:cubicBezTo>
                  <a:pt x="861" y="1"/>
                  <a:pt x="775" y="35"/>
                  <a:pt x="668" y="102"/>
                </a:cubicBezTo>
                <a:lnTo>
                  <a:pt x="401" y="236"/>
                </a:lnTo>
                <a:cubicBezTo>
                  <a:pt x="168" y="369"/>
                  <a:pt x="1" y="603"/>
                  <a:pt x="1" y="870"/>
                </a:cubicBezTo>
                <a:lnTo>
                  <a:pt x="1" y="8842"/>
                </a:lnTo>
                <a:cubicBezTo>
                  <a:pt x="1" y="8986"/>
                  <a:pt x="51" y="9054"/>
                  <a:pt x="168" y="9054"/>
                </a:cubicBezTo>
                <a:cubicBezTo>
                  <a:pt x="241" y="9054"/>
                  <a:pt x="339" y="9027"/>
                  <a:pt x="468" y="8975"/>
                </a:cubicBezTo>
                <a:lnTo>
                  <a:pt x="701" y="8842"/>
                </a:lnTo>
                <a:cubicBezTo>
                  <a:pt x="968" y="8709"/>
                  <a:pt x="1102" y="8475"/>
                  <a:pt x="1135" y="8208"/>
                </a:cubicBezTo>
                <a:lnTo>
                  <a:pt x="1135" y="4205"/>
                </a:lnTo>
                <a:cubicBezTo>
                  <a:pt x="1168" y="4005"/>
                  <a:pt x="1302" y="3772"/>
                  <a:pt x="1502" y="3638"/>
                </a:cubicBezTo>
                <a:cubicBezTo>
                  <a:pt x="1552" y="3605"/>
                  <a:pt x="1594" y="3588"/>
                  <a:pt x="1627" y="3588"/>
                </a:cubicBezTo>
                <a:cubicBezTo>
                  <a:pt x="1660" y="3588"/>
                  <a:pt x="1685" y="3605"/>
                  <a:pt x="1702" y="3638"/>
                </a:cubicBezTo>
                <a:cubicBezTo>
                  <a:pt x="1769" y="3772"/>
                  <a:pt x="1802" y="3905"/>
                  <a:pt x="1769" y="4072"/>
                </a:cubicBezTo>
                <a:lnTo>
                  <a:pt x="1769" y="7808"/>
                </a:lnTo>
                <a:cubicBezTo>
                  <a:pt x="1769" y="7953"/>
                  <a:pt x="1820" y="8034"/>
                  <a:pt x="1932" y="8034"/>
                </a:cubicBezTo>
                <a:cubicBezTo>
                  <a:pt x="1999" y="8034"/>
                  <a:pt x="2089" y="8004"/>
                  <a:pt x="2202" y="7941"/>
                </a:cubicBezTo>
                <a:lnTo>
                  <a:pt x="2436" y="7775"/>
                </a:lnTo>
                <a:cubicBezTo>
                  <a:pt x="2703" y="7675"/>
                  <a:pt x="2869" y="7441"/>
                  <a:pt x="2869" y="7174"/>
                </a:cubicBezTo>
                <a:lnTo>
                  <a:pt x="2869" y="3005"/>
                </a:lnTo>
                <a:cubicBezTo>
                  <a:pt x="2903" y="2638"/>
                  <a:pt x="2836" y="2237"/>
                  <a:pt x="2669" y="1937"/>
                </a:cubicBezTo>
                <a:cubicBezTo>
                  <a:pt x="2578" y="1827"/>
                  <a:pt x="2476" y="1777"/>
                  <a:pt x="2358" y="1777"/>
                </a:cubicBezTo>
                <a:cubicBezTo>
                  <a:pt x="2262" y="1777"/>
                  <a:pt x="2156" y="1810"/>
                  <a:pt x="2036" y="1870"/>
                </a:cubicBezTo>
                <a:cubicBezTo>
                  <a:pt x="1802" y="2004"/>
                  <a:pt x="1635" y="2204"/>
                  <a:pt x="1502" y="2404"/>
                </a:cubicBezTo>
                <a:cubicBezTo>
                  <a:pt x="1335" y="2671"/>
                  <a:pt x="1168" y="2904"/>
                  <a:pt x="1068" y="3205"/>
                </a:cubicBezTo>
                <a:lnTo>
                  <a:pt x="1068" y="236"/>
                </a:lnTo>
                <a:cubicBezTo>
                  <a:pt x="1068" y="77"/>
                  <a:pt x="1021" y="1"/>
                  <a:pt x="9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1">
            <a:extLst>
              <a:ext uri="{FF2B5EF4-FFF2-40B4-BE49-F238E27FC236}">
                <a16:creationId xmlns:a16="http://schemas.microsoft.com/office/drawing/2014/main" id="{A554EBEF-CAFA-0FCA-7377-74537E5F0248}"/>
              </a:ext>
            </a:extLst>
          </p:cNvPr>
          <p:cNvSpPr/>
          <p:nvPr/>
        </p:nvSpPr>
        <p:spPr>
          <a:xfrm rot="3041045">
            <a:off x="-1235592" y="625033"/>
            <a:ext cx="46867" cy="100817"/>
          </a:xfrm>
          <a:custGeom>
            <a:avLst/>
            <a:gdLst/>
            <a:ahLst/>
            <a:cxnLst/>
            <a:rect l="l" t="t" r="r" b="b"/>
            <a:pathLst>
              <a:path w="3037" h="6533" extrusionOk="0">
                <a:moveTo>
                  <a:pt x="1681" y="1370"/>
                </a:moveTo>
                <a:cubicBezTo>
                  <a:pt x="1781" y="1370"/>
                  <a:pt x="1844" y="1445"/>
                  <a:pt x="1869" y="1595"/>
                </a:cubicBezTo>
                <a:cubicBezTo>
                  <a:pt x="1969" y="1962"/>
                  <a:pt x="2002" y="2329"/>
                  <a:pt x="1969" y="2696"/>
                </a:cubicBezTo>
                <a:lnTo>
                  <a:pt x="1135" y="3163"/>
                </a:lnTo>
                <a:cubicBezTo>
                  <a:pt x="1135" y="2729"/>
                  <a:pt x="1202" y="2329"/>
                  <a:pt x="1268" y="1895"/>
                </a:cubicBezTo>
                <a:cubicBezTo>
                  <a:pt x="1302" y="1695"/>
                  <a:pt x="1402" y="1528"/>
                  <a:pt x="1568" y="1395"/>
                </a:cubicBezTo>
                <a:cubicBezTo>
                  <a:pt x="1610" y="1378"/>
                  <a:pt x="1648" y="1370"/>
                  <a:pt x="1681" y="1370"/>
                </a:cubicBezTo>
                <a:close/>
                <a:moveTo>
                  <a:pt x="2112" y="1"/>
                </a:moveTo>
                <a:cubicBezTo>
                  <a:pt x="1959" y="1"/>
                  <a:pt x="1789" y="54"/>
                  <a:pt x="1602" y="161"/>
                </a:cubicBezTo>
                <a:cubicBezTo>
                  <a:pt x="1068" y="494"/>
                  <a:pt x="668" y="961"/>
                  <a:pt x="434" y="1562"/>
                </a:cubicBezTo>
                <a:cubicBezTo>
                  <a:pt x="134" y="2396"/>
                  <a:pt x="1" y="3296"/>
                  <a:pt x="34" y="4197"/>
                </a:cubicBezTo>
                <a:cubicBezTo>
                  <a:pt x="34" y="5198"/>
                  <a:pt x="167" y="5898"/>
                  <a:pt x="434" y="6265"/>
                </a:cubicBezTo>
                <a:cubicBezTo>
                  <a:pt x="592" y="6440"/>
                  <a:pt x="777" y="6533"/>
                  <a:pt x="1000" y="6533"/>
                </a:cubicBezTo>
                <a:cubicBezTo>
                  <a:pt x="1201" y="6533"/>
                  <a:pt x="1433" y="6457"/>
                  <a:pt x="1702" y="6298"/>
                </a:cubicBezTo>
                <a:cubicBezTo>
                  <a:pt x="1902" y="6198"/>
                  <a:pt x="2069" y="6098"/>
                  <a:pt x="2202" y="5932"/>
                </a:cubicBezTo>
                <a:cubicBezTo>
                  <a:pt x="2369" y="5765"/>
                  <a:pt x="2536" y="5598"/>
                  <a:pt x="2669" y="5398"/>
                </a:cubicBezTo>
                <a:cubicBezTo>
                  <a:pt x="2803" y="5231"/>
                  <a:pt x="2869" y="5031"/>
                  <a:pt x="2869" y="4831"/>
                </a:cubicBezTo>
                <a:cubicBezTo>
                  <a:pt x="2869" y="4731"/>
                  <a:pt x="2836" y="4631"/>
                  <a:pt x="2803" y="4564"/>
                </a:cubicBezTo>
                <a:cubicBezTo>
                  <a:pt x="2769" y="4430"/>
                  <a:pt x="2736" y="4330"/>
                  <a:pt x="2669" y="4264"/>
                </a:cubicBezTo>
                <a:cubicBezTo>
                  <a:pt x="2620" y="4215"/>
                  <a:pt x="2572" y="4184"/>
                  <a:pt x="2536" y="4184"/>
                </a:cubicBezTo>
                <a:cubicBezTo>
                  <a:pt x="2523" y="4184"/>
                  <a:pt x="2511" y="4188"/>
                  <a:pt x="2502" y="4197"/>
                </a:cubicBezTo>
                <a:cubicBezTo>
                  <a:pt x="2436" y="4230"/>
                  <a:pt x="2369" y="4297"/>
                  <a:pt x="2336" y="4364"/>
                </a:cubicBezTo>
                <a:cubicBezTo>
                  <a:pt x="2236" y="4497"/>
                  <a:pt x="2169" y="4597"/>
                  <a:pt x="2069" y="4697"/>
                </a:cubicBezTo>
                <a:cubicBezTo>
                  <a:pt x="1969" y="4797"/>
                  <a:pt x="1869" y="4864"/>
                  <a:pt x="1769" y="4931"/>
                </a:cubicBezTo>
                <a:cubicBezTo>
                  <a:pt x="1685" y="4981"/>
                  <a:pt x="1610" y="5006"/>
                  <a:pt x="1543" y="5006"/>
                </a:cubicBezTo>
                <a:cubicBezTo>
                  <a:pt x="1477" y="5006"/>
                  <a:pt x="1418" y="4981"/>
                  <a:pt x="1368" y="4931"/>
                </a:cubicBezTo>
                <a:cubicBezTo>
                  <a:pt x="1235" y="4731"/>
                  <a:pt x="1168" y="4464"/>
                  <a:pt x="1168" y="4197"/>
                </a:cubicBezTo>
                <a:lnTo>
                  <a:pt x="2603" y="3363"/>
                </a:lnTo>
                <a:cubicBezTo>
                  <a:pt x="2703" y="3263"/>
                  <a:pt x="2803" y="3096"/>
                  <a:pt x="2836" y="2963"/>
                </a:cubicBezTo>
                <a:cubicBezTo>
                  <a:pt x="2903" y="2796"/>
                  <a:pt x="2969" y="2629"/>
                  <a:pt x="2969" y="2462"/>
                </a:cubicBezTo>
                <a:cubicBezTo>
                  <a:pt x="3036" y="1729"/>
                  <a:pt x="2936" y="1028"/>
                  <a:pt x="2669" y="361"/>
                </a:cubicBezTo>
                <a:cubicBezTo>
                  <a:pt x="2529" y="121"/>
                  <a:pt x="2341" y="1"/>
                  <a:pt x="211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41">
            <a:extLst>
              <a:ext uri="{FF2B5EF4-FFF2-40B4-BE49-F238E27FC236}">
                <a16:creationId xmlns:a16="http://schemas.microsoft.com/office/drawing/2014/main" id="{9D203F6C-B993-A02E-E0E0-43B9355B1721}"/>
              </a:ext>
            </a:extLst>
          </p:cNvPr>
          <p:cNvSpPr/>
          <p:nvPr/>
        </p:nvSpPr>
        <p:spPr>
          <a:xfrm rot="3041045">
            <a:off x="-1177938" y="561546"/>
            <a:ext cx="25247" cy="136032"/>
          </a:xfrm>
          <a:custGeom>
            <a:avLst/>
            <a:gdLst/>
            <a:ahLst/>
            <a:cxnLst/>
            <a:rect l="l" t="t" r="r" b="b"/>
            <a:pathLst>
              <a:path w="1636" h="8815" extrusionOk="0">
                <a:moveTo>
                  <a:pt x="938" y="1"/>
                </a:moveTo>
                <a:cubicBezTo>
                  <a:pt x="862" y="1"/>
                  <a:pt x="760" y="36"/>
                  <a:pt x="634" y="105"/>
                </a:cubicBezTo>
                <a:lnTo>
                  <a:pt x="434" y="205"/>
                </a:lnTo>
                <a:cubicBezTo>
                  <a:pt x="167" y="339"/>
                  <a:pt x="1" y="572"/>
                  <a:pt x="1" y="839"/>
                </a:cubicBezTo>
                <a:lnTo>
                  <a:pt x="1" y="7510"/>
                </a:lnTo>
                <a:cubicBezTo>
                  <a:pt x="1" y="8389"/>
                  <a:pt x="171" y="8814"/>
                  <a:pt x="525" y="8814"/>
                </a:cubicBezTo>
                <a:cubicBezTo>
                  <a:pt x="642" y="8814"/>
                  <a:pt x="778" y="8769"/>
                  <a:pt x="935" y="8678"/>
                </a:cubicBezTo>
                <a:cubicBezTo>
                  <a:pt x="1135" y="8578"/>
                  <a:pt x="1302" y="8444"/>
                  <a:pt x="1435" y="8278"/>
                </a:cubicBezTo>
                <a:cubicBezTo>
                  <a:pt x="1568" y="8111"/>
                  <a:pt x="1635" y="7944"/>
                  <a:pt x="1635" y="7744"/>
                </a:cubicBezTo>
                <a:cubicBezTo>
                  <a:pt x="1635" y="7544"/>
                  <a:pt x="1635" y="7377"/>
                  <a:pt x="1602" y="7210"/>
                </a:cubicBezTo>
                <a:cubicBezTo>
                  <a:pt x="1546" y="7071"/>
                  <a:pt x="1514" y="7002"/>
                  <a:pt x="1466" y="7002"/>
                </a:cubicBezTo>
                <a:cubicBezTo>
                  <a:pt x="1456" y="7002"/>
                  <a:pt x="1446" y="7004"/>
                  <a:pt x="1435" y="7010"/>
                </a:cubicBezTo>
                <a:cubicBezTo>
                  <a:pt x="1402" y="7010"/>
                  <a:pt x="1368" y="7043"/>
                  <a:pt x="1368" y="7077"/>
                </a:cubicBezTo>
                <a:cubicBezTo>
                  <a:pt x="1335" y="7110"/>
                  <a:pt x="1302" y="7143"/>
                  <a:pt x="1268" y="7143"/>
                </a:cubicBezTo>
                <a:cubicBezTo>
                  <a:pt x="1235" y="7177"/>
                  <a:pt x="1210" y="7193"/>
                  <a:pt x="1189" y="7193"/>
                </a:cubicBezTo>
                <a:cubicBezTo>
                  <a:pt x="1168" y="7193"/>
                  <a:pt x="1152" y="7177"/>
                  <a:pt x="1135" y="7143"/>
                </a:cubicBezTo>
                <a:cubicBezTo>
                  <a:pt x="1101" y="7077"/>
                  <a:pt x="1068" y="6977"/>
                  <a:pt x="1101" y="6877"/>
                </a:cubicBezTo>
                <a:lnTo>
                  <a:pt x="1101" y="205"/>
                </a:lnTo>
                <a:cubicBezTo>
                  <a:pt x="1101" y="69"/>
                  <a:pt x="1045" y="1"/>
                  <a:pt x="9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1">
            <a:extLst>
              <a:ext uri="{FF2B5EF4-FFF2-40B4-BE49-F238E27FC236}">
                <a16:creationId xmlns:a16="http://schemas.microsoft.com/office/drawing/2014/main" id="{DAB93A31-54D0-D07A-98D5-6976264A3319}"/>
              </a:ext>
            </a:extLst>
          </p:cNvPr>
          <p:cNvSpPr/>
          <p:nvPr/>
        </p:nvSpPr>
        <p:spPr>
          <a:xfrm rot="3041045">
            <a:off x="-1144991" y="570944"/>
            <a:ext cx="47376" cy="146218"/>
          </a:xfrm>
          <a:custGeom>
            <a:avLst/>
            <a:gdLst/>
            <a:ahLst/>
            <a:cxnLst/>
            <a:rect l="l" t="t" r="r" b="b"/>
            <a:pathLst>
              <a:path w="3070" h="9475" extrusionOk="0">
                <a:moveTo>
                  <a:pt x="1641" y="1673"/>
                </a:moveTo>
                <a:cubicBezTo>
                  <a:pt x="1715" y="1673"/>
                  <a:pt x="1785" y="1754"/>
                  <a:pt x="1835" y="1931"/>
                </a:cubicBezTo>
                <a:cubicBezTo>
                  <a:pt x="1902" y="2331"/>
                  <a:pt x="1935" y="2765"/>
                  <a:pt x="1935" y="3199"/>
                </a:cubicBezTo>
                <a:cubicBezTo>
                  <a:pt x="1935" y="3666"/>
                  <a:pt x="1902" y="4133"/>
                  <a:pt x="1835" y="4600"/>
                </a:cubicBezTo>
                <a:cubicBezTo>
                  <a:pt x="1802" y="4833"/>
                  <a:pt x="1668" y="5067"/>
                  <a:pt x="1502" y="5200"/>
                </a:cubicBezTo>
                <a:cubicBezTo>
                  <a:pt x="1452" y="5234"/>
                  <a:pt x="1393" y="5250"/>
                  <a:pt x="1339" y="5250"/>
                </a:cubicBezTo>
                <a:cubicBezTo>
                  <a:pt x="1285" y="5250"/>
                  <a:pt x="1235" y="5234"/>
                  <a:pt x="1201" y="5200"/>
                </a:cubicBezTo>
                <a:lnTo>
                  <a:pt x="1201" y="2365"/>
                </a:lnTo>
                <a:cubicBezTo>
                  <a:pt x="1235" y="2098"/>
                  <a:pt x="1368" y="1864"/>
                  <a:pt x="1568" y="1698"/>
                </a:cubicBezTo>
                <a:cubicBezTo>
                  <a:pt x="1593" y="1681"/>
                  <a:pt x="1617" y="1673"/>
                  <a:pt x="1641" y="1673"/>
                </a:cubicBezTo>
                <a:close/>
                <a:moveTo>
                  <a:pt x="2217" y="0"/>
                </a:moveTo>
                <a:cubicBezTo>
                  <a:pt x="2115" y="0"/>
                  <a:pt x="2014" y="34"/>
                  <a:pt x="1935" y="97"/>
                </a:cubicBezTo>
                <a:cubicBezTo>
                  <a:pt x="1735" y="197"/>
                  <a:pt x="1568" y="363"/>
                  <a:pt x="1468" y="597"/>
                </a:cubicBezTo>
                <a:cubicBezTo>
                  <a:pt x="1335" y="830"/>
                  <a:pt x="1235" y="1064"/>
                  <a:pt x="1168" y="1364"/>
                </a:cubicBezTo>
                <a:cubicBezTo>
                  <a:pt x="1135" y="1197"/>
                  <a:pt x="1101" y="1031"/>
                  <a:pt x="1068" y="897"/>
                </a:cubicBezTo>
                <a:cubicBezTo>
                  <a:pt x="1025" y="832"/>
                  <a:pt x="982" y="796"/>
                  <a:pt x="930" y="796"/>
                </a:cubicBezTo>
                <a:cubicBezTo>
                  <a:pt x="901" y="796"/>
                  <a:pt x="870" y="807"/>
                  <a:pt x="834" y="830"/>
                </a:cubicBezTo>
                <a:cubicBezTo>
                  <a:pt x="668" y="930"/>
                  <a:pt x="468" y="1097"/>
                  <a:pt x="301" y="1231"/>
                </a:cubicBezTo>
                <a:cubicBezTo>
                  <a:pt x="101" y="1431"/>
                  <a:pt x="1" y="1564"/>
                  <a:pt x="1" y="1698"/>
                </a:cubicBezTo>
                <a:cubicBezTo>
                  <a:pt x="1" y="1764"/>
                  <a:pt x="34" y="1831"/>
                  <a:pt x="34" y="1931"/>
                </a:cubicBezTo>
                <a:cubicBezTo>
                  <a:pt x="67" y="2131"/>
                  <a:pt x="67" y="2331"/>
                  <a:pt x="67" y="2498"/>
                </a:cubicBezTo>
                <a:lnTo>
                  <a:pt x="67" y="3299"/>
                </a:lnTo>
                <a:lnTo>
                  <a:pt x="67" y="9270"/>
                </a:lnTo>
                <a:cubicBezTo>
                  <a:pt x="67" y="9406"/>
                  <a:pt x="124" y="9474"/>
                  <a:pt x="231" y="9474"/>
                </a:cubicBezTo>
                <a:cubicBezTo>
                  <a:pt x="307" y="9474"/>
                  <a:pt x="409" y="9439"/>
                  <a:pt x="534" y="9370"/>
                </a:cubicBezTo>
                <a:lnTo>
                  <a:pt x="768" y="9236"/>
                </a:lnTo>
                <a:cubicBezTo>
                  <a:pt x="1001" y="9136"/>
                  <a:pt x="1201" y="8903"/>
                  <a:pt x="1201" y="8603"/>
                </a:cubicBezTo>
                <a:lnTo>
                  <a:pt x="1201" y="6368"/>
                </a:lnTo>
                <a:cubicBezTo>
                  <a:pt x="1301" y="6434"/>
                  <a:pt x="1410" y="6468"/>
                  <a:pt x="1518" y="6468"/>
                </a:cubicBezTo>
                <a:cubicBezTo>
                  <a:pt x="1627" y="6468"/>
                  <a:pt x="1735" y="6434"/>
                  <a:pt x="1835" y="6368"/>
                </a:cubicBezTo>
                <a:cubicBezTo>
                  <a:pt x="2269" y="6034"/>
                  <a:pt x="2602" y="5567"/>
                  <a:pt x="2736" y="5033"/>
                </a:cubicBezTo>
                <a:cubicBezTo>
                  <a:pt x="2969" y="4233"/>
                  <a:pt x="3069" y="3399"/>
                  <a:pt x="3069" y="2565"/>
                </a:cubicBezTo>
                <a:cubicBezTo>
                  <a:pt x="3069" y="2031"/>
                  <a:pt x="3036" y="1464"/>
                  <a:pt x="2936" y="964"/>
                </a:cubicBezTo>
                <a:cubicBezTo>
                  <a:pt x="2869" y="630"/>
                  <a:pt x="2736" y="330"/>
                  <a:pt x="2536" y="130"/>
                </a:cubicBezTo>
                <a:cubicBezTo>
                  <a:pt x="2448" y="42"/>
                  <a:pt x="2332" y="0"/>
                  <a:pt x="22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1">
            <a:extLst>
              <a:ext uri="{FF2B5EF4-FFF2-40B4-BE49-F238E27FC236}">
                <a16:creationId xmlns:a16="http://schemas.microsoft.com/office/drawing/2014/main" id="{525B93E2-B920-8C80-79CF-58D2FD171C63}"/>
              </a:ext>
            </a:extLst>
          </p:cNvPr>
          <p:cNvSpPr/>
          <p:nvPr/>
        </p:nvSpPr>
        <p:spPr>
          <a:xfrm rot="3041045">
            <a:off x="-1071380" y="523645"/>
            <a:ext cx="45833" cy="145955"/>
          </a:xfrm>
          <a:custGeom>
            <a:avLst/>
            <a:gdLst/>
            <a:ahLst/>
            <a:cxnLst/>
            <a:rect l="l" t="t" r="r" b="b"/>
            <a:pathLst>
              <a:path w="2970" h="9458" extrusionOk="0">
                <a:moveTo>
                  <a:pt x="2853" y="1"/>
                </a:moveTo>
                <a:cubicBezTo>
                  <a:pt x="2778" y="1"/>
                  <a:pt x="2669" y="43"/>
                  <a:pt x="2536" y="126"/>
                </a:cubicBezTo>
                <a:lnTo>
                  <a:pt x="2336" y="259"/>
                </a:lnTo>
                <a:cubicBezTo>
                  <a:pt x="2135" y="326"/>
                  <a:pt x="1969" y="493"/>
                  <a:pt x="1935" y="726"/>
                </a:cubicBezTo>
                <a:lnTo>
                  <a:pt x="1635" y="3262"/>
                </a:lnTo>
                <a:cubicBezTo>
                  <a:pt x="1602" y="3428"/>
                  <a:pt x="1602" y="3695"/>
                  <a:pt x="1568" y="4096"/>
                </a:cubicBezTo>
                <a:cubicBezTo>
                  <a:pt x="1535" y="4162"/>
                  <a:pt x="1535" y="4362"/>
                  <a:pt x="1502" y="4629"/>
                </a:cubicBezTo>
                <a:lnTo>
                  <a:pt x="1468" y="4629"/>
                </a:lnTo>
                <a:cubicBezTo>
                  <a:pt x="1435" y="4062"/>
                  <a:pt x="1368" y="3662"/>
                  <a:pt x="1368" y="3428"/>
                </a:cubicBezTo>
                <a:lnTo>
                  <a:pt x="1068" y="1227"/>
                </a:lnTo>
                <a:cubicBezTo>
                  <a:pt x="1068" y="1127"/>
                  <a:pt x="1035" y="1093"/>
                  <a:pt x="968" y="1093"/>
                </a:cubicBezTo>
                <a:cubicBezTo>
                  <a:pt x="868" y="1093"/>
                  <a:pt x="768" y="1127"/>
                  <a:pt x="701" y="1193"/>
                </a:cubicBezTo>
                <a:lnTo>
                  <a:pt x="368" y="1394"/>
                </a:lnTo>
                <a:cubicBezTo>
                  <a:pt x="134" y="1527"/>
                  <a:pt x="1" y="1694"/>
                  <a:pt x="1" y="1861"/>
                </a:cubicBezTo>
                <a:cubicBezTo>
                  <a:pt x="1" y="1927"/>
                  <a:pt x="34" y="2027"/>
                  <a:pt x="34" y="2094"/>
                </a:cubicBezTo>
                <a:lnTo>
                  <a:pt x="901" y="6364"/>
                </a:lnTo>
                <a:cubicBezTo>
                  <a:pt x="935" y="6464"/>
                  <a:pt x="935" y="6531"/>
                  <a:pt x="1001" y="6531"/>
                </a:cubicBezTo>
                <a:cubicBezTo>
                  <a:pt x="1035" y="6531"/>
                  <a:pt x="1101" y="6497"/>
                  <a:pt x="1168" y="6464"/>
                </a:cubicBezTo>
                <a:lnTo>
                  <a:pt x="1168" y="6464"/>
                </a:lnTo>
                <a:lnTo>
                  <a:pt x="734" y="9132"/>
                </a:lnTo>
                <a:cubicBezTo>
                  <a:pt x="734" y="9199"/>
                  <a:pt x="734" y="9266"/>
                  <a:pt x="734" y="9333"/>
                </a:cubicBezTo>
                <a:cubicBezTo>
                  <a:pt x="734" y="9416"/>
                  <a:pt x="768" y="9458"/>
                  <a:pt x="835" y="9458"/>
                </a:cubicBezTo>
                <a:cubicBezTo>
                  <a:pt x="901" y="9458"/>
                  <a:pt x="1001" y="9416"/>
                  <a:pt x="1135" y="9333"/>
                </a:cubicBezTo>
                <a:lnTo>
                  <a:pt x="1302" y="9266"/>
                </a:lnTo>
                <a:cubicBezTo>
                  <a:pt x="1502" y="9166"/>
                  <a:pt x="1635" y="8999"/>
                  <a:pt x="1702" y="8799"/>
                </a:cubicBezTo>
                <a:lnTo>
                  <a:pt x="2969" y="360"/>
                </a:lnTo>
                <a:lnTo>
                  <a:pt x="2969" y="126"/>
                </a:lnTo>
                <a:cubicBezTo>
                  <a:pt x="2969" y="43"/>
                  <a:pt x="2928" y="1"/>
                  <a:pt x="28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1">
            <a:extLst>
              <a:ext uri="{FF2B5EF4-FFF2-40B4-BE49-F238E27FC236}">
                <a16:creationId xmlns:a16="http://schemas.microsoft.com/office/drawing/2014/main" id="{F276334D-6417-1EDB-E61A-FED4BE8E14FD}"/>
              </a:ext>
            </a:extLst>
          </p:cNvPr>
          <p:cNvSpPr/>
          <p:nvPr/>
        </p:nvSpPr>
        <p:spPr>
          <a:xfrm rot="3041045">
            <a:off x="-1018866" y="500235"/>
            <a:ext cx="47885" cy="101125"/>
          </a:xfrm>
          <a:custGeom>
            <a:avLst/>
            <a:gdLst/>
            <a:ahLst/>
            <a:cxnLst/>
            <a:rect l="l" t="t" r="r" b="b"/>
            <a:pathLst>
              <a:path w="3103" h="6553" extrusionOk="0">
                <a:moveTo>
                  <a:pt x="1662" y="1485"/>
                </a:moveTo>
                <a:cubicBezTo>
                  <a:pt x="1749" y="1485"/>
                  <a:pt x="1818" y="1560"/>
                  <a:pt x="1868" y="1710"/>
                </a:cubicBezTo>
                <a:cubicBezTo>
                  <a:pt x="1935" y="2143"/>
                  <a:pt x="1968" y="2577"/>
                  <a:pt x="1968" y="3044"/>
                </a:cubicBezTo>
                <a:cubicBezTo>
                  <a:pt x="1968" y="3511"/>
                  <a:pt x="1935" y="3978"/>
                  <a:pt x="1868" y="4445"/>
                </a:cubicBezTo>
                <a:cubicBezTo>
                  <a:pt x="1835" y="4679"/>
                  <a:pt x="1735" y="4879"/>
                  <a:pt x="1568" y="5012"/>
                </a:cubicBezTo>
                <a:cubicBezTo>
                  <a:pt x="1518" y="5042"/>
                  <a:pt x="1474" y="5057"/>
                  <a:pt x="1435" y="5057"/>
                </a:cubicBezTo>
                <a:cubicBezTo>
                  <a:pt x="1344" y="5057"/>
                  <a:pt x="1281" y="4975"/>
                  <a:pt x="1234" y="4812"/>
                </a:cubicBezTo>
                <a:cubicBezTo>
                  <a:pt x="1168" y="4378"/>
                  <a:pt x="1134" y="3945"/>
                  <a:pt x="1134" y="3511"/>
                </a:cubicBezTo>
                <a:cubicBezTo>
                  <a:pt x="1134" y="3011"/>
                  <a:pt x="1168" y="2544"/>
                  <a:pt x="1234" y="2077"/>
                </a:cubicBezTo>
                <a:cubicBezTo>
                  <a:pt x="1268" y="1843"/>
                  <a:pt x="1368" y="1643"/>
                  <a:pt x="1568" y="1510"/>
                </a:cubicBezTo>
                <a:cubicBezTo>
                  <a:pt x="1601" y="1493"/>
                  <a:pt x="1632" y="1485"/>
                  <a:pt x="1662" y="1485"/>
                </a:cubicBezTo>
                <a:close/>
                <a:moveTo>
                  <a:pt x="2127" y="0"/>
                </a:moveTo>
                <a:cubicBezTo>
                  <a:pt x="1950" y="0"/>
                  <a:pt x="1752" y="59"/>
                  <a:pt x="1534" y="175"/>
                </a:cubicBezTo>
                <a:cubicBezTo>
                  <a:pt x="1001" y="509"/>
                  <a:pt x="600" y="1043"/>
                  <a:pt x="400" y="1643"/>
                </a:cubicBezTo>
                <a:cubicBezTo>
                  <a:pt x="133" y="2444"/>
                  <a:pt x="0" y="3278"/>
                  <a:pt x="33" y="4145"/>
                </a:cubicBezTo>
                <a:cubicBezTo>
                  <a:pt x="33" y="5146"/>
                  <a:pt x="167" y="5846"/>
                  <a:pt x="400" y="6213"/>
                </a:cubicBezTo>
                <a:cubicBezTo>
                  <a:pt x="554" y="6443"/>
                  <a:pt x="741" y="6552"/>
                  <a:pt x="967" y="6552"/>
                </a:cubicBezTo>
                <a:cubicBezTo>
                  <a:pt x="1134" y="6552"/>
                  <a:pt x="1322" y="6493"/>
                  <a:pt x="1534" y="6380"/>
                </a:cubicBezTo>
                <a:cubicBezTo>
                  <a:pt x="2068" y="6046"/>
                  <a:pt x="2502" y="5546"/>
                  <a:pt x="2702" y="4945"/>
                </a:cubicBezTo>
                <a:cubicBezTo>
                  <a:pt x="2969" y="4111"/>
                  <a:pt x="3102" y="3278"/>
                  <a:pt x="3069" y="2410"/>
                </a:cubicBezTo>
                <a:cubicBezTo>
                  <a:pt x="3069" y="1376"/>
                  <a:pt x="2969" y="709"/>
                  <a:pt x="2702" y="309"/>
                </a:cubicBezTo>
                <a:cubicBezTo>
                  <a:pt x="2551" y="101"/>
                  <a:pt x="2357" y="0"/>
                  <a:pt x="21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1">
            <a:extLst>
              <a:ext uri="{FF2B5EF4-FFF2-40B4-BE49-F238E27FC236}">
                <a16:creationId xmlns:a16="http://schemas.microsoft.com/office/drawing/2014/main" id="{BE2E9904-76BB-4C58-3D80-2762C1EC0CBE}"/>
              </a:ext>
            </a:extLst>
          </p:cNvPr>
          <p:cNvSpPr/>
          <p:nvPr/>
        </p:nvSpPr>
        <p:spPr>
          <a:xfrm rot="3041045">
            <a:off x="-959669" y="460174"/>
            <a:ext cx="45308" cy="112298"/>
          </a:xfrm>
          <a:custGeom>
            <a:avLst/>
            <a:gdLst/>
            <a:ahLst/>
            <a:cxnLst/>
            <a:rect l="l" t="t" r="r" b="b"/>
            <a:pathLst>
              <a:path w="2936" h="7277" extrusionOk="0">
                <a:moveTo>
                  <a:pt x="2719" y="1"/>
                </a:moveTo>
                <a:cubicBezTo>
                  <a:pt x="2650" y="1"/>
                  <a:pt x="2556" y="35"/>
                  <a:pt x="2435" y="103"/>
                </a:cubicBezTo>
                <a:lnTo>
                  <a:pt x="2202" y="270"/>
                </a:lnTo>
                <a:cubicBezTo>
                  <a:pt x="2068" y="336"/>
                  <a:pt x="1968" y="403"/>
                  <a:pt x="1868" y="536"/>
                </a:cubicBezTo>
                <a:cubicBezTo>
                  <a:pt x="1801" y="636"/>
                  <a:pt x="1768" y="737"/>
                  <a:pt x="1768" y="870"/>
                </a:cubicBezTo>
                <a:lnTo>
                  <a:pt x="1768" y="4873"/>
                </a:lnTo>
                <a:cubicBezTo>
                  <a:pt x="1701" y="5106"/>
                  <a:pt x="1568" y="5306"/>
                  <a:pt x="1401" y="5473"/>
                </a:cubicBezTo>
                <a:cubicBezTo>
                  <a:pt x="1351" y="5507"/>
                  <a:pt x="1301" y="5523"/>
                  <a:pt x="1259" y="5523"/>
                </a:cubicBezTo>
                <a:cubicBezTo>
                  <a:pt x="1218" y="5523"/>
                  <a:pt x="1184" y="5507"/>
                  <a:pt x="1168" y="5473"/>
                </a:cubicBezTo>
                <a:cubicBezTo>
                  <a:pt x="1134" y="5340"/>
                  <a:pt x="1101" y="5173"/>
                  <a:pt x="1101" y="5040"/>
                </a:cubicBezTo>
                <a:lnTo>
                  <a:pt x="1101" y="1237"/>
                </a:lnTo>
                <a:cubicBezTo>
                  <a:pt x="1101" y="1101"/>
                  <a:pt x="1067" y="1033"/>
                  <a:pt x="979" y="1033"/>
                </a:cubicBezTo>
                <a:cubicBezTo>
                  <a:pt x="916" y="1033"/>
                  <a:pt x="826" y="1067"/>
                  <a:pt x="701" y="1137"/>
                </a:cubicBezTo>
                <a:lnTo>
                  <a:pt x="434" y="1270"/>
                </a:lnTo>
                <a:cubicBezTo>
                  <a:pt x="200" y="1370"/>
                  <a:pt x="33" y="1637"/>
                  <a:pt x="33" y="1904"/>
                </a:cubicBezTo>
                <a:lnTo>
                  <a:pt x="33" y="6074"/>
                </a:lnTo>
                <a:cubicBezTo>
                  <a:pt x="0" y="6441"/>
                  <a:pt x="67" y="6808"/>
                  <a:pt x="234" y="7141"/>
                </a:cubicBezTo>
                <a:cubicBezTo>
                  <a:pt x="328" y="7235"/>
                  <a:pt x="432" y="7276"/>
                  <a:pt x="547" y="7276"/>
                </a:cubicBezTo>
                <a:cubicBezTo>
                  <a:pt x="637" y="7276"/>
                  <a:pt x="732" y="7251"/>
                  <a:pt x="834" y="7208"/>
                </a:cubicBezTo>
                <a:cubicBezTo>
                  <a:pt x="1068" y="7041"/>
                  <a:pt x="1234" y="6874"/>
                  <a:pt x="1368" y="6641"/>
                </a:cubicBezTo>
                <a:cubicBezTo>
                  <a:pt x="1535" y="6374"/>
                  <a:pt x="1701" y="6074"/>
                  <a:pt x="1801" y="5773"/>
                </a:cubicBezTo>
                <a:cubicBezTo>
                  <a:pt x="1801" y="5840"/>
                  <a:pt x="1835" y="5940"/>
                  <a:pt x="1835" y="6074"/>
                </a:cubicBezTo>
                <a:cubicBezTo>
                  <a:pt x="1835" y="6174"/>
                  <a:pt x="1868" y="6274"/>
                  <a:pt x="1901" y="6374"/>
                </a:cubicBezTo>
                <a:cubicBezTo>
                  <a:pt x="1918" y="6391"/>
                  <a:pt x="1943" y="6399"/>
                  <a:pt x="1972" y="6399"/>
                </a:cubicBezTo>
                <a:cubicBezTo>
                  <a:pt x="2002" y="6399"/>
                  <a:pt x="2035" y="6391"/>
                  <a:pt x="2068" y="6374"/>
                </a:cubicBezTo>
                <a:cubicBezTo>
                  <a:pt x="2268" y="6240"/>
                  <a:pt x="2469" y="6107"/>
                  <a:pt x="2635" y="5940"/>
                </a:cubicBezTo>
                <a:cubicBezTo>
                  <a:pt x="2835" y="5773"/>
                  <a:pt x="2936" y="5607"/>
                  <a:pt x="2936" y="5473"/>
                </a:cubicBezTo>
                <a:cubicBezTo>
                  <a:pt x="2936" y="5407"/>
                  <a:pt x="2936" y="5273"/>
                  <a:pt x="2902" y="5040"/>
                </a:cubicBezTo>
                <a:cubicBezTo>
                  <a:pt x="2869" y="4839"/>
                  <a:pt x="2869" y="4439"/>
                  <a:pt x="2869" y="3905"/>
                </a:cubicBezTo>
                <a:lnTo>
                  <a:pt x="2869" y="236"/>
                </a:lnTo>
                <a:cubicBezTo>
                  <a:pt x="2869" y="77"/>
                  <a:pt x="2821" y="1"/>
                  <a:pt x="271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1">
            <a:extLst>
              <a:ext uri="{FF2B5EF4-FFF2-40B4-BE49-F238E27FC236}">
                <a16:creationId xmlns:a16="http://schemas.microsoft.com/office/drawing/2014/main" id="{276328B6-ABDA-7F69-B79A-3A0BC47E7D3E}"/>
              </a:ext>
            </a:extLst>
          </p:cNvPr>
          <p:cNvSpPr/>
          <p:nvPr/>
        </p:nvSpPr>
        <p:spPr>
          <a:xfrm rot="3041045">
            <a:off x="-904592" y="404063"/>
            <a:ext cx="43256" cy="134057"/>
          </a:xfrm>
          <a:custGeom>
            <a:avLst/>
            <a:gdLst/>
            <a:ahLst/>
            <a:cxnLst/>
            <a:rect l="l" t="t" r="r" b="b"/>
            <a:pathLst>
              <a:path w="2803" h="8687" extrusionOk="0">
                <a:moveTo>
                  <a:pt x="1997" y="1"/>
                </a:moveTo>
                <a:cubicBezTo>
                  <a:pt x="1790" y="1"/>
                  <a:pt x="1547" y="77"/>
                  <a:pt x="1268" y="236"/>
                </a:cubicBezTo>
                <a:cubicBezTo>
                  <a:pt x="1068" y="336"/>
                  <a:pt x="868" y="503"/>
                  <a:pt x="701" y="670"/>
                </a:cubicBezTo>
                <a:cubicBezTo>
                  <a:pt x="501" y="870"/>
                  <a:pt x="334" y="1070"/>
                  <a:pt x="200" y="1270"/>
                </a:cubicBezTo>
                <a:cubicBezTo>
                  <a:pt x="100" y="1470"/>
                  <a:pt x="34" y="1671"/>
                  <a:pt x="0" y="1904"/>
                </a:cubicBezTo>
                <a:cubicBezTo>
                  <a:pt x="34" y="2004"/>
                  <a:pt x="34" y="2104"/>
                  <a:pt x="100" y="2204"/>
                </a:cubicBezTo>
                <a:cubicBezTo>
                  <a:pt x="134" y="2304"/>
                  <a:pt x="200" y="2404"/>
                  <a:pt x="267" y="2505"/>
                </a:cubicBezTo>
                <a:cubicBezTo>
                  <a:pt x="316" y="2553"/>
                  <a:pt x="383" y="2584"/>
                  <a:pt x="428" y="2584"/>
                </a:cubicBezTo>
                <a:cubicBezTo>
                  <a:pt x="445" y="2584"/>
                  <a:pt x="458" y="2580"/>
                  <a:pt x="467" y="2571"/>
                </a:cubicBezTo>
                <a:cubicBezTo>
                  <a:pt x="534" y="2505"/>
                  <a:pt x="601" y="2438"/>
                  <a:pt x="634" y="2371"/>
                </a:cubicBezTo>
                <a:cubicBezTo>
                  <a:pt x="701" y="2271"/>
                  <a:pt x="768" y="2138"/>
                  <a:pt x="868" y="2071"/>
                </a:cubicBezTo>
                <a:cubicBezTo>
                  <a:pt x="934" y="1971"/>
                  <a:pt x="1034" y="1904"/>
                  <a:pt x="1134" y="1837"/>
                </a:cubicBezTo>
                <a:cubicBezTo>
                  <a:pt x="1236" y="1776"/>
                  <a:pt x="1322" y="1746"/>
                  <a:pt x="1393" y="1746"/>
                </a:cubicBezTo>
                <a:cubicBezTo>
                  <a:pt x="1554" y="1746"/>
                  <a:pt x="1635" y="1903"/>
                  <a:pt x="1635" y="2204"/>
                </a:cubicBezTo>
                <a:cubicBezTo>
                  <a:pt x="1601" y="2371"/>
                  <a:pt x="1568" y="2505"/>
                  <a:pt x="1535" y="2671"/>
                </a:cubicBezTo>
                <a:cubicBezTo>
                  <a:pt x="1468" y="2871"/>
                  <a:pt x="1368" y="3138"/>
                  <a:pt x="1235" y="3472"/>
                </a:cubicBezTo>
                <a:lnTo>
                  <a:pt x="1068" y="3872"/>
                </a:lnTo>
                <a:cubicBezTo>
                  <a:pt x="934" y="4206"/>
                  <a:pt x="834" y="4539"/>
                  <a:pt x="734" y="4906"/>
                </a:cubicBezTo>
                <a:cubicBezTo>
                  <a:pt x="667" y="5240"/>
                  <a:pt x="634" y="5540"/>
                  <a:pt x="634" y="5874"/>
                </a:cubicBezTo>
                <a:cubicBezTo>
                  <a:pt x="634" y="6007"/>
                  <a:pt x="667" y="6074"/>
                  <a:pt x="734" y="6074"/>
                </a:cubicBezTo>
                <a:cubicBezTo>
                  <a:pt x="834" y="6074"/>
                  <a:pt x="934" y="6040"/>
                  <a:pt x="1001" y="5940"/>
                </a:cubicBezTo>
                <a:lnTo>
                  <a:pt x="1168" y="5840"/>
                </a:lnTo>
                <a:cubicBezTo>
                  <a:pt x="1301" y="5807"/>
                  <a:pt x="1368" y="5707"/>
                  <a:pt x="1468" y="5607"/>
                </a:cubicBezTo>
                <a:cubicBezTo>
                  <a:pt x="1535" y="5540"/>
                  <a:pt x="1568" y="5407"/>
                  <a:pt x="1568" y="5307"/>
                </a:cubicBezTo>
                <a:cubicBezTo>
                  <a:pt x="1601" y="5040"/>
                  <a:pt x="1668" y="4739"/>
                  <a:pt x="1768" y="4473"/>
                </a:cubicBezTo>
                <a:cubicBezTo>
                  <a:pt x="1868" y="4172"/>
                  <a:pt x="2002" y="3872"/>
                  <a:pt x="2169" y="3572"/>
                </a:cubicBezTo>
                <a:cubicBezTo>
                  <a:pt x="2302" y="3272"/>
                  <a:pt x="2435" y="3038"/>
                  <a:pt x="2502" y="2838"/>
                </a:cubicBezTo>
                <a:cubicBezTo>
                  <a:pt x="2602" y="2605"/>
                  <a:pt x="2669" y="2371"/>
                  <a:pt x="2702" y="2138"/>
                </a:cubicBezTo>
                <a:cubicBezTo>
                  <a:pt x="2769" y="1871"/>
                  <a:pt x="2802" y="1570"/>
                  <a:pt x="2802" y="1304"/>
                </a:cubicBezTo>
                <a:cubicBezTo>
                  <a:pt x="2802" y="703"/>
                  <a:pt x="2636" y="303"/>
                  <a:pt x="2369" y="103"/>
                </a:cubicBezTo>
                <a:cubicBezTo>
                  <a:pt x="2261" y="36"/>
                  <a:pt x="2137" y="1"/>
                  <a:pt x="1997" y="1"/>
                </a:cubicBezTo>
                <a:close/>
                <a:moveTo>
                  <a:pt x="1520" y="6556"/>
                </a:moveTo>
                <a:cubicBezTo>
                  <a:pt x="1451" y="6556"/>
                  <a:pt x="1356" y="6593"/>
                  <a:pt x="1235" y="6674"/>
                </a:cubicBezTo>
                <a:lnTo>
                  <a:pt x="1001" y="6808"/>
                </a:lnTo>
                <a:cubicBezTo>
                  <a:pt x="734" y="6908"/>
                  <a:pt x="567" y="7141"/>
                  <a:pt x="534" y="7441"/>
                </a:cubicBezTo>
                <a:lnTo>
                  <a:pt x="534" y="8475"/>
                </a:lnTo>
                <a:cubicBezTo>
                  <a:pt x="534" y="8619"/>
                  <a:pt x="597" y="8687"/>
                  <a:pt x="715" y="8687"/>
                </a:cubicBezTo>
                <a:cubicBezTo>
                  <a:pt x="790" y="8687"/>
                  <a:pt x="885" y="8660"/>
                  <a:pt x="1001" y="8609"/>
                </a:cubicBezTo>
                <a:lnTo>
                  <a:pt x="1235" y="8442"/>
                </a:lnTo>
                <a:cubicBezTo>
                  <a:pt x="1468" y="8342"/>
                  <a:pt x="1635" y="8109"/>
                  <a:pt x="1668" y="7842"/>
                </a:cubicBezTo>
                <a:lnTo>
                  <a:pt x="1668" y="6774"/>
                </a:lnTo>
                <a:cubicBezTo>
                  <a:pt x="1668" y="6635"/>
                  <a:pt x="1621" y="6556"/>
                  <a:pt x="1520" y="655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1">
            <a:extLst>
              <a:ext uri="{FF2B5EF4-FFF2-40B4-BE49-F238E27FC236}">
                <a16:creationId xmlns:a16="http://schemas.microsoft.com/office/drawing/2014/main" id="{8F18DC06-366F-2516-EA4C-1E031B69EE99}"/>
              </a:ext>
            </a:extLst>
          </p:cNvPr>
          <p:cNvSpPr/>
          <p:nvPr/>
        </p:nvSpPr>
        <p:spPr>
          <a:xfrm rot="3041045">
            <a:off x="-2450949" y="2622218"/>
            <a:ext cx="543605" cy="329981"/>
          </a:xfrm>
          <a:custGeom>
            <a:avLst/>
            <a:gdLst/>
            <a:ahLst/>
            <a:cxnLst/>
            <a:rect l="l" t="t" r="r" b="b"/>
            <a:pathLst>
              <a:path w="35226" h="21383" extrusionOk="0">
                <a:moveTo>
                  <a:pt x="17805" y="7838"/>
                </a:moveTo>
                <a:cubicBezTo>
                  <a:pt x="19273" y="7838"/>
                  <a:pt x="20704" y="8203"/>
                  <a:pt x="21983" y="8874"/>
                </a:cubicBezTo>
                <a:cubicBezTo>
                  <a:pt x="22917" y="9441"/>
                  <a:pt x="23451" y="10075"/>
                  <a:pt x="23451" y="10675"/>
                </a:cubicBezTo>
                <a:cubicBezTo>
                  <a:pt x="23451" y="11309"/>
                  <a:pt x="22917" y="11943"/>
                  <a:pt x="21983" y="12477"/>
                </a:cubicBezTo>
                <a:cubicBezTo>
                  <a:pt x="20615" y="13160"/>
                  <a:pt x="19114" y="13502"/>
                  <a:pt x="17613" y="13502"/>
                </a:cubicBezTo>
                <a:cubicBezTo>
                  <a:pt x="16112" y="13502"/>
                  <a:pt x="14611" y="13160"/>
                  <a:pt x="13243" y="12477"/>
                </a:cubicBezTo>
                <a:cubicBezTo>
                  <a:pt x="12309" y="11943"/>
                  <a:pt x="11809" y="11276"/>
                  <a:pt x="11809" y="10675"/>
                </a:cubicBezTo>
                <a:cubicBezTo>
                  <a:pt x="11809" y="10075"/>
                  <a:pt x="12309" y="9408"/>
                  <a:pt x="13243" y="8874"/>
                </a:cubicBezTo>
                <a:cubicBezTo>
                  <a:pt x="14522" y="8203"/>
                  <a:pt x="15953" y="7838"/>
                  <a:pt x="17421" y="7838"/>
                </a:cubicBezTo>
                <a:cubicBezTo>
                  <a:pt x="17485" y="7838"/>
                  <a:pt x="17549" y="7838"/>
                  <a:pt x="17613" y="7840"/>
                </a:cubicBezTo>
                <a:cubicBezTo>
                  <a:pt x="17677" y="7838"/>
                  <a:pt x="17741" y="7838"/>
                  <a:pt x="17805" y="7838"/>
                </a:cubicBezTo>
                <a:close/>
                <a:moveTo>
                  <a:pt x="15445" y="1"/>
                </a:moveTo>
                <a:cubicBezTo>
                  <a:pt x="14644" y="1"/>
                  <a:pt x="13944" y="568"/>
                  <a:pt x="13777" y="1369"/>
                </a:cubicBezTo>
                <a:lnTo>
                  <a:pt x="13510" y="2870"/>
                </a:lnTo>
                <a:cubicBezTo>
                  <a:pt x="12876" y="3003"/>
                  <a:pt x="12243" y="3137"/>
                  <a:pt x="11609" y="3337"/>
                </a:cubicBezTo>
                <a:lnTo>
                  <a:pt x="8707" y="2002"/>
                </a:lnTo>
                <a:cubicBezTo>
                  <a:pt x="8473" y="1869"/>
                  <a:pt x="8173" y="1836"/>
                  <a:pt x="7873" y="1836"/>
                </a:cubicBezTo>
                <a:cubicBezTo>
                  <a:pt x="7539" y="1836"/>
                  <a:pt x="7206" y="1902"/>
                  <a:pt x="6905" y="2069"/>
                </a:cubicBezTo>
                <a:lnTo>
                  <a:pt x="3937" y="3804"/>
                </a:lnTo>
                <a:cubicBezTo>
                  <a:pt x="2969" y="4304"/>
                  <a:pt x="2903" y="5672"/>
                  <a:pt x="3803" y="6305"/>
                </a:cubicBezTo>
                <a:lnTo>
                  <a:pt x="5338" y="7406"/>
                </a:lnTo>
                <a:cubicBezTo>
                  <a:pt x="5271" y="7506"/>
                  <a:pt x="5204" y="7606"/>
                  <a:pt x="5137" y="7706"/>
                </a:cubicBezTo>
                <a:lnTo>
                  <a:pt x="1535" y="7940"/>
                </a:lnTo>
                <a:cubicBezTo>
                  <a:pt x="668" y="8007"/>
                  <a:pt x="0" y="8707"/>
                  <a:pt x="0" y="9574"/>
                </a:cubicBezTo>
                <a:lnTo>
                  <a:pt x="0" y="11776"/>
                </a:lnTo>
                <a:cubicBezTo>
                  <a:pt x="0" y="12643"/>
                  <a:pt x="668" y="13344"/>
                  <a:pt x="1535" y="13411"/>
                </a:cubicBezTo>
                <a:lnTo>
                  <a:pt x="5137" y="13644"/>
                </a:lnTo>
                <a:cubicBezTo>
                  <a:pt x="5204" y="13744"/>
                  <a:pt x="5271" y="13878"/>
                  <a:pt x="5338" y="13978"/>
                </a:cubicBezTo>
                <a:lnTo>
                  <a:pt x="3803" y="15078"/>
                </a:lnTo>
                <a:cubicBezTo>
                  <a:pt x="2903" y="15712"/>
                  <a:pt x="2969" y="17080"/>
                  <a:pt x="3937" y="17580"/>
                </a:cubicBezTo>
                <a:lnTo>
                  <a:pt x="6872" y="19281"/>
                </a:lnTo>
                <a:cubicBezTo>
                  <a:pt x="7172" y="19448"/>
                  <a:pt x="7539" y="19548"/>
                  <a:pt x="7873" y="19548"/>
                </a:cubicBezTo>
                <a:cubicBezTo>
                  <a:pt x="8140" y="19548"/>
                  <a:pt x="8440" y="19482"/>
                  <a:pt x="8707" y="19381"/>
                </a:cubicBezTo>
                <a:lnTo>
                  <a:pt x="11609" y="18047"/>
                </a:lnTo>
                <a:cubicBezTo>
                  <a:pt x="12209" y="18214"/>
                  <a:pt x="12843" y="18381"/>
                  <a:pt x="13477" y="18514"/>
                </a:cubicBezTo>
                <a:lnTo>
                  <a:pt x="13777" y="19982"/>
                </a:lnTo>
                <a:cubicBezTo>
                  <a:pt x="13910" y="20782"/>
                  <a:pt x="14611" y="21350"/>
                  <a:pt x="15445" y="21383"/>
                </a:cubicBezTo>
                <a:lnTo>
                  <a:pt x="19781" y="21383"/>
                </a:lnTo>
                <a:cubicBezTo>
                  <a:pt x="20582" y="21350"/>
                  <a:pt x="21282" y="20782"/>
                  <a:pt x="21449" y="19982"/>
                </a:cubicBezTo>
                <a:lnTo>
                  <a:pt x="21716" y="18514"/>
                </a:lnTo>
                <a:cubicBezTo>
                  <a:pt x="22383" y="18381"/>
                  <a:pt x="22984" y="18214"/>
                  <a:pt x="23617" y="18047"/>
                </a:cubicBezTo>
                <a:lnTo>
                  <a:pt x="26519" y="19381"/>
                </a:lnTo>
                <a:cubicBezTo>
                  <a:pt x="26786" y="19482"/>
                  <a:pt x="27053" y="19548"/>
                  <a:pt x="27353" y="19548"/>
                </a:cubicBezTo>
                <a:cubicBezTo>
                  <a:pt x="27687" y="19548"/>
                  <a:pt x="28020" y="19448"/>
                  <a:pt x="28354" y="19281"/>
                </a:cubicBezTo>
                <a:lnTo>
                  <a:pt x="31289" y="17580"/>
                </a:lnTo>
                <a:cubicBezTo>
                  <a:pt x="32257" y="17080"/>
                  <a:pt x="32324" y="15712"/>
                  <a:pt x="31423" y="15078"/>
                </a:cubicBezTo>
                <a:lnTo>
                  <a:pt x="29855" y="13978"/>
                </a:lnTo>
                <a:cubicBezTo>
                  <a:pt x="29955" y="13878"/>
                  <a:pt x="30022" y="13744"/>
                  <a:pt x="30089" y="13644"/>
                </a:cubicBezTo>
                <a:lnTo>
                  <a:pt x="33691" y="13411"/>
                </a:lnTo>
                <a:cubicBezTo>
                  <a:pt x="34558" y="13344"/>
                  <a:pt x="35192" y="12643"/>
                  <a:pt x="35226" y="11809"/>
                </a:cubicBezTo>
                <a:lnTo>
                  <a:pt x="35226" y="9608"/>
                </a:lnTo>
                <a:cubicBezTo>
                  <a:pt x="35226" y="8741"/>
                  <a:pt x="34558" y="8007"/>
                  <a:pt x="33691" y="7973"/>
                </a:cubicBezTo>
                <a:lnTo>
                  <a:pt x="30089" y="7740"/>
                </a:lnTo>
                <a:cubicBezTo>
                  <a:pt x="30022" y="7606"/>
                  <a:pt x="29955" y="7506"/>
                  <a:pt x="29888" y="7406"/>
                </a:cubicBezTo>
                <a:lnTo>
                  <a:pt x="31456" y="6305"/>
                </a:lnTo>
                <a:cubicBezTo>
                  <a:pt x="32357" y="5672"/>
                  <a:pt x="32290" y="4304"/>
                  <a:pt x="31323" y="3804"/>
                </a:cubicBezTo>
                <a:lnTo>
                  <a:pt x="28354" y="2069"/>
                </a:lnTo>
                <a:cubicBezTo>
                  <a:pt x="28054" y="1902"/>
                  <a:pt x="27720" y="1836"/>
                  <a:pt x="27353" y="1836"/>
                </a:cubicBezTo>
                <a:cubicBezTo>
                  <a:pt x="27086" y="1836"/>
                  <a:pt x="26786" y="1869"/>
                  <a:pt x="26519" y="2002"/>
                </a:cubicBezTo>
                <a:lnTo>
                  <a:pt x="23651" y="3337"/>
                </a:lnTo>
                <a:cubicBezTo>
                  <a:pt x="23017" y="3137"/>
                  <a:pt x="22383" y="3003"/>
                  <a:pt x="21749" y="2870"/>
                </a:cubicBezTo>
                <a:lnTo>
                  <a:pt x="21482" y="1369"/>
                </a:lnTo>
                <a:cubicBezTo>
                  <a:pt x="21316" y="568"/>
                  <a:pt x="20615" y="1"/>
                  <a:pt x="19815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1">
            <a:extLst>
              <a:ext uri="{FF2B5EF4-FFF2-40B4-BE49-F238E27FC236}">
                <a16:creationId xmlns:a16="http://schemas.microsoft.com/office/drawing/2014/main" id="{AEEC4424-1D26-EE38-8CA1-DF7E58F7936C}"/>
              </a:ext>
            </a:extLst>
          </p:cNvPr>
          <p:cNvSpPr/>
          <p:nvPr/>
        </p:nvSpPr>
        <p:spPr>
          <a:xfrm rot="3041045">
            <a:off x="-2431381" y="2601632"/>
            <a:ext cx="504485" cy="331015"/>
          </a:xfrm>
          <a:custGeom>
            <a:avLst/>
            <a:gdLst/>
            <a:ahLst/>
            <a:cxnLst/>
            <a:rect l="l" t="t" r="r" b="b"/>
            <a:pathLst>
              <a:path w="32691" h="21450" extrusionOk="0">
                <a:moveTo>
                  <a:pt x="16345" y="7039"/>
                </a:moveTo>
                <a:cubicBezTo>
                  <a:pt x="18155" y="7039"/>
                  <a:pt x="19964" y="7439"/>
                  <a:pt x="21349" y="8240"/>
                </a:cubicBezTo>
                <a:cubicBezTo>
                  <a:pt x="22183" y="8640"/>
                  <a:pt x="22883" y="9307"/>
                  <a:pt x="23317" y="10141"/>
                </a:cubicBezTo>
                <a:cubicBezTo>
                  <a:pt x="23083" y="10942"/>
                  <a:pt x="22416" y="11709"/>
                  <a:pt x="21349" y="12343"/>
                </a:cubicBezTo>
                <a:cubicBezTo>
                  <a:pt x="19964" y="13143"/>
                  <a:pt x="18155" y="13544"/>
                  <a:pt x="16345" y="13544"/>
                </a:cubicBezTo>
                <a:cubicBezTo>
                  <a:pt x="14535" y="13544"/>
                  <a:pt x="12726" y="13143"/>
                  <a:pt x="11341" y="12343"/>
                </a:cubicBezTo>
                <a:cubicBezTo>
                  <a:pt x="10474" y="11909"/>
                  <a:pt x="9807" y="11175"/>
                  <a:pt x="9407" y="10275"/>
                </a:cubicBezTo>
                <a:cubicBezTo>
                  <a:pt x="9640" y="9574"/>
                  <a:pt x="10241" y="8874"/>
                  <a:pt x="11341" y="8240"/>
                </a:cubicBezTo>
                <a:cubicBezTo>
                  <a:pt x="12726" y="7439"/>
                  <a:pt x="14535" y="7039"/>
                  <a:pt x="16345" y="7039"/>
                </a:cubicBezTo>
                <a:close/>
                <a:moveTo>
                  <a:pt x="14177" y="1"/>
                </a:moveTo>
                <a:cubicBezTo>
                  <a:pt x="13943" y="1"/>
                  <a:pt x="13777" y="167"/>
                  <a:pt x="13743" y="368"/>
                </a:cubicBezTo>
                <a:lnTo>
                  <a:pt x="13343" y="2336"/>
                </a:lnTo>
                <a:cubicBezTo>
                  <a:pt x="13310" y="2569"/>
                  <a:pt x="13143" y="2703"/>
                  <a:pt x="12943" y="2769"/>
                </a:cubicBezTo>
                <a:cubicBezTo>
                  <a:pt x="12142" y="2903"/>
                  <a:pt x="11375" y="3070"/>
                  <a:pt x="10608" y="3336"/>
                </a:cubicBezTo>
                <a:cubicBezTo>
                  <a:pt x="10522" y="3349"/>
                  <a:pt x="10437" y="3356"/>
                  <a:pt x="10353" y="3356"/>
                </a:cubicBezTo>
                <a:cubicBezTo>
                  <a:pt x="10208" y="3356"/>
                  <a:pt x="10067" y="3333"/>
                  <a:pt x="9940" y="3270"/>
                </a:cubicBezTo>
                <a:lnTo>
                  <a:pt x="6938" y="1902"/>
                </a:lnTo>
                <a:cubicBezTo>
                  <a:pt x="6830" y="1856"/>
                  <a:pt x="6722" y="1831"/>
                  <a:pt x="6617" y="1831"/>
                </a:cubicBezTo>
                <a:cubicBezTo>
                  <a:pt x="6495" y="1831"/>
                  <a:pt x="6378" y="1864"/>
                  <a:pt x="6271" y="1935"/>
                </a:cubicBezTo>
                <a:lnTo>
                  <a:pt x="3302" y="3637"/>
                </a:lnTo>
                <a:cubicBezTo>
                  <a:pt x="3236" y="3670"/>
                  <a:pt x="3169" y="3737"/>
                  <a:pt x="3169" y="3837"/>
                </a:cubicBezTo>
                <a:lnTo>
                  <a:pt x="3169" y="6405"/>
                </a:lnTo>
                <a:cubicBezTo>
                  <a:pt x="3169" y="6472"/>
                  <a:pt x="3236" y="6539"/>
                  <a:pt x="3302" y="6605"/>
                </a:cubicBezTo>
                <a:lnTo>
                  <a:pt x="4637" y="7573"/>
                </a:lnTo>
                <a:cubicBezTo>
                  <a:pt x="4570" y="7639"/>
                  <a:pt x="4437" y="7706"/>
                  <a:pt x="4303" y="7706"/>
                </a:cubicBezTo>
                <a:lnTo>
                  <a:pt x="367" y="7973"/>
                </a:lnTo>
                <a:cubicBezTo>
                  <a:pt x="167" y="7973"/>
                  <a:pt x="33" y="8140"/>
                  <a:pt x="0" y="8340"/>
                </a:cubicBezTo>
                <a:lnTo>
                  <a:pt x="0" y="10008"/>
                </a:lnTo>
                <a:lnTo>
                  <a:pt x="0" y="13110"/>
                </a:lnTo>
                <a:cubicBezTo>
                  <a:pt x="33" y="13310"/>
                  <a:pt x="167" y="13477"/>
                  <a:pt x="367" y="13510"/>
                </a:cubicBezTo>
                <a:lnTo>
                  <a:pt x="4303" y="13744"/>
                </a:lnTo>
                <a:cubicBezTo>
                  <a:pt x="4437" y="13744"/>
                  <a:pt x="4570" y="13811"/>
                  <a:pt x="4670" y="13877"/>
                </a:cubicBezTo>
                <a:lnTo>
                  <a:pt x="3302" y="14878"/>
                </a:lnTo>
                <a:cubicBezTo>
                  <a:pt x="3236" y="14911"/>
                  <a:pt x="3202" y="14978"/>
                  <a:pt x="3202" y="15078"/>
                </a:cubicBezTo>
                <a:lnTo>
                  <a:pt x="3202" y="17647"/>
                </a:lnTo>
                <a:cubicBezTo>
                  <a:pt x="3202" y="17713"/>
                  <a:pt x="3236" y="17780"/>
                  <a:pt x="3336" y="17847"/>
                </a:cubicBezTo>
                <a:lnTo>
                  <a:pt x="6271" y="19548"/>
                </a:lnTo>
                <a:cubicBezTo>
                  <a:pt x="6400" y="19603"/>
                  <a:pt x="6528" y="19628"/>
                  <a:pt x="6651" y="19628"/>
                </a:cubicBezTo>
                <a:cubicBezTo>
                  <a:pt x="6752" y="19628"/>
                  <a:pt x="6848" y="19611"/>
                  <a:pt x="6938" y="19581"/>
                </a:cubicBezTo>
                <a:lnTo>
                  <a:pt x="9940" y="18180"/>
                </a:lnTo>
                <a:cubicBezTo>
                  <a:pt x="10069" y="18125"/>
                  <a:pt x="10198" y="18100"/>
                  <a:pt x="10321" y="18100"/>
                </a:cubicBezTo>
                <a:cubicBezTo>
                  <a:pt x="10421" y="18100"/>
                  <a:pt x="10518" y="18117"/>
                  <a:pt x="10608" y="18147"/>
                </a:cubicBezTo>
                <a:cubicBezTo>
                  <a:pt x="11375" y="18380"/>
                  <a:pt x="12175" y="18547"/>
                  <a:pt x="12943" y="18681"/>
                </a:cubicBezTo>
                <a:cubicBezTo>
                  <a:pt x="13143" y="18747"/>
                  <a:pt x="13310" y="18914"/>
                  <a:pt x="13376" y="19114"/>
                </a:cubicBezTo>
                <a:lnTo>
                  <a:pt x="13743" y="21082"/>
                </a:lnTo>
                <a:cubicBezTo>
                  <a:pt x="13777" y="21283"/>
                  <a:pt x="13977" y="21449"/>
                  <a:pt x="14177" y="21449"/>
                </a:cubicBezTo>
                <a:lnTo>
                  <a:pt x="18513" y="21449"/>
                </a:lnTo>
                <a:cubicBezTo>
                  <a:pt x="18747" y="21416"/>
                  <a:pt x="18914" y="21283"/>
                  <a:pt x="18947" y="21082"/>
                </a:cubicBezTo>
                <a:lnTo>
                  <a:pt x="19314" y="19114"/>
                </a:lnTo>
                <a:cubicBezTo>
                  <a:pt x="19381" y="18914"/>
                  <a:pt x="19547" y="18747"/>
                  <a:pt x="19747" y="18681"/>
                </a:cubicBezTo>
                <a:cubicBezTo>
                  <a:pt x="20515" y="18547"/>
                  <a:pt x="21315" y="18380"/>
                  <a:pt x="22082" y="18147"/>
                </a:cubicBezTo>
                <a:cubicBezTo>
                  <a:pt x="22172" y="18117"/>
                  <a:pt x="22276" y="18100"/>
                  <a:pt x="22381" y="18100"/>
                </a:cubicBezTo>
                <a:cubicBezTo>
                  <a:pt x="22509" y="18100"/>
                  <a:pt x="22639" y="18125"/>
                  <a:pt x="22750" y="18180"/>
                </a:cubicBezTo>
                <a:lnTo>
                  <a:pt x="25752" y="19581"/>
                </a:lnTo>
                <a:cubicBezTo>
                  <a:pt x="25842" y="19611"/>
                  <a:pt x="25945" y="19628"/>
                  <a:pt x="26050" y="19628"/>
                </a:cubicBezTo>
                <a:cubicBezTo>
                  <a:pt x="26178" y="19628"/>
                  <a:pt x="26309" y="19603"/>
                  <a:pt x="26419" y="19548"/>
                </a:cubicBezTo>
                <a:lnTo>
                  <a:pt x="29354" y="17847"/>
                </a:lnTo>
                <a:cubicBezTo>
                  <a:pt x="29454" y="17780"/>
                  <a:pt x="29488" y="17713"/>
                  <a:pt x="29521" y="17647"/>
                </a:cubicBezTo>
                <a:lnTo>
                  <a:pt x="29521" y="15045"/>
                </a:lnTo>
                <a:cubicBezTo>
                  <a:pt x="29488" y="14978"/>
                  <a:pt x="29454" y="14911"/>
                  <a:pt x="29388" y="14845"/>
                </a:cubicBezTo>
                <a:lnTo>
                  <a:pt x="28053" y="13877"/>
                </a:lnTo>
                <a:cubicBezTo>
                  <a:pt x="28153" y="13811"/>
                  <a:pt x="28254" y="13744"/>
                  <a:pt x="28387" y="13744"/>
                </a:cubicBezTo>
                <a:lnTo>
                  <a:pt x="32323" y="13477"/>
                </a:lnTo>
                <a:cubicBezTo>
                  <a:pt x="32523" y="13477"/>
                  <a:pt x="32690" y="13310"/>
                  <a:pt x="32690" y="13110"/>
                </a:cubicBezTo>
                <a:lnTo>
                  <a:pt x="32690" y="8340"/>
                </a:lnTo>
                <a:cubicBezTo>
                  <a:pt x="32690" y="8140"/>
                  <a:pt x="32523" y="7973"/>
                  <a:pt x="32323" y="7973"/>
                </a:cubicBezTo>
                <a:lnTo>
                  <a:pt x="28387" y="7706"/>
                </a:lnTo>
                <a:cubicBezTo>
                  <a:pt x="28254" y="7706"/>
                  <a:pt x="28153" y="7639"/>
                  <a:pt x="28053" y="7573"/>
                </a:cubicBezTo>
                <a:lnTo>
                  <a:pt x="29388" y="6605"/>
                </a:lnTo>
                <a:cubicBezTo>
                  <a:pt x="29454" y="6539"/>
                  <a:pt x="29521" y="6472"/>
                  <a:pt x="29521" y="6405"/>
                </a:cubicBezTo>
                <a:lnTo>
                  <a:pt x="29521" y="3837"/>
                </a:lnTo>
                <a:cubicBezTo>
                  <a:pt x="29521" y="3737"/>
                  <a:pt x="29454" y="3670"/>
                  <a:pt x="29388" y="3637"/>
                </a:cubicBezTo>
                <a:lnTo>
                  <a:pt x="26419" y="1935"/>
                </a:lnTo>
                <a:cubicBezTo>
                  <a:pt x="26312" y="1864"/>
                  <a:pt x="26195" y="1831"/>
                  <a:pt x="26079" y="1831"/>
                </a:cubicBezTo>
                <a:cubicBezTo>
                  <a:pt x="25978" y="1831"/>
                  <a:pt x="25878" y="1856"/>
                  <a:pt x="25785" y="1902"/>
                </a:cubicBezTo>
                <a:lnTo>
                  <a:pt x="22783" y="3270"/>
                </a:lnTo>
                <a:cubicBezTo>
                  <a:pt x="22635" y="3333"/>
                  <a:pt x="22487" y="3356"/>
                  <a:pt x="22339" y="3356"/>
                </a:cubicBezTo>
                <a:cubicBezTo>
                  <a:pt x="22253" y="3356"/>
                  <a:pt x="22168" y="3349"/>
                  <a:pt x="22082" y="3336"/>
                </a:cubicBezTo>
                <a:cubicBezTo>
                  <a:pt x="21315" y="3070"/>
                  <a:pt x="20548" y="2903"/>
                  <a:pt x="19747" y="2769"/>
                </a:cubicBezTo>
                <a:cubicBezTo>
                  <a:pt x="19547" y="2703"/>
                  <a:pt x="19381" y="2569"/>
                  <a:pt x="19347" y="2336"/>
                </a:cubicBezTo>
                <a:lnTo>
                  <a:pt x="18980" y="368"/>
                </a:lnTo>
                <a:cubicBezTo>
                  <a:pt x="18914" y="167"/>
                  <a:pt x="18747" y="1"/>
                  <a:pt x="1851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1">
            <a:extLst>
              <a:ext uri="{FF2B5EF4-FFF2-40B4-BE49-F238E27FC236}">
                <a16:creationId xmlns:a16="http://schemas.microsoft.com/office/drawing/2014/main" id="{972ADACD-E9F0-F5E9-836A-B52D734C56CA}"/>
              </a:ext>
            </a:extLst>
          </p:cNvPr>
          <p:cNvSpPr/>
          <p:nvPr/>
        </p:nvSpPr>
        <p:spPr>
          <a:xfrm rot="3041045">
            <a:off x="-2431381" y="2601632"/>
            <a:ext cx="504485" cy="331015"/>
          </a:xfrm>
          <a:custGeom>
            <a:avLst/>
            <a:gdLst/>
            <a:ahLst/>
            <a:cxnLst/>
            <a:rect l="l" t="t" r="r" b="b"/>
            <a:pathLst>
              <a:path w="32691" h="21450" extrusionOk="0">
                <a:moveTo>
                  <a:pt x="16345" y="7039"/>
                </a:moveTo>
                <a:cubicBezTo>
                  <a:pt x="18155" y="7039"/>
                  <a:pt x="19964" y="7439"/>
                  <a:pt x="21349" y="8240"/>
                </a:cubicBezTo>
                <a:cubicBezTo>
                  <a:pt x="22183" y="8640"/>
                  <a:pt x="22883" y="9307"/>
                  <a:pt x="23317" y="10141"/>
                </a:cubicBezTo>
                <a:cubicBezTo>
                  <a:pt x="23083" y="10942"/>
                  <a:pt x="22416" y="11709"/>
                  <a:pt x="21349" y="12343"/>
                </a:cubicBezTo>
                <a:cubicBezTo>
                  <a:pt x="19964" y="13143"/>
                  <a:pt x="18155" y="13544"/>
                  <a:pt x="16345" y="13544"/>
                </a:cubicBezTo>
                <a:cubicBezTo>
                  <a:pt x="14535" y="13544"/>
                  <a:pt x="12726" y="13143"/>
                  <a:pt x="11341" y="12343"/>
                </a:cubicBezTo>
                <a:cubicBezTo>
                  <a:pt x="10474" y="11909"/>
                  <a:pt x="9807" y="11175"/>
                  <a:pt x="9407" y="10275"/>
                </a:cubicBezTo>
                <a:cubicBezTo>
                  <a:pt x="9640" y="9574"/>
                  <a:pt x="10241" y="8874"/>
                  <a:pt x="11341" y="8240"/>
                </a:cubicBezTo>
                <a:cubicBezTo>
                  <a:pt x="12726" y="7439"/>
                  <a:pt x="14535" y="7039"/>
                  <a:pt x="16345" y="7039"/>
                </a:cubicBezTo>
                <a:close/>
                <a:moveTo>
                  <a:pt x="14177" y="1"/>
                </a:moveTo>
                <a:cubicBezTo>
                  <a:pt x="13943" y="1"/>
                  <a:pt x="13777" y="167"/>
                  <a:pt x="13743" y="368"/>
                </a:cubicBezTo>
                <a:lnTo>
                  <a:pt x="13343" y="2336"/>
                </a:lnTo>
                <a:cubicBezTo>
                  <a:pt x="13310" y="2569"/>
                  <a:pt x="13143" y="2703"/>
                  <a:pt x="12943" y="2769"/>
                </a:cubicBezTo>
                <a:cubicBezTo>
                  <a:pt x="12142" y="2903"/>
                  <a:pt x="11375" y="3070"/>
                  <a:pt x="10608" y="3336"/>
                </a:cubicBezTo>
                <a:cubicBezTo>
                  <a:pt x="10522" y="3349"/>
                  <a:pt x="10437" y="3356"/>
                  <a:pt x="10353" y="3356"/>
                </a:cubicBezTo>
                <a:cubicBezTo>
                  <a:pt x="10208" y="3356"/>
                  <a:pt x="10067" y="3333"/>
                  <a:pt x="9940" y="3270"/>
                </a:cubicBezTo>
                <a:lnTo>
                  <a:pt x="6938" y="1902"/>
                </a:lnTo>
                <a:cubicBezTo>
                  <a:pt x="6830" y="1856"/>
                  <a:pt x="6722" y="1831"/>
                  <a:pt x="6617" y="1831"/>
                </a:cubicBezTo>
                <a:cubicBezTo>
                  <a:pt x="6495" y="1831"/>
                  <a:pt x="6378" y="1864"/>
                  <a:pt x="6271" y="1935"/>
                </a:cubicBezTo>
                <a:lnTo>
                  <a:pt x="3302" y="3637"/>
                </a:lnTo>
                <a:cubicBezTo>
                  <a:pt x="3236" y="3670"/>
                  <a:pt x="3169" y="3737"/>
                  <a:pt x="3169" y="3837"/>
                </a:cubicBezTo>
                <a:lnTo>
                  <a:pt x="3169" y="6405"/>
                </a:lnTo>
                <a:cubicBezTo>
                  <a:pt x="3169" y="6472"/>
                  <a:pt x="3236" y="6539"/>
                  <a:pt x="3302" y="6605"/>
                </a:cubicBezTo>
                <a:lnTo>
                  <a:pt x="4637" y="7573"/>
                </a:lnTo>
                <a:cubicBezTo>
                  <a:pt x="4570" y="7639"/>
                  <a:pt x="4437" y="7706"/>
                  <a:pt x="4303" y="7706"/>
                </a:cubicBezTo>
                <a:lnTo>
                  <a:pt x="367" y="7973"/>
                </a:lnTo>
                <a:cubicBezTo>
                  <a:pt x="167" y="7973"/>
                  <a:pt x="33" y="8140"/>
                  <a:pt x="0" y="8340"/>
                </a:cubicBezTo>
                <a:lnTo>
                  <a:pt x="0" y="10008"/>
                </a:lnTo>
                <a:lnTo>
                  <a:pt x="0" y="13110"/>
                </a:lnTo>
                <a:cubicBezTo>
                  <a:pt x="33" y="13310"/>
                  <a:pt x="167" y="13477"/>
                  <a:pt x="367" y="13510"/>
                </a:cubicBezTo>
                <a:lnTo>
                  <a:pt x="4303" y="13744"/>
                </a:lnTo>
                <a:cubicBezTo>
                  <a:pt x="4437" y="13744"/>
                  <a:pt x="4570" y="13811"/>
                  <a:pt x="4670" y="13877"/>
                </a:cubicBezTo>
                <a:lnTo>
                  <a:pt x="3302" y="14878"/>
                </a:lnTo>
                <a:cubicBezTo>
                  <a:pt x="3236" y="14911"/>
                  <a:pt x="3202" y="14978"/>
                  <a:pt x="3202" y="15078"/>
                </a:cubicBezTo>
                <a:lnTo>
                  <a:pt x="3202" y="17647"/>
                </a:lnTo>
                <a:cubicBezTo>
                  <a:pt x="3202" y="17713"/>
                  <a:pt x="3236" y="17780"/>
                  <a:pt x="3336" y="17847"/>
                </a:cubicBezTo>
                <a:lnTo>
                  <a:pt x="6271" y="19548"/>
                </a:lnTo>
                <a:cubicBezTo>
                  <a:pt x="6400" y="19603"/>
                  <a:pt x="6528" y="19628"/>
                  <a:pt x="6651" y="19628"/>
                </a:cubicBezTo>
                <a:cubicBezTo>
                  <a:pt x="6752" y="19628"/>
                  <a:pt x="6848" y="19611"/>
                  <a:pt x="6938" y="19581"/>
                </a:cubicBezTo>
                <a:lnTo>
                  <a:pt x="9940" y="18180"/>
                </a:lnTo>
                <a:cubicBezTo>
                  <a:pt x="10069" y="18125"/>
                  <a:pt x="10198" y="18100"/>
                  <a:pt x="10321" y="18100"/>
                </a:cubicBezTo>
                <a:cubicBezTo>
                  <a:pt x="10421" y="18100"/>
                  <a:pt x="10518" y="18117"/>
                  <a:pt x="10608" y="18147"/>
                </a:cubicBezTo>
                <a:cubicBezTo>
                  <a:pt x="11375" y="18380"/>
                  <a:pt x="12175" y="18547"/>
                  <a:pt x="12943" y="18681"/>
                </a:cubicBezTo>
                <a:cubicBezTo>
                  <a:pt x="13143" y="18747"/>
                  <a:pt x="13310" y="18914"/>
                  <a:pt x="13376" y="19114"/>
                </a:cubicBezTo>
                <a:lnTo>
                  <a:pt x="13743" y="21082"/>
                </a:lnTo>
                <a:cubicBezTo>
                  <a:pt x="13777" y="21283"/>
                  <a:pt x="13977" y="21449"/>
                  <a:pt x="14177" y="21449"/>
                </a:cubicBezTo>
                <a:lnTo>
                  <a:pt x="18513" y="21449"/>
                </a:lnTo>
                <a:cubicBezTo>
                  <a:pt x="18747" y="21416"/>
                  <a:pt x="18914" y="21283"/>
                  <a:pt x="18947" y="21082"/>
                </a:cubicBezTo>
                <a:lnTo>
                  <a:pt x="19314" y="19114"/>
                </a:lnTo>
                <a:cubicBezTo>
                  <a:pt x="19381" y="18914"/>
                  <a:pt x="19547" y="18747"/>
                  <a:pt x="19747" y="18681"/>
                </a:cubicBezTo>
                <a:cubicBezTo>
                  <a:pt x="20515" y="18547"/>
                  <a:pt x="21315" y="18380"/>
                  <a:pt x="22082" y="18147"/>
                </a:cubicBezTo>
                <a:cubicBezTo>
                  <a:pt x="22172" y="18117"/>
                  <a:pt x="22276" y="18100"/>
                  <a:pt x="22381" y="18100"/>
                </a:cubicBezTo>
                <a:cubicBezTo>
                  <a:pt x="22509" y="18100"/>
                  <a:pt x="22639" y="18125"/>
                  <a:pt x="22750" y="18180"/>
                </a:cubicBezTo>
                <a:lnTo>
                  <a:pt x="25752" y="19581"/>
                </a:lnTo>
                <a:cubicBezTo>
                  <a:pt x="25842" y="19611"/>
                  <a:pt x="25945" y="19628"/>
                  <a:pt x="26050" y="19628"/>
                </a:cubicBezTo>
                <a:cubicBezTo>
                  <a:pt x="26178" y="19628"/>
                  <a:pt x="26309" y="19603"/>
                  <a:pt x="26419" y="19548"/>
                </a:cubicBezTo>
                <a:lnTo>
                  <a:pt x="29354" y="17847"/>
                </a:lnTo>
                <a:cubicBezTo>
                  <a:pt x="29454" y="17780"/>
                  <a:pt x="29488" y="17713"/>
                  <a:pt x="29521" y="17647"/>
                </a:cubicBezTo>
                <a:lnTo>
                  <a:pt x="29521" y="15045"/>
                </a:lnTo>
                <a:cubicBezTo>
                  <a:pt x="29488" y="14978"/>
                  <a:pt x="29454" y="14911"/>
                  <a:pt x="29388" y="14845"/>
                </a:cubicBezTo>
                <a:lnTo>
                  <a:pt x="28053" y="13877"/>
                </a:lnTo>
                <a:cubicBezTo>
                  <a:pt x="28153" y="13811"/>
                  <a:pt x="28254" y="13744"/>
                  <a:pt x="28387" y="13744"/>
                </a:cubicBezTo>
                <a:lnTo>
                  <a:pt x="32323" y="13477"/>
                </a:lnTo>
                <a:cubicBezTo>
                  <a:pt x="32523" y="13477"/>
                  <a:pt x="32690" y="13310"/>
                  <a:pt x="32690" y="13110"/>
                </a:cubicBezTo>
                <a:lnTo>
                  <a:pt x="32690" y="8340"/>
                </a:lnTo>
                <a:cubicBezTo>
                  <a:pt x="32690" y="8140"/>
                  <a:pt x="32523" y="7973"/>
                  <a:pt x="32323" y="7973"/>
                </a:cubicBezTo>
                <a:lnTo>
                  <a:pt x="28387" y="7706"/>
                </a:lnTo>
                <a:cubicBezTo>
                  <a:pt x="28254" y="7706"/>
                  <a:pt x="28153" y="7639"/>
                  <a:pt x="28053" y="7573"/>
                </a:cubicBezTo>
                <a:lnTo>
                  <a:pt x="29388" y="6605"/>
                </a:lnTo>
                <a:cubicBezTo>
                  <a:pt x="29454" y="6539"/>
                  <a:pt x="29521" y="6472"/>
                  <a:pt x="29521" y="6405"/>
                </a:cubicBezTo>
                <a:lnTo>
                  <a:pt x="29521" y="3837"/>
                </a:lnTo>
                <a:cubicBezTo>
                  <a:pt x="29521" y="3737"/>
                  <a:pt x="29454" y="3670"/>
                  <a:pt x="29388" y="3637"/>
                </a:cubicBezTo>
                <a:lnTo>
                  <a:pt x="26419" y="1935"/>
                </a:lnTo>
                <a:cubicBezTo>
                  <a:pt x="26312" y="1864"/>
                  <a:pt x="26195" y="1831"/>
                  <a:pt x="26079" y="1831"/>
                </a:cubicBezTo>
                <a:cubicBezTo>
                  <a:pt x="25978" y="1831"/>
                  <a:pt x="25878" y="1856"/>
                  <a:pt x="25785" y="1902"/>
                </a:cubicBezTo>
                <a:lnTo>
                  <a:pt x="22783" y="3270"/>
                </a:lnTo>
                <a:cubicBezTo>
                  <a:pt x="22635" y="3333"/>
                  <a:pt x="22487" y="3356"/>
                  <a:pt x="22339" y="3356"/>
                </a:cubicBezTo>
                <a:cubicBezTo>
                  <a:pt x="22253" y="3356"/>
                  <a:pt x="22168" y="3349"/>
                  <a:pt x="22082" y="3336"/>
                </a:cubicBezTo>
                <a:cubicBezTo>
                  <a:pt x="21315" y="3070"/>
                  <a:pt x="20548" y="2903"/>
                  <a:pt x="19747" y="2769"/>
                </a:cubicBezTo>
                <a:cubicBezTo>
                  <a:pt x="19547" y="2703"/>
                  <a:pt x="19381" y="2569"/>
                  <a:pt x="19347" y="2336"/>
                </a:cubicBezTo>
                <a:lnTo>
                  <a:pt x="18980" y="368"/>
                </a:lnTo>
                <a:cubicBezTo>
                  <a:pt x="18914" y="167"/>
                  <a:pt x="18747" y="1"/>
                  <a:pt x="18513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1">
            <a:extLst>
              <a:ext uri="{FF2B5EF4-FFF2-40B4-BE49-F238E27FC236}">
                <a16:creationId xmlns:a16="http://schemas.microsoft.com/office/drawing/2014/main" id="{A05FB065-E7AB-40FC-D4C3-1F62C3D3E48C}"/>
              </a:ext>
            </a:extLst>
          </p:cNvPr>
          <p:cNvSpPr/>
          <p:nvPr/>
        </p:nvSpPr>
        <p:spPr>
          <a:xfrm rot="3041045">
            <a:off x="-2431381" y="2661353"/>
            <a:ext cx="89582" cy="154952"/>
          </a:xfrm>
          <a:custGeom>
            <a:avLst/>
            <a:gdLst/>
            <a:ahLst/>
            <a:cxnLst/>
            <a:rect l="l" t="t" r="r" b="b"/>
            <a:pathLst>
              <a:path w="5805" h="10041" extrusionOk="0">
                <a:moveTo>
                  <a:pt x="3169" y="0"/>
                </a:moveTo>
                <a:lnTo>
                  <a:pt x="3169" y="2535"/>
                </a:lnTo>
                <a:cubicBezTo>
                  <a:pt x="3169" y="2602"/>
                  <a:pt x="3202" y="2669"/>
                  <a:pt x="3269" y="2735"/>
                </a:cubicBezTo>
                <a:lnTo>
                  <a:pt x="4637" y="3703"/>
                </a:lnTo>
                <a:cubicBezTo>
                  <a:pt x="4703" y="3636"/>
                  <a:pt x="4770" y="3569"/>
                  <a:pt x="4837" y="3503"/>
                </a:cubicBezTo>
                <a:cubicBezTo>
                  <a:pt x="5070" y="3069"/>
                  <a:pt x="5337" y="2669"/>
                  <a:pt x="5671" y="2335"/>
                </a:cubicBezTo>
                <a:cubicBezTo>
                  <a:pt x="5804" y="2168"/>
                  <a:pt x="5771" y="1935"/>
                  <a:pt x="5604" y="1835"/>
                </a:cubicBezTo>
                <a:lnTo>
                  <a:pt x="3269" y="167"/>
                </a:lnTo>
                <a:cubicBezTo>
                  <a:pt x="3202" y="134"/>
                  <a:pt x="3169" y="67"/>
                  <a:pt x="3169" y="0"/>
                </a:cubicBezTo>
                <a:close/>
                <a:moveTo>
                  <a:pt x="0" y="6672"/>
                </a:moveTo>
                <a:lnTo>
                  <a:pt x="0" y="9240"/>
                </a:lnTo>
                <a:cubicBezTo>
                  <a:pt x="0" y="9440"/>
                  <a:pt x="133" y="9607"/>
                  <a:pt x="367" y="9640"/>
                </a:cubicBezTo>
                <a:lnTo>
                  <a:pt x="4303" y="9874"/>
                </a:lnTo>
                <a:cubicBezTo>
                  <a:pt x="4437" y="9907"/>
                  <a:pt x="4537" y="9941"/>
                  <a:pt x="4637" y="10041"/>
                </a:cubicBezTo>
                <a:lnTo>
                  <a:pt x="5637" y="9307"/>
                </a:lnTo>
                <a:cubicBezTo>
                  <a:pt x="5804" y="9207"/>
                  <a:pt x="5804" y="8973"/>
                  <a:pt x="5671" y="8840"/>
                </a:cubicBezTo>
                <a:cubicBezTo>
                  <a:pt x="5337" y="8473"/>
                  <a:pt x="5070" y="8106"/>
                  <a:pt x="4837" y="7672"/>
                </a:cubicBezTo>
                <a:cubicBezTo>
                  <a:pt x="4703" y="7472"/>
                  <a:pt x="4503" y="7339"/>
                  <a:pt x="4303" y="7305"/>
                </a:cubicBezTo>
                <a:lnTo>
                  <a:pt x="367" y="7072"/>
                </a:lnTo>
                <a:cubicBezTo>
                  <a:pt x="133" y="7038"/>
                  <a:pt x="0" y="6872"/>
                  <a:pt x="0" y="6672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1">
            <a:extLst>
              <a:ext uri="{FF2B5EF4-FFF2-40B4-BE49-F238E27FC236}">
                <a16:creationId xmlns:a16="http://schemas.microsoft.com/office/drawing/2014/main" id="{626ACAA4-BBF5-0485-92CC-D85D6F8AF911}"/>
              </a:ext>
            </a:extLst>
          </p:cNvPr>
          <p:cNvSpPr/>
          <p:nvPr/>
        </p:nvSpPr>
        <p:spPr>
          <a:xfrm rot="3041045">
            <a:off x="-2293435" y="2684517"/>
            <a:ext cx="227544" cy="75678"/>
          </a:xfrm>
          <a:custGeom>
            <a:avLst/>
            <a:gdLst/>
            <a:ahLst/>
            <a:cxnLst/>
            <a:rect l="l" t="t" r="r" b="b"/>
            <a:pathLst>
              <a:path w="14745" h="4904" extrusionOk="0">
                <a:moveTo>
                  <a:pt x="7406" y="0"/>
                </a:moveTo>
                <a:cubicBezTo>
                  <a:pt x="5596" y="0"/>
                  <a:pt x="3787" y="400"/>
                  <a:pt x="2402" y="1201"/>
                </a:cubicBezTo>
                <a:cubicBezTo>
                  <a:pt x="635" y="2202"/>
                  <a:pt x="1" y="3603"/>
                  <a:pt x="468" y="4904"/>
                </a:cubicBezTo>
                <a:cubicBezTo>
                  <a:pt x="668" y="4203"/>
                  <a:pt x="1302" y="3503"/>
                  <a:pt x="2402" y="2869"/>
                </a:cubicBezTo>
                <a:cubicBezTo>
                  <a:pt x="3770" y="2068"/>
                  <a:pt x="5580" y="1668"/>
                  <a:pt x="7394" y="1668"/>
                </a:cubicBezTo>
                <a:cubicBezTo>
                  <a:pt x="9207" y="1668"/>
                  <a:pt x="11025" y="2068"/>
                  <a:pt x="12410" y="2869"/>
                </a:cubicBezTo>
                <a:cubicBezTo>
                  <a:pt x="13244" y="3303"/>
                  <a:pt x="13911" y="3936"/>
                  <a:pt x="14378" y="4770"/>
                </a:cubicBezTo>
                <a:cubicBezTo>
                  <a:pt x="14745" y="3503"/>
                  <a:pt x="14077" y="2168"/>
                  <a:pt x="12410" y="1201"/>
                </a:cubicBezTo>
                <a:cubicBezTo>
                  <a:pt x="11025" y="400"/>
                  <a:pt x="9216" y="0"/>
                  <a:pt x="7406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41">
            <a:extLst>
              <a:ext uri="{FF2B5EF4-FFF2-40B4-BE49-F238E27FC236}">
                <a16:creationId xmlns:a16="http://schemas.microsoft.com/office/drawing/2014/main" id="{CA3962E9-0BC4-5719-F36F-38EA9D84E54C}"/>
              </a:ext>
            </a:extLst>
          </p:cNvPr>
          <p:cNvSpPr/>
          <p:nvPr/>
        </p:nvSpPr>
        <p:spPr>
          <a:xfrm rot="3041045">
            <a:off x="-2328944" y="2661862"/>
            <a:ext cx="402048" cy="271293"/>
          </a:xfrm>
          <a:custGeom>
            <a:avLst/>
            <a:gdLst/>
            <a:ahLst/>
            <a:cxnLst/>
            <a:rect l="l" t="t" r="r" b="b"/>
            <a:pathLst>
              <a:path w="26053" h="17580" extrusionOk="0">
                <a:moveTo>
                  <a:pt x="22883" y="0"/>
                </a:moveTo>
                <a:cubicBezTo>
                  <a:pt x="22850" y="34"/>
                  <a:pt x="22850" y="67"/>
                  <a:pt x="22816" y="67"/>
                </a:cubicBezTo>
                <a:cubicBezTo>
                  <a:pt x="22816" y="101"/>
                  <a:pt x="22783" y="101"/>
                  <a:pt x="22783" y="134"/>
                </a:cubicBezTo>
                <a:lnTo>
                  <a:pt x="20415" y="1802"/>
                </a:lnTo>
                <a:cubicBezTo>
                  <a:pt x="20415" y="1835"/>
                  <a:pt x="20381" y="1835"/>
                  <a:pt x="20381" y="1868"/>
                </a:cubicBezTo>
                <a:cubicBezTo>
                  <a:pt x="20315" y="1902"/>
                  <a:pt x="20315" y="1969"/>
                  <a:pt x="20281" y="2002"/>
                </a:cubicBezTo>
                <a:cubicBezTo>
                  <a:pt x="20281" y="2035"/>
                  <a:pt x="20281" y="2069"/>
                  <a:pt x="20281" y="2102"/>
                </a:cubicBezTo>
                <a:cubicBezTo>
                  <a:pt x="20281" y="2102"/>
                  <a:pt x="20281" y="2135"/>
                  <a:pt x="20281" y="2169"/>
                </a:cubicBezTo>
                <a:cubicBezTo>
                  <a:pt x="20315" y="2202"/>
                  <a:pt x="20348" y="2235"/>
                  <a:pt x="20381" y="2302"/>
                </a:cubicBezTo>
                <a:cubicBezTo>
                  <a:pt x="20381" y="2302"/>
                  <a:pt x="20415" y="2335"/>
                  <a:pt x="20415" y="2335"/>
                </a:cubicBezTo>
                <a:cubicBezTo>
                  <a:pt x="20715" y="2669"/>
                  <a:pt x="20982" y="3036"/>
                  <a:pt x="21215" y="3436"/>
                </a:cubicBezTo>
                <a:cubicBezTo>
                  <a:pt x="21249" y="3536"/>
                  <a:pt x="21315" y="3603"/>
                  <a:pt x="21382" y="3670"/>
                </a:cubicBezTo>
                <a:lnTo>
                  <a:pt x="22750" y="2702"/>
                </a:lnTo>
                <a:cubicBezTo>
                  <a:pt x="22816" y="2636"/>
                  <a:pt x="22850" y="2569"/>
                  <a:pt x="22883" y="2502"/>
                </a:cubicBezTo>
                <a:lnTo>
                  <a:pt x="22883" y="0"/>
                </a:lnTo>
                <a:close/>
                <a:moveTo>
                  <a:pt x="26052" y="6705"/>
                </a:moveTo>
                <a:cubicBezTo>
                  <a:pt x="26019" y="6872"/>
                  <a:pt x="25885" y="7005"/>
                  <a:pt x="25685" y="7039"/>
                </a:cubicBezTo>
                <a:lnTo>
                  <a:pt x="21749" y="7306"/>
                </a:lnTo>
                <a:cubicBezTo>
                  <a:pt x="21682" y="7306"/>
                  <a:pt x="21616" y="7306"/>
                  <a:pt x="21549" y="7339"/>
                </a:cubicBezTo>
                <a:lnTo>
                  <a:pt x="21549" y="9908"/>
                </a:lnTo>
                <a:cubicBezTo>
                  <a:pt x="21616" y="9874"/>
                  <a:pt x="21682" y="9874"/>
                  <a:pt x="21749" y="9841"/>
                </a:cubicBezTo>
                <a:lnTo>
                  <a:pt x="25685" y="9607"/>
                </a:lnTo>
                <a:cubicBezTo>
                  <a:pt x="25885" y="9574"/>
                  <a:pt x="26052" y="9407"/>
                  <a:pt x="26052" y="9207"/>
                </a:cubicBezTo>
                <a:lnTo>
                  <a:pt x="26052" y="6705"/>
                </a:lnTo>
                <a:close/>
                <a:moveTo>
                  <a:pt x="3569" y="11642"/>
                </a:moveTo>
                <a:cubicBezTo>
                  <a:pt x="3469" y="11642"/>
                  <a:pt x="3369" y="11675"/>
                  <a:pt x="3269" y="11709"/>
                </a:cubicBezTo>
                <a:lnTo>
                  <a:pt x="267" y="13110"/>
                </a:lnTo>
                <a:cubicBezTo>
                  <a:pt x="200" y="13143"/>
                  <a:pt x="100" y="13177"/>
                  <a:pt x="0" y="13177"/>
                </a:cubicBezTo>
                <a:lnTo>
                  <a:pt x="0" y="15712"/>
                </a:lnTo>
                <a:cubicBezTo>
                  <a:pt x="100" y="15712"/>
                  <a:pt x="167" y="15712"/>
                  <a:pt x="267" y="15678"/>
                </a:cubicBezTo>
                <a:lnTo>
                  <a:pt x="3269" y="14277"/>
                </a:lnTo>
                <a:cubicBezTo>
                  <a:pt x="3369" y="14244"/>
                  <a:pt x="3469" y="14211"/>
                  <a:pt x="3569" y="14211"/>
                </a:cubicBezTo>
                <a:lnTo>
                  <a:pt x="3569" y="11642"/>
                </a:lnTo>
                <a:close/>
                <a:moveTo>
                  <a:pt x="22883" y="11175"/>
                </a:moveTo>
                <a:cubicBezTo>
                  <a:pt x="22850" y="11242"/>
                  <a:pt x="22816" y="11309"/>
                  <a:pt x="22716" y="11375"/>
                </a:cubicBezTo>
                <a:lnTo>
                  <a:pt x="19781" y="13076"/>
                </a:lnTo>
                <a:cubicBezTo>
                  <a:pt x="19659" y="13125"/>
                  <a:pt x="19555" y="13156"/>
                  <a:pt x="19442" y="13156"/>
                </a:cubicBezTo>
                <a:cubicBezTo>
                  <a:pt x="19401" y="13156"/>
                  <a:pt x="19359" y="13152"/>
                  <a:pt x="19314" y="13143"/>
                </a:cubicBezTo>
                <a:lnTo>
                  <a:pt x="19314" y="15712"/>
                </a:lnTo>
                <a:cubicBezTo>
                  <a:pt x="19481" y="15712"/>
                  <a:pt x="19614" y="15712"/>
                  <a:pt x="19781" y="15612"/>
                </a:cubicBezTo>
                <a:lnTo>
                  <a:pt x="22716" y="13910"/>
                </a:lnTo>
                <a:cubicBezTo>
                  <a:pt x="22816" y="13877"/>
                  <a:pt x="22850" y="13810"/>
                  <a:pt x="22883" y="13744"/>
                </a:cubicBezTo>
                <a:lnTo>
                  <a:pt x="22883" y="11175"/>
                </a:lnTo>
                <a:close/>
                <a:moveTo>
                  <a:pt x="12242" y="14778"/>
                </a:moveTo>
                <a:cubicBezTo>
                  <a:pt x="12142" y="14911"/>
                  <a:pt x="12009" y="14978"/>
                  <a:pt x="11875" y="14978"/>
                </a:cubicBezTo>
                <a:lnTo>
                  <a:pt x="7539" y="14978"/>
                </a:lnTo>
                <a:cubicBezTo>
                  <a:pt x="7439" y="14978"/>
                  <a:pt x="7339" y="14944"/>
                  <a:pt x="7272" y="14878"/>
                </a:cubicBezTo>
                <a:lnTo>
                  <a:pt x="7272" y="17480"/>
                </a:lnTo>
                <a:cubicBezTo>
                  <a:pt x="7339" y="17546"/>
                  <a:pt x="7439" y="17580"/>
                  <a:pt x="7539" y="17580"/>
                </a:cubicBezTo>
                <a:lnTo>
                  <a:pt x="11875" y="17580"/>
                </a:lnTo>
                <a:cubicBezTo>
                  <a:pt x="12042" y="17580"/>
                  <a:pt x="12175" y="17480"/>
                  <a:pt x="12242" y="17346"/>
                </a:cubicBezTo>
                <a:lnTo>
                  <a:pt x="12242" y="14778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1">
            <a:extLst>
              <a:ext uri="{FF2B5EF4-FFF2-40B4-BE49-F238E27FC236}">
                <a16:creationId xmlns:a16="http://schemas.microsoft.com/office/drawing/2014/main" id="{0441C2A2-1003-408C-1850-EF9DCD0B50DF}"/>
              </a:ext>
            </a:extLst>
          </p:cNvPr>
          <p:cNvSpPr/>
          <p:nvPr/>
        </p:nvSpPr>
        <p:spPr>
          <a:xfrm rot="3041045">
            <a:off x="-2328944" y="2661862"/>
            <a:ext cx="402048" cy="271293"/>
          </a:xfrm>
          <a:custGeom>
            <a:avLst/>
            <a:gdLst/>
            <a:ahLst/>
            <a:cxnLst/>
            <a:rect l="l" t="t" r="r" b="b"/>
            <a:pathLst>
              <a:path w="26053" h="17580" extrusionOk="0">
                <a:moveTo>
                  <a:pt x="22883" y="0"/>
                </a:moveTo>
                <a:cubicBezTo>
                  <a:pt x="22850" y="34"/>
                  <a:pt x="22850" y="67"/>
                  <a:pt x="22816" y="67"/>
                </a:cubicBezTo>
                <a:cubicBezTo>
                  <a:pt x="22816" y="101"/>
                  <a:pt x="22783" y="101"/>
                  <a:pt x="22783" y="134"/>
                </a:cubicBezTo>
                <a:lnTo>
                  <a:pt x="20415" y="1802"/>
                </a:lnTo>
                <a:cubicBezTo>
                  <a:pt x="20415" y="1835"/>
                  <a:pt x="20381" y="1835"/>
                  <a:pt x="20381" y="1868"/>
                </a:cubicBezTo>
                <a:cubicBezTo>
                  <a:pt x="20315" y="1902"/>
                  <a:pt x="20315" y="1969"/>
                  <a:pt x="20281" y="2002"/>
                </a:cubicBezTo>
                <a:cubicBezTo>
                  <a:pt x="20281" y="2035"/>
                  <a:pt x="20281" y="2069"/>
                  <a:pt x="20281" y="2102"/>
                </a:cubicBezTo>
                <a:cubicBezTo>
                  <a:pt x="20281" y="2102"/>
                  <a:pt x="20281" y="2135"/>
                  <a:pt x="20281" y="2169"/>
                </a:cubicBezTo>
                <a:cubicBezTo>
                  <a:pt x="20315" y="2202"/>
                  <a:pt x="20348" y="2235"/>
                  <a:pt x="20381" y="2302"/>
                </a:cubicBezTo>
                <a:cubicBezTo>
                  <a:pt x="20381" y="2302"/>
                  <a:pt x="20415" y="2335"/>
                  <a:pt x="20415" y="2335"/>
                </a:cubicBezTo>
                <a:cubicBezTo>
                  <a:pt x="20715" y="2669"/>
                  <a:pt x="20982" y="3036"/>
                  <a:pt x="21215" y="3436"/>
                </a:cubicBezTo>
                <a:cubicBezTo>
                  <a:pt x="21249" y="3536"/>
                  <a:pt x="21315" y="3603"/>
                  <a:pt x="21382" y="3670"/>
                </a:cubicBezTo>
                <a:lnTo>
                  <a:pt x="22750" y="2702"/>
                </a:lnTo>
                <a:cubicBezTo>
                  <a:pt x="22816" y="2636"/>
                  <a:pt x="22850" y="2569"/>
                  <a:pt x="22883" y="2502"/>
                </a:cubicBezTo>
                <a:lnTo>
                  <a:pt x="22883" y="0"/>
                </a:lnTo>
                <a:close/>
                <a:moveTo>
                  <a:pt x="26052" y="6705"/>
                </a:moveTo>
                <a:cubicBezTo>
                  <a:pt x="26019" y="6872"/>
                  <a:pt x="25885" y="7005"/>
                  <a:pt x="25685" y="7039"/>
                </a:cubicBezTo>
                <a:lnTo>
                  <a:pt x="21749" y="7306"/>
                </a:lnTo>
                <a:cubicBezTo>
                  <a:pt x="21682" y="7306"/>
                  <a:pt x="21616" y="7306"/>
                  <a:pt x="21549" y="7339"/>
                </a:cubicBezTo>
                <a:lnTo>
                  <a:pt x="21549" y="9908"/>
                </a:lnTo>
                <a:cubicBezTo>
                  <a:pt x="21616" y="9874"/>
                  <a:pt x="21682" y="9874"/>
                  <a:pt x="21749" y="9841"/>
                </a:cubicBezTo>
                <a:lnTo>
                  <a:pt x="25685" y="9607"/>
                </a:lnTo>
                <a:cubicBezTo>
                  <a:pt x="25885" y="9574"/>
                  <a:pt x="26052" y="9407"/>
                  <a:pt x="26052" y="9207"/>
                </a:cubicBezTo>
                <a:lnTo>
                  <a:pt x="26052" y="6705"/>
                </a:lnTo>
                <a:close/>
                <a:moveTo>
                  <a:pt x="3569" y="11642"/>
                </a:moveTo>
                <a:cubicBezTo>
                  <a:pt x="3469" y="11642"/>
                  <a:pt x="3369" y="11675"/>
                  <a:pt x="3269" y="11709"/>
                </a:cubicBezTo>
                <a:lnTo>
                  <a:pt x="267" y="13110"/>
                </a:lnTo>
                <a:cubicBezTo>
                  <a:pt x="200" y="13143"/>
                  <a:pt x="100" y="13177"/>
                  <a:pt x="0" y="13177"/>
                </a:cubicBezTo>
                <a:lnTo>
                  <a:pt x="0" y="15712"/>
                </a:lnTo>
                <a:cubicBezTo>
                  <a:pt x="100" y="15712"/>
                  <a:pt x="167" y="15712"/>
                  <a:pt x="267" y="15678"/>
                </a:cubicBezTo>
                <a:lnTo>
                  <a:pt x="3269" y="14277"/>
                </a:lnTo>
                <a:cubicBezTo>
                  <a:pt x="3369" y="14244"/>
                  <a:pt x="3469" y="14211"/>
                  <a:pt x="3569" y="14211"/>
                </a:cubicBezTo>
                <a:lnTo>
                  <a:pt x="3569" y="11642"/>
                </a:lnTo>
                <a:close/>
                <a:moveTo>
                  <a:pt x="22883" y="11175"/>
                </a:moveTo>
                <a:cubicBezTo>
                  <a:pt x="22850" y="11242"/>
                  <a:pt x="22816" y="11309"/>
                  <a:pt x="22716" y="11375"/>
                </a:cubicBezTo>
                <a:lnTo>
                  <a:pt x="19781" y="13076"/>
                </a:lnTo>
                <a:cubicBezTo>
                  <a:pt x="19659" y="13125"/>
                  <a:pt x="19555" y="13156"/>
                  <a:pt x="19442" y="13156"/>
                </a:cubicBezTo>
                <a:cubicBezTo>
                  <a:pt x="19401" y="13156"/>
                  <a:pt x="19359" y="13152"/>
                  <a:pt x="19314" y="13143"/>
                </a:cubicBezTo>
                <a:lnTo>
                  <a:pt x="19314" y="15712"/>
                </a:lnTo>
                <a:cubicBezTo>
                  <a:pt x="19481" y="15712"/>
                  <a:pt x="19614" y="15712"/>
                  <a:pt x="19781" y="15612"/>
                </a:cubicBezTo>
                <a:lnTo>
                  <a:pt x="22716" y="13910"/>
                </a:lnTo>
                <a:cubicBezTo>
                  <a:pt x="22816" y="13877"/>
                  <a:pt x="22850" y="13810"/>
                  <a:pt x="22883" y="13744"/>
                </a:cubicBezTo>
                <a:lnTo>
                  <a:pt x="22883" y="11175"/>
                </a:lnTo>
                <a:close/>
                <a:moveTo>
                  <a:pt x="12242" y="14778"/>
                </a:moveTo>
                <a:cubicBezTo>
                  <a:pt x="12142" y="14911"/>
                  <a:pt x="12009" y="14978"/>
                  <a:pt x="11875" y="14978"/>
                </a:cubicBezTo>
                <a:lnTo>
                  <a:pt x="7539" y="14978"/>
                </a:lnTo>
                <a:cubicBezTo>
                  <a:pt x="7439" y="14978"/>
                  <a:pt x="7339" y="14944"/>
                  <a:pt x="7272" y="14878"/>
                </a:cubicBezTo>
                <a:lnTo>
                  <a:pt x="7272" y="17480"/>
                </a:lnTo>
                <a:cubicBezTo>
                  <a:pt x="7339" y="17546"/>
                  <a:pt x="7439" y="17580"/>
                  <a:pt x="7539" y="17580"/>
                </a:cubicBezTo>
                <a:lnTo>
                  <a:pt x="11875" y="17580"/>
                </a:lnTo>
                <a:cubicBezTo>
                  <a:pt x="12042" y="17580"/>
                  <a:pt x="12175" y="17480"/>
                  <a:pt x="12242" y="17346"/>
                </a:cubicBezTo>
                <a:lnTo>
                  <a:pt x="12242" y="1477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41">
            <a:extLst>
              <a:ext uri="{FF2B5EF4-FFF2-40B4-BE49-F238E27FC236}">
                <a16:creationId xmlns:a16="http://schemas.microsoft.com/office/drawing/2014/main" id="{D748A0F7-25EC-C55E-6729-D1569B8153DA}"/>
              </a:ext>
            </a:extLst>
          </p:cNvPr>
          <p:cNvSpPr/>
          <p:nvPr/>
        </p:nvSpPr>
        <p:spPr>
          <a:xfrm rot="3041045">
            <a:off x="-2430872" y="2601632"/>
            <a:ext cx="503451" cy="291895"/>
          </a:xfrm>
          <a:custGeom>
            <a:avLst/>
            <a:gdLst/>
            <a:ahLst/>
            <a:cxnLst/>
            <a:rect l="l" t="t" r="r" b="b"/>
            <a:pathLst>
              <a:path w="32624" h="18915" extrusionOk="0">
                <a:moveTo>
                  <a:pt x="16300" y="5371"/>
                </a:moveTo>
                <a:cubicBezTo>
                  <a:pt x="18113" y="5371"/>
                  <a:pt x="19931" y="5771"/>
                  <a:pt x="21316" y="6572"/>
                </a:cubicBezTo>
                <a:cubicBezTo>
                  <a:pt x="24051" y="8173"/>
                  <a:pt x="24051" y="10742"/>
                  <a:pt x="21316" y="12343"/>
                </a:cubicBezTo>
                <a:cubicBezTo>
                  <a:pt x="19939" y="13139"/>
                  <a:pt x="18141" y="13531"/>
                  <a:pt x="16341" y="13531"/>
                </a:cubicBezTo>
                <a:cubicBezTo>
                  <a:pt x="14521" y="13531"/>
                  <a:pt x="12700" y="13131"/>
                  <a:pt x="11308" y="12343"/>
                </a:cubicBezTo>
                <a:cubicBezTo>
                  <a:pt x="8540" y="10742"/>
                  <a:pt x="8540" y="8173"/>
                  <a:pt x="11308" y="6572"/>
                </a:cubicBezTo>
                <a:cubicBezTo>
                  <a:pt x="12676" y="5771"/>
                  <a:pt x="14486" y="5371"/>
                  <a:pt x="16300" y="5371"/>
                </a:cubicBezTo>
                <a:close/>
                <a:moveTo>
                  <a:pt x="14144" y="1"/>
                </a:moveTo>
                <a:cubicBezTo>
                  <a:pt x="13910" y="1"/>
                  <a:pt x="13744" y="167"/>
                  <a:pt x="13710" y="368"/>
                </a:cubicBezTo>
                <a:lnTo>
                  <a:pt x="13310" y="2336"/>
                </a:lnTo>
                <a:cubicBezTo>
                  <a:pt x="13277" y="2569"/>
                  <a:pt x="13110" y="2703"/>
                  <a:pt x="12910" y="2769"/>
                </a:cubicBezTo>
                <a:cubicBezTo>
                  <a:pt x="12109" y="2903"/>
                  <a:pt x="11342" y="3070"/>
                  <a:pt x="10575" y="3336"/>
                </a:cubicBezTo>
                <a:cubicBezTo>
                  <a:pt x="10489" y="3349"/>
                  <a:pt x="10404" y="3356"/>
                  <a:pt x="10320" y="3356"/>
                </a:cubicBezTo>
                <a:cubicBezTo>
                  <a:pt x="10175" y="3356"/>
                  <a:pt x="10034" y="3333"/>
                  <a:pt x="9907" y="3270"/>
                </a:cubicBezTo>
                <a:lnTo>
                  <a:pt x="6905" y="1902"/>
                </a:lnTo>
                <a:cubicBezTo>
                  <a:pt x="6797" y="1856"/>
                  <a:pt x="6689" y="1831"/>
                  <a:pt x="6584" y="1831"/>
                </a:cubicBezTo>
                <a:cubicBezTo>
                  <a:pt x="6462" y="1831"/>
                  <a:pt x="6345" y="1864"/>
                  <a:pt x="6238" y="1935"/>
                </a:cubicBezTo>
                <a:lnTo>
                  <a:pt x="3269" y="3637"/>
                </a:lnTo>
                <a:cubicBezTo>
                  <a:pt x="3069" y="3703"/>
                  <a:pt x="3069" y="3970"/>
                  <a:pt x="3269" y="4037"/>
                </a:cubicBezTo>
                <a:lnTo>
                  <a:pt x="5638" y="5738"/>
                </a:lnTo>
                <a:cubicBezTo>
                  <a:pt x="5771" y="5838"/>
                  <a:pt x="5805" y="6072"/>
                  <a:pt x="5671" y="6205"/>
                </a:cubicBezTo>
                <a:cubicBezTo>
                  <a:pt x="5338" y="6572"/>
                  <a:pt x="5071" y="6939"/>
                  <a:pt x="4837" y="7373"/>
                </a:cubicBezTo>
                <a:cubicBezTo>
                  <a:pt x="4704" y="7573"/>
                  <a:pt x="4537" y="7706"/>
                  <a:pt x="4303" y="7706"/>
                </a:cubicBezTo>
                <a:lnTo>
                  <a:pt x="367" y="7973"/>
                </a:lnTo>
                <a:cubicBezTo>
                  <a:pt x="167" y="8006"/>
                  <a:pt x="0" y="8173"/>
                  <a:pt x="0" y="8373"/>
                </a:cubicBezTo>
                <a:lnTo>
                  <a:pt x="0" y="10542"/>
                </a:lnTo>
                <a:cubicBezTo>
                  <a:pt x="0" y="10742"/>
                  <a:pt x="167" y="10908"/>
                  <a:pt x="367" y="10942"/>
                </a:cubicBezTo>
                <a:lnTo>
                  <a:pt x="4303" y="11175"/>
                </a:lnTo>
                <a:cubicBezTo>
                  <a:pt x="4537" y="11209"/>
                  <a:pt x="4704" y="11342"/>
                  <a:pt x="4837" y="11542"/>
                </a:cubicBezTo>
                <a:cubicBezTo>
                  <a:pt x="5071" y="11943"/>
                  <a:pt x="5338" y="12343"/>
                  <a:pt x="5671" y="12710"/>
                </a:cubicBezTo>
                <a:cubicBezTo>
                  <a:pt x="5805" y="12843"/>
                  <a:pt x="5771" y="13077"/>
                  <a:pt x="5638" y="13177"/>
                </a:cubicBezTo>
                <a:lnTo>
                  <a:pt x="3269" y="14878"/>
                </a:lnTo>
                <a:cubicBezTo>
                  <a:pt x="3069" y="14945"/>
                  <a:pt x="3069" y="15212"/>
                  <a:pt x="3269" y="15278"/>
                </a:cubicBezTo>
                <a:lnTo>
                  <a:pt x="6238" y="16979"/>
                </a:lnTo>
                <a:cubicBezTo>
                  <a:pt x="6354" y="17038"/>
                  <a:pt x="6482" y="17073"/>
                  <a:pt x="6608" y="17073"/>
                </a:cubicBezTo>
                <a:cubicBezTo>
                  <a:pt x="6698" y="17073"/>
                  <a:pt x="6788" y="17055"/>
                  <a:pt x="6872" y="17013"/>
                </a:cubicBezTo>
                <a:lnTo>
                  <a:pt x="9874" y="15645"/>
                </a:lnTo>
                <a:cubicBezTo>
                  <a:pt x="10022" y="15582"/>
                  <a:pt x="10170" y="15559"/>
                  <a:pt x="10318" y="15559"/>
                </a:cubicBezTo>
                <a:cubicBezTo>
                  <a:pt x="10404" y="15559"/>
                  <a:pt x="10489" y="15566"/>
                  <a:pt x="10575" y="15578"/>
                </a:cubicBezTo>
                <a:cubicBezTo>
                  <a:pt x="11342" y="15812"/>
                  <a:pt x="12109" y="16012"/>
                  <a:pt x="12910" y="16146"/>
                </a:cubicBezTo>
                <a:cubicBezTo>
                  <a:pt x="13110" y="16179"/>
                  <a:pt x="13277" y="16346"/>
                  <a:pt x="13310" y="16546"/>
                </a:cubicBezTo>
                <a:lnTo>
                  <a:pt x="13710" y="18547"/>
                </a:lnTo>
                <a:cubicBezTo>
                  <a:pt x="13744" y="18747"/>
                  <a:pt x="13910" y="18881"/>
                  <a:pt x="14144" y="18914"/>
                </a:cubicBezTo>
                <a:lnTo>
                  <a:pt x="18480" y="18914"/>
                </a:lnTo>
                <a:cubicBezTo>
                  <a:pt x="18680" y="18881"/>
                  <a:pt x="18881" y="18747"/>
                  <a:pt x="18914" y="18547"/>
                </a:cubicBezTo>
                <a:lnTo>
                  <a:pt x="19281" y="16546"/>
                </a:lnTo>
                <a:cubicBezTo>
                  <a:pt x="19348" y="16346"/>
                  <a:pt x="19514" y="16179"/>
                  <a:pt x="19714" y="16146"/>
                </a:cubicBezTo>
                <a:cubicBezTo>
                  <a:pt x="20482" y="16012"/>
                  <a:pt x="21282" y="15812"/>
                  <a:pt x="22049" y="15578"/>
                </a:cubicBezTo>
                <a:cubicBezTo>
                  <a:pt x="22123" y="15566"/>
                  <a:pt x="22205" y="15559"/>
                  <a:pt x="22290" y="15559"/>
                </a:cubicBezTo>
                <a:cubicBezTo>
                  <a:pt x="22436" y="15559"/>
                  <a:pt x="22590" y="15582"/>
                  <a:pt x="22717" y="15645"/>
                </a:cubicBezTo>
                <a:lnTo>
                  <a:pt x="25719" y="17013"/>
                </a:lnTo>
                <a:cubicBezTo>
                  <a:pt x="25803" y="17055"/>
                  <a:pt x="25898" y="17073"/>
                  <a:pt x="25996" y="17073"/>
                </a:cubicBezTo>
                <a:cubicBezTo>
                  <a:pt x="26131" y="17073"/>
                  <a:pt x="26270" y="17038"/>
                  <a:pt x="26386" y="16979"/>
                </a:cubicBezTo>
                <a:lnTo>
                  <a:pt x="29321" y="15278"/>
                </a:lnTo>
                <a:cubicBezTo>
                  <a:pt x="29521" y="15212"/>
                  <a:pt x="29521" y="14945"/>
                  <a:pt x="29321" y="14878"/>
                </a:cubicBezTo>
                <a:lnTo>
                  <a:pt x="26986" y="13177"/>
                </a:lnTo>
                <a:cubicBezTo>
                  <a:pt x="26820" y="13077"/>
                  <a:pt x="26786" y="12843"/>
                  <a:pt x="26953" y="12710"/>
                </a:cubicBezTo>
                <a:cubicBezTo>
                  <a:pt x="27253" y="12343"/>
                  <a:pt x="27553" y="11943"/>
                  <a:pt x="27787" y="11542"/>
                </a:cubicBezTo>
                <a:cubicBezTo>
                  <a:pt x="27887" y="11342"/>
                  <a:pt x="28087" y="11209"/>
                  <a:pt x="28321" y="11175"/>
                </a:cubicBezTo>
                <a:lnTo>
                  <a:pt x="32257" y="10942"/>
                </a:lnTo>
                <a:cubicBezTo>
                  <a:pt x="32457" y="10908"/>
                  <a:pt x="32624" y="10742"/>
                  <a:pt x="32624" y="10542"/>
                </a:cubicBezTo>
                <a:lnTo>
                  <a:pt x="32624" y="8340"/>
                </a:lnTo>
                <a:cubicBezTo>
                  <a:pt x="32624" y="8140"/>
                  <a:pt x="32457" y="7973"/>
                  <a:pt x="32257" y="7940"/>
                </a:cubicBezTo>
                <a:lnTo>
                  <a:pt x="28321" y="7706"/>
                </a:lnTo>
                <a:cubicBezTo>
                  <a:pt x="28087" y="7673"/>
                  <a:pt x="27887" y="7539"/>
                  <a:pt x="27787" y="7339"/>
                </a:cubicBezTo>
                <a:cubicBezTo>
                  <a:pt x="27553" y="6939"/>
                  <a:pt x="27253" y="6539"/>
                  <a:pt x="26953" y="6172"/>
                </a:cubicBezTo>
                <a:cubicBezTo>
                  <a:pt x="26786" y="6038"/>
                  <a:pt x="26820" y="5805"/>
                  <a:pt x="26986" y="5705"/>
                </a:cubicBezTo>
                <a:lnTo>
                  <a:pt x="29321" y="4004"/>
                </a:lnTo>
                <a:cubicBezTo>
                  <a:pt x="29521" y="3937"/>
                  <a:pt x="29521" y="3670"/>
                  <a:pt x="29321" y="3603"/>
                </a:cubicBezTo>
                <a:lnTo>
                  <a:pt x="26386" y="1902"/>
                </a:lnTo>
                <a:cubicBezTo>
                  <a:pt x="26286" y="1852"/>
                  <a:pt x="26177" y="1827"/>
                  <a:pt x="26069" y="1827"/>
                </a:cubicBezTo>
                <a:cubicBezTo>
                  <a:pt x="25961" y="1827"/>
                  <a:pt x="25852" y="1852"/>
                  <a:pt x="25752" y="1902"/>
                </a:cubicBezTo>
                <a:lnTo>
                  <a:pt x="22750" y="3270"/>
                </a:lnTo>
                <a:cubicBezTo>
                  <a:pt x="22602" y="3333"/>
                  <a:pt x="22454" y="3356"/>
                  <a:pt x="22306" y="3356"/>
                </a:cubicBezTo>
                <a:cubicBezTo>
                  <a:pt x="22220" y="3356"/>
                  <a:pt x="22135" y="3349"/>
                  <a:pt x="22049" y="3336"/>
                </a:cubicBezTo>
                <a:cubicBezTo>
                  <a:pt x="21282" y="3070"/>
                  <a:pt x="20515" y="2903"/>
                  <a:pt x="19714" y="2769"/>
                </a:cubicBezTo>
                <a:cubicBezTo>
                  <a:pt x="19514" y="2703"/>
                  <a:pt x="19348" y="2569"/>
                  <a:pt x="19314" y="2336"/>
                </a:cubicBezTo>
                <a:lnTo>
                  <a:pt x="18947" y="368"/>
                </a:lnTo>
                <a:cubicBezTo>
                  <a:pt x="18881" y="167"/>
                  <a:pt x="18714" y="1"/>
                  <a:pt x="1848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41">
            <a:extLst>
              <a:ext uri="{FF2B5EF4-FFF2-40B4-BE49-F238E27FC236}">
                <a16:creationId xmlns:a16="http://schemas.microsoft.com/office/drawing/2014/main" id="{7F5F23DD-5F76-FCE1-AE84-C03CA4FD636D}"/>
              </a:ext>
            </a:extLst>
          </p:cNvPr>
          <p:cNvSpPr/>
          <p:nvPr/>
        </p:nvSpPr>
        <p:spPr>
          <a:xfrm rot="3041045">
            <a:off x="-2037080" y="2429705"/>
            <a:ext cx="396385" cy="242466"/>
          </a:xfrm>
          <a:custGeom>
            <a:avLst/>
            <a:gdLst/>
            <a:ahLst/>
            <a:cxnLst/>
            <a:rect l="l" t="t" r="r" b="b"/>
            <a:pathLst>
              <a:path w="25686" h="15712" extrusionOk="0">
                <a:moveTo>
                  <a:pt x="12639" y="6301"/>
                </a:moveTo>
                <a:cubicBezTo>
                  <a:pt x="12707" y="6301"/>
                  <a:pt x="12775" y="6302"/>
                  <a:pt x="12843" y="6305"/>
                </a:cubicBezTo>
                <a:cubicBezTo>
                  <a:pt x="14144" y="6305"/>
                  <a:pt x="15378" y="6638"/>
                  <a:pt x="16079" y="7239"/>
                </a:cubicBezTo>
                <a:cubicBezTo>
                  <a:pt x="16246" y="7372"/>
                  <a:pt x="16546" y="7673"/>
                  <a:pt x="16479" y="7939"/>
                </a:cubicBezTo>
                <a:cubicBezTo>
                  <a:pt x="16446" y="8206"/>
                  <a:pt x="16079" y="8673"/>
                  <a:pt x="15178" y="9040"/>
                </a:cubicBezTo>
                <a:cubicBezTo>
                  <a:pt x="14507" y="9284"/>
                  <a:pt x="13780" y="9445"/>
                  <a:pt x="13048" y="9445"/>
                </a:cubicBezTo>
                <a:cubicBezTo>
                  <a:pt x="12979" y="9445"/>
                  <a:pt x="12911" y="9443"/>
                  <a:pt x="12843" y="9440"/>
                </a:cubicBezTo>
                <a:cubicBezTo>
                  <a:pt x="11542" y="9440"/>
                  <a:pt x="10308" y="9107"/>
                  <a:pt x="9607" y="8540"/>
                </a:cubicBezTo>
                <a:cubicBezTo>
                  <a:pt x="9441" y="8373"/>
                  <a:pt x="9140" y="8073"/>
                  <a:pt x="9207" y="7806"/>
                </a:cubicBezTo>
                <a:cubicBezTo>
                  <a:pt x="9241" y="7539"/>
                  <a:pt x="9607" y="7072"/>
                  <a:pt x="10508" y="6705"/>
                </a:cubicBezTo>
                <a:cubicBezTo>
                  <a:pt x="11210" y="6461"/>
                  <a:pt x="11912" y="6301"/>
                  <a:pt x="12639" y="6301"/>
                </a:cubicBezTo>
                <a:close/>
                <a:moveTo>
                  <a:pt x="13510" y="0"/>
                </a:moveTo>
                <a:cubicBezTo>
                  <a:pt x="12810" y="34"/>
                  <a:pt x="12143" y="434"/>
                  <a:pt x="11809" y="1068"/>
                </a:cubicBezTo>
                <a:lnTo>
                  <a:pt x="11409" y="1835"/>
                </a:lnTo>
                <a:cubicBezTo>
                  <a:pt x="11008" y="1868"/>
                  <a:pt x="10608" y="1902"/>
                  <a:pt x="10241" y="1968"/>
                </a:cubicBezTo>
                <a:lnTo>
                  <a:pt x="8907" y="1101"/>
                </a:lnTo>
                <a:cubicBezTo>
                  <a:pt x="8578" y="891"/>
                  <a:pt x="8221" y="762"/>
                  <a:pt x="7838" y="762"/>
                </a:cubicBezTo>
                <a:cubicBezTo>
                  <a:pt x="7794" y="762"/>
                  <a:pt x="7750" y="764"/>
                  <a:pt x="7706" y="768"/>
                </a:cubicBezTo>
                <a:cubicBezTo>
                  <a:pt x="7439" y="768"/>
                  <a:pt x="7172" y="801"/>
                  <a:pt x="6939" y="901"/>
                </a:cubicBezTo>
                <a:lnTo>
                  <a:pt x="4871" y="1735"/>
                </a:lnTo>
                <a:cubicBezTo>
                  <a:pt x="3870" y="2135"/>
                  <a:pt x="3570" y="3436"/>
                  <a:pt x="4337" y="4237"/>
                </a:cubicBezTo>
                <a:lnTo>
                  <a:pt x="4604" y="4537"/>
                </a:lnTo>
                <a:lnTo>
                  <a:pt x="4604" y="4537"/>
                </a:lnTo>
                <a:lnTo>
                  <a:pt x="2436" y="4437"/>
                </a:lnTo>
                <a:cubicBezTo>
                  <a:pt x="1635" y="4470"/>
                  <a:pt x="901" y="4971"/>
                  <a:pt x="668" y="5738"/>
                </a:cubicBezTo>
                <a:lnTo>
                  <a:pt x="301" y="6872"/>
                </a:lnTo>
                <a:cubicBezTo>
                  <a:pt x="1" y="7839"/>
                  <a:pt x="601" y="8840"/>
                  <a:pt x="1602" y="9007"/>
                </a:cubicBezTo>
                <a:lnTo>
                  <a:pt x="2803" y="9207"/>
                </a:lnTo>
                <a:lnTo>
                  <a:pt x="2369" y="9407"/>
                </a:lnTo>
                <a:cubicBezTo>
                  <a:pt x="1335" y="9907"/>
                  <a:pt x="1168" y="11308"/>
                  <a:pt x="2069" y="12009"/>
                </a:cubicBezTo>
                <a:lnTo>
                  <a:pt x="3370" y="13076"/>
                </a:lnTo>
                <a:cubicBezTo>
                  <a:pt x="3770" y="13410"/>
                  <a:pt x="4237" y="13577"/>
                  <a:pt x="4737" y="13577"/>
                </a:cubicBezTo>
                <a:cubicBezTo>
                  <a:pt x="4937" y="13577"/>
                  <a:pt x="5138" y="13543"/>
                  <a:pt x="5338" y="13477"/>
                </a:cubicBezTo>
                <a:lnTo>
                  <a:pt x="7306" y="12876"/>
                </a:lnTo>
                <a:cubicBezTo>
                  <a:pt x="7539" y="12943"/>
                  <a:pt x="7739" y="13043"/>
                  <a:pt x="7940" y="13110"/>
                </a:cubicBezTo>
                <a:lnTo>
                  <a:pt x="7906" y="13543"/>
                </a:lnTo>
                <a:cubicBezTo>
                  <a:pt x="7806" y="14477"/>
                  <a:pt x="8473" y="15345"/>
                  <a:pt x="9407" y="15445"/>
                </a:cubicBezTo>
                <a:lnTo>
                  <a:pt x="11976" y="15712"/>
                </a:lnTo>
                <a:lnTo>
                  <a:pt x="12176" y="15712"/>
                </a:lnTo>
                <a:cubicBezTo>
                  <a:pt x="12876" y="15712"/>
                  <a:pt x="13544" y="15311"/>
                  <a:pt x="13911" y="14678"/>
                </a:cubicBezTo>
                <a:lnTo>
                  <a:pt x="14311" y="13910"/>
                </a:lnTo>
                <a:cubicBezTo>
                  <a:pt x="14678" y="13877"/>
                  <a:pt x="15078" y="13844"/>
                  <a:pt x="15478" y="13777"/>
                </a:cubicBezTo>
                <a:lnTo>
                  <a:pt x="16779" y="14577"/>
                </a:lnTo>
                <a:cubicBezTo>
                  <a:pt x="17146" y="14811"/>
                  <a:pt x="17546" y="14944"/>
                  <a:pt x="17980" y="14944"/>
                </a:cubicBezTo>
                <a:cubicBezTo>
                  <a:pt x="18247" y="14944"/>
                  <a:pt x="18514" y="14878"/>
                  <a:pt x="18747" y="14811"/>
                </a:cubicBezTo>
                <a:lnTo>
                  <a:pt x="20782" y="13977"/>
                </a:lnTo>
                <a:cubicBezTo>
                  <a:pt x="21816" y="13577"/>
                  <a:pt x="22116" y="12242"/>
                  <a:pt x="21349" y="11475"/>
                </a:cubicBezTo>
                <a:lnTo>
                  <a:pt x="21082" y="11175"/>
                </a:lnTo>
                <a:lnTo>
                  <a:pt x="23251" y="11242"/>
                </a:lnTo>
                <a:cubicBezTo>
                  <a:pt x="24051" y="11242"/>
                  <a:pt x="24752" y="10708"/>
                  <a:pt x="25018" y="9941"/>
                </a:cubicBezTo>
                <a:lnTo>
                  <a:pt x="25385" y="8807"/>
                </a:lnTo>
                <a:cubicBezTo>
                  <a:pt x="25686" y="7873"/>
                  <a:pt x="25085" y="6872"/>
                  <a:pt x="24084" y="6705"/>
                </a:cubicBezTo>
                <a:lnTo>
                  <a:pt x="22884" y="6505"/>
                </a:lnTo>
                <a:lnTo>
                  <a:pt x="23317" y="6271"/>
                </a:lnTo>
                <a:cubicBezTo>
                  <a:pt x="24351" y="5804"/>
                  <a:pt x="24518" y="4403"/>
                  <a:pt x="23617" y="3703"/>
                </a:cubicBezTo>
                <a:lnTo>
                  <a:pt x="22317" y="2602"/>
                </a:lnTo>
                <a:cubicBezTo>
                  <a:pt x="21916" y="2302"/>
                  <a:pt x="21449" y="2135"/>
                  <a:pt x="20949" y="2135"/>
                </a:cubicBezTo>
                <a:cubicBezTo>
                  <a:pt x="20749" y="2135"/>
                  <a:pt x="20549" y="2169"/>
                  <a:pt x="20348" y="2202"/>
                </a:cubicBezTo>
                <a:lnTo>
                  <a:pt x="18380" y="2836"/>
                </a:lnTo>
                <a:cubicBezTo>
                  <a:pt x="18147" y="2736"/>
                  <a:pt x="17947" y="2669"/>
                  <a:pt x="17747" y="2569"/>
                </a:cubicBezTo>
                <a:lnTo>
                  <a:pt x="17780" y="2169"/>
                </a:lnTo>
                <a:cubicBezTo>
                  <a:pt x="17880" y="1235"/>
                  <a:pt x="17213" y="401"/>
                  <a:pt x="16279" y="267"/>
                </a:cubicBezTo>
                <a:lnTo>
                  <a:pt x="13710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41">
            <a:extLst>
              <a:ext uri="{FF2B5EF4-FFF2-40B4-BE49-F238E27FC236}">
                <a16:creationId xmlns:a16="http://schemas.microsoft.com/office/drawing/2014/main" id="{5D9DF1DA-8B42-009F-CE75-4CEB73994FD1}"/>
              </a:ext>
            </a:extLst>
          </p:cNvPr>
          <p:cNvSpPr/>
          <p:nvPr/>
        </p:nvSpPr>
        <p:spPr>
          <a:xfrm rot="3041045">
            <a:off x="-2013916" y="2416834"/>
            <a:ext cx="350567" cy="235769"/>
          </a:xfrm>
          <a:custGeom>
            <a:avLst/>
            <a:gdLst/>
            <a:ahLst/>
            <a:cxnLst/>
            <a:rect l="l" t="t" r="r" b="b"/>
            <a:pathLst>
              <a:path w="22717" h="15278" extrusionOk="0">
                <a:moveTo>
                  <a:pt x="11340" y="5863"/>
                </a:moveTo>
                <a:cubicBezTo>
                  <a:pt x="12899" y="5863"/>
                  <a:pt x="14431" y="6290"/>
                  <a:pt x="15378" y="7072"/>
                </a:cubicBezTo>
                <a:cubicBezTo>
                  <a:pt x="15578" y="7239"/>
                  <a:pt x="15745" y="7439"/>
                  <a:pt x="15912" y="7639"/>
                </a:cubicBezTo>
                <a:cubicBezTo>
                  <a:pt x="15445" y="8206"/>
                  <a:pt x="14845" y="8673"/>
                  <a:pt x="14144" y="8907"/>
                </a:cubicBezTo>
                <a:cubicBezTo>
                  <a:pt x="13289" y="9251"/>
                  <a:pt x="12316" y="9415"/>
                  <a:pt x="11354" y="9415"/>
                </a:cubicBezTo>
                <a:cubicBezTo>
                  <a:pt x="9801" y="9415"/>
                  <a:pt x="8274" y="8989"/>
                  <a:pt x="7306" y="8206"/>
                </a:cubicBezTo>
                <a:cubicBezTo>
                  <a:pt x="7106" y="8039"/>
                  <a:pt x="6939" y="7839"/>
                  <a:pt x="6806" y="7606"/>
                </a:cubicBezTo>
                <a:cubicBezTo>
                  <a:pt x="7239" y="7039"/>
                  <a:pt x="7873" y="6605"/>
                  <a:pt x="8540" y="6372"/>
                </a:cubicBezTo>
                <a:cubicBezTo>
                  <a:pt x="9395" y="6027"/>
                  <a:pt x="10373" y="5863"/>
                  <a:pt x="11340" y="5863"/>
                </a:cubicBezTo>
                <a:close/>
                <a:moveTo>
                  <a:pt x="12076" y="0"/>
                </a:moveTo>
                <a:cubicBezTo>
                  <a:pt x="11809" y="0"/>
                  <a:pt x="11542" y="134"/>
                  <a:pt x="11409" y="367"/>
                </a:cubicBezTo>
                <a:lnTo>
                  <a:pt x="10908" y="1368"/>
                </a:lnTo>
                <a:cubicBezTo>
                  <a:pt x="10775" y="1602"/>
                  <a:pt x="10508" y="1735"/>
                  <a:pt x="10241" y="1768"/>
                </a:cubicBezTo>
                <a:cubicBezTo>
                  <a:pt x="9808" y="1802"/>
                  <a:pt x="9374" y="1868"/>
                  <a:pt x="8907" y="1935"/>
                </a:cubicBezTo>
                <a:cubicBezTo>
                  <a:pt x="8847" y="1943"/>
                  <a:pt x="8785" y="1947"/>
                  <a:pt x="8723" y="1947"/>
                </a:cubicBezTo>
                <a:cubicBezTo>
                  <a:pt x="8507" y="1947"/>
                  <a:pt x="8280" y="1898"/>
                  <a:pt x="8073" y="1768"/>
                </a:cubicBezTo>
                <a:lnTo>
                  <a:pt x="6705" y="868"/>
                </a:lnTo>
                <a:cubicBezTo>
                  <a:pt x="6560" y="763"/>
                  <a:pt x="6388" y="711"/>
                  <a:pt x="6214" y="711"/>
                </a:cubicBezTo>
                <a:cubicBezTo>
                  <a:pt x="6110" y="711"/>
                  <a:pt x="6005" y="730"/>
                  <a:pt x="5905" y="768"/>
                </a:cubicBezTo>
                <a:lnTo>
                  <a:pt x="3837" y="1602"/>
                </a:lnTo>
                <a:cubicBezTo>
                  <a:pt x="3737" y="1635"/>
                  <a:pt x="3637" y="1735"/>
                  <a:pt x="3637" y="1868"/>
                </a:cubicBezTo>
                <a:lnTo>
                  <a:pt x="3637" y="1902"/>
                </a:lnTo>
                <a:lnTo>
                  <a:pt x="3637" y="3970"/>
                </a:lnTo>
                <a:cubicBezTo>
                  <a:pt x="3637" y="4070"/>
                  <a:pt x="3670" y="4137"/>
                  <a:pt x="3737" y="4203"/>
                </a:cubicBezTo>
                <a:lnTo>
                  <a:pt x="3870" y="4337"/>
                </a:lnTo>
                <a:cubicBezTo>
                  <a:pt x="3670" y="4437"/>
                  <a:pt x="3503" y="4504"/>
                  <a:pt x="3303" y="4504"/>
                </a:cubicBezTo>
                <a:lnTo>
                  <a:pt x="935" y="4404"/>
                </a:lnTo>
                <a:cubicBezTo>
                  <a:pt x="668" y="4404"/>
                  <a:pt x="434" y="4570"/>
                  <a:pt x="368" y="4837"/>
                </a:cubicBezTo>
                <a:lnTo>
                  <a:pt x="1" y="5971"/>
                </a:lnTo>
                <a:cubicBezTo>
                  <a:pt x="1" y="6005"/>
                  <a:pt x="1" y="6071"/>
                  <a:pt x="1" y="6105"/>
                </a:cubicBezTo>
                <a:lnTo>
                  <a:pt x="1" y="8240"/>
                </a:lnTo>
                <a:cubicBezTo>
                  <a:pt x="1" y="8406"/>
                  <a:pt x="134" y="8573"/>
                  <a:pt x="334" y="8607"/>
                </a:cubicBezTo>
                <a:lnTo>
                  <a:pt x="2136" y="8907"/>
                </a:lnTo>
                <a:lnTo>
                  <a:pt x="1435" y="9274"/>
                </a:lnTo>
                <a:cubicBezTo>
                  <a:pt x="1335" y="9307"/>
                  <a:pt x="1268" y="9407"/>
                  <a:pt x="1268" y="9507"/>
                </a:cubicBezTo>
                <a:lnTo>
                  <a:pt x="1268" y="11642"/>
                </a:lnTo>
                <a:cubicBezTo>
                  <a:pt x="1268" y="11742"/>
                  <a:pt x="1302" y="11809"/>
                  <a:pt x="1368" y="11876"/>
                </a:cubicBezTo>
                <a:lnTo>
                  <a:pt x="2703" y="12976"/>
                </a:lnTo>
                <a:cubicBezTo>
                  <a:pt x="2839" y="13090"/>
                  <a:pt x="3021" y="13157"/>
                  <a:pt x="3207" y="13157"/>
                </a:cubicBezTo>
                <a:cubicBezTo>
                  <a:pt x="3295" y="13157"/>
                  <a:pt x="3384" y="13142"/>
                  <a:pt x="3470" y="13110"/>
                </a:cubicBezTo>
                <a:lnTo>
                  <a:pt x="5471" y="12509"/>
                </a:lnTo>
                <a:cubicBezTo>
                  <a:pt x="5591" y="12479"/>
                  <a:pt x="5718" y="12463"/>
                  <a:pt x="5845" y="12463"/>
                </a:cubicBezTo>
                <a:cubicBezTo>
                  <a:pt x="6001" y="12463"/>
                  <a:pt x="6158" y="12488"/>
                  <a:pt x="6305" y="12543"/>
                </a:cubicBezTo>
                <a:cubicBezTo>
                  <a:pt x="6639" y="12710"/>
                  <a:pt x="7006" y="12843"/>
                  <a:pt x="7373" y="12943"/>
                </a:cubicBezTo>
                <a:cubicBezTo>
                  <a:pt x="7473" y="12976"/>
                  <a:pt x="7573" y="13043"/>
                  <a:pt x="7639" y="13143"/>
                </a:cubicBezTo>
                <a:lnTo>
                  <a:pt x="7639" y="14578"/>
                </a:lnTo>
                <a:cubicBezTo>
                  <a:pt x="7639" y="14811"/>
                  <a:pt x="7840" y="14978"/>
                  <a:pt x="8073" y="15011"/>
                </a:cubicBezTo>
                <a:lnTo>
                  <a:pt x="10608" y="15278"/>
                </a:lnTo>
                <a:cubicBezTo>
                  <a:pt x="10908" y="15278"/>
                  <a:pt x="11142" y="15145"/>
                  <a:pt x="11275" y="14911"/>
                </a:cubicBezTo>
                <a:lnTo>
                  <a:pt x="11809" y="13910"/>
                </a:lnTo>
                <a:cubicBezTo>
                  <a:pt x="11943" y="13677"/>
                  <a:pt x="12176" y="13543"/>
                  <a:pt x="12476" y="13510"/>
                </a:cubicBezTo>
                <a:cubicBezTo>
                  <a:pt x="12910" y="13477"/>
                  <a:pt x="13344" y="13410"/>
                  <a:pt x="13777" y="13343"/>
                </a:cubicBezTo>
                <a:cubicBezTo>
                  <a:pt x="13855" y="13326"/>
                  <a:pt x="13932" y="13318"/>
                  <a:pt x="14009" y="13318"/>
                </a:cubicBezTo>
                <a:cubicBezTo>
                  <a:pt x="14228" y="13318"/>
                  <a:pt x="14438" y="13386"/>
                  <a:pt x="14611" y="13510"/>
                </a:cubicBezTo>
                <a:lnTo>
                  <a:pt x="16012" y="14411"/>
                </a:lnTo>
                <a:cubicBezTo>
                  <a:pt x="16168" y="14500"/>
                  <a:pt x="16353" y="14544"/>
                  <a:pt x="16538" y="14544"/>
                </a:cubicBezTo>
                <a:cubicBezTo>
                  <a:pt x="16631" y="14544"/>
                  <a:pt x="16724" y="14533"/>
                  <a:pt x="16813" y="14511"/>
                </a:cubicBezTo>
                <a:lnTo>
                  <a:pt x="18847" y="13677"/>
                </a:lnTo>
                <a:cubicBezTo>
                  <a:pt x="18981" y="13644"/>
                  <a:pt x="19081" y="13510"/>
                  <a:pt x="19081" y="13410"/>
                </a:cubicBezTo>
                <a:lnTo>
                  <a:pt x="19081" y="11275"/>
                </a:lnTo>
                <a:cubicBezTo>
                  <a:pt x="19081" y="11175"/>
                  <a:pt x="19048" y="11075"/>
                  <a:pt x="18981" y="11042"/>
                </a:cubicBezTo>
                <a:lnTo>
                  <a:pt x="18847" y="10908"/>
                </a:lnTo>
                <a:cubicBezTo>
                  <a:pt x="19014" y="10808"/>
                  <a:pt x="19214" y="10741"/>
                  <a:pt x="19415" y="10741"/>
                </a:cubicBezTo>
                <a:lnTo>
                  <a:pt x="21750" y="10808"/>
                </a:lnTo>
                <a:cubicBezTo>
                  <a:pt x="22016" y="10808"/>
                  <a:pt x="22250" y="10641"/>
                  <a:pt x="22350" y="10408"/>
                </a:cubicBezTo>
                <a:lnTo>
                  <a:pt x="22717" y="9274"/>
                </a:lnTo>
                <a:cubicBezTo>
                  <a:pt x="22717" y="9240"/>
                  <a:pt x="22717" y="9174"/>
                  <a:pt x="22717" y="9140"/>
                </a:cubicBezTo>
                <a:lnTo>
                  <a:pt x="22717" y="7039"/>
                </a:lnTo>
                <a:cubicBezTo>
                  <a:pt x="22717" y="6839"/>
                  <a:pt x="22583" y="6672"/>
                  <a:pt x="22383" y="6638"/>
                </a:cubicBezTo>
                <a:lnTo>
                  <a:pt x="20582" y="6338"/>
                </a:lnTo>
                <a:lnTo>
                  <a:pt x="21283" y="5971"/>
                </a:lnTo>
                <a:cubicBezTo>
                  <a:pt x="21383" y="5938"/>
                  <a:pt x="21449" y="5838"/>
                  <a:pt x="21449" y="5704"/>
                </a:cubicBezTo>
                <a:lnTo>
                  <a:pt x="21449" y="3603"/>
                </a:lnTo>
                <a:cubicBezTo>
                  <a:pt x="21449" y="3503"/>
                  <a:pt x="21416" y="3403"/>
                  <a:pt x="21316" y="3369"/>
                </a:cubicBezTo>
                <a:lnTo>
                  <a:pt x="20015" y="2269"/>
                </a:lnTo>
                <a:cubicBezTo>
                  <a:pt x="19842" y="2145"/>
                  <a:pt x="19650" y="2076"/>
                  <a:pt x="19454" y="2076"/>
                </a:cubicBezTo>
                <a:cubicBezTo>
                  <a:pt x="19386" y="2076"/>
                  <a:pt x="19317" y="2085"/>
                  <a:pt x="19248" y="2102"/>
                </a:cubicBezTo>
                <a:lnTo>
                  <a:pt x="17246" y="2736"/>
                </a:lnTo>
                <a:cubicBezTo>
                  <a:pt x="17122" y="2763"/>
                  <a:pt x="17003" y="2780"/>
                  <a:pt x="16888" y="2780"/>
                </a:cubicBezTo>
                <a:cubicBezTo>
                  <a:pt x="16725" y="2780"/>
                  <a:pt x="16569" y="2747"/>
                  <a:pt x="16412" y="2669"/>
                </a:cubicBezTo>
                <a:cubicBezTo>
                  <a:pt x="16045" y="2536"/>
                  <a:pt x="15679" y="2402"/>
                  <a:pt x="15312" y="2302"/>
                </a:cubicBezTo>
                <a:cubicBezTo>
                  <a:pt x="15078" y="2235"/>
                  <a:pt x="14911" y="1968"/>
                  <a:pt x="14945" y="1735"/>
                </a:cubicBezTo>
                <a:lnTo>
                  <a:pt x="15045" y="734"/>
                </a:lnTo>
                <a:cubicBezTo>
                  <a:pt x="15078" y="501"/>
                  <a:pt x="14911" y="267"/>
                  <a:pt x="14644" y="234"/>
                </a:cubicBezTo>
                <a:lnTo>
                  <a:pt x="12076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1">
            <a:extLst>
              <a:ext uri="{FF2B5EF4-FFF2-40B4-BE49-F238E27FC236}">
                <a16:creationId xmlns:a16="http://schemas.microsoft.com/office/drawing/2014/main" id="{CBB23429-489D-C671-DF19-C24A2C441928}"/>
              </a:ext>
            </a:extLst>
          </p:cNvPr>
          <p:cNvSpPr/>
          <p:nvPr/>
        </p:nvSpPr>
        <p:spPr>
          <a:xfrm rot="3041045">
            <a:off x="-2013916" y="2416834"/>
            <a:ext cx="350567" cy="235769"/>
          </a:xfrm>
          <a:custGeom>
            <a:avLst/>
            <a:gdLst/>
            <a:ahLst/>
            <a:cxnLst/>
            <a:rect l="l" t="t" r="r" b="b"/>
            <a:pathLst>
              <a:path w="22717" h="15278" extrusionOk="0">
                <a:moveTo>
                  <a:pt x="11340" y="5863"/>
                </a:moveTo>
                <a:cubicBezTo>
                  <a:pt x="12899" y="5863"/>
                  <a:pt x="14431" y="6290"/>
                  <a:pt x="15378" y="7072"/>
                </a:cubicBezTo>
                <a:cubicBezTo>
                  <a:pt x="15578" y="7239"/>
                  <a:pt x="15745" y="7439"/>
                  <a:pt x="15912" y="7639"/>
                </a:cubicBezTo>
                <a:cubicBezTo>
                  <a:pt x="15445" y="8206"/>
                  <a:pt x="14845" y="8673"/>
                  <a:pt x="14144" y="8907"/>
                </a:cubicBezTo>
                <a:cubicBezTo>
                  <a:pt x="13289" y="9251"/>
                  <a:pt x="12316" y="9415"/>
                  <a:pt x="11354" y="9415"/>
                </a:cubicBezTo>
                <a:cubicBezTo>
                  <a:pt x="9801" y="9415"/>
                  <a:pt x="8274" y="8989"/>
                  <a:pt x="7306" y="8206"/>
                </a:cubicBezTo>
                <a:cubicBezTo>
                  <a:pt x="7106" y="8039"/>
                  <a:pt x="6939" y="7839"/>
                  <a:pt x="6806" y="7606"/>
                </a:cubicBezTo>
                <a:cubicBezTo>
                  <a:pt x="7239" y="7039"/>
                  <a:pt x="7873" y="6605"/>
                  <a:pt x="8540" y="6372"/>
                </a:cubicBezTo>
                <a:cubicBezTo>
                  <a:pt x="9395" y="6027"/>
                  <a:pt x="10373" y="5863"/>
                  <a:pt x="11340" y="5863"/>
                </a:cubicBezTo>
                <a:close/>
                <a:moveTo>
                  <a:pt x="12076" y="0"/>
                </a:moveTo>
                <a:cubicBezTo>
                  <a:pt x="11809" y="0"/>
                  <a:pt x="11542" y="134"/>
                  <a:pt x="11409" y="367"/>
                </a:cubicBezTo>
                <a:lnTo>
                  <a:pt x="10908" y="1368"/>
                </a:lnTo>
                <a:cubicBezTo>
                  <a:pt x="10775" y="1602"/>
                  <a:pt x="10508" y="1735"/>
                  <a:pt x="10241" y="1768"/>
                </a:cubicBezTo>
                <a:cubicBezTo>
                  <a:pt x="9808" y="1802"/>
                  <a:pt x="9374" y="1868"/>
                  <a:pt x="8907" y="1935"/>
                </a:cubicBezTo>
                <a:cubicBezTo>
                  <a:pt x="8847" y="1943"/>
                  <a:pt x="8785" y="1947"/>
                  <a:pt x="8723" y="1947"/>
                </a:cubicBezTo>
                <a:cubicBezTo>
                  <a:pt x="8507" y="1947"/>
                  <a:pt x="8280" y="1898"/>
                  <a:pt x="8073" y="1768"/>
                </a:cubicBezTo>
                <a:lnTo>
                  <a:pt x="6705" y="868"/>
                </a:lnTo>
                <a:cubicBezTo>
                  <a:pt x="6560" y="763"/>
                  <a:pt x="6388" y="711"/>
                  <a:pt x="6214" y="711"/>
                </a:cubicBezTo>
                <a:cubicBezTo>
                  <a:pt x="6110" y="711"/>
                  <a:pt x="6005" y="730"/>
                  <a:pt x="5905" y="768"/>
                </a:cubicBezTo>
                <a:lnTo>
                  <a:pt x="3837" y="1602"/>
                </a:lnTo>
                <a:cubicBezTo>
                  <a:pt x="3737" y="1635"/>
                  <a:pt x="3637" y="1735"/>
                  <a:pt x="3637" y="1868"/>
                </a:cubicBezTo>
                <a:lnTo>
                  <a:pt x="3637" y="1902"/>
                </a:lnTo>
                <a:lnTo>
                  <a:pt x="3637" y="3970"/>
                </a:lnTo>
                <a:cubicBezTo>
                  <a:pt x="3637" y="4070"/>
                  <a:pt x="3670" y="4137"/>
                  <a:pt x="3737" y="4203"/>
                </a:cubicBezTo>
                <a:lnTo>
                  <a:pt x="3870" y="4337"/>
                </a:lnTo>
                <a:cubicBezTo>
                  <a:pt x="3670" y="4437"/>
                  <a:pt x="3503" y="4504"/>
                  <a:pt x="3303" y="4504"/>
                </a:cubicBezTo>
                <a:lnTo>
                  <a:pt x="935" y="4404"/>
                </a:lnTo>
                <a:cubicBezTo>
                  <a:pt x="668" y="4404"/>
                  <a:pt x="434" y="4570"/>
                  <a:pt x="368" y="4837"/>
                </a:cubicBezTo>
                <a:lnTo>
                  <a:pt x="1" y="5971"/>
                </a:lnTo>
                <a:cubicBezTo>
                  <a:pt x="1" y="6005"/>
                  <a:pt x="1" y="6071"/>
                  <a:pt x="1" y="6105"/>
                </a:cubicBezTo>
                <a:lnTo>
                  <a:pt x="1" y="8240"/>
                </a:lnTo>
                <a:cubicBezTo>
                  <a:pt x="1" y="8406"/>
                  <a:pt x="134" y="8573"/>
                  <a:pt x="334" y="8607"/>
                </a:cubicBezTo>
                <a:lnTo>
                  <a:pt x="2136" y="8907"/>
                </a:lnTo>
                <a:lnTo>
                  <a:pt x="1435" y="9274"/>
                </a:lnTo>
                <a:cubicBezTo>
                  <a:pt x="1335" y="9307"/>
                  <a:pt x="1268" y="9407"/>
                  <a:pt x="1268" y="9507"/>
                </a:cubicBezTo>
                <a:lnTo>
                  <a:pt x="1268" y="11642"/>
                </a:lnTo>
                <a:cubicBezTo>
                  <a:pt x="1268" y="11742"/>
                  <a:pt x="1302" y="11809"/>
                  <a:pt x="1368" y="11876"/>
                </a:cubicBezTo>
                <a:lnTo>
                  <a:pt x="2703" y="12976"/>
                </a:lnTo>
                <a:cubicBezTo>
                  <a:pt x="2839" y="13090"/>
                  <a:pt x="3021" y="13157"/>
                  <a:pt x="3207" y="13157"/>
                </a:cubicBezTo>
                <a:cubicBezTo>
                  <a:pt x="3295" y="13157"/>
                  <a:pt x="3384" y="13142"/>
                  <a:pt x="3470" y="13110"/>
                </a:cubicBezTo>
                <a:lnTo>
                  <a:pt x="5471" y="12509"/>
                </a:lnTo>
                <a:cubicBezTo>
                  <a:pt x="5591" y="12479"/>
                  <a:pt x="5718" y="12463"/>
                  <a:pt x="5845" y="12463"/>
                </a:cubicBezTo>
                <a:cubicBezTo>
                  <a:pt x="6001" y="12463"/>
                  <a:pt x="6158" y="12488"/>
                  <a:pt x="6305" y="12543"/>
                </a:cubicBezTo>
                <a:cubicBezTo>
                  <a:pt x="6639" y="12710"/>
                  <a:pt x="7006" y="12843"/>
                  <a:pt x="7373" y="12943"/>
                </a:cubicBezTo>
                <a:cubicBezTo>
                  <a:pt x="7473" y="12976"/>
                  <a:pt x="7573" y="13043"/>
                  <a:pt x="7639" y="13143"/>
                </a:cubicBezTo>
                <a:lnTo>
                  <a:pt x="7639" y="14578"/>
                </a:lnTo>
                <a:cubicBezTo>
                  <a:pt x="7639" y="14811"/>
                  <a:pt x="7840" y="14978"/>
                  <a:pt x="8073" y="15011"/>
                </a:cubicBezTo>
                <a:lnTo>
                  <a:pt x="10608" y="15278"/>
                </a:lnTo>
                <a:cubicBezTo>
                  <a:pt x="10908" y="15278"/>
                  <a:pt x="11142" y="15145"/>
                  <a:pt x="11275" y="14911"/>
                </a:cubicBezTo>
                <a:lnTo>
                  <a:pt x="11809" y="13910"/>
                </a:lnTo>
                <a:cubicBezTo>
                  <a:pt x="11943" y="13677"/>
                  <a:pt x="12176" y="13543"/>
                  <a:pt x="12476" y="13510"/>
                </a:cubicBezTo>
                <a:cubicBezTo>
                  <a:pt x="12910" y="13477"/>
                  <a:pt x="13344" y="13410"/>
                  <a:pt x="13777" y="13343"/>
                </a:cubicBezTo>
                <a:cubicBezTo>
                  <a:pt x="13855" y="13326"/>
                  <a:pt x="13932" y="13318"/>
                  <a:pt x="14009" y="13318"/>
                </a:cubicBezTo>
                <a:cubicBezTo>
                  <a:pt x="14228" y="13318"/>
                  <a:pt x="14438" y="13386"/>
                  <a:pt x="14611" y="13510"/>
                </a:cubicBezTo>
                <a:lnTo>
                  <a:pt x="16012" y="14411"/>
                </a:lnTo>
                <a:cubicBezTo>
                  <a:pt x="16168" y="14500"/>
                  <a:pt x="16353" y="14544"/>
                  <a:pt x="16538" y="14544"/>
                </a:cubicBezTo>
                <a:cubicBezTo>
                  <a:pt x="16631" y="14544"/>
                  <a:pt x="16724" y="14533"/>
                  <a:pt x="16813" y="14511"/>
                </a:cubicBezTo>
                <a:lnTo>
                  <a:pt x="18847" y="13677"/>
                </a:lnTo>
                <a:cubicBezTo>
                  <a:pt x="18981" y="13644"/>
                  <a:pt x="19081" y="13510"/>
                  <a:pt x="19081" y="13410"/>
                </a:cubicBezTo>
                <a:lnTo>
                  <a:pt x="19081" y="11275"/>
                </a:lnTo>
                <a:cubicBezTo>
                  <a:pt x="19081" y="11175"/>
                  <a:pt x="19048" y="11075"/>
                  <a:pt x="18981" y="11042"/>
                </a:cubicBezTo>
                <a:lnTo>
                  <a:pt x="18847" y="10908"/>
                </a:lnTo>
                <a:cubicBezTo>
                  <a:pt x="19014" y="10808"/>
                  <a:pt x="19214" y="10741"/>
                  <a:pt x="19415" y="10741"/>
                </a:cubicBezTo>
                <a:lnTo>
                  <a:pt x="21750" y="10808"/>
                </a:lnTo>
                <a:cubicBezTo>
                  <a:pt x="22016" y="10808"/>
                  <a:pt x="22250" y="10641"/>
                  <a:pt x="22350" y="10408"/>
                </a:cubicBezTo>
                <a:lnTo>
                  <a:pt x="22717" y="9274"/>
                </a:lnTo>
                <a:cubicBezTo>
                  <a:pt x="22717" y="9240"/>
                  <a:pt x="22717" y="9174"/>
                  <a:pt x="22717" y="9140"/>
                </a:cubicBezTo>
                <a:lnTo>
                  <a:pt x="22717" y="7039"/>
                </a:lnTo>
                <a:cubicBezTo>
                  <a:pt x="22717" y="6839"/>
                  <a:pt x="22583" y="6672"/>
                  <a:pt x="22383" y="6638"/>
                </a:cubicBezTo>
                <a:lnTo>
                  <a:pt x="20582" y="6338"/>
                </a:lnTo>
                <a:lnTo>
                  <a:pt x="21283" y="5971"/>
                </a:lnTo>
                <a:cubicBezTo>
                  <a:pt x="21383" y="5938"/>
                  <a:pt x="21449" y="5838"/>
                  <a:pt x="21449" y="5704"/>
                </a:cubicBezTo>
                <a:lnTo>
                  <a:pt x="21449" y="3603"/>
                </a:lnTo>
                <a:cubicBezTo>
                  <a:pt x="21449" y="3503"/>
                  <a:pt x="21416" y="3403"/>
                  <a:pt x="21316" y="3369"/>
                </a:cubicBezTo>
                <a:lnTo>
                  <a:pt x="20015" y="2269"/>
                </a:lnTo>
                <a:cubicBezTo>
                  <a:pt x="19842" y="2145"/>
                  <a:pt x="19650" y="2076"/>
                  <a:pt x="19454" y="2076"/>
                </a:cubicBezTo>
                <a:cubicBezTo>
                  <a:pt x="19386" y="2076"/>
                  <a:pt x="19317" y="2085"/>
                  <a:pt x="19248" y="2102"/>
                </a:cubicBezTo>
                <a:lnTo>
                  <a:pt x="17246" y="2736"/>
                </a:lnTo>
                <a:cubicBezTo>
                  <a:pt x="17122" y="2763"/>
                  <a:pt x="17003" y="2780"/>
                  <a:pt x="16888" y="2780"/>
                </a:cubicBezTo>
                <a:cubicBezTo>
                  <a:pt x="16725" y="2780"/>
                  <a:pt x="16569" y="2747"/>
                  <a:pt x="16412" y="2669"/>
                </a:cubicBezTo>
                <a:cubicBezTo>
                  <a:pt x="16045" y="2536"/>
                  <a:pt x="15679" y="2402"/>
                  <a:pt x="15312" y="2302"/>
                </a:cubicBezTo>
                <a:cubicBezTo>
                  <a:pt x="15078" y="2235"/>
                  <a:pt x="14911" y="1968"/>
                  <a:pt x="14945" y="1735"/>
                </a:cubicBezTo>
                <a:lnTo>
                  <a:pt x="15045" y="734"/>
                </a:lnTo>
                <a:cubicBezTo>
                  <a:pt x="15078" y="501"/>
                  <a:pt x="14911" y="267"/>
                  <a:pt x="14644" y="234"/>
                </a:cubicBezTo>
                <a:lnTo>
                  <a:pt x="120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41">
            <a:extLst>
              <a:ext uri="{FF2B5EF4-FFF2-40B4-BE49-F238E27FC236}">
                <a16:creationId xmlns:a16="http://schemas.microsoft.com/office/drawing/2014/main" id="{20F11022-805F-DAEF-F41D-535CF3D3C387}"/>
              </a:ext>
            </a:extLst>
          </p:cNvPr>
          <p:cNvSpPr/>
          <p:nvPr/>
        </p:nvSpPr>
        <p:spPr>
          <a:xfrm rot="3041045">
            <a:off x="-2013916" y="2445661"/>
            <a:ext cx="74660" cy="108625"/>
          </a:xfrm>
          <a:custGeom>
            <a:avLst/>
            <a:gdLst/>
            <a:ahLst/>
            <a:cxnLst/>
            <a:rect l="l" t="t" r="r" b="b"/>
            <a:pathLst>
              <a:path w="4838" h="7039" extrusionOk="0">
                <a:moveTo>
                  <a:pt x="3637" y="0"/>
                </a:moveTo>
                <a:lnTo>
                  <a:pt x="3637" y="2102"/>
                </a:lnTo>
                <a:cubicBezTo>
                  <a:pt x="3637" y="2202"/>
                  <a:pt x="3670" y="2269"/>
                  <a:pt x="3737" y="2335"/>
                </a:cubicBezTo>
                <a:lnTo>
                  <a:pt x="3870" y="2469"/>
                </a:lnTo>
                <a:cubicBezTo>
                  <a:pt x="3937" y="2435"/>
                  <a:pt x="4004" y="2369"/>
                  <a:pt x="4037" y="2302"/>
                </a:cubicBezTo>
                <a:cubicBezTo>
                  <a:pt x="4237" y="2135"/>
                  <a:pt x="4404" y="1968"/>
                  <a:pt x="4604" y="1802"/>
                </a:cubicBezTo>
                <a:cubicBezTo>
                  <a:pt x="4804" y="1668"/>
                  <a:pt x="4837" y="1401"/>
                  <a:pt x="4671" y="1201"/>
                </a:cubicBezTo>
                <a:lnTo>
                  <a:pt x="3737" y="234"/>
                </a:lnTo>
                <a:cubicBezTo>
                  <a:pt x="3670" y="167"/>
                  <a:pt x="3637" y="67"/>
                  <a:pt x="3637" y="0"/>
                </a:cubicBezTo>
                <a:close/>
                <a:moveTo>
                  <a:pt x="1" y="4270"/>
                </a:moveTo>
                <a:lnTo>
                  <a:pt x="1" y="6338"/>
                </a:lnTo>
                <a:cubicBezTo>
                  <a:pt x="1" y="6538"/>
                  <a:pt x="134" y="6705"/>
                  <a:pt x="301" y="6705"/>
                </a:cubicBezTo>
                <a:lnTo>
                  <a:pt x="2136" y="7039"/>
                </a:lnTo>
                <a:lnTo>
                  <a:pt x="3070" y="6572"/>
                </a:lnTo>
                <a:cubicBezTo>
                  <a:pt x="3303" y="6438"/>
                  <a:pt x="3370" y="6171"/>
                  <a:pt x="3270" y="5938"/>
                </a:cubicBezTo>
                <a:cubicBezTo>
                  <a:pt x="3203" y="5805"/>
                  <a:pt x="3136" y="5671"/>
                  <a:pt x="3103" y="5504"/>
                </a:cubicBezTo>
                <a:cubicBezTo>
                  <a:pt x="3003" y="5271"/>
                  <a:pt x="2803" y="5071"/>
                  <a:pt x="2536" y="5004"/>
                </a:cubicBezTo>
                <a:lnTo>
                  <a:pt x="301" y="4604"/>
                </a:lnTo>
                <a:cubicBezTo>
                  <a:pt x="134" y="4570"/>
                  <a:pt x="1" y="4437"/>
                  <a:pt x="1" y="427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41">
            <a:extLst>
              <a:ext uri="{FF2B5EF4-FFF2-40B4-BE49-F238E27FC236}">
                <a16:creationId xmlns:a16="http://schemas.microsoft.com/office/drawing/2014/main" id="{50665DC6-D456-A941-53E2-EFFF8F4BFB1B}"/>
              </a:ext>
            </a:extLst>
          </p:cNvPr>
          <p:cNvSpPr/>
          <p:nvPr/>
        </p:nvSpPr>
        <p:spPr>
          <a:xfrm rot="3041045">
            <a:off x="-1921772" y="2474395"/>
            <a:ext cx="162174" cy="60339"/>
          </a:xfrm>
          <a:custGeom>
            <a:avLst/>
            <a:gdLst/>
            <a:ahLst/>
            <a:cxnLst/>
            <a:rect l="l" t="t" r="r" b="b"/>
            <a:pathLst>
              <a:path w="10509" h="3910" extrusionOk="0">
                <a:moveTo>
                  <a:pt x="5367" y="0"/>
                </a:moveTo>
                <a:cubicBezTo>
                  <a:pt x="4406" y="0"/>
                  <a:pt x="3432" y="164"/>
                  <a:pt x="2569" y="507"/>
                </a:cubicBezTo>
                <a:cubicBezTo>
                  <a:pt x="668" y="1274"/>
                  <a:pt x="1" y="2708"/>
                  <a:pt x="835" y="3876"/>
                </a:cubicBezTo>
                <a:cubicBezTo>
                  <a:pt x="1268" y="3309"/>
                  <a:pt x="1902" y="2875"/>
                  <a:pt x="2569" y="2642"/>
                </a:cubicBezTo>
                <a:cubicBezTo>
                  <a:pt x="3424" y="2297"/>
                  <a:pt x="4402" y="2133"/>
                  <a:pt x="5369" y="2133"/>
                </a:cubicBezTo>
                <a:cubicBezTo>
                  <a:pt x="6928" y="2133"/>
                  <a:pt x="8460" y="2560"/>
                  <a:pt x="9407" y="3342"/>
                </a:cubicBezTo>
                <a:cubicBezTo>
                  <a:pt x="9607" y="3509"/>
                  <a:pt x="9774" y="3709"/>
                  <a:pt x="9941" y="3909"/>
                </a:cubicBezTo>
                <a:cubicBezTo>
                  <a:pt x="10508" y="3075"/>
                  <a:pt x="10375" y="2041"/>
                  <a:pt x="9407" y="1241"/>
                </a:cubicBezTo>
                <a:cubicBezTo>
                  <a:pt x="8457" y="435"/>
                  <a:pt x="6930" y="0"/>
                  <a:pt x="5367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41">
            <a:extLst>
              <a:ext uri="{FF2B5EF4-FFF2-40B4-BE49-F238E27FC236}">
                <a16:creationId xmlns:a16="http://schemas.microsoft.com/office/drawing/2014/main" id="{59F9582C-03EF-8BAE-20C0-5CEF44BAF084}"/>
              </a:ext>
            </a:extLst>
          </p:cNvPr>
          <p:cNvSpPr/>
          <p:nvPr/>
        </p:nvSpPr>
        <p:spPr>
          <a:xfrm rot="3041045">
            <a:off x="-1968099" y="2472945"/>
            <a:ext cx="304750" cy="178640"/>
          </a:xfrm>
          <a:custGeom>
            <a:avLst/>
            <a:gdLst/>
            <a:ahLst/>
            <a:cxnLst/>
            <a:rect l="l" t="t" r="r" b="b"/>
            <a:pathLst>
              <a:path w="19748" h="11576" extrusionOk="0">
                <a:moveTo>
                  <a:pt x="18480" y="0"/>
                </a:moveTo>
                <a:cubicBezTo>
                  <a:pt x="18480" y="67"/>
                  <a:pt x="18447" y="134"/>
                  <a:pt x="18414" y="167"/>
                </a:cubicBezTo>
                <a:cubicBezTo>
                  <a:pt x="18380" y="200"/>
                  <a:pt x="18347" y="234"/>
                  <a:pt x="18314" y="234"/>
                </a:cubicBezTo>
                <a:lnTo>
                  <a:pt x="16646" y="1068"/>
                </a:lnTo>
                <a:cubicBezTo>
                  <a:pt x="16612" y="1101"/>
                  <a:pt x="16579" y="1101"/>
                  <a:pt x="16546" y="1134"/>
                </a:cubicBezTo>
                <a:cubicBezTo>
                  <a:pt x="16512" y="1201"/>
                  <a:pt x="16479" y="1268"/>
                  <a:pt x="16446" y="1335"/>
                </a:cubicBezTo>
                <a:cubicBezTo>
                  <a:pt x="16412" y="1368"/>
                  <a:pt x="16412" y="1435"/>
                  <a:pt x="16412" y="1468"/>
                </a:cubicBezTo>
                <a:cubicBezTo>
                  <a:pt x="16412" y="1501"/>
                  <a:pt x="16412" y="1535"/>
                  <a:pt x="16412" y="1568"/>
                </a:cubicBezTo>
                <a:cubicBezTo>
                  <a:pt x="16446" y="1601"/>
                  <a:pt x="16446" y="1635"/>
                  <a:pt x="16446" y="1668"/>
                </a:cubicBezTo>
                <a:cubicBezTo>
                  <a:pt x="16546" y="1835"/>
                  <a:pt x="16579" y="1968"/>
                  <a:pt x="16612" y="2135"/>
                </a:cubicBezTo>
                <a:cubicBezTo>
                  <a:pt x="16712" y="2369"/>
                  <a:pt x="16913" y="2569"/>
                  <a:pt x="17179" y="2636"/>
                </a:cubicBezTo>
                <a:lnTo>
                  <a:pt x="17580" y="2702"/>
                </a:lnTo>
                <a:lnTo>
                  <a:pt x="18314" y="2369"/>
                </a:lnTo>
                <a:cubicBezTo>
                  <a:pt x="18414" y="2302"/>
                  <a:pt x="18480" y="2202"/>
                  <a:pt x="18480" y="2102"/>
                </a:cubicBezTo>
                <a:lnTo>
                  <a:pt x="18480" y="0"/>
                </a:lnTo>
                <a:close/>
                <a:moveTo>
                  <a:pt x="19748" y="3403"/>
                </a:moveTo>
                <a:lnTo>
                  <a:pt x="19747" y="3432"/>
                </a:lnTo>
                <a:lnTo>
                  <a:pt x="19747" y="3432"/>
                </a:lnTo>
                <a:cubicBezTo>
                  <a:pt x="19748" y="3421"/>
                  <a:pt x="19748" y="3411"/>
                  <a:pt x="19748" y="3403"/>
                </a:cubicBezTo>
                <a:close/>
                <a:moveTo>
                  <a:pt x="19747" y="3432"/>
                </a:moveTo>
                <a:cubicBezTo>
                  <a:pt x="19746" y="3466"/>
                  <a:pt x="19740" y="3511"/>
                  <a:pt x="19715" y="3536"/>
                </a:cubicBezTo>
                <a:lnTo>
                  <a:pt x="19381" y="4670"/>
                </a:lnTo>
                <a:cubicBezTo>
                  <a:pt x="19281" y="4904"/>
                  <a:pt x="19047" y="5071"/>
                  <a:pt x="18781" y="5071"/>
                </a:cubicBezTo>
                <a:lnTo>
                  <a:pt x="16446" y="5004"/>
                </a:lnTo>
                <a:cubicBezTo>
                  <a:pt x="16410" y="4995"/>
                  <a:pt x="16374" y="4991"/>
                  <a:pt x="16339" y="4991"/>
                </a:cubicBezTo>
                <a:cubicBezTo>
                  <a:pt x="16243" y="4991"/>
                  <a:pt x="16152" y="5022"/>
                  <a:pt x="16079" y="5071"/>
                </a:cubicBezTo>
                <a:lnTo>
                  <a:pt x="16079" y="7172"/>
                </a:lnTo>
                <a:cubicBezTo>
                  <a:pt x="16179" y="7139"/>
                  <a:pt x="16312" y="7105"/>
                  <a:pt x="16446" y="7105"/>
                </a:cubicBezTo>
                <a:lnTo>
                  <a:pt x="18781" y="7206"/>
                </a:lnTo>
                <a:cubicBezTo>
                  <a:pt x="19047" y="7206"/>
                  <a:pt x="19281" y="7039"/>
                  <a:pt x="19381" y="6772"/>
                </a:cubicBezTo>
                <a:lnTo>
                  <a:pt x="19715" y="5638"/>
                </a:lnTo>
                <a:cubicBezTo>
                  <a:pt x="19715" y="5604"/>
                  <a:pt x="19715" y="5538"/>
                  <a:pt x="19715" y="5504"/>
                </a:cubicBezTo>
                <a:lnTo>
                  <a:pt x="19747" y="3432"/>
                </a:lnTo>
                <a:close/>
                <a:moveTo>
                  <a:pt x="2469" y="6739"/>
                </a:moveTo>
                <a:lnTo>
                  <a:pt x="501" y="7372"/>
                </a:lnTo>
                <a:cubicBezTo>
                  <a:pt x="417" y="7389"/>
                  <a:pt x="334" y="7397"/>
                  <a:pt x="251" y="7397"/>
                </a:cubicBezTo>
                <a:cubicBezTo>
                  <a:pt x="167" y="7397"/>
                  <a:pt x="84" y="7389"/>
                  <a:pt x="0" y="7372"/>
                </a:cubicBezTo>
                <a:lnTo>
                  <a:pt x="0" y="9474"/>
                </a:lnTo>
                <a:cubicBezTo>
                  <a:pt x="84" y="9490"/>
                  <a:pt x="167" y="9499"/>
                  <a:pt x="251" y="9499"/>
                </a:cubicBezTo>
                <a:cubicBezTo>
                  <a:pt x="334" y="9499"/>
                  <a:pt x="417" y="9490"/>
                  <a:pt x="501" y="9474"/>
                </a:cubicBezTo>
                <a:lnTo>
                  <a:pt x="2469" y="8873"/>
                </a:lnTo>
                <a:lnTo>
                  <a:pt x="2469" y="6739"/>
                </a:lnTo>
                <a:close/>
                <a:moveTo>
                  <a:pt x="16079" y="7639"/>
                </a:moveTo>
                <a:cubicBezTo>
                  <a:pt x="16079" y="7739"/>
                  <a:pt x="16012" y="7873"/>
                  <a:pt x="15878" y="7906"/>
                </a:cubicBezTo>
                <a:lnTo>
                  <a:pt x="13810" y="8740"/>
                </a:lnTo>
                <a:cubicBezTo>
                  <a:pt x="13713" y="8779"/>
                  <a:pt x="13615" y="8795"/>
                  <a:pt x="13511" y="8795"/>
                </a:cubicBezTo>
                <a:cubicBezTo>
                  <a:pt x="13437" y="8795"/>
                  <a:pt x="13360" y="8787"/>
                  <a:pt x="13277" y="8773"/>
                </a:cubicBezTo>
                <a:lnTo>
                  <a:pt x="13277" y="10875"/>
                </a:lnTo>
                <a:cubicBezTo>
                  <a:pt x="13360" y="10889"/>
                  <a:pt x="13437" y="10897"/>
                  <a:pt x="13511" y="10897"/>
                </a:cubicBezTo>
                <a:cubicBezTo>
                  <a:pt x="13615" y="10897"/>
                  <a:pt x="13713" y="10881"/>
                  <a:pt x="13810" y="10841"/>
                </a:cubicBezTo>
                <a:lnTo>
                  <a:pt x="15878" y="10008"/>
                </a:lnTo>
                <a:cubicBezTo>
                  <a:pt x="16012" y="9974"/>
                  <a:pt x="16079" y="9874"/>
                  <a:pt x="16079" y="9741"/>
                </a:cubicBezTo>
                <a:lnTo>
                  <a:pt x="16079" y="7639"/>
                </a:lnTo>
                <a:close/>
                <a:moveTo>
                  <a:pt x="9040" y="7906"/>
                </a:moveTo>
                <a:cubicBezTo>
                  <a:pt x="8940" y="7973"/>
                  <a:pt x="8873" y="8073"/>
                  <a:pt x="8807" y="8173"/>
                </a:cubicBezTo>
                <a:lnTo>
                  <a:pt x="8306" y="9140"/>
                </a:lnTo>
                <a:cubicBezTo>
                  <a:pt x="8206" y="9307"/>
                  <a:pt x="8073" y="9407"/>
                  <a:pt x="7939" y="9474"/>
                </a:cubicBezTo>
                <a:lnTo>
                  <a:pt x="7939" y="11575"/>
                </a:lnTo>
                <a:cubicBezTo>
                  <a:pt x="8073" y="11509"/>
                  <a:pt x="8240" y="11409"/>
                  <a:pt x="8306" y="11275"/>
                </a:cubicBezTo>
                <a:lnTo>
                  <a:pt x="8807" y="10274"/>
                </a:lnTo>
                <a:cubicBezTo>
                  <a:pt x="8873" y="10174"/>
                  <a:pt x="8940" y="10074"/>
                  <a:pt x="9040" y="10041"/>
                </a:cubicBezTo>
                <a:lnTo>
                  <a:pt x="9040" y="7906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41">
            <a:extLst>
              <a:ext uri="{FF2B5EF4-FFF2-40B4-BE49-F238E27FC236}">
                <a16:creationId xmlns:a16="http://schemas.microsoft.com/office/drawing/2014/main" id="{41FC574A-FF2D-4DEA-A1BD-D3A02F632073}"/>
              </a:ext>
            </a:extLst>
          </p:cNvPr>
          <p:cNvSpPr/>
          <p:nvPr/>
        </p:nvSpPr>
        <p:spPr>
          <a:xfrm rot="3041045">
            <a:off x="1701075" y="6500935"/>
            <a:ext cx="304750" cy="178640"/>
          </a:xfrm>
          <a:custGeom>
            <a:avLst/>
            <a:gdLst/>
            <a:ahLst/>
            <a:cxnLst/>
            <a:rect l="l" t="t" r="r" b="b"/>
            <a:pathLst>
              <a:path w="19748" h="11576" extrusionOk="0">
                <a:moveTo>
                  <a:pt x="18480" y="0"/>
                </a:moveTo>
                <a:cubicBezTo>
                  <a:pt x="18480" y="67"/>
                  <a:pt x="18447" y="134"/>
                  <a:pt x="18414" y="167"/>
                </a:cubicBezTo>
                <a:cubicBezTo>
                  <a:pt x="18380" y="200"/>
                  <a:pt x="18347" y="234"/>
                  <a:pt x="18314" y="234"/>
                </a:cubicBezTo>
                <a:lnTo>
                  <a:pt x="16646" y="1068"/>
                </a:lnTo>
                <a:cubicBezTo>
                  <a:pt x="16612" y="1101"/>
                  <a:pt x="16579" y="1101"/>
                  <a:pt x="16546" y="1134"/>
                </a:cubicBezTo>
                <a:cubicBezTo>
                  <a:pt x="16512" y="1201"/>
                  <a:pt x="16479" y="1268"/>
                  <a:pt x="16446" y="1335"/>
                </a:cubicBezTo>
                <a:cubicBezTo>
                  <a:pt x="16412" y="1368"/>
                  <a:pt x="16412" y="1435"/>
                  <a:pt x="16412" y="1468"/>
                </a:cubicBezTo>
                <a:cubicBezTo>
                  <a:pt x="16412" y="1501"/>
                  <a:pt x="16412" y="1535"/>
                  <a:pt x="16412" y="1568"/>
                </a:cubicBezTo>
                <a:cubicBezTo>
                  <a:pt x="16446" y="1601"/>
                  <a:pt x="16446" y="1635"/>
                  <a:pt x="16446" y="1668"/>
                </a:cubicBezTo>
                <a:cubicBezTo>
                  <a:pt x="16546" y="1835"/>
                  <a:pt x="16579" y="1968"/>
                  <a:pt x="16612" y="2135"/>
                </a:cubicBezTo>
                <a:cubicBezTo>
                  <a:pt x="16712" y="2369"/>
                  <a:pt x="16913" y="2569"/>
                  <a:pt x="17179" y="2636"/>
                </a:cubicBezTo>
                <a:lnTo>
                  <a:pt x="17580" y="2702"/>
                </a:lnTo>
                <a:lnTo>
                  <a:pt x="18314" y="2369"/>
                </a:lnTo>
                <a:cubicBezTo>
                  <a:pt x="18414" y="2302"/>
                  <a:pt x="18480" y="2202"/>
                  <a:pt x="18480" y="2102"/>
                </a:cubicBezTo>
                <a:lnTo>
                  <a:pt x="18480" y="0"/>
                </a:lnTo>
                <a:close/>
                <a:moveTo>
                  <a:pt x="19748" y="3403"/>
                </a:moveTo>
                <a:lnTo>
                  <a:pt x="19747" y="3432"/>
                </a:lnTo>
                <a:lnTo>
                  <a:pt x="19747" y="3432"/>
                </a:lnTo>
                <a:cubicBezTo>
                  <a:pt x="19748" y="3421"/>
                  <a:pt x="19748" y="3411"/>
                  <a:pt x="19748" y="3403"/>
                </a:cubicBezTo>
                <a:close/>
                <a:moveTo>
                  <a:pt x="19747" y="3432"/>
                </a:moveTo>
                <a:cubicBezTo>
                  <a:pt x="19746" y="3466"/>
                  <a:pt x="19740" y="3511"/>
                  <a:pt x="19715" y="3536"/>
                </a:cubicBezTo>
                <a:lnTo>
                  <a:pt x="19381" y="4670"/>
                </a:lnTo>
                <a:cubicBezTo>
                  <a:pt x="19281" y="4904"/>
                  <a:pt x="19047" y="5071"/>
                  <a:pt x="18781" y="5071"/>
                </a:cubicBezTo>
                <a:lnTo>
                  <a:pt x="16446" y="5004"/>
                </a:lnTo>
                <a:cubicBezTo>
                  <a:pt x="16410" y="4995"/>
                  <a:pt x="16374" y="4991"/>
                  <a:pt x="16339" y="4991"/>
                </a:cubicBezTo>
                <a:cubicBezTo>
                  <a:pt x="16243" y="4991"/>
                  <a:pt x="16152" y="5022"/>
                  <a:pt x="16079" y="5071"/>
                </a:cubicBezTo>
                <a:lnTo>
                  <a:pt x="16079" y="7172"/>
                </a:lnTo>
                <a:cubicBezTo>
                  <a:pt x="16179" y="7139"/>
                  <a:pt x="16312" y="7105"/>
                  <a:pt x="16446" y="7105"/>
                </a:cubicBezTo>
                <a:lnTo>
                  <a:pt x="18781" y="7206"/>
                </a:lnTo>
                <a:cubicBezTo>
                  <a:pt x="19047" y="7206"/>
                  <a:pt x="19281" y="7039"/>
                  <a:pt x="19381" y="6772"/>
                </a:cubicBezTo>
                <a:lnTo>
                  <a:pt x="19715" y="5638"/>
                </a:lnTo>
                <a:cubicBezTo>
                  <a:pt x="19715" y="5604"/>
                  <a:pt x="19715" y="5538"/>
                  <a:pt x="19715" y="5504"/>
                </a:cubicBezTo>
                <a:lnTo>
                  <a:pt x="19747" y="3432"/>
                </a:lnTo>
                <a:close/>
                <a:moveTo>
                  <a:pt x="2469" y="6739"/>
                </a:moveTo>
                <a:lnTo>
                  <a:pt x="501" y="7372"/>
                </a:lnTo>
                <a:cubicBezTo>
                  <a:pt x="417" y="7389"/>
                  <a:pt x="334" y="7397"/>
                  <a:pt x="251" y="7397"/>
                </a:cubicBezTo>
                <a:cubicBezTo>
                  <a:pt x="167" y="7397"/>
                  <a:pt x="84" y="7389"/>
                  <a:pt x="0" y="7372"/>
                </a:cubicBezTo>
                <a:lnTo>
                  <a:pt x="0" y="9474"/>
                </a:lnTo>
                <a:cubicBezTo>
                  <a:pt x="84" y="9490"/>
                  <a:pt x="167" y="9499"/>
                  <a:pt x="251" y="9499"/>
                </a:cubicBezTo>
                <a:cubicBezTo>
                  <a:pt x="334" y="9499"/>
                  <a:pt x="417" y="9490"/>
                  <a:pt x="501" y="9474"/>
                </a:cubicBezTo>
                <a:lnTo>
                  <a:pt x="2469" y="8873"/>
                </a:lnTo>
                <a:lnTo>
                  <a:pt x="2469" y="6739"/>
                </a:lnTo>
                <a:close/>
                <a:moveTo>
                  <a:pt x="16079" y="7639"/>
                </a:moveTo>
                <a:cubicBezTo>
                  <a:pt x="16079" y="7739"/>
                  <a:pt x="16012" y="7873"/>
                  <a:pt x="15878" y="7906"/>
                </a:cubicBezTo>
                <a:lnTo>
                  <a:pt x="13810" y="8740"/>
                </a:lnTo>
                <a:cubicBezTo>
                  <a:pt x="13713" y="8779"/>
                  <a:pt x="13615" y="8795"/>
                  <a:pt x="13511" y="8795"/>
                </a:cubicBezTo>
                <a:cubicBezTo>
                  <a:pt x="13437" y="8795"/>
                  <a:pt x="13360" y="8787"/>
                  <a:pt x="13277" y="8773"/>
                </a:cubicBezTo>
                <a:lnTo>
                  <a:pt x="13277" y="10875"/>
                </a:lnTo>
                <a:cubicBezTo>
                  <a:pt x="13360" y="10889"/>
                  <a:pt x="13437" y="10897"/>
                  <a:pt x="13511" y="10897"/>
                </a:cubicBezTo>
                <a:cubicBezTo>
                  <a:pt x="13615" y="10897"/>
                  <a:pt x="13713" y="10881"/>
                  <a:pt x="13810" y="10841"/>
                </a:cubicBezTo>
                <a:lnTo>
                  <a:pt x="15878" y="10008"/>
                </a:lnTo>
                <a:cubicBezTo>
                  <a:pt x="16012" y="9974"/>
                  <a:pt x="16079" y="9874"/>
                  <a:pt x="16079" y="9741"/>
                </a:cubicBezTo>
                <a:lnTo>
                  <a:pt x="16079" y="7639"/>
                </a:lnTo>
                <a:close/>
                <a:moveTo>
                  <a:pt x="9040" y="7906"/>
                </a:moveTo>
                <a:cubicBezTo>
                  <a:pt x="8940" y="7973"/>
                  <a:pt x="8873" y="8073"/>
                  <a:pt x="8807" y="8173"/>
                </a:cubicBezTo>
                <a:lnTo>
                  <a:pt x="8306" y="9140"/>
                </a:lnTo>
                <a:cubicBezTo>
                  <a:pt x="8206" y="9307"/>
                  <a:pt x="8073" y="9407"/>
                  <a:pt x="7939" y="9474"/>
                </a:cubicBezTo>
                <a:lnTo>
                  <a:pt x="7939" y="11575"/>
                </a:lnTo>
                <a:cubicBezTo>
                  <a:pt x="8073" y="11509"/>
                  <a:pt x="8240" y="11409"/>
                  <a:pt x="8306" y="11275"/>
                </a:cubicBezTo>
                <a:lnTo>
                  <a:pt x="8807" y="10274"/>
                </a:lnTo>
                <a:cubicBezTo>
                  <a:pt x="8873" y="10174"/>
                  <a:pt x="8940" y="10074"/>
                  <a:pt x="9040" y="10041"/>
                </a:cubicBezTo>
                <a:lnTo>
                  <a:pt x="9040" y="7906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41">
            <a:extLst>
              <a:ext uri="{FF2B5EF4-FFF2-40B4-BE49-F238E27FC236}">
                <a16:creationId xmlns:a16="http://schemas.microsoft.com/office/drawing/2014/main" id="{7A10ACF3-5741-66BB-5135-779C7996BDEB}"/>
              </a:ext>
            </a:extLst>
          </p:cNvPr>
          <p:cNvSpPr/>
          <p:nvPr/>
        </p:nvSpPr>
        <p:spPr>
          <a:xfrm rot="3041045">
            <a:off x="-2015460" y="2416834"/>
            <a:ext cx="353144" cy="203347"/>
          </a:xfrm>
          <a:custGeom>
            <a:avLst/>
            <a:gdLst/>
            <a:ahLst/>
            <a:cxnLst/>
            <a:rect l="l" t="t" r="r" b="b"/>
            <a:pathLst>
              <a:path w="22884" h="13177" extrusionOk="0">
                <a:moveTo>
                  <a:pt x="11454" y="3728"/>
                </a:moveTo>
                <a:cubicBezTo>
                  <a:pt x="13012" y="3728"/>
                  <a:pt x="14531" y="4155"/>
                  <a:pt x="15478" y="4937"/>
                </a:cubicBezTo>
                <a:cubicBezTo>
                  <a:pt x="17013" y="6238"/>
                  <a:pt x="16479" y="8006"/>
                  <a:pt x="14244" y="8907"/>
                </a:cubicBezTo>
                <a:cubicBezTo>
                  <a:pt x="13378" y="9238"/>
                  <a:pt x="12400" y="9399"/>
                  <a:pt x="11436" y="9399"/>
                </a:cubicBezTo>
                <a:cubicBezTo>
                  <a:pt x="9877" y="9399"/>
                  <a:pt x="8354" y="8977"/>
                  <a:pt x="7406" y="8173"/>
                </a:cubicBezTo>
                <a:cubicBezTo>
                  <a:pt x="5871" y="6905"/>
                  <a:pt x="6405" y="5137"/>
                  <a:pt x="8640" y="4237"/>
                </a:cubicBezTo>
                <a:cubicBezTo>
                  <a:pt x="9508" y="3892"/>
                  <a:pt x="10489" y="3728"/>
                  <a:pt x="11454" y="3728"/>
                </a:cubicBezTo>
                <a:close/>
                <a:moveTo>
                  <a:pt x="12176" y="0"/>
                </a:moveTo>
                <a:cubicBezTo>
                  <a:pt x="11909" y="0"/>
                  <a:pt x="11642" y="134"/>
                  <a:pt x="11509" y="367"/>
                </a:cubicBezTo>
                <a:lnTo>
                  <a:pt x="11008" y="1368"/>
                </a:lnTo>
                <a:cubicBezTo>
                  <a:pt x="10875" y="1602"/>
                  <a:pt x="10608" y="1735"/>
                  <a:pt x="10341" y="1768"/>
                </a:cubicBezTo>
                <a:cubicBezTo>
                  <a:pt x="9908" y="1802"/>
                  <a:pt x="9474" y="1868"/>
                  <a:pt x="9007" y="1935"/>
                </a:cubicBezTo>
                <a:cubicBezTo>
                  <a:pt x="8947" y="1943"/>
                  <a:pt x="8885" y="1947"/>
                  <a:pt x="8823" y="1947"/>
                </a:cubicBezTo>
                <a:cubicBezTo>
                  <a:pt x="8607" y="1947"/>
                  <a:pt x="8380" y="1898"/>
                  <a:pt x="8173" y="1768"/>
                </a:cubicBezTo>
                <a:lnTo>
                  <a:pt x="6805" y="868"/>
                </a:lnTo>
                <a:cubicBezTo>
                  <a:pt x="6660" y="763"/>
                  <a:pt x="6488" y="711"/>
                  <a:pt x="6314" y="711"/>
                </a:cubicBezTo>
                <a:cubicBezTo>
                  <a:pt x="6210" y="711"/>
                  <a:pt x="6105" y="730"/>
                  <a:pt x="6005" y="768"/>
                </a:cubicBezTo>
                <a:lnTo>
                  <a:pt x="3937" y="1602"/>
                </a:lnTo>
                <a:cubicBezTo>
                  <a:pt x="3737" y="1668"/>
                  <a:pt x="3670" y="1968"/>
                  <a:pt x="3837" y="2102"/>
                </a:cubicBezTo>
                <a:lnTo>
                  <a:pt x="4771" y="3103"/>
                </a:lnTo>
                <a:cubicBezTo>
                  <a:pt x="4937" y="3269"/>
                  <a:pt x="4904" y="3536"/>
                  <a:pt x="4704" y="3703"/>
                </a:cubicBezTo>
                <a:cubicBezTo>
                  <a:pt x="4504" y="3836"/>
                  <a:pt x="4337" y="4037"/>
                  <a:pt x="4137" y="4203"/>
                </a:cubicBezTo>
                <a:cubicBezTo>
                  <a:pt x="3937" y="4404"/>
                  <a:pt x="3670" y="4504"/>
                  <a:pt x="3403" y="4537"/>
                </a:cubicBezTo>
                <a:lnTo>
                  <a:pt x="1035" y="4437"/>
                </a:lnTo>
                <a:cubicBezTo>
                  <a:pt x="768" y="4437"/>
                  <a:pt x="534" y="4604"/>
                  <a:pt x="468" y="4837"/>
                </a:cubicBezTo>
                <a:lnTo>
                  <a:pt x="101" y="5971"/>
                </a:lnTo>
                <a:cubicBezTo>
                  <a:pt x="1" y="6205"/>
                  <a:pt x="167" y="6472"/>
                  <a:pt x="401" y="6505"/>
                </a:cubicBezTo>
                <a:lnTo>
                  <a:pt x="2636" y="6872"/>
                </a:lnTo>
                <a:cubicBezTo>
                  <a:pt x="2903" y="6939"/>
                  <a:pt x="3103" y="7139"/>
                  <a:pt x="3203" y="7406"/>
                </a:cubicBezTo>
                <a:cubicBezTo>
                  <a:pt x="3236" y="7539"/>
                  <a:pt x="3303" y="7706"/>
                  <a:pt x="3370" y="7839"/>
                </a:cubicBezTo>
                <a:cubicBezTo>
                  <a:pt x="3470" y="8073"/>
                  <a:pt x="3370" y="8340"/>
                  <a:pt x="3170" y="8440"/>
                </a:cubicBezTo>
                <a:lnTo>
                  <a:pt x="1535" y="9274"/>
                </a:lnTo>
                <a:cubicBezTo>
                  <a:pt x="1302" y="9340"/>
                  <a:pt x="1268" y="9641"/>
                  <a:pt x="1468" y="9774"/>
                </a:cubicBezTo>
                <a:lnTo>
                  <a:pt x="2769" y="10875"/>
                </a:lnTo>
                <a:cubicBezTo>
                  <a:pt x="2929" y="10989"/>
                  <a:pt x="3104" y="11041"/>
                  <a:pt x="3295" y="11041"/>
                </a:cubicBezTo>
                <a:cubicBezTo>
                  <a:pt x="3383" y="11041"/>
                  <a:pt x="3475" y="11029"/>
                  <a:pt x="3570" y="11008"/>
                </a:cubicBezTo>
                <a:lnTo>
                  <a:pt x="5571" y="10408"/>
                </a:lnTo>
                <a:cubicBezTo>
                  <a:pt x="5691" y="10378"/>
                  <a:pt x="5818" y="10361"/>
                  <a:pt x="5945" y="10361"/>
                </a:cubicBezTo>
                <a:cubicBezTo>
                  <a:pt x="6101" y="10361"/>
                  <a:pt x="6258" y="10386"/>
                  <a:pt x="6405" y="10441"/>
                </a:cubicBezTo>
                <a:cubicBezTo>
                  <a:pt x="6739" y="10608"/>
                  <a:pt x="7106" y="10741"/>
                  <a:pt x="7473" y="10842"/>
                </a:cubicBezTo>
                <a:cubicBezTo>
                  <a:pt x="7706" y="10908"/>
                  <a:pt x="7873" y="11175"/>
                  <a:pt x="7840" y="11409"/>
                </a:cubicBezTo>
                <a:lnTo>
                  <a:pt x="7739" y="12409"/>
                </a:lnTo>
                <a:cubicBezTo>
                  <a:pt x="7706" y="12643"/>
                  <a:pt x="7873" y="12876"/>
                  <a:pt x="8140" y="12910"/>
                </a:cubicBezTo>
                <a:lnTo>
                  <a:pt x="10708" y="13177"/>
                </a:lnTo>
                <a:cubicBezTo>
                  <a:pt x="10975" y="13177"/>
                  <a:pt x="11242" y="13043"/>
                  <a:pt x="11375" y="12810"/>
                </a:cubicBezTo>
                <a:lnTo>
                  <a:pt x="11876" y="11809"/>
                </a:lnTo>
                <a:cubicBezTo>
                  <a:pt x="12009" y="11575"/>
                  <a:pt x="12276" y="11442"/>
                  <a:pt x="12543" y="11409"/>
                </a:cubicBezTo>
                <a:cubicBezTo>
                  <a:pt x="12977" y="11375"/>
                  <a:pt x="13444" y="11309"/>
                  <a:pt x="13877" y="11242"/>
                </a:cubicBezTo>
                <a:cubicBezTo>
                  <a:pt x="13945" y="11234"/>
                  <a:pt x="14010" y="11230"/>
                  <a:pt x="14075" y="11230"/>
                </a:cubicBezTo>
                <a:cubicBezTo>
                  <a:pt x="14297" y="11230"/>
                  <a:pt x="14504" y="11279"/>
                  <a:pt x="14711" y="11409"/>
                </a:cubicBezTo>
                <a:lnTo>
                  <a:pt x="16079" y="12309"/>
                </a:lnTo>
                <a:cubicBezTo>
                  <a:pt x="16257" y="12398"/>
                  <a:pt x="16435" y="12443"/>
                  <a:pt x="16612" y="12443"/>
                </a:cubicBezTo>
                <a:cubicBezTo>
                  <a:pt x="16701" y="12443"/>
                  <a:pt x="16790" y="12432"/>
                  <a:pt x="16879" y="12409"/>
                </a:cubicBezTo>
                <a:lnTo>
                  <a:pt x="18947" y="11575"/>
                </a:lnTo>
                <a:cubicBezTo>
                  <a:pt x="19181" y="11509"/>
                  <a:pt x="19248" y="11208"/>
                  <a:pt x="19048" y="11042"/>
                </a:cubicBezTo>
                <a:lnTo>
                  <a:pt x="18114" y="10074"/>
                </a:lnTo>
                <a:cubicBezTo>
                  <a:pt x="17980" y="9874"/>
                  <a:pt x="17980" y="9607"/>
                  <a:pt x="18180" y="9474"/>
                </a:cubicBezTo>
                <a:cubicBezTo>
                  <a:pt x="18380" y="9307"/>
                  <a:pt x="18581" y="9140"/>
                  <a:pt x="18747" y="8974"/>
                </a:cubicBezTo>
                <a:cubicBezTo>
                  <a:pt x="18947" y="8773"/>
                  <a:pt x="19214" y="8640"/>
                  <a:pt x="19515" y="8640"/>
                </a:cubicBezTo>
                <a:lnTo>
                  <a:pt x="21850" y="8740"/>
                </a:lnTo>
                <a:cubicBezTo>
                  <a:pt x="22116" y="8740"/>
                  <a:pt x="22350" y="8573"/>
                  <a:pt x="22450" y="8340"/>
                </a:cubicBezTo>
                <a:lnTo>
                  <a:pt x="22784" y="7172"/>
                </a:lnTo>
                <a:cubicBezTo>
                  <a:pt x="22884" y="6972"/>
                  <a:pt x="22717" y="6705"/>
                  <a:pt x="22483" y="6672"/>
                </a:cubicBezTo>
                <a:lnTo>
                  <a:pt x="20248" y="6305"/>
                </a:lnTo>
                <a:cubicBezTo>
                  <a:pt x="19982" y="6238"/>
                  <a:pt x="19781" y="6038"/>
                  <a:pt x="19715" y="5771"/>
                </a:cubicBezTo>
                <a:cubicBezTo>
                  <a:pt x="19648" y="5604"/>
                  <a:pt x="19615" y="5471"/>
                  <a:pt x="19548" y="5338"/>
                </a:cubicBezTo>
                <a:cubicBezTo>
                  <a:pt x="19414" y="5104"/>
                  <a:pt x="19515" y="4837"/>
                  <a:pt x="19715" y="4704"/>
                </a:cubicBezTo>
                <a:lnTo>
                  <a:pt x="21383" y="3870"/>
                </a:lnTo>
                <a:cubicBezTo>
                  <a:pt x="21583" y="3803"/>
                  <a:pt x="21616" y="3503"/>
                  <a:pt x="21416" y="3403"/>
                </a:cubicBezTo>
                <a:lnTo>
                  <a:pt x="20115" y="2302"/>
                </a:lnTo>
                <a:cubicBezTo>
                  <a:pt x="19942" y="2178"/>
                  <a:pt x="19750" y="2110"/>
                  <a:pt x="19554" y="2110"/>
                </a:cubicBezTo>
                <a:cubicBezTo>
                  <a:pt x="19486" y="2110"/>
                  <a:pt x="19417" y="2118"/>
                  <a:pt x="19348" y="2135"/>
                </a:cubicBezTo>
                <a:lnTo>
                  <a:pt x="17346" y="2769"/>
                </a:lnTo>
                <a:cubicBezTo>
                  <a:pt x="17240" y="2793"/>
                  <a:pt x="17138" y="2804"/>
                  <a:pt x="17038" y="2804"/>
                </a:cubicBezTo>
                <a:cubicBezTo>
                  <a:pt x="16857" y="2804"/>
                  <a:pt x="16685" y="2767"/>
                  <a:pt x="16512" y="2702"/>
                </a:cubicBezTo>
                <a:cubicBezTo>
                  <a:pt x="16145" y="2536"/>
                  <a:pt x="15779" y="2402"/>
                  <a:pt x="15445" y="2269"/>
                </a:cubicBezTo>
                <a:cubicBezTo>
                  <a:pt x="15178" y="2202"/>
                  <a:pt x="15011" y="1968"/>
                  <a:pt x="15045" y="1702"/>
                </a:cubicBezTo>
                <a:lnTo>
                  <a:pt x="15145" y="734"/>
                </a:lnTo>
                <a:cubicBezTo>
                  <a:pt x="15178" y="467"/>
                  <a:pt x="15011" y="267"/>
                  <a:pt x="14778" y="234"/>
                </a:cubicBezTo>
                <a:lnTo>
                  <a:pt x="121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41">
            <a:extLst>
              <a:ext uri="{FF2B5EF4-FFF2-40B4-BE49-F238E27FC236}">
                <a16:creationId xmlns:a16="http://schemas.microsoft.com/office/drawing/2014/main" id="{7AADD25E-DCCF-5BB6-55DA-81D3A3A50AB3}"/>
              </a:ext>
            </a:extLst>
          </p:cNvPr>
          <p:cNvSpPr/>
          <p:nvPr/>
        </p:nvSpPr>
        <p:spPr>
          <a:xfrm rot="3041045">
            <a:off x="-2947178" y="441"/>
            <a:ext cx="230105" cy="323438"/>
          </a:xfrm>
          <a:custGeom>
            <a:avLst/>
            <a:gdLst/>
            <a:ahLst/>
            <a:cxnLst/>
            <a:rect l="l" t="t" r="r" b="b"/>
            <a:pathLst>
              <a:path w="14911" h="20959" extrusionOk="0">
                <a:moveTo>
                  <a:pt x="9164" y="5970"/>
                </a:moveTo>
                <a:cubicBezTo>
                  <a:pt x="9783" y="5970"/>
                  <a:pt x="10281" y="6298"/>
                  <a:pt x="10541" y="6977"/>
                </a:cubicBezTo>
                <a:cubicBezTo>
                  <a:pt x="11141" y="8545"/>
                  <a:pt x="10241" y="11380"/>
                  <a:pt x="8540" y="13315"/>
                </a:cubicBezTo>
                <a:cubicBezTo>
                  <a:pt x="7580" y="14407"/>
                  <a:pt x="6567" y="14967"/>
                  <a:pt x="5759" y="14967"/>
                </a:cubicBezTo>
                <a:cubicBezTo>
                  <a:pt x="5134" y="14967"/>
                  <a:pt x="4632" y="14632"/>
                  <a:pt x="4370" y="13949"/>
                </a:cubicBezTo>
                <a:cubicBezTo>
                  <a:pt x="3770" y="12381"/>
                  <a:pt x="4670" y="9546"/>
                  <a:pt x="6371" y="7611"/>
                </a:cubicBezTo>
                <a:cubicBezTo>
                  <a:pt x="7336" y="6533"/>
                  <a:pt x="8354" y="5970"/>
                  <a:pt x="9164" y="5970"/>
                </a:cubicBezTo>
                <a:close/>
                <a:moveTo>
                  <a:pt x="11386" y="1"/>
                </a:moveTo>
                <a:cubicBezTo>
                  <a:pt x="11361" y="1"/>
                  <a:pt x="11335" y="2"/>
                  <a:pt x="11308" y="6"/>
                </a:cubicBezTo>
                <a:lnTo>
                  <a:pt x="10107" y="206"/>
                </a:lnTo>
                <a:cubicBezTo>
                  <a:pt x="9841" y="239"/>
                  <a:pt x="9607" y="439"/>
                  <a:pt x="9474" y="673"/>
                </a:cubicBezTo>
                <a:lnTo>
                  <a:pt x="8640" y="2841"/>
                </a:lnTo>
                <a:cubicBezTo>
                  <a:pt x="8506" y="3108"/>
                  <a:pt x="8306" y="3341"/>
                  <a:pt x="8073" y="3508"/>
                </a:cubicBezTo>
                <a:cubicBezTo>
                  <a:pt x="7839" y="3642"/>
                  <a:pt x="7606" y="3775"/>
                  <a:pt x="7372" y="3942"/>
                </a:cubicBezTo>
                <a:cubicBezTo>
                  <a:pt x="7255" y="4025"/>
                  <a:pt x="7130" y="4067"/>
                  <a:pt x="7022" y="4067"/>
                </a:cubicBezTo>
                <a:cubicBezTo>
                  <a:pt x="6913" y="4067"/>
                  <a:pt x="6822" y="4025"/>
                  <a:pt x="6772" y="3942"/>
                </a:cubicBezTo>
                <a:lnTo>
                  <a:pt x="6238" y="2974"/>
                </a:lnTo>
                <a:cubicBezTo>
                  <a:pt x="6177" y="2883"/>
                  <a:pt x="6102" y="2840"/>
                  <a:pt x="6019" y="2840"/>
                </a:cubicBezTo>
                <a:cubicBezTo>
                  <a:pt x="5921" y="2840"/>
                  <a:pt x="5813" y="2899"/>
                  <a:pt x="5704" y="3008"/>
                </a:cubicBezTo>
                <a:lnTo>
                  <a:pt x="4136" y="4776"/>
                </a:lnTo>
                <a:cubicBezTo>
                  <a:pt x="3970" y="4976"/>
                  <a:pt x="3870" y="5243"/>
                  <a:pt x="3903" y="5543"/>
                </a:cubicBezTo>
                <a:lnTo>
                  <a:pt x="4237" y="6911"/>
                </a:lnTo>
                <a:cubicBezTo>
                  <a:pt x="4270" y="7177"/>
                  <a:pt x="4203" y="7444"/>
                  <a:pt x="4070" y="7678"/>
                </a:cubicBezTo>
                <a:cubicBezTo>
                  <a:pt x="3803" y="8078"/>
                  <a:pt x="3603" y="8478"/>
                  <a:pt x="3369" y="8879"/>
                </a:cubicBezTo>
                <a:cubicBezTo>
                  <a:pt x="3236" y="9146"/>
                  <a:pt x="3002" y="9346"/>
                  <a:pt x="2735" y="9446"/>
                </a:cubicBezTo>
                <a:lnTo>
                  <a:pt x="1601" y="9779"/>
                </a:lnTo>
                <a:cubicBezTo>
                  <a:pt x="1334" y="9879"/>
                  <a:pt x="1101" y="10080"/>
                  <a:pt x="1001" y="10346"/>
                </a:cubicBezTo>
                <a:lnTo>
                  <a:pt x="267" y="12748"/>
                </a:lnTo>
                <a:cubicBezTo>
                  <a:pt x="173" y="12935"/>
                  <a:pt x="313" y="13152"/>
                  <a:pt x="523" y="13152"/>
                </a:cubicBezTo>
                <a:cubicBezTo>
                  <a:pt x="537" y="13152"/>
                  <a:pt x="552" y="13151"/>
                  <a:pt x="567" y="13148"/>
                </a:cubicBezTo>
                <a:lnTo>
                  <a:pt x="1535" y="13148"/>
                </a:lnTo>
                <a:cubicBezTo>
                  <a:pt x="1552" y="13146"/>
                  <a:pt x="1569" y="13145"/>
                  <a:pt x="1585" y="13145"/>
                </a:cubicBezTo>
                <a:cubicBezTo>
                  <a:pt x="1796" y="13145"/>
                  <a:pt x="1966" y="13335"/>
                  <a:pt x="1935" y="13582"/>
                </a:cubicBezTo>
                <a:cubicBezTo>
                  <a:pt x="1902" y="13916"/>
                  <a:pt x="1902" y="14249"/>
                  <a:pt x="1902" y="14583"/>
                </a:cubicBezTo>
                <a:cubicBezTo>
                  <a:pt x="1902" y="14883"/>
                  <a:pt x="1801" y="15150"/>
                  <a:pt x="1635" y="15383"/>
                </a:cubicBezTo>
                <a:lnTo>
                  <a:pt x="234" y="17151"/>
                </a:lnTo>
                <a:cubicBezTo>
                  <a:pt x="67" y="17351"/>
                  <a:pt x="0" y="17618"/>
                  <a:pt x="67" y="17885"/>
                </a:cubicBezTo>
                <a:lnTo>
                  <a:pt x="601" y="19219"/>
                </a:lnTo>
                <a:cubicBezTo>
                  <a:pt x="634" y="19319"/>
                  <a:pt x="701" y="19370"/>
                  <a:pt x="784" y="19370"/>
                </a:cubicBezTo>
                <a:cubicBezTo>
                  <a:pt x="867" y="19370"/>
                  <a:pt x="968" y="19319"/>
                  <a:pt x="1068" y="19219"/>
                </a:cubicBezTo>
                <a:lnTo>
                  <a:pt x="2502" y="17818"/>
                </a:lnTo>
                <a:cubicBezTo>
                  <a:pt x="2599" y="17721"/>
                  <a:pt x="2730" y="17669"/>
                  <a:pt x="2862" y="17669"/>
                </a:cubicBezTo>
                <a:cubicBezTo>
                  <a:pt x="2957" y="17669"/>
                  <a:pt x="3052" y="17696"/>
                  <a:pt x="3136" y="17752"/>
                </a:cubicBezTo>
                <a:cubicBezTo>
                  <a:pt x="3236" y="17818"/>
                  <a:pt x="3369" y="17885"/>
                  <a:pt x="3469" y="17952"/>
                </a:cubicBezTo>
                <a:cubicBezTo>
                  <a:pt x="3703" y="18052"/>
                  <a:pt x="3803" y="18285"/>
                  <a:pt x="3770" y="18519"/>
                </a:cubicBezTo>
                <a:lnTo>
                  <a:pt x="3236" y="20587"/>
                </a:lnTo>
                <a:cubicBezTo>
                  <a:pt x="3205" y="20801"/>
                  <a:pt x="3314" y="20958"/>
                  <a:pt x="3537" y="20958"/>
                </a:cubicBezTo>
                <a:cubicBezTo>
                  <a:pt x="3558" y="20958"/>
                  <a:pt x="3580" y="20957"/>
                  <a:pt x="3603" y="20954"/>
                </a:cubicBezTo>
                <a:lnTo>
                  <a:pt x="4804" y="20754"/>
                </a:lnTo>
                <a:cubicBezTo>
                  <a:pt x="5070" y="20687"/>
                  <a:pt x="5304" y="20487"/>
                  <a:pt x="5437" y="20253"/>
                </a:cubicBezTo>
                <a:lnTo>
                  <a:pt x="6271" y="18085"/>
                </a:lnTo>
                <a:cubicBezTo>
                  <a:pt x="6405" y="17818"/>
                  <a:pt x="6605" y="17585"/>
                  <a:pt x="6872" y="17418"/>
                </a:cubicBezTo>
                <a:cubicBezTo>
                  <a:pt x="7105" y="17285"/>
                  <a:pt x="7305" y="17118"/>
                  <a:pt x="7539" y="16984"/>
                </a:cubicBezTo>
                <a:cubicBezTo>
                  <a:pt x="7656" y="16901"/>
                  <a:pt x="7772" y="16859"/>
                  <a:pt x="7877" y="16859"/>
                </a:cubicBezTo>
                <a:cubicBezTo>
                  <a:pt x="7981" y="16859"/>
                  <a:pt x="8073" y="16901"/>
                  <a:pt x="8139" y="16984"/>
                </a:cubicBezTo>
                <a:lnTo>
                  <a:pt x="8706" y="17952"/>
                </a:lnTo>
                <a:cubicBezTo>
                  <a:pt x="8752" y="18028"/>
                  <a:pt x="8826" y="18070"/>
                  <a:pt x="8909" y="18070"/>
                </a:cubicBezTo>
                <a:cubicBezTo>
                  <a:pt x="9006" y="18070"/>
                  <a:pt x="9116" y="18012"/>
                  <a:pt x="9207" y="17885"/>
                </a:cubicBezTo>
                <a:lnTo>
                  <a:pt x="10775" y="16117"/>
                </a:lnTo>
                <a:cubicBezTo>
                  <a:pt x="10941" y="15917"/>
                  <a:pt x="11041" y="15650"/>
                  <a:pt x="11008" y="15383"/>
                </a:cubicBezTo>
                <a:lnTo>
                  <a:pt x="10674" y="13982"/>
                </a:lnTo>
                <a:cubicBezTo>
                  <a:pt x="10641" y="13715"/>
                  <a:pt x="10708" y="13449"/>
                  <a:pt x="10841" y="13215"/>
                </a:cubicBezTo>
                <a:cubicBezTo>
                  <a:pt x="11108" y="12815"/>
                  <a:pt x="11308" y="12415"/>
                  <a:pt x="11508" y="12014"/>
                </a:cubicBezTo>
                <a:cubicBezTo>
                  <a:pt x="11675" y="11747"/>
                  <a:pt x="11909" y="11547"/>
                  <a:pt x="12176" y="11447"/>
                </a:cubicBezTo>
                <a:lnTo>
                  <a:pt x="13310" y="11114"/>
                </a:lnTo>
                <a:cubicBezTo>
                  <a:pt x="13577" y="11014"/>
                  <a:pt x="13810" y="10813"/>
                  <a:pt x="13910" y="10547"/>
                </a:cubicBezTo>
                <a:lnTo>
                  <a:pt x="14644" y="8178"/>
                </a:lnTo>
                <a:cubicBezTo>
                  <a:pt x="14744" y="7945"/>
                  <a:pt x="14577" y="7745"/>
                  <a:pt x="14344" y="7745"/>
                </a:cubicBezTo>
                <a:lnTo>
                  <a:pt x="13376" y="7745"/>
                </a:lnTo>
                <a:cubicBezTo>
                  <a:pt x="13143" y="7745"/>
                  <a:pt x="12976" y="7544"/>
                  <a:pt x="13009" y="7344"/>
                </a:cubicBezTo>
                <a:cubicBezTo>
                  <a:pt x="13043" y="6977"/>
                  <a:pt x="13043" y="6644"/>
                  <a:pt x="13043" y="6310"/>
                </a:cubicBezTo>
                <a:cubicBezTo>
                  <a:pt x="13043" y="6010"/>
                  <a:pt x="13143" y="5743"/>
                  <a:pt x="13310" y="5510"/>
                </a:cubicBezTo>
                <a:lnTo>
                  <a:pt x="14677" y="3775"/>
                </a:lnTo>
                <a:cubicBezTo>
                  <a:pt x="14844" y="3542"/>
                  <a:pt x="14911" y="3275"/>
                  <a:pt x="14844" y="3041"/>
                </a:cubicBezTo>
                <a:lnTo>
                  <a:pt x="14310" y="1707"/>
                </a:lnTo>
                <a:cubicBezTo>
                  <a:pt x="14277" y="1607"/>
                  <a:pt x="14210" y="1557"/>
                  <a:pt x="14127" y="1557"/>
                </a:cubicBezTo>
                <a:cubicBezTo>
                  <a:pt x="14044" y="1557"/>
                  <a:pt x="13943" y="1607"/>
                  <a:pt x="13843" y="1707"/>
                </a:cubicBezTo>
                <a:lnTo>
                  <a:pt x="12409" y="3108"/>
                </a:lnTo>
                <a:cubicBezTo>
                  <a:pt x="12309" y="3228"/>
                  <a:pt x="12173" y="3288"/>
                  <a:pt x="12037" y="3288"/>
                </a:cubicBezTo>
                <a:cubicBezTo>
                  <a:pt x="11946" y="3288"/>
                  <a:pt x="11855" y="3261"/>
                  <a:pt x="11775" y="3208"/>
                </a:cubicBezTo>
                <a:cubicBezTo>
                  <a:pt x="11675" y="3141"/>
                  <a:pt x="11542" y="3075"/>
                  <a:pt x="11442" y="3008"/>
                </a:cubicBezTo>
                <a:cubicBezTo>
                  <a:pt x="11208" y="2908"/>
                  <a:pt x="11108" y="2674"/>
                  <a:pt x="11141" y="2441"/>
                </a:cubicBezTo>
                <a:lnTo>
                  <a:pt x="11675" y="339"/>
                </a:lnTo>
                <a:cubicBezTo>
                  <a:pt x="11705" y="130"/>
                  <a:pt x="11601" y="1"/>
                  <a:pt x="113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41">
            <a:extLst>
              <a:ext uri="{FF2B5EF4-FFF2-40B4-BE49-F238E27FC236}">
                <a16:creationId xmlns:a16="http://schemas.microsoft.com/office/drawing/2014/main" id="{2E495D98-173B-3490-6D6D-AAEBDF5A5D1A}"/>
              </a:ext>
            </a:extLst>
          </p:cNvPr>
          <p:cNvSpPr/>
          <p:nvPr/>
        </p:nvSpPr>
        <p:spPr>
          <a:xfrm rot="3041045">
            <a:off x="-3316788" y="52632"/>
            <a:ext cx="326385" cy="455983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1">
            <a:extLst>
              <a:ext uri="{FF2B5EF4-FFF2-40B4-BE49-F238E27FC236}">
                <a16:creationId xmlns:a16="http://schemas.microsoft.com/office/drawing/2014/main" id="{AEAAF9B7-4FD6-48B6-46BA-2BD1E8015062}"/>
              </a:ext>
            </a:extLst>
          </p:cNvPr>
          <p:cNvSpPr/>
          <p:nvPr/>
        </p:nvSpPr>
        <p:spPr>
          <a:xfrm rot="3041045">
            <a:off x="-1425019" y="1540825"/>
            <a:ext cx="123548" cy="175615"/>
          </a:xfrm>
          <a:custGeom>
            <a:avLst/>
            <a:gdLst/>
            <a:ahLst/>
            <a:cxnLst/>
            <a:rect l="l" t="t" r="r" b="b"/>
            <a:pathLst>
              <a:path w="8006" h="11380" extrusionOk="0">
                <a:moveTo>
                  <a:pt x="1935" y="1"/>
                </a:moveTo>
                <a:cubicBezTo>
                  <a:pt x="1877" y="1"/>
                  <a:pt x="1818" y="9"/>
                  <a:pt x="1768" y="26"/>
                </a:cubicBezTo>
                <a:lnTo>
                  <a:pt x="467" y="526"/>
                </a:lnTo>
                <a:cubicBezTo>
                  <a:pt x="367" y="560"/>
                  <a:pt x="267" y="626"/>
                  <a:pt x="234" y="760"/>
                </a:cubicBezTo>
                <a:cubicBezTo>
                  <a:pt x="167" y="860"/>
                  <a:pt x="167" y="960"/>
                  <a:pt x="234" y="1093"/>
                </a:cubicBezTo>
                <a:lnTo>
                  <a:pt x="734" y="2428"/>
                </a:lnTo>
                <a:cubicBezTo>
                  <a:pt x="767" y="2528"/>
                  <a:pt x="834" y="2594"/>
                  <a:pt x="934" y="2661"/>
                </a:cubicBezTo>
                <a:cubicBezTo>
                  <a:pt x="1001" y="2678"/>
                  <a:pt x="1059" y="2686"/>
                  <a:pt x="1118" y="2686"/>
                </a:cubicBezTo>
                <a:cubicBezTo>
                  <a:pt x="1176" y="2686"/>
                  <a:pt x="1234" y="2678"/>
                  <a:pt x="1301" y="2661"/>
                </a:cubicBezTo>
                <a:lnTo>
                  <a:pt x="2602" y="2161"/>
                </a:lnTo>
                <a:cubicBezTo>
                  <a:pt x="2702" y="2127"/>
                  <a:pt x="2769" y="2027"/>
                  <a:pt x="2836" y="1927"/>
                </a:cubicBezTo>
                <a:cubicBezTo>
                  <a:pt x="2869" y="1827"/>
                  <a:pt x="2869" y="1694"/>
                  <a:pt x="2836" y="1594"/>
                </a:cubicBezTo>
                <a:lnTo>
                  <a:pt x="2335" y="259"/>
                </a:lnTo>
                <a:cubicBezTo>
                  <a:pt x="2302" y="159"/>
                  <a:pt x="2202" y="59"/>
                  <a:pt x="2102" y="26"/>
                </a:cubicBezTo>
                <a:cubicBezTo>
                  <a:pt x="2052" y="9"/>
                  <a:pt x="1993" y="1"/>
                  <a:pt x="1935" y="1"/>
                </a:cubicBezTo>
                <a:close/>
                <a:moveTo>
                  <a:pt x="3036" y="3078"/>
                </a:moveTo>
                <a:cubicBezTo>
                  <a:pt x="2977" y="3078"/>
                  <a:pt x="2919" y="3095"/>
                  <a:pt x="2869" y="3128"/>
                </a:cubicBezTo>
                <a:lnTo>
                  <a:pt x="1701" y="3528"/>
                </a:lnTo>
                <a:cubicBezTo>
                  <a:pt x="1601" y="3562"/>
                  <a:pt x="1535" y="3662"/>
                  <a:pt x="1501" y="3762"/>
                </a:cubicBezTo>
                <a:cubicBezTo>
                  <a:pt x="1435" y="3862"/>
                  <a:pt x="1435" y="3995"/>
                  <a:pt x="1468" y="4095"/>
                </a:cubicBezTo>
                <a:cubicBezTo>
                  <a:pt x="1501" y="4329"/>
                  <a:pt x="1501" y="4596"/>
                  <a:pt x="1401" y="4829"/>
                </a:cubicBezTo>
                <a:cubicBezTo>
                  <a:pt x="1335" y="5096"/>
                  <a:pt x="1201" y="5330"/>
                  <a:pt x="1068" y="5596"/>
                </a:cubicBezTo>
                <a:cubicBezTo>
                  <a:pt x="934" y="5830"/>
                  <a:pt x="801" y="6097"/>
                  <a:pt x="634" y="6397"/>
                </a:cubicBezTo>
                <a:cubicBezTo>
                  <a:pt x="467" y="6664"/>
                  <a:pt x="334" y="6964"/>
                  <a:pt x="200" y="7298"/>
                </a:cubicBezTo>
                <a:cubicBezTo>
                  <a:pt x="100" y="7598"/>
                  <a:pt x="34" y="7931"/>
                  <a:pt x="34" y="8265"/>
                </a:cubicBezTo>
                <a:cubicBezTo>
                  <a:pt x="0" y="8665"/>
                  <a:pt x="100" y="9032"/>
                  <a:pt x="234" y="9399"/>
                </a:cubicBezTo>
                <a:cubicBezTo>
                  <a:pt x="401" y="9866"/>
                  <a:pt x="667" y="10266"/>
                  <a:pt x="1034" y="10600"/>
                </a:cubicBezTo>
                <a:cubicBezTo>
                  <a:pt x="1401" y="10900"/>
                  <a:pt x="1802" y="11100"/>
                  <a:pt x="2235" y="11234"/>
                </a:cubicBezTo>
                <a:cubicBezTo>
                  <a:pt x="2592" y="11336"/>
                  <a:pt x="2949" y="11379"/>
                  <a:pt x="3320" y="11379"/>
                </a:cubicBezTo>
                <a:cubicBezTo>
                  <a:pt x="3435" y="11379"/>
                  <a:pt x="3551" y="11375"/>
                  <a:pt x="3670" y="11367"/>
                </a:cubicBezTo>
                <a:cubicBezTo>
                  <a:pt x="4170" y="11334"/>
                  <a:pt x="4637" y="11234"/>
                  <a:pt x="5104" y="11034"/>
                </a:cubicBezTo>
                <a:cubicBezTo>
                  <a:pt x="5638" y="10867"/>
                  <a:pt x="6138" y="10567"/>
                  <a:pt x="6538" y="10200"/>
                </a:cubicBezTo>
                <a:cubicBezTo>
                  <a:pt x="6905" y="9833"/>
                  <a:pt x="7239" y="9433"/>
                  <a:pt x="7506" y="8999"/>
                </a:cubicBezTo>
                <a:cubicBezTo>
                  <a:pt x="7706" y="8599"/>
                  <a:pt x="7873" y="8132"/>
                  <a:pt x="7939" y="7665"/>
                </a:cubicBezTo>
                <a:cubicBezTo>
                  <a:pt x="8006" y="7264"/>
                  <a:pt x="8006" y="6864"/>
                  <a:pt x="7873" y="6464"/>
                </a:cubicBezTo>
                <a:cubicBezTo>
                  <a:pt x="7839" y="6364"/>
                  <a:pt x="7772" y="6297"/>
                  <a:pt x="7672" y="6264"/>
                </a:cubicBezTo>
                <a:cubicBezTo>
                  <a:pt x="7639" y="6247"/>
                  <a:pt x="7597" y="6239"/>
                  <a:pt x="7551" y="6239"/>
                </a:cubicBezTo>
                <a:cubicBezTo>
                  <a:pt x="7506" y="6239"/>
                  <a:pt x="7456" y="6247"/>
                  <a:pt x="7406" y="6264"/>
                </a:cubicBezTo>
                <a:lnTo>
                  <a:pt x="6171" y="6731"/>
                </a:lnTo>
                <a:cubicBezTo>
                  <a:pt x="6071" y="6764"/>
                  <a:pt x="5971" y="6831"/>
                  <a:pt x="5938" y="6931"/>
                </a:cubicBezTo>
                <a:cubicBezTo>
                  <a:pt x="5904" y="7031"/>
                  <a:pt x="5871" y="7131"/>
                  <a:pt x="5871" y="7231"/>
                </a:cubicBezTo>
                <a:cubicBezTo>
                  <a:pt x="5871" y="8132"/>
                  <a:pt x="5304" y="8932"/>
                  <a:pt x="4437" y="9232"/>
                </a:cubicBezTo>
                <a:cubicBezTo>
                  <a:pt x="4177" y="9352"/>
                  <a:pt x="3892" y="9413"/>
                  <a:pt x="3606" y="9413"/>
                </a:cubicBezTo>
                <a:cubicBezTo>
                  <a:pt x="3415" y="9413"/>
                  <a:pt x="3223" y="9386"/>
                  <a:pt x="3036" y="9332"/>
                </a:cubicBezTo>
                <a:cubicBezTo>
                  <a:pt x="2635" y="9232"/>
                  <a:pt x="2335" y="8932"/>
                  <a:pt x="2202" y="8565"/>
                </a:cubicBezTo>
                <a:cubicBezTo>
                  <a:pt x="2102" y="8365"/>
                  <a:pt x="2102" y="8132"/>
                  <a:pt x="2168" y="7898"/>
                </a:cubicBezTo>
                <a:cubicBezTo>
                  <a:pt x="2235" y="7665"/>
                  <a:pt x="2335" y="7431"/>
                  <a:pt x="2469" y="7198"/>
                </a:cubicBezTo>
                <a:cubicBezTo>
                  <a:pt x="2602" y="6931"/>
                  <a:pt x="2769" y="6664"/>
                  <a:pt x="2936" y="6397"/>
                </a:cubicBezTo>
                <a:cubicBezTo>
                  <a:pt x="3102" y="6097"/>
                  <a:pt x="3236" y="5797"/>
                  <a:pt x="3336" y="5496"/>
                </a:cubicBezTo>
                <a:cubicBezTo>
                  <a:pt x="3469" y="5163"/>
                  <a:pt x="3536" y="4829"/>
                  <a:pt x="3569" y="4496"/>
                </a:cubicBezTo>
                <a:cubicBezTo>
                  <a:pt x="3603" y="4129"/>
                  <a:pt x="3569" y="3728"/>
                  <a:pt x="3436" y="3362"/>
                </a:cubicBezTo>
                <a:cubicBezTo>
                  <a:pt x="3403" y="3261"/>
                  <a:pt x="3336" y="3161"/>
                  <a:pt x="3203" y="3128"/>
                </a:cubicBezTo>
                <a:cubicBezTo>
                  <a:pt x="3153" y="3095"/>
                  <a:pt x="3094" y="3078"/>
                  <a:pt x="3036" y="3078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41">
            <a:extLst>
              <a:ext uri="{FF2B5EF4-FFF2-40B4-BE49-F238E27FC236}">
                <a16:creationId xmlns:a16="http://schemas.microsoft.com/office/drawing/2014/main" id="{76F9AA6A-8FB8-3CE0-0989-ECD339D4C5BB}"/>
              </a:ext>
            </a:extLst>
          </p:cNvPr>
          <p:cNvSpPr/>
          <p:nvPr/>
        </p:nvSpPr>
        <p:spPr>
          <a:xfrm rot="3041045">
            <a:off x="-1425019" y="1540825"/>
            <a:ext cx="123548" cy="175615"/>
          </a:xfrm>
          <a:custGeom>
            <a:avLst/>
            <a:gdLst/>
            <a:ahLst/>
            <a:cxnLst/>
            <a:rect l="l" t="t" r="r" b="b"/>
            <a:pathLst>
              <a:path w="8006" h="11380" extrusionOk="0">
                <a:moveTo>
                  <a:pt x="1935" y="1"/>
                </a:moveTo>
                <a:cubicBezTo>
                  <a:pt x="1877" y="1"/>
                  <a:pt x="1818" y="9"/>
                  <a:pt x="1768" y="26"/>
                </a:cubicBezTo>
                <a:lnTo>
                  <a:pt x="467" y="526"/>
                </a:lnTo>
                <a:cubicBezTo>
                  <a:pt x="367" y="560"/>
                  <a:pt x="267" y="626"/>
                  <a:pt x="234" y="760"/>
                </a:cubicBezTo>
                <a:cubicBezTo>
                  <a:pt x="167" y="860"/>
                  <a:pt x="167" y="960"/>
                  <a:pt x="234" y="1093"/>
                </a:cubicBezTo>
                <a:lnTo>
                  <a:pt x="734" y="2428"/>
                </a:lnTo>
                <a:cubicBezTo>
                  <a:pt x="767" y="2528"/>
                  <a:pt x="834" y="2594"/>
                  <a:pt x="934" y="2661"/>
                </a:cubicBezTo>
                <a:cubicBezTo>
                  <a:pt x="1001" y="2678"/>
                  <a:pt x="1059" y="2686"/>
                  <a:pt x="1118" y="2686"/>
                </a:cubicBezTo>
                <a:cubicBezTo>
                  <a:pt x="1176" y="2686"/>
                  <a:pt x="1234" y="2678"/>
                  <a:pt x="1301" y="2661"/>
                </a:cubicBezTo>
                <a:lnTo>
                  <a:pt x="2602" y="2161"/>
                </a:lnTo>
                <a:cubicBezTo>
                  <a:pt x="2702" y="2127"/>
                  <a:pt x="2769" y="2027"/>
                  <a:pt x="2836" y="1927"/>
                </a:cubicBezTo>
                <a:cubicBezTo>
                  <a:pt x="2869" y="1827"/>
                  <a:pt x="2869" y="1694"/>
                  <a:pt x="2836" y="1594"/>
                </a:cubicBezTo>
                <a:lnTo>
                  <a:pt x="2335" y="259"/>
                </a:lnTo>
                <a:cubicBezTo>
                  <a:pt x="2302" y="159"/>
                  <a:pt x="2202" y="59"/>
                  <a:pt x="2102" y="26"/>
                </a:cubicBezTo>
                <a:cubicBezTo>
                  <a:pt x="2052" y="9"/>
                  <a:pt x="1993" y="1"/>
                  <a:pt x="1935" y="1"/>
                </a:cubicBezTo>
                <a:close/>
                <a:moveTo>
                  <a:pt x="3036" y="3078"/>
                </a:moveTo>
                <a:cubicBezTo>
                  <a:pt x="2977" y="3078"/>
                  <a:pt x="2919" y="3095"/>
                  <a:pt x="2869" y="3128"/>
                </a:cubicBezTo>
                <a:lnTo>
                  <a:pt x="1701" y="3528"/>
                </a:lnTo>
                <a:cubicBezTo>
                  <a:pt x="1601" y="3562"/>
                  <a:pt x="1535" y="3662"/>
                  <a:pt x="1501" y="3762"/>
                </a:cubicBezTo>
                <a:cubicBezTo>
                  <a:pt x="1435" y="3862"/>
                  <a:pt x="1435" y="3995"/>
                  <a:pt x="1468" y="4095"/>
                </a:cubicBezTo>
                <a:cubicBezTo>
                  <a:pt x="1501" y="4329"/>
                  <a:pt x="1501" y="4596"/>
                  <a:pt x="1401" y="4829"/>
                </a:cubicBezTo>
                <a:cubicBezTo>
                  <a:pt x="1335" y="5096"/>
                  <a:pt x="1201" y="5330"/>
                  <a:pt x="1068" y="5596"/>
                </a:cubicBezTo>
                <a:cubicBezTo>
                  <a:pt x="934" y="5830"/>
                  <a:pt x="801" y="6097"/>
                  <a:pt x="634" y="6397"/>
                </a:cubicBezTo>
                <a:cubicBezTo>
                  <a:pt x="467" y="6664"/>
                  <a:pt x="334" y="6964"/>
                  <a:pt x="200" y="7298"/>
                </a:cubicBezTo>
                <a:cubicBezTo>
                  <a:pt x="100" y="7598"/>
                  <a:pt x="34" y="7931"/>
                  <a:pt x="34" y="8265"/>
                </a:cubicBezTo>
                <a:cubicBezTo>
                  <a:pt x="0" y="8665"/>
                  <a:pt x="100" y="9032"/>
                  <a:pt x="234" y="9399"/>
                </a:cubicBezTo>
                <a:cubicBezTo>
                  <a:pt x="401" y="9866"/>
                  <a:pt x="667" y="10266"/>
                  <a:pt x="1034" y="10600"/>
                </a:cubicBezTo>
                <a:cubicBezTo>
                  <a:pt x="1401" y="10900"/>
                  <a:pt x="1802" y="11100"/>
                  <a:pt x="2235" y="11234"/>
                </a:cubicBezTo>
                <a:cubicBezTo>
                  <a:pt x="2592" y="11336"/>
                  <a:pt x="2949" y="11379"/>
                  <a:pt x="3320" y="11379"/>
                </a:cubicBezTo>
                <a:cubicBezTo>
                  <a:pt x="3435" y="11379"/>
                  <a:pt x="3551" y="11375"/>
                  <a:pt x="3670" y="11367"/>
                </a:cubicBezTo>
                <a:cubicBezTo>
                  <a:pt x="4170" y="11334"/>
                  <a:pt x="4637" y="11234"/>
                  <a:pt x="5104" y="11034"/>
                </a:cubicBezTo>
                <a:cubicBezTo>
                  <a:pt x="5638" y="10867"/>
                  <a:pt x="6138" y="10567"/>
                  <a:pt x="6538" y="10200"/>
                </a:cubicBezTo>
                <a:cubicBezTo>
                  <a:pt x="6905" y="9833"/>
                  <a:pt x="7239" y="9433"/>
                  <a:pt x="7506" y="8999"/>
                </a:cubicBezTo>
                <a:cubicBezTo>
                  <a:pt x="7706" y="8599"/>
                  <a:pt x="7873" y="8132"/>
                  <a:pt x="7939" y="7665"/>
                </a:cubicBezTo>
                <a:cubicBezTo>
                  <a:pt x="8006" y="7264"/>
                  <a:pt x="8006" y="6864"/>
                  <a:pt x="7873" y="6464"/>
                </a:cubicBezTo>
                <a:cubicBezTo>
                  <a:pt x="7839" y="6364"/>
                  <a:pt x="7772" y="6297"/>
                  <a:pt x="7672" y="6264"/>
                </a:cubicBezTo>
                <a:cubicBezTo>
                  <a:pt x="7639" y="6247"/>
                  <a:pt x="7597" y="6239"/>
                  <a:pt x="7551" y="6239"/>
                </a:cubicBezTo>
                <a:cubicBezTo>
                  <a:pt x="7506" y="6239"/>
                  <a:pt x="7456" y="6247"/>
                  <a:pt x="7406" y="6264"/>
                </a:cubicBezTo>
                <a:lnTo>
                  <a:pt x="6171" y="6731"/>
                </a:lnTo>
                <a:cubicBezTo>
                  <a:pt x="6071" y="6764"/>
                  <a:pt x="5971" y="6831"/>
                  <a:pt x="5938" y="6931"/>
                </a:cubicBezTo>
                <a:cubicBezTo>
                  <a:pt x="5904" y="7031"/>
                  <a:pt x="5871" y="7131"/>
                  <a:pt x="5871" y="7231"/>
                </a:cubicBezTo>
                <a:cubicBezTo>
                  <a:pt x="5871" y="8132"/>
                  <a:pt x="5304" y="8932"/>
                  <a:pt x="4437" y="9232"/>
                </a:cubicBezTo>
                <a:cubicBezTo>
                  <a:pt x="4177" y="9352"/>
                  <a:pt x="3892" y="9413"/>
                  <a:pt x="3606" y="9413"/>
                </a:cubicBezTo>
                <a:cubicBezTo>
                  <a:pt x="3415" y="9413"/>
                  <a:pt x="3223" y="9386"/>
                  <a:pt x="3036" y="9332"/>
                </a:cubicBezTo>
                <a:cubicBezTo>
                  <a:pt x="2635" y="9232"/>
                  <a:pt x="2335" y="8932"/>
                  <a:pt x="2202" y="8565"/>
                </a:cubicBezTo>
                <a:cubicBezTo>
                  <a:pt x="2102" y="8365"/>
                  <a:pt x="2102" y="8132"/>
                  <a:pt x="2168" y="7898"/>
                </a:cubicBezTo>
                <a:cubicBezTo>
                  <a:pt x="2235" y="7665"/>
                  <a:pt x="2335" y="7431"/>
                  <a:pt x="2469" y="7198"/>
                </a:cubicBezTo>
                <a:cubicBezTo>
                  <a:pt x="2602" y="6931"/>
                  <a:pt x="2769" y="6664"/>
                  <a:pt x="2936" y="6397"/>
                </a:cubicBezTo>
                <a:cubicBezTo>
                  <a:pt x="3102" y="6097"/>
                  <a:pt x="3236" y="5797"/>
                  <a:pt x="3336" y="5496"/>
                </a:cubicBezTo>
                <a:cubicBezTo>
                  <a:pt x="3469" y="5163"/>
                  <a:pt x="3536" y="4829"/>
                  <a:pt x="3569" y="4496"/>
                </a:cubicBezTo>
                <a:cubicBezTo>
                  <a:pt x="3603" y="4129"/>
                  <a:pt x="3569" y="3728"/>
                  <a:pt x="3436" y="3362"/>
                </a:cubicBezTo>
                <a:cubicBezTo>
                  <a:pt x="3403" y="3261"/>
                  <a:pt x="3336" y="3161"/>
                  <a:pt x="3203" y="3128"/>
                </a:cubicBezTo>
                <a:cubicBezTo>
                  <a:pt x="3153" y="3095"/>
                  <a:pt x="3094" y="3078"/>
                  <a:pt x="3036" y="307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41">
            <a:extLst>
              <a:ext uri="{FF2B5EF4-FFF2-40B4-BE49-F238E27FC236}">
                <a16:creationId xmlns:a16="http://schemas.microsoft.com/office/drawing/2014/main" id="{66FAC25C-5650-6BCD-3344-C80B6C9D47F5}"/>
              </a:ext>
            </a:extLst>
          </p:cNvPr>
          <p:cNvSpPr/>
          <p:nvPr/>
        </p:nvSpPr>
        <p:spPr>
          <a:xfrm rot="3041045">
            <a:off x="-1347288" y="1258097"/>
            <a:ext cx="168331" cy="198887"/>
          </a:xfrm>
          <a:custGeom>
            <a:avLst/>
            <a:gdLst/>
            <a:ahLst/>
            <a:cxnLst/>
            <a:rect l="l" t="t" r="r" b="b"/>
            <a:pathLst>
              <a:path w="10908" h="12888" extrusionOk="0">
                <a:moveTo>
                  <a:pt x="5604" y="0"/>
                </a:moveTo>
                <a:cubicBezTo>
                  <a:pt x="5037" y="0"/>
                  <a:pt x="4470" y="67"/>
                  <a:pt x="3936" y="267"/>
                </a:cubicBezTo>
                <a:cubicBezTo>
                  <a:pt x="3369" y="434"/>
                  <a:pt x="2836" y="701"/>
                  <a:pt x="2335" y="1034"/>
                </a:cubicBezTo>
                <a:lnTo>
                  <a:pt x="2335" y="1001"/>
                </a:lnTo>
                <a:cubicBezTo>
                  <a:pt x="1768" y="1401"/>
                  <a:pt x="1301" y="1902"/>
                  <a:pt x="968" y="2469"/>
                </a:cubicBezTo>
                <a:cubicBezTo>
                  <a:pt x="601" y="2969"/>
                  <a:pt x="367" y="3503"/>
                  <a:pt x="200" y="4103"/>
                </a:cubicBezTo>
                <a:cubicBezTo>
                  <a:pt x="34" y="4637"/>
                  <a:pt x="0" y="5204"/>
                  <a:pt x="34" y="5738"/>
                </a:cubicBezTo>
                <a:cubicBezTo>
                  <a:pt x="67" y="6238"/>
                  <a:pt x="200" y="6705"/>
                  <a:pt x="434" y="7105"/>
                </a:cubicBezTo>
                <a:cubicBezTo>
                  <a:pt x="501" y="7205"/>
                  <a:pt x="601" y="7272"/>
                  <a:pt x="734" y="7306"/>
                </a:cubicBezTo>
                <a:cubicBezTo>
                  <a:pt x="834" y="7306"/>
                  <a:pt x="934" y="7272"/>
                  <a:pt x="1034" y="7205"/>
                </a:cubicBezTo>
                <a:lnTo>
                  <a:pt x="2335" y="6338"/>
                </a:lnTo>
                <a:cubicBezTo>
                  <a:pt x="2435" y="6305"/>
                  <a:pt x="2502" y="6171"/>
                  <a:pt x="2569" y="6071"/>
                </a:cubicBezTo>
                <a:cubicBezTo>
                  <a:pt x="2569" y="5938"/>
                  <a:pt x="2569" y="5804"/>
                  <a:pt x="2569" y="5671"/>
                </a:cubicBezTo>
                <a:cubicBezTo>
                  <a:pt x="2302" y="4637"/>
                  <a:pt x="2735" y="3570"/>
                  <a:pt x="3636" y="3002"/>
                </a:cubicBezTo>
                <a:cubicBezTo>
                  <a:pt x="4103" y="2636"/>
                  <a:pt x="4670" y="2469"/>
                  <a:pt x="5237" y="2469"/>
                </a:cubicBezTo>
                <a:cubicBezTo>
                  <a:pt x="5704" y="2469"/>
                  <a:pt x="6138" y="2702"/>
                  <a:pt x="6405" y="3103"/>
                </a:cubicBezTo>
                <a:cubicBezTo>
                  <a:pt x="6572" y="3336"/>
                  <a:pt x="6638" y="3603"/>
                  <a:pt x="6638" y="3870"/>
                </a:cubicBezTo>
                <a:cubicBezTo>
                  <a:pt x="6605" y="4170"/>
                  <a:pt x="6572" y="4470"/>
                  <a:pt x="6471" y="4770"/>
                </a:cubicBezTo>
                <a:cubicBezTo>
                  <a:pt x="6405" y="5104"/>
                  <a:pt x="6305" y="5471"/>
                  <a:pt x="6171" y="5838"/>
                </a:cubicBezTo>
                <a:cubicBezTo>
                  <a:pt x="6071" y="6205"/>
                  <a:pt x="5971" y="6572"/>
                  <a:pt x="5938" y="6972"/>
                </a:cubicBezTo>
                <a:cubicBezTo>
                  <a:pt x="5871" y="7372"/>
                  <a:pt x="5871" y="7806"/>
                  <a:pt x="5938" y="8206"/>
                </a:cubicBezTo>
                <a:cubicBezTo>
                  <a:pt x="6004" y="8640"/>
                  <a:pt x="6171" y="9073"/>
                  <a:pt x="6405" y="9440"/>
                </a:cubicBezTo>
                <a:cubicBezTo>
                  <a:pt x="6471" y="9574"/>
                  <a:pt x="6605" y="9641"/>
                  <a:pt x="6738" y="9674"/>
                </a:cubicBezTo>
                <a:cubicBezTo>
                  <a:pt x="6772" y="9682"/>
                  <a:pt x="6805" y="9686"/>
                  <a:pt x="6838" y="9686"/>
                </a:cubicBezTo>
                <a:cubicBezTo>
                  <a:pt x="6938" y="9686"/>
                  <a:pt x="7039" y="9649"/>
                  <a:pt x="7139" y="9574"/>
                </a:cubicBezTo>
                <a:lnTo>
                  <a:pt x="8339" y="8740"/>
                </a:lnTo>
                <a:cubicBezTo>
                  <a:pt x="8440" y="8673"/>
                  <a:pt x="8540" y="8573"/>
                  <a:pt x="8540" y="8440"/>
                </a:cubicBezTo>
                <a:cubicBezTo>
                  <a:pt x="8573" y="8273"/>
                  <a:pt x="8540" y="8139"/>
                  <a:pt x="8473" y="8006"/>
                </a:cubicBezTo>
                <a:cubicBezTo>
                  <a:pt x="8339" y="7739"/>
                  <a:pt x="8306" y="7472"/>
                  <a:pt x="8339" y="7172"/>
                </a:cubicBezTo>
                <a:cubicBezTo>
                  <a:pt x="8373" y="6839"/>
                  <a:pt x="8406" y="6538"/>
                  <a:pt x="8506" y="6205"/>
                </a:cubicBezTo>
                <a:lnTo>
                  <a:pt x="8806" y="5137"/>
                </a:lnTo>
                <a:cubicBezTo>
                  <a:pt x="8907" y="4770"/>
                  <a:pt x="8973" y="4403"/>
                  <a:pt x="9007" y="4003"/>
                </a:cubicBezTo>
                <a:cubicBezTo>
                  <a:pt x="9040" y="3603"/>
                  <a:pt x="9040" y="3203"/>
                  <a:pt x="8973" y="2836"/>
                </a:cubicBezTo>
                <a:cubicBezTo>
                  <a:pt x="8873" y="2369"/>
                  <a:pt x="8673" y="1935"/>
                  <a:pt x="8406" y="1568"/>
                </a:cubicBezTo>
                <a:cubicBezTo>
                  <a:pt x="8106" y="1101"/>
                  <a:pt x="7672" y="701"/>
                  <a:pt x="7172" y="434"/>
                </a:cubicBezTo>
                <a:cubicBezTo>
                  <a:pt x="6672" y="167"/>
                  <a:pt x="6138" y="34"/>
                  <a:pt x="5604" y="0"/>
                </a:cubicBezTo>
                <a:close/>
                <a:moveTo>
                  <a:pt x="9366" y="9548"/>
                </a:moveTo>
                <a:cubicBezTo>
                  <a:pt x="9264" y="9548"/>
                  <a:pt x="9161" y="9578"/>
                  <a:pt x="9073" y="9641"/>
                </a:cubicBezTo>
                <a:lnTo>
                  <a:pt x="7706" y="10541"/>
                </a:lnTo>
                <a:cubicBezTo>
                  <a:pt x="7606" y="10608"/>
                  <a:pt x="7539" y="10741"/>
                  <a:pt x="7506" y="10875"/>
                </a:cubicBezTo>
                <a:cubicBezTo>
                  <a:pt x="7472" y="11008"/>
                  <a:pt x="7506" y="11142"/>
                  <a:pt x="7572" y="11275"/>
                </a:cubicBezTo>
                <a:lnTo>
                  <a:pt x="8540" y="12676"/>
                </a:lnTo>
                <a:cubicBezTo>
                  <a:pt x="8622" y="12820"/>
                  <a:pt x="8779" y="12888"/>
                  <a:pt x="8943" y="12888"/>
                </a:cubicBezTo>
                <a:cubicBezTo>
                  <a:pt x="9045" y="12888"/>
                  <a:pt x="9150" y="12861"/>
                  <a:pt x="9240" y="12809"/>
                </a:cubicBezTo>
                <a:lnTo>
                  <a:pt x="10608" y="11875"/>
                </a:lnTo>
                <a:cubicBezTo>
                  <a:pt x="10841" y="11709"/>
                  <a:pt x="10908" y="11408"/>
                  <a:pt x="10741" y="11175"/>
                </a:cubicBezTo>
                <a:lnTo>
                  <a:pt x="9807" y="9774"/>
                </a:lnTo>
                <a:cubicBezTo>
                  <a:pt x="9703" y="9629"/>
                  <a:pt x="9535" y="9548"/>
                  <a:pt x="9366" y="9548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41">
            <a:extLst>
              <a:ext uri="{FF2B5EF4-FFF2-40B4-BE49-F238E27FC236}">
                <a16:creationId xmlns:a16="http://schemas.microsoft.com/office/drawing/2014/main" id="{757A31F7-83BF-F6BE-49CC-7F473A4AB15E}"/>
              </a:ext>
            </a:extLst>
          </p:cNvPr>
          <p:cNvSpPr/>
          <p:nvPr/>
        </p:nvSpPr>
        <p:spPr>
          <a:xfrm rot="3041045">
            <a:off x="-1347288" y="1258097"/>
            <a:ext cx="168331" cy="198887"/>
          </a:xfrm>
          <a:custGeom>
            <a:avLst/>
            <a:gdLst/>
            <a:ahLst/>
            <a:cxnLst/>
            <a:rect l="l" t="t" r="r" b="b"/>
            <a:pathLst>
              <a:path w="10908" h="12888" extrusionOk="0">
                <a:moveTo>
                  <a:pt x="5604" y="0"/>
                </a:moveTo>
                <a:cubicBezTo>
                  <a:pt x="5037" y="0"/>
                  <a:pt x="4470" y="67"/>
                  <a:pt x="3936" y="267"/>
                </a:cubicBezTo>
                <a:cubicBezTo>
                  <a:pt x="3369" y="434"/>
                  <a:pt x="2836" y="701"/>
                  <a:pt x="2335" y="1034"/>
                </a:cubicBezTo>
                <a:lnTo>
                  <a:pt x="2335" y="1001"/>
                </a:lnTo>
                <a:cubicBezTo>
                  <a:pt x="1768" y="1401"/>
                  <a:pt x="1301" y="1902"/>
                  <a:pt x="968" y="2469"/>
                </a:cubicBezTo>
                <a:cubicBezTo>
                  <a:pt x="601" y="2969"/>
                  <a:pt x="367" y="3503"/>
                  <a:pt x="200" y="4103"/>
                </a:cubicBezTo>
                <a:cubicBezTo>
                  <a:pt x="34" y="4637"/>
                  <a:pt x="0" y="5204"/>
                  <a:pt x="34" y="5738"/>
                </a:cubicBezTo>
                <a:cubicBezTo>
                  <a:pt x="67" y="6238"/>
                  <a:pt x="200" y="6705"/>
                  <a:pt x="434" y="7105"/>
                </a:cubicBezTo>
                <a:cubicBezTo>
                  <a:pt x="501" y="7205"/>
                  <a:pt x="601" y="7272"/>
                  <a:pt x="734" y="7306"/>
                </a:cubicBezTo>
                <a:cubicBezTo>
                  <a:pt x="834" y="7306"/>
                  <a:pt x="934" y="7272"/>
                  <a:pt x="1034" y="7205"/>
                </a:cubicBezTo>
                <a:lnTo>
                  <a:pt x="2335" y="6338"/>
                </a:lnTo>
                <a:cubicBezTo>
                  <a:pt x="2435" y="6305"/>
                  <a:pt x="2502" y="6171"/>
                  <a:pt x="2569" y="6071"/>
                </a:cubicBezTo>
                <a:cubicBezTo>
                  <a:pt x="2569" y="5938"/>
                  <a:pt x="2569" y="5804"/>
                  <a:pt x="2569" y="5671"/>
                </a:cubicBezTo>
                <a:cubicBezTo>
                  <a:pt x="2302" y="4637"/>
                  <a:pt x="2735" y="3570"/>
                  <a:pt x="3636" y="3002"/>
                </a:cubicBezTo>
                <a:cubicBezTo>
                  <a:pt x="4103" y="2636"/>
                  <a:pt x="4670" y="2469"/>
                  <a:pt x="5237" y="2469"/>
                </a:cubicBezTo>
                <a:cubicBezTo>
                  <a:pt x="5704" y="2469"/>
                  <a:pt x="6138" y="2702"/>
                  <a:pt x="6405" y="3103"/>
                </a:cubicBezTo>
                <a:cubicBezTo>
                  <a:pt x="6572" y="3336"/>
                  <a:pt x="6638" y="3603"/>
                  <a:pt x="6638" y="3870"/>
                </a:cubicBezTo>
                <a:cubicBezTo>
                  <a:pt x="6605" y="4170"/>
                  <a:pt x="6572" y="4470"/>
                  <a:pt x="6471" y="4770"/>
                </a:cubicBezTo>
                <a:cubicBezTo>
                  <a:pt x="6405" y="5104"/>
                  <a:pt x="6305" y="5471"/>
                  <a:pt x="6171" y="5838"/>
                </a:cubicBezTo>
                <a:cubicBezTo>
                  <a:pt x="6071" y="6205"/>
                  <a:pt x="5971" y="6572"/>
                  <a:pt x="5938" y="6972"/>
                </a:cubicBezTo>
                <a:cubicBezTo>
                  <a:pt x="5871" y="7372"/>
                  <a:pt x="5871" y="7806"/>
                  <a:pt x="5938" y="8206"/>
                </a:cubicBezTo>
                <a:cubicBezTo>
                  <a:pt x="6004" y="8640"/>
                  <a:pt x="6171" y="9073"/>
                  <a:pt x="6405" y="9440"/>
                </a:cubicBezTo>
                <a:cubicBezTo>
                  <a:pt x="6471" y="9574"/>
                  <a:pt x="6605" y="9641"/>
                  <a:pt x="6738" y="9674"/>
                </a:cubicBezTo>
                <a:cubicBezTo>
                  <a:pt x="6772" y="9682"/>
                  <a:pt x="6805" y="9686"/>
                  <a:pt x="6838" y="9686"/>
                </a:cubicBezTo>
                <a:cubicBezTo>
                  <a:pt x="6938" y="9686"/>
                  <a:pt x="7039" y="9649"/>
                  <a:pt x="7139" y="9574"/>
                </a:cubicBezTo>
                <a:lnTo>
                  <a:pt x="8339" y="8740"/>
                </a:lnTo>
                <a:cubicBezTo>
                  <a:pt x="8440" y="8673"/>
                  <a:pt x="8540" y="8573"/>
                  <a:pt x="8540" y="8440"/>
                </a:cubicBezTo>
                <a:cubicBezTo>
                  <a:pt x="8573" y="8273"/>
                  <a:pt x="8540" y="8139"/>
                  <a:pt x="8473" y="8006"/>
                </a:cubicBezTo>
                <a:cubicBezTo>
                  <a:pt x="8339" y="7739"/>
                  <a:pt x="8306" y="7472"/>
                  <a:pt x="8339" y="7172"/>
                </a:cubicBezTo>
                <a:cubicBezTo>
                  <a:pt x="8373" y="6839"/>
                  <a:pt x="8406" y="6538"/>
                  <a:pt x="8506" y="6205"/>
                </a:cubicBezTo>
                <a:lnTo>
                  <a:pt x="8806" y="5137"/>
                </a:lnTo>
                <a:cubicBezTo>
                  <a:pt x="8907" y="4770"/>
                  <a:pt x="8973" y="4403"/>
                  <a:pt x="9007" y="4003"/>
                </a:cubicBezTo>
                <a:cubicBezTo>
                  <a:pt x="9040" y="3603"/>
                  <a:pt x="9040" y="3203"/>
                  <a:pt x="8973" y="2836"/>
                </a:cubicBezTo>
                <a:cubicBezTo>
                  <a:pt x="8873" y="2369"/>
                  <a:pt x="8673" y="1935"/>
                  <a:pt x="8406" y="1568"/>
                </a:cubicBezTo>
                <a:cubicBezTo>
                  <a:pt x="8106" y="1101"/>
                  <a:pt x="7672" y="701"/>
                  <a:pt x="7172" y="434"/>
                </a:cubicBezTo>
                <a:cubicBezTo>
                  <a:pt x="6672" y="167"/>
                  <a:pt x="6138" y="34"/>
                  <a:pt x="5604" y="0"/>
                </a:cubicBezTo>
                <a:close/>
                <a:moveTo>
                  <a:pt x="9366" y="9548"/>
                </a:moveTo>
                <a:cubicBezTo>
                  <a:pt x="9264" y="9548"/>
                  <a:pt x="9161" y="9578"/>
                  <a:pt x="9073" y="9641"/>
                </a:cubicBezTo>
                <a:lnTo>
                  <a:pt x="7706" y="10541"/>
                </a:lnTo>
                <a:cubicBezTo>
                  <a:pt x="7606" y="10608"/>
                  <a:pt x="7539" y="10741"/>
                  <a:pt x="7506" y="10875"/>
                </a:cubicBezTo>
                <a:cubicBezTo>
                  <a:pt x="7472" y="11008"/>
                  <a:pt x="7506" y="11142"/>
                  <a:pt x="7572" y="11275"/>
                </a:cubicBezTo>
                <a:lnTo>
                  <a:pt x="8540" y="12676"/>
                </a:lnTo>
                <a:cubicBezTo>
                  <a:pt x="8622" y="12820"/>
                  <a:pt x="8779" y="12888"/>
                  <a:pt x="8943" y="12888"/>
                </a:cubicBezTo>
                <a:cubicBezTo>
                  <a:pt x="9045" y="12888"/>
                  <a:pt x="9150" y="12861"/>
                  <a:pt x="9240" y="12809"/>
                </a:cubicBezTo>
                <a:lnTo>
                  <a:pt x="10608" y="11875"/>
                </a:lnTo>
                <a:cubicBezTo>
                  <a:pt x="10841" y="11709"/>
                  <a:pt x="10908" y="11408"/>
                  <a:pt x="10741" y="11175"/>
                </a:cubicBezTo>
                <a:lnTo>
                  <a:pt x="9807" y="9774"/>
                </a:lnTo>
                <a:cubicBezTo>
                  <a:pt x="9703" y="9629"/>
                  <a:pt x="9535" y="9548"/>
                  <a:pt x="9366" y="95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41">
            <a:extLst>
              <a:ext uri="{FF2B5EF4-FFF2-40B4-BE49-F238E27FC236}">
                <a16:creationId xmlns:a16="http://schemas.microsoft.com/office/drawing/2014/main" id="{583581BA-3D03-943F-A25D-E489730A88B8}"/>
              </a:ext>
            </a:extLst>
          </p:cNvPr>
          <p:cNvSpPr/>
          <p:nvPr/>
        </p:nvSpPr>
        <p:spPr>
          <a:xfrm rot="3041045">
            <a:off x="-623021" y="1466444"/>
            <a:ext cx="151356" cy="204797"/>
          </a:xfrm>
          <a:custGeom>
            <a:avLst/>
            <a:gdLst/>
            <a:ahLst/>
            <a:cxnLst/>
            <a:rect l="l" t="t" r="r" b="b"/>
            <a:pathLst>
              <a:path w="9808" h="13271" extrusionOk="0">
                <a:moveTo>
                  <a:pt x="4504" y="1"/>
                </a:moveTo>
                <a:cubicBezTo>
                  <a:pt x="4004" y="1"/>
                  <a:pt x="3503" y="70"/>
                  <a:pt x="3003" y="209"/>
                </a:cubicBezTo>
                <a:cubicBezTo>
                  <a:pt x="2469" y="376"/>
                  <a:pt x="1969" y="609"/>
                  <a:pt x="1535" y="943"/>
                </a:cubicBezTo>
                <a:cubicBezTo>
                  <a:pt x="1135" y="1210"/>
                  <a:pt x="801" y="1610"/>
                  <a:pt x="601" y="2044"/>
                </a:cubicBezTo>
                <a:cubicBezTo>
                  <a:pt x="534" y="2144"/>
                  <a:pt x="534" y="2244"/>
                  <a:pt x="601" y="2344"/>
                </a:cubicBezTo>
                <a:cubicBezTo>
                  <a:pt x="635" y="2444"/>
                  <a:pt x="701" y="2544"/>
                  <a:pt x="801" y="2578"/>
                </a:cubicBezTo>
                <a:lnTo>
                  <a:pt x="2236" y="3211"/>
                </a:lnTo>
                <a:cubicBezTo>
                  <a:pt x="2309" y="3260"/>
                  <a:pt x="2400" y="3291"/>
                  <a:pt x="2496" y="3291"/>
                </a:cubicBezTo>
                <a:cubicBezTo>
                  <a:pt x="2531" y="3291"/>
                  <a:pt x="2567" y="3287"/>
                  <a:pt x="2603" y="3278"/>
                </a:cubicBezTo>
                <a:cubicBezTo>
                  <a:pt x="2703" y="3211"/>
                  <a:pt x="2836" y="3145"/>
                  <a:pt x="2903" y="3078"/>
                </a:cubicBezTo>
                <a:cubicBezTo>
                  <a:pt x="3493" y="2572"/>
                  <a:pt x="4083" y="2319"/>
                  <a:pt x="4689" y="2319"/>
                </a:cubicBezTo>
                <a:cubicBezTo>
                  <a:pt x="5043" y="2319"/>
                  <a:pt x="5403" y="2405"/>
                  <a:pt x="5772" y="2578"/>
                </a:cubicBezTo>
                <a:cubicBezTo>
                  <a:pt x="6305" y="2778"/>
                  <a:pt x="6772" y="3145"/>
                  <a:pt x="7072" y="3645"/>
                </a:cubicBezTo>
                <a:cubicBezTo>
                  <a:pt x="7306" y="4079"/>
                  <a:pt x="7339" y="4579"/>
                  <a:pt x="7139" y="5013"/>
                </a:cubicBezTo>
                <a:cubicBezTo>
                  <a:pt x="7039" y="5246"/>
                  <a:pt x="6839" y="5446"/>
                  <a:pt x="6605" y="5580"/>
                </a:cubicBezTo>
                <a:cubicBezTo>
                  <a:pt x="6339" y="5713"/>
                  <a:pt x="6072" y="5847"/>
                  <a:pt x="5772" y="5947"/>
                </a:cubicBezTo>
                <a:cubicBezTo>
                  <a:pt x="5438" y="6013"/>
                  <a:pt x="5104" y="6113"/>
                  <a:pt x="4737" y="6213"/>
                </a:cubicBezTo>
                <a:cubicBezTo>
                  <a:pt x="4337" y="6347"/>
                  <a:pt x="3970" y="6480"/>
                  <a:pt x="3637" y="6647"/>
                </a:cubicBezTo>
                <a:cubicBezTo>
                  <a:pt x="3236" y="6814"/>
                  <a:pt x="2903" y="7047"/>
                  <a:pt x="2603" y="7314"/>
                </a:cubicBezTo>
                <a:cubicBezTo>
                  <a:pt x="2236" y="7581"/>
                  <a:pt x="1969" y="7948"/>
                  <a:pt x="1769" y="8382"/>
                </a:cubicBezTo>
                <a:cubicBezTo>
                  <a:pt x="1669" y="8482"/>
                  <a:pt x="1669" y="8615"/>
                  <a:pt x="1735" y="8749"/>
                </a:cubicBezTo>
                <a:cubicBezTo>
                  <a:pt x="1802" y="8882"/>
                  <a:pt x="1902" y="8982"/>
                  <a:pt x="2002" y="9049"/>
                </a:cubicBezTo>
                <a:lnTo>
                  <a:pt x="3336" y="9649"/>
                </a:lnTo>
                <a:cubicBezTo>
                  <a:pt x="3386" y="9666"/>
                  <a:pt x="3453" y="9674"/>
                  <a:pt x="3520" y="9674"/>
                </a:cubicBezTo>
                <a:cubicBezTo>
                  <a:pt x="3587" y="9674"/>
                  <a:pt x="3653" y="9666"/>
                  <a:pt x="3703" y="9649"/>
                </a:cubicBezTo>
                <a:cubicBezTo>
                  <a:pt x="3837" y="9583"/>
                  <a:pt x="3937" y="9482"/>
                  <a:pt x="4004" y="9382"/>
                </a:cubicBezTo>
                <a:cubicBezTo>
                  <a:pt x="4170" y="9116"/>
                  <a:pt x="4404" y="8915"/>
                  <a:pt x="4671" y="8815"/>
                </a:cubicBezTo>
                <a:cubicBezTo>
                  <a:pt x="4971" y="8649"/>
                  <a:pt x="5271" y="8548"/>
                  <a:pt x="5571" y="8448"/>
                </a:cubicBezTo>
                <a:lnTo>
                  <a:pt x="6639" y="8148"/>
                </a:lnTo>
                <a:cubicBezTo>
                  <a:pt x="7006" y="8048"/>
                  <a:pt x="7373" y="7881"/>
                  <a:pt x="7706" y="7715"/>
                </a:cubicBezTo>
                <a:cubicBezTo>
                  <a:pt x="8073" y="7548"/>
                  <a:pt x="8407" y="7314"/>
                  <a:pt x="8674" y="7047"/>
                </a:cubicBezTo>
                <a:cubicBezTo>
                  <a:pt x="9007" y="6714"/>
                  <a:pt x="9274" y="6347"/>
                  <a:pt x="9441" y="5947"/>
                </a:cubicBezTo>
                <a:cubicBezTo>
                  <a:pt x="9708" y="5413"/>
                  <a:pt x="9808" y="4846"/>
                  <a:pt x="9774" y="4279"/>
                </a:cubicBezTo>
                <a:cubicBezTo>
                  <a:pt x="9708" y="3712"/>
                  <a:pt x="9574" y="3211"/>
                  <a:pt x="9274" y="2711"/>
                </a:cubicBezTo>
                <a:cubicBezTo>
                  <a:pt x="9007" y="2244"/>
                  <a:pt x="8640" y="1777"/>
                  <a:pt x="8207" y="1443"/>
                </a:cubicBezTo>
                <a:cubicBezTo>
                  <a:pt x="7773" y="1043"/>
                  <a:pt x="7239" y="709"/>
                  <a:pt x="6706" y="476"/>
                </a:cubicBezTo>
                <a:lnTo>
                  <a:pt x="6739" y="476"/>
                </a:lnTo>
                <a:cubicBezTo>
                  <a:pt x="6138" y="209"/>
                  <a:pt x="5471" y="42"/>
                  <a:pt x="4804" y="9"/>
                </a:cubicBezTo>
                <a:cubicBezTo>
                  <a:pt x="4704" y="3"/>
                  <a:pt x="4604" y="1"/>
                  <a:pt x="4504" y="1"/>
                </a:cubicBezTo>
                <a:close/>
                <a:moveTo>
                  <a:pt x="1252" y="9999"/>
                </a:moveTo>
                <a:cubicBezTo>
                  <a:pt x="1185" y="9999"/>
                  <a:pt x="1118" y="10016"/>
                  <a:pt x="1068" y="10050"/>
                </a:cubicBezTo>
                <a:cubicBezTo>
                  <a:pt x="935" y="10116"/>
                  <a:pt x="835" y="10183"/>
                  <a:pt x="768" y="10316"/>
                </a:cubicBezTo>
                <a:lnTo>
                  <a:pt x="67" y="11851"/>
                </a:lnTo>
                <a:cubicBezTo>
                  <a:pt x="1" y="11984"/>
                  <a:pt x="1" y="12118"/>
                  <a:pt x="67" y="12251"/>
                </a:cubicBezTo>
                <a:cubicBezTo>
                  <a:pt x="101" y="12385"/>
                  <a:pt x="201" y="12485"/>
                  <a:pt x="334" y="12551"/>
                </a:cubicBezTo>
                <a:lnTo>
                  <a:pt x="1835" y="13218"/>
                </a:lnTo>
                <a:cubicBezTo>
                  <a:pt x="1907" y="13254"/>
                  <a:pt x="1981" y="13271"/>
                  <a:pt x="2053" y="13271"/>
                </a:cubicBezTo>
                <a:cubicBezTo>
                  <a:pt x="2251" y="13271"/>
                  <a:pt x="2438" y="13147"/>
                  <a:pt x="2536" y="12952"/>
                </a:cubicBezTo>
                <a:lnTo>
                  <a:pt x="3236" y="11417"/>
                </a:lnTo>
                <a:cubicBezTo>
                  <a:pt x="3336" y="11150"/>
                  <a:pt x="3203" y="10850"/>
                  <a:pt x="2970" y="10750"/>
                </a:cubicBezTo>
                <a:lnTo>
                  <a:pt x="1435" y="10050"/>
                </a:lnTo>
                <a:cubicBezTo>
                  <a:pt x="1385" y="10016"/>
                  <a:pt x="1318" y="9999"/>
                  <a:pt x="1252" y="9999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41">
            <a:extLst>
              <a:ext uri="{FF2B5EF4-FFF2-40B4-BE49-F238E27FC236}">
                <a16:creationId xmlns:a16="http://schemas.microsoft.com/office/drawing/2014/main" id="{69BB2767-5DF0-2052-9F78-83C2249FDD96}"/>
              </a:ext>
            </a:extLst>
          </p:cNvPr>
          <p:cNvSpPr/>
          <p:nvPr/>
        </p:nvSpPr>
        <p:spPr>
          <a:xfrm rot="3041045">
            <a:off x="-623021" y="1466444"/>
            <a:ext cx="151356" cy="204797"/>
          </a:xfrm>
          <a:custGeom>
            <a:avLst/>
            <a:gdLst/>
            <a:ahLst/>
            <a:cxnLst/>
            <a:rect l="l" t="t" r="r" b="b"/>
            <a:pathLst>
              <a:path w="9808" h="13271" extrusionOk="0">
                <a:moveTo>
                  <a:pt x="4504" y="1"/>
                </a:moveTo>
                <a:cubicBezTo>
                  <a:pt x="4004" y="1"/>
                  <a:pt x="3503" y="70"/>
                  <a:pt x="3003" y="209"/>
                </a:cubicBezTo>
                <a:cubicBezTo>
                  <a:pt x="2469" y="376"/>
                  <a:pt x="1969" y="609"/>
                  <a:pt x="1535" y="943"/>
                </a:cubicBezTo>
                <a:cubicBezTo>
                  <a:pt x="1135" y="1210"/>
                  <a:pt x="801" y="1610"/>
                  <a:pt x="601" y="2044"/>
                </a:cubicBezTo>
                <a:cubicBezTo>
                  <a:pt x="534" y="2144"/>
                  <a:pt x="534" y="2244"/>
                  <a:pt x="601" y="2344"/>
                </a:cubicBezTo>
                <a:cubicBezTo>
                  <a:pt x="635" y="2444"/>
                  <a:pt x="701" y="2544"/>
                  <a:pt x="801" y="2578"/>
                </a:cubicBezTo>
                <a:lnTo>
                  <a:pt x="2236" y="3211"/>
                </a:lnTo>
                <a:cubicBezTo>
                  <a:pt x="2309" y="3260"/>
                  <a:pt x="2400" y="3291"/>
                  <a:pt x="2496" y="3291"/>
                </a:cubicBezTo>
                <a:cubicBezTo>
                  <a:pt x="2531" y="3291"/>
                  <a:pt x="2567" y="3287"/>
                  <a:pt x="2603" y="3278"/>
                </a:cubicBezTo>
                <a:cubicBezTo>
                  <a:pt x="2703" y="3211"/>
                  <a:pt x="2836" y="3145"/>
                  <a:pt x="2903" y="3078"/>
                </a:cubicBezTo>
                <a:cubicBezTo>
                  <a:pt x="3493" y="2572"/>
                  <a:pt x="4083" y="2319"/>
                  <a:pt x="4689" y="2319"/>
                </a:cubicBezTo>
                <a:cubicBezTo>
                  <a:pt x="5043" y="2319"/>
                  <a:pt x="5403" y="2405"/>
                  <a:pt x="5772" y="2578"/>
                </a:cubicBezTo>
                <a:cubicBezTo>
                  <a:pt x="6305" y="2778"/>
                  <a:pt x="6772" y="3145"/>
                  <a:pt x="7072" y="3645"/>
                </a:cubicBezTo>
                <a:cubicBezTo>
                  <a:pt x="7306" y="4079"/>
                  <a:pt x="7339" y="4579"/>
                  <a:pt x="7139" y="5013"/>
                </a:cubicBezTo>
                <a:cubicBezTo>
                  <a:pt x="7039" y="5246"/>
                  <a:pt x="6839" y="5446"/>
                  <a:pt x="6605" y="5580"/>
                </a:cubicBezTo>
                <a:cubicBezTo>
                  <a:pt x="6339" y="5713"/>
                  <a:pt x="6072" y="5847"/>
                  <a:pt x="5772" y="5947"/>
                </a:cubicBezTo>
                <a:cubicBezTo>
                  <a:pt x="5438" y="6013"/>
                  <a:pt x="5104" y="6113"/>
                  <a:pt x="4737" y="6213"/>
                </a:cubicBezTo>
                <a:cubicBezTo>
                  <a:pt x="4337" y="6347"/>
                  <a:pt x="3970" y="6480"/>
                  <a:pt x="3637" y="6647"/>
                </a:cubicBezTo>
                <a:cubicBezTo>
                  <a:pt x="3236" y="6814"/>
                  <a:pt x="2903" y="7047"/>
                  <a:pt x="2603" y="7314"/>
                </a:cubicBezTo>
                <a:cubicBezTo>
                  <a:pt x="2236" y="7581"/>
                  <a:pt x="1969" y="7948"/>
                  <a:pt x="1769" y="8382"/>
                </a:cubicBezTo>
                <a:cubicBezTo>
                  <a:pt x="1669" y="8482"/>
                  <a:pt x="1669" y="8615"/>
                  <a:pt x="1735" y="8749"/>
                </a:cubicBezTo>
                <a:cubicBezTo>
                  <a:pt x="1802" y="8882"/>
                  <a:pt x="1902" y="8982"/>
                  <a:pt x="2002" y="9049"/>
                </a:cubicBezTo>
                <a:lnTo>
                  <a:pt x="3336" y="9649"/>
                </a:lnTo>
                <a:cubicBezTo>
                  <a:pt x="3386" y="9666"/>
                  <a:pt x="3453" y="9674"/>
                  <a:pt x="3520" y="9674"/>
                </a:cubicBezTo>
                <a:cubicBezTo>
                  <a:pt x="3587" y="9674"/>
                  <a:pt x="3653" y="9666"/>
                  <a:pt x="3703" y="9649"/>
                </a:cubicBezTo>
                <a:cubicBezTo>
                  <a:pt x="3837" y="9583"/>
                  <a:pt x="3937" y="9482"/>
                  <a:pt x="4004" y="9382"/>
                </a:cubicBezTo>
                <a:cubicBezTo>
                  <a:pt x="4170" y="9116"/>
                  <a:pt x="4404" y="8915"/>
                  <a:pt x="4671" y="8815"/>
                </a:cubicBezTo>
                <a:cubicBezTo>
                  <a:pt x="4971" y="8649"/>
                  <a:pt x="5271" y="8548"/>
                  <a:pt x="5571" y="8448"/>
                </a:cubicBezTo>
                <a:lnTo>
                  <a:pt x="6639" y="8148"/>
                </a:lnTo>
                <a:cubicBezTo>
                  <a:pt x="7006" y="8048"/>
                  <a:pt x="7373" y="7881"/>
                  <a:pt x="7706" y="7715"/>
                </a:cubicBezTo>
                <a:cubicBezTo>
                  <a:pt x="8073" y="7548"/>
                  <a:pt x="8407" y="7314"/>
                  <a:pt x="8674" y="7047"/>
                </a:cubicBezTo>
                <a:cubicBezTo>
                  <a:pt x="9007" y="6714"/>
                  <a:pt x="9274" y="6347"/>
                  <a:pt x="9441" y="5947"/>
                </a:cubicBezTo>
                <a:cubicBezTo>
                  <a:pt x="9708" y="5413"/>
                  <a:pt x="9808" y="4846"/>
                  <a:pt x="9774" y="4279"/>
                </a:cubicBezTo>
                <a:cubicBezTo>
                  <a:pt x="9708" y="3712"/>
                  <a:pt x="9574" y="3211"/>
                  <a:pt x="9274" y="2711"/>
                </a:cubicBezTo>
                <a:cubicBezTo>
                  <a:pt x="9007" y="2244"/>
                  <a:pt x="8640" y="1777"/>
                  <a:pt x="8207" y="1443"/>
                </a:cubicBezTo>
                <a:cubicBezTo>
                  <a:pt x="7773" y="1043"/>
                  <a:pt x="7239" y="709"/>
                  <a:pt x="6706" y="476"/>
                </a:cubicBezTo>
                <a:lnTo>
                  <a:pt x="6739" y="476"/>
                </a:lnTo>
                <a:cubicBezTo>
                  <a:pt x="6138" y="209"/>
                  <a:pt x="5471" y="42"/>
                  <a:pt x="4804" y="9"/>
                </a:cubicBezTo>
                <a:cubicBezTo>
                  <a:pt x="4704" y="3"/>
                  <a:pt x="4604" y="1"/>
                  <a:pt x="4504" y="1"/>
                </a:cubicBezTo>
                <a:close/>
                <a:moveTo>
                  <a:pt x="1252" y="9999"/>
                </a:moveTo>
                <a:cubicBezTo>
                  <a:pt x="1185" y="9999"/>
                  <a:pt x="1118" y="10016"/>
                  <a:pt x="1068" y="10050"/>
                </a:cubicBezTo>
                <a:cubicBezTo>
                  <a:pt x="935" y="10116"/>
                  <a:pt x="835" y="10183"/>
                  <a:pt x="768" y="10316"/>
                </a:cubicBezTo>
                <a:lnTo>
                  <a:pt x="67" y="11851"/>
                </a:lnTo>
                <a:cubicBezTo>
                  <a:pt x="1" y="11984"/>
                  <a:pt x="1" y="12118"/>
                  <a:pt x="67" y="12251"/>
                </a:cubicBezTo>
                <a:cubicBezTo>
                  <a:pt x="101" y="12385"/>
                  <a:pt x="201" y="12485"/>
                  <a:pt x="334" y="12551"/>
                </a:cubicBezTo>
                <a:lnTo>
                  <a:pt x="1835" y="13218"/>
                </a:lnTo>
                <a:cubicBezTo>
                  <a:pt x="1907" y="13254"/>
                  <a:pt x="1981" y="13271"/>
                  <a:pt x="2053" y="13271"/>
                </a:cubicBezTo>
                <a:cubicBezTo>
                  <a:pt x="2251" y="13271"/>
                  <a:pt x="2438" y="13147"/>
                  <a:pt x="2536" y="12952"/>
                </a:cubicBezTo>
                <a:lnTo>
                  <a:pt x="3236" y="11417"/>
                </a:lnTo>
                <a:cubicBezTo>
                  <a:pt x="3336" y="11150"/>
                  <a:pt x="3203" y="10850"/>
                  <a:pt x="2970" y="10750"/>
                </a:cubicBezTo>
                <a:lnTo>
                  <a:pt x="1435" y="10050"/>
                </a:lnTo>
                <a:cubicBezTo>
                  <a:pt x="1385" y="10016"/>
                  <a:pt x="1318" y="9999"/>
                  <a:pt x="1252" y="999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41">
            <a:extLst>
              <a:ext uri="{FF2B5EF4-FFF2-40B4-BE49-F238E27FC236}">
                <a16:creationId xmlns:a16="http://schemas.microsoft.com/office/drawing/2014/main" id="{6CB55A2F-F7BF-23BC-44E2-9342A3E1BA01}"/>
              </a:ext>
            </a:extLst>
          </p:cNvPr>
          <p:cNvSpPr/>
          <p:nvPr/>
        </p:nvSpPr>
        <p:spPr>
          <a:xfrm rot="3041045">
            <a:off x="-2037080" y="54129"/>
            <a:ext cx="274904" cy="381308"/>
          </a:xfrm>
          <a:custGeom>
            <a:avLst/>
            <a:gdLst/>
            <a:ahLst/>
            <a:cxnLst/>
            <a:rect l="l" t="t" r="r" b="b"/>
            <a:pathLst>
              <a:path w="17814" h="24709" extrusionOk="0">
                <a:moveTo>
                  <a:pt x="17280" y="930"/>
                </a:moveTo>
                <a:cubicBezTo>
                  <a:pt x="17346" y="1097"/>
                  <a:pt x="17380" y="1263"/>
                  <a:pt x="17380" y="1464"/>
                </a:cubicBezTo>
                <a:lnTo>
                  <a:pt x="17380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6850" y="650"/>
                </a:moveTo>
                <a:cubicBezTo>
                  <a:pt x="16894" y="650"/>
                  <a:pt x="16938" y="655"/>
                  <a:pt x="16979" y="663"/>
                </a:cubicBezTo>
                <a:lnTo>
                  <a:pt x="9474" y="14273"/>
                </a:lnTo>
                <a:cubicBezTo>
                  <a:pt x="9243" y="14735"/>
                  <a:pt x="8874" y="15019"/>
                  <a:pt x="8579" y="15019"/>
                </a:cubicBezTo>
                <a:cubicBezTo>
                  <a:pt x="8491" y="15019"/>
                  <a:pt x="8409" y="14994"/>
                  <a:pt x="8340" y="14940"/>
                </a:cubicBezTo>
                <a:lnTo>
                  <a:pt x="835" y="10003"/>
                </a:lnTo>
                <a:cubicBezTo>
                  <a:pt x="968" y="9769"/>
                  <a:pt x="1135" y="9603"/>
                  <a:pt x="1368" y="9469"/>
                </a:cubicBezTo>
                <a:lnTo>
                  <a:pt x="16479" y="763"/>
                </a:lnTo>
                <a:cubicBezTo>
                  <a:pt x="16579" y="688"/>
                  <a:pt x="16717" y="650"/>
                  <a:pt x="16850" y="650"/>
                </a:cubicBezTo>
                <a:close/>
                <a:moveTo>
                  <a:pt x="534" y="10603"/>
                </a:moveTo>
                <a:lnTo>
                  <a:pt x="5805" y="14106"/>
                </a:lnTo>
                <a:lnTo>
                  <a:pt x="401" y="22679"/>
                </a:lnTo>
                <a:lnTo>
                  <a:pt x="401" y="11237"/>
                </a:lnTo>
                <a:cubicBezTo>
                  <a:pt x="401" y="11037"/>
                  <a:pt x="468" y="10804"/>
                  <a:pt x="534" y="10603"/>
                </a:cubicBezTo>
                <a:close/>
                <a:moveTo>
                  <a:pt x="11676" y="11137"/>
                </a:moveTo>
                <a:lnTo>
                  <a:pt x="17380" y="13606"/>
                </a:lnTo>
                <a:cubicBezTo>
                  <a:pt x="17346" y="14239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3"/>
                  <a:pt x="9574" y="14940"/>
                  <a:pt x="9808" y="14540"/>
                </a:cubicBezTo>
                <a:lnTo>
                  <a:pt x="11676" y="11137"/>
                </a:lnTo>
                <a:close/>
                <a:moveTo>
                  <a:pt x="17005" y="0"/>
                </a:moveTo>
                <a:cubicBezTo>
                  <a:pt x="16843" y="0"/>
                  <a:pt x="16665" y="53"/>
                  <a:pt x="16479" y="163"/>
                </a:cubicBezTo>
                <a:lnTo>
                  <a:pt x="1368" y="8902"/>
                </a:lnTo>
                <a:cubicBezTo>
                  <a:pt x="501" y="9503"/>
                  <a:pt x="1" y="10470"/>
                  <a:pt x="1" y="11504"/>
                </a:cubicBezTo>
                <a:lnTo>
                  <a:pt x="1" y="23513"/>
                </a:lnTo>
                <a:cubicBezTo>
                  <a:pt x="1" y="24259"/>
                  <a:pt x="335" y="24709"/>
                  <a:pt x="823" y="24709"/>
                </a:cubicBezTo>
                <a:cubicBezTo>
                  <a:pt x="989" y="24709"/>
                  <a:pt x="1173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13" y="13205"/>
                </a:cubicBezTo>
                <a:lnTo>
                  <a:pt x="17813" y="1197"/>
                </a:lnTo>
                <a:cubicBezTo>
                  <a:pt x="17813" y="450"/>
                  <a:pt x="17479" y="0"/>
                  <a:pt x="1700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41">
            <a:extLst>
              <a:ext uri="{FF2B5EF4-FFF2-40B4-BE49-F238E27FC236}">
                <a16:creationId xmlns:a16="http://schemas.microsoft.com/office/drawing/2014/main" id="{58B46F4B-FD03-3803-B62A-4E33D70DA419}"/>
              </a:ext>
            </a:extLst>
          </p:cNvPr>
          <p:cNvSpPr/>
          <p:nvPr/>
        </p:nvSpPr>
        <p:spPr>
          <a:xfrm rot="3041045">
            <a:off x="-2037080" y="54129"/>
            <a:ext cx="274904" cy="381308"/>
          </a:xfrm>
          <a:custGeom>
            <a:avLst/>
            <a:gdLst/>
            <a:ahLst/>
            <a:cxnLst/>
            <a:rect l="l" t="t" r="r" b="b"/>
            <a:pathLst>
              <a:path w="17814" h="24709" extrusionOk="0">
                <a:moveTo>
                  <a:pt x="17280" y="930"/>
                </a:moveTo>
                <a:cubicBezTo>
                  <a:pt x="17346" y="1097"/>
                  <a:pt x="17380" y="1263"/>
                  <a:pt x="17380" y="1464"/>
                </a:cubicBezTo>
                <a:lnTo>
                  <a:pt x="17380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6850" y="650"/>
                </a:moveTo>
                <a:cubicBezTo>
                  <a:pt x="16894" y="650"/>
                  <a:pt x="16938" y="655"/>
                  <a:pt x="16979" y="663"/>
                </a:cubicBezTo>
                <a:lnTo>
                  <a:pt x="9474" y="14273"/>
                </a:lnTo>
                <a:cubicBezTo>
                  <a:pt x="9243" y="14735"/>
                  <a:pt x="8874" y="15019"/>
                  <a:pt x="8579" y="15019"/>
                </a:cubicBezTo>
                <a:cubicBezTo>
                  <a:pt x="8491" y="15019"/>
                  <a:pt x="8409" y="14994"/>
                  <a:pt x="8340" y="14940"/>
                </a:cubicBezTo>
                <a:lnTo>
                  <a:pt x="835" y="10003"/>
                </a:lnTo>
                <a:cubicBezTo>
                  <a:pt x="968" y="9769"/>
                  <a:pt x="1135" y="9603"/>
                  <a:pt x="1368" y="9469"/>
                </a:cubicBezTo>
                <a:lnTo>
                  <a:pt x="16479" y="763"/>
                </a:lnTo>
                <a:cubicBezTo>
                  <a:pt x="16579" y="688"/>
                  <a:pt x="16717" y="650"/>
                  <a:pt x="16850" y="650"/>
                </a:cubicBezTo>
                <a:close/>
                <a:moveTo>
                  <a:pt x="534" y="10603"/>
                </a:moveTo>
                <a:lnTo>
                  <a:pt x="5805" y="14106"/>
                </a:lnTo>
                <a:lnTo>
                  <a:pt x="401" y="22679"/>
                </a:lnTo>
                <a:lnTo>
                  <a:pt x="401" y="11237"/>
                </a:lnTo>
                <a:cubicBezTo>
                  <a:pt x="401" y="11037"/>
                  <a:pt x="468" y="10804"/>
                  <a:pt x="534" y="10603"/>
                </a:cubicBezTo>
                <a:close/>
                <a:moveTo>
                  <a:pt x="11676" y="11137"/>
                </a:moveTo>
                <a:lnTo>
                  <a:pt x="17380" y="13606"/>
                </a:lnTo>
                <a:cubicBezTo>
                  <a:pt x="17346" y="14239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3"/>
                  <a:pt x="9574" y="14940"/>
                  <a:pt x="9808" y="14540"/>
                </a:cubicBezTo>
                <a:lnTo>
                  <a:pt x="11676" y="11137"/>
                </a:lnTo>
                <a:close/>
                <a:moveTo>
                  <a:pt x="17005" y="0"/>
                </a:moveTo>
                <a:cubicBezTo>
                  <a:pt x="16843" y="0"/>
                  <a:pt x="16665" y="53"/>
                  <a:pt x="16479" y="163"/>
                </a:cubicBezTo>
                <a:lnTo>
                  <a:pt x="1368" y="8902"/>
                </a:lnTo>
                <a:cubicBezTo>
                  <a:pt x="501" y="9503"/>
                  <a:pt x="1" y="10470"/>
                  <a:pt x="1" y="11504"/>
                </a:cubicBezTo>
                <a:lnTo>
                  <a:pt x="1" y="23513"/>
                </a:lnTo>
                <a:cubicBezTo>
                  <a:pt x="1" y="24259"/>
                  <a:pt x="335" y="24709"/>
                  <a:pt x="823" y="24709"/>
                </a:cubicBezTo>
                <a:cubicBezTo>
                  <a:pt x="989" y="24709"/>
                  <a:pt x="1173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13" y="13205"/>
                </a:cubicBezTo>
                <a:lnTo>
                  <a:pt x="17813" y="1197"/>
                </a:lnTo>
                <a:cubicBezTo>
                  <a:pt x="17813" y="450"/>
                  <a:pt x="17479" y="0"/>
                  <a:pt x="1700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41">
            <a:extLst>
              <a:ext uri="{FF2B5EF4-FFF2-40B4-BE49-F238E27FC236}">
                <a16:creationId xmlns:a16="http://schemas.microsoft.com/office/drawing/2014/main" id="{F1B80DB0-3B2A-6BDD-D20B-C018D93D79F4}"/>
              </a:ext>
            </a:extLst>
          </p:cNvPr>
          <p:cNvSpPr/>
          <p:nvPr/>
        </p:nvSpPr>
        <p:spPr>
          <a:xfrm rot="3041045">
            <a:off x="-1799258" y="35595"/>
            <a:ext cx="275414" cy="381308"/>
          </a:xfrm>
          <a:custGeom>
            <a:avLst/>
            <a:gdLst/>
            <a:ahLst/>
            <a:cxnLst/>
            <a:rect l="l" t="t" r="r" b="b"/>
            <a:pathLst>
              <a:path w="17847" h="24709" extrusionOk="0">
                <a:moveTo>
                  <a:pt x="17280" y="930"/>
                </a:moveTo>
                <a:cubicBezTo>
                  <a:pt x="17380" y="1097"/>
                  <a:pt x="17413" y="1264"/>
                  <a:pt x="17413" y="1464"/>
                </a:cubicBezTo>
                <a:lnTo>
                  <a:pt x="17413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1642" y="11171"/>
                </a:moveTo>
                <a:lnTo>
                  <a:pt x="17380" y="13606"/>
                </a:lnTo>
                <a:cubicBezTo>
                  <a:pt x="17346" y="14273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4"/>
                  <a:pt x="9574" y="14940"/>
                  <a:pt x="9774" y="14573"/>
                </a:cubicBezTo>
                <a:lnTo>
                  <a:pt x="11642" y="11171"/>
                </a:lnTo>
                <a:close/>
                <a:moveTo>
                  <a:pt x="17010" y="1"/>
                </a:moveTo>
                <a:cubicBezTo>
                  <a:pt x="16845" y="1"/>
                  <a:pt x="16665" y="53"/>
                  <a:pt x="16479" y="163"/>
                </a:cubicBezTo>
                <a:lnTo>
                  <a:pt x="3570" y="7635"/>
                </a:lnTo>
                <a:lnTo>
                  <a:pt x="3570" y="8202"/>
                </a:lnTo>
                <a:lnTo>
                  <a:pt x="16479" y="763"/>
                </a:lnTo>
                <a:cubicBezTo>
                  <a:pt x="16604" y="688"/>
                  <a:pt x="16729" y="651"/>
                  <a:pt x="16868" y="651"/>
                </a:cubicBezTo>
                <a:cubicBezTo>
                  <a:pt x="16915" y="651"/>
                  <a:pt x="16963" y="655"/>
                  <a:pt x="17013" y="663"/>
                </a:cubicBezTo>
                <a:lnTo>
                  <a:pt x="9507" y="14273"/>
                </a:lnTo>
                <a:cubicBezTo>
                  <a:pt x="9251" y="14735"/>
                  <a:pt x="8895" y="15019"/>
                  <a:pt x="8593" y="15019"/>
                </a:cubicBezTo>
                <a:cubicBezTo>
                  <a:pt x="8502" y="15019"/>
                  <a:pt x="8417" y="14994"/>
                  <a:pt x="8340" y="14940"/>
                </a:cubicBezTo>
                <a:lnTo>
                  <a:pt x="3570" y="11771"/>
                </a:lnTo>
                <a:lnTo>
                  <a:pt x="3570" y="12572"/>
                </a:lnTo>
                <a:lnTo>
                  <a:pt x="5838" y="14106"/>
                </a:lnTo>
                <a:lnTo>
                  <a:pt x="434" y="22679"/>
                </a:lnTo>
                <a:lnTo>
                  <a:pt x="434" y="18676"/>
                </a:lnTo>
                <a:lnTo>
                  <a:pt x="1" y="18943"/>
                </a:lnTo>
                <a:lnTo>
                  <a:pt x="1" y="23513"/>
                </a:lnTo>
                <a:cubicBezTo>
                  <a:pt x="1" y="24259"/>
                  <a:pt x="353" y="24709"/>
                  <a:pt x="837" y="24709"/>
                </a:cubicBezTo>
                <a:cubicBezTo>
                  <a:pt x="1002" y="24709"/>
                  <a:pt x="1182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47" y="13205"/>
                </a:cubicBezTo>
                <a:lnTo>
                  <a:pt x="17847" y="1197"/>
                </a:lnTo>
                <a:cubicBezTo>
                  <a:pt x="17847" y="450"/>
                  <a:pt x="17494" y="1"/>
                  <a:pt x="17010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1">
            <a:extLst>
              <a:ext uri="{FF2B5EF4-FFF2-40B4-BE49-F238E27FC236}">
                <a16:creationId xmlns:a16="http://schemas.microsoft.com/office/drawing/2014/main" id="{FBC99342-238E-9D96-3455-53AB60452137}"/>
              </a:ext>
            </a:extLst>
          </p:cNvPr>
          <p:cNvSpPr/>
          <p:nvPr/>
        </p:nvSpPr>
        <p:spPr>
          <a:xfrm>
            <a:off x="5973719" y="401695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>
            <a:extLst>
              <a:ext uri="{FF2B5EF4-FFF2-40B4-BE49-F238E27FC236}">
                <a16:creationId xmlns:a16="http://schemas.microsoft.com/office/drawing/2014/main" id="{7FC215AA-2D58-0103-15F4-03A621E8B547}"/>
              </a:ext>
            </a:extLst>
          </p:cNvPr>
          <p:cNvSpPr/>
          <p:nvPr/>
        </p:nvSpPr>
        <p:spPr>
          <a:xfrm>
            <a:off x="7346449" y="3370383"/>
            <a:ext cx="631645" cy="631740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41">
            <a:extLst>
              <a:ext uri="{FF2B5EF4-FFF2-40B4-BE49-F238E27FC236}">
                <a16:creationId xmlns:a16="http://schemas.microsoft.com/office/drawing/2014/main" id="{72CF397F-9ADB-C102-893F-DC2BB0B3F758}"/>
              </a:ext>
            </a:extLst>
          </p:cNvPr>
          <p:cNvSpPr/>
          <p:nvPr/>
        </p:nvSpPr>
        <p:spPr>
          <a:xfrm rot="2036805">
            <a:off x="4947780" y="3366771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41">
            <a:extLst>
              <a:ext uri="{FF2B5EF4-FFF2-40B4-BE49-F238E27FC236}">
                <a16:creationId xmlns:a16="http://schemas.microsoft.com/office/drawing/2014/main" id="{919433A4-6022-FF63-5D41-3E9F401C1C7D}"/>
              </a:ext>
            </a:extLst>
          </p:cNvPr>
          <p:cNvSpPr/>
          <p:nvPr/>
        </p:nvSpPr>
        <p:spPr>
          <a:xfrm>
            <a:off x="6692777" y="4059949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41">
            <a:extLst>
              <a:ext uri="{FF2B5EF4-FFF2-40B4-BE49-F238E27FC236}">
                <a16:creationId xmlns:a16="http://schemas.microsoft.com/office/drawing/2014/main" id="{E0AC82B9-BF19-B500-444D-0E2CCF02DD6B}"/>
              </a:ext>
            </a:extLst>
          </p:cNvPr>
          <p:cNvSpPr/>
          <p:nvPr/>
        </p:nvSpPr>
        <p:spPr>
          <a:xfrm rot="3041045">
            <a:off x="-2240366" y="-606736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1">
            <a:extLst>
              <a:ext uri="{FF2B5EF4-FFF2-40B4-BE49-F238E27FC236}">
                <a16:creationId xmlns:a16="http://schemas.microsoft.com/office/drawing/2014/main" id="{19614106-E8A8-AEE0-D334-F99964B5EF1B}"/>
              </a:ext>
            </a:extLst>
          </p:cNvPr>
          <p:cNvSpPr/>
          <p:nvPr/>
        </p:nvSpPr>
        <p:spPr>
          <a:xfrm rot="3041045">
            <a:off x="-1439345" y="-752571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863B00-9B06-AA30-1E18-57BE21210D4C}"/>
              </a:ext>
            </a:extLst>
          </p:cNvPr>
          <p:cNvSpPr txBox="1"/>
          <p:nvPr/>
        </p:nvSpPr>
        <p:spPr>
          <a:xfrm rot="12889837">
            <a:off x="8482677" y="228592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70% learners quit online courses</a:t>
            </a:r>
          </a:p>
        </p:txBody>
      </p:sp>
    </p:spTree>
    <p:extLst>
      <p:ext uri="{BB962C8B-B14F-4D97-AF65-F5344CB8AC3E}">
        <p14:creationId xmlns:p14="http://schemas.microsoft.com/office/powerpoint/2010/main" val="3039263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72">
          <a:extLst>
            <a:ext uri="{FF2B5EF4-FFF2-40B4-BE49-F238E27FC236}">
              <a16:creationId xmlns:a16="http://schemas.microsoft.com/office/drawing/2014/main" id="{5D8729B3-C941-C9CC-6A8D-CB7342DA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">
            <a:extLst>
              <a:ext uri="{FF2B5EF4-FFF2-40B4-BE49-F238E27FC236}">
                <a16:creationId xmlns:a16="http://schemas.microsoft.com/office/drawing/2014/main" id="{09DF15CE-22B5-C6B0-01FB-0CF68CF93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1550" y="432361"/>
            <a:ext cx="4067400" cy="8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</a:t>
            </a:r>
            <a:r>
              <a:rPr lang="en-US" b="0" dirty="0"/>
              <a:t>PROBLEM</a:t>
            </a:r>
          </a:p>
        </p:txBody>
      </p:sp>
      <p:sp>
        <p:nvSpPr>
          <p:cNvPr id="575" name="Google Shape;575;p41">
            <a:extLst>
              <a:ext uri="{FF2B5EF4-FFF2-40B4-BE49-F238E27FC236}">
                <a16:creationId xmlns:a16="http://schemas.microsoft.com/office/drawing/2014/main" id="{32460124-FEB7-27BA-D962-7442DA2D0905}"/>
              </a:ext>
            </a:extLst>
          </p:cNvPr>
          <p:cNvSpPr/>
          <p:nvPr/>
        </p:nvSpPr>
        <p:spPr>
          <a:xfrm>
            <a:off x="720102" y="2785406"/>
            <a:ext cx="3126694" cy="1823313"/>
          </a:xfrm>
          <a:custGeom>
            <a:avLst/>
            <a:gdLst/>
            <a:ahLst/>
            <a:cxnLst/>
            <a:rect l="l" t="t" r="r" b="b"/>
            <a:pathLst>
              <a:path w="202612" h="118152" extrusionOk="0">
                <a:moveTo>
                  <a:pt x="101306" y="0"/>
                </a:moveTo>
                <a:cubicBezTo>
                  <a:pt x="45366" y="0"/>
                  <a:pt x="0" y="26452"/>
                  <a:pt x="0" y="59076"/>
                </a:cubicBezTo>
                <a:cubicBezTo>
                  <a:pt x="0" y="91732"/>
                  <a:pt x="45366" y="118151"/>
                  <a:pt x="101306" y="118151"/>
                </a:cubicBezTo>
                <a:cubicBezTo>
                  <a:pt x="157246" y="118151"/>
                  <a:pt x="202612" y="91732"/>
                  <a:pt x="202612" y="59076"/>
                </a:cubicBezTo>
                <a:cubicBezTo>
                  <a:pt x="202612" y="26452"/>
                  <a:pt x="157246" y="0"/>
                  <a:pt x="10130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757F6F86-2F2F-73DF-2366-C3A54624887E}"/>
              </a:ext>
            </a:extLst>
          </p:cNvPr>
          <p:cNvSpPr/>
          <p:nvPr/>
        </p:nvSpPr>
        <p:spPr>
          <a:xfrm>
            <a:off x="2663337" y="3761907"/>
            <a:ext cx="908061" cy="524562"/>
          </a:xfrm>
          <a:custGeom>
            <a:avLst/>
            <a:gdLst/>
            <a:ahLst/>
            <a:cxnLst/>
            <a:rect l="l" t="t" r="r" b="b"/>
            <a:pathLst>
              <a:path w="58843" h="33992" extrusionOk="0">
                <a:moveTo>
                  <a:pt x="29422" y="1"/>
                </a:moveTo>
                <a:cubicBezTo>
                  <a:pt x="13177" y="1"/>
                  <a:pt x="1" y="7606"/>
                  <a:pt x="1" y="17013"/>
                </a:cubicBezTo>
                <a:cubicBezTo>
                  <a:pt x="1" y="26386"/>
                  <a:pt x="13177" y="33992"/>
                  <a:pt x="29422" y="33992"/>
                </a:cubicBezTo>
                <a:cubicBezTo>
                  <a:pt x="45667" y="33992"/>
                  <a:pt x="58843" y="26386"/>
                  <a:pt x="58843" y="17013"/>
                </a:cubicBezTo>
                <a:cubicBezTo>
                  <a:pt x="58843" y="7606"/>
                  <a:pt x="45667" y="1"/>
                  <a:pt x="29422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1">
            <a:extLst>
              <a:ext uri="{FF2B5EF4-FFF2-40B4-BE49-F238E27FC236}">
                <a16:creationId xmlns:a16="http://schemas.microsoft.com/office/drawing/2014/main" id="{0A779E03-2AB4-FAB7-9C9E-33BBA5CEF291}"/>
              </a:ext>
            </a:extLst>
          </p:cNvPr>
          <p:cNvSpPr/>
          <p:nvPr/>
        </p:nvSpPr>
        <p:spPr>
          <a:xfrm>
            <a:off x="896149" y="1660341"/>
            <a:ext cx="1051686" cy="2745340"/>
          </a:xfrm>
          <a:custGeom>
            <a:avLst/>
            <a:gdLst/>
            <a:ahLst/>
            <a:cxnLst/>
            <a:rect l="l" t="t" r="r" b="b"/>
            <a:pathLst>
              <a:path w="68150" h="177900" extrusionOk="0">
                <a:moveTo>
                  <a:pt x="61543" y="1"/>
                </a:moveTo>
                <a:cubicBezTo>
                  <a:pt x="60609" y="1"/>
                  <a:pt x="59632" y="214"/>
                  <a:pt x="58709" y="753"/>
                </a:cubicBezTo>
                <a:lnTo>
                  <a:pt x="3870" y="32376"/>
                </a:lnTo>
                <a:cubicBezTo>
                  <a:pt x="1735" y="33644"/>
                  <a:pt x="1" y="36646"/>
                  <a:pt x="1" y="39114"/>
                </a:cubicBezTo>
                <a:lnTo>
                  <a:pt x="1" y="171909"/>
                </a:lnTo>
                <a:cubicBezTo>
                  <a:pt x="1" y="174411"/>
                  <a:pt x="1535" y="175845"/>
                  <a:pt x="3069" y="176713"/>
                </a:cubicBezTo>
                <a:cubicBezTo>
                  <a:pt x="4058" y="177284"/>
                  <a:pt x="5540" y="177899"/>
                  <a:pt x="7046" y="177899"/>
                </a:cubicBezTo>
                <a:cubicBezTo>
                  <a:pt x="7826" y="177899"/>
                  <a:pt x="8612" y="177734"/>
                  <a:pt x="9341" y="177313"/>
                </a:cubicBezTo>
                <a:lnTo>
                  <a:pt x="64180" y="145624"/>
                </a:lnTo>
                <a:cubicBezTo>
                  <a:pt x="66648" y="144323"/>
                  <a:pt x="68149" y="141721"/>
                  <a:pt x="68049" y="138919"/>
                </a:cubicBezTo>
                <a:lnTo>
                  <a:pt x="68049" y="6124"/>
                </a:lnTo>
                <a:cubicBezTo>
                  <a:pt x="68049" y="2688"/>
                  <a:pt x="66348" y="1754"/>
                  <a:pt x="64847" y="887"/>
                </a:cubicBezTo>
                <a:cubicBezTo>
                  <a:pt x="63985" y="389"/>
                  <a:pt x="62804" y="1"/>
                  <a:pt x="6154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41">
            <a:extLst>
              <a:ext uri="{FF2B5EF4-FFF2-40B4-BE49-F238E27FC236}">
                <a16:creationId xmlns:a16="http://schemas.microsoft.com/office/drawing/2014/main" id="{AA1938BE-D1C0-C010-5E45-274C12936AB0}"/>
              </a:ext>
            </a:extLst>
          </p:cNvPr>
          <p:cNvSpPr/>
          <p:nvPr/>
        </p:nvSpPr>
        <p:spPr>
          <a:xfrm>
            <a:off x="896149" y="2204749"/>
            <a:ext cx="1042411" cy="2200933"/>
          </a:xfrm>
          <a:custGeom>
            <a:avLst/>
            <a:gdLst/>
            <a:ahLst/>
            <a:cxnLst/>
            <a:rect l="l" t="t" r="r" b="b"/>
            <a:pathLst>
              <a:path w="67549" h="142622" extrusionOk="0">
                <a:moveTo>
                  <a:pt x="1135" y="0"/>
                </a:moveTo>
                <a:cubicBezTo>
                  <a:pt x="434" y="1168"/>
                  <a:pt x="34" y="2469"/>
                  <a:pt x="1" y="3836"/>
                </a:cubicBezTo>
                <a:lnTo>
                  <a:pt x="1" y="136631"/>
                </a:lnTo>
                <a:cubicBezTo>
                  <a:pt x="1" y="139133"/>
                  <a:pt x="1535" y="140567"/>
                  <a:pt x="3069" y="141435"/>
                </a:cubicBezTo>
                <a:cubicBezTo>
                  <a:pt x="4058" y="142006"/>
                  <a:pt x="5540" y="142621"/>
                  <a:pt x="7046" y="142621"/>
                </a:cubicBezTo>
                <a:cubicBezTo>
                  <a:pt x="7826" y="142621"/>
                  <a:pt x="8612" y="142456"/>
                  <a:pt x="9341" y="142035"/>
                </a:cubicBezTo>
                <a:lnTo>
                  <a:pt x="64180" y="110346"/>
                </a:lnTo>
                <a:cubicBezTo>
                  <a:pt x="65714" y="109512"/>
                  <a:pt x="66882" y="108211"/>
                  <a:pt x="67549" y="106610"/>
                </a:cubicBezTo>
                <a:lnTo>
                  <a:pt x="67315" y="106476"/>
                </a:lnTo>
                <a:lnTo>
                  <a:pt x="64580" y="104909"/>
                </a:lnTo>
                <a:lnTo>
                  <a:pt x="8173" y="137465"/>
                </a:lnTo>
                <a:lnTo>
                  <a:pt x="8173" y="4070"/>
                </a:lnTo>
                <a:lnTo>
                  <a:pt x="1135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8C06735F-7A13-D4FF-9611-1217075E3C55}"/>
              </a:ext>
            </a:extLst>
          </p:cNvPr>
          <p:cNvSpPr/>
          <p:nvPr/>
        </p:nvSpPr>
        <p:spPr>
          <a:xfrm>
            <a:off x="993957" y="1730495"/>
            <a:ext cx="938431" cy="2648150"/>
          </a:xfrm>
          <a:custGeom>
            <a:avLst/>
            <a:gdLst/>
            <a:ahLst/>
            <a:cxnLst/>
            <a:rect l="l" t="t" r="r" b="b"/>
            <a:pathLst>
              <a:path w="60811" h="171602" extrusionOk="0">
                <a:moveTo>
                  <a:pt x="59102" y="0"/>
                </a:moveTo>
                <a:cubicBezTo>
                  <a:pt x="58693" y="0"/>
                  <a:pt x="58231" y="132"/>
                  <a:pt x="57742" y="410"/>
                </a:cubicBezTo>
                <a:lnTo>
                  <a:pt x="2736" y="32167"/>
                </a:lnTo>
                <a:cubicBezTo>
                  <a:pt x="1135" y="33234"/>
                  <a:pt x="101" y="34969"/>
                  <a:pt x="0" y="36903"/>
                </a:cubicBezTo>
                <a:lnTo>
                  <a:pt x="0" y="168631"/>
                </a:lnTo>
                <a:cubicBezTo>
                  <a:pt x="0" y="170503"/>
                  <a:pt x="960" y="171601"/>
                  <a:pt x="2330" y="171601"/>
                </a:cubicBezTo>
                <a:cubicBezTo>
                  <a:pt x="2888" y="171601"/>
                  <a:pt x="3513" y="171419"/>
                  <a:pt x="4170" y="171033"/>
                </a:cubicBezTo>
                <a:lnTo>
                  <a:pt x="57742" y="140144"/>
                </a:lnTo>
                <a:cubicBezTo>
                  <a:pt x="59543" y="138943"/>
                  <a:pt x="60710" y="136942"/>
                  <a:pt x="60811" y="134773"/>
                </a:cubicBezTo>
                <a:lnTo>
                  <a:pt x="60811" y="2212"/>
                </a:lnTo>
                <a:cubicBezTo>
                  <a:pt x="60811" y="810"/>
                  <a:pt x="60117" y="0"/>
                  <a:pt x="59102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F3BD4131-B04F-7EE7-348F-0006EDBE77B5}"/>
              </a:ext>
            </a:extLst>
          </p:cNvPr>
          <p:cNvSpPr/>
          <p:nvPr/>
        </p:nvSpPr>
        <p:spPr>
          <a:xfrm>
            <a:off x="1035654" y="1820802"/>
            <a:ext cx="855546" cy="2467689"/>
          </a:xfrm>
          <a:custGeom>
            <a:avLst/>
            <a:gdLst/>
            <a:ahLst/>
            <a:cxnLst/>
            <a:rect l="l" t="t" r="r" b="b"/>
            <a:pathLst>
              <a:path w="55440" h="159908" extrusionOk="0">
                <a:moveTo>
                  <a:pt x="53387" y="0"/>
                </a:moveTo>
                <a:cubicBezTo>
                  <a:pt x="52897" y="0"/>
                  <a:pt x="52348" y="159"/>
                  <a:pt x="51771" y="496"/>
                </a:cubicBezTo>
                <a:lnTo>
                  <a:pt x="51470" y="663"/>
                </a:lnTo>
                <a:lnTo>
                  <a:pt x="37827" y="8535"/>
                </a:lnTo>
                <a:lnTo>
                  <a:pt x="37727" y="8602"/>
                </a:lnTo>
                <a:cubicBezTo>
                  <a:pt x="37227" y="8935"/>
                  <a:pt x="36927" y="9502"/>
                  <a:pt x="36893" y="10103"/>
                </a:cubicBezTo>
                <a:cubicBezTo>
                  <a:pt x="36860" y="10770"/>
                  <a:pt x="36493" y="11371"/>
                  <a:pt x="35926" y="11737"/>
                </a:cubicBezTo>
                <a:lnTo>
                  <a:pt x="19681" y="21111"/>
                </a:lnTo>
                <a:cubicBezTo>
                  <a:pt x="19506" y="21204"/>
                  <a:pt x="19343" y="21249"/>
                  <a:pt x="19202" y="21249"/>
                </a:cubicBezTo>
                <a:cubicBezTo>
                  <a:pt x="18887" y="21249"/>
                  <a:pt x="18680" y="21025"/>
                  <a:pt x="18680" y="20610"/>
                </a:cubicBezTo>
                <a:cubicBezTo>
                  <a:pt x="18680" y="20212"/>
                  <a:pt x="18483" y="19979"/>
                  <a:pt x="18192" y="19979"/>
                </a:cubicBezTo>
                <a:cubicBezTo>
                  <a:pt x="18069" y="19979"/>
                  <a:pt x="17929" y="20021"/>
                  <a:pt x="17780" y="20110"/>
                </a:cubicBezTo>
                <a:lnTo>
                  <a:pt x="16879" y="20610"/>
                </a:lnTo>
                <a:lnTo>
                  <a:pt x="2936" y="28683"/>
                </a:lnTo>
                <a:cubicBezTo>
                  <a:pt x="2702" y="28783"/>
                  <a:pt x="2502" y="28950"/>
                  <a:pt x="2335" y="29083"/>
                </a:cubicBezTo>
                <a:lnTo>
                  <a:pt x="2069" y="29350"/>
                </a:lnTo>
                <a:cubicBezTo>
                  <a:pt x="834" y="30484"/>
                  <a:pt x="100" y="32085"/>
                  <a:pt x="0" y="33753"/>
                </a:cubicBezTo>
                <a:lnTo>
                  <a:pt x="0" y="157809"/>
                </a:lnTo>
                <a:cubicBezTo>
                  <a:pt x="0" y="159136"/>
                  <a:pt x="658" y="159908"/>
                  <a:pt x="1624" y="159908"/>
                </a:cubicBezTo>
                <a:cubicBezTo>
                  <a:pt x="2018" y="159908"/>
                  <a:pt x="2463" y="159780"/>
                  <a:pt x="2936" y="159510"/>
                </a:cubicBezTo>
                <a:lnTo>
                  <a:pt x="52505" y="130856"/>
                </a:lnTo>
                <a:cubicBezTo>
                  <a:pt x="54239" y="129722"/>
                  <a:pt x="55307" y="127854"/>
                  <a:pt x="55440" y="125786"/>
                </a:cubicBezTo>
                <a:lnTo>
                  <a:pt x="55440" y="2631"/>
                </a:lnTo>
                <a:cubicBezTo>
                  <a:pt x="55440" y="969"/>
                  <a:pt x="54595" y="0"/>
                  <a:pt x="53387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E844060F-35A2-5C1B-548B-1E31986B0AEA}"/>
              </a:ext>
            </a:extLst>
          </p:cNvPr>
          <p:cNvSpPr/>
          <p:nvPr/>
        </p:nvSpPr>
        <p:spPr>
          <a:xfrm>
            <a:off x="1035654" y="1833595"/>
            <a:ext cx="789667" cy="2386471"/>
          </a:xfrm>
          <a:custGeom>
            <a:avLst/>
            <a:gdLst/>
            <a:ahLst/>
            <a:cxnLst/>
            <a:rect l="l" t="t" r="r" b="b"/>
            <a:pathLst>
              <a:path w="51171" h="154645" extrusionOk="0">
                <a:moveTo>
                  <a:pt x="51170" y="1"/>
                </a:moveTo>
                <a:lnTo>
                  <a:pt x="37794" y="7706"/>
                </a:lnTo>
                <a:lnTo>
                  <a:pt x="37694" y="7773"/>
                </a:lnTo>
                <a:cubicBezTo>
                  <a:pt x="37194" y="8140"/>
                  <a:pt x="36893" y="8673"/>
                  <a:pt x="36860" y="9307"/>
                </a:cubicBezTo>
                <a:cubicBezTo>
                  <a:pt x="36793" y="9941"/>
                  <a:pt x="36460" y="10542"/>
                  <a:pt x="35893" y="10908"/>
                </a:cubicBezTo>
                <a:lnTo>
                  <a:pt x="19614" y="20282"/>
                </a:lnTo>
                <a:cubicBezTo>
                  <a:pt x="19447" y="20387"/>
                  <a:pt x="19289" y="20436"/>
                  <a:pt x="19151" y="20436"/>
                </a:cubicBezTo>
                <a:cubicBezTo>
                  <a:pt x="18851" y="20436"/>
                  <a:pt x="18647" y="20204"/>
                  <a:pt x="18647" y="19815"/>
                </a:cubicBezTo>
                <a:cubicBezTo>
                  <a:pt x="18647" y="19391"/>
                  <a:pt x="18448" y="19150"/>
                  <a:pt x="18155" y="19150"/>
                </a:cubicBezTo>
                <a:cubicBezTo>
                  <a:pt x="18033" y="19150"/>
                  <a:pt x="17894" y="19193"/>
                  <a:pt x="17746" y="19281"/>
                </a:cubicBezTo>
                <a:lnTo>
                  <a:pt x="16846" y="19815"/>
                </a:lnTo>
                <a:lnTo>
                  <a:pt x="2936" y="27887"/>
                </a:lnTo>
                <a:cubicBezTo>
                  <a:pt x="2702" y="27987"/>
                  <a:pt x="2502" y="28121"/>
                  <a:pt x="2335" y="28288"/>
                </a:cubicBezTo>
                <a:lnTo>
                  <a:pt x="2035" y="28554"/>
                </a:lnTo>
                <a:cubicBezTo>
                  <a:pt x="834" y="29689"/>
                  <a:pt x="67" y="31290"/>
                  <a:pt x="0" y="32958"/>
                </a:cubicBezTo>
                <a:lnTo>
                  <a:pt x="0" y="154645"/>
                </a:lnTo>
                <a:lnTo>
                  <a:pt x="48268" y="126758"/>
                </a:lnTo>
                <a:cubicBezTo>
                  <a:pt x="49969" y="125624"/>
                  <a:pt x="51070" y="123723"/>
                  <a:pt x="51170" y="121688"/>
                </a:cubicBezTo>
                <a:lnTo>
                  <a:pt x="51170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1">
            <a:extLst>
              <a:ext uri="{FF2B5EF4-FFF2-40B4-BE49-F238E27FC236}">
                <a16:creationId xmlns:a16="http://schemas.microsoft.com/office/drawing/2014/main" id="{B5E569CA-CB83-D8CF-E56E-6D6FC2E0665A}"/>
              </a:ext>
            </a:extLst>
          </p:cNvPr>
          <p:cNvSpPr/>
          <p:nvPr/>
        </p:nvSpPr>
        <p:spPr>
          <a:xfrm>
            <a:off x="1364585" y="2002035"/>
            <a:ext cx="140029" cy="96974"/>
          </a:xfrm>
          <a:custGeom>
            <a:avLst/>
            <a:gdLst/>
            <a:ahLst/>
            <a:cxnLst/>
            <a:rect l="l" t="t" r="r" b="b"/>
            <a:pathLst>
              <a:path w="9074" h="6284" extrusionOk="0">
                <a:moveTo>
                  <a:pt x="8659" y="1"/>
                </a:moveTo>
                <a:cubicBezTo>
                  <a:pt x="8543" y="1"/>
                  <a:pt x="8412" y="42"/>
                  <a:pt x="8273" y="127"/>
                </a:cubicBezTo>
                <a:lnTo>
                  <a:pt x="801" y="4430"/>
                </a:lnTo>
                <a:cubicBezTo>
                  <a:pt x="334" y="4697"/>
                  <a:pt x="34" y="5197"/>
                  <a:pt x="1" y="5731"/>
                </a:cubicBezTo>
                <a:cubicBezTo>
                  <a:pt x="1" y="6080"/>
                  <a:pt x="179" y="6283"/>
                  <a:pt x="435" y="6283"/>
                </a:cubicBezTo>
                <a:cubicBezTo>
                  <a:pt x="545" y="6283"/>
                  <a:pt x="670" y="6245"/>
                  <a:pt x="801" y="6165"/>
                </a:cubicBezTo>
                <a:lnTo>
                  <a:pt x="8273" y="1861"/>
                </a:lnTo>
                <a:cubicBezTo>
                  <a:pt x="8707" y="1561"/>
                  <a:pt x="9007" y="1061"/>
                  <a:pt x="9074" y="527"/>
                </a:cubicBezTo>
                <a:cubicBezTo>
                  <a:pt x="9074" y="187"/>
                  <a:pt x="8904" y="1"/>
                  <a:pt x="865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1">
            <a:extLst>
              <a:ext uri="{FF2B5EF4-FFF2-40B4-BE49-F238E27FC236}">
                <a16:creationId xmlns:a16="http://schemas.microsoft.com/office/drawing/2014/main" id="{957CC727-1D9F-7CBA-A35B-BB2CE6D59C76}"/>
              </a:ext>
            </a:extLst>
          </p:cNvPr>
          <p:cNvSpPr/>
          <p:nvPr/>
        </p:nvSpPr>
        <p:spPr>
          <a:xfrm>
            <a:off x="1537037" y="1962328"/>
            <a:ext cx="28318" cy="36157"/>
          </a:xfrm>
          <a:custGeom>
            <a:avLst/>
            <a:gdLst/>
            <a:ahLst/>
            <a:cxnLst/>
            <a:rect l="l" t="t" r="r" b="b"/>
            <a:pathLst>
              <a:path w="1835" h="2343" extrusionOk="0">
                <a:moveTo>
                  <a:pt x="1317" y="1"/>
                </a:moveTo>
                <a:cubicBezTo>
                  <a:pt x="1190" y="1"/>
                  <a:pt x="1048" y="43"/>
                  <a:pt x="901" y="131"/>
                </a:cubicBezTo>
                <a:cubicBezTo>
                  <a:pt x="367" y="465"/>
                  <a:pt x="34" y="1065"/>
                  <a:pt x="0" y="1699"/>
                </a:cubicBezTo>
                <a:cubicBezTo>
                  <a:pt x="0" y="2108"/>
                  <a:pt x="208" y="2343"/>
                  <a:pt x="511" y="2343"/>
                </a:cubicBezTo>
                <a:cubicBezTo>
                  <a:pt x="629" y="2343"/>
                  <a:pt x="761" y="2308"/>
                  <a:pt x="901" y="2233"/>
                </a:cubicBezTo>
                <a:cubicBezTo>
                  <a:pt x="1435" y="1866"/>
                  <a:pt x="1768" y="1299"/>
                  <a:pt x="1835" y="665"/>
                </a:cubicBezTo>
                <a:cubicBezTo>
                  <a:pt x="1835" y="242"/>
                  <a:pt x="1619" y="1"/>
                  <a:pt x="131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41">
            <a:extLst>
              <a:ext uri="{FF2B5EF4-FFF2-40B4-BE49-F238E27FC236}">
                <a16:creationId xmlns:a16="http://schemas.microsoft.com/office/drawing/2014/main" id="{DB13FC54-C135-D9BB-AA76-E223ADCF0590}"/>
              </a:ext>
            </a:extLst>
          </p:cNvPr>
          <p:cNvSpPr/>
          <p:nvPr/>
        </p:nvSpPr>
        <p:spPr>
          <a:xfrm>
            <a:off x="913140" y="2466690"/>
            <a:ext cx="62299" cy="237081"/>
          </a:xfrm>
          <a:custGeom>
            <a:avLst/>
            <a:gdLst/>
            <a:ahLst/>
            <a:cxnLst/>
            <a:rect l="l" t="t" r="r" b="b"/>
            <a:pathLst>
              <a:path w="4037" h="15363" extrusionOk="0">
                <a:moveTo>
                  <a:pt x="1979" y="1"/>
                </a:moveTo>
                <a:cubicBezTo>
                  <a:pt x="1836" y="1"/>
                  <a:pt x="1693" y="36"/>
                  <a:pt x="1568" y="105"/>
                </a:cubicBezTo>
                <a:cubicBezTo>
                  <a:pt x="1401" y="205"/>
                  <a:pt x="668" y="605"/>
                  <a:pt x="501" y="739"/>
                </a:cubicBezTo>
                <a:cubicBezTo>
                  <a:pt x="167" y="972"/>
                  <a:pt x="0" y="1339"/>
                  <a:pt x="34" y="1740"/>
                </a:cubicBezTo>
                <a:lnTo>
                  <a:pt x="34" y="12581"/>
                </a:lnTo>
                <a:cubicBezTo>
                  <a:pt x="67" y="13615"/>
                  <a:pt x="601" y="14582"/>
                  <a:pt x="1468" y="15183"/>
                </a:cubicBezTo>
                <a:cubicBezTo>
                  <a:pt x="1648" y="15303"/>
                  <a:pt x="1840" y="15363"/>
                  <a:pt x="2037" y="15363"/>
                </a:cubicBezTo>
                <a:cubicBezTo>
                  <a:pt x="2169" y="15363"/>
                  <a:pt x="2302" y="15336"/>
                  <a:pt x="2435" y="15283"/>
                </a:cubicBezTo>
                <a:cubicBezTo>
                  <a:pt x="2636" y="15183"/>
                  <a:pt x="3336" y="14749"/>
                  <a:pt x="3536" y="14649"/>
                </a:cubicBezTo>
                <a:cubicBezTo>
                  <a:pt x="3870" y="14415"/>
                  <a:pt x="4037" y="14015"/>
                  <a:pt x="3970" y="13615"/>
                </a:cubicBezTo>
                <a:lnTo>
                  <a:pt x="3970" y="2774"/>
                </a:lnTo>
                <a:cubicBezTo>
                  <a:pt x="3937" y="1740"/>
                  <a:pt x="3403" y="772"/>
                  <a:pt x="2536" y="205"/>
                </a:cubicBezTo>
                <a:cubicBezTo>
                  <a:pt x="2380" y="69"/>
                  <a:pt x="2179" y="1"/>
                  <a:pt x="1979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41">
            <a:extLst>
              <a:ext uri="{FF2B5EF4-FFF2-40B4-BE49-F238E27FC236}">
                <a16:creationId xmlns:a16="http://schemas.microsoft.com/office/drawing/2014/main" id="{D51E8034-B0E5-C356-806B-C556EE3EA1B7}"/>
              </a:ext>
            </a:extLst>
          </p:cNvPr>
          <p:cNvSpPr/>
          <p:nvPr/>
        </p:nvSpPr>
        <p:spPr>
          <a:xfrm>
            <a:off x="913649" y="2476196"/>
            <a:ext cx="44290" cy="227714"/>
          </a:xfrm>
          <a:custGeom>
            <a:avLst/>
            <a:gdLst/>
            <a:ahLst/>
            <a:cxnLst/>
            <a:rect l="l" t="t" r="r" b="b"/>
            <a:pathLst>
              <a:path w="2870" h="14756" extrusionOk="0">
                <a:moveTo>
                  <a:pt x="823" y="1"/>
                </a:moveTo>
                <a:cubicBezTo>
                  <a:pt x="334" y="1"/>
                  <a:pt x="1" y="422"/>
                  <a:pt x="1" y="1124"/>
                </a:cubicBezTo>
                <a:lnTo>
                  <a:pt x="1" y="11965"/>
                </a:lnTo>
                <a:cubicBezTo>
                  <a:pt x="34" y="12999"/>
                  <a:pt x="568" y="13966"/>
                  <a:pt x="1435" y="14567"/>
                </a:cubicBezTo>
                <a:cubicBezTo>
                  <a:pt x="1655" y="14695"/>
                  <a:pt x="1862" y="14755"/>
                  <a:pt x="2047" y="14755"/>
                </a:cubicBezTo>
                <a:cubicBezTo>
                  <a:pt x="2536" y="14755"/>
                  <a:pt x="2869" y="14334"/>
                  <a:pt x="2869" y="13633"/>
                </a:cubicBezTo>
                <a:lnTo>
                  <a:pt x="2869" y="2791"/>
                </a:lnTo>
                <a:cubicBezTo>
                  <a:pt x="2836" y="1724"/>
                  <a:pt x="2302" y="790"/>
                  <a:pt x="1435" y="190"/>
                </a:cubicBezTo>
                <a:cubicBezTo>
                  <a:pt x="1215" y="61"/>
                  <a:pt x="1008" y="1"/>
                  <a:pt x="82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1">
            <a:extLst>
              <a:ext uri="{FF2B5EF4-FFF2-40B4-BE49-F238E27FC236}">
                <a16:creationId xmlns:a16="http://schemas.microsoft.com/office/drawing/2014/main" id="{9BB74A77-2DAA-0CA1-9F7E-B5FA84853B3D}"/>
              </a:ext>
            </a:extLst>
          </p:cNvPr>
          <p:cNvSpPr/>
          <p:nvPr/>
        </p:nvSpPr>
        <p:spPr>
          <a:xfrm>
            <a:off x="913140" y="2759048"/>
            <a:ext cx="62299" cy="237112"/>
          </a:xfrm>
          <a:custGeom>
            <a:avLst/>
            <a:gdLst/>
            <a:ahLst/>
            <a:cxnLst/>
            <a:rect l="l" t="t" r="r" b="b"/>
            <a:pathLst>
              <a:path w="4037" h="15365" extrusionOk="0">
                <a:moveTo>
                  <a:pt x="1995" y="0"/>
                </a:moveTo>
                <a:cubicBezTo>
                  <a:pt x="1846" y="0"/>
                  <a:pt x="1698" y="35"/>
                  <a:pt x="1568" y="107"/>
                </a:cubicBezTo>
                <a:cubicBezTo>
                  <a:pt x="1401" y="207"/>
                  <a:pt x="668" y="607"/>
                  <a:pt x="501" y="741"/>
                </a:cubicBezTo>
                <a:cubicBezTo>
                  <a:pt x="167" y="974"/>
                  <a:pt x="0" y="1341"/>
                  <a:pt x="34" y="1741"/>
                </a:cubicBezTo>
                <a:lnTo>
                  <a:pt x="34" y="12583"/>
                </a:lnTo>
                <a:cubicBezTo>
                  <a:pt x="100" y="13617"/>
                  <a:pt x="601" y="14584"/>
                  <a:pt x="1468" y="15184"/>
                </a:cubicBezTo>
                <a:cubicBezTo>
                  <a:pt x="1648" y="15305"/>
                  <a:pt x="1840" y="15365"/>
                  <a:pt x="2037" y="15365"/>
                </a:cubicBezTo>
                <a:cubicBezTo>
                  <a:pt x="2169" y="15365"/>
                  <a:pt x="2302" y="15338"/>
                  <a:pt x="2435" y="15284"/>
                </a:cubicBezTo>
                <a:cubicBezTo>
                  <a:pt x="2636" y="15184"/>
                  <a:pt x="3336" y="14751"/>
                  <a:pt x="3536" y="14651"/>
                </a:cubicBezTo>
                <a:cubicBezTo>
                  <a:pt x="3870" y="14417"/>
                  <a:pt x="4037" y="14017"/>
                  <a:pt x="3970" y="13617"/>
                </a:cubicBezTo>
                <a:lnTo>
                  <a:pt x="3970" y="2776"/>
                </a:lnTo>
                <a:cubicBezTo>
                  <a:pt x="3937" y="1741"/>
                  <a:pt x="3403" y="774"/>
                  <a:pt x="2536" y="174"/>
                </a:cubicBezTo>
                <a:cubicBezTo>
                  <a:pt x="2384" y="60"/>
                  <a:pt x="2189" y="0"/>
                  <a:pt x="1995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1">
            <a:extLst>
              <a:ext uri="{FF2B5EF4-FFF2-40B4-BE49-F238E27FC236}">
                <a16:creationId xmlns:a16="http://schemas.microsoft.com/office/drawing/2014/main" id="{7B430809-415F-4D10-9025-301446F80729}"/>
              </a:ext>
            </a:extLst>
          </p:cNvPr>
          <p:cNvSpPr/>
          <p:nvPr/>
        </p:nvSpPr>
        <p:spPr>
          <a:xfrm>
            <a:off x="913649" y="2768585"/>
            <a:ext cx="44290" cy="227698"/>
          </a:xfrm>
          <a:custGeom>
            <a:avLst/>
            <a:gdLst/>
            <a:ahLst/>
            <a:cxnLst/>
            <a:rect l="l" t="t" r="r" b="b"/>
            <a:pathLst>
              <a:path w="2870" h="14755" extrusionOk="0">
                <a:moveTo>
                  <a:pt x="823" y="1"/>
                </a:moveTo>
                <a:cubicBezTo>
                  <a:pt x="334" y="1"/>
                  <a:pt x="1" y="422"/>
                  <a:pt x="1" y="1123"/>
                </a:cubicBezTo>
                <a:lnTo>
                  <a:pt x="1" y="11965"/>
                </a:lnTo>
                <a:cubicBezTo>
                  <a:pt x="34" y="12999"/>
                  <a:pt x="568" y="13966"/>
                  <a:pt x="1435" y="14566"/>
                </a:cubicBezTo>
                <a:cubicBezTo>
                  <a:pt x="1655" y="14695"/>
                  <a:pt x="1862" y="14755"/>
                  <a:pt x="2047" y="14755"/>
                </a:cubicBezTo>
                <a:cubicBezTo>
                  <a:pt x="2536" y="14755"/>
                  <a:pt x="2869" y="14334"/>
                  <a:pt x="2869" y="13632"/>
                </a:cubicBezTo>
                <a:lnTo>
                  <a:pt x="2869" y="2791"/>
                </a:lnTo>
                <a:cubicBezTo>
                  <a:pt x="2836" y="1724"/>
                  <a:pt x="2302" y="757"/>
                  <a:pt x="1435" y="189"/>
                </a:cubicBezTo>
                <a:cubicBezTo>
                  <a:pt x="1215" y="61"/>
                  <a:pt x="1008" y="1"/>
                  <a:pt x="82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41">
            <a:extLst>
              <a:ext uri="{FF2B5EF4-FFF2-40B4-BE49-F238E27FC236}">
                <a16:creationId xmlns:a16="http://schemas.microsoft.com/office/drawing/2014/main" id="{CA07E2DE-4247-E811-359B-1E0B2DE879BB}"/>
              </a:ext>
            </a:extLst>
          </p:cNvPr>
          <p:cNvSpPr/>
          <p:nvPr/>
        </p:nvSpPr>
        <p:spPr>
          <a:xfrm>
            <a:off x="1187504" y="1921650"/>
            <a:ext cx="883864" cy="2513198"/>
          </a:xfrm>
          <a:custGeom>
            <a:avLst/>
            <a:gdLst/>
            <a:ahLst/>
            <a:cxnLst/>
            <a:rect l="l" t="t" r="r" b="b"/>
            <a:pathLst>
              <a:path w="57275" h="162857" extrusionOk="0">
                <a:moveTo>
                  <a:pt x="54171" y="0"/>
                </a:moveTo>
                <a:cubicBezTo>
                  <a:pt x="53679" y="0"/>
                  <a:pt x="53125" y="158"/>
                  <a:pt x="52538" y="499"/>
                </a:cubicBezTo>
                <a:lnTo>
                  <a:pt x="52238" y="699"/>
                </a:lnTo>
                <a:lnTo>
                  <a:pt x="38395" y="8672"/>
                </a:lnTo>
                <a:cubicBezTo>
                  <a:pt x="38328" y="8705"/>
                  <a:pt x="38328" y="8705"/>
                  <a:pt x="38295" y="8738"/>
                </a:cubicBezTo>
                <a:cubicBezTo>
                  <a:pt x="37794" y="9105"/>
                  <a:pt x="37494" y="9672"/>
                  <a:pt x="37461" y="10273"/>
                </a:cubicBezTo>
                <a:cubicBezTo>
                  <a:pt x="37394" y="10940"/>
                  <a:pt x="37027" y="11540"/>
                  <a:pt x="36460" y="11907"/>
                </a:cubicBezTo>
                <a:lnTo>
                  <a:pt x="19948" y="21447"/>
                </a:lnTo>
                <a:lnTo>
                  <a:pt x="19915" y="21447"/>
                </a:lnTo>
                <a:cubicBezTo>
                  <a:pt x="19948" y="21214"/>
                  <a:pt x="19848" y="21014"/>
                  <a:pt x="19648" y="20880"/>
                </a:cubicBezTo>
                <a:lnTo>
                  <a:pt x="18714" y="20313"/>
                </a:lnTo>
                <a:cubicBezTo>
                  <a:pt x="18622" y="20274"/>
                  <a:pt x="18530" y="20255"/>
                  <a:pt x="18440" y="20255"/>
                </a:cubicBezTo>
                <a:cubicBezTo>
                  <a:pt x="18302" y="20255"/>
                  <a:pt x="18168" y="20299"/>
                  <a:pt x="18047" y="20380"/>
                </a:cubicBezTo>
                <a:lnTo>
                  <a:pt x="17113" y="20914"/>
                </a:lnTo>
                <a:lnTo>
                  <a:pt x="2970" y="29086"/>
                </a:lnTo>
                <a:cubicBezTo>
                  <a:pt x="2769" y="29220"/>
                  <a:pt x="2569" y="29353"/>
                  <a:pt x="2369" y="29520"/>
                </a:cubicBezTo>
                <a:lnTo>
                  <a:pt x="2069" y="29753"/>
                </a:lnTo>
                <a:cubicBezTo>
                  <a:pt x="835" y="30954"/>
                  <a:pt x="101" y="32555"/>
                  <a:pt x="1" y="34257"/>
                </a:cubicBezTo>
                <a:lnTo>
                  <a:pt x="1" y="160180"/>
                </a:lnTo>
                <a:cubicBezTo>
                  <a:pt x="1" y="161114"/>
                  <a:pt x="334" y="161781"/>
                  <a:pt x="868" y="162115"/>
                </a:cubicBezTo>
                <a:lnTo>
                  <a:pt x="1835" y="162648"/>
                </a:lnTo>
                <a:cubicBezTo>
                  <a:pt x="2058" y="162787"/>
                  <a:pt x="2315" y="162857"/>
                  <a:pt x="2597" y="162857"/>
                </a:cubicBezTo>
                <a:cubicBezTo>
                  <a:pt x="2992" y="162857"/>
                  <a:pt x="3437" y="162721"/>
                  <a:pt x="3904" y="162448"/>
                </a:cubicBezTo>
                <a:lnTo>
                  <a:pt x="54239" y="133394"/>
                </a:lnTo>
                <a:cubicBezTo>
                  <a:pt x="56007" y="132260"/>
                  <a:pt x="57142" y="130325"/>
                  <a:pt x="57275" y="128257"/>
                </a:cubicBezTo>
                <a:lnTo>
                  <a:pt x="57275" y="3234"/>
                </a:lnTo>
                <a:cubicBezTo>
                  <a:pt x="57275" y="2033"/>
                  <a:pt x="56841" y="1200"/>
                  <a:pt x="56174" y="799"/>
                </a:cubicBezTo>
                <a:lnTo>
                  <a:pt x="55173" y="266"/>
                </a:lnTo>
                <a:cubicBezTo>
                  <a:pt x="54885" y="92"/>
                  <a:pt x="54546" y="0"/>
                  <a:pt x="541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41">
            <a:extLst>
              <a:ext uri="{FF2B5EF4-FFF2-40B4-BE49-F238E27FC236}">
                <a16:creationId xmlns:a16="http://schemas.microsoft.com/office/drawing/2014/main" id="{D006CDEA-97F0-B2BB-E7F3-B94AE02705BA}"/>
              </a:ext>
            </a:extLst>
          </p:cNvPr>
          <p:cNvSpPr/>
          <p:nvPr/>
        </p:nvSpPr>
        <p:spPr>
          <a:xfrm>
            <a:off x="1188029" y="2401382"/>
            <a:ext cx="64351" cy="2033728"/>
          </a:xfrm>
          <a:custGeom>
            <a:avLst/>
            <a:gdLst/>
            <a:ahLst/>
            <a:cxnLst/>
            <a:rect l="l" t="t" r="r" b="b"/>
            <a:pathLst>
              <a:path w="4170" h="131787" extrusionOk="0">
                <a:moveTo>
                  <a:pt x="1001" y="1"/>
                </a:moveTo>
                <a:cubicBezTo>
                  <a:pt x="367" y="935"/>
                  <a:pt x="33" y="2035"/>
                  <a:pt x="0" y="3170"/>
                </a:cubicBezTo>
                <a:lnTo>
                  <a:pt x="0" y="129126"/>
                </a:lnTo>
                <a:cubicBezTo>
                  <a:pt x="0" y="130060"/>
                  <a:pt x="300" y="130728"/>
                  <a:pt x="867" y="131028"/>
                </a:cubicBezTo>
                <a:lnTo>
                  <a:pt x="1801" y="131595"/>
                </a:lnTo>
                <a:cubicBezTo>
                  <a:pt x="2023" y="131720"/>
                  <a:pt x="2279" y="131787"/>
                  <a:pt x="2563" y="131787"/>
                </a:cubicBezTo>
                <a:cubicBezTo>
                  <a:pt x="2962" y="131787"/>
                  <a:pt x="3415" y="131654"/>
                  <a:pt x="3903" y="131361"/>
                </a:cubicBezTo>
                <a:lnTo>
                  <a:pt x="4170" y="131228"/>
                </a:lnTo>
                <a:lnTo>
                  <a:pt x="4170" y="130961"/>
                </a:lnTo>
                <a:lnTo>
                  <a:pt x="3803" y="131228"/>
                </a:lnTo>
                <a:cubicBezTo>
                  <a:pt x="3436" y="131428"/>
                  <a:pt x="3002" y="131561"/>
                  <a:pt x="2569" y="131595"/>
                </a:cubicBezTo>
                <a:cubicBezTo>
                  <a:pt x="2168" y="131595"/>
                  <a:pt x="1801" y="131428"/>
                  <a:pt x="1568" y="131094"/>
                </a:cubicBezTo>
                <a:cubicBezTo>
                  <a:pt x="1268" y="130694"/>
                  <a:pt x="1101" y="130160"/>
                  <a:pt x="1134" y="129660"/>
                </a:cubicBezTo>
                <a:lnTo>
                  <a:pt x="1134" y="3737"/>
                </a:lnTo>
                <a:cubicBezTo>
                  <a:pt x="1168" y="2636"/>
                  <a:pt x="1535" y="1568"/>
                  <a:pt x="2135" y="668"/>
                </a:cubicBezTo>
                <a:lnTo>
                  <a:pt x="1001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1">
            <a:extLst>
              <a:ext uri="{FF2B5EF4-FFF2-40B4-BE49-F238E27FC236}">
                <a16:creationId xmlns:a16="http://schemas.microsoft.com/office/drawing/2014/main" id="{5A649502-3A8B-56EA-C36F-9817380F4F48}"/>
              </a:ext>
            </a:extLst>
          </p:cNvPr>
          <p:cNvSpPr/>
          <p:nvPr/>
        </p:nvSpPr>
        <p:spPr>
          <a:xfrm>
            <a:off x="1759921" y="2063701"/>
            <a:ext cx="28842" cy="42222"/>
          </a:xfrm>
          <a:custGeom>
            <a:avLst/>
            <a:gdLst/>
            <a:ahLst/>
            <a:cxnLst/>
            <a:rect l="l" t="t" r="r" b="b"/>
            <a:pathLst>
              <a:path w="1869" h="2736" extrusionOk="0">
                <a:moveTo>
                  <a:pt x="735" y="0"/>
                </a:moveTo>
                <a:cubicBezTo>
                  <a:pt x="501" y="301"/>
                  <a:pt x="368" y="701"/>
                  <a:pt x="368" y="1068"/>
                </a:cubicBezTo>
                <a:cubicBezTo>
                  <a:pt x="334" y="1435"/>
                  <a:pt x="234" y="1768"/>
                  <a:pt x="1" y="2068"/>
                </a:cubicBezTo>
                <a:lnTo>
                  <a:pt x="1168" y="2736"/>
                </a:lnTo>
                <a:cubicBezTo>
                  <a:pt x="1369" y="2402"/>
                  <a:pt x="1502" y="2002"/>
                  <a:pt x="1535" y="1635"/>
                </a:cubicBezTo>
                <a:cubicBezTo>
                  <a:pt x="1535" y="1268"/>
                  <a:pt x="1669" y="934"/>
                  <a:pt x="1869" y="667"/>
                </a:cubicBezTo>
                <a:lnTo>
                  <a:pt x="73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1">
            <a:extLst>
              <a:ext uri="{FF2B5EF4-FFF2-40B4-BE49-F238E27FC236}">
                <a16:creationId xmlns:a16="http://schemas.microsoft.com/office/drawing/2014/main" id="{5F47ECC7-970E-105B-5173-690CDC2E838E}"/>
              </a:ext>
            </a:extLst>
          </p:cNvPr>
          <p:cNvSpPr/>
          <p:nvPr/>
        </p:nvSpPr>
        <p:spPr>
          <a:xfrm>
            <a:off x="1205004" y="1933455"/>
            <a:ext cx="862768" cy="2498244"/>
          </a:xfrm>
          <a:custGeom>
            <a:avLst/>
            <a:gdLst/>
            <a:ahLst/>
            <a:cxnLst/>
            <a:rect l="l" t="t" r="r" b="b"/>
            <a:pathLst>
              <a:path w="55908" h="161888" extrusionOk="0">
                <a:moveTo>
                  <a:pt x="54039" y="1"/>
                </a:moveTo>
                <a:cubicBezTo>
                  <a:pt x="53472" y="34"/>
                  <a:pt x="52939" y="201"/>
                  <a:pt x="52472" y="501"/>
                </a:cubicBezTo>
                <a:lnTo>
                  <a:pt x="52171" y="668"/>
                </a:lnTo>
                <a:lnTo>
                  <a:pt x="38328" y="8674"/>
                </a:lnTo>
                <a:cubicBezTo>
                  <a:pt x="38295" y="8674"/>
                  <a:pt x="38262" y="8674"/>
                  <a:pt x="38262" y="8707"/>
                </a:cubicBezTo>
                <a:cubicBezTo>
                  <a:pt x="37828" y="9041"/>
                  <a:pt x="37528" y="9541"/>
                  <a:pt x="37494" y="10075"/>
                </a:cubicBezTo>
                <a:cubicBezTo>
                  <a:pt x="37461" y="10842"/>
                  <a:pt x="37061" y="11509"/>
                  <a:pt x="36427" y="11909"/>
                </a:cubicBezTo>
                <a:lnTo>
                  <a:pt x="19915" y="21416"/>
                </a:lnTo>
                <a:cubicBezTo>
                  <a:pt x="19748" y="21516"/>
                  <a:pt x="19548" y="21583"/>
                  <a:pt x="19348" y="21583"/>
                </a:cubicBezTo>
                <a:cubicBezTo>
                  <a:pt x="18881" y="21583"/>
                  <a:pt x="18547" y="21183"/>
                  <a:pt x="18614" y="20749"/>
                </a:cubicBezTo>
                <a:cubicBezTo>
                  <a:pt x="18614" y="20616"/>
                  <a:pt x="18581" y="20282"/>
                  <a:pt x="18314" y="20282"/>
                </a:cubicBezTo>
                <a:cubicBezTo>
                  <a:pt x="18214" y="20315"/>
                  <a:pt x="18114" y="20349"/>
                  <a:pt x="18014" y="20382"/>
                </a:cubicBezTo>
                <a:lnTo>
                  <a:pt x="17080" y="20916"/>
                </a:lnTo>
                <a:lnTo>
                  <a:pt x="2903" y="29088"/>
                </a:lnTo>
                <a:cubicBezTo>
                  <a:pt x="2703" y="29222"/>
                  <a:pt x="2503" y="29355"/>
                  <a:pt x="2336" y="29489"/>
                </a:cubicBezTo>
                <a:lnTo>
                  <a:pt x="2136" y="29655"/>
                </a:lnTo>
                <a:lnTo>
                  <a:pt x="2069" y="29756"/>
                </a:lnTo>
                <a:cubicBezTo>
                  <a:pt x="868" y="30856"/>
                  <a:pt x="134" y="32424"/>
                  <a:pt x="34" y="34059"/>
                </a:cubicBezTo>
                <a:lnTo>
                  <a:pt x="34" y="159982"/>
                </a:lnTo>
                <a:cubicBezTo>
                  <a:pt x="1" y="160482"/>
                  <a:pt x="134" y="160983"/>
                  <a:pt x="435" y="161416"/>
                </a:cubicBezTo>
                <a:cubicBezTo>
                  <a:pt x="682" y="161695"/>
                  <a:pt x="1015" y="161887"/>
                  <a:pt x="1382" y="161887"/>
                </a:cubicBezTo>
                <a:cubicBezTo>
                  <a:pt x="1410" y="161887"/>
                  <a:pt x="1439" y="161886"/>
                  <a:pt x="1469" y="161883"/>
                </a:cubicBezTo>
                <a:cubicBezTo>
                  <a:pt x="1902" y="161883"/>
                  <a:pt x="2336" y="161750"/>
                  <a:pt x="2703" y="161517"/>
                </a:cubicBezTo>
                <a:lnTo>
                  <a:pt x="53039" y="132462"/>
                </a:lnTo>
                <a:cubicBezTo>
                  <a:pt x="54740" y="131328"/>
                  <a:pt x="55807" y="129494"/>
                  <a:pt x="55907" y="127492"/>
                </a:cubicBezTo>
                <a:lnTo>
                  <a:pt x="55907" y="2469"/>
                </a:lnTo>
                <a:cubicBezTo>
                  <a:pt x="55907" y="968"/>
                  <a:pt x="55207" y="1"/>
                  <a:pt x="54039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41">
            <a:extLst>
              <a:ext uri="{FF2B5EF4-FFF2-40B4-BE49-F238E27FC236}">
                <a16:creationId xmlns:a16="http://schemas.microsoft.com/office/drawing/2014/main" id="{AE42CB2E-C803-6B31-A863-5956FE29C823}"/>
              </a:ext>
            </a:extLst>
          </p:cNvPr>
          <p:cNvSpPr/>
          <p:nvPr/>
        </p:nvSpPr>
        <p:spPr>
          <a:xfrm>
            <a:off x="2094531" y="3013443"/>
            <a:ext cx="427773" cy="186850"/>
          </a:xfrm>
          <a:custGeom>
            <a:avLst/>
            <a:gdLst/>
            <a:ahLst/>
            <a:cxnLst/>
            <a:rect l="l" t="t" r="r" b="b"/>
            <a:pathLst>
              <a:path w="27720" h="12108" extrusionOk="0">
                <a:moveTo>
                  <a:pt x="24217" y="0"/>
                </a:moveTo>
                <a:cubicBezTo>
                  <a:pt x="18850" y="5244"/>
                  <a:pt x="13338" y="7108"/>
                  <a:pt x="8726" y="7108"/>
                </a:cubicBezTo>
                <a:cubicBezTo>
                  <a:pt x="7090" y="7108"/>
                  <a:pt x="5566" y="6874"/>
                  <a:pt x="4203" y="6472"/>
                </a:cubicBezTo>
                <a:cubicBezTo>
                  <a:pt x="4032" y="6423"/>
                  <a:pt x="3861" y="6392"/>
                  <a:pt x="3690" y="6392"/>
                </a:cubicBezTo>
                <a:cubicBezTo>
                  <a:pt x="3628" y="6392"/>
                  <a:pt x="3565" y="6396"/>
                  <a:pt x="3503" y="6405"/>
                </a:cubicBezTo>
                <a:cubicBezTo>
                  <a:pt x="2102" y="6672"/>
                  <a:pt x="934" y="7539"/>
                  <a:pt x="334" y="8807"/>
                </a:cubicBezTo>
                <a:cubicBezTo>
                  <a:pt x="0" y="9574"/>
                  <a:pt x="167" y="10208"/>
                  <a:pt x="701" y="10508"/>
                </a:cubicBezTo>
                <a:cubicBezTo>
                  <a:pt x="767" y="10508"/>
                  <a:pt x="801" y="10541"/>
                  <a:pt x="834" y="10541"/>
                </a:cubicBezTo>
                <a:cubicBezTo>
                  <a:pt x="3114" y="11506"/>
                  <a:pt x="5831" y="12107"/>
                  <a:pt x="8805" y="12107"/>
                </a:cubicBezTo>
                <a:cubicBezTo>
                  <a:pt x="14575" y="12107"/>
                  <a:pt x="21315" y="9843"/>
                  <a:pt x="27720" y="3570"/>
                </a:cubicBezTo>
                <a:lnTo>
                  <a:pt x="24217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41">
            <a:extLst>
              <a:ext uri="{FF2B5EF4-FFF2-40B4-BE49-F238E27FC236}">
                <a16:creationId xmlns:a16="http://schemas.microsoft.com/office/drawing/2014/main" id="{43DC75D0-0E00-764D-076A-3E701959386A}"/>
              </a:ext>
            </a:extLst>
          </p:cNvPr>
          <p:cNvSpPr/>
          <p:nvPr/>
        </p:nvSpPr>
        <p:spPr>
          <a:xfrm>
            <a:off x="2506131" y="3036869"/>
            <a:ext cx="132514" cy="51111"/>
          </a:xfrm>
          <a:custGeom>
            <a:avLst/>
            <a:gdLst/>
            <a:ahLst/>
            <a:cxnLst/>
            <a:rect l="l" t="t" r="r" b="b"/>
            <a:pathLst>
              <a:path w="8587" h="3312" extrusionOk="0">
                <a:moveTo>
                  <a:pt x="7526" y="0"/>
                </a:moveTo>
                <a:cubicBezTo>
                  <a:pt x="7293" y="0"/>
                  <a:pt x="7056" y="79"/>
                  <a:pt x="6852" y="250"/>
                </a:cubicBezTo>
                <a:cubicBezTo>
                  <a:pt x="6099" y="890"/>
                  <a:pt x="5155" y="1222"/>
                  <a:pt x="4206" y="1222"/>
                </a:cubicBezTo>
                <a:cubicBezTo>
                  <a:pt x="3472" y="1222"/>
                  <a:pt x="2736" y="1024"/>
                  <a:pt x="2082" y="617"/>
                </a:cubicBezTo>
                <a:cubicBezTo>
                  <a:pt x="1895" y="508"/>
                  <a:pt x="1711" y="461"/>
                  <a:pt x="1539" y="461"/>
                </a:cubicBezTo>
                <a:cubicBezTo>
                  <a:pt x="604" y="461"/>
                  <a:pt x="1" y="1860"/>
                  <a:pt x="1014" y="2452"/>
                </a:cubicBezTo>
                <a:cubicBezTo>
                  <a:pt x="1993" y="3028"/>
                  <a:pt x="3084" y="3311"/>
                  <a:pt x="4171" y="3311"/>
                </a:cubicBezTo>
                <a:cubicBezTo>
                  <a:pt x="5603" y="3311"/>
                  <a:pt x="7029" y="2819"/>
                  <a:pt x="8186" y="1851"/>
                </a:cubicBezTo>
                <a:cubicBezTo>
                  <a:pt x="8453" y="1618"/>
                  <a:pt x="8587" y="1251"/>
                  <a:pt x="8553" y="917"/>
                </a:cubicBezTo>
                <a:cubicBezTo>
                  <a:pt x="8485" y="351"/>
                  <a:pt x="8018" y="0"/>
                  <a:pt x="7526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41">
            <a:extLst>
              <a:ext uri="{FF2B5EF4-FFF2-40B4-BE49-F238E27FC236}">
                <a16:creationId xmlns:a16="http://schemas.microsoft.com/office/drawing/2014/main" id="{BDAB6AA9-E5AF-B650-73E6-FB68BF14BF51}"/>
              </a:ext>
            </a:extLst>
          </p:cNvPr>
          <p:cNvSpPr/>
          <p:nvPr/>
        </p:nvSpPr>
        <p:spPr>
          <a:xfrm>
            <a:off x="2420886" y="2966592"/>
            <a:ext cx="148270" cy="148270"/>
          </a:xfrm>
          <a:custGeom>
            <a:avLst/>
            <a:gdLst/>
            <a:ahLst/>
            <a:cxnLst/>
            <a:rect l="l" t="t" r="r" b="b"/>
            <a:pathLst>
              <a:path w="9608" h="9608" extrusionOk="0">
                <a:moveTo>
                  <a:pt x="4804" y="1"/>
                </a:moveTo>
                <a:cubicBezTo>
                  <a:pt x="2169" y="1"/>
                  <a:pt x="0" y="2136"/>
                  <a:pt x="0" y="4804"/>
                </a:cubicBezTo>
                <a:cubicBezTo>
                  <a:pt x="0" y="7473"/>
                  <a:pt x="2169" y="9608"/>
                  <a:pt x="4804" y="9608"/>
                </a:cubicBezTo>
                <a:cubicBezTo>
                  <a:pt x="7472" y="9608"/>
                  <a:pt x="9607" y="7473"/>
                  <a:pt x="9607" y="4804"/>
                </a:cubicBezTo>
                <a:cubicBezTo>
                  <a:pt x="9607" y="2136"/>
                  <a:pt x="7472" y="1"/>
                  <a:pt x="480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41">
            <a:extLst>
              <a:ext uri="{FF2B5EF4-FFF2-40B4-BE49-F238E27FC236}">
                <a16:creationId xmlns:a16="http://schemas.microsoft.com/office/drawing/2014/main" id="{BEC571CC-0511-6435-B22D-CD139C984ECF}"/>
              </a:ext>
            </a:extLst>
          </p:cNvPr>
          <p:cNvSpPr/>
          <p:nvPr/>
        </p:nvSpPr>
        <p:spPr>
          <a:xfrm>
            <a:off x="2414373" y="2978953"/>
            <a:ext cx="171248" cy="136156"/>
          </a:xfrm>
          <a:custGeom>
            <a:avLst/>
            <a:gdLst/>
            <a:ahLst/>
            <a:cxnLst/>
            <a:rect l="l" t="t" r="r" b="b"/>
            <a:pathLst>
              <a:path w="11097" h="8823" extrusionOk="0">
                <a:moveTo>
                  <a:pt x="7894" y="0"/>
                </a:moveTo>
                <a:lnTo>
                  <a:pt x="7894" y="0"/>
                </a:lnTo>
                <a:cubicBezTo>
                  <a:pt x="8595" y="534"/>
                  <a:pt x="9496" y="2969"/>
                  <a:pt x="7461" y="4937"/>
                </a:cubicBezTo>
                <a:cubicBezTo>
                  <a:pt x="6617" y="5733"/>
                  <a:pt x="5533" y="6081"/>
                  <a:pt x="4471" y="6081"/>
                </a:cubicBezTo>
                <a:cubicBezTo>
                  <a:pt x="2551" y="6081"/>
                  <a:pt x="704" y="4945"/>
                  <a:pt x="489" y="3269"/>
                </a:cubicBezTo>
                <a:lnTo>
                  <a:pt x="489" y="3269"/>
                </a:lnTo>
                <a:cubicBezTo>
                  <a:pt x="0" y="6311"/>
                  <a:pt x="2452" y="8822"/>
                  <a:pt x="5253" y="8822"/>
                </a:cubicBezTo>
                <a:cubicBezTo>
                  <a:pt x="5892" y="8822"/>
                  <a:pt x="6549" y="8692"/>
                  <a:pt x="7194" y="8406"/>
                </a:cubicBezTo>
                <a:cubicBezTo>
                  <a:pt x="10696" y="6872"/>
                  <a:pt x="11097" y="2069"/>
                  <a:pt x="7894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41">
            <a:extLst>
              <a:ext uri="{FF2B5EF4-FFF2-40B4-BE49-F238E27FC236}">
                <a16:creationId xmlns:a16="http://schemas.microsoft.com/office/drawing/2014/main" id="{8ED96D9C-39E3-4249-8DA8-6972B2B46F59}"/>
              </a:ext>
            </a:extLst>
          </p:cNvPr>
          <p:cNvSpPr/>
          <p:nvPr/>
        </p:nvSpPr>
        <p:spPr>
          <a:xfrm>
            <a:off x="2431179" y="2985450"/>
            <a:ext cx="40169" cy="54459"/>
          </a:xfrm>
          <a:custGeom>
            <a:avLst/>
            <a:gdLst/>
            <a:ahLst/>
            <a:cxnLst/>
            <a:rect l="l" t="t" r="r" b="b"/>
            <a:pathLst>
              <a:path w="2603" h="3529" extrusionOk="0">
                <a:moveTo>
                  <a:pt x="2381" y="1"/>
                </a:moveTo>
                <a:cubicBezTo>
                  <a:pt x="2354" y="1"/>
                  <a:pt x="2327" y="5"/>
                  <a:pt x="2302" y="13"/>
                </a:cubicBezTo>
                <a:cubicBezTo>
                  <a:pt x="1602" y="46"/>
                  <a:pt x="1068" y="580"/>
                  <a:pt x="601" y="1114"/>
                </a:cubicBezTo>
                <a:cubicBezTo>
                  <a:pt x="568" y="1147"/>
                  <a:pt x="534" y="1181"/>
                  <a:pt x="534" y="1247"/>
                </a:cubicBezTo>
                <a:cubicBezTo>
                  <a:pt x="368" y="1481"/>
                  <a:pt x="234" y="1748"/>
                  <a:pt x="167" y="2048"/>
                </a:cubicBezTo>
                <a:cubicBezTo>
                  <a:pt x="34" y="2348"/>
                  <a:pt x="1" y="2715"/>
                  <a:pt x="101" y="3015"/>
                </a:cubicBezTo>
                <a:cubicBezTo>
                  <a:pt x="188" y="3335"/>
                  <a:pt x="453" y="3528"/>
                  <a:pt x="762" y="3528"/>
                </a:cubicBezTo>
                <a:cubicBezTo>
                  <a:pt x="808" y="3528"/>
                  <a:pt x="854" y="3524"/>
                  <a:pt x="901" y="3516"/>
                </a:cubicBezTo>
                <a:cubicBezTo>
                  <a:pt x="1235" y="3416"/>
                  <a:pt x="1368" y="3049"/>
                  <a:pt x="1468" y="2715"/>
                </a:cubicBezTo>
                <a:cubicBezTo>
                  <a:pt x="1735" y="1914"/>
                  <a:pt x="2102" y="1114"/>
                  <a:pt x="2536" y="380"/>
                </a:cubicBezTo>
                <a:cubicBezTo>
                  <a:pt x="2569" y="313"/>
                  <a:pt x="2602" y="213"/>
                  <a:pt x="2569" y="113"/>
                </a:cubicBezTo>
                <a:cubicBezTo>
                  <a:pt x="2544" y="38"/>
                  <a:pt x="2463" y="1"/>
                  <a:pt x="2381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41">
            <a:extLst>
              <a:ext uri="{FF2B5EF4-FFF2-40B4-BE49-F238E27FC236}">
                <a16:creationId xmlns:a16="http://schemas.microsoft.com/office/drawing/2014/main" id="{8B87004F-85F3-C94E-63A0-C3DD8E944B44}"/>
              </a:ext>
            </a:extLst>
          </p:cNvPr>
          <p:cNvSpPr/>
          <p:nvPr/>
        </p:nvSpPr>
        <p:spPr>
          <a:xfrm>
            <a:off x="2478153" y="2907519"/>
            <a:ext cx="96666" cy="100817"/>
          </a:xfrm>
          <a:custGeom>
            <a:avLst/>
            <a:gdLst/>
            <a:ahLst/>
            <a:cxnLst/>
            <a:rect l="l" t="t" r="r" b="b"/>
            <a:pathLst>
              <a:path w="6264" h="6533" extrusionOk="0">
                <a:moveTo>
                  <a:pt x="5160" y="0"/>
                </a:moveTo>
                <a:cubicBezTo>
                  <a:pt x="5084" y="0"/>
                  <a:pt x="5007" y="9"/>
                  <a:pt x="4929" y="26"/>
                </a:cubicBezTo>
                <a:cubicBezTo>
                  <a:pt x="2327" y="593"/>
                  <a:pt x="392" y="2728"/>
                  <a:pt x="92" y="5363"/>
                </a:cubicBezTo>
                <a:cubicBezTo>
                  <a:pt x="1" y="6113"/>
                  <a:pt x="591" y="6532"/>
                  <a:pt x="1171" y="6532"/>
                </a:cubicBezTo>
                <a:cubicBezTo>
                  <a:pt x="1648" y="6532"/>
                  <a:pt x="2118" y="6248"/>
                  <a:pt x="2194" y="5630"/>
                </a:cubicBezTo>
                <a:cubicBezTo>
                  <a:pt x="2394" y="3862"/>
                  <a:pt x="3661" y="2428"/>
                  <a:pt x="5396" y="2061"/>
                </a:cubicBezTo>
                <a:cubicBezTo>
                  <a:pt x="5930" y="1927"/>
                  <a:pt x="6263" y="1460"/>
                  <a:pt x="6197" y="927"/>
                </a:cubicBezTo>
                <a:lnTo>
                  <a:pt x="6163" y="927"/>
                </a:lnTo>
                <a:cubicBezTo>
                  <a:pt x="6105" y="375"/>
                  <a:pt x="5668" y="0"/>
                  <a:pt x="516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41">
            <a:extLst>
              <a:ext uri="{FF2B5EF4-FFF2-40B4-BE49-F238E27FC236}">
                <a16:creationId xmlns:a16="http://schemas.microsoft.com/office/drawing/2014/main" id="{8186CCF7-683B-309B-6E61-C34164D5120C}"/>
              </a:ext>
            </a:extLst>
          </p:cNvPr>
          <p:cNvSpPr/>
          <p:nvPr/>
        </p:nvSpPr>
        <p:spPr>
          <a:xfrm>
            <a:off x="1413489" y="3040727"/>
            <a:ext cx="818494" cy="854003"/>
          </a:xfrm>
          <a:custGeom>
            <a:avLst/>
            <a:gdLst/>
            <a:ahLst/>
            <a:cxnLst/>
            <a:rect l="l" t="t" r="r" b="b"/>
            <a:pathLst>
              <a:path w="53039" h="55340" extrusionOk="0"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45166" y="55340"/>
                  <a:pt x="53038" y="17913"/>
                  <a:pt x="53038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B7F37344-1DA0-AAB9-01F3-9D0F3203915A}"/>
              </a:ext>
            </a:extLst>
          </p:cNvPr>
          <p:cNvSpPr/>
          <p:nvPr/>
        </p:nvSpPr>
        <p:spPr>
          <a:xfrm>
            <a:off x="1413489" y="3040727"/>
            <a:ext cx="818494" cy="854003"/>
          </a:xfrm>
          <a:custGeom>
            <a:avLst/>
            <a:gdLst/>
            <a:ahLst/>
            <a:cxnLst/>
            <a:rect l="l" t="t" r="r" b="b"/>
            <a:pathLst>
              <a:path w="53039" h="55340" extrusionOk="0"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45166" y="55340"/>
                  <a:pt x="53038" y="17913"/>
                  <a:pt x="53038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41">
            <a:extLst>
              <a:ext uri="{FF2B5EF4-FFF2-40B4-BE49-F238E27FC236}">
                <a16:creationId xmlns:a16="http://schemas.microsoft.com/office/drawing/2014/main" id="{E0AF52DB-BFE6-3EB7-E776-92A853DEA15E}"/>
              </a:ext>
            </a:extLst>
          </p:cNvPr>
          <p:cNvSpPr/>
          <p:nvPr/>
        </p:nvSpPr>
        <p:spPr>
          <a:xfrm>
            <a:off x="1867512" y="3040727"/>
            <a:ext cx="364981" cy="348515"/>
          </a:xfrm>
          <a:custGeom>
            <a:avLst/>
            <a:gdLst/>
            <a:ahLst/>
            <a:cxnLst/>
            <a:rect l="l" t="t" r="r" b="b"/>
            <a:pathLst>
              <a:path w="23651" h="22584" extrusionOk="0">
                <a:moveTo>
                  <a:pt x="23617" y="0"/>
                </a:moveTo>
                <a:cubicBezTo>
                  <a:pt x="22884" y="10775"/>
                  <a:pt x="19915" y="18113"/>
                  <a:pt x="15211" y="20715"/>
                </a:cubicBezTo>
                <a:cubicBezTo>
                  <a:pt x="14244" y="21249"/>
                  <a:pt x="13068" y="21516"/>
                  <a:pt x="11838" y="21516"/>
                </a:cubicBezTo>
                <a:cubicBezTo>
                  <a:pt x="10608" y="21516"/>
                  <a:pt x="9324" y="21249"/>
                  <a:pt x="8140" y="20715"/>
                </a:cubicBezTo>
                <a:cubicBezTo>
                  <a:pt x="4170" y="18847"/>
                  <a:pt x="1435" y="14411"/>
                  <a:pt x="1035" y="12276"/>
                </a:cubicBezTo>
                <a:lnTo>
                  <a:pt x="1" y="12476"/>
                </a:lnTo>
                <a:cubicBezTo>
                  <a:pt x="468" y="14878"/>
                  <a:pt x="3370" y="19648"/>
                  <a:pt x="7706" y="21649"/>
                </a:cubicBezTo>
                <a:cubicBezTo>
                  <a:pt x="9107" y="22250"/>
                  <a:pt x="10608" y="22550"/>
                  <a:pt x="12143" y="22583"/>
                </a:cubicBezTo>
                <a:cubicBezTo>
                  <a:pt x="13410" y="22583"/>
                  <a:pt x="14644" y="22250"/>
                  <a:pt x="15712" y="21649"/>
                </a:cubicBezTo>
                <a:cubicBezTo>
                  <a:pt x="18947" y="19881"/>
                  <a:pt x="21382" y="16078"/>
                  <a:pt x="22917" y="10641"/>
                </a:cubicBezTo>
                <a:cubicBezTo>
                  <a:pt x="23384" y="7105"/>
                  <a:pt x="23617" y="3570"/>
                  <a:pt x="2365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82197422-FF05-57E4-AF7C-82671F75E98D}"/>
              </a:ext>
            </a:extLst>
          </p:cNvPr>
          <p:cNvSpPr/>
          <p:nvPr/>
        </p:nvSpPr>
        <p:spPr>
          <a:xfrm>
            <a:off x="1963776" y="3196698"/>
            <a:ext cx="154952" cy="646042"/>
          </a:xfrm>
          <a:custGeom>
            <a:avLst/>
            <a:gdLst/>
            <a:ahLst/>
            <a:cxnLst/>
            <a:rect l="l" t="t" r="r" b="b"/>
            <a:pathLst>
              <a:path w="10041" h="41864" extrusionOk="0">
                <a:moveTo>
                  <a:pt x="9207" y="1"/>
                </a:moveTo>
                <a:cubicBezTo>
                  <a:pt x="9207" y="18714"/>
                  <a:pt x="6105" y="32724"/>
                  <a:pt x="0" y="41864"/>
                </a:cubicBezTo>
                <a:cubicBezTo>
                  <a:pt x="801" y="41230"/>
                  <a:pt x="1535" y="40530"/>
                  <a:pt x="2235" y="39829"/>
                </a:cubicBezTo>
                <a:cubicBezTo>
                  <a:pt x="7406" y="30556"/>
                  <a:pt x="10041" y="17280"/>
                  <a:pt x="10041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1">
            <a:extLst>
              <a:ext uri="{FF2B5EF4-FFF2-40B4-BE49-F238E27FC236}">
                <a16:creationId xmlns:a16="http://schemas.microsoft.com/office/drawing/2014/main" id="{DE5C4906-0890-D8C8-1B3D-FEAA23A69AA1}"/>
              </a:ext>
            </a:extLst>
          </p:cNvPr>
          <p:cNvSpPr/>
          <p:nvPr/>
        </p:nvSpPr>
        <p:spPr>
          <a:xfrm>
            <a:off x="1413489" y="3040727"/>
            <a:ext cx="644515" cy="854003"/>
          </a:xfrm>
          <a:custGeom>
            <a:avLst/>
            <a:gdLst/>
            <a:ahLst/>
            <a:cxnLst/>
            <a:rect l="l" t="t" r="r" b="b"/>
            <a:pathLst>
              <a:path w="41765" h="55340" extrusionOk="0">
                <a:moveTo>
                  <a:pt x="41764" y="44832"/>
                </a:moveTo>
                <a:cubicBezTo>
                  <a:pt x="41763" y="44834"/>
                  <a:pt x="41762" y="44836"/>
                  <a:pt x="41760" y="44838"/>
                </a:cubicBezTo>
                <a:lnTo>
                  <a:pt x="41760" y="44838"/>
                </a:lnTo>
                <a:cubicBezTo>
                  <a:pt x="41763" y="44834"/>
                  <a:pt x="41764" y="44832"/>
                  <a:pt x="41764" y="44832"/>
                </a:cubicBezTo>
                <a:close/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32789" y="55340"/>
                  <a:pt x="37825" y="51139"/>
                  <a:pt x="41760" y="44838"/>
                </a:cubicBezTo>
                <a:lnTo>
                  <a:pt x="41760" y="44838"/>
                </a:lnTo>
                <a:cubicBezTo>
                  <a:pt x="41617" y="45028"/>
                  <a:pt x="36831" y="50438"/>
                  <a:pt x="31144" y="50438"/>
                </a:cubicBezTo>
                <a:cubicBezTo>
                  <a:pt x="29083" y="50438"/>
                  <a:pt x="26904" y="49728"/>
                  <a:pt x="24785" y="47801"/>
                </a:cubicBezTo>
                <a:cubicBezTo>
                  <a:pt x="16679" y="40463"/>
                  <a:pt x="15145" y="19047"/>
                  <a:pt x="17413" y="14377"/>
                </a:cubicBezTo>
                <a:lnTo>
                  <a:pt x="17413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41">
            <a:extLst>
              <a:ext uri="{FF2B5EF4-FFF2-40B4-BE49-F238E27FC236}">
                <a16:creationId xmlns:a16="http://schemas.microsoft.com/office/drawing/2014/main" id="{8CC8ACD8-6D8A-F05F-693A-5A531FDEB8A5}"/>
              </a:ext>
            </a:extLst>
          </p:cNvPr>
          <p:cNvSpPr/>
          <p:nvPr/>
        </p:nvSpPr>
        <p:spPr>
          <a:xfrm>
            <a:off x="1413489" y="2803801"/>
            <a:ext cx="818494" cy="472834"/>
          </a:xfrm>
          <a:custGeom>
            <a:avLst/>
            <a:gdLst/>
            <a:ahLst/>
            <a:cxnLst/>
            <a:rect l="l" t="t" r="r" b="b"/>
            <a:pathLst>
              <a:path w="53039" h="30640" extrusionOk="0">
                <a:moveTo>
                  <a:pt x="26532" y="1"/>
                </a:moveTo>
                <a:cubicBezTo>
                  <a:pt x="19748" y="1"/>
                  <a:pt x="12960" y="1493"/>
                  <a:pt x="7773" y="4479"/>
                </a:cubicBezTo>
                <a:cubicBezTo>
                  <a:pt x="2602" y="7481"/>
                  <a:pt x="1" y="11384"/>
                  <a:pt x="1" y="15320"/>
                </a:cubicBezTo>
                <a:cubicBezTo>
                  <a:pt x="1" y="19256"/>
                  <a:pt x="2602" y="23192"/>
                  <a:pt x="7773" y="26161"/>
                </a:cubicBezTo>
                <a:cubicBezTo>
                  <a:pt x="12943" y="29146"/>
                  <a:pt x="19731" y="30639"/>
                  <a:pt x="26519" y="30639"/>
                </a:cubicBezTo>
                <a:cubicBezTo>
                  <a:pt x="33308" y="30639"/>
                  <a:pt x="40096" y="29146"/>
                  <a:pt x="45266" y="26161"/>
                </a:cubicBezTo>
                <a:cubicBezTo>
                  <a:pt x="50470" y="23192"/>
                  <a:pt x="53038" y="19256"/>
                  <a:pt x="53038" y="15320"/>
                </a:cubicBezTo>
                <a:cubicBezTo>
                  <a:pt x="53038" y="11384"/>
                  <a:pt x="50470" y="7481"/>
                  <a:pt x="45266" y="4479"/>
                </a:cubicBezTo>
                <a:cubicBezTo>
                  <a:pt x="40096" y="1493"/>
                  <a:pt x="33316" y="1"/>
                  <a:pt x="26532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41">
            <a:extLst>
              <a:ext uri="{FF2B5EF4-FFF2-40B4-BE49-F238E27FC236}">
                <a16:creationId xmlns:a16="http://schemas.microsoft.com/office/drawing/2014/main" id="{AA135213-166E-0BA9-1E47-305483C42DD8}"/>
              </a:ext>
            </a:extLst>
          </p:cNvPr>
          <p:cNvSpPr/>
          <p:nvPr/>
        </p:nvSpPr>
        <p:spPr>
          <a:xfrm>
            <a:off x="1413489" y="2803801"/>
            <a:ext cx="818494" cy="472834"/>
          </a:xfrm>
          <a:custGeom>
            <a:avLst/>
            <a:gdLst/>
            <a:ahLst/>
            <a:cxnLst/>
            <a:rect l="l" t="t" r="r" b="b"/>
            <a:pathLst>
              <a:path w="53039" h="30640" extrusionOk="0">
                <a:moveTo>
                  <a:pt x="26532" y="1"/>
                </a:moveTo>
                <a:cubicBezTo>
                  <a:pt x="19748" y="1"/>
                  <a:pt x="12960" y="1493"/>
                  <a:pt x="7773" y="4479"/>
                </a:cubicBezTo>
                <a:cubicBezTo>
                  <a:pt x="2602" y="7481"/>
                  <a:pt x="1" y="11384"/>
                  <a:pt x="1" y="15320"/>
                </a:cubicBezTo>
                <a:cubicBezTo>
                  <a:pt x="1" y="19256"/>
                  <a:pt x="2602" y="23192"/>
                  <a:pt x="7773" y="26161"/>
                </a:cubicBezTo>
                <a:cubicBezTo>
                  <a:pt x="12943" y="29146"/>
                  <a:pt x="19731" y="30639"/>
                  <a:pt x="26519" y="30639"/>
                </a:cubicBezTo>
                <a:cubicBezTo>
                  <a:pt x="33308" y="30639"/>
                  <a:pt x="40096" y="29146"/>
                  <a:pt x="45266" y="26161"/>
                </a:cubicBezTo>
                <a:cubicBezTo>
                  <a:pt x="50470" y="23192"/>
                  <a:pt x="53038" y="19256"/>
                  <a:pt x="53038" y="15320"/>
                </a:cubicBezTo>
                <a:cubicBezTo>
                  <a:pt x="53038" y="11384"/>
                  <a:pt x="50470" y="7481"/>
                  <a:pt x="45266" y="4479"/>
                </a:cubicBezTo>
                <a:cubicBezTo>
                  <a:pt x="40096" y="1493"/>
                  <a:pt x="33316" y="1"/>
                  <a:pt x="26532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41">
            <a:extLst>
              <a:ext uri="{FF2B5EF4-FFF2-40B4-BE49-F238E27FC236}">
                <a16:creationId xmlns:a16="http://schemas.microsoft.com/office/drawing/2014/main" id="{2470BDD0-3490-485E-07A4-7FFC4551A8D0}"/>
              </a:ext>
            </a:extLst>
          </p:cNvPr>
          <p:cNvSpPr/>
          <p:nvPr/>
        </p:nvSpPr>
        <p:spPr>
          <a:xfrm>
            <a:off x="1413489" y="2804310"/>
            <a:ext cx="771643" cy="472927"/>
          </a:xfrm>
          <a:custGeom>
            <a:avLst/>
            <a:gdLst/>
            <a:ahLst/>
            <a:cxnLst/>
            <a:rect l="l" t="t" r="r" b="b"/>
            <a:pathLst>
              <a:path w="50003" h="30646" extrusionOk="0">
                <a:moveTo>
                  <a:pt x="26503" y="1"/>
                </a:moveTo>
                <a:cubicBezTo>
                  <a:pt x="19715" y="1"/>
                  <a:pt x="12926" y="1494"/>
                  <a:pt x="7739" y="4479"/>
                </a:cubicBezTo>
                <a:cubicBezTo>
                  <a:pt x="2569" y="7481"/>
                  <a:pt x="1" y="11384"/>
                  <a:pt x="1" y="15320"/>
                </a:cubicBezTo>
                <a:cubicBezTo>
                  <a:pt x="1" y="19256"/>
                  <a:pt x="2569" y="23159"/>
                  <a:pt x="7739" y="26161"/>
                </a:cubicBezTo>
                <a:cubicBezTo>
                  <a:pt x="12925" y="29155"/>
                  <a:pt x="19717" y="30645"/>
                  <a:pt x="26500" y="30645"/>
                </a:cubicBezTo>
                <a:cubicBezTo>
                  <a:pt x="31281" y="30645"/>
                  <a:pt x="36057" y="29905"/>
                  <a:pt x="40263" y="28430"/>
                </a:cubicBezTo>
                <a:lnTo>
                  <a:pt x="40263" y="28430"/>
                </a:lnTo>
                <a:cubicBezTo>
                  <a:pt x="37286" y="29345"/>
                  <a:pt x="34054" y="29765"/>
                  <a:pt x="30928" y="29765"/>
                </a:cubicBezTo>
                <a:cubicBezTo>
                  <a:pt x="23124" y="29765"/>
                  <a:pt x="15988" y="27151"/>
                  <a:pt x="15178" y="23126"/>
                </a:cubicBezTo>
                <a:lnTo>
                  <a:pt x="15178" y="23126"/>
                </a:lnTo>
                <a:cubicBezTo>
                  <a:pt x="17785" y="24208"/>
                  <a:pt x="22064" y="25024"/>
                  <a:pt x="26762" y="25024"/>
                </a:cubicBezTo>
                <a:cubicBezTo>
                  <a:pt x="33363" y="25024"/>
                  <a:pt x="40791" y="23411"/>
                  <a:pt x="45566" y="18656"/>
                </a:cubicBezTo>
                <a:cubicBezTo>
                  <a:pt x="48569" y="15787"/>
                  <a:pt x="50003" y="11684"/>
                  <a:pt x="49436" y="7581"/>
                </a:cubicBezTo>
                <a:cubicBezTo>
                  <a:pt x="48168" y="6381"/>
                  <a:pt x="46767" y="5346"/>
                  <a:pt x="45266" y="4479"/>
                </a:cubicBezTo>
                <a:cubicBezTo>
                  <a:pt x="40079" y="1494"/>
                  <a:pt x="33291" y="1"/>
                  <a:pt x="2650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41">
            <a:extLst>
              <a:ext uri="{FF2B5EF4-FFF2-40B4-BE49-F238E27FC236}">
                <a16:creationId xmlns:a16="http://schemas.microsoft.com/office/drawing/2014/main" id="{3C3A4851-50FE-C0F2-2F91-F8958EDFB153}"/>
              </a:ext>
            </a:extLst>
          </p:cNvPr>
          <p:cNvSpPr/>
          <p:nvPr/>
        </p:nvSpPr>
        <p:spPr>
          <a:xfrm>
            <a:off x="1334215" y="3210910"/>
            <a:ext cx="267698" cy="280321"/>
          </a:xfrm>
          <a:custGeom>
            <a:avLst/>
            <a:gdLst/>
            <a:ahLst/>
            <a:cxnLst/>
            <a:rect l="l" t="t" r="r" b="b"/>
            <a:pathLst>
              <a:path w="17347" h="18165" extrusionOk="0">
                <a:moveTo>
                  <a:pt x="7548" y="1"/>
                </a:moveTo>
                <a:cubicBezTo>
                  <a:pt x="6888" y="1"/>
                  <a:pt x="6289" y="154"/>
                  <a:pt x="5771" y="447"/>
                </a:cubicBezTo>
                <a:cubicBezTo>
                  <a:pt x="1402" y="3182"/>
                  <a:pt x="1" y="8887"/>
                  <a:pt x="2569" y="13356"/>
                </a:cubicBezTo>
                <a:cubicBezTo>
                  <a:pt x="4336" y="16432"/>
                  <a:pt x="7572" y="18165"/>
                  <a:pt x="10896" y="18165"/>
                </a:cubicBezTo>
                <a:cubicBezTo>
                  <a:pt x="12404" y="18165"/>
                  <a:pt x="13929" y="17808"/>
                  <a:pt x="15345" y="17059"/>
                </a:cubicBezTo>
                <a:cubicBezTo>
                  <a:pt x="16579" y="16325"/>
                  <a:pt x="17346" y="14824"/>
                  <a:pt x="17346" y="12656"/>
                </a:cubicBezTo>
                <a:cubicBezTo>
                  <a:pt x="17346" y="8319"/>
                  <a:pt x="14311" y="3082"/>
                  <a:pt x="10575" y="914"/>
                </a:cubicBezTo>
                <a:cubicBezTo>
                  <a:pt x="9490" y="294"/>
                  <a:pt x="8461" y="1"/>
                  <a:pt x="7548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41">
            <a:extLst>
              <a:ext uri="{FF2B5EF4-FFF2-40B4-BE49-F238E27FC236}">
                <a16:creationId xmlns:a16="http://schemas.microsoft.com/office/drawing/2014/main" id="{9C7649C3-1CE6-2947-9FAC-1926AA523150}"/>
              </a:ext>
            </a:extLst>
          </p:cNvPr>
          <p:cNvSpPr/>
          <p:nvPr/>
        </p:nvSpPr>
        <p:spPr>
          <a:xfrm>
            <a:off x="1338737" y="3327452"/>
            <a:ext cx="263176" cy="166649"/>
          </a:xfrm>
          <a:custGeom>
            <a:avLst/>
            <a:gdLst/>
            <a:ahLst/>
            <a:cxnLst/>
            <a:rect l="l" t="t" r="r" b="b"/>
            <a:pathLst>
              <a:path w="17054" h="10799" extrusionOk="0">
                <a:moveTo>
                  <a:pt x="775" y="0"/>
                </a:moveTo>
                <a:lnTo>
                  <a:pt x="775" y="0"/>
                </a:lnTo>
                <a:cubicBezTo>
                  <a:pt x="0" y="6069"/>
                  <a:pt x="4863" y="10798"/>
                  <a:pt x="10288" y="10798"/>
                </a:cubicBezTo>
                <a:cubicBezTo>
                  <a:pt x="11870" y="10798"/>
                  <a:pt x="13500" y="10396"/>
                  <a:pt x="15052" y="9507"/>
                </a:cubicBezTo>
                <a:cubicBezTo>
                  <a:pt x="16286" y="8773"/>
                  <a:pt x="17053" y="7272"/>
                  <a:pt x="17053" y="5104"/>
                </a:cubicBezTo>
                <a:cubicBezTo>
                  <a:pt x="17020" y="4170"/>
                  <a:pt x="16920" y="3269"/>
                  <a:pt x="16686" y="2369"/>
                </a:cubicBezTo>
                <a:cubicBezTo>
                  <a:pt x="16686" y="5104"/>
                  <a:pt x="15018" y="7906"/>
                  <a:pt x="9781" y="8373"/>
                </a:cubicBezTo>
                <a:cubicBezTo>
                  <a:pt x="9531" y="8395"/>
                  <a:pt x="9285" y="8406"/>
                  <a:pt x="9042" y="8406"/>
                </a:cubicBezTo>
                <a:cubicBezTo>
                  <a:pt x="4525" y="8406"/>
                  <a:pt x="1313" y="4654"/>
                  <a:pt x="775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41">
            <a:extLst>
              <a:ext uri="{FF2B5EF4-FFF2-40B4-BE49-F238E27FC236}">
                <a16:creationId xmlns:a16="http://schemas.microsoft.com/office/drawing/2014/main" id="{9ABE58DC-2056-FD39-940E-6CEEBB3A0EB9}"/>
              </a:ext>
            </a:extLst>
          </p:cNvPr>
          <p:cNvSpPr/>
          <p:nvPr/>
        </p:nvSpPr>
        <p:spPr>
          <a:xfrm>
            <a:off x="1369215" y="3341264"/>
            <a:ext cx="83934" cy="108270"/>
          </a:xfrm>
          <a:custGeom>
            <a:avLst/>
            <a:gdLst/>
            <a:ahLst/>
            <a:cxnLst/>
            <a:rect l="l" t="t" r="r" b="b"/>
            <a:pathLst>
              <a:path w="5439" h="7016" extrusionOk="0">
                <a:moveTo>
                  <a:pt x="1517" y="1"/>
                </a:moveTo>
                <a:cubicBezTo>
                  <a:pt x="621" y="1"/>
                  <a:pt x="1" y="711"/>
                  <a:pt x="1" y="1941"/>
                </a:cubicBezTo>
                <a:cubicBezTo>
                  <a:pt x="101" y="3842"/>
                  <a:pt x="1135" y="5610"/>
                  <a:pt x="2736" y="6644"/>
                </a:cubicBezTo>
                <a:cubicBezTo>
                  <a:pt x="3173" y="6896"/>
                  <a:pt x="3584" y="7016"/>
                  <a:pt x="3948" y="7016"/>
                </a:cubicBezTo>
                <a:cubicBezTo>
                  <a:pt x="4834" y="7016"/>
                  <a:pt x="5438" y="6306"/>
                  <a:pt x="5438" y="5076"/>
                </a:cubicBezTo>
                <a:cubicBezTo>
                  <a:pt x="5338" y="3175"/>
                  <a:pt x="4337" y="1407"/>
                  <a:pt x="2736" y="373"/>
                </a:cubicBezTo>
                <a:cubicBezTo>
                  <a:pt x="2299" y="120"/>
                  <a:pt x="1885" y="1"/>
                  <a:pt x="151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41">
            <a:extLst>
              <a:ext uri="{FF2B5EF4-FFF2-40B4-BE49-F238E27FC236}">
                <a16:creationId xmlns:a16="http://schemas.microsoft.com/office/drawing/2014/main" id="{37251F2F-30AE-0450-3A35-C98BBEDC47A0}"/>
              </a:ext>
            </a:extLst>
          </p:cNvPr>
          <p:cNvSpPr/>
          <p:nvPr/>
        </p:nvSpPr>
        <p:spPr>
          <a:xfrm>
            <a:off x="1384153" y="3341341"/>
            <a:ext cx="69505" cy="99443"/>
          </a:xfrm>
          <a:custGeom>
            <a:avLst/>
            <a:gdLst/>
            <a:ahLst/>
            <a:cxnLst/>
            <a:rect l="l" t="t" r="r" b="b"/>
            <a:pathLst>
              <a:path w="4504" h="6444" extrusionOk="0">
                <a:moveTo>
                  <a:pt x="400" y="1"/>
                </a:moveTo>
                <a:cubicBezTo>
                  <a:pt x="134" y="435"/>
                  <a:pt x="0" y="902"/>
                  <a:pt x="34" y="1369"/>
                </a:cubicBezTo>
                <a:cubicBezTo>
                  <a:pt x="134" y="3270"/>
                  <a:pt x="1134" y="5038"/>
                  <a:pt x="2735" y="6072"/>
                </a:cubicBezTo>
                <a:cubicBezTo>
                  <a:pt x="3095" y="6312"/>
                  <a:pt x="3509" y="6444"/>
                  <a:pt x="3953" y="6444"/>
                </a:cubicBezTo>
                <a:cubicBezTo>
                  <a:pt x="4002" y="6444"/>
                  <a:pt x="4053" y="6442"/>
                  <a:pt x="4103" y="6439"/>
                </a:cubicBezTo>
                <a:cubicBezTo>
                  <a:pt x="4370" y="6039"/>
                  <a:pt x="4503" y="5538"/>
                  <a:pt x="4470" y="5071"/>
                </a:cubicBezTo>
                <a:cubicBezTo>
                  <a:pt x="4370" y="3170"/>
                  <a:pt x="3369" y="1402"/>
                  <a:pt x="1768" y="368"/>
                </a:cubicBezTo>
                <a:cubicBezTo>
                  <a:pt x="1334" y="101"/>
                  <a:pt x="867" y="1"/>
                  <a:pt x="400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1">
            <a:extLst>
              <a:ext uri="{FF2B5EF4-FFF2-40B4-BE49-F238E27FC236}">
                <a16:creationId xmlns:a16="http://schemas.microsoft.com/office/drawing/2014/main" id="{208B05EF-C573-42A0-8028-5FE997FCA6DA}"/>
              </a:ext>
            </a:extLst>
          </p:cNvPr>
          <p:cNvSpPr/>
          <p:nvPr/>
        </p:nvSpPr>
        <p:spPr>
          <a:xfrm>
            <a:off x="1386206" y="3377899"/>
            <a:ext cx="67453" cy="62885"/>
          </a:xfrm>
          <a:custGeom>
            <a:avLst/>
            <a:gdLst/>
            <a:ahLst/>
            <a:cxnLst/>
            <a:rect l="l" t="t" r="r" b="b"/>
            <a:pathLst>
              <a:path w="4371" h="4075" extrusionOk="0">
                <a:moveTo>
                  <a:pt x="1" y="0"/>
                </a:moveTo>
                <a:cubicBezTo>
                  <a:pt x="368" y="1535"/>
                  <a:pt x="1302" y="2836"/>
                  <a:pt x="2602" y="3703"/>
                </a:cubicBezTo>
                <a:cubicBezTo>
                  <a:pt x="2962" y="3943"/>
                  <a:pt x="3376" y="4075"/>
                  <a:pt x="3820" y="4075"/>
                </a:cubicBezTo>
                <a:cubicBezTo>
                  <a:pt x="3869" y="4075"/>
                  <a:pt x="3920" y="4073"/>
                  <a:pt x="3970" y="4070"/>
                </a:cubicBezTo>
                <a:cubicBezTo>
                  <a:pt x="4237" y="3670"/>
                  <a:pt x="4370" y="3169"/>
                  <a:pt x="4337" y="2702"/>
                </a:cubicBezTo>
                <a:cubicBezTo>
                  <a:pt x="4337" y="2235"/>
                  <a:pt x="4237" y="1768"/>
                  <a:pt x="4104" y="1335"/>
                </a:cubicBezTo>
                <a:cubicBezTo>
                  <a:pt x="3847" y="1807"/>
                  <a:pt x="3401" y="2001"/>
                  <a:pt x="2894" y="2001"/>
                </a:cubicBezTo>
                <a:cubicBezTo>
                  <a:pt x="1753" y="2001"/>
                  <a:pt x="301" y="1017"/>
                  <a:pt x="1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41">
            <a:extLst>
              <a:ext uri="{FF2B5EF4-FFF2-40B4-BE49-F238E27FC236}">
                <a16:creationId xmlns:a16="http://schemas.microsoft.com/office/drawing/2014/main" id="{659C9D5B-EA14-0B8F-6B94-C009A8B8C5DB}"/>
              </a:ext>
            </a:extLst>
          </p:cNvPr>
          <p:cNvSpPr/>
          <p:nvPr/>
        </p:nvSpPr>
        <p:spPr>
          <a:xfrm>
            <a:off x="1312595" y="3358486"/>
            <a:ext cx="189442" cy="433807"/>
          </a:xfrm>
          <a:custGeom>
            <a:avLst/>
            <a:gdLst/>
            <a:ahLst/>
            <a:cxnLst/>
            <a:rect l="l" t="t" r="r" b="b"/>
            <a:pathLst>
              <a:path w="12276" h="28111" extrusionOk="0">
                <a:moveTo>
                  <a:pt x="5505" y="0"/>
                </a:moveTo>
                <a:cubicBezTo>
                  <a:pt x="5150" y="0"/>
                  <a:pt x="4861" y="153"/>
                  <a:pt x="4671" y="458"/>
                </a:cubicBezTo>
                <a:cubicBezTo>
                  <a:pt x="4637" y="491"/>
                  <a:pt x="4604" y="524"/>
                  <a:pt x="4570" y="591"/>
                </a:cubicBezTo>
                <a:cubicBezTo>
                  <a:pt x="1001" y="6896"/>
                  <a:pt x="1" y="17303"/>
                  <a:pt x="8306" y="28111"/>
                </a:cubicBezTo>
                <a:lnTo>
                  <a:pt x="12276" y="25042"/>
                </a:lnTo>
                <a:cubicBezTo>
                  <a:pt x="6072" y="16970"/>
                  <a:pt x="6072" y="9397"/>
                  <a:pt x="8240" y="4427"/>
                </a:cubicBezTo>
                <a:cubicBezTo>
                  <a:pt x="8340" y="4194"/>
                  <a:pt x="8373" y="3927"/>
                  <a:pt x="8373" y="3693"/>
                </a:cubicBezTo>
                <a:cubicBezTo>
                  <a:pt x="8306" y="2292"/>
                  <a:pt x="7573" y="1025"/>
                  <a:pt x="6405" y="258"/>
                </a:cubicBezTo>
                <a:cubicBezTo>
                  <a:pt x="6076" y="86"/>
                  <a:pt x="5772" y="0"/>
                  <a:pt x="550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1">
            <a:extLst>
              <a:ext uri="{FF2B5EF4-FFF2-40B4-BE49-F238E27FC236}">
                <a16:creationId xmlns:a16="http://schemas.microsoft.com/office/drawing/2014/main" id="{E5BB1D3F-3BFB-81CC-4D36-C8C949A8D86E}"/>
              </a:ext>
            </a:extLst>
          </p:cNvPr>
          <p:cNvSpPr/>
          <p:nvPr/>
        </p:nvSpPr>
        <p:spPr>
          <a:xfrm>
            <a:off x="1407826" y="3784114"/>
            <a:ext cx="61851" cy="125029"/>
          </a:xfrm>
          <a:custGeom>
            <a:avLst/>
            <a:gdLst/>
            <a:ahLst/>
            <a:cxnLst/>
            <a:rect l="l" t="t" r="r" b="b"/>
            <a:pathLst>
              <a:path w="4008" h="8102" extrusionOk="0">
                <a:moveTo>
                  <a:pt x="2544" y="1"/>
                </a:moveTo>
                <a:cubicBezTo>
                  <a:pt x="2257" y="1"/>
                  <a:pt x="1965" y="127"/>
                  <a:pt x="1735" y="430"/>
                </a:cubicBezTo>
                <a:cubicBezTo>
                  <a:pt x="101" y="2531"/>
                  <a:pt x="1" y="5400"/>
                  <a:pt x="1468" y="7602"/>
                </a:cubicBezTo>
                <a:cubicBezTo>
                  <a:pt x="1668" y="7902"/>
                  <a:pt x="2002" y="8102"/>
                  <a:pt x="2336" y="8102"/>
                </a:cubicBezTo>
                <a:cubicBezTo>
                  <a:pt x="3170" y="8069"/>
                  <a:pt x="3670" y="7168"/>
                  <a:pt x="3236" y="6467"/>
                </a:cubicBezTo>
                <a:cubicBezTo>
                  <a:pt x="2236" y="5000"/>
                  <a:pt x="2302" y="3065"/>
                  <a:pt x="3403" y="1697"/>
                </a:cubicBezTo>
                <a:cubicBezTo>
                  <a:pt x="4007" y="875"/>
                  <a:pt x="3298" y="1"/>
                  <a:pt x="2544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41">
            <a:extLst>
              <a:ext uri="{FF2B5EF4-FFF2-40B4-BE49-F238E27FC236}">
                <a16:creationId xmlns:a16="http://schemas.microsoft.com/office/drawing/2014/main" id="{45E312A7-3F63-30F0-E804-44ED6A3A6D2A}"/>
              </a:ext>
            </a:extLst>
          </p:cNvPr>
          <p:cNvSpPr/>
          <p:nvPr/>
        </p:nvSpPr>
        <p:spPr>
          <a:xfrm>
            <a:off x="1387749" y="3694192"/>
            <a:ext cx="166804" cy="148332"/>
          </a:xfrm>
          <a:custGeom>
            <a:avLst/>
            <a:gdLst/>
            <a:ahLst/>
            <a:cxnLst/>
            <a:rect l="l" t="t" r="r" b="b"/>
            <a:pathLst>
              <a:path w="10809" h="9612" extrusionOk="0">
                <a:moveTo>
                  <a:pt x="5423" y="0"/>
                </a:moveTo>
                <a:cubicBezTo>
                  <a:pt x="4049" y="0"/>
                  <a:pt x="2684" y="585"/>
                  <a:pt x="1735" y="1720"/>
                </a:cubicBezTo>
                <a:cubicBezTo>
                  <a:pt x="1" y="3755"/>
                  <a:pt x="301" y="6790"/>
                  <a:pt x="2336" y="8492"/>
                </a:cubicBezTo>
                <a:cubicBezTo>
                  <a:pt x="3235" y="9244"/>
                  <a:pt x="4331" y="9611"/>
                  <a:pt x="5420" y="9611"/>
                </a:cubicBezTo>
                <a:cubicBezTo>
                  <a:pt x="6794" y="9611"/>
                  <a:pt x="8158" y="9026"/>
                  <a:pt x="9107" y="7891"/>
                </a:cubicBezTo>
                <a:cubicBezTo>
                  <a:pt x="10808" y="5856"/>
                  <a:pt x="10542" y="2821"/>
                  <a:pt x="8507" y="1120"/>
                </a:cubicBezTo>
                <a:cubicBezTo>
                  <a:pt x="7607" y="368"/>
                  <a:pt x="6512" y="0"/>
                  <a:pt x="5423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1">
            <a:extLst>
              <a:ext uri="{FF2B5EF4-FFF2-40B4-BE49-F238E27FC236}">
                <a16:creationId xmlns:a16="http://schemas.microsoft.com/office/drawing/2014/main" id="{F2322D97-BE3B-C3E0-79C5-FA11E0774B78}"/>
              </a:ext>
            </a:extLst>
          </p:cNvPr>
          <p:cNvSpPr/>
          <p:nvPr/>
        </p:nvSpPr>
        <p:spPr>
          <a:xfrm>
            <a:off x="1385264" y="3694007"/>
            <a:ext cx="143039" cy="148748"/>
          </a:xfrm>
          <a:custGeom>
            <a:avLst/>
            <a:gdLst/>
            <a:ahLst/>
            <a:cxnLst/>
            <a:rect l="l" t="t" r="r" b="b"/>
            <a:pathLst>
              <a:path w="9269" h="9639" extrusionOk="0">
                <a:moveTo>
                  <a:pt x="5535" y="0"/>
                </a:moveTo>
                <a:cubicBezTo>
                  <a:pt x="2452" y="0"/>
                  <a:pt x="0" y="3029"/>
                  <a:pt x="962" y="6235"/>
                </a:cubicBezTo>
                <a:cubicBezTo>
                  <a:pt x="1643" y="8418"/>
                  <a:pt x="3609" y="9639"/>
                  <a:pt x="5607" y="9639"/>
                </a:cubicBezTo>
                <a:cubicBezTo>
                  <a:pt x="6937" y="9639"/>
                  <a:pt x="8281" y="9097"/>
                  <a:pt x="9268" y="7937"/>
                </a:cubicBezTo>
                <a:lnTo>
                  <a:pt x="9235" y="7937"/>
                </a:lnTo>
                <a:cubicBezTo>
                  <a:pt x="8958" y="8229"/>
                  <a:pt x="8270" y="8514"/>
                  <a:pt x="7441" y="8514"/>
                </a:cubicBezTo>
                <a:cubicBezTo>
                  <a:pt x="6473" y="8514"/>
                  <a:pt x="5315" y="8125"/>
                  <a:pt x="4398" y="6903"/>
                </a:cubicBezTo>
                <a:cubicBezTo>
                  <a:pt x="2463" y="4301"/>
                  <a:pt x="4265" y="198"/>
                  <a:pt x="6900" y="198"/>
                </a:cubicBezTo>
                <a:cubicBezTo>
                  <a:pt x="6437" y="63"/>
                  <a:pt x="5980" y="0"/>
                  <a:pt x="5535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41">
            <a:extLst>
              <a:ext uri="{FF2B5EF4-FFF2-40B4-BE49-F238E27FC236}">
                <a16:creationId xmlns:a16="http://schemas.microsoft.com/office/drawing/2014/main" id="{999AD71F-F0F6-59EA-913D-B753F6A3EA8D}"/>
              </a:ext>
            </a:extLst>
          </p:cNvPr>
          <p:cNvSpPr/>
          <p:nvPr/>
        </p:nvSpPr>
        <p:spPr>
          <a:xfrm>
            <a:off x="1477840" y="3707170"/>
            <a:ext cx="52515" cy="43425"/>
          </a:xfrm>
          <a:custGeom>
            <a:avLst/>
            <a:gdLst/>
            <a:ahLst/>
            <a:cxnLst/>
            <a:rect l="l" t="t" r="r" b="b"/>
            <a:pathLst>
              <a:path w="3403" h="2814" extrusionOk="0">
                <a:moveTo>
                  <a:pt x="825" y="0"/>
                </a:moveTo>
                <a:cubicBezTo>
                  <a:pt x="751" y="0"/>
                  <a:pt x="676" y="4"/>
                  <a:pt x="601" y="12"/>
                </a:cubicBezTo>
                <a:cubicBezTo>
                  <a:pt x="267" y="79"/>
                  <a:pt x="0" y="379"/>
                  <a:pt x="34" y="746"/>
                </a:cubicBezTo>
                <a:cubicBezTo>
                  <a:pt x="100" y="1079"/>
                  <a:pt x="434" y="1246"/>
                  <a:pt x="734" y="1380"/>
                </a:cubicBezTo>
                <a:cubicBezTo>
                  <a:pt x="1535" y="1780"/>
                  <a:pt x="2268" y="2213"/>
                  <a:pt x="2969" y="2747"/>
                </a:cubicBezTo>
                <a:cubicBezTo>
                  <a:pt x="3036" y="2781"/>
                  <a:pt x="3102" y="2814"/>
                  <a:pt x="3202" y="2814"/>
                </a:cubicBezTo>
                <a:cubicBezTo>
                  <a:pt x="3303" y="2781"/>
                  <a:pt x="3336" y="2647"/>
                  <a:pt x="3336" y="2547"/>
                </a:cubicBezTo>
                <a:cubicBezTo>
                  <a:pt x="3403" y="1847"/>
                  <a:pt x="2902" y="1246"/>
                  <a:pt x="2435" y="746"/>
                </a:cubicBezTo>
                <a:cubicBezTo>
                  <a:pt x="2402" y="712"/>
                  <a:pt x="2369" y="679"/>
                  <a:pt x="2335" y="646"/>
                </a:cubicBezTo>
                <a:cubicBezTo>
                  <a:pt x="2102" y="446"/>
                  <a:pt x="1868" y="279"/>
                  <a:pt x="1568" y="179"/>
                </a:cubicBezTo>
                <a:cubicBezTo>
                  <a:pt x="1335" y="49"/>
                  <a:pt x="1082" y="0"/>
                  <a:pt x="82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41">
            <a:extLst>
              <a:ext uri="{FF2B5EF4-FFF2-40B4-BE49-F238E27FC236}">
                <a16:creationId xmlns:a16="http://schemas.microsoft.com/office/drawing/2014/main" id="{ED4E501E-A0A4-CDFC-18A6-6910BCF6780B}"/>
              </a:ext>
            </a:extLst>
          </p:cNvPr>
          <p:cNvSpPr/>
          <p:nvPr/>
        </p:nvSpPr>
        <p:spPr>
          <a:xfrm>
            <a:off x="1496374" y="3758775"/>
            <a:ext cx="100909" cy="101990"/>
          </a:xfrm>
          <a:custGeom>
            <a:avLst/>
            <a:gdLst/>
            <a:ahLst/>
            <a:cxnLst/>
            <a:rect l="l" t="t" r="r" b="b"/>
            <a:pathLst>
              <a:path w="6539" h="6609" extrusionOk="0">
                <a:moveTo>
                  <a:pt x="1448" y="0"/>
                </a:moveTo>
                <a:cubicBezTo>
                  <a:pt x="335" y="0"/>
                  <a:pt x="0" y="1763"/>
                  <a:pt x="1234" y="2072"/>
                </a:cubicBezTo>
                <a:cubicBezTo>
                  <a:pt x="2969" y="2472"/>
                  <a:pt x="4236" y="3940"/>
                  <a:pt x="4370" y="5708"/>
                </a:cubicBezTo>
                <a:cubicBezTo>
                  <a:pt x="4470" y="6208"/>
                  <a:pt x="4904" y="6608"/>
                  <a:pt x="5437" y="6608"/>
                </a:cubicBezTo>
                <a:lnTo>
                  <a:pt x="5537" y="6608"/>
                </a:lnTo>
                <a:cubicBezTo>
                  <a:pt x="6104" y="6542"/>
                  <a:pt x="6538" y="6041"/>
                  <a:pt x="6471" y="5474"/>
                </a:cubicBezTo>
                <a:cubicBezTo>
                  <a:pt x="6204" y="2839"/>
                  <a:pt x="4303" y="671"/>
                  <a:pt x="1735" y="37"/>
                </a:cubicBezTo>
                <a:cubicBezTo>
                  <a:pt x="1634" y="12"/>
                  <a:pt x="1538" y="0"/>
                  <a:pt x="144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1">
            <a:extLst>
              <a:ext uri="{FF2B5EF4-FFF2-40B4-BE49-F238E27FC236}">
                <a16:creationId xmlns:a16="http://schemas.microsoft.com/office/drawing/2014/main" id="{DB3FC839-D6F5-8C7B-3727-33B9BC7C5192}"/>
              </a:ext>
            </a:extLst>
          </p:cNvPr>
          <p:cNvSpPr/>
          <p:nvPr/>
        </p:nvSpPr>
        <p:spPr>
          <a:xfrm>
            <a:off x="1493272" y="2724141"/>
            <a:ext cx="659946" cy="441554"/>
          </a:xfrm>
          <a:custGeom>
            <a:avLst/>
            <a:gdLst/>
            <a:ahLst/>
            <a:cxnLst/>
            <a:rect l="l" t="t" r="r" b="b"/>
            <a:pathLst>
              <a:path w="42765" h="28613" extrusionOk="0">
                <a:moveTo>
                  <a:pt x="21379" y="1"/>
                </a:moveTo>
                <a:cubicBezTo>
                  <a:pt x="15904" y="1"/>
                  <a:pt x="10425" y="1201"/>
                  <a:pt x="6239" y="3603"/>
                </a:cubicBezTo>
                <a:cubicBezTo>
                  <a:pt x="2069" y="6038"/>
                  <a:pt x="1" y="9174"/>
                  <a:pt x="1" y="12343"/>
                </a:cubicBezTo>
                <a:lnTo>
                  <a:pt x="1" y="16246"/>
                </a:lnTo>
                <a:cubicBezTo>
                  <a:pt x="1" y="19414"/>
                  <a:pt x="2069" y="22583"/>
                  <a:pt x="6239" y="24985"/>
                </a:cubicBezTo>
                <a:cubicBezTo>
                  <a:pt x="10408" y="27404"/>
                  <a:pt x="15887" y="28613"/>
                  <a:pt x="21366" y="28613"/>
                </a:cubicBezTo>
                <a:cubicBezTo>
                  <a:pt x="26845" y="28613"/>
                  <a:pt x="32324" y="27404"/>
                  <a:pt x="36494" y="24985"/>
                </a:cubicBezTo>
                <a:cubicBezTo>
                  <a:pt x="40663" y="22583"/>
                  <a:pt x="42765" y="19414"/>
                  <a:pt x="42765" y="16246"/>
                </a:cubicBezTo>
                <a:lnTo>
                  <a:pt x="42765" y="12343"/>
                </a:lnTo>
                <a:cubicBezTo>
                  <a:pt x="42765" y="9174"/>
                  <a:pt x="40663" y="6038"/>
                  <a:pt x="36494" y="3603"/>
                </a:cubicBezTo>
                <a:cubicBezTo>
                  <a:pt x="32324" y="1201"/>
                  <a:pt x="26853" y="1"/>
                  <a:pt x="21379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41">
            <a:extLst>
              <a:ext uri="{FF2B5EF4-FFF2-40B4-BE49-F238E27FC236}">
                <a16:creationId xmlns:a16="http://schemas.microsoft.com/office/drawing/2014/main" id="{67354C9F-BD92-84F9-5EEB-4273B353439A}"/>
              </a:ext>
            </a:extLst>
          </p:cNvPr>
          <p:cNvSpPr/>
          <p:nvPr/>
        </p:nvSpPr>
        <p:spPr>
          <a:xfrm>
            <a:off x="1493272" y="2733925"/>
            <a:ext cx="381462" cy="431693"/>
          </a:xfrm>
          <a:custGeom>
            <a:avLst/>
            <a:gdLst/>
            <a:ahLst/>
            <a:cxnLst/>
            <a:rect l="l" t="t" r="r" b="b"/>
            <a:pathLst>
              <a:path w="24719" h="27974" extrusionOk="0">
                <a:moveTo>
                  <a:pt x="14578" y="0"/>
                </a:moveTo>
                <a:cubicBezTo>
                  <a:pt x="11643" y="534"/>
                  <a:pt x="8841" y="1535"/>
                  <a:pt x="6239" y="2969"/>
                </a:cubicBezTo>
                <a:cubicBezTo>
                  <a:pt x="2069" y="5404"/>
                  <a:pt x="1" y="8540"/>
                  <a:pt x="1" y="11709"/>
                </a:cubicBezTo>
                <a:lnTo>
                  <a:pt x="1" y="15612"/>
                </a:lnTo>
                <a:cubicBezTo>
                  <a:pt x="1" y="18780"/>
                  <a:pt x="2069" y="21949"/>
                  <a:pt x="6239" y="24351"/>
                </a:cubicBezTo>
                <a:cubicBezTo>
                  <a:pt x="10419" y="26760"/>
                  <a:pt x="15886" y="27973"/>
                  <a:pt x="21362" y="27973"/>
                </a:cubicBezTo>
                <a:cubicBezTo>
                  <a:pt x="22484" y="27973"/>
                  <a:pt x="23607" y="27922"/>
                  <a:pt x="24719" y="27820"/>
                </a:cubicBezTo>
                <a:lnTo>
                  <a:pt x="24719" y="27820"/>
                </a:lnTo>
                <a:cubicBezTo>
                  <a:pt x="24614" y="27822"/>
                  <a:pt x="24508" y="27823"/>
                  <a:pt x="24402" y="27823"/>
                </a:cubicBezTo>
                <a:cubicBezTo>
                  <a:pt x="19311" y="27823"/>
                  <a:pt x="12912" y="25462"/>
                  <a:pt x="14578" y="19548"/>
                </a:cubicBezTo>
                <a:lnTo>
                  <a:pt x="14578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41">
            <a:extLst>
              <a:ext uri="{FF2B5EF4-FFF2-40B4-BE49-F238E27FC236}">
                <a16:creationId xmlns:a16="http://schemas.microsoft.com/office/drawing/2014/main" id="{19911377-B668-ADD0-6EE4-0ACEE435EC2E}"/>
              </a:ext>
            </a:extLst>
          </p:cNvPr>
          <p:cNvSpPr/>
          <p:nvPr/>
        </p:nvSpPr>
        <p:spPr>
          <a:xfrm>
            <a:off x="1492763" y="2723755"/>
            <a:ext cx="659946" cy="381524"/>
          </a:xfrm>
          <a:custGeom>
            <a:avLst/>
            <a:gdLst/>
            <a:ahLst/>
            <a:cxnLst/>
            <a:rect l="l" t="t" r="r" b="b"/>
            <a:pathLst>
              <a:path w="42765" h="24723" extrusionOk="0">
                <a:moveTo>
                  <a:pt x="21387" y="1"/>
                </a:moveTo>
                <a:cubicBezTo>
                  <a:pt x="15912" y="1"/>
                  <a:pt x="10441" y="1210"/>
                  <a:pt x="6272" y="3628"/>
                </a:cubicBezTo>
                <a:cubicBezTo>
                  <a:pt x="2102" y="6030"/>
                  <a:pt x="1" y="9165"/>
                  <a:pt x="1" y="12334"/>
                </a:cubicBezTo>
                <a:cubicBezTo>
                  <a:pt x="1" y="15537"/>
                  <a:pt x="2102" y="18706"/>
                  <a:pt x="6272" y="21107"/>
                </a:cubicBezTo>
                <a:cubicBezTo>
                  <a:pt x="10449" y="23513"/>
                  <a:pt x="15939" y="24722"/>
                  <a:pt x="21428" y="24722"/>
                </a:cubicBezTo>
                <a:cubicBezTo>
                  <a:pt x="26897" y="24722"/>
                  <a:pt x="32364" y="23522"/>
                  <a:pt x="36527" y="21107"/>
                </a:cubicBezTo>
                <a:cubicBezTo>
                  <a:pt x="40696" y="18706"/>
                  <a:pt x="42764" y="15503"/>
                  <a:pt x="42764" y="12334"/>
                </a:cubicBezTo>
                <a:cubicBezTo>
                  <a:pt x="42764" y="9199"/>
                  <a:pt x="40696" y="6030"/>
                  <a:pt x="36527" y="3628"/>
                </a:cubicBezTo>
                <a:cubicBezTo>
                  <a:pt x="32340" y="1210"/>
                  <a:pt x="26861" y="1"/>
                  <a:pt x="213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41">
            <a:extLst>
              <a:ext uri="{FF2B5EF4-FFF2-40B4-BE49-F238E27FC236}">
                <a16:creationId xmlns:a16="http://schemas.microsoft.com/office/drawing/2014/main" id="{702CA86E-1704-99BC-0569-C7B477DE53A3}"/>
              </a:ext>
            </a:extLst>
          </p:cNvPr>
          <p:cNvSpPr/>
          <p:nvPr/>
        </p:nvSpPr>
        <p:spPr>
          <a:xfrm>
            <a:off x="2152185" y="2808569"/>
            <a:ext cx="150322" cy="195106"/>
          </a:xfrm>
          <a:custGeom>
            <a:avLst/>
            <a:gdLst/>
            <a:ahLst/>
            <a:cxnLst/>
            <a:rect l="l" t="t" r="r" b="b"/>
            <a:pathLst>
              <a:path w="9741" h="12643" extrusionOk="0">
                <a:moveTo>
                  <a:pt x="0" y="0"/>
                </a:moveTo>
                <a:lnTo>
                  <a:pt x="0" y="0"/>
                </a:lnTo>
                <a:cubicBezTo>
                  <a:pt x="67" y="234"/>
                  <a:pt x="300" y="1001"/>
                  <a:pt x="400" y="1468"/>
                </a:cubicBezTo>
                <a:cubicBezTo>
                  <a:pt x="2335" y="2168"/>
                  <a:pt x="4136" y="3102"/>
                  <a:pt x="5838" y="4270"/>
                </a:cubicBezTo>
                <a:cubicBezTo>
                  <a:pt x="7305" y="5271"/>
                  <a:pt x="8106" y="6405"/>
                  <a:pt x="8239" y="7639"/>
                </a:cubicBezTo>
                <a:cubicBezTo>
                  <a:pt x="8439" y="9307"/>
                  <a:pt x="7405" y="10808"/>
                  <a:pt x="6505" y="11809"/>
                </a:cubicBezTo>
                <a:lnTo>
                  <a:pt x="7439" y="12643"/>
                </a:lnTo>
                <a:cubicBezTo>
                  <a:pt x="8506" y="11475"/>
                  <a:pt x="9740" y="9607"/>
                  <a:pt x="9507" y="7506"/>
                </a:cubicBezTo>
                <a:cubicBezTo>
                  <a:pt x="9307" y="5904"/>
                  <a:pt x="8306" y="4470"/>
                  <a:pt x="6538" y="3236"/>
                </a:cubicBezTo>
                <a:cubicBezTo>
                  <a:pt x="4537" y="1835"/>
                  <a:pt x="2335" y="734"/>
                  <a:pt x="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41">
            <a:extLst>
              <a:ext uri="{FF2B5EF4-FFF2-40B4-BE49-F238E27FC236}">
                <a16:creationId xmlns:a16="http://schemas.microsoft.com/office/drawing/2014/main" id="{6D48341E-1361-E9A0-D63B-26A878E8F143}"/>
              </a:ext>
            </a:extLst>
          </p:cNvPr>
          <p:cNvSpPr/>
          <p:nvPr/>
        </p:nvSpPr>
        <p:spPr>
          <a:xfrm>
            <a:off x="2191814" y="2972055"/>
            <a:ext cx="103487" cy="91450"/>
          </a:xfrm>
          <a:custGeom>
            <a:avLst/>
            <a:gdLst/>
            <a:ahLst/>
            <a:cxnLst/>
            <a:rect l="l" t="t" r="r" b="b"/>
            <a:pathLst>
              <a:path w="6706" h="5926" extrusionOk="0">
                <a:moveTo>
                  <a:pt x="4181" y="1"/>
                </a:moveTo>
                <a:cubicBezTo>
                  <a:pt x="3444" y="1"/>
                  <a:pt x="2725" y="676"/>
                  <a:pt x="1635" y="2015"/>
                </a:cubicBezTo>
                <a:cubicBezTo>
                  <a:pt x="1" y="3983"/>
                  <a:pt x="468" y="4784"/>
                  <a:pt x="1468" y="5551"/>
                </a:cubicBezTo>
                <a:cubicBezTo>
                  <a:pt x="1782" y="5802"/>
                  <a:pt x="2107" y="5926"/>
                  <a:pt x="2443" y="5926"/>
                </a:cubicBezTo>
                <a:cubicBezTo>
                  <a:pt x="3177" y="5926"/>
                  <a:pt x="3968" y="5338"/>
                  <a:pt x="4837" y="4217"/>
                </a:cubicBezTo>
                <a:cubicBezTo>
                  <a:pt x="6238" y="2382"/>
                  <a:pt x="6705" y="1582"/>
                  <a:pt x="5271" y="447"/>
                </a:cubicBezTo>
                <a:cubicBezTo>
                  <a:pt x="4877" y="149"/>
                  <a:pt x="4527" y="1"/>
                  <a:pt x="4181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41">
            <a:extLst>
              <a:ext uri="{FF2B5EF4-FFF2-40B4-BE49-F238E27FC236}">
                <a16:creationId xmlns:a16="http://schemas.microsoft.com/office/drawing/2014/main" id="{97D9C3D2-DD71-5788-DCA9-D53AE12E518A}"/>
              </a:ext>
            </a:extLst>
          </p:cNvPr>
          <p:cNvSpPr/>
          <p:nvPr/>
        </p:nvSpPr>
        <p:spPr>
          <a:xfrm>
            <a:off x="2209314" y="2983505"/>
            <a:ext cx="44799" cy="68039"/>
          </a:xfrm>
          <a:custGeom>
            <a:avLst/>
            <a:gdLst/>
            <a:ahLst/>
            <a:cxnLst/>
            <a:rect l="l" t="t" r="r" b="b"/>
            <a:pathLst>
              <a:path w="2903" h="4409" extrusionOk="0">
                <a:moveTo>
                  <a:pt x="2668" y="0"/>
                </a:moveTo>
                <a:cubicBezTo>
                  <a:pt x="2533" y="0"/>
                  <a:pt x="2370" y="65"/>
                  <a:pt x="2269" y="106"/>
                </a:cubicBezTo>
                <a:cubicBezTo>
                  <a:pt x="2202" y="172"/>
                  <a:pt x="2136" y="239"/>
                  <a:pt x="2102" y="306"/>
                </a:cubicBezTo>
                <a:cubicBezTo>
                  <a:pt x="1969" y="406"/>
                  <a:pt x="1869" y="506"/>
                  <a:pt x="1769" y="639"/>
                </a:cubicBezTo>
                <a:lnTo>
                  <a:pt x="1335" y="1073"/>
                </a:lnTo>
                <a:cubicBezTo>
                  <a:pt x="901" y="1473"/>
                  <a:pt x="534" y="1907"/>
                  <a:pt x="268" y="2441"/>
                </a:cubicBezTo>
                <a:cubicBezTo>
                  <a:pt x="67" y="2774"/>
                  <a:pt x="1" y="3175"/>
                  <a:pt x="134" y="3542"/>
                </a:cubicBezTo>
                <a:cubicBezTo>
                  <a:pt x="201" y="3708"/>
                  <a:pt x="334" y="3842"/>
                  <a:pt x="468" y="3975"/>
                </a:cubicBezTo>
                <a:cubicBezTo>
                  <a:pt x="735" y="4209"/>
                  <a:pt x="1068" y="4375"/>
                  <a:pt x="1435" y="4409"/>
                </a:cubicBezTo>
                <a:cubicBezTo>
                  <a:pt x="1502" y="4409"/>
                  <a:pt x="1568" y="4409"/>
                  <a:pt x="1635" y="4375"/>
                </a:cubicBezTo>
                <a:cubicBezTo>
                  <a:pt x="1702" y="4309"/>
                  <a:pt x="1735" y="4209"/>
                  <a:pt x="1735" y="4142"/>
                </a:cubicBezTo>
                <a:cubicBezTo>
                  <a:pt x="1769" y="3742"/>
                  <a:pt x="1669" y="3341"/>
                  <a:pt x="1735" y="2974"/>
                </a:cubicBezTo>
                <a:cubicBezTo>
                  <a:pt x="1835" y="1974"/>
                  <a:pt x="2869" y="1273"/>
                  <a:pt x="2903" y="272"/>
                </a:cubicBezTo>
                <a:cubicBezTo>
                  <a:pt x="2903" y="206"/>
                  <a:pt x="2869" y="172"/>
                  <a:pt x="2869" y="106"/>
                </a:cubicBezTo>
                <a:cubicBezTo>
                  <a:pt x="2830" y="27"/>
                  <a:pt x="2755" y="0"/>
                  <a:pt x="2668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1">
            <a:extLst>
              <a:ext uri="{FF2B5EF4-FFF2-40B4-BE49-F238E27FC236}">
                <a16:creationId xmlns:a16="http://schemas.microsoft.com/office/drawing/2014/main" id="{FA204389-44F4-E2D0-2196-0941257CCCAD}"/>
              </a:ext>
            </a:extLst>
          </p:cNvPr>
          <p:cNvSpPr/>
          <p:nvPr/>
        </p:nvSpPr>
        <p:spPr>
          <a:xfrm>
            <a:off x="1450557" y="2524930"/>
            <a:ext cx="744884" cy="588126"/>
          </a:xfrm>
          <a:custGeom>
            <a:avLst/>
            <a:gdLst/>
            <a:ahLst/>
            <a:cxnLst/>
            <a:rect l="l" t="t" r="r" b="b"/>
            <a:pathLst>
              <a:path w="48269" h="38111" extrusionOk="0">
                <a:moveTo>
                  <a:pt x="24117" y="0"/>
                </a:moveTo>
                <a:cubicBezTo>
                  <a:pt x="10775" y="0"/>
                  <a:pt x="0" y="10908"/>
                  <a:pt x="167" y="24284"/>
                </a:cubicBezTo>
                <a:cubicBezTo>
                  <a:pt x="167" y="27820"/>
                  <a:pt x="2502" y="31356"/>
                  <a:pt x="7205" y="34058"/>
                </a:cubicBezTo>
                <a:cubicBezTo>
                  <a:pt x="11875" y="36760"/>
                  <a:pt x="18005" y="38111"/>
                  <a:pt x="24134" y="38111"/>
                </a:cubicBezTo>
                <a:cubicBezTo>
                  <a:pt x="30264" y="38111"/>
                  <a:pt x="36393" y="36760"/>
                  <a:pt x="41063" y="34058"/>
                </a:cubicBezTo>
                <a:cubicBezTo>
                  <a:pt x="45733" y="31356"/>
                  <a:pt x="48068" y="27820"/>
                  <a:pt x="48068" y="24284"/>
                </a:cubicBezTo>
                <a:cubicBezTo>
                  <a:pt x="48268" y="10908"/>
                  <a:pt x="37494" y="0"/>
                  <a:pt x="24117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1">
            <a:extLst>
              <a:ext uri="{FF2B5EF4-FFF2-40B4-BE49-F238E27FC236}">
                <a16:creationId xmlns:a16="http://schemas.microsoft.com/office/drawing/2014/main" id="{2EF3A1BD-38B1-065D-EECC-D2DE295435D0}"/>
              </a:ext>
            </a:extLst>
          </p:cNvPr>
          <p:cNvSpPr/>
          <p:nvPr/>
        </p:nvSpPr>
        <p:spPr>
          <a:xfrm>
            <a:off x="1450557" y="2524930"/>
            <a:ext cx="744884" cy="588126"/>
          </a:xfrm>
          <a:custGeom>
            <a:avLst/>
            <a:gdLst/>
            <a:ahLst/>
            <a:cxnLst/>
            <a:rect l="l" t="t" r="r" b="b"/>
            <a:pathLst>
              <a:path w="48269" h="38111" extrusionOk="0">
                <a:moveTo>
                  <a:pt x="24117" y="0"/>
                </a:moveTo>
                <a:cubicBezTo>
                  <a:pt x="10775" y="0"/>
                  <a:pt x="0" y="10908"/>
                  <a:pt x="167" y="24284"/>
                </a:cubicBezTo>
                <a:cubicBezTo>
                  <a:pt x="167" y="27820"/>
                  <a:pt x="2502" y="31356"/>
                  <a:pt x="7205" y="34058"/>
                </a:cubicBezTo>
                <a:cubicBezTo>
                  <a:pt x="11875" y="36760"/>
                  <a:pt x="18005" y="38111"/>
                  <a:pt x="24134" y="38111"/>
                </a:cubicBezTo>
                <a:cubicBezTo>
                  <a:pt x="30264" y="38111"/>
                  <a:pt x="36393" y="36760"/>
                  <a:pt x="41063" y="34058"/>
                </a:cubicBezTo>
                <a:cubicBezTo>
                  <a:pt x="45733" y="31356"/>
                  <a:pt x="48068" y="27820"/>
                  <a:pt x="48068" y="24284"/>
                </a:cubicBezTo>
                <a:cubicBezTo>
                  <a:pt x="48268" y="10908"/>
                  <a:pt x="37494" y="0"/>
                  <a:pt x="24117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41">
            <a:extLst>
              <a:ext uri="{FF2B5EF4-FFF2-40B4-BE49-F238E27FC236}">
                <a16:creationId xmlns:a16="http://schemas.microsoft.com/office/drawing/2014/main" id="{50D21F5D-159E-086E-3E90-B74BA5C8E2F7}"/>
              </a:ext>
            </a:extLst>
          </p:cNvPr>
          <p:cNvSpPr/>
          <p:nvPr/>
        </p:nvSpPr>
        <p:spPr>
          <a:xfrm>
            <a:off x="1453134" y="2532646"/>
            <a:ext cx="690826" cy="580410"/>
          </a:xfrm>
          <a:custGeom>
            <a:avLst/>
            <a:gdLst/>
            <a:ahLst/>
            <a:cxnLst/>
            <a:rect l="l" t="t" r="r" b="b"/>
            <a:pathLst>
              <a:path w="44766" h="37611" extrusionOk="0">
                <a:moveTo>
                  <a:pt x="21115" y="1"/>
                </a:moveTo>
                <a:cubicBezTo>
                  <a:pt x="9073" y="1435"/>
                  <a:pt x="0" y="11642"/>
                  <a:pt x="0" y="23784"/>
                </a:cubicBezTo>
                <a:cubicBezTo>
                  <a:pt x="0" y="27320"/>
                  <a:pt x="2335" y="30856"/>
                  <a:pt x="7038" y="33558"/>
                </a:cubicBezTo>
                <a:cubicBezTo>
                  <a:pt x="11708" y="36260"/>
                  <a:pt x="17838" y="37611"/>
                  <a:pt x="23967" y="37611"/>
                </a:cubicBezTo>
                <a:cubicBezTo>
                  <a:pt x="30097" y="37611"/>
                  <a:pt x="36226" y="36260"/>
                  <a:pt x="40896" y="33558"/>
                </a:cubicBezTo>
                <a:cubicBezTo>
                  <a:pt x="41930" y="32958"/>
                  <a:pt x="42864" y="32290"/>
                  <a:pt x="43765" y="31557"/>
                </a:cubicBezTo>
                <a:lnTo>
                  <a:pt x="44732" y="30656"/>
                </a:lnTo>
                <a:lnTo>
                  <a:pt x="44765" y="30623"/>
                </a:lnTo>
                <a:lnTo>
                  <a:pt x="44765" y="30623"/>
                </a:lnTo>
                <a:cubicBezTo>
                  <a:pt x="38950" y="34208"/>
                  <a:pt x="32261" y="35943"/>
                  <a:pt x="26743" y="35943"/>
                </a:cubicBezTo>
                <a:cubicBezTo>
                  <a:pt x="20456" y="35943"/>
                  <a:pt x="15691" y="33690"/>
                  <a:pt x="15478" y="29355"/>
                </a:cubicBezTo>
                <a:cubicBezTo>
                  <a:pt x="15244" y="23784"/>
                  <a:pt x="12376" y="19148"/>
                  <a:pt x="8640" y="16980"/>
                </a:cubicBezTo>
                <a:cubicBezTo>
                  <a:pt x="9006" y="8240"/>
                  <a:pt x="14811" y="1302"/>
                  <a:pt x="21115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1">
            <a:extLst>
              <a:ext uri="{FF2B5EF4-FFF2-40B4-BE49-F238E27FC236}">
                <a16:creationId xmlns:a16="http://schemas.microsoft.com/office/drawing/2014/main" id="{029070ED-B19B-1223-52B6-727E9C3C8242}"/>
              </a:ext>
            </a:extLst>
          </p:cNvPr>
          <p:cNvSpPr/>
          <p:nvPr/>
        </p:nvSpPr>
        <p:spPr>
          <a:xfrm>
            <a:off x="1700724" y="2637151"/>
            <a:ext cx="480813" cy="379008"/>
          </a:xfrm>
          <a:custGeom>
            <a:avLst/>
            <a:gdLst/>
            <a:ahLst/>
            <a:cxnLst/>
            <a:rect l="l" t="t" r="r" b="b"/>
            <a:pathLst>
              <a:path w="31157" h="24560" extrusionOk="0">
                <a:moveTo>
                  <a:pt x="24785" y="0"/>
                </a:moveTo>
                <a:cubicBezTo>
                  <a:pt x="24785" y="2502"/>
                  <a:pt x="23151" y="5004"/>
                  <a:pt x="19848" y="6905"/>
                </a:cubicBezTo>
                <a:cubicBezTo>
                  <a:pt x="16560" y="8804"/>
                  <a:pt x="12237" y="9764"/>
                  <a:pt x="7901" y="9764"/>
                </a:cubicBezTo>
                <a:cubicBezTo>
                  <a:pt x="7134" y="9764"/>
                  <a:pt x="6367" y="9734"/>
                  <a:pt x="5605" y="9674"/>
                </a:cubicBezTo>
                <a:cubicBezTo>
                  <a:pt x="5475" y="9663"/>
                  <a:pt x="5345" y="9657"/>
                  <a:pt x="5217" y="9657"/>
                </a:cubicBezTo>
                <a:cubicBezTo>
                  <a:pt x="3078" y="9657"/>
                  <a:pt x="1248" y="11203"/>
                  <a:pt x="901" y="13343"/>
                </a:cubicBezTo>
                <a:cubicBezTo>
                  <a:pt x="535" y="15611"/>
                  <a:pt x="301" y="17780"/>
                  <a:pt x="201" y="19748"/>
                </a:cubicBezTo>
                <a:cubicBezTo>
                  <a:pt x="1" y="22083"/>
                  <a:pt x="1735" y="24117"/>
                  <a:pt x="4070" y="24384"/>
                </a:cubicBezTo>
                <a:cubicBezTo>
                  <a:pt x="5319" y="24501"/>
                  <a:pt x="6582" y="24560"/>
                  <a:pt x="7845" y="24560"/>
                </a:cubicBezTo>
                <a:cubicBezTo>
                  <a:pt x="13806" y="24560"/>
                  <a:pt x="19783" y="23257"/>
                  <a:pt x="24352" y="20615"/>
                </a:cubicBezTo>
                <a:cubicBezTo>
                  <a:pt x="28888" y="18013"/>
                  <a:pt x="31156" y="14577"/>
                  <a:pt x="31156" y="11142"/>
                </a:cubicBezTo>
                <a:cubicBezTo>
                  <a:pt x="30089" y="6939"/>
                  <a:pt x="27887" y="3069"/>
                  <a:pt x="24785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1">
            <a:extLst>
              <a:ext uri="{FF2B5EF4-FFF2-40B4-BE49-F238E27FC236}">
                <a16:creationId xmlns:a16="http://schemas.microsoft.com/office/drawing/2014/main" id="{551A5AFE-2ACB-B42E-1F11-DFDEA50CF4ED}"/>
              </a:ext>
            </a:extLst>
          </p:cNvPr>
          <p:cNvSpPr/>
          <p:nvPr/>
        </p:nvSpPr>
        <p:spPr>
          <a:xfrm>
            <a:off x="1838685" y="2845729"/>
            <a:ext cx="142282" cy="78024"/>
          </a:xfrm>
          <a:custGeom>
            <a:avLst/>
            <a:gdLst/>
            <a:ahLst/>
            <a:cxnLst/>
            <a:rect l="l" t="t" r="r" b="b"/>
            <a:pathLst>
              <a:path w="9220" h="5056" extrusionOk="0">
                <a:moveTo>
                  <a:pt x="4768" y="1"/>
                </a:moveTo>
                <a:cubicBezTo>
                  <a:pt x="2655" y="1"/>
                  <a:pt x="574" y="1385"/>
                  <a:pt x="101" y="3830"/>
                </a:cubicBezTo>
                <a:cubicBezTo>
                  <a:pt x="1" y="4397"/>
                  <a:pt x="367" y="4931"/>
                  <a:pt x="935" y="5031"/>
                </a:cubicBezTo>
                <a:cubicBezTo>
                  <a:pt x="968" y="5048"/>
                  <a:pt x="1001" y="5056"/>
                  <a:pt x="1035" y="5056"/>
                </a:cubicBezTo>
                <a:cubicBezTo>
                  <a:pt x="1068" y="5056"/>
                  <a:pt x="1101" y="5048"/>
                  <a:pt x="1135" y="5031"/>
                </a:cubicBezTo>
                <a:cubicBezTo>
                  <a:pt x="1635" y="5031"/>
                  <a:pt x="2069" y="4697"/>
                  <a:pt x="2169" y="4230"/>
                </a:cubicBezTo>
                <a:cubicBezTo>
                  <a:pt x="2424" y="2854"/>
                  <a:pt x="3584" y="2080"/>
                  <a:pt x="4760" y="2080"/>
                </a:cubicBezTo>
                <a:cubicBezTo>
                  <a:pt x="5579" y="2080"/>
                  <a:pt x="6405" y="2455"/>
                  <a:pt x="6939" y="3263"/>
                </a:cubicBezTo>
                <a:cubicBezTo>
                  <a:pt x="7170" y="3590"/>
                  <a:pt x="7476" y="3726"/>
                  <a:pt x="7776" y="3726"/>
                </a:cubicBezTo>
                <a:cubicBezTo>
                  <a:pt x="8516" y="3726"/>
                  <a:pt x="9219" y="2902"/>
                  <a:pt x="8673" y="2095"/>
                </a:cubicBezTo>
                <a:cubicBezTo>
                  <a:pt x="7705" y="663"/>
                  <a:pt x="6229" y="1"/>
                  <a:pt x="4768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1">
            <a:extLst>
              <a:ext uri="{FF2B5EF4-FFF2-40B4-BE49-F238E27FC236}">
                <a16:creationId xmlns:a16="http://schemas.microsoft.com/office/drawing/2014/main" id="{8BE9C374-0217-B8B7-4830-1084FA1A9148}"/>
              </a:ext>
            </a:extLst>
          </p:cNvPr>
          <p:cNvSpPr/>
          <p:nvPr/>
        </p:nvSpPr>
        <p:spPr>
          <a:xfrm>
            <a:off x="1838685" y="2845729"/>
            <a:ext cx="142282" cy="78024"/>
          </a:xfrm>
          <a:custGeom>
            <a:avLst/>
            <a:gdLst/>
            <a:ahLst/>
            <a:cxnLst/>
            <a:rect l="l" t="t" r="r" b="b"/>
            <a:pathLst>
              <a:path w="9220" h="5056" extrusionOk="0">
                <a:moveTo>
                  <a:pt x="4768" y="1"/>
                </a:moveTo>
                <a:cubicBezTo>
                  <a:pt x="2655" y="1"/>
                  <a:pt x="574" y="1385"/>
                  <a:pt x="101" y="3830"/>
                </a:cubicBezTo>
                <a:cubicBezTo>
                  <a:pt x="1" y="4397"/>
                  <a:pt x="367" y="4931"/>
                  <a:pt x="935" y="5031"/>
                </a:cubicBezTo>
                <a:cubicBezTo>
                  <a:pt x="968" y="5048"/>
                  <a:pt x="1001" y="5056"/>
                  <a:pt x="1035" y="5056"/>
                </a:cubicBezTo>
                <a:cubicBezTo>
                  <a:pt x="1068" y="5056"/>
                  <a:pt x="1101" y="5048"/>
                  <a:pt x="1135" y="5031"/>
                </a:cubicBezTo>
                <a:cubicBezTo>
                  <a:pt x="1635" y="5031"/>
                  <a:pt x="2069" y="4697"/>
                  <a:pt x="2169" y="4230"/>
                </a:cubicBezTo>
                <a:cubicBezTo>
                  <a:pt x="2424" y="2854"/>
                  <a:pt x="3584" y="2080"/>
                  <a:pt x="4760" y="2080"/>
                </a:cubicBezTo>
                <a:cubicBezTo>
                  <a:pt x="5579" y="2080"/>
                  <a:pt x="6405" y="2455"/>
                  <a:pt x="6939" y="3263"/>
                </a:cubicBezTo>
                <a:cubicBezTo>
                  <a:pt x="7170" y="3590"/>
                  <a:pt x="7476" y="3726"/>
                  <a:pt x="7776" y="3726"/>
                </a:cubicBezTo>
                <a:cubicBezTo>
                  <a:pt x="8516" y="3726"/>
                  <a:pt x="9219" y="2902"/>
                  <a:pt x="8673" y="2095"/>
                </a:cubicBezTo>
                <a:cubicBezTo>
                  <a:pt x="7705" y="663"/>
                  <a:pt x="6229" y="1"/>
                  <a:pt x="47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41">
            <a:extLst>
              <a:ext uri="{FF2B5EF4-FFF2-40B4-BE49-F238E27FC236}">
                <a16:creationId xmlns:a16="http://schemas.microsoft.com/office/drawing/2014/main" id="{5FB572C8-C2C7-EF66-5DC1-ACB7764EEAF9}"/>
              </a:ext>
            </a:extLst>
          </p:cNvPr>
          <p:cNvSpPr/>
          <p:nvPr/>
        </p:nvSpPr>
        <p:spPr>
          <a:xfrm>
            <a:off x="2107386" y="2731857"/>
            <a:ext cx="58194" cy="77623"/>
          </a:xfrm>
          <a:custGeom>
            <a:avLst/>
            <a:gdLst/>
            <a:ahLst/>
            <a:cxnLst/>
            <a:rect l="l" t="t" r="r" b="b"/>
            <a:pathLst>
              <a:path w="3771" h="5030" extrusionOk="0">
                <a:moveTo>
                  <a:pt x="2903" y="1"/>
                </a:moveTo>
                <a:cubicBezTo>
                  <a:pt x="1335" y="668"/>
                  <a:pt x="234" y="2169"/>
                  <a:pt x="68" y="3870"/>
                </a:cubicBezTo>
                <a:cubicBezTo>
                  <a:pt x="1" y="4437"/>
                  <a:pt x="435" y="4971"/>
                  <a:pt x="1002" y="5005"/>
                </a:cubicBezTo>
                <a:cubicBezTo>
                  <a:pt x="1035" y="5021"/>
                  <a:pt x="1068" y="5030"/>
                  <a:pt x="1102" y="5030"/>
                </a:cubicBezTo>
                <a:cubicBezTo>
                  <a:pt x="1135" y="5030"/>
                  <a:pt x="1168" y="5021"/>
                  <a:pt x="1202" y="5005"/>
                </a:cubicBezTo>
                <a:cubicBezTo>
                  <a:pt x="1702" y="4971"/>
                  <a:pt x="2069" y="4571"/>
                  <a:pt x="2136" y="4071"/>
                </a:cubicBezTo>
                <a:cubicBezTo>
                  <a:pt x="2236" y="3103"/>
                  <a:pt x="2870" y="2269"/>
                  <a:pt x="3770" y="1902"/>
                </a:cubicBezTo>
                <a:cubicBezTo>
                  <a:pt x="3503" y="1269"/>
                  <a:pt x="3237" y="635"/>
                  <a:pt x="290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1">
            <a:extLst>
              <a:ext uri="{FF2B5EF4-FFF2-40B4-BE49-F238E27FC236}">
                <a16:creationId xmlns:a16="http://schemas.microsoft.com/office/drawing/2014/main" id="{08368283-6A0C-44C5-ADC2-416601D0CEB4}"/>
              </a:ext>
            </a:extLst>
          </p:cNvPr>
          <p:cNvSpPr/>
          <p:nvPr/>
        </p:nvSpPr>
        <p:spPr>
          <a:xfrm>
            <a:off x="2107386" y="2731857"/>
            <a:ext cx="58194" cy="77623"/>
          </a:xfrm>
          <a:custGeom>
            <a:avLst/>
            <a:gdLst/>
            <a:ahLst/>
            <a:cxnLst/>
            <a:rect l="l" t="t" r="r" b="b"/>
            <a:pathLst>
              <a:path w="3771" h="5030" extrusionOk="0">
                <a:moveTo>
                  <a:pt x="2903" y="1"/>
                </a:moveTo>
                <a:cubicBezTo>
                  <a:pt x="1335" y="668"/>
                  <a:pt x="234" y="2169"/>
                  <a:pt x="68" y="3870"/>
                </a:cubicBezTo>
                <a:cubicBezTo>
                  <a:pt x="1" y="4437"/>
                  <a:pt x="435" y="4971"/>
                  <a:pt x="1002" y="5005"/>
                </a:cubicBezTo>
                <a:cubicBezTo>
                  <a:pt x="1035" y="5021"/>
                  <a:pt x="1068" y="5030"/>
                  <a:pt x="1102" y="5030"/>
                </a:cubicBezTo>
                <a:cubicBezTo>
                  <a:pt x="1135" y="5030"/>
                  <a:pt x="1168" y="5021"/>
                  <a:pt x="1202" y="5005"/>
                </a:cubicBezTo>
                <a:cubicBezTo>
                  <a:pt x="1702" y="4971"/>
                  <a:pt x="2069" y="4571"/>
                  <a:pt x="2136" y="4071"/>
                </a:cubicBezTo>
                <a:cubicBezTo>
                  <a:pt x="2236" y="3103"/>
                  <a:pt x="2870" y="2269"/>
                  <a:pt x="3770" y="1902"/>
                </a:cubicBezTo>
                <a:cubicBezTo>
                  <a:pt x="3503" y="1269"/>
                  <a:pt x="3237" y="635"/>
                  <a:pt x="29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41">
            <a:extLst>
              <a:ext uri="{FF2B5EF4-FFF2-40B4-BE49-F238E27FC236}">
                <a16:creationId xmlns:a16="http://schemas.microsoft.com/office/drawing/2014/main" id="{D076A716-A742-1D7C-B4FD-801FEE34034B}"/>
              </a:ext>
            </a:extLst>
          </p:cNvPr>
          <p:cNvSpPr/>
          <p:nvPr/>
        </p:nvSpPr>
        <p:spPr>
          <a:xfrm>
            <a:off x="2009069" y="2717968"/>
            <a:ext cx="116357" cy="232173"/>
          </a:xfrm>
          <a:custGeom>
            <a:avLst/>
            <a:gdLst/>
            <a:ahLst/>
            <a:cxnLst/>
            <a:rect l="l" t="t" r="r" b="b"/>
            <a:pathLst>
              <a:path w="7540" h="15045" extrusionOk="0">
                <a:moveTo>
                  <a:pt x="2169" y="0"/>
                </a:moveTo>
                <a:cubicBezTo>
                  <a:pt x="1502" y="601"/>
                  <a:pt x="768" y="1134"/>
                  <a:pt x="1" y="1568"/>
                </a:cubicBezTo>
                <a:cubicBezTo>
                  <a:pt x="2269" y="5804"/>
                  <a:pt x="3937" y="10341"/>
                  <a:pt x="4904" y="15044"/>
                </a:cubicBezTo>
                <a:cubicBezTo>
                  <a:pt x="5838" y="14477"/>
                  <a:pt x="6706" y="13844"/>
                  <a:pt x="7539" y="13110"/>
                </a:cubicBezTo>
                <a:cubicBezTo>
                  <a:pt x="6572" y="9440"/>
                  <a:pt x="4904" y="4504"/>
                  <a:pt x="2169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1">
            <a:extLst>
              <a:ext uri="{FF2B5EF4-FFF2-40B4-BE49-F238E27FC236}">
                <a16:creationId xmlns:a16="http://schemas.microsoft.com/office/drawing/2014/main" id="{3D5C436A-E00E-BCCA-6FF7-901AA0219BC4}"/>
              </a:ext>
            </a:extLst>
          </p:cNvPr>
          <p:cNvSpPr/>
          <p:nvPr/>
        </p:nvSpPr>
        <p:spPr>
          <a:xfrm>
            <a:off x="1906632" y="2757597"/>
            <a:ext cx="131279" cy="248655"/>
          </a:xfrm>
          <a:custGeom>
            <a:avLst/>
            <a:gdLst/>
            <a:ahLst/>
            <a:cxnLst/>
            <a:rect l="l" t="t" r="r" b="b"/>
            <a:pathLst>
              <a:path w="8507" h="16113" extrusionOk="0">
                <a:moveTo>
                  <a:pt x="4737" y="1"/>
                </a:moveTo>
                <a:cubicBezTo>
                  <a:pt x="3203" y="635"/>
                  <a:pt x="1602" y="1135"/>
                  <a:pt x="1" y="1435"/>
                </a:cubicBezTo>
                <a:cubicBezTo>
                  <a:pt x="901" y="6272"/>
                  <a:pt x="1435" y="11175"/>
                  <a:pt x="1669" y="16112"/>
                </a:cubicBezTo>
                <a:cubicBezTo>
                  <a:pt x="4004" y="15679"/>
                  <a:pt x="6305" y="15012"/>
                  <a:pt x="8507" y="14044"/>
                </a:cubicBezTo>
                <a:cubicBezTo>
                  <a:pt x="7639" y="9274"/>
                  <a:pt x="6372" y="4571"/>
                  <a:pt x="4737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41">
            <a:extLst>
              <a:ext uri="{FF2B5EF4-FFF2-40B4-BE49-F238E27FC236}">
                <a16:creationId xmlns:a16="http://schemas.microsoft.com/office/drawing/2014/main" id="{0B91D675-4074-D234-129F-5ACDCE17A281}"/>
              </a:ext>
            </a:extLst>
          </p:cNvPr>
          <p:cNvSpPr/>
          <p:nvPr/>
        </p:nvSpPr>
        <p:spPr>
          <a:xfrm>
            <a:off x="1294586" y="2721055"/>
            <a:ext cx="85462" cy="63842"/>
          </a:xfrm>
          <a:custGeom>
            <a:avLst/>
            <a:gdLst/>
            <a:ahLst/>
            <a:cxnLst/>
            <a:rect l="l" t="t" r="r" b="b"/>
            <a:pathLst>
              <a:path w="5538" h="4137" extrusionOk="0">
                <a:moveTo>
                  <a:pt x="2781" y="0"/>
                </a:moveTo>
                <a:cubicBezTo>
                  <a:pt x="2252" y="0"/>
                  <a:pt x="1718" y="201"/>
                  <a:pt x="1301" y="601"/>
                </a:cubicBezTo>
                <a:cubicBezTo>
                  <a:pt x="0" y="1902"/>
                  <a:pt x="934" y="4137"/>
                  <a:pt x="2769" y="4137"/>
                </a:cubicBezTo>
                <a:cubicBezTo>
                  <a:pt x="4603" y="4137"/>
                  <a:pt x="5537" y="1902"/>
                  <a:pt x="4236" y="601"/>
                </a:cubicBezTo>
                <a:cubicBezTo>
                  <a:pt x="3836" y="201"/>
                  <a:pt x="3311" y="0"/>
                  <a:pt x="278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41">
            <a:extLst>
              <a:ext uri="{FF2B5EF4-FFF2-40B4-BE49-F238E27FC236}">
                <a16:creationId xmlns:a16="http://schemas.microsoft.com/office/drawing/2014/main" id="{9EB7EE4F-B3C4-DAD7-5534-A5DB489549FA}"/>
              </a:ext>
            </a:extLst>
          </p:cNvPr>
          <p:cNvSpPr/>
          <p:nvPr/>
        </p:nvSpPr>
        <p:spPr>
          <a:xfrm>
            <a:off x="1298521" y="2727227"/>
            <a:ext cx="79459" cy="57700"/>
          </a:xfrm>
          <a:custGeom>
            <a:avLst/>
            <a:gdLst/>
            <a:ahLst/>
            <a:cxnLst/>
            <a:rect l="l" t="t" r="r" b="b"/>
            <a:pathLst>
              <a:path w="5149" h="3739" extrusionOk="0">
                <a:moveTo>
                  <a:pt x="3715" y="1"/>
                </a:moveTo>
                <a:cubicBezTo>
                  <a:pt x="3915" y="601"/>
                  <a:pt x="3381" y="1302"/>
                  <a:pt x="2547" y="1569"/>
                </a:cubicBezTo>
                <a:cubicBezTo>
                  <a:pt x="2328" y="1639"/>
                  <a:pt x="2108" y="1672"/>
                  <a:pt x="1901" y="1672"/>
                </a:cubicBezTo>
                <a:cubicBezTo>
                  <a:pt x="1318" y="1672"/>
                  <a:pt x="827" y="1411"/>
                  <a:pt x="679" y="968"/>
                </a:cubicBezTo>
                <a:cubicBezTo>
                  <a:pt x="646" y="901"/>
                  <a:pt x="646" y="868"/>
                  <a:pt x="646" y="801"/>
                </a:cubicBezTo>
                <a:lnTo>
                  <a:pt x="646" y="801"/>
                </a:lnTo>
                <a:cubicBezTo>
                  <a:pt x="1" y="2214"/>
                  <a:pt x="1052" y="3739"/>
                  <a:pt x="2497" y="3739"/>
                </a:cubicBezTo>
                <a:cubicBezTo>
                  <a:pt x="2622" y="3739"/>
                  <a:pt x="2750" y="3727"/>
                  <a:pt x="2881" y="3703"/>
                </a:cubicBezTo>
                <a:cubicBezTo>
                  <a:pt x="4515" y="3403"/>
                  <a:pt x="5149" y="1368"/>
                  <a:pt x="3981" y="201"/>
                </a:cubicBezTo>
                <a:cubicBezTo>
                  <a:pt x="3915" y="134"/>
                  <a:pt x="3815" y="67"/>
                  <a:pt x="3715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41">
            <a:extLst>
              <a:ext uri="{FF2B5EF4-FFF2-40B4-BE49-F238E27FC236}">
                <a16:creationId xmlns:a16="http://schemas.microsoft.com/office/drawing/2014/main" id="{CC4C34C2-8B09-5CA4-6D7C-901C70AF5BBC}"/>
              </a:ext>
            </a:extLst>
          </p:cNvPr>
          <p:cNvSpPr/>
          <p:nvPr/>
        </p:nvSpPr>
        <p:spPr>
          <a:xfrm>
            <a:off x="1343475" y="2759125"/>
            <a:ext cx="152390" cy="152406"/>
          </a:xfrm>
          <a:custGeom>
            <a:avLst/>
            <a:gdLst/>
            <a:ahLst/>
            <a:cxnLst/>
            <a:rect l="l" t="t" r="r" b="b"/>
            <a:pathLst>
              <a:path w="9875" h="9876" extrusionOk="0">
                <a:moveTo>
                  <a:pt x="908" y="1"/>
                </a:moveTo>
                <a:cubicBezTo>
                  <a:pt x="863" y="1"/>
                  <a:pt x="815" y="12"/>
                  <a:pt x="768" y="35"/>
                </a:cubicBezTo>
                <a:cubicBezTo>
                  <a:pt x="435" y="135"/>
                  <a:pt x="168" y="402"/>
                  <a:pt x="34" y="769"/>
                </a:cubicBezTo>
                <a:cubicBezTo>
                  <a:pt x="1" y="869"/>
                  <a:pt x="34" y="1003"/>
                  <a:pt x="101" y="1136"/>
                </a:cubicBezTo>
                <a:lnTo>
                  <a:pt x="8874" y="9876"/>
                </a:lnTo>
                <a:lnTo>
                  <a:pt x="9875" y="8842"/>
                </a:lnTo>
                <a:lnTo>
                  <a:pt x="1135" y="102"/>
                </a:lnTo>
                <a:cubicBezTo>
                  <a:pt x="1070" y="37"/>
                  <a:pt x="992" y="1"/>
                  <a:pt x="90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41">
            <a:extLst>
              <a:ext uri="{FF2B5EF4-FFF2-40B4-BE49-F238E27FC236}">
                <a16:creationId xmlns:a16="http://schemas.microsoft.com/office/drawing/2014/main" id="{374D86DC-75F3-467E-EA2E-1BDF6257E874}"/>
              </a:ext>
            </a:extLst>
          </p:cNvPr>
          <p:cNvSpPr/>
          <p:nvPr/>
        </p:nvSpPr>
        <p:spPr>
          <a:xfrm>
            <a:off x="1315172" y="2723493"/>
            <a:ext cx="38101" cy="15077"/>
          </a:xfrm>
          <a:custGeom>
            <a:avLst/>
            <a:gdLst/>
            <a:ahLst/>
            <a:cxnLst/>
            <a:rect l="l" t="t" r="r" b="b"/>
            <a:pathLst>
              <a:path w="2469" h="977" extrusionOk="0">
                <a:moveTo>
                  <a:pt x="1410" y="1"/>
                </a:moveTo>
                <a:cubicBezTo>
                  <a:pt x="1361" y="1"/>
                  <a:pt x="1314" y="4"/>
                  <a:pt x="1268" y="9"/>
                </a:cubicBezTo>
                <a:cubicBezTo>
                  <a:pt x="1001" y="9"/>
                  <a:pt x="734" y="76"/>
                  <a:pt x="501" y="209"/>
                </a:cubicBezTo>
                <a:cubicBezTo>
                  <a:pt x="367" y="309"/>
                  <a:pt x="234" y="443"/>
                  <a:pt x="134" y="576"/>
                </a:cubicBezTo>
                <a:cubicBezTo>
                  <a:pt x="34" y="676"/>
                  <a:pt x="0" y="776"/>
                  <a:pt x="67" y="910"/>
                </a:cubicBezTo>
                <a:cubicBezTo>
                  <a:pt x="100" y="960"/>
                  <a:pt x="167" y="977"/>
                  <a:pt x="242" y="977"/>
                </a:cubicBezTo>
                <a:cubicBezTo>
                  <a:pt x="317" y="977"/>
                  <a:pt x="401" y="960"/>
                  <a:pt x="467" y="943"/>
                </a:cubicBezTo>
                <a:cubicBezTo>
                  <a:pt x="1001" y="843"/>
                  <a:pt x="1535" y="776"/>
                  <a:pt x="2035" y="776"/>
                </a:cubicBezTo>
                <a:cubicBezTo>
                  <a:pt x="2169" y="776"/>
                  <a:pt x="2269" y="776"/>
                  <a:pt x="2369" y="710"/>
                </a:cubicBezTo>
                <a:cubicBezTo>
                  <a:pt x="2469" y="643"/>
                  <a:pt x="2469" y="510"/>
                  <a:pt x="2402" y="410"/>
                </a:cubicBezTo>
                <a:cubicBezTo>
                  <a:pt x="2335" y="309"/>
                  <a:pt x="2235" y="243"/>
                  <a:pt x="2102" y="176"/>
                </a:cubicBezTo>
                <a:cubicBezTo>
                  <a:pt x="1908" y="65"/>
                  <a:pt x="1646" y="1"/>
                  <a:pt x="1410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41">
            <a:extLst>
              <a:ext uri="{FF2B5EF4-FFF2-40B4-BE49-F238E27FC236}">
                <a16:creationId xmlns:a16="http://schemas.microsoft.com/office/drawing/2014/main" id="{2DAE7F31-8AFB-25B8-7667-628058DD5023}"/>
              </a:ext>
            </a:extLst>
          </p:cNvPr>
          <p:cNvSpPr/>
          <p:nvPr/>
        </p:nvSpPr>
        <p:spPr>
          <a:xfrm>
            <a:off x="1398567" y="2794758"/>
            <a:ext cx="267682" cy="280151"/>
          </a:xfrm>
          <a:custGeom>
            <a:avLst/>
            <a:gdLst/>
            <a:ahLst/>
            <a:cxnLst/>
            <a:rect l="l" t="t" r="r" b="b"/>
            <a:pathLst>
              <a:path w="17346" h="18154" extrusionOk="0">
                <a:moveTo>
                  <a:pt x="7524" y="1"/>
                </a:moveTo>
                <a:cubicBezTo>
                  <a:pt x="6874" y="1"/>
                  <a:pt x="6285" y="156"/>
                  <a:pt x="5771" y="462"/>
                </a:cubicBezTo>
                <a:cubicBezTo>
                  <a:pt x="1401" y="3197"/>
                  <a:pt x="0" y="8901"/>
                  <a:pt x="2569" y="13371"/>
                </a:cubicBezTo>
                <a:cubicBezTo>
                  <a:pt x="4331" y="16437"/>
                  <a:pt x="7553" y="18154"/>
                  <a:pt x="10867" y="18154"/>
                </a:cubicBezTo>
                <a:cubicBezTo>
                  <a:pt x="12384" y="18154"/>
                  <a:pt x="13920" y="17794"/>
                  <a:pt x="15344" y="17040"/>
                </a:cubicBezTo>
                <a:cubicBezTo>
                  <a:pt x="16579" y="16340"/>
                  <a:pt x="17346" y="14805"/>
                  <a:pt x="17346" y="12670"/>
                </a:cubicBezTo>
                <a:cubicBezTo>
                  <a:pt x="17346" y="8334"/>
                  <a:pt x="14310" y="3063"/>
                  <a:pt x="10574" y="929"/>
                </a:cubicBezTo>
                <a:cubicBezTo>
                  <a:pt x="9465" y="306"/>
                  <a:pt x="8435" y="1"/>
                  <a:pt x="7524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1">
            <a:extLst>
              <a:ext uri="{FF2B5EF4-FFF2-40B4-BE49-F238E27FC236}">
                <a16:creationId xmlns:a16="http://schemas.microsoft.com/office/drawing/2014/main" id="{5B22D324-1F12-9165-F79A-72372F4F331E}"/>
              </a:ext>
            </a:extLst>
          </p:cNvPr>
          <p:cNvSpPr/>
          <p:nvPr/>
        </p:nvSpPr>
        <p:spPr>
          <a:xfrm>
            <a:off x="1403088" y="2911006"/>
            <a:ext cx="263161" cy="166711"/>
          </a:xfrm>
          <a:custGeom>
            <a:avLst/>
            <a:gdLst/>
            <a:ahLst/>
            <a:cxnLst/>
            <a:rect l="l" t="t" r="r" b="b"/>
            <a:pathLst>
              <a:path w="17053" h="10803" extrusionOk="0">
                <a:moveTo>
                  <a:pt x="775" y="0"/>
                </a:moveTo>
                <a:cubicBezTo>
                  <a:pt x="0" y="6090"/>
                  <a:pt x="4855" y="10802"/>
                  <a:pt x="10274" y="10802"/>
                </a:cubicBezTo>
                <a:cubicBezTo>
                  <a:pt x="11861" y="10802"/>
                  <a:pt x="13495" y="10398"/>
                  <a:pt x="15051" y="9507"/>
                </a:cubicBezTo>
                <a:cubicBezTo>
                  <a:pt x="16286" y="8807"/>
                  <a:pt x="17053" y="7272"/>
                  <a:pt x="17053" y="5137"/>
                </a:cubicBezTo>
                <a:cubicBezTo>
                  <a:pt x="17020" y="4203"/>
                  <a:pt x="16919" y="3303"/>
                  <a:pt x="16686" y="2402"/>
                </a:cubicBezTo>
                <a:cubicBezTo>
                  <a:pt x="16653" y="5137"/>
                  <a:pt x="15018" y="7906"/>
                  <a:pt x="9781" y="8406"/>
                </a:cubicBezTo>
                <a:cubicBezTo>
                  <a:pt x="9531" y="8428"/>
                  <a:pt x="9285" y="8439"/>
                  <a:pt x="9043" y="8439"/>
                </a:cubicBezTo>
                <a:cubicBezTo>
                  <a:pt x="4497" y="8439"/>
                  <a:pt x="1313" y="4656"/>
                  <a:pt x="775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1">
            <a:extLst>
              <a:ext uri="{FF2B5EF4-FFF2-40B4-BE49-F238E27FC236}">
                <a16:creationId xmlns:a16="http://schemas.microsoft.com/office/drawing/2014/main" id="{2F7CA522-69AC-2047-AFC3-BF0B3D8EA512}"/>
              </a:ext>
            </a:extLst>
          </p:cNvPr>
          <p:cNvSpPr/>
          <p:nvPr/>
        </p:nvSpPr>
        <p:spPr>
          <a:xfrm>
            <a:off x="1433566" y="2925343"/>
            <a:ext cx="83919" cy="108270"/>
          </a:xfrm>
          <a:custGeom>
            <a:avLst/>
            <a:gdLst/>
            <a:ahLst/>
            <a:cxnLst/>
            <a:rect l="l" t="t" r="r" b="b"/>
            <a:pathLst>
              <a:path w="5438" h="7016" extrusionOk="0">
                <a:moveTo>
                  <a:pt x="1517" y="0"/>
                </a:moveTo>
                <a:cubicBezTo>
                  <a:pt x="621" y="0"/>
                  <a:pt x="0" y="710"/>
                  <a:pt x="0" y="1940"/>
                </a:cubicBezTo>
                <a:cubicBezTo>
                  <a:pt x="101" y="3841"/>
                  <a:pt x="1101" y="5576"/>
                  <a:pt x="2736" y="6643"/>
                </a:cubicBezTo>
                <a:cubicBezTo>
                  <a:pt x="3163" y="6896"/>
                  <a:pt x="3570" y="7015"/>
                  <a:pt x="3933" y="7015"/>
                </a:cubicBezTo>
                <a:cubicBezTo>
                  <a:pt x="4817" y="7015"/>
                  <a:pt x="5438" y="6305"/>
                  <a:pt x="5438" y="5076"/>
                </a:cubicBezTo>
                <a:cubicBezTo>
                  <a:pt x="5338" y="3174"/>
                  <a:pt x="4304" y="1406"/>
                  <a:pt x="2736" y="372"/>
                </a:cubicBezTo>
                <a:cubicBezTo>
                  <a:pt x="2299" y="120"/>
                  <a:pt x="1885" y="0"/>
                  <a:pt x="151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1">
            <a:extLst>
              <a:ext uri="{FF2B5EF4-FFF2-40B4-BE49-F238E27FC236}">
                <a16:creationId xmlns:a16="http://schemas.microsoft.com/office/drawing/2014/main" id="{1C9E0713-F768-29E7-7072-4BAA96E5D406}"/>
              </a:ext>
            </a:extLst>
          </p:cNvPr>
          <p:cNvSpPr/>
          <p:nvPr/>
        </p:nvSpPr>
        <p:spPr>
          <a:xfrm>
            <a:off x="1448489" y="2925343"/>
            <a:ext cx="68996" cy="99443"/>
          </a:xfrm>
          <a:custGeom>
            <a:avLst/>
            <a:gdLst/>
            <a:ahLst/>
            <a:cxnLst/>
            <a:rect l="l" t="t" r="r" b="b"/>
            <a:pathLst>
              <a:path w="4471" h="6444" extrusionOk="0">
                <a:moveTo>
                  <a:pt x="543" y="0"/>
                </a:moveTo>
                <a:cubicBezTo>
                  <a:pt x="495" y="0"/>
                  <a:pt x="448" y="2"/>
                  <a:pt x="401" y="5"/>
                </a:cubicBezTo>
                <a:cubicBezTo>
                  <a:pt x="134" y="406"/>
                  <a:pt x="1" y="873"/>
                  <a:pt x="1" y="1373"/>
                </a:cubicBezTo>
                <a:cubicBezTo>
                  <a:pt x="134" y="3274"/>
                  <a:pt x="1135" y="5009"/>
                  <a:pt x="2736" y="6076"/>
                </a:cubicBezTo>
                <a:cubicBezTo>
                  <a:pt x="3136" y="6343"/>
                  <a:pt x="3603" y="6443"/>
                  <a:pt x="4104" y="6443"/>
                </a:cubicBezTo>
                <a:cubicBezTo>
                  <a:pt x="4371" y="6010"/>
                  <a:pt x="4471" y="5543"/>
                  <a:pt x="4471" y="5076"/>
                </a:cubicBezTo>
                <a:cubicBezTo>
                  <a:pt x="4371" y="3174"/>
                  <a:pt x="3337" y="1406"/>
                  <a:pt x="1769" y="372"/>
                </a:cubicBezTo>
                <a:cubicBezTo>
                  <a:pt x="1379" y="132"/>
                  <a:pt x="962" y="0"/>
                  <a:pt x="543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1">
            <a:extLst>
              <a:ext uri="{FF2B5EF4-FFF2-40B4-BE49-F238E27FC236}">
                <a16:creationId xmlns:a16="http://schemas.microsoft.com/office/drawing/2014/main" id="{A594ED15-54AE-5D91-BCC5-C5DC3D368FCC}"/>
              </a:ext>
            </a:extLst>
          </p:cNvPr>
          <p:cNvSpPr/>
          <p:nvPr/>
        </p:nvSpPr>
        <p:spPr>
          <a:xfrm>
            <a:off x="1450557" y="2961453"/>
            <a:ext cx="66928" cy="63333"/>
          </a:xfrm>
          <a:custGeom>
            <a:avLst/>
            <a:gdLst/>
            <a:ahLst/>
            <a:cxnLst/>
            <a:rect l="l" t="t" r="r" b="b"/>
            <a:pathLst>
              <a:path w="4337" h="4104" extrusionOk="0">
                <a:moveTo>
                  <a:pt x="0" y="0"/>
                </a:moveTo>
                <a:cubicBezTo>
                  <a:pt x="367" y="1535"/>
                  <a:pt x="1268" y="2869"/>
                  <a:pt x="2602" y="3736"/>
                </a:cubicBezTo>
                <a:cubicBezTo>
                  <a:pt x="3002" y="4003"/>
                  <a:pt x="3469" y="4103"/>
                  <a:pt x="3970" y="4103"/>
                </a:cubicBezTo>
                <a:cubicBezTo>
                  <a:pt x="4237" y="3670"/>
                  <a:pt x="4337" y="3203"/>
                  <a:pt x="4337" y="2736"/>
                </a:cubicBezTo>
                <a:cubicBezTo>
                  <a:pt x="4337" y="2269"/>
                  <a:pt x="4237" y="1802"/>
                  <a:pt x="4103" y="1368"/>
                </a:cubicBezTo>
                <a:cubicBezTo>
                  <a:pt x="3848" y="1828"/>
                  <a:pt x="3404" y="2018"/>
                  <a:pt x="2900" y="2018"/>
                </a:cubicBezTo>
                <a:cubicBezTo>
                  <a:pt x="1757" y="2018"/>
                  <a:pt x="301" y="1041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1">
            <a:extLst>
              <a:ext uri="{FF2B5EF4-FFF2-40B4-BE49-F238E27FC236}">
                <a16:creationId xmlns:a16="http://schemas.microsoft.com/office/drawing/2014/main" id="{555AFCB8-54F8-7F55-451D-F9A661BF0E29}"/>
              </a:ext>
            </a:extLst>
          </p:cNvPr>
          <p:cNvSpPr/>
          <p:nvPr/>
        </p:nvSpPr>
        <p:spPr>
          <a:xfrm>
            <a:off x="1517470" y="2417987"/>
            <a:ext cx="496245" cy="402310"/>
          </a:xfrm>
          <a:custGeom>
            <a:avLst/>
            <a:gdLst/>
            <a:ahLst/>
            <a:cxnLst/>
            <a:rect l="l" t="t" r="r" b="b"/>
            <a:pathLst>
              <a:path w="32157" h="26070" extrusionOk="0">
                <a:moveTo>
                  <a:pt x="22337" y="0"/>
                </a:moveTo>
                <a:cubicBezTo>
                  <a:pt x="20640" y="0"/>
                  <a:pt x="18948" y="442"/>
                  <a:pt x="17446" y="1326"/>
                </a:cubicBezTo>
                <a:lnTo>
                  <a:pt x="12276" y="4328"/>
                </a:lnTo>
                <a:cubicBezTo>
                  <a:pt x="4671" y="8732"/>
                  <a:pt x="1" y="16837"/>
                  <a:pt x="1" y="25610"/>
                </a:cubicBezTo>
                <a:cubicBezTo>
                  <a:pt x="1" y="25744"/>
                  <a:pt x="101" y="25877"/>
                  <a:pt x="234" y="25944"/>
                </a:cubicBezTo>
                <a:cubicBezTo>
                  <a:pt x="418" y="26027"/>
                  <a:pt x="618" y="26069"/>
                  <a:pt x="822" y="26069"/>
                </a:cubicBezTo>
                <a:cubicBezTo>
                  <a:pt x="1026" y="26069"/>
                  <a:pt x="1235" y="26027"/>
                  <a:pt x="1435" y="25944"/>
                </a:cubicBezTo>
                <a:cubicBezTo>
                  <a:pt x="1568" y="25877"/>
                  <a:pt x="1635" y="25744"/>
                  <a:pt x="1669" y="25610"/>
                </a:cubicBezTo>
                <a:cubicBezTo>
                  <a:pt x="1669" y="17438"/>
                  <a:pt x="6038" y="9866"/>
                  <a:pt x="13110" y="5796"/>
                </a:cubicBezTo>
                <a:lnTo>
                  <a:pt x="18280" y="2794"/>
                </a:lnTo>
                <a:cubicBezTo>
                  <a:pt x="19583" y="2047"/>
                  <a:pt x="20968" y="1705"/>
                  <a:pt x="22319" y="1705"/>
                </a:cubicBezTo>
                <a:cubicBezTo>
                  <a:pt x="26402" y="1705"/>
                  <a:pt x="30180" y="4829"/>
                  <a:pt x="30456" y="9365"/>
                </a:cubicBezTo>
                <a:lnTo>
                  <a:pt x="30456" y="9766"/>
                </a:lnTo>
                <a:cubicBezTo>
                  <a:pt x="31256" y="10166"/>
                  <a:pt x="32124" y="10700"/>
                  <a:pt x="32124" y="10700"/>
                </a:cubicBezTo>
                <a:lnTo>
                  <a:pt x="32124" y="9866"/>
                </a:lnTo>
                <a:cubicBezTo>
                  <a:pt x="32157" y="6330"/>
                  <a:pt x="30289" y="3094"/>
                  <a:pt x="27253" y="1326"/>
                </a:cubicBezTo>
                <a:cubicBezTo>
                  <a:pt x="25736" y="442"/>
                  <a:pt x="24034" y="0"/>
                  <a:pt x="2233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1">
            <a:extLst>
              <a:ext uri="{FF2B5EF4-FFF2-40B4-BE49-F238E27FC236}">
                <a16:creationId xmlns:a16="http://schemas.microsoft.com/office/drawing/2014/main" id="{03F7C39B-936D-A5CE-4E44-E6D90D778A4C}"/>
              </a:ext>
            </a:extLst>
          </p:cNvPr>
          <p:cNvSpPr/>
          <p:nvPr/>
        </p:nvSpPr>
        <p:spPr>
          <a:xfrm>
            <a:off x="1457239" y="2816655"/>
            <a:ext cx="170924" cy="255491"/>
          </a:xfrm>
          <a:custGeom>
            <a:avLst/>
            <a:gdLst/>
            <a:ahLst/>
            <a:cxnLst/>
            <a:rect l="l" t="t" r="r" b="b"/>
            <a:pathLst>
              <a:path w="11076" h="16556" extrusionOk="0">
                <a:moveTo>
                  <a:pt x="938" y="1"/>
                </a:moveTo>
                <a:cubicBezTo>
                  <a:pt x="826" y="1"/>
                  <a:pt x="714" y="4"/>
                  <a:pt x="601" y="10"/>
                </a:cubicBezTo>
                <a:cubicBezTo>
                  <a:pt x="401" y="177"/>
                  <a:pt x="168" y="343"/>
                  <a:pt x="1" y="510"/>
                </a:cubicBezTo>
                <a:cubicBezTo>
                  <a:pt x="334" y="444"/>
                  <a:pt x="668" y="377"/>
                  <a:pt x="1002" y="377"/>
                </a:cubicBezTo>
                <a:cubicBezTo>
                  <a:pt x="2036" y="410"/>
                  <a:pt x="3036" y="744"/>
                  <a:pt x="3904" y="1277"/>
                </a:cubicBezTo>
                <a:cubicBezTo>
                  <a:pt x="7606" y="3412"/>
                  <a:pt x="10575" y="8583"/>
                  <a:pt x="10575" y="12819"/>
                </a:cubicBezTo>
                <a:cubicBezTo>
                  <a:pt x="10575" y="14487"/>
                  <a:pt x="10141" y="15755"/>
                  <a:pt x="9341" y="16555"/>
                </a:cubicBezTo>
                <a:cubicBezTo>
                  <a:pt x="9574" y="16488"/>
                  <a:pt x="9841" y="16422"/>
                  <a:pt x="10108" y="16322"/>
                </a:cubicBezTo>
                <a:cubicBezTo>
                  <a:pt x="10742" y="15288"/>
                  <a:pt x="11075" y="14053"/>
                  <a:pt x="11009" y="12819"/>
                </a:cubicBezTo>
                <a:cubicBezTo>
                  <a:pt x="11009" y="8449"/>
                  <a:pt x="7907" y="3112"/>
                  <a:pt x="4137" y="911"/>
                </a:cubicBezTo>
                <a:cubicBezTo>
                  <a:pt x="3167" y="304"/>
                  <a:pt x="2059" y="1"/>
                  <a:pt x="938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1">
            <a:extLst>
              <a:ext uri="{FF2B5EF4-FFF2-40B4-BE49-F238E27FC236}">
                <a16:creationId xmlns:a16="http://schemas.microsoft.com/office/drawing/2014/main" id="{13093947-0471-EBBE-D217-A39A6B8255C8}"/>
              </a:ext>
            </a:extLst>
          </p:cNvPr>
          <p:cNvSpPr/>
          <p:nvPr/>
        </p:nvSpPr>
        <p:spPr>
          <a:xfrm>
            <a:off x="1457239" y="2816655"/>
            <a:ext cx="170924" cy="255491"/>
          </a:xfrm>
          <a:custGeom>
            <a:avLst/>
            <a:gdLst/>
            <a:ahLst/>
            <a:cxnLst/>
            <a:rect l="l" t="t" r="r" b="b"/>
            <a:pathLst>
              <a:path w="11076" h="16556" extrusionOk="0">
                <a:moveTo>
                  <a:pt x="938" y="1"/>
                </a:moveTo>
                <a:cubicBezTo>
                  <a:pt x="826" y="1"/>
                  <a:pt x="714" y="4"/>
                  <a:pt x="601" y="10"/>
                </a:cubicBezTo>
                <a:cubicBezTo>
                  <a:pt x="401" y="177"/>
                  <a:pt x="168" y="343"/>
                  <a:pt x="1" y="510"/>
                </a:cubicBezTo>
                <a:cubicBezTo>
                  <a:pt x="334" y="444"/>
                  <a:pt x="668" y="377"/>
                  <a:pt x="1002" y="377"/>
                </a:cubicBezTo>
                <a:cubicBezTo>
                  <a:pt x="2036" y="410"/>
                  <a:pt x="3036" y="744"/>
                  <a:pt x="3904" y="1277"/>
                </a:cubicBezTo>
                <a:cubicBezTo>
                  <a:pt x="7606" y="3412"/>
                  <a:pt x="10575" y="8583"/>
                  <a:pt x="10575" y="12819"/>
                </a:cubicBezTo>
                <a:cubicBezTo>
                  <a:pt x="10575" y="14487"/>
                  <a:pt x="10141" y="15755"/>
                  <a:pt x="9341" y="16555"/>
                </a:cubicBezTo>
                <a:cubicBezTo>
                  <a:pt x="9574" y="16488"/>
                  <a:pt x="9841" y="16422"/>
                  <a:pt x="10108" y="16322"/>
                </a:cubicBezTo>
                <a:cubicBezTo>
                  <a:pt x="10742" y="15288"/>
                  <a:pt x="11075" y="14053"/>
                  <a:pt x="11009" y="12819"/>
                </a:cubicBezTo>
                <a:cubicBezTo>
                  <a:pt x="11009" y="8449"/>
                  <a:pt x="7907" y="3112"/>
                  <a:pt x="4137" y="911"/>
                </a:cubicBezTo>
                <a:cubicBezTo>
                  <a:pt x="3167" y="304"/>
                  <a:pt x="2059" y="1"/>
                  <a:pt x="93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41">
            <a:extLst>
              <a:ext uri="{FF2B5EF4-FFF2-40B4-BE49-F238E27FC236}">
                <a16:creationId xmlns:a16="http://schemas.microsoft.com/office/drawing/2014/main" id="{8C7FB062-E703-B23D-1A96-A40893B871DC}"/>
              </a:ext>
            </a:extLst>
          </p:cNvPr>
          <p:cNvSpPr/>
          <p:nvPr/>
        </p:nvSpPr>
        <p:spPr>
          <a:xfrm>
            <a:off x="3190970" y="3392019"/>
            <a:ext cx="631629" cy="601953"/>
          </a:xfrm>
          <a:custGeom>
            <a:avLst/>
            <a:gdLst/>
            <a:ahLst/>
            <a:cxnLst/>
            <a:rect l="l" t="t" r="r" b="b"/>
            <a:pathLst>
              <a:path w="40930" h="39007" extrusionOk="0">
                <a:moveTo>
                  <a:pt x="11858" y="0"/>
                </a:moveTo>
                <a:cubicBezTo>
                  <a:pt x="11543" y="0"/>
                  <a:pt x="11239" y="47"/>
                  <a:pt x="10942" y="153"/>
                </a:cubicBezTo>
                <a:cubicBezTo>
                  <a:pt x="8940" y="887"/>
                  <a:pt x="9307" y="3355"/>
                  <a:pt x="8040" y="4889"/>
                </a:cubicBezTo>
                <a:cubicBezTo>
                  <a:pt x="5171" y="8492"/>
                  <a:pt x="2803" y="14563"/>
                  <a:pt x="1935" y="20634"/>
                </a:cubicBezTo>
                <a:cubicBezTo>
                  <a:pt x="1402" y="24303"/>
                  <a:pt x="1" y="25237"/>
                  <a:pt x="468" y="26271"/>
                </a:cubicBezTo>
                <a:cubicBezTo>
                  <a:pt x="1335" y="28273"/>
                  <a:pt x="3170" y="27606"/>
                  <a:pt x="5204" y="29407"/>
                </a:cubicBezTo>
                <a:cubicBezTo>
                  <a:pt x="10408" y="34010"/>
                  <a:pt x="14478" y="35978"/>
                  <a:pt x="23417" y="37046"/>
                </a:cubicBezTo>
                <a:cubicBezTo>
                  <a:pt x="26766" y="37457"/>
                  <a:pt x="27425" y="39006"/>
                  <a:pt x="29014" y="39006"/>
                </a:cubicBezTo>
                <a:cubicBezTo>
                  <a:pt x="29230" y="39006"/>
                  <a:pt x="29463" y="38978"/>
                  <a:pt x="29722" y="38914"/>
                </a:cubicBezTo>
                <a:cubicBezTo>
                  <a:pt x="31790" y="38413"/>
                  <a:pt x="30456" y="35978"/>
                  <a:pt x="34025" y="31108"/>
                </a:cubicBezTo>
                <a:cubicBezTo>
                  <a:pt x="36027" y="28306"/>
                  <a:pt x="37628" y="24303"/>
                  <a:pt x="38295" y="18733"/>
                </a:cubicBezTo>
                <a:cubicBezTo>
                  <a:pt x="38728" y="15430"/>
                  <a:pt x="40930" y="13863"/>
                  <a:pt x="39496" y="11995"/>
                </a:cubicBezTo>
                <a:cubicBezTo>
                  <a:pt x="38061" y="10093"/>
                  <a:pt x="37127" y="10960"/>
                  <a:pt x="33325" y="8292"/>
                </a:cubicBezTo>
                <a:cubicBezTo>
                  <a:pt x="29555" y="5657"/>
                  <a:pt x="26019" y="3588"/>
                  <a:pt x="18981" y="2121"/>
                </a:cubicBezTo>
                <a:cubicBezTo>
                  <a:pt x="15752" y="1469"/>
                  <a:pt x="13630" y="0"/>
                  <a:pt x="11858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41">
            <a:extLst>
              <a:ext uri="{FF2B5EF4-FFF2-40B4-BE49-F238E27FC236}">
                <a16:creationId xmlns:a16="http://schemas.microsoft.com/office/drawing/2014/main" id="{831F7196-2FE9-1BD6-DFED-19B1B6A83AB5}"/>
              </a:ext>
            </a:extLst>
          </p:cNvPr>
          <p:cNvSpPr/>
          <p:nvPr/>
        </p:nvSpPr>
        <p:spPr>
          <a:xfrm>
            <a:off x="3618233" y="3592989"/>
            <a:ext cx="171727" cy="384687"/>
          </a:xfrm>
          <a:custGeom>
            <a:avLst/>
            <a:gdLst/>
            <a:ahLst/>
            <a:cxnLst/>
            <a:rect l="l" t="t" r="r" b="b"/>
            <a:pathLst>
              <a:path w="11128" h="24928" extrusionOk="0">
                <a:moveTo>
                  <a:pt x="10021" y="1"/>
                </a:moveTo>
                <a:cubicBezTo>
                  <a:pt x="9626" y="1"/>
                  <a:pt x="9090" y="231"/>
                  <a:pt x="8406" y="773"/>
                </a:cubicBezTo>
                <a:cubicBezTo>
                  <a:pt x="6905" y="1974"/>
                  <a:pt x="4904" y="4642"/>
                  <a:pt x="2335" y="10947"/>
                </a:cubicBezTo>
                <a:cubicBezTo>
                  <a:pt x="100" y="16451"/>
                  <a:pt x="0" y="22188"/>
                  <a:pt x="734" y="23989"/>
                </a:cubicBezTo>
                <a:cubicBezTo>
                  <a:pt x="1015" y="24648"/>
                  <a:pt x="1322" y="24928"/>
                  <a:pt x="1620" y="24928"/>
                </a:cubicBezTo>
                <a:cubicBezTo>
                  <a:pt x="2137" y="24928"/>
                  <a:pt x="2627" y="24086"/>
                  <a:pt x="2902" y="22922"/>
                </a:cubicBezTo>
                <a:cubicBezTo>
                  <a:pt x="3436" y="20754"/>
                  <a:pt x="5571" y="18886"/>
                  <a:pt x="7873" y="13715"/>
                </a:cubicBezTo>
                <a:cubicBezTo>
                  <a:pt x="10274" y="8312"/>
                  <a:pt x="9407" y="5943"/>
                  <a:pt x="10508" y="3074"/>
                </a:cubicBezTo>
                <a:cubicBezTo>
                  <a:pt x="11128" y="1452"/>
                  <a:pt x="11015" y="1"/>
                  <a:pt x="10021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41">
            <a:extLst>
              <a:ext uri="{FF2B5EF4-FFF2-40B4-BE49-F238E27FC236}">
                <a16:creationId xmlns:a16="http://schemas.microsoft.com/office/drawing/2014/main" id="{036FC1B0-3997-A43C-AF2E-E7D8BA9986BB}"/>
              </a:ext>
            </a:extLst>
          </p:cNvPr>
          <p:cNvSpPr/>
          <p:nvPr/>
        </p:nvSpPr>
        <p:spPr>
          <a:xfrm>
            <a:off x="3201787" y="3804638"/>
            <a:ext cx="411307" cy="180692"/>
          </a:xfrm>
          <a:custGeom>
            <a:avLst/>
            <a:gdLst/>
            <a:ahLst/>
            <a:cxnLst/>
            <a:rect l="l" t="t" r="r" b="b"/>
            <a:pathLst>
              <a:path w="26653" h="11709" extrusionOk="0">
                <a:moveTo>
                  <a:pt x="0" y="0"/>
                </a:moveTo>
                <a:cubicBezTo>
                  <a:pt x="968" y="1435"/>
                  <a:pt x="2635" y="1034"/>
                  <a:pt x="4503" y="2669"/>
                </a:cubicBezTo>
                <a:cubicBezTo>
                  <a:pt x="6105" y="4137"/>
                  <a:pt x="7873" y="5471"/>
                  <a:pt x="9741" y="6605"/>
                </a:cubicBezTo>
                <a:cubicBezTo>
                  <a:pt x="7506" y="4804"/>
                  <a:pt x="7039" y="2502"/>
                  <a:pt x="5337" y="1602"/>
                </a:cubicBezTo>
                <a:cubicBezTo>
                  <a:pt x="3269" y="434"/>
                  <a:pt x="1635" y="1235"/>
                  <a:pt x="0" y="0"/>
                </a:cubicBezTo>
                <a:close/>
                <a:moveTo>
                  <a:pt x="12943" y="8140"/>
                </a:moveTo>
                <a:cubicBezTo>
                  <a:pt x="15578" y="9174"/>
                  <a:pt x="18647" y="9841"/>
                  <a:pt x="22716" y="10341"/>
                </a:cubicBezTo>
                <a:cubicBezTo>
                  <a:pt x="24118" y="10475"/>
                  <a:pt x="25452" y="10975"/>
                  <a:pt x="26653" y="11709"/>
                </a:cubicBezTo>
                <a:cubicBezTo>
                  <a:pt x="25118" y="10475"/>
                  <a:pt x="24518" y="8506"/>
                  <a:pt x="22049" y="8306"/>
                </a:cubicBezTo>
                <a:cubicBezTo>
                  <a:pt x="21867" y="8289"/>
                  <a:pt x="21659" y="8282"/>
                  <a:pt x="21430" y="8282"/>
                </a:cubicBezTo>
                <a:cubicBezTo>
                  <a:pt x="20215" y="8282"/>
                  <a:pt x="18400" y="8487"/>
                  <a:pt x="16502" y="8487"/>
                </a:cubicBezTo>
                <a:cubicBezTo>
                  <a:pt x="15306" y="8487"/>
                  <a:pt x="14076" y="8406"/>
                  <a:pt x="12943" y="814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1">
            <a:extLst>
              <a:ext uri="{FF2B5EF4-FFF2-40B4-BE49-F238E27FC236}">
                <a16:creationId xmlns:a16="http://schemas.microsoft.com/office/drawing/2014/main" id="{5BB20E89-BB61-D00C-177E-38C11BF7564D}"/>
              </a:ext>
            </a:extLst>
          </p:cNvPr>
          <p:cNvSpPr/>
          <p:nvPr/>
        </p:nvSpPr>
        <p:spPr>
          <a:xfrm>
            <a:off x="3240907" y="3457389"/>
            <a:ext cx="436538" cy="295552"/>
          </a:xfrm>
          <a:custGeom>
            <a:avLst/>
            <a:gdLst/>
            <a:ahLst/>
            <a:cxnLst/>
            <a:rect l="l" t="t" r="r" b="b"/>
            <a:pathLst>
              <a:path w="28288" h="19152" extrusionOk="0">
                <a:moveTo>
                  <a:pt x="13353" y="1"/>
                </a:moveTo>
                <a:cubicBezTo>
                  <a:pt x="12824" y="1"/>
                  <a:pt x="12297" y="18"/>
                  <a:pt x="11775" y="53"/>
                </a:cubicBezTo>
                <a:cubicBezTo>
                  <a:pt x="5037" y="1054"/>
                  <a:pt x="1668" y="7358"/>
                  <a:pt x="534" y="13262"/>
                </a:cubicBezTo>
                <a:cubicBezTo>
                  <a:pt x="0" y="15931"/>
                  <a:pt x="768" y="17766"/>
                  <a:pt x="2335" y="18700"/>
                </a:cubicBezTo>
                <a:cubicBezTo>
                  <a:pt x="2861" y="19003"/>
                  <a:pt x="3632" y="19152"/>
                  <a:pt x="4482" y="19152"/>
                </a:cubicBezTo>
                <a:cubicBezTo>
                  <a:pt x="6060" y="19152"/>
                  <a:pt x="7911" y="18641"/>
                  <a:pt x="8973" y="17666"/>
                </a:cubicBezTo>
                <a:cubicBezTo>
                  <a:pt x="10174" y="16565"/>
                  <a:pt x="11108" y="15264"/>
                  <a:pt x="12476" y="13963"/>
                </a:cubicBezTo>
                <a:cubicBezTo>
                  <a:pt x="13377" y="13129"/>
                  <a:pt x="14477" y="12562"/>
                  <a:pt x="15645" y="12228"/>
                </a:cubicBezTo>
                <a:cubicBezTo>
                  <a:pt x="18881" y="11461"/>
                  <a:pt x="20515" y="11728"/>
                  <a:pt x="23084" y="11394"/>
                </a:cubicBezTo>
                <a:cubicBezTo>
                  <a:pt x="24284" y="11261"/>
                  <a:pt x="25952" y="10827"/>
                  <a:pt x="26886" y="9893"/>
                </a:cubicBezTo>
                <a:cubicBezTo>
                  <a:pt x="27854" y="8993"/>
                  <a:pt x="28287" y="7658"/>
                  <a:pt x="28054" y="6391"/>
                </a:cubicBezTo>
                <a:cubicBezTo>
                  <a:pt x="27887" y="5357"/>
                  <a:pt x="27320" y="4423"/>
                  <a:pt x="26486" y="3822"/>
                </a:cubicBezTo>
                <a:cubicBezTo>
                  <a:pt x="22662" y="1283"/>
                  <a:pt x="17900" y="1"/>
                  <a:pt x="13353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1">
            <a:extLst>
              <a:ext uri="{FF2B5EF4-FFF2-40B4-BE49-F238E27FC236}">
                <a16:creationId xmlns:a16="http://schemas.microsoft.com/office/drawing/2014/main" id="{2F4D2822-D2CB-8292-7084-62F8BE9A6F18}"/>
              </a:ext>
            </a:extLst>
          </p:cNvPr>
          <p:cNvSpPr/>
          <p:nvPr/>
        </p:nvSpPr>
        <p:spPr>
          <a:xfrm>
            <a:off x="2583553" y="3324536"/>
            <a:ext cx="526105" cy="483019"/>
          </a:xfrm>
          <a:custGeom>
            <a:avLst/>
            <a:gdLst/>
            <a:ahLst/>
            <a:cxnLst/>
            <a:rect l="l" t="t" r="r" b="b"/>
            <a:pathLst>
              <a:path w="34092" h="31300" extrusionOk="0">
                <a:moveTo>
                  <a:pt x="24960" y="0"/>
                </a:moveTo>
                <a:cubicBezTo>
                  <a:pt x="23573" y="0"/>
                  <a:pt x="21855" y="1087"/>
                  <a:pt x="19314" y="1557"/>
                </a:cubicBezTo>
                <a:cubicBezTo>
                  <a:pt x="13643" y="2591"/>
                  <a:pt x="9307" y="4492"/>
                  <a:pt x="6205" y="6560"/>
                </a:cubicBezTo>
                <a:cubicBezTo>
                  <a:pt x="3103" y="8629"/>
                  <a:pt x="2369" y="7928"/>
                  <a:pt x="1168" y="9396"/>
                </a:cubicBezTo>
                <a:cubicBezTo>
                  <a:pt x="0" y="10897"/>
                  <a:pt x="1735" y="12164"/>
                  <a:pt x="2002" y="14833"/>
                </a:cubicBezTo>
                <a:cubicBezTo>
                  <a:pt x="2435" y="19303"/>
                  <a:pt x="3636" y="22605"/>
                  <a:pt x="5204" y="24840"/>
                </a:cubicBezTo>
                <a:cubicBezTo>
                  <a:pt x="7973" y="28843"/>
                  <a:pt x="6839" y="30778"/>
                  <a:pt x="8506" y="31211"/>
                </a:cubicBezTo>
                <a:cubicBezTo>
                  <a:pt x="8733" y="31272"/>
                  <a:pt x="8934" y="31299"/>
                  <a:pt x="9121" y="31299"/>
                </a:cubicBezTo>
                <a:cubicBezTo>
                  <a:pt x="10366" y="31299"/>
                  <a:pt x="10941" y="30105"/>
                  <a:pt x="13610" y="29844"/>
                </a:cubicBezTo>
                <a:cubicBezTo>
                  <a:pt x="20815" y="29177"/>
                  <a:pt x="25585" y="27342"/>
                  <a:pt x="29822" y="23739"/>
                </a:cubicBezTo>
                <a:cubicBezTo>
                  <a:pt x="31489" y="22338"/>
                  <a:pt x="32957" y="22906"/>
                  <a:pt x="33724" y="21304"/>
                </a:cubicBezTo>
                <a:cubicBezTo>
                  <a:pt x="34091" y="20504"/>
                  <a:pt x="32991" y="19737"/>
                  <a:pt x="32657" y="16768"/>
                </a:cubicBezTo>
                <a:cubicBezTo>
                  <a:pt x="32057" y="11864"/>
                  <a:pt x="30289" y="6961"/>
                  <a:pt x="28054" y="3992"/>
                </a:cubicBezTo>
                <a:cubicBezTo>
                  <a:pt x="27053" y="2724"/>
                  <a:pt x="27387" y="790"/>
                  <a:pt x="25785" y="156"/>
                </a:cubicBezTo>
                <a:cubicBezTo>
                  <a:pt x="25522" y="47"/>
                  <a:pt x="25248" y="0"/>
                  <a:pt x="24960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1">
            <a:extLst>
              <a:ext uri="{FF2B5EF4-FFF2-40B4-BE49-F238E27FC236}">
                <a16:creationId xmlns:a16="http://schemas.microsoft.com/office/drawing/2014/main" id="{CB0C6745-1FA1-5AC5-1BA7-E1C2D3538394}"/>
              </a:ext>
            </a:extLst>
          </p:cNvPr>
          <p:cNvSpPr/>
          <p:nvPr/>
        </p:nvSpPr>
        <p:spPr>
          <a:xfrm>
            <a:off x="2583553" y="3324536"/>
            <a:ext cx="526105" cy="483019"/>
          </a:xfrm>
          <a:custGeom>
            <a:avLst/>
            <a:gdLst/>
            <a:ahLst/>
            <a:cxnLst/>
            <a:rect l="l" t="t" r="r" b="b"/>
            <a:pathLst>
              <a:path w="34092" h="31300" extrusionOk="0">
                <a:moveTo>
                  <a:pt x="24960" y="0"/>
                </a:moveTo>
                <a:cubicBezTo>
                  <a:pt x="23573" y="0"/>
                  <a:pt x="21855" y="1087"/>
                  <a:pt x="19314" y="1557"/>
                </a:cubicBezTo>
                <a:cubicBezTo>
                  <a:pt x="13643" y="2591"/>
                  <a:pt x="9307" y="4492"/>
                  <a:pt x="6205" y="6560"/>
                </a:cubicBezTo>
                <a:cubicBezTo>
                  <a:pt x="3103" y="8629"/>
                  <a:pt x="2369" y="7928"/>
                  <a:pt x="1168" y="9396"/>
                </a:cubicBezTo>
                <a:cubicBezTo>
                  <a:pt x="0" y="10897"/>
                  <a:pt x="1735" y="12164"/>
                  <a:pt x="2002" y="14833"/>
                </a:cubicBezTo>
                <a:cubicBezTo>
                  <a:pt x="2435" y="19303"/>
                  <a:pt x="3636" y="22605"/>
                  <a:pt x="5204" y="24840"/>
                </a:cubicBezTo>
                <a:cubicBezTo>
                  <a:pt x="7973" y="28843"/>
                  <a:pt x="6839" y="30778"/>
                  <a:pt x="8506" y="31211"/>
                </a:cubicBezTo>
                <a:cubicBezTo>
                  <a:pt x="8733" y="31272"/>
                  <a:pt x="8934" y="31299"/>
                  <a:pt x="9121" y="31299"/>
                </a:cubicBezTo>
                <a:cubicBezTo>
                  <a:pt x="10366" y="31299"/>
                  <a:pt x="10941" y="30105"/>
                  <a:pt x="13610" y="29844"/>
                </a:cubicBezTo>
                <a:cubicBezTo>
                  <a:pt x="20815" y="29177"/>
                  <a:pt x="25585" y="27342"/>
                  <a:pt x="29822" y="23739"/>
                </a:cubicBezTo>
                <a:cubicBezTo>
                  <a:pt x="31489" y="22338"/>
                  <a:pt x="32957" y="22906"/>
                  <a:pt x="33724" y="21304"/>
                </a:cubicBezTo>
                <a:cubicBezTo>
                  <a:pt x="34091" y="20504"/>
                  <a:pt x="32991" y="19737"/>
                  <a:pt x="32657" y="16768"/>
                </a:cubicBezTo>
                <a:cubicBezTo>
                  <a:pt x="32057" y="11864"/>
                  <a:pt x="30289" y="6961"/>
                  <a:pt x="28054" y="3992"/>
                </a:cubicBezTo>
                <a:cubicBezTo>
                  <a:pt x="27053" y="2724"/>
                  <a:pt x="27387" y="790"/>
                  <a:pt x="25785" y="156"/>
                </a:cubicBezTo>
                <a:cubicBezTo>
                  <a:pt x="25522" y="47"/>
                  <a:pt x="25248" y="0"/>
                  <a:pt x="2496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1">
            <a:extLst>
              <a:ext uri="{FF2B5EF4-FFF2-40B4-BE49-F238E27FC236}">
                <a16:creationId xmlns:a16="http://schemas.microsoft.com/office/drawing/2014/main" id="{5B692E0E-6BA3-5E94-0DB3-30531E53F01A}"/>
              </a:ext>
            </a:extLst>
          </p:cNvPr>
          <p:cNvSpPr/>
          <p:nvPr/>
        </p:nvSpPr>
        <p:spPr>
          <a:xfrm>
            <a:off x="2609525" y="3482775"/>
            <a:ext cx="132591" cy="312095"/>
          </a:xfrm>
          <a:custGeom>
            <a:avLst/>
            <a:gdLst/>
            <a:ahLst/>
            <a:cxnLst/>
            <a:rect l="l" t="t" r="r" b="b"/>
            <a:pathLst>
              <a:path w="8592" h="20224" extrusionOk="0">
                <a:moveTo>
                  <a:pt x="908" y="0"/>
                </a:moveTo>
                <a:cubicBezTo>
                  <a:pt x="125" y="0"/>
                  <a:pt x="1" y="1171"/>
                  <a:pt x="452" y="2478"/>
                </a:cubicBezTo>
                <a:cubicBezTo>
                  <a:pt x="1286" y="4813"/>
                  <a:pt x="552" y="6714"/>
                  <a:pt x="2387" y="11084"/>
                </a:cubicBezTo>
                <a:cubicBezTo>
                  <a:pt x="4121" y="15287"/>
                  <a:pt x="5823" y="16821"/>
                  <a:pt x="6190" y="18589"/>
                </a:cubicBezTo>
                <a:cubicBezTo>
                  <a:pt x="6382" y="19529"/>
                  <a:pt x="6766" y="20223"/>
                  <a:pt x="7184" y="20223"/>
                </a:cubicBezTo>
                <a:cubicBezTo>
                  <a:pt x="7418" y="20223"/>
                  <a:pt x="7663" y="20005"/>
                  <a:pt x="7891" y="19490"/>
                </a:cubicBezTo>
                <a:cubicBezTo>
                  <a:pt x="8558" y="18055"/>
                  <a:pt x="8591" y="13419"/>
                  <a:pt x="6890" y="8982"/>
                </a:cubicBezTo>
                <a:cubicBezTo>
                  <a:pt x="4922" y="3845"/>
                  <a:pt x="3354" y="1677"/>
                  <a:pt x="2187" y="643"/>
                </a:cubicBezTo>
                <a:cubicBezTo>
                  <a:pt x="1649" y="192"/>
                  <a:pt x="1224" y="0"/>
                  <a:pt x="908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1">
            <a:extLst>
              <a:ext uri="{FF2B5EF4-FFF2-40B4-BE49-F238E27FC236}">
                <a16:creationId xmlns:a16="http://schemas.microsoft.com/office/drawing/2014/main" id="{A3F2D8E6-328A-7CFB-CF4F-C7FF9A5889B6}"/>
              </a:ext>
            </a:extLst>
          </p:cNvPr>
          <p:cNvSpPr/>
          <p:nvPr/>
        </p:nvSpPr>
        <p:spPr>
          <a:xfrm>
            <a:off x="2744154" y="3658961"/>
            <a:ext cx="356231" cy="142606"/>
          </a:xfrm>
          <a:custGeom>
            <a:avLst/>
            <a:gdLst/>
            <a:ahLst/>
            <a:cxnLst/>
            <a:rect l="l" t="t" r="r" b="b"/>
            <a:pathLst>
              <a:path w="23084" h="9241" extrusionOk="0">
                <a:moveTo>
                  <a:pt x="23084" y="0"/>
                </a:moveTo>
                <a:lnTo>
                  <a:pt x="23084" y="0"/>
                </a:lnTo>
                <a:cubicBezTo>
                  <a:pt x="21750" y="1001"/>
                  <a:pt x="20482" y="334"/>
                  <a:pt x="18781" y="1201"/>
                </a:cubicBezTo>
                <a:cubicBezTo>
                  <a:pt x="17380" y="1902"/>
                  <a:pt x="16980" y="3736"/>
                  <a:pt x="15145" y="5137"/>
                </a:cubicBezTo>
                <a:cubicBezTo>
                  <a:pt x="16646" y="4270"/>
                  <a:pt x="18080" y="3236"/>
                  <a:pt x="19415" y="2102"/>
                </a:cubicBezTo>
                <a:cubicBezTo>
                  <a:pt x="20949" y="801"/>
                  <a:pt x="22283" y="1168"/>
                  <a:pt x="23084" y="0"/>
                </a:cubicBezTo>
                <a:close/>
                <a:moveTo>
                  <a:pt x="3981" y="6567"/>
                </a:moveTo>
                <a:cubicBezTo>
                  <a:pt x="3907" y="6567"/>
                  <a:pt x="3837" y="6569"/>
                  <a:pt x="3770" y="6572"/>
                </a:cubicBezTo>
                <a:cubicBezTo>
                  <a:pt x="1802" y="6705"/>
                  <a:pt x="1268" y="8240"/>
                  <a:pt x="1" y="9240"/>
                </a:cubicBezTo>
                <a:cubicBezTo>
                  <a:pt x="968" y="8640"/>
                  <a:pt x="2069" y="8306"/>
                  <a:pt x="3203" y="8206"/>
                </a:cubicBezTo>
                <a:cubicBezTo>
                  <a:pt x="6472" y="7873"/>
                  <a:pt x="8940" y="7406"/>
                  <a:pt x="11075" y="6638"/>
                </a:cubicBezTo>
                <a:lnTo>
                  <a:pt x="11075" y="6638"/>
                </a:lnTo>
                <a:cubicBezTo>
                  <a:pt x="10305" y="6804"/>
                  <a:pt x="9484" y="6862"/>
                  <a:pt x="8671" y="6862"/>
                </a:cubicBezTo>
                <a:cubicBezTo>
                  <a:pt x="6832" y="6862"/>
                  <a:pt x="5037" y="6567"/>
                  <a:pt x="3981" y="65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41">
            <a:extLst>
              <a:ext uri="{FF2B5EF4-FFF2-40B4-BE49-F238E27FC236}">
                <a16:creationId xmlns:a16="http://schemas.microsoft.com/office/drawing/2014/main" id="{7B7699CD-EF82-AFF9-99F5-03B1721A05D1}"/>
              </a:ext>
            </a:extLst>
          </p:cNvPr>
          <p:cNvSpPr/>
          <p:nvPr/>
        </p:nvSpPr>
        <p:spPr>
          <a:xfrm>
            <a:off x="2700404" y="3375584"/>
            <a:ext cx="370644" cy="239936"/>
          </a:xfrm>
          <a:custGeom>
            <a:avLst/>
            <a:gdLst/>
            <a:ahLst/>
            <a:cxnLst/>
            <a:rect l="l" t="t" r="r" b="b"/>
            <a:pathLst>
              <a:path w="24018" h="15548" extrusionOk="0">
                <a:moveTo>
                  <a:pt x="12977" y="0"/>
                </a:moveTo>
                <a:cubicBezTo>
                  <a:pt x="9308" y="0"/>
                  <a:pt x="5113" y="883"/>
                  <a:pt x="2169" y="2752"/>
                </a:cubicBezTo>
                <a:cubicBezTo>
                  <a:pt x="1535" y="3186"/>
                  <a:pt x="367" y="4320"/>
                  <a:pt x="234" y="5154"/>
                </a:cubicBezTo>
                <a:cubicBezTo>
                  <a:pt x="0" y="6188"/>
                  <a:pt x="334" y="7255"/>
                  <a:pt x="1068" y="8023"/>
                </a:cubicBezTo>
                <a:cubicBezTo>
                  <a:pt x="1835" y="8756"/>
                  <a:pt x="3169" y="9157"/>
                  <a:pt x="4137" y="9290"/>
                </a:cubicBezTo>
                <a:cubicBezTo>
                  <a:pt x="4693" y="9371"/>
                  <a:pt x="5239" y="9394"/>
                  <a:pt x="5793" y="9394"/>
                </a:cubicBezTo>
                <a:cubicBezTo>
                  <a:pt x="6519" y="9394"/>
                  <a:pt x="7258" y="9355"/>
                  <a:pt x="8053" y="9355"/>
                </a:cubicBezTo>
                <a:cubicBezTo>
                  <a:pt x="8912" y="9355"/>
                  <a:pt x="9836" y="9400"/>
                  <a:pt x="10875" y="9590"/>
                </a:cubicBezTo>
                <a:cubicBezTo>
                  <a:pt x="12042" y="9891"/>
                  <a:pt x="13110" y="10458"/>
                  <a:pt x="14044" y="11225"/>
                </a:cubicBezTo>
                <a:cubicBezTo>
                  <a:pt x="15111" y="12292"/>
                  <a:pt x="15812" y="13360"/>
                  <a:pt x="16779" y="14260"/>
                </a:cubicBezTo>
                <a:cubicBezTo>
                  <a:pt x="17636" y="15095"/>
                  <a:pt x="19209" y="15548"/>
                  <a:pt x="20510" y="15548"/>
                </a:cubicBezTo>
                <a:cubicBezTo>
                  <a:pt x="21133" y="15548"/>
                  <a:pt x="21694" y="15444"/>
                  <a:pt x="22083" y="15228"/>
                </a:cubicBezTo>
                <a:cubicBezTo>
                  <a:pt x="23384" y="14494"/>
                  <a:pt x="24018" y="13060"/>
                  <a:pt x="23651" y="10891"/>
                </a:cubicBezTo>
                <a:cubicBezTo>
                  <a:pt x="22850" y="6155"/>
                  <a:pt x="20282" y="984"/>
                  <a:pt x="14878" y="84"/>
                </a:cubicBezTo>
                <a:cubicBezTo>
                  <a:pt x="14267" y="28"/>
                  <a:pt x="13631" y="0"/>
                  <a:pt x="12977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41">
            <a:extLst>
              <a:ext uri="{FF2B5EF4-FFF2-40B4-BE49-F238E27FC236}">
                <a16:creationId xmlns:a16="http://schemas.microsoft.com/office/drawing/2014/main" id="{EEDF6033-F89B-4239-EEEE-CAE074BD7B79}"/>
              </a:ext>
            </a:extLst>
          </p:cNvPr>
          <p:cNvSpPr/>
          <p:nvPr/>
        </p:nvSpPr>
        <p:spPr>
          <a:xfrm>
            <a:off x="2797687" y="3994065"/>
            <a:ext cx="246078" cy="243500"/>
          </a:xfrm>
          <a:custGeom>
            <a:avLst/>
            <a:gdLst/>
            <a:ahLst/>
            <a:cxnLst/>
            <a:rect l="l" t="t" r="r" b="b"/>
            <a:pathLst>
              <a:path w="15946" h="15779" extrusionOk="0">
                <a:moveTo>
                  <a:pt x="8474" y="1"/>
                </a:moveTo>
                <a:lnTo>
                  <a:pt x="1" y="5071"/>
                </a:lnTo>
                <a:lnTo>
                  <a:pt x="9141" y="15779"/>
                </a:lnTo>
                <a:cubicBezTo>
                  <a:pt x="9141" y="15779"/>
                  <a:pt x="14211" y="15512"/>
                  <a:pt x="15078" y="13077"/>
                </a:cubicBezTo>
                <a:cubicBezTo>
                  <a:pt x="15946" y="10675"/>
                  <a:pt x="13777" y="8173"/>
                  <a:pt x="12510" y="7306"/>
                </a:cubicBezTo>
                <a:lnTo>
                  <a:pt x="8474" y="1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1">
            <a:extLst>
              <a:ext uri="{FF2B5EF4-FFF2-40B4-BE49-F238E27FC236}">
                <a16:creationId xmlns:a16="http://schemas.microsoft.com/office/drawing/2014/main" id="{F8241886-FEDF-6F02-5834-574013BF8E26}"/>
              </a:ext>
            </a:extLst>
          </p:cNvPr>
          <p:cNvSpPr/>
          <p:nvPr/>
        </p:nvSpPr>
        <p:spPr>
          <a:xfrm>
            <a:off x="2965509" y="4161888"/>
            <a:ext cx="153933" cy="316154"/>
          </a:xfrm>
          <a:custGeom>
            <a:avLst/>
            <a:gdLst/>
            <a:ahLst/>
            <a:cxnLst/>
            <a:rect l="l" t="t" r="r" b="b"/>
            <a:pathLst>
              <a:path w="9975" h="20487" extrusionOk="0">
                <a:moveTo>
                  <a:pt x="6305" y="0"/>
                </a:moveTo>
                <a:cubicBezTo>
                  <a:pt x="6305" y="0"/>
                  <a:pt x="734" y="17279"/>
                  <a:pt x="367" y="18447"/>
                </a:cubicBezTo>
                <a:cubicBezTo>
                  <a:pt x="0" y="19614"/>
                  <a:pt x="1968" y="20482"/>
                  <a:pt x="1968" y="20482"/>
                </a:cubicBezTo>
                <a:cubicBezTo>
                  <a:pt x="2036" y="20485"/>
                  <a:pt x="2103" y="20487"/>
                  <a:pt x="2170" y="20487"/>
                </a:cubicBezTo>
                <a:cubicBezTo>
                  <a:pt x="2763" y="20487"/>
                  <a:pt x="3330" y="20355"/>
                  <a:pt x="3870" y="20115"/>
                </a:cubicBezTo>
                <a:cubicBezTo>
                  <a:pt x="5438" y="19281"/>
                  <a:pt x="7339" y="17613"/>
                  <a:pt x="8673" y="14010"/>
                </a:cubicBezTo>
                <a:cubicBezTo>
                  <a:pt x="9974" y="10374"/>
                  <a:pt x="9007" y="9040"/>
                  <a:pt x="8540" y="7572"/>
                </a:cubicBezTo>
                <a:cubicBezTo>
                  <a:pt x="8106" y="6271"/>
                  <a:pt x="7906" y="5971"/>
                  <a:pt x="7639" y="4937"/>
                </a:cubicBezTo>
                <a:cubicBezTo>
                  <a:pt x="7406" y="3903"/>
                  <a:pt x="7606" y="1668"/>
                  <a:pt x="7306" y="1201"/>
                </a:cubicBezTo>
                <a:cubicBezTo>
                  <a:pt x="7072" y="734"/>
                  <a:pt x="6705" y="334"/>
                  <a:pt x="630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1">
            <a:extLst>
              <a:ext uri="{FF2B5EF4-FFF2-40B4-BE49-F238E27FC236}">
                <a16:creationId xmlns:a16="http://schemas.microsoft.com/office/drawing/2014/main" id="{C99E0EBD-9D10-4172-8E4A-815D482FE008}"/>
              </a:ext>
            </a:extLst>
          </p:cNvPr>
          <p:cNvSpPr/>
          <p:nvPr/>
        </p:nvSpPr>
        <p:spPr>
          <a:xfrm>
            <a:off x="2922778" y="4104311"/>
            <a:ext cx="181726" cy="366231"/>
          </a:xfrm>
          <a:custGeom>
            <a:avLst/>
            <a:gdLst/>
            <a:ahLst/>
            <a:cxnLst/>
            <a:rect l="l" t="t" r="r" b="b"/>
            <a:pathLst>
              <a:path w="11776" h="23732" extrusionOk="0">
                <a:moveTo>
                  <a:pt x="4745" y="1"/>
                </a:moveTo>
                <a:cubicBezTo>
                  <a:pt x="4643" y="1"/>
                  <a:pt x="4543" y="47"/>
                  <a:pt x="4437" y="162"/>
                </a:cubicBezTo>
                <a:lnTo>
                  <a:pt x="5038" y="996"/>
                </a:lnTo>
                <a:cubicBezTo>
                  <a:pt x="6005" y="2464"/>
                  <a:pt x="5104" y="3031"/>
                  <a:pt x="5038" y="3765"/>
                </a:cubicBezTo>
                <a:cubicBezTo>
                  <a:pt x="5038" y="4599"/>
                  <a:pt x="5138" y="5399"/>
                  <a:pt x="5304" y="6200"/>
                </a:cubicBezTo>
                <a:cubicBezTo>
                  <a:pt x="4675" y="5287"/>
                  <a:pt x="4402" y="4523"/>
                  <a:pt x="3702" y="4523"/>
                </a:cubicBezTo>
                <a:cubicBezTo>
                  <a:pt x="3659" y="4523"/>
                  <a:pt x="3615" y="4526"/>
                  <a:pt x="3570" y="4532"/>
                </a:cubicBezTo>
                <a:cubicBezTo>
                  <a:pt x="2769" y="4599"/>
                  <a:pt x="2669" y="4565"/>
                  <a:pt x="1468" y="5599"/>
                </a:cubicBezTo>
                <a:cubicBezTo>
                  <a:pt x="301" y="6600"/>
                  <a:pt x="1" y="7000"/>
                  <a:pt x="34" y="7334"/>
                </a:cubicBezTo>
                <a:cubicBezTo>
                  <a:pt x="67" y="7734"/>
                  <a:pt x="568" y="8335"/>
                  <a:pt x="768" y="8668"/>
                </a:cubicBezTo>
                <a:cubicBezTo>
                  <a:pt x="1468" y="9736"/>
                  <a:pt x="1702" y="11170"/>
                  <a:pt x="1902" y="12404"/>
                </a:cubicBezTo>
                <a:cubicBezTo>
                  <a:pt x="2836" y="18242"/>
                  <a:pt x="401" y="21110"/>
                  <a:pt x="3403" y="23445"/>
                </a:cubicBezTo>
                <a:cubicBezTo>
                  <a:pt x="3658" y="23615"/>
                  <a:pt x="3989" y="23731"/>
                  <a:pt x="4402" y="23731"/>
                </a:cubicBezTo>
                <a:cubicBezTo>
                  <a:pt x="5452" y="23731"/>
                  <a:pt x="7029" y="22980"/>
                  <a:pt x="9207" y="20443"/>
                </a:cubicBezTo>
                <a:cubicBezTo>
                  <a:pt x="10742" y="18642"/>
                  <a:pt x="11776" y="14839"/>
                  <a:pt x="11309" y="13071"/>
                </a:cubicBezTo>
                <a:cubicBezTo>
                  <a:pt x="10808" y="11303"/>
                  <a:pt x="10075" y="10136"/>
                  <a:pt x="9774" y="8768"/>
                </a:cubicBezTo>
                <a:cubicBezTo>
                  <a:pt x="9474" y="7401"/>
                  <a:pt x="9774" y="4899"/>
                  <a:pt x="9107" y="3731"/>
                </a:cubicBezTo>
                <a:cubicBezTo>
                  <a:pt x="8640" y="3064"/>
                  <a:pt x="8040" y="2497"/>
                  <a:pt x="7339" y="2097"/>
                </a:cubicBezTo>
                <a:cubicBezTo>
                  <a:pt x="6806" y="1730"/>
                  <a:pt x="6205" y="829"/>
                  <a:pt x="5638" y="496"/>
                </a:cubicBezTo>
                <a:cubicBezTo>
                  <a:pt x="5258" y="282"/>
                  <a:pt x="4997" y="1"/>
                  <a:pt x="4745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41">
            <a:extLst>
              <a:ext uri="{FF2B5EF4-FFF2-40B4-BE49-F238E27FC236}">
                <a16:creationId xmlns:a16="http://schemas.microsoft.com/office/drawing/2014/main" id="{890AB39C-EA77-4567-29B3-200C575C9EED}"/>
              </a:ext>
            </a:extLst>
          </p:cNvPr>
          <p:cNvSpPr/>
          <p:nvPr/>
        </p:nvSpPr>
        <p:spPr>
          <a:xfrm>
            <a:off x="2922778" y="4104311"/>
            <a:ext cx="181726" cy="366231"/>
          </a:xfrm>
          <a:custGeom>
            <a:avLst/>
            <a:gdLst/>
            <a:ahLst/>
            <a:cxnLst/>
            <a:rect l="l" t="t" r="r" b="b"/>
            <a:pathLst>
              <a:path w="11776" h="23732" extrusionOk="0">
                <a:moveTo>
                  <a:pt x="4745" y="1"/>
                </a:moveTo>
                <a:cubicBezTo>
                  <a:pt x="4643" y="1"/>
                  <a:pt x="4543" y="47"/>
                  <a:pt x="4437" y="162"/>
                </a:cubicBezTo>
                <a:lnTo>
                  <a:pt x="5038" y="996"/>
                </a:lnTo>
                <a:cubicBezTo>
                  <a:pt x="6005" y="2464"/>
                  <a:pt x="5104" y="3031"/>
                  <a:pt x="5038" y="3765"/>
                </a:cubicBezTo>
                <a:cubicBezTo>
                  <a:pt x="5038" y="4599"/>
                  <a:pt x="5138" y="5399"/>
                  <a:pt x="5304" y="6200"/>
                </a:cubicBezTo>
                <a:cubicBezTo>
                  <a:pt x="4675" y="5287"/>
                  <a:pt x="4402" y="4523"/>
                  <a:pt x="3702" y="4523"/>
                </a:cubicBezTo>
                <a:cubicBezTo>
                  <a:pt x="3659" y="4523"/>
                  <a:pt x="3615" y="4526"/>
                  <a:pt x="3570" y="4532"/>
                </a:cubicBezTo>
                <a:cubicBezTo>
                  <a:pt x="2769" y="4599"/>
                  <a:pt x="2669" y="4565"/>
                  <a:pt x="1468" y="5599"/>
                </a:cubicBezTo>
                <a:cubicBezTo>
                  <a:pt x="301" y="6600"/>
                  <a:pt x="1" y="7000"/>
                  <a:pt x="34" y="7334"/>
                </a:cubicBezTo>
                <a:cubicBezTo>
                  <a:pt x="67" y="7734"/>
                  <a:pt x="568" y="8335"/>
                  <a:pt x="768" y="8668"/>
                </a:cubicBezTo>
                <a:cubicBezTo>
                  <a:pt x="1468" y="9736"/>
                  <a:pt x="1702" y="11170"/>
                  <a:pt x="1902" y="12404"/>
                </a:cubicBezTo>
                <a:cubicBezTo>
                  <a:pt x="2836" y="18242"/>
                  <a:pt x="401" y="21110"/>
                  <a:pt x="3403" y="23445"/>
                </a:cubicBezTo>
                <a:cubicBezTo>
                  <a:pt x="3658" y="23615"/>
                  <a:pt x="3989" y="23731"/>
                  <a:pt x="4402" y="23731"/>
                </a:cubicBezTo>
                <a:cubicBezTo>
                  <a:pt x="5452" y="23731"/>
                  <a:pt x="7029" y="22980"/>
                  <a:pt x="9207" y="20443"/>
                </a:cubicBezTo>
                <a:cubicBezTo>
                  <a:pt x="10742" y="18642"/>
                  <a:pt x="11776" y="14839"/>
                  <a:pt x="11309" y="13071"/>
                </a:cubicBezTo>
                <a:cubicBezTo>
                  <a:pt x="10808" y="11303"/>
                  <a:pt x="10075" y="10136"/>
                  <a:pt x="9774" y="8768"/>
                </a:cubicBezTo>
                <a:cubicBezTo>
                  <a:pt x="9474" y="7401"/>
                  <a:pt x="9774" y="4899"/>
                  <a:pt x="9107" y="3731"/>
                </a:cubicBezTo>
                <a:cubicBezTo>
                  <a:pt x="8640" y="3064"/>
                  <a:pt x="8040" y="2497"/>
                  <a:pt x="7339" y="2097"/>
                </a:cubicBezTo>
                <a:cubicBezTo>
                  <a:pt x="6806" y="1730"/>
                  <a:pt x="6205" y="829"/>
                  <a:pt x="5638" y="496"/>
                </a:cubicBezTo>
                <a:cubicBezTo>
                  <a:pt x="5258" y="282"/>
                  <a:pt x="4997" y="1"/>
                  <a:pt x="474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41">
            <a:extLst>
              <a:ext uri="{FF2B5EF4-FFF2-40B4-BE49-F238E27FC236}">
                <a16:creationId xmlns:a16="http://schemas.microsoft.com/office/drawing/2014/main" id="{43D76D7F-87C6-2E2C-4C71-F20FA4669506}"/>
              </a:ext>
            </a:extLst>
          </p:cNvPr>
          <p:cNvSpPr/>
          <p:nvPr/>
        </p:nvSpPr>
        <p:spPr>
          <a:xfrm>
            <a:off x="2951605" y="4279247"/>
            <a:ext cx="152900" cy="191294"/>
          </a:xfrm>
          <a:custGeom>
            <a:avLst/>
            <a:gdLst/>
            <a:ahLst/>
            <a:cxnLst/>
            <a:rect l="l" t="t" r="r" b="b"/>
            <a:pathLst>
              <a:path w="9908" h="12396" extrusionOk="0">
                <a:moveTo>
                  <a:pt x="8840" y="1"/>
                </a:moveTo>
                <a:cubicBezTo>
                  <a:pt x="8840" y="134"/>
                  <a:pt x="8874" y="234"/>
                  <a:pt x="8907" y="334"/>
                </a:cubicBezTo>
                <a:cubicBezTo>
                  <a:pt x="8907" y="568"/>
                  <a:pt x="8940" y="801"/>
                  <a:pt x="8940" y="1035"/>
                </a:cubicBezTo>
                <a:cubicBezTo>
                  <a:pt x="9040" y="1935"/>
                  <a:pt x="8907" y="2836"/>
                  <a:pt x="8540" y="3670"/>
                </a:cubicBezTo>
                <a:cubicBezTo>
                  <a:pt x="8173" y="4371"/>
                  <a:pt x="7339" y="6172"/>
                  <a:pt x="6339" y="6172"/>
                </a:cubicBezTo>
                <a:cubicBezTo>
                  <a:pt x="5805" y="6172"/>
                  <a:pt x="5338" y="5605"/>
                  <a:pt x="5171" y="4971"/>
                </a:cubicBezTo>
                <a:cubicBezTo>
                  <a:pt x="5104" y="4704"/>
                  <a:pt x="4971" y="3970"/>
                  <a:pt x="4971" y="3970"/>
                </a:cubicBezTo>
                <a:cubicBezTo>
                  <a:pt x="4070" y="4137"/>
                  <a:pt x="3203" y="4471"/>
                  <a:pt x="2369" y="4904"/>
                </a:cubicBezTo>
                <a:cubicBezTo>
                  <a:pt x="935" y="5772"/>
                  <a:pt x="968" y="5972"/>
                  <a:pt x="968" y="5972"/>
                </a:cubicBezTo>
                <a:cubicBezTo>
                  <a:pt x="1035" y="6405"/>
                  <a:pt x="1035" y="6806"/>
                  <a:pt x="968" y="7239"/>
                </a:cubicBezTo>
                <a:cubicBezTo>
                  <a:pt x="868" y="7673"/>
                  <a:pt x="668" y="8107"/>
                  <a:pt x="368" y="8440"/>
                </a:cubicBezTo>
                <a:cubicBezTo>
                  <a:pt x="268" y="8574"/>
                  <a:pt x="134" y="8640"/>
                  <a:pt x="1" y="8740"/>
                </a:cubicBezTo>
                <a:cubicBezTo>
                  <a:pt x="1" y="10075"/>
                  <a:pt x="301" y="11142"/>
                  <a:pt x="1568" y="12109"/>
                </a:cubicBezTo>
                <a:cubicBezTo>
                  <a:pt x="1813" y="12279"/>
                  <a:pt x="2138" y="12395"/>
                  <a:pt x="2547" y="12395"/>
                </a:cubicBezTo>
                <a:cubicBezTo>
                  <a:pt x="3584" y="12395"/>
                  <a:pt x="5161" y="11644"/>
                  <a:pt x="7339" y="9107"/>
                </a:cubicBezTo>
                <a:cubicBezTo>
                  <a:pt x="8874" y="7306"/>
                  <a:pt x="9908" y="3503"/>
                  <a:pt x="9441" y="1735"/>
                </a:cubicBezTo>
                <a:cubicBezTo>
                  <a:pt x="9274" y="1135"/>
                  <a:pt x="9074" y="568"/>
                  <a:pt x="88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41">
            <a:extLst>
              <a:ext uri="{FF2B5EF4-FFF2-40B4-BE49-F238E27FC236}">
                <a16:creationId xmlns:a16="http://schemas.microsoft.com/office/drawing/2014/main" id="{D1603D64-CB88-B05E-6512-283EDF96F64C}"/>
              </a:ext>
            </a:extLst>
          </p:cNvPr>
          <p:cNvSpPr/>
          <p:nvPr/>
        </p:nvSpPr>
        <p:spPr>
          <a:xfrm>
            <a:off x="2948519" y="4275127"/>
            <a:ext cx="23688" cy="111465"/>
          </a:xfrm>
          <a:custGeom>
            <a:avLst/>
            <a:gdLst/>
            <a:ahLst/>
            <a:cxnLst/>
            <a:rect l="l" t="t" r="r" b="b"/>
            <a:pathLst>
              <a:path w="1535" h="7223" extrusionOk="0">
                <a:moveTo>
                  <a:pt x="1" y="1"/>
                </a:moveTo>
                <a:cubicBezTo>
                  <a:pt x="101" y="468"/>
                  <a:pt x="167" y="902"/>
                  <a:pt x="234" y="1335"/>
                </a:cubicBezTo>
                <a:cubicBezTo>
                  <a:pt x="468" y="2870"/>
                  <a:pt x="534" y="4437"/>
                  <a:pt x="401" y="5972"/>
                </a:cubicBezTo>
                <a:cubicBezTo>
                  <a:pt x="671" y="6859"/>
                  <a:pt x="941" y="7222"/>
                  <a:pt x="1140" y="7222"/>
                </a:cubicBezTo>
                <a:cubicBezTo>
                  <a:pt x="1285" y="7222"/>
                  <a:pt x="1393" y="7029"/>
                  <a:pt x="1435" y="6706"/>
                </a:cubicBezTo>
                <a:cubicBezTo>
                  <a:pt x="1535" y="5938"/>
                  <a:pt x="634" y="2703"/>
                  <a:pt x="1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41">
            <a:extLst>
              <a:ext uri="{FF2B5EF4-FFF2-40B4-BE49-F238E27FC236}">
                <a16:creationId xmlns:a16="http://schemas.microsoft.com/office/drawing/2014/main" id="{C2001327-5E39-7062-D8A8-781233213DF3}"/>
              </a:ext>
            </a:extLst>
          </p:cNvPr>
          <p:cNvSpPr/>
          <p:nvPr/>
        </p:nvSpPr>
        <p:spPr>
          <a:xfrm>
            <a:off x="2990725" y="4104126"/>
            <a:ext cx="53549" cy="249750"/>
          </a:xfrm>
          <a:custGeom>
            <a:avLst/>
            <a:gdLst/>
            <a:ahLst/>
            <a:cxnLst/>
            <a:rect l="l" t="t" r="r" b="b"/>
            <a:pathLst>
              <a:path w="3470" h="16184" extrusionOk="0">
                <a:moveTo>
                  <a:pt x="339" y="0"/>
                </a:moveTo>
                <a:cubicBezTo>
                  <a:pt x="232" y="0"/>
                  <a:pt x="124" y="51"/>
                  <a:pt x="1" y="174"/>
                </a:cubicBezTo>
                <a:lnTo>
                  <a:pt x="635" y="1008"/>
                </a:lnTo>
                <a:cubicBezTo>
                  <a:pt x="1569" y="2476"/>
                  <a:pt x="701" y="3043"/>
                  <a:pt x="635" y="3777"/>
                </a:cubicBezTo>
                <a:cubicBezTo>
                  <a:pt x="635" y="4611"/>
                  <a:pt x="701" y="5411"/>
                  <a:pt x="901" y="6178"/>
                </a:cubicBezTo>
                <a:cubicBezTo>
                  <a:pt x="1368" y="8747"/>
                  <a:pt x="1869" y="9614"/>
                  <a:pt x="2036" y="12016"/>
                </a:cubicBezTo>
                <a:cubicBezTo>
                  <a:pt x="2202" y="14418"/>
                  <a:pt x="1635" y="15985"/>
                  <a:pt x="1969" y="16152"/>
                </a:cubicBezTo>
                <a:cubicBezTo>
                  <a:pt x="2017" y="16171"/>
                  <a:pt x="2073" y="16183"/>
                  <a:pt x="2134" y="16183"/>
                </a:cubicBezTo>
                <a:cubicBezTo>
                  <a:pt x="2495" y="16183"/>
                  <a:pt x="3037" y="15777"/>
                  <a:pt x="3236" y="14151"/>
                </a:cubicBezTo>
                <a:cubicBezTo>
                  <a:pt x="3470" y="12249"/>
                  <a:pt x="2736" y="8980"/>
                  <a:pt x="2236" y="7446"/>
                </a:cubicBezTo>
                <a:cubicBezTo>
                  <a:pt x="1702" y="5878"/>
                  <a:pt x="1302" y="4244"/>
                  <a:pt x="1469" y="3243"/>
                </a:cubicBezTo>
                <a:cubicBezTo>
                  <a:pt x="1602" y="2509"/>
                  <a:pt x="2002" y="1408"/>
                  <a:pt x="1602" y="708"/>
                </a:cubicBezTo>
                <a:cubicBezTo>
                  <a:pt x="1469" y="641"/>
                  <a:pt x="1335" y="574"/>
                  <a:pt x="1235" y="508"/>
                </a:cubicBezTo>
                <a:cubicBezTo>
                  <a:pt x="820" y="254"/>
                  <a:pt x="580" y="0"/>
                  <a:pt x="339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41">
            <a:extLst>
              <a:ext uri="{FF2B5EF4-FFF2-40B4-BE49-F238E27FC236}">
                <a16:creationId xmlns:a16="http://schemas.microsoft.com/office/drawing/2014/main" id="{48602E00-5527-4658-4AB8-26338ACA06F0}"/>
              </a:ext>
            </a:extLst>
          </p:cNvPr>
          <p:cNvSpPr/>
          <p:nvPr/>
        </p:nvSpPr>
        <p:spPr>
          <a:xfrm>
            <a:off x="2961898" y="4336392"/>
            <a:ext cx="70030" cy="40416"/>
          </a:xfrm>
          <a:custGeom>
            <a:avLst/>
            <a:gdLst/>
            <a:ahLst/>
            <a:cxnLst/>
            <a:rect l="l" t="t" r="r" b="b"/>
            <a:pathLst>
              <a:path w="4538" h="2619" extrusionOk="0">
                <a:moveTo>
                  <a:pt x="4271" y="0"/>
                </a:moveTo>
                <a:cubicBezTo>
                  <a:pt x="2469" y="301"/>
                  <a:pt x="1469" y="734"/>
                  <a:pt x="68" y="2202"/>
                </a:cubicBezTo>
                <a:cubicBezTo>
                  <a:pt x="1" y="2302"/>
                  <a:pt x="1" y="2469"/>
                  <a:pt x="68" y="2569"/>
                </a:cubicBezTo>
                <a:cubicBezTo>
                  <a:pt x="118" y="2602"/>
                  <a:pt x="184" y="2619"/>
                  <a:pt x="247" y="2619"/>
                </a:cubicBezTo>
                <a:cubicBezTo>
                  <a:pt x="309" y="2619"/>
                  <a:pt x="368" y="2602"/>
                  <a:pt x="401" y="2569"/>
                </a:cubicBezTo>
                <a:cubicBezTo>
                  <a:pt x="1735" y="1135"/>
                  <a:pt x="2636" y="768"/>
                  <a:pt x="4337" y="501"/>
                </a:cubicBezTo>
                <a:cubicBezTo>
                  <a:pt x="4371" y="501"/>
                  <a:pt x="4404" y="467"/>
                  <a:pt x="4471" y="434"/>
                </a:cubicBezTo>
                <a:cubicBezTo>
                  <a:pt x="4504" y="367"/>
                  <a:pt x="4537" y="301"/>
                  <a:pt x="4537" y="201"/>
                </a:cubicBezTo>
                <a:cubicBezTo>
                  <a:pt x="4504" y="67"/>
                  <a:pt x="4404" y="0"/>
                  <a:pt x="4271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41">
            <a:extLst>
              <a:ext uri="{FF2B5EF4-FFF2-40B4-BE49-F238E27FC236}">
                <a16:creationId xmlns:a16="http://schemas.microsoft.com/office/drawing/2014/main" id="{801955AB-6D9C-A4EF-4A47-A530FEA248D2}"/>
              </a:ext>
            </a:extLst>
          </p:cNvPr>
          <p:cNvSpPr/>
          <p:nvPr/>
        </p:nvSpPr>
        <p:spPr>
          <a:xfrm>
            <a:off x="2955216" y="4305466"/>
            <a:ext cx="75030" cy="43425"/>
          </a:xfrm>
          <a:custGeom>
            <a:avLst/>
            <a:gdLst/>
            <a:ahLst/>
            <a:cxnLst/>
            <a:rect l="l" t="t" r="r" b="b"/>
            <a:pathLst>
              <a:path w="4862" h="2814" extrusionOk="0">
                <a:moveTo>
                  <a:pt x="4506" y="0"/>
                </a:moveTo>
                <a:cubicBezTo>
                  <a:pt x="4494" y="0"/>
                  <a:pt x="4482" y="1"/>
                  <a:pt x="4470" y="3"/>
                </a:cubicBezTo>
                <a:cubicBezTo>
                  <a:pt x="2635" y="337"/>
                  <a:pt x="1568" y="837"/>
                  <a:pt x="67" y="2405"/>
                </a:cubicBezTo>
                <a:cubicBezTo>
                  <a:pt x="0" y="2505"/>
                  <a:pt x="0" y="2672"/>
                  <a:pt x="67" y="2738"/>
                </a:cubicBezTo>
                <a:cubicBezTo>
                  <a:pt x="117" y="2788"/>
                  <a:pt x="184" y="2813"/>
                  <a:pt x="250" y="2813"/>
                </a:cubicBezTo>
                <a:cubicBezTo>
                  <a:pt x="317" y="2813"/>
                  <a:pt x="384" y="2788"/>
                  <a:pt x="434" y="2738"/>
                </a:cubicBezTo>
                <a:cubicBezTo>
                  <a:pt x="1468" y="1504"/>
                  <a:pt x="2936" y="703"/>
                  <a:pt x="4570" y="503"/>
                </a:cubicBezTo>
                <a:cubicBezTo>
                  <a:pt x="4603" y="503"/>
                  <a:pt x="4637" y="470"/>
                  <a:pt x="4670" y="437"/>
                </a:cubicBezTo>
                <a:lnTo>
                  <a:pt x="4704" y="437"/>
                </a:lnTo>
                <a:cubicBezTo>
                  <a:pt x="4862" y="278"/>
                  <a:pt x="4720" y="0"/>
                  <a:pt x="4506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41">
            <a:extLst>
              <a:ext uri="{FF2B5EF4-FFF2-40B4-BE49-F238E27FC236}">
                <a16:creationId xmlns:a16="http://schemas.microsoft.com/office/drawing/2014/main" id="{67082E86-93F0-F0D1-AC03-7C1FB277D110}"/>
              </a:ext>
            </a:extLst>
          </p:cNvPr>
          <p:cNvSpPr/>
          <p:nvPr/>
        </p:nvSpPr>
        <p:spPr>
          <a:xfrm>
            <a:off x="2949028" y="4270976"/>
            <a:ext cx="84274" cy="48564"/>
          </a:xfrm>
          <a:custGeom>
            <a:avLst/>
            <a:gdLst/>
            <a:ahLst/>
            <a:cxnLst/>
            <a:rect l="l" t="t" r="r" b="b"/>
            <a:pathLst>
              <a:path w="5461" h="3147" extrusionOk="0">
                <a:moveTo>
                  <a:pt x="5046" y="1"/>
                </a:moveTo>
                <a:cubicBezTo>
                  <a:pt x="5032" y="1"/>
                  <a:pt x="5019" y="1"/>
                  <a:pt x="5004" y="3"/>
                </a:cubicBezTo>
                <a:cubicBezTo>
                  <a:pt x="2970" y="403"/>
                  <a:pt x="1735" y="970"/>
                  <a:pt x="101" y="2705"/>
                </a:cubicBezTo>
                <a:cubicBezTo>
                  <a:pt x="1" y="2805"/>
                  <a:pt x="1" y="2972"/>
                  <a:pt x="101" y="3072"/>
                </a:cubicBezTo>
                <a:cubicBezTo>
                  <a:pt x="151" y="3122"/>
                  <a:pt x="218" y="3147"/>
                  <a:pt x="289" y="3147"/>
                </a:cubicBezTo>
                <a:cubicBezTo>
                  <a:pt x="360" y="3147"/>
                  <a:pt x="435" y="3122"/>
                  <a:pt x="501" y="3072"/>
                </a:cubicBezTo>
                <a:cubicBezTo>
                  <a:pt x="2036" y="1437"/>
                  <a:pt x="3170" y="904"/>
                  <a:pt x="5105" y="570"/>
                </a:cubicBezTo>
                <a:cubicBezTo>
                  <a:pt x="5138" y="537"/>
                  <a:pt x="5205" y="537"/>
                  <a:pt x="5238" y="503"/>
                </a:cubicBezTo>
                <a:lnTo>
                  <a:pt x="5238" y="470"/>
                </a:lnTo>
                <a:cubicBezTo>
                  <a:pt x="5460" y="311"/>
                  <a:pt x="5320" y="1"/>
                  <a:pt x="5046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1">
            <a:extLst>
              <a:ext uri="{FF2B5EF4-FFF2-40B4-BE49-F238E27FC236}">
                <a16:creationId xmlns:a16="http://schemas.microsoft.com/office/drawing/2014/main" id="{1185F7F0-D149-5665-D1B9-B3B6566FAC48}"/>
              </a:ext>
            </a:extLst>
          </p:cNvPr>
          <p:cNvSpPr/>
          <p:nvPr/>
        </p:nvSpPr>
        <p:spPr>
          <a:xfrm>
            <a:off x="2946975" y="4242087"/>
            <a:ext cx="80832" cy="47608"/>
          </a:xfrm>
          <a:custGeom>
            <a:avLst/>
            <a:gdLst/>
            <a:ahLst/>
            <a:cxnLst/>
            <a:rect l="l" t="t" r="r" b="b"/>
            <a:pathLst>
              <a:path w="5238" h="3085" extrusionOk="0">
                <a:moveTo>
                  <a:pt x="4958" y="1"/>
                </a:moveTo>
                <a:cubicBezTo>
                  <a:pt x="4940" y="1"/>
                  <a:pt x="4922" y="3"/>
                  <a:pt x="4904" y="7"/>
                </a:cubicBezTo>
                <a:cubicBezTo>
                  <a:pt x="2903" y="374"/>
                  <a:pt x="1702" y="974"/>
                  <a:pt x="101" y="2642"/>
                </a:cubicBezTo>
                <a:cubicBezTo>
                  <a:pt x="0" y="2742"/>
                  <a:pt x="0" y="2909"/>
                  <a:pt x="101" y="3009"/>
                </a:cubicBezTo>
                <a:cubicBezTo>
                  <a:pt x="151" y="3059"/>
                  <a:pt x="217" y="3084"/>
                  <a:pt x="284" y="3084"/>
                </a:cubicBezTo>
                <a:cubicBezTo>
                  <a:pt x="351" y="3084"/>
                  <a:pt x="417" y="3059"/>
                  <a:pt x="467" y="3009"/>
                </a:cubicBezTo>
                <a:cubicBezTo>
                  <a:pt x="2002" y="1408"/>
                  <a:pt x="3103" y="874"/>
                  <a:pt x="5004" y="541"/>
                </a:cubicBezTo>
                <a:cubicBezTo>
                  <a:pt x="5037" y="541"/>
                  <a:pt x="5071" y="507"/>
                  <a:pt x="5137" y="474"/>
                </a:cubicBezTo>
                <a:cubicBezTo>
                  <a:pt x="5204" y="407"/>
                  <a:pt x="5238" y="307"/>
                  <a:pt x="5204" y="207"/>
                </a:cubicBezTo>
                <a:cubicBezTo>
                  <a:pt x="5204" y="91"/>
                  <a:pt x="5078" y="1"/>
                  <a:pt x="4958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41">
            <a:extLst>
              <a:ext uri="{FF2B5EF4-FFF2-40B4-BE49-F238E27FC236}">
                <a16:creationId xmlns:a16="http://schemas.microsoft.com/office/drawing/2014/main" id="{6AEE6FE8-A76C-DBB4-65B1-8C492595EF13}"/>
              </a:ext>
            </a:extLst>
          </p:cNvPr>
          <p:cNvSpPr/>
          <p:nvPr/>
        </p:nvSpPr>
        <p:spPr>
          <a:xfrm>
            <a:off x="2937716" y="4213739"/>
            <a:ext cx="82098" cy="47638"/>
          </a:xfrm>
          <a:custGeom>
            <a:avLst/>
            <a:gdLst/>
            <a:ahLst/>
            <a:cxnLst/>
            <a:rect l="l" t="t" r="r" b="b"/>
            <a:pathLst>
              <a:path w="5320" h="3087" extrusionOk="0">
                <a:moveTo>
                  <a:pt x="4972" y="1"/>
                </a:moveTo>
                <a:cubicBezTo>
                  <a:pt x="4950" y="1"/>
                  <a:pt x="4927" y="3"/>
                  <a:pt x="4904" y="9"/>
                </a:cubicBezTo>
                <a:cubicBezTo>
                  <a:pt x="2902" y="376"/>
                  <a:pt x="1701" y="943"/>
                  <a:pt x="133" y="2611"/>
                </a:cubicBezTo>
                <a:cubicBezTo>
                  <a:pt x="0" y="2711"/>
                  <a:pt x="0" y="2878"/>
                  <a:pt x="133" y="3012"/>
                </a:cubicBezTo>
                <a:cubicBezTo>
                  <a:pt x="184" y="3062"/>
                  <a:pt x="250" y="3087"/>
                  <a:pt x="317" y="3087"/>
                </a:cubicBezTo>
                <a:cubicBezTo>
                  <a:pt x="384" y="3087"/>
                  <a:pt x="450" y="3062"/>
                  <a:pt x="500" y="3012"/>
                </a:cubicBezTo>
                <a:cubicBezTo>
                  <a:pt x="2001" y="1377"/>
                  <a:pt x="3102" y="877"/>
                  <a:pt x="5004" y="510"/>
                </a:cubicBezTo>
                <a:cubicBezTo>
                  <a:pt x="5037" y="510"/>
                  <a:pt x="5104" y="476"/>
                  <a:pt x="5137" y="443"/>
                </a:cubicBezTo>
                <a:cubicBezTo>
                  <a:pt x="5319" y="291"/>
                  <a:pt x="5197" y="1"/>
                  <a:pt x="4972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41">
            <a:extLst>
              <a:ext uri="{FF2B5EF4-FFF2-40B4-BE49-F238E27FC236}">
                <a16:creationId xmlns:a16="http://schemas.microsoft.com/office/drawing/2014/main" id="{0D895AA3-ECA4-B156-9055-3AB1F4F0E6FC}"/>
              </a:ext>
            </a:extLst>
          </p:cNvPr>
          <p:cNvSpPr/>
          <p:nvPr/>
        </p:nvSpPr>
        <p:spPr>
          <a:xfrm>
            <a:off x="2609294" y="3686090"/>
            <a:ext cx="494701" cy="493312"/>
          </a:xfrm>
          <a:custGeom>
            <a:avLst/>
            <a:gdLst/>
            <a:ahLst/>
            <a:cxnLst/>
            <a:rect l="l" t="t" r="r" b="b"/>
            <a:pathLst>
              <a:path w="32057" h="31967" extrusionOk="0">
                <a:moveTo>
                  <a:pt x="16236" y="0"/>
                </a:moveTo>
                <a:cubicBezTo>
                  <a:pt x="13415" y="0"/>
                  <a:pt x="10503" y="175"/>
                  <a:pt x="7772" y="644"/>
                </a:cubicBezTo>
                <a:cubicBezTo>
                  <a:pt x="0" y="2012"/>
                  <a:pt x="701" y="8316"/>
                  <a:pt x="2102" y="12186"/>
                </a:cubicBezTo>
                <a:cubicBezTo>
                  <a:pt x="4837" y="19858"/>
                  <a:pt x="17479" y="31966"/>
                  <a:pt x="17479" y="31966"/>
                </a:cubicBezTo>
                <a:cubicBezTo>
                  <a:pt x="17479" y="31966"/>
                  <a:pt x="23317" y="29431"/>
                  <a:pt x="24584" y="25562"/>
                </a:cubicBezTo>
                <a:lnTo>
                  <a:pt x="21382" y="18790"/>
                </a:lnTo>
                <a:lnTo>
                  <a:pt x="31022" y="21559"/>
                </a:lnTo>
                <a:lnTo>
                  <a:pt x="32056" y="20158"/>
                </a:lnTo>
                <a:lnTo>
                  <a:pt x="31890" y="1478"/>
                </a:lnTo>
                <a:cubicBezTo>
                  <a:pt x="31890" y="1478"/>
                  <a:pt x="24445" y="0"/>
                  <a:pt x="16236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41">
            <a:extLst>
              <a:ext uri="{FF2B5EF4-FFF2-40B4-BE49-F238E27FC236}">
                <a16:creationId xmlns:a16="http://schemas.microsoft.com/office/drawing/2014/main" id="{68ABA432-1766-9562-6B02-4171B3CF75A3}"/>
              </a:ext>
            </a:extLst>
          </p:cNvPr>
          <p:cNvSpPr/>
          <p:nvPr/>
        </p:nvSpPr>
        <p:spPr>
          <a:xfrm>
            <a:off x="2843504" y="4037830"/>
            <a:ext cx="145184" cy="141573"/>
          </a:xfrm>
          <a:custGeom>
            <a:avLst/>
            <a:gdLst/>
            <a:ahLst/>
            <a:cxnLst/>
            <a:rect l="l" t="t" r="r" b="b"/>
            <a:pathLst>
              <a:path w="9408" h="9174" extrusionOk="0">
                <a:moveTo>
                  <a:pt x="8106" y="0"/>
                </a:moveTo>
                <a:lnTo>
                  <a:pt x="1" y="6872"/>
                </a:lnTo>
                <a:cubicBezTo>
                  <a:pt x="1402" y="8273"/>
                  <a:pt x="2302" y="9173"/>
                  <a:pt x="2302" y="9173"/>
                </a:cubicBezTo>
                <a:cubicBezTo>
                  <a:pt x="2302" y="9173"/>
                  <a:pt x="8140" y="6638"/>
                  <a:pt x="9407" y="2769"/>
                </a:cubicBezTo>
                <a:lnTo>
                  <a:pt x="8106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41">
            <a:extLst>
              <a:ext uri="{FF2B5EF4-FFF2-40B4-BE49-F238E27FC236}">
                <a16:creationId xmlns:a16="http://schemas.microsoft.com/office/drawing/2014/main" id="{2B23B191-5C10-91EA-3A92-613759D6961A}"/>
              </a:ext>
            </a:extLst>
          </p:cNvPr>
          <p:cNvSpPr/>
          <p:nvPr/>
        </p:nvSpPr>
        <p:spPr>
          <a:xfrm>
            <a:off x="2816221" y="3804129"/>
            <a:ext cx="160106" cy="182745"/>
          </a:xfrm>
          <a:custGeom>
            <a:avLst/>
            <a:gdLst/>
            <a:ahLst/>
            <a:cxnLst/>
            <a:rect l="l" t="t" r="r" b="b"/>
            <a:pathLst>
              <a:path w="10375" h="11842" extrusionOk="0">
                <a:moveTo>
                  <a:pt x="1" y="0"/>
                </a:moveTo>
                <a:lnTo>
                  <a:pt x="1" y="0"/>
                </a:lnTo>
                <a:cubicBezTo>
                  <a:pt x="4404" y="2902"/>
                  <a:pt x="5038" y="4770"/>
                  <a:pt x="7940" y="11141"/>
                </a:cubicBezTo>
                <a:lnTo>
                  <a:pt x="10375" y="11842"/>
                </a:lnTo>
                <a:cubicBezTo>
                  <a:pt x="9107" y="9607"/>
                  <a:pt x="7706" y="7439"/>
                  <a:pt x="6205" y="5337"/>
                </a:cubicBezTo>
                <a:cubicBezTo>
                  <a:pt x="3137" y="1101"/>
                  <a:pt x="1" y="0"/>
                  <a:pt x="1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41">
            <a:extLst>
              <a:ext uri="{FF2B5EF4-FFF2-40B4-BE49-F238E27FC236}">
                <a16:creationId xmlns:a16="http://schemas.microsoft.com/office/drawing/2014/main" id="{62BDAC96-A6CA-9599-61B2-D91998074ABC}"/>
              </a:ext>
            </a:extLst>
          </p:cNvPr>
          <p:cNvSpPr/>
          <p:nvPr/>
        </p:nvSpPr>
        <p:spPr>
          <a:xfrm>
            <a:off x="2812625" y="4124311"/>
            <a:ext cx="188933" cy="185322"/>
          </a:xfrm>
          <a:custGeom>
            <a:avLst/>
            <a:gdLst/>
            <a:ahLst/>
            <a:cxnLst/>
            <a:rect l="l" t="t" r="r" b="b"/>
            <a:pathLst>
              <a:path w="12243" h="12009" extrusionOk="0">
                <a:moveTo>
                  <a:pt x="7772" y="0"/>
                </a:moveTo>
                <a:lnTo>
                  <a:pt x="2802" y="4036"/>
                </a:lnTo>
                <a:lnTo>
                  <a:pt x="0" y="5804"/>
                </a:lnTo>
                <a:lnTo>
                  <a:pt x="2936" y="12009"/>
                </a:lnTo>
                <a:lnTo>
                  <a:pt x="12242" y="7539"/>
                </a:lnTo>
                <a:lnTo>
                  <a:pt x="7772" y="0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1">
            <a:extLst>
              <a:ext uri="{FF2B5EF4-FFF2-40B4-BE49-F238E27FC236}">
                <a16:creationId xmlns:a16="http://schemas.microsoft.com/office/drawing/2014/main" id="{6B4ECC31-2903-0E65-4CB0-F015ECA12FB3}"/>
              </a:ext>
            </a:extLst>
          </p:cNvPr>
          <p:cNvSpPr/>
          <p:nvPr/>
        </p:nvSpPr>
        <p:spPr>
          <a:xfrm>
            <a:off x="2549572" y="4262257"/>
            <a:ext cx="166294" cy="160183"/>
          </a:xfrm>
          <a:custGeom>
            <a:avLst/>
            <a:gdLst/>
            <a:ahLst/>
            <a:cxnLst/>
            <a:rect l="l" t="t" r="r" b="b"/>
            <a:pathLst>
              <a:path w="10776" h="10380" extrusionOk="0">
                <a:moveTo>
                  <a:pt x="5705" y="1"/>
                </a:moveTo>
                <a:cubicBezTo>
                  <a:pt x="3570" y="835"/>
                  <a:pt x="2269" y="1669"/>
                  <a:pt x="1268" y="2970"/>
                </a:cubicBezTo>
                <a:cubicBezTo>
                  <a:pt x="301" y="4271"/>
                  <a:pt x="1" y="5572"/>
                  <a:pt x="935" y="7106"/>
                </a:cubicBezTo>
                <a:cubicBezTo>
                  <a:pt x="1844" y="8632"/>
                  <a:pt x="3480" y="10379"/>
                  <a:pt x="5442" y="10379"/>
                </a:cubicBezTo>
                <a:cubicBezTo>
                  <a:pt x="5496" y="10379"/>
                  <a:pt x="5550" y="10378"/>
                  <a:pt x="5605" y="10375"/>
                </a:cubicBezTo>
                <a:cubicBezTo>
                  <a:pt x="7640" y="10242"/>
                  <a:pt x="8874" y="9741"/>
                  <a:pt x="10775" y="8707"/>
                </a:cubicBezTo>
                <a:lnTo>
                  <a:pt x="5705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1">
            <a:extLst>
              <a:ext uri="{FF2B5EF4-FFF2-40B4-BE49-F238E27FC236}">
                <a16:creationId xmlns:a16="http://schemas.microsoft.com/office/drawing/2014/main" id="{BD1DAE61-2A59-595B-B289-BB1D51070EA8}"/>
              </a:ext>
            </a:extLst>
          </p:cNvPr>
          <p:cNvSpPr/>
          <p:nvPr/>
        </p:nvSpPr>
        <p:spPr>
          <a:xfrm>
            <a:off x="2553183" y="4184542"/>
            <a:ext cx="346447" cy="228979"/>
          </a:xfrm>
          <a:custGeom>
            <a:avLst/>
            <a:gdLst/>
            <a:ahLst/>
            <a:cxnLst/>
            <a:rect l="l" t="t" r="r" b="b"/>
            <a:pathLst>
              <a:path w="22450" h="14838" extrusionOk="0">
                <a:moveTo>
                  <a:pt x="19395" y="0"/>
                </a:moveTo>
                <a:cubicBezTo>
                  <a:pt x="18720" y="0"/>
                  <a:pt x="17148" y="1216"/>
                  <a:pt x="15278" y="1935"/>
                </a:cubicBezTo>
                <a:cubicBezTo>
                  <a:pt x="13010" y="2835"/>
                  <a:pt x="10675" y="3569"/>
                  <a:pt x="8306" y="4170"/>
                </a:cubicBezTo>
                <a:cubicBezTo>
                  <a:pt x="5337" y="4970"/>
                  <a:pt x="3369" y="5604"/>
                  <a:pt x="1868" y="7939"/>
                </a:cubicBezTo>
                <a:cubicBezTo>
                  <a:pt x="0" y="10774"/>
                  <a:pt x="2669" y="13843"/>
                  <a:pt x="4837" y="14477"/>
                </a:cubicBezTo>
                <a:cubicBezTo>
                  <a:pt x="5663" y="14706"/>
                  <a:pt x="6325" y="14838"/>
                  <a:pt x="6982" y="14838"/>
                </a:cubicBezTo>
                <a:cubicBezTo>
                  <a:pt x="8050" y="14838"/>
                  <a:pt x="9107" y="14490"/>
                  <a:pt x="10841" y="13643"/>
                </a:cubicBezTo>
                <a:cubicBezTo>
                  <a:pt x="13276" y="12442"/>
                  <a:pt x="14010" y="11508"/>
                  <a:pt x="17012" y="10074"/>
                </a:cubicBezTo>
                <a:cubicBezTo>
                  <a:pt x="19781" y="8740"/>
                  <a:pt x="22450" y="7472"/>
                  <a:pt x="22416" y="6838"/>
                </a:cubicBezTo>
                <a:lnTo>
                  <a:pt x="22416" y="6838"/>
                </a:lnTo>
                <a:cubicBezTo>
                  <a:pt x="21916" y="7072"/>
                  <a:pt x="21482" y="7272"/>
                  <a:pt x="21282" y="7339"/>
                </a:cubicBezTo>
                <a:cubicBezTo>
                  <a:pt x="21049" y="7405"/>
                  <a:pt x="20848" y="7472"/>
                  <a:pt x="20648" y="7539"/>
                </a:cubicBezTo>
                <a:cubicBezTo>
                  <a:pt x="20448" y="7614"/>
                  <a:pt x="20229" y="7651"/>
                  <a:pt x="20020" y="7651"/>
                </a:cubicBezTo>
                <a:cubicBezTo>
                  <a:pt x="19950" y="7651"/>
                  <a:pt x="19881" y="7647"/>
                  <a:pt x="19814" y="7639"/>
                </a:cubicBezTo>
                <a:cubicBezTo>
                  <a:pt x="19548" y="7505"/>
                  <a:pt x="20348" y="6905"/>
                  <a:pt x="20482" y="6671"/>
                </a:cubicBezTo>
                <a:cubicBezTo>
                  <a:pt x="20782" y="6138"/>
                  <a:pt x="20215" y="4837"/>
                  <a:pt x="20048" y="4437"/>
                </a:cubicBezTo>
                <a:cubicBezTo>
                  <a:pt x="19781" y="3769"/>
                  <a:pt x="18880" y="2435"/>
                  <a:pt x="18647" y="2302"/>
                </a:cubicBezTo>
                <a:cubicBezTo>
                  <a:pt x="18528" y="2262"/>
                  <a:pt x="18405" y="2243"/>
                  <a:pt x="18282" y="2243"/>
                </a:cubicBezTo>
                <a:cubicBezTo>
                  <a:pt x="18094" y="2243"/>
                  <a:pt x="17908" y="2288"/>
                  <a:pt x="17746" y="2368"/>
                </a:cubicBezTo>
                <a:cubicBezTo>
                  <a:pt x="17624" y="2419"/>
                  <a:pt x="17538" y="2440"/>
                  <a:pt x="17481" y="2440"/>
                </a:cubicBezTo>
                <a:cubicBezTo>
                  <a:pt x="17274" y="2440"/>
                  <a:pt x="17434" y="2166"/>
                  <a:pt x="17513" y="2035"/>
                </a:cubicBezTo>
                <a:cubicBezTo>
                  <a:pt x="18180" y="1334"/>
                  <a:pt x="18880" y="667"/>
                  <a:pt x="19648" y="100"/>
                </a:cubicBezTo>
                <a:cubicBezTo>
                  <a:pt x="19588" y="31"/>
                  <a:pt x="19503" y="0"/>
                  <a:pt x="1939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1">
            <a:extLst>
              <a:ext uri="{FF2B5EF4-FFF2-40B4-BE49-F238E27FC236}">
                <a16:creationId xmlns:a16="http://schemas.microsoft.com/office/drawing/2014/main" id="{DE3AC98E-C1FA-BF6F-C0B8-F488564E833B}"/>
              </a:ext>
            </a:extLst>
          </p:cNvPr>
          <p:cNvSpPr/>
          <p:nvPr/>
        </p:nvSpPr>
        <p:spPr>
          <a:xfrm>
            <a:off x="2553183" y="4184542"/>
            <a:ext cx="346447" cy="228979"/>
          </a:xfrm>
          <a:custGeom>
            <a:avLst/>
            <a:gdLst/>
            <a:ahLst/>
            <a:cxnLst/>
            <a:rect l="l" t="t" r="r" b="b"/>
            <a:pathLst>
              <a:path w="22450" h="14838" extrusionOk="0">
                <a:moveTo>
                  <a:pt x="19395" y="0"/>
                </a:moveTo>
                <a:cubicBezTo>
                  <a:pt x="18720" y="0"/>
                  <a:pt x="17148" y="1216"/>
                  <a:pt x="15278" y="1935"/>
                </a:cubicBezTo>
                <a:cubicBezTo>
                  <a:pt x="13010" y="2835"/>
                  <a:pt x="10675" y="3569"/>
                  <a:pt x="8306" y="4170"/>
                </a:cubicBezTo>
                <a:cubicBezTo>
                  <a:pt x="5337" y="4970"/>
                  <a:pt x="3369" y="5604"/>
                  <a:pt x="1868" y="7939"/>
                </a:cubicBezTo>
                <a:cubicBezTo>
                  <a:pt x="0" y="10774"/>
                  <a:pt x="2669" y="13843"/>
                  <a:pt x="4837" y="14477"/>
                </a:cubicBezTo>
                <a:cubicBezTo>
                  <a:pt x="5663" y="14706"/>
                  <a:pt x="6325" y="14838"/>
                  <a:pt x="6982" y="14838"/>
                </a:cubicBezTo>
                <a:cubicBezTo>
                  <a:pt x="8050" y="14838"/>
                  <a:pt x="9107" y="14490"/>
                  <a:pt x="10841" y="13643"/>
                </a:cubicBezTo>
                <a:cubicBezTo>
                  <a:pt x="13276" y="12442"/>
                  <a:pt x="14010" y="11508"/>
                  <a:pt x="17012" y="10074"/>
                </a:cubicBezTo>
                <a:cubicBezTo>
                  <a:pt x="19781" y="8740"/>
                  <a:pt x="22450" y="7472"/>
                  <a:pt x="22416" y="6838"/>
                </a:cubicBezTo>
                <a:lnTo>
                  <a:pt x="22416" y="6838"/>
                </a:lnTo>
                <a:cubicBezTo>
                  <a:pt x="21916" y="7072"/>
                  <a:pt x="21482" y="7272"/>
                  <a:pt x="21282" y="7339"/>
                </a:cubicBezTo>
                <a:cubicBezTo>
                  <a:pt x="21049" y="7405"/>
                  <a:pt x="20848" y="7472"/>
                  <a:pt x="20648" y="7539"/>
                </a:cubicBezTo>
                <a:cubicBezTo>
                  <a:pt x="20448" y="7614"/>
                  <a:pt x="20229" y="7651"/>
                  <a:pt x="20020" y="7651"/>
                </a:cubicBezTo>
                <a:cubicBezTo>
                  <a:pt x="19950" y="7651"/>
                  <a:pt x="19881" y="7647"/>
                  <a:pt x="19814" y="7639"/>
                </a:cubicBezTo>
                <a:cubicBezTo>
                  <a:pt x="19548" y="7505"/>
                  <a:pt x="20348" y="6905"/>
                  <a:pt x="20482" y="6671"/>
                </a:cubicBezTo>
                <a:cubicBezTo>
                  <a:pt x="20782" y="6138"/>
                  <a:pt x="20215" y="4837"/>
                  <a:pt x="20048" y="4437"/>
                </a:cubicBezTo>
                <a:cubicBezTo>
                  <a:pt x="19781" y="3769"/>
                  <a:pt x="18880" y="2435"/>
                  <a:pt x="18647" y="2302"/>
                </a:cubicBezTo>
                <a:cubicBezTo>
                  <a:pt x="18528" y="2262"/>
                  <a:pt x="18405" y="2243"/>
                  <a:pt x="18282" y="2243"/>
                </a:cubicBezTo>
                <a:cubicBezTo>
                  <a:pt x="18094" y="2243"/>
                  <a:pt x="17908" y="2288"/>
                  <a:pt x="17746" y="2368"/>
                </a:cubicBezTo>
                <a:cubicBezTo>
                  <a:pt x="17624" y="2419"/>
                  <a:pt x="17538" y="2440"/>
                  <a:pt x="17481" y="2440"/>
                </a:cubicBezTo>
                <a:cubicBezTo>
                  <a:pt x="17274" y="2440"/>
                  <a:pt x="17434" y="2166"/>
                  <a:pt x="17513" y="2035"/>
                </a:cubicBezTo>
                <a:cubicBezTo>
                  <a:pt x="18180" y="1334"/>
                  <a:pt x="18880" y="667"/>
                  <a:pt x="19648" y="100"/>
                </a:cubicBezTo>
                <a:cubicBezTo>
                  <a:pt x="19588" y="31"/>
                  <a:pt x="19503" y="0"/>
                  <a:pt x="193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41">
            <a:extLst>
              <a:ext uri="{FF2B5EF4-FFF2-40B4-BE49-F238E27FC236}">
                <a16:creationId xmlns:a16="http://schemas.microsoft.com/office/drawing/2014/main" id="{BA9258CA-3667-49DE-A266-57A28106FC35}"/>
              </a:ext>
            </a:extLst>
          </p:cNvPr>
          <p:cNvSpPr/>
          <p:nvPr/>
        </p:nvSpPr>
        <p:spPr>
          <a:xfrm>
            <a:off x="2553183" y="4250421"/>
            <a:ext cx="181726" cy="163100"/>
          </a:xfrm>
          <a:custGeom>
            <a:avLst/>
            <a:gdLst/>
            <a:ahLst/>
            <a:cxnLst/>
            <a:rect l="l" t="t" r="r" b="b"/>
            <a:pathLst>
              <a:path w="11776" h="10569" extrusionOk="0">
                <a:moveTo>
                  <a:pt x="8039" y="1"/>
                </a:moveTo>
                <a:lnTo>
                  <a:pt x="8039" y="1"/>
                </a:lnTo>
                <a:cubicBezTo>
                  <a:pt x="5204" y="768"/>
                  <a:pt x="3303" y="1435"/>
                  <a:pt x="1835" y="3670"/>
                </a:cubicBezTo>
                <a:cubicBezTo>
                  <a:pt x="0" y="6505"/>
                  <a:pt x="2669" y="9608"/>
                  <a:pt x="4804" y="10208"/>
                </a:cubicBezTo>
                <a:cubicBezTo>
                  <a:pt x="5630" y="10437"/>
                  <a:pt x="6296" y="10569"/>
                  <a:pt x="6958" y="10569"/>
                </a:cubicBezTo>
                <a:cubicBezTo>
                  <a:pt x="8032" y="10569"/>
                  <a:pt x="9094" y="10221"/>
                  <a:pt x="10808" y="9374"/>
                </a:cubicBezTo>
                <a:cubicBezTo>
                  <a:pt x="11108" y="9241"/>
                  <a:pt x="11542" y="9041"/>
                  <a:pt x="11775" y="8907"/>
                </a:cubicBezTo>
                <a:lnTo>
                  <a:pt x="11775" y="8907"/>
                </a:lnTo>
                <a:cubicBezTo>
                  <a:pt x="11466" y="9062"/>
                  <a:pt x="9898" y="9796"/>
                  <a:pt x="8834" y="9796"/>
                </a:cubicBezTo>
                <a:cubicBezTo>
                  <a:pt x="8522" y="9796"/>
                  <a:pt x="8254" y="9733"/>
                  <a:pt x="8073" y="9574"/>
                </a:cubicBezTo>
                <a:cubicBezTo>
                  <a:pt x="7205" y="8807"/>
                  <a:pt x="9240" y="7606"/>
                  <a:pt x="9240" y="7606"/>
                </a:cubicBezTo>
                <a:cubicBezTo>
                  <a:pt x="9240" y="7606"/>
                  <a:pt x="9540" y="5705"/>
                  <a:pt x="7239" y="2869"/>
                </a:cubicBezTo>
                <a:cubicBezTo>
                  <a:pt x="7084" y="2988"/>
                  <a:pt x="6777" y="3061"/>
                  <a:pt x="6447" y="3061"/>
                </a:cubicBezTo>
                <a:cubicBezTo>
                  <a:pt x="5852" y="3061"/>
                  <a:pt x="5183" y="2825"/>
                  <a:pt x="5204" y="2202"/>
                </a:cubicBezTo>
                <a:cubicBezTo>
                  <a:pt x="5204" y="1202"/>
                  <a:pt x="8006" y="34"/>
                  <a:pt x="803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1">
            <a:extLst>
              <a:ext uri="{FF2B5EF4-FFF2-40B4-BE49-F238E27FC236}">
                <a16:creationId xmlns:a16="http://schemas.microsoft.com/office/drawing/2014/main" id="{CB16F603-3486-4912-5BC5-A6018BB660D0}"/>
              </a:ext>
            </a:extLst>
          </p:cNvPr>
          <p:cNvSpPr/>
          <p:nvPr/>
        </p:nvSpPr>
        <p:spPr>
          <a:xfrm>
            <a:off x="2677333" y="4289540"/>
            <a:ext cx="224874" cy="91527"/>
          </a:xfrm>
          <a:custGeom>
            <a:avLst/>
            <a:gdLst/>
            <a:ahLst/>
            <a:cxnLst/>
            <a:rect l="l" t="t" r="r" b="b"/>
            <a:pathLst>
              <a:path w="14572" h="5931" extrusionOk="0">
                <a:moveTo>
                  <a:pt x="14371" y="1"/>
                </a:moveTo>
                <a:lnTo>
                  <a:pt x="14371" y="1"/>
                </a:lnTo>
                <a:cubicBezTo>
                  <a:pt x="13871" y="201"/>
                  <a:pt x="12803" y="635"/>
                  <a:pt x="12803" y="635"/>
                </a:cubicBezTo>
                <a:cubicBezTo>
                  <a:pt x="12603" y="735"/>
                  <a:pt x="12070" y="935"/>
                  <a:pt x="12070" y="935"/>
                </a:cubicBezTo>
                <a:cubicBezTo>
                  <a:pt x="9968" y="1836"/>
                  <a:pt x="7600" y="3303"/>
                  <a:pt x="5331" y="3904"/>
                </a:cubicBezTo>
                <a:cubicBezTo>
                  <a:pt x="3330" y="4471"/>
                  <a:pt x="1962" y="4504"/>
                  <a:pt x="895" y="4871"/>
                </a:cubicBezTo>
                <a:cubicBezTo>
                  <a:pt x="0" y="5188"/>
                  <a:pt x="404" y="5930"/>
                  <a:pt x="1544" y="5930"/>
                </a:cubicBezTo>
                <a:cubicBezTo>
                  <a:pt x="1722" y="5930"/>
                  <a:pt x="1918" y="5912"/>
                  <a:pt x="2129" y="5872"/>
                </a:cubicBezTo>
                <a:cubicBezTo>
                  <a:pt x="4431" y="5405"/>
                  <a:pt x="6366" y="4104"/>
                  <a:pt x="8934" y="3270"/>
                </a:cubicBezTo>
                <a:cubicBezTo>
                  <a:pt x="11736" y="1936"/>
                  <a:pt x="14571" y="701"/>
                  <a:pt x="14371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41">
            <a:extLst>
              <a:ext uri="{FF2B5EF4-FFF2-40B4-BE49-F238E27FC236}">
                <a16:creationId xmlns:a16="http://schemas.microsoft.com/office/drawing/2014/main" id="{E970FF25-D108-6E8F-F194-FFEDEEDC82F4}"/>
              </a:ext>
            </a:extLst>
          </p:cNvPr>
          <p:cNvSpPr/>
          <p:nvPr/>
        </p:nvSpPr>
        <p:spPr>
          <a:xfrm>
            <a:off x="2651300" y="4184295"/>
            <a:ext cx="204581" cy="118224"/>
          </a:xfrm>
          <a:custGeom>
            <a:avLst/>
            <a:gdLst/>
            <a:ahLst/>
            <a:cxnLst/>
            <a:rect l="l" t="t" r="r" b="b"/>
            <a:pathLst>
              <a:path w="13257" h="7661" extrusionOk="0">
                <a:moveTo>
                  <a:pt x="12799" y="0"/>
                </a:moveTo>
                <a:cubicBezTo>
                  <a:pt x="12259" y="0"/>
                  <a:pt x="11390" y="328"/>
                  <a:pt x="10521" y="883"/>
                </a:cubicBezTo>
                <a:cubicBezTo>
                  <a:pt x="9320" y="1651"/>
                  <a:pt x="8586" y="2151"/>
                  <a:pt x="7385" y="2751"/>
                </a:cubicBezTo>
                <a:cubicBezTo>
                  <a:pt x="5084" y="4152"/>
                  <a:pt x="2415" y="5086"/>
                  <a:pt x="1081" y="5954"/>
                </a:cubicBezTo>
                <a:cubicBezTo>
                  <a:pt x="1" y="6646"/>
                  <a:pt x="1" y="7660"/>
                  <a:pt x="586" y="7660"/>
                </a:cubicBezTo>
                <a:cubicBezTo>
                  <a:pt x="706" y="7660"/>
                  <a:pt x="850" y="7618"/>
                  <a:pt x="1014" y="7521"/>
                </a:cubicBezTo>
                <a:cubicBezTo>
                  <a:pt x="1982" y="6954"/>
                  <a:pt x="2148" y="6487"/>
                  <a:pt x="4050" y="5620"/>
                </a:cubicBezTo>
                <a:cubicBezTo>
                  <a:pt x="5951" y="4753"/>
                  <a:pt x="9153" y="2885"/>
                  <a:pt x="11121" y="1751"/>
                </a:cubicBezTo>
                <a:cubicBezTo>
                  <a:pt x="11855" y="1250"/>
                  <a:pt x="12589" y="717"/>
                  <a:pt x="13256" y="149"/>
                </a:cubicBezTo>
                <a:cubicBezTo>
                  <a:pt x="13164" y="48"/>
                  <a:pt x="13006" y="0"/>
                  <a:pt x="12799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1">
            <a:extLst>
              <a:ext uri="{FF2B5EF4-FFF2-40B4-BE49-F238E27FC236}">
                <a16:creationId xmlns:a16="http://schemas.microsoft.com/office/drawing/2014/main" id="{FA0D5A00-BE4E-6082-DF5D-8EC3A29E34B4}"/>
              </a:ext>
            </a:extLst>
          </p:cNvPr>
          <p:cNvSpPr/>
          <p:nvPr/>
        </p:nvSpPr>
        <p:spPr>
          <a:xfrm>
            <a:off x="2664370" y="4290960"/>
            <a:ext cx="37083" cy="83024"/>
          </a:xfrm>
          <a:custGeom>
            <a:avLst/>
            <a:gdLst/>
            <a:ahLst/>
            <a:cxnLst/>
            <a:rect l="l" t="t" r="r" b="b"/>
            <a:pathLst>
              <a:path w="2403" h="5380" extrusionOk="0">
                <a:moveTo>
                  <a:pt x="246" y="1"/>
                </a:moveTo>
                <a:cubicBezTo>
                  <a:pt x="184" y="1"/>
                  <a:pt x="117" y="26"/>
                  <a:pt x="67" y="76"/>
                </a:cubicBezTo>
                <a:cubicBezTo>
                  <a:pt x="0" y="176"/>
                  <a:pt x="0" y="276"/>
                  <a:pt x="34" y="376"/>
                </a:cubicBezTo>
                <a:cubicBezTo>
                  <a:pt x="67" y="376"/>
                  <a:pt x="67" y="409"/>
                  <a:pt x="100" y="443"/>
                </a:cubicBezTo>
                <a:cubicBezTo>
                  <a:pt x="1168" y="1777"/>
                  <a:pt x="1768" y="3411"/>
                  <a:pt x="1902" y="5113"/>
                </a:cubicBezTo>
                <a:cubicBezTo>
                  <a:pt x="1902" y="5246"/>
                  <a:pt x="2035" y="5379"/>
                  <a:pt x="2169" y="5379"/>
                </a:cubicBezTo>
                <a:cubicBezTo>
                  <a:pt x="2302" y="5379"/>
                  <a:pt x="2402" y="5246"/>
                  <a:pt x="2369" y="5113"/>
                </a:cubicBezTo>
                <a:cubicBezTo>
                  <a:pt x="2069" y="1910"/>
                  <a:pt x="501" y="176"/>
                  <a:pt x="401" y="76"/>
                </a:cubicBezTo>
                <a:cubicBezTo>
                  <a:pt x="367" y="26"/>
                  <a:pt x="309" y="1"/>
                  <a:pt x="246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1">
            <a:extLst>
              <a:ext uri="{FF2B5EF4-FFF2-40B4-BE49-F238E27FC236}">
                <a16:creationId xmlns:a16="http://schemas.microsoft.com/office/drawing/2014/main" id="{87B94FF4-591B-4A10-51EC-9C1A08450C8A}"/>
              </a:ext>
            </a:extLst>
          </p:cNvPr>
          <p:cNvSpPr/>
          <p:nvPr/>
        </p:nvSpPr>
        <p:spPr>
          <a:xfrm>
            <a:off x="2693197" y="4269849"/>
            <a:ext cx="43765" cy="95894"/>
          </a:xfrm>
          <a:custGeom>
            <a:avLst/>
            <a:gdLst/>
            <a:ahLst/>
            <a:cxnLst/>
            <a:rect l="l" t="t" r="r" b="b"/>
            <a:pathLst>
              <a:path w="2836" h="6214" extrusionOk="0">
                <a:moveTo>
                  <a:pt x="251" y="1"/>
                </a:moveTo>
                <a:cubicBezTo>
                  <a:pt x="184" y="1"/>
                  <a:pt x="117" y="26"/>
                  <a:pt x="67" y="76"/>
                </a:cubicBezTo>
                <a:cubicBezTo>
                  <a:pt x="0" y="143"/>
                  <a:pt x="0" y="276"/>
                  <a:pt x="34" y="376"/>
                </a:cubicBezTo>
                <a:cubicBezTo>
                  <a:pt x="67" y="376"/>
                  <a:pt x="67" y="410"/>
                  <a:pt x="100" y="443"/>
                </a:cubicBezTo>
                <a:cubicBezTo>
                  <a:pt x="1301" y="2044"/>
                  <a:pt x="2069" y="3945"/>
                  <a:pt x="2335" y="5947"/>
                </a:cubicBezTo>
                <a:cubicBezTo>
                  <a:pt x="2335" y="6080"/>
                  <a:pt x="2469" y="6214"/>
                  <a:pt x="2602" y="6214"/>
                </a:cubicBezTo>
                <a:cubicBezTo>
                  <a:pt x="2736" y="6180"/>
                  <a:pt x="2836" y="6047"/>
                  <a:pt x="2802" y="5914"/>
                </a:cubicBezTo>
                <a:cubicBezTo>
                  <a:pt x="2536" y="3812"/>
                  <a:pt x="1735" y="1777"/>
                  <a:pt x="434" y="76"/>
                </a:cubicBezTo>
                <a:cubicBezTo>
                  <a:pt x="384" y="26"/>
                  <a:pt x="317" y="1"/>
                  <a:pt x="251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41">
            <a:extLst>
              <a:ext uri="{FF2B5EF4-FFF2-40B4-BE49-F238E27FC236}">
                <a16:creationId xmlns:a16="http://schemas.microsoft.com/office/drawing/2014/main" id="{D4021BC7-C5C4-222D-0104-A1A7E111163D}"/>
              </a:ext>
            </a:extLst>
          </p:cNvPr>
          <p:cNvSpPr/>
          <p:nvPr/>
        </p:nvSpPr>
        <p:spPr>
          <a:xfrm>
            <a:off x="2720990" y="4253383"/>
            <a:ext cx="43780" cy="107730"/>
          </a:xfrm>
          <a:custGeom>
            <a:avLst/>
            <a:gdLst/>
            <a:ahLst/>
            <a:cxnLst/>
            <a:rect l="l" t="t" r="r" b="b"/>
            <a:pathLst>
              <a:path w="2837" h="6981" extrusionOk="0">
                <a:moveTo>
                  <a:pt x="255" y="1"/>
                </a:moveTo>
                <a:cubicBezTo>
                  <a:pt x="192" y="1"/>
                  <a:pt x="134" y="26"/>
                  <a:pt x="101" y="76"/>
                </a:cubicBezTo>
                <a:cubicBezTo>
                  <a:pt x="1" y="176"/>
                  <a:pt x="1" y="342"/>
                  <a:pt x="101" y="443"/>
                </a:cubicBezTo>
                <a:cubicBezTo>
                  <a:pt x="134" y="476"/>
                  <a:pt x="2236" y="3578"/>
                  <a:pt x="2336" y="6714"/>
                </a:cubicBezTo>
                <a:cubicBezTo>
                  <a:pt x="2336" y="6747"/>
                  <a:pt x="2336" y="6780"/>
                  <a:pt x="2369" y="6814"/>
                </a:cubicBezTo>
                <a:cubicBezTo>
                  <a:pt x="2402" y="6914"/>
                  <a:pt x="2502" y="6981"/>
                  <a:pt x="2603" y="6981"/>
                </a:cubicBezTo>
                <a:cubicBezTo>
                  <a:pt x="2736" y="6981"/>
                  <a:pt x="2836" y="6880"/>
                  <a:pt x="2836" y="6747"/>
                </a:cubicBezTo>
                <a:cubicBezTo>
                  <a:pt x="2703" y="3345"/>
                  <a:pt x="534" y="176"/>
                  <a:pt x="434" y="76"/>
                </a:cubicBezTo>
                <a:cubicBezTo>
                  <a:pt x="384" y="26"/>
                  <a:pt x="318" y="1"/>
                  <a:pt x="255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1">
            <a:extLst>
              <a:ext uri="{FF2B5EF4-FFF2-40B4-BE49-F238E27FC236}">
                <a16:creationId xmlns:a16="http://schemas.microsoft.com/office/drawing/2014/main" id="{978318B5-4DCD-CD79-9E49-F170903BEEC5}"/>
              </a:ext>
            </a:extLst>
          </p:cNvPr>
          <p:cNvSpPr/>
          <p:nvPr/>
        </p:nvSpPr>
        <p:spPr>
          <a:xfrm>
            <a:off x="2745697" y="4241547"/>
            <a:ext cx="45833" cy="102576"/>
          </a:xfrm>
          <a:custGeom>
            <a:avLst/>
            <a:gdLst/>
            <a:ahLst/>
            <a:cxnLst/>
            <a:rect l="l" t="t" r="r" b="b"/>
            <a:pathLst>
              <a:path w="2970" h="6647" extrusionOk="0">
                <a:moveTo>
                  <a:pt x="255" y="0"/>
                </a:moveTo>
                <a:cubicBezTo>
                  <a:pt x="193" y="0"/>
                  <a:pt x="134" y="25"/>
                  <a:pt x="101" y="75"/>
                </a:cubicBezTo>
                <a:cubicBezTo>
                  <a:pt x="1" y="209"/>
                  <a:pt x="34" y="342"/>
                  <a:pt x="134" y="442"/>
                </a:cubicBezTo>
                <a:cubicBezTo>
                  <a:pt x="1569" y="2110"/>
                  <a:pt x="2369" y="4178"/>
                  <a:pt x="2469" y="6347"/>
                </a:cubicBezTo>
                <a:cubicBezTo>
                  <a:pt x="2469" y="6413"/>
                  <a:pt x="2469" y="6447"/>
                  <a:pt x="2503" y="6480"/>
                </a:cubicBezTo>
                <a:cubicBezTo>
                  <a:pt x="2536" y="6580"/>
                  <a:pt x="2603" y="6647"/>
                  <a:pt x="2703" y="6647"/>
                </a:cubicBezTo>
                <a:cubicBezTo>
                  <a:pt x="2836" y="6647"/>
                  <a:pt x="2970" y="6547"/>
                  <a:pt x="2936" y="6413"/>
                </a:cubicBezTo>
                <a:cubicBezTo>
                  <a:pt x="2870" y="4078"/>
                  <a:pt x="1969" y="1810"/>
                  <a:pt x="434" y="75"/>
                </a:cubicBezTo>
                <a:cubicBezTo>
                  <a:pt x="384" y="25"/>
                  <a:pt x="318" y="0"/>
                  <a:pt x="25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1">
            <a:extLst>
              <a:ext uri="{FF2B5EF4-FFF2-40B4-BE49-F238E27FC236}">
                <a16:creationId xmlns:a16="http://schemas.microsoft.com/office/drawing/2014/main" id="{C9E79A8F-747B-EB02-D16B-11870444A01E}"/>
              </a:ext>
            </a:extLst>
          </p:cNvPr>
          <p:cNvSpPr/>
          <p:nvPr/>
        </p:nvSpPr>
        <p:spPr>
          <a:xfrm>
            <a:off x="2779169" y="4226609"/>
            <a:ext cx="46851" cy="103101"/>
          </a:xfrm>
          <a:custGeom>
            <a:avLst/>
            <a:gdLst/>
            <a:ahLst/>
            <a:cxnLst/>
            <a:rect l="l" t="t" r="r" b="b"/>
            <a:pathLst>
              <a:path w="3036" h="6681" extrusionOk="0">
                <a:moveTo>
                  <a:pt x="254" y="1"/>
                </a:moveTo>
                <a:cubicBezTo>
                  <a:pt x="192" y="1"/>
                  <a:pt x="133" y="26"/>
                  <a:pt x="100" y="76"/>
                </a:cubicBezTo>
                <a:cubicBezTo>
                  <a:pt x="0" y="209"/>
                  <a:pt x="0" y="343"/>
                  <a:pt x="133" y="443"/>
                </a:cubicBezTo>
                <a:cubicBezTo>
                  <a:pt x="133" y="476"/>
                  <a:pt x="2535" y="3112"/>
                  <a:pt x="2535" y="6381"/>
                </a:cubicBezTo>
                <a:cubicBezTo>
                  <a:pt x="2535" y="6414"/>
                  <a:pt x="2535" y="6481"/>
                  <a:pt x="2569" y="6514"/>
                </a:cubicBezTo>
                <a:cubicBezTo>
                  <a:pt x="2602" y="6581"/>
                  <a:pt x="2702" y="6647"/>
                  <a:pt x="2802" y="6681"/>
                </a:cubicBezTo>
                <a:cubicBezTo>
                  <a:pt x="2935" y="6681"/>
                  <a:pt x="3036" y="6581"/>
                  <a:pt x="3036" y="6447"/>
                </a:cubicBezTo>
                <a:cubicBezTo>
                  <a:pt x="3036" y="2911"/>
                  <a:pt x="534" y="176"/>
                  <a:pt x="434" y="76"/>
                </a:cubicBezTo>
                <a:cubicBezTo>
                  <a:pt x="384" y="26"/>
                  <a:pt x="317" y="1"/>
                  <a:pt x="254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41">
            <a:extLst>
              <a:ext uri="{FF2B5EF4-FFF2-40B4-BE49-F238E27FC236}">
                <a16:creationId xmlns:a16="http://schemas.microsoft.com/office/drawing/2014/main" id="{9BAD765B-28D1-8D9A-E379-F8DF149837DE}"/>
              </a:ext>
            </a:extLst>
          </p:cNvPr>
          <p:cNvSpPr/>
          <p:nvPr/>
        </p:nvSpPr>
        <p:spPr>
          <a:xfrm>
            <a:off x="2853288" y="3706322"/>
            <a:ext cx="707307" cy="579129"/>
          </a:xfrm>
          <a:custGeom>
            <a:avLst/>
            <a:gdLst/>
            <a:ahLst/>
            <a:cxnLst/>
            <a:rect l="l" t="t" r="r" b="b"/>
            <a:pathLst>
              <a:path w="45834" h="37528" extrusionOk="0">
                <a:moveTo>
                  <a:pt x="15245" y="0"/>
                </a:moveTo>
                <a:lnTo>
                  <a:pt x="13177" y="17279"/>
                </a:lnTo>
                <a:lnTo>
                  <a:pt x="334" y="30689"/>
                </a:lnTo>
                <a:cubicBezTo>
                  <a:pt x="0" y="36093"/>
                  <a:pt x="4437" y="37527"/>
                  <a:pt x="4437" y="37527"/>
                </a:cubicBezTo>
                <a:cubicBezTo>
                  <a:pt x="4437" y="37527"/>
                  <a:pt x="15311" y="32957"/>
                  <a:pt x="17813" y="31956"/>
                </a:cubicBezTo>
                <a:cubicBezTo>
                  <a:pt x="19548" y="31189"/>
                  <a:pt x="21216" y="30222"/>
                  <a:pt x="22750" y="29054"/>
                </a:cubicBezTo>
                <a:cubicBezTo>
                  <a:pt x="22750" y="29054"/>
                  <a:pt x="26602" y="30076"/>
                  <a:pt x="30451" y="30076"/>
                </a:cubicBezTo>
                <a:cubicBezTo>
                  <a:pt x="30945" y="30076"/>
                  <a:pt x="31438" y="30060"/>
                  <a:pt x="31923" y="30022"/>
                </a:cubicBezTo>
                <a:cubicBezTo>
                  <a:pt x="34892" y="29822"/>
                  <a:pt x="41096" y="27887"/>
                  <a:pt x="43465" y="21682"/>
                </a:cubicBezTo>
                <a:cubicBezTo>
                  <a:pt x="45833" y="15511"/>
                  <a:pt x="43065" y="5104"/>
                  <a:pt x="43065" y="5104"/>
                </a:cubicBezTo>
                <a:lnTo>
                  <a:pt x="15245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41">
            <a:extLst>
              <a:ext uri="{FF2B5EF4-FFF2-40B4-BE49-F238E27FC236}">
                <a16:creationId xmlns:a16="http://schemas.microsoft.com/office/drawing/2014/main" id="{69022F37-2B17-2D19-42DF-7B1F5BDC5A86}"/>
              </a:ext>
            </a:extLst>
          </p:cNvPr>
          <p:cNvSpPr/>
          <p:nvPr/>
        </p:nvSpPr>
        <p:spPr>
          <a:xfrm>
            <a:off x="2896528" y="4099080"/>
            <a:ext cx="343360" cy="186371"/>
          </a:xfrm>
          <a:custGeom>
            <a:avLst/>
            <a:gdLst/>
            <a:ahLst/>
            <a:cxnLst/>
            <a:rect l="l" t="t" r="r" b="b"/>
            <a:pathLst>
              <a:path w="22250" h="12077" extrusionOk="0">
                <a:moveTo>
                  <a:pt x="22216" y="1"/>
                </a:moveTo>
                <a:cubicBezTo>
                  <a:pt x="22216" y="1"/>
                  <a:pt x="20582" y="2369"/>
                  <a:pt x="15245" y="4637"/>
                </a:cubicBezTo>
                <a:cubicBezTo>
                  <a:pt x="12409" y="5838"/>
                  <a:pt x="3370" y="10141"/>
                  <a:pt x="0" y="11175"/>
                </a:cubicBezTo>
                <a:cubicBezTo>
                  <a:pt x="501" y="11542"/>
                  <a:pt x="1035" y="11843"/>
                  <a:pt x="1602" y="12076"/>
                </a:cubicBezTo>
                <a:cubicBezTo>
                  <a:pt x="1602" y="12076"/>
                  <a:pt x="12476" y="7506"/>
                  <a:pt x="14978" y="6539"/>
                </a:cubicBezTo>
                <a:cubicBezTo>
                  <a:pt x="16746" y="5772"/>
                  <a:pt x="18380" y="4771"/>
                  <a:pt x="19915" y="3603"/>
                </a:cubicBezTo>
                <a:cubicBezTo>
                  <a:pt x="22250" y="1569"/>
                  <a:pt x="22216" y="1"/>
                  <a:pt x="22216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41">
            <a:extLst>
              <a:ext uri="{FF2B5EF4-FFF2-40B4-BE49-F238E27FC236}">
                <a16:creationId xmlns:a16="http://schemas.microsoft.com/office/drawing/2014/main" id="{11EAC7F3-0FCD-BFC2-6AF9-AB4CD038C53E}"/>
              </a:ext>
            </a:extLst>
          </p:cNvPr>
          <p:cNvSpPr/>
          <p:nvPr/>
        </p:nvSpPr>
        <p:spPr>
          <a:xfrm>
            <a:off x="3204365" y="3801552"/>
            <a:ext cx="347990" cy="368916"/>
          </a:xfrm>
          <a:custGeom>
            <a:avLst/>
            <a:gdLst/>
            <a:ahLst/>
            <a:cxnLst/>
            <a:rect l="l" t="t" r="r" b="b"/>
            <a:pathLst>
              <a:path w="22550" h="23906" extrusionOk="0">
                <a:moveTo>
                  <a:pt x="18813" y="0"/>
                </a:moveTo>
                <a:cubicBezTo>
                  <a:pt x="19347" y="5104"/>
                  <a:pt x="20114" y="10975"/>
                  <a:pt x="17813" y="15945"/>
                </a:cubicBezTo>
                <a:cubicBezTo>
                  <a:pt x="15765" y="20426"/>
                  <a:pt x="9863" y="21950"/>
                  <a:pt x="6706" y="21950"/>
                </a:cubicBezTo>
                <a:cubicBezTo>
                  <a:pt x="6315" y="21950"/>
                  <a:pt x="5965" y="21927"/>
                  <a:pt x="5671" y="21883"/>
                </a:cubicBezTo>
                <a:cubicBezTo>
                  <a:pt x="4203" y="21649"/>
                  <a:pt x="2769" y="21249"/>
                  <a:pt x="1401" y="20682"/>
                </a:cubicBezTo>
                <a:lnTo>
                  <a:pt x="0" y="22883"/>
                </a:lnTo>
                <a:cubicBezTo>
                  <a:pt x="0" y="22883"/>
                  <a:pt x="3852" y="23905"/>
                  <a:pt x="7701" y="23905"/>
                </a:cubicBezTo>
                <a:cubicBezTo>
                  <a:pt x="8195" y="23905"/>
                  <a:pt x="8688" y="23889"/>
                  <a:pt x="9173" y="23851"/>
                </a:cubicBezTo>
                <a:cubicBezTo>
                  <a:pt x="12142" y="23651"/>
                  <a:pt x="18346" y="21682"/>
                  <a:pt x="20715" y="15511"/>
                </a:cubicBezTo>
                <a:cubicBezTo>
                  <a:pt x="22549" y="10808"/>
                  <a:pt x="21349" y="3569"/>
                  <a:pt x="20681" y="434"/>
                </a:cubicBezTo>
                <a:lnTo>
                  <a:pt x="19681" y="200"/>
                </a:lnTo>
                <a:lnTo>
                  <a:pt x="18813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41">
            <a:extLst>
              <a:ext uri="{FF2B5EF4-FFF2-40B4-BE49-F238E27FC236}">
                <a16:creationId xmlns:a16="http://schemas.microsoft.com/office/drawing/2014/main" id="{8EB37D87-69D9-8C3F-03D5-234B24767892}"/>
              </a:ext>
            </a:extLst>
          </p:cNvPr>
          <p:cNvSpPr/>
          <p:nvPr/>
        </p:nvSpPr>
        <p:spPr>
          <a:xfrm>
            <a:off x="3007715" y="3892924"/>
            <a:ext cx="360351" cy="108888"/>
          </a:xfrm>
          <a:custGeom>
            <a:avLst/>
            <a:gdLst/>
            <a:ahLst/>
            <a:cxnLst/>
            <a:rect l="l" t="t" r="r" b="b"/>
            <a:pathLst>
              <a:path w="23351" h="7056" extrusionOk="0">
                <a:moveTo>
                  <a:pt x="9234" y="1"/>
                </a:moveTo>
                <a:cubicBezTo>
                  <a:pt x="7431" y="1"/>
                  <a:pt x="6049" y="484"/>
                  <a:pt x="4804" y="1585"/>
                </a:cubicBezTo>
                <a:cubicBezTo>
                  <a:pt x="3069" y="3119"/>
                  <a:pt x="1" y="6655"/>
                  <a:pt x="1" y="6655"/>
                </a:cubicBezTo>
                <a:lnTo>
                  <a:pt x="1368" y="7055"/>
                </a:lnTo>
                <a:cubicBezTo>
                  <a:pt x="1368" y="7055"/>
                  <a:pt x="2436" y="5921"/>
                  <a:pt x="3470" y="4687"/>
                </a:cubicBezTo>
                <a:cubicBezTo>
                  <a:pt x="4469" y="3495"/>
                  <a:pt x="6090" y="1276"/>
                  <a:pt x="10136" y="1276"/>
                </a:cubicBezTo>
                <a:cubicBezTo>
                  <a:pt x="10279" y="1276"/>
                  <a:pt x="10426" y="1279"/>
                  <a:pt x="10575" y="1284"/>
                </a:cubicBezTo>
                <a:cubicBezTo>
                  <a:pt x="14945" y="1451"/>
                  <a:pt x="23351" y="2218"/>
                  <a:pt x="23351" y="2218"/>
                </a:cubicBezTo>
                <a:cubicBezTo>
                  <a:pt x="23351" y="2218"/>
                  <a:pt x="14611" y="717"/>
                  <a:pt x="11576" y="217"/>
                </a:cubicBezTo>
                <a:cubicBezTo>
                  <a:pt x="10718" y="76"/>
                  <a:pt x="9943" y="1"/>
                  <a:pt x="9234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41">
            <a:extLst>
              <a:ext uri="{FF2B5EF4-FFF2-40B4-BE49-F238E27FC236}">
                <a16:creationId xmlns:a16="http://schemas.microsoft.com/office/drawing/2014/main" id="{7C6CEBC5-AC23-8D4C-695E-B1F91A96DAC4}"/>
              </a:ext>
            </a:extLst>
          </p:cNvPr>
          <p:cNvSpPr/>
          <p:nvPr/>
        </p:nvSpPr>
        <p:spPr>
          <a:xfrm>
            <a:off x="3080307" y="3813388"/>
            <a:ext cx="47361" cy="106573"/>
          </a:xfrm>
          <a:custGeom>
            <a:avLst/>
            <a:gdLst/>
            <a:ahLst/>
            <a:cxnLst/>
            <a:rect l="l" t="t" r="r" b="b"/>
            <a:pathLst>
              <a:path w="3069" h="6906" extrusionOk="0">
                <a:moveTo>
                  <a:pt x="1034" y="0"/>
                </a:moveTo>
                <a:cubicBezTo>
                  <a:pt x="1034" y="1"/>
                  <a:pt x="0" y="4004"/>
                  <a:pt x="1668" y="6905"/>
                </a:cubicBezTo>
                <a:lnTo>
                  <a:pt x="3069" y="6071"/>
                </a:lnTo>
                <a:cubicBezTo>
                  <a:pt x="1634" y="4370"/>
                  <a:pt x="901" y="2202"/>
                  <a:pt x="1034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41">
            <a:extLst>
              <a:ext uri="{FF2B5EF4-FFF2-40B4-BE49-F238E27FC236}">
                <a16:creationId xmlns:a16="http://schemas.microsoft.com/office/drawing/2014/main" id="{606E9EC8-4D14-18ED-D6C8-6BD46705041D}"/>
              </a:ext>
            </a:extLst>
          </p:cNvPr>
          <p:cNvSpPr/>
          <p:nvPr/>
        </p:nvSpPr>
        <p:spPr>
          <a:xfrm>
            <a:off x="2885201" y="3245601"/>
            <a:ext cx="276957" cy="416461"/>
          </a:xfrm>
          <a:custGeom>
            <a:avLst/>
            <a:gdLst/>
            <a:ahLst/>
            <a:cxnLst/>
            <a:rect l="l" t="t" r="r" b="b"/>
            <a:pathLst>
              <a:path w="17947" h="26987" extrusionOk="0">
                <a:moveTo>
                  <a:pt x="17947" y="0"/>
                </a:moveTo>
                <a:cubicBezTo>
                  <a:pt x="14611" y="601"/>
                  <a:pt x="11876" y="1468"/>
                  <a:pt x="9874" y="4937"/>
                </a:cubicBezTo>
                <a:cubicBezTo>
                  <a:pt x="7973" y="8240"/>
                  <a:pt x="1" y="22116"/>
                  <a:pt x="1" y="22116"/>
                </a:cubicBezTo>
                <a:lnTo>
                  <a:pt x="9241" y="26986"/>
                </a:lnTo>
                <a:lnTo>
                  <a:pt x="15979" y="15378"/>
                </a:lnTo>
                <a:lnTo>
                  <a:pt x="17947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41">
            <a:extLst>
              <a:ext uri="{FF2B5EF4-FFF2-40B4-BE49-F238E27FC236}">
                <a16:creationId xmlns:a16="http://schemas.microsoft.com/office/drawing/2014/main" id="{852FB5DC-8D59-4376-79EB-F4849CA12318}"/>
              </a:ext>
            </a:extLst>
          </p:cNvPr>
          <p:cNvSpPr/>
          <p:nvPr/>
        </p:nvSpPr>
        <p:spPr>
          <a:xfrm>
            <a:off x="2885201" y="3245601"/>
            <a:ext cx="276957" cy="416461"/>
          </a:xfrm>
          <a:custGeom>
            <a:avLst/>
            <a:gdLst/>
            <a:ahLst/>
            <a:cxnLst/>
            <a:rect l="l" t="t" r="r" b="b"/>
            <a:pathLst>
              <a:path w="17947" h="26987" extrusionOk="0">
                <a:moveTo>
                  <a:pt x="17947" y="0"/>
                </a:moveTo>
                <a:cubicBezTo>
                  <a:pt x="14611" y="601"/>
                  <a:pt x="11876" y="1468"/>
                  <a:pt x="9874" y="4937"/>
                </a:cubicBezTo>
                <a:cubicBezTo>
                  <a:pt x="7973" y="8240"/>
                  <a:pt x="1" y="22116"/>
                  <a:pt x="1" y="22116"/>
                </a:cubicBezTo>
                <a:lnTo>
                  <a:pt x="9241" y="26986"/>
                </a:lnTo>
                <a:lnTo>
                  <a:pt x="15979" y="15378"/>
                </a:lnTo>
                <a:lnTo>
                  <a:pt x="17947" y="0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41">
            <a:extLst>
              <a:ext uri="{FF2B5EF4-FFF2-40B4-BE49-F238E27FC236}">
                <a16:creationId xmlns:a16="http://schemas.microsoft.com/office/drawing/2014/main" id="{5BD50CCF-469B-CF72-0BA8-9804C2933070}"/>
              </a:ext>
            </a:extLst>
          </p:cNvPr>
          <p:cNvSpPr/>
          <p:nvPr/>
        </p:nvSpPr>
        <p:spPr>
          <a:xfrm>
            <a:off x="3065878" y="3230679"/>
            <a:ext cx="471029" cy="682122"/>
          </a:xfrm>
          <a:custGeom>
            <a:avLst/>
            <a:gdLst/>
            <a:ahLst/>
            <a:cxnLst/>
            <a:rect l="l" t="t" r="r" b="b"/>
            <a:pathLst>
              <a:path w="30523" h="44202" extrusionOk="0">
                <a:moveTo>
                  <a:pt x="14778" y="0"/>
                </a:moveTo>
                <a:lnTo>
                  <a:pt x="7873" y="734"/>
                </a:lnTo>
                <a:cubicBezTo>
                  <a:pt x="6139" y="1268"/>
                  <a:pt x="2703" y="3703"/>
                  <a:pt x="1569" y="13210"/>
                </a:cubicBezTo>
                <a:cubicBezTo>
                  <a:pt x="1235" y="15778"/>
                  <a:pt x="902" y="20648"/>
                  <a:pt x="668" y="23917"/>
                </a:cubicBezTo>
                <a:cubicBezTo>
                  <a:pt x="435" y="27186"/>
                  <a:pt x="301" y="28854"/>
                  <a:pt x="1" y="30155"/>
                </a:cubicBezTo>
                <a:cubicBezTo>
                  <a:pt x="4660" y="39221"/>
                  <a:pt x="14020" y="44201"/>
                  <a:pt x="23428" y="44201"/>
                </a:cubicBezTo>
                <a:cubicBezTo>
                  <a:pt x="25201" y="44201"/>
                  <a:pt x="26976" y="44024"/>
                  <a:pt x="28721" y="43665"/>
                </a:cubicBezTo>
                <a:cubicBezTo>
                  <a:pt x="30156" y="37027"/>
                  <a:pt x="30289" y="31589"/>
                  <a:pt x="30389" y="26819"/>
                </a:cubicBezTo>
                <a:cubicBezTo>
                  <a:pt x="30523" y="21115"/>
                  <a:pt x="30489" y="17679"/>
                  <a:pt x="30223" y="13543"/>
                </a:cubicBezTo>
                <a:cubicBezTo>
                  <a:pt x="29922" y="8439"/>
                  <a:pt x="29255" y="5237"/>
                  <a:pt x="27721" y="4703"/>
                </a:cubicBezTo>
                <a:cubicBezTo>
                  <a:pt x="25352" y="3870"/>
                  <a:pt x="16813" y="434"/>
                  <a:pt x="1477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41">
            <a:extLst>
              <a:ext uri="{FF2B5EF4-FFF2-40B4-BE49-F238E27FC236}">
                <a16:creationId xmlns:a16="http://schemas.microsoft.com/office/drawing/2014/main" id="{8AEF6A63-5E5C-9A13-70A3-1EF667AB6231}"/>
              </a:ext>
            </a:extLst>
          </p:cNvPr>
          <p:cNvSpPr/>
          <p:nvPr/>
        </p:nvSpPr>
        <p:spPr>
          <a:xfrm>
            <a:off x="3300613" y="3255385"/>
            <a:ext cx="262034" cy="702029"/>
          </a:xfrm>
          <a:custGeom>
            <a:avLst/>
            <a:gdLst/>
            <a:ahLst/>
            <a:cxnLst/>
            <a:rect l="l" t="t" r="r" b="b"/>
            <a:pathLst>
              <a:path w="16980" h="45492" extrusionOk="0">
                <a:moveTo>
                  <a:pt x="6005" y="0"/>
                </a:moveTo>
                <a:cubicBezTo>
                  <a:pt x="6005" y="0"/>
                  <a:pt x="5071" y="2135"/>
                  <a:pt x="3103" y="6305"/>
                </a:cubicBezTo>
                <a:cubicBezTo>
                  <a:pt x="1102" y="10441"/>
                  <a:pt x="1002" y="12309"/>
                  <a:pt x="835" y="19548"/>
                </a:cubicBezTo>
                <a:cubicBezTo>
                  <a:pt x="668" y="26786"/>
                  <a:pt x="835" y="42431"/>
                  <a:pt x="1" y="45366"/>
                </a:cubicBezTo>
                <a:cubicBezTo>
                  <a:pt x="633" y="45452"/>
                  <a:pt x="1552" y="45492"/>
                  <a:pt x="2636" y="45492"/>
                </a:cubicBezTo>
                <a:cubicBezTo>
                  <a:pt x="7040" y="45492"/>
                  <a:pt x="14153" y="44829"/>
                  <a:pt x="15679" y="43865"/>
                </a:cubicBezTo>
                <a:cubicBezTo>
                  <a:pt x="15679" y="43865"/>
                  <a:pt x="15879" y="32023"/>
                  <a:pt x="16146" y="24651"/>
                </a:cubicBezTo>
                <a:cubicBezTo>
                  <a:pt x="16413" y="17246"/>
                  <a:pt x="16980" y="5404"/>
                  <a:pt x="13377" y="3336"/>
                </a:cubicBezTo>
                <a:lnTo>
                  <a:pt x="6005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1">
            <a:extLst>
              <a:ext uri="{FF2B5EF4-FFF2-40B4-BE49-F238E27FC236}">
                <a16:creationId xmlns:a16="http://schemas.microsoft.com/office/drawing/2014/main" id="{171F3008-2F45-8900-65DD-19AA834A291B}"/>
              </a:ext>
            </a:extLst>
          </p:cNvPr>
          <p:cNvSpPr/>
          <p:nvPr/>
        </p:nvSpPr>
        <p:spPr>
          <a:xfrm>
            <a:off x="3300613" y="3255385"/>
            <a:ext cx="262034" cy="702029"/>
          </a:xfrm>
          <a:custGeom>
            <a:avLst/>
            <a:gdLst/>
            <a:ahLst/>
            <a:cxnLst/>
            <a:rect l="l" t="t" r="r" b="b"/>
            <a:pathLst>
              <a:path w="16980" h="45492" extrusionOk="0">
                <a:moveTo>
                  <a:pt x="6005" y="0"/>
                </a:moveTo>
                <a:cubicBezTo>
                  <a:pt x="6005" y="0"/>
                  <a:pt x="5071" y="2135"/>
                  <a:pt x="3103" y="6305"/>
                </a:cubicBezTo>
                <a:cubicBezTo>
                  <a:pt x="1102" y="10441"/>
                  <a:pt x="1002" y="12309"/>
                  <a:pt x="835" y="19548"/>
                </a:cubicBezTo>
                <a:cubicBezTo>
                  <a:pt x="668" y="26786"/>
                  <a:pt x="835" y="42431"/>
                  <a:pt x="1" y="45366"/>
                </a:cubicBezTo>
                <a:cubicBezTo>
                  <a:pt x="633" y="45452"/>
                  <a:pt x="1552" y="45492"/>
                  <a:pt x="2636" y="45492"/>
                </a:cubicBezTo>
                <a:cubicBezTo>
                  <a:pt x="7040" y="45492"/>
                  <a:pt x="14153" y="44829"/>
                  <a:pt x="15679" y="43865"/>
                </a:cubicBezTo>
                <a:cubicBezTo>
                  <a:pt x="15679" y="43865"/>
                  <a:pt x="15879" y="32023"/>
                  <a:pt x="16146" y="24651"/>
                </a:cubicBezTo>
                <a:cubicBezTo>
                  <a:pt x="16413" y="17246"/>
                  <a:pt x="16980" y="5404"/>
                  <a:pt x="13377" y="3336"/>
                </a:cubicBezTo>
                <a:lnTo>
                  <a:pt x="6005" y="0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1">
            <a:extLst>
              <a:ext uri="{FF2B5EF4-FFF2-40B4-BE49-F238E27FC236}">
                <a16:creationId xmlns:a16="http://schemas.microsoft.com/office/drawing/2014/main" id="{7AC17DB5-9180-168B-C871-FBB3E383E7C6}"/>
              </a:ext>
            </a:extLst>
          </p:cNvPr>
          <p:cNvSpPr/>
          <p:nvPr/>
        </p:nvSpPr>
        <p:spPr>
          <a:xfrm>
            <a:off x="3048379" y="3233240"/>
            <a:ext cx="197174" cy="542587"/>
          </a:xfrm>
          <a:custGeom>
            <a:avLst/>
            <a:gdLst/>
            <a:ahLst/>
            <a:cxnLst/>
            <a:rect l="l" t="t" r="r" b="b"/>
            <a:pathLst>
              <a:path w="12777" h="35160" extrusionOk="0">
                <a:moveTo>
                  <a:pt x="12743" y="1"/>
                </a:moveTo>
                <a:cubicBezTo>
                  <a:pt x="10942" y="101"/>
                  <a:pt x="9141" y="368"/>
                  <a:pt x="7373" y="768"/>
                </a:cubicBezTo>
                <a:cubicBezTo>
                  <a:pt x="4271" y="2870"/>
                  <a:pt x="3036" y="7139"/>
                  <a:pt x="2603" y="10608"/>
                </a:cubicBezTo>
                <a:cubicBezTo>
                  <a:pt x="2169" y="14044"/>
                  <a:pt x="1435" y="20582"/>
                  <a:pt x="1135" y="23418"/>
                </a:cubicBezTo>
                <a:cubicBezTo>
                  <a:pt x="835" y="26253"/>
                  <a:pt x="701" y="27254"/>
                  <a:pt x="1" y="29322"/>
                </a:cubicBezTo>
                <a:cubicBezTo>
                  <a:pt x="68" y="31423"/>
                  <a:pt x="1469" y="34325"/>
                  <a:pt x="2803" y="35159"/>
                </a:cubicBezTo>
                <a:cubicBezTo>
                  <a:pt x="2803" y="35159"/>
                  <a:pt x="4671" y="30156"/>
                  <a:pt x="5138" y="26753"/>
                </a:cubicBezTo>
                <a:cubicBezTo>
                  <a:pt x="5638" y="23351"/>
                  <a:pt x="6305" y="14178"/>
                  <a:pt x="7006" y="9674"/>
                </a:cubicBezTo>
                <a:cubicBezTo>
                  <a:pt x="7706" y="5205"/>
                  <a:pt x="9875" y="1936"/>
                  <a:pt x="12777" y="801"/>
                </a:cubicBezTo>
                <a:lnTo>
                  <a:pt x="12743" y="1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1">
            <a:extLst>
              <a:ext uri="{FF2B5EF4-FFF2-40B4-BE49-F238E27FC236}">
                <a16:creationId xmlns:a16="http://schemas.microsoft.com/office/drawing/2014/main" id="{BB1181EA-A652-A86B-5C87-3C7160B87E71}"/>
              </a:ext>
            </a:extLst>
          </p:cNvPr>
          <p:cNvSpPr/>
          <p:nvPr/>
        </p:nvSpPr>
        <p:spPr>
          <a:xfrm>
            <a:off x="3048379" y="3233240"/>
            <a:ext cx="197174" cy="542587"/>
          </a:xfrm>
          <a:custGeom>
            <a:avLst/>
            <a:gdLst/>
            <a:ahLst/>
            <a:cxnLst/>
            <a:rect l="l" t="t" r="r" b="b"/>
            <a:pathLst>
              <a:path w="12777" h="35160" extrusionOk="0">
                <a:moveTo>
                  <a:pt x="12743" y="1"/>
                </a:moveTo>
                <a:cubicBezTo>
                  <a:pt x="10942" y="101"/>
                  <a:pt x="9141" y="368"/>
                  <a:pt x="7373" y="768"/>
                </a:cubicBezTo>
                <a:cubicBezTo>
                  <a:pt x="4271" y="2870"/>
                  <a:pt x="3036" y="7139"/>
                  <a:pt x="2603" y="10608"/>
                </a:cubicBezTo>
                <a:cubicBezTo>
                  <a:pt x="2169" y="14044"/>
                  <a:pt x="1435" y="20582"/>
                  <a:pt x="1135" y="23418"/>
                </a:cubicBezTo>
                <a:cubicBezTo>
                  <a:pt x="835" y="26253"/>
                  <a:pt x="701" y="27254"/>
                  <a:pt x="1" y="29322"/>
                </a:cubicBezTo>
                <a:cubicBezTo>
                  <a:pt x="68" y="31423"/>
                  <a:pt x="1469" y="34325"/>
                  <a:pt x="2803" y="35159"/>
                </a:cubicBezTo>
                <a:cubicBezTo>
                  <a:pt x="2803" y="35159"/>
                  <a:pt x="4671" y="30156"/>
                  <a:pt x="5138" y="26753"/>
                </a:cubicBezTo>
                <a:cubicBezTo>
                  <a:pt x="5638" y="23351"/>
                  <a:pt x="6305" y="14178"/>
                  <a:pt x="7006" y="9674"/>
                </a:cubicBezTo>
                <a:cubicBezTo>
                  <a:pt x="7706" y="5205"/>
                  <a:pt x="9875" y="1936"/>
                  <a:pt x="12777" y="801"/>
                </a:cubicBezTo>
                <a:lnTo>
                  <a:pt x="12743" y="1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1">
            <a:extLst>
              <a:ext uri="{FF2B5EF4-FFF2-40B4-BE49-F238E27FC236}">
                <a16:creationId xmlns:a16="http://schemas.microsoft.com/office/drawing/2014/main" id="{F0A37523-3F0D-3456-D092-AF5255D5F5D5}"/>
              </a:ext>
            </a:extLst>
          </p:cNvPr>
          <p:cNvSpPr/>
          <p:nvPr/>
        </p:nvSpPr>
        <p:spPr>
          <a:xfrm>
            <a:off x="3121989" y="3219352"/>
            <a:ext cx="123563" cy="203347"/>
          </a:xfrm>
          <a:custGeom>
            <a:avLst/>
            <a:gdLst/>
            <a:ahLst/>
            <a:cxnLst/>
            <a:rect l="l" t="t" r="r" b="b"/>
            <a:pathLst>
              <a:path w="8007" h="13177" extrusionOk="0">
                <a:moveTo>
                  <a:pt x="7973" y="0"/>
                </a:moveTo>
                <a:cubicBezTo>
                  <a:pt x="6906" y="367"/>
                  <a:pt x="5872" y="868"/>
                  <a:pt x="4904" y="1501"/>
                </a:cubicBezTo>
                <a:cubicBezTo>
                  <a:pt x="3370" y="2502"/>
                  <a:pt x="701" y="5671"/>
                  <a:pt x="1" y="8273"/>
                </a:cubicBezTo>
                <a:cubicBezTo>
                  <a:pt x="316" y="8005"/>
                  <a:pt x="592" y="7877"/>
                  <a:pt x="830" y="7877"/>
                </a:cubicBezTo>
                <a:cubicBezTo>
                  <a:pt x="1776" y="7877"/>
                  <a:pt x="2122" y="9898"/>
                  <a:pt x="1936" y="13176"/>
                </a:cubicBezTo>
                <a:cubicBezTo>
                  <a:pt x="2336" y="9874"/>
                  <a:pt x="4204" y="3970"/>
                  <a:pt x="7806" y="2769"/>
                </a:cubicBezTo>
                <a:cubicBezTo>
                  <a:pt x="7940" y="2435"/>
                  <a:pt x="8007" y="2068"/>
                  <a:pt x="8007" y="1701"/>
                </a:cubicBezTo>
                <a:lnTo>
                  <a:pt x="7973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1">
            <a:extLst>
              <a:ext uri="{FF2B5EF4-FFF2-40B4-BE49-F238E27FC236}">
                <a16:creationId xmlns:a16="http://schemas.microsoft.com/office/drawing/2014/main" id="{0FF13DD3-228A-B501-C15D-364CB6383763}"/>
              </a:ext>
            </a:extLst>
          </p:cNvPr>
          <p:cNvSpPr/>
          <p:nvPr/>
        </p:nvSpPr>
        <p:spPr>
          <a:xfrm>
            <a:off x="3121989" y="3219352"/>
            <a:ext cx="123563" cy="203347"/>
          </a:xfrm>
          <a:custGeom>
            <a:avLst/>
            <a:gdLst/>
            <a:ahLst/>
            <a:cxnLst/>
            <a:rect l="l" t="t" r="r" b="b"/>
            <a:pathLst>
              <a:path w="8007" h="13177" extrusionOk="0">
                <a:moveTo>
                  <a:pt x="7973" y="0"/>
                </a:moveTo>
                <a:cubicBezTo>
                  <a:pt x="6906" y="367"/>
                  <a:pt x="5872" y="868"/>
                  <a:pt x="4904" y="1501"/>
                </a:cubicBezTo>
                <a:cubicBezTo>
                  <a:pt x="3370" y="2502"/>
                  <a:pt x="701" y="5671"/>
                  <a:pt x="1" y="8273"/>
                </a:cubicBezTo>
                <a:cubicBezTo>
                  <a:pt x="316" y="8005"/>
                  <a:pt x="592" y="7877"/>
                  <a:pt x="830" y="7877"/>
                </a:cubicBezTo>
                <a:cubicBezTo>
                  <a:pt x="1776" y="7877"/>
                  <a:pt x="2122" y="9898"/>
                  <a:pt x="1936" y="13176"/>
                </a:cubicBezTo>
                <a:cubicBezTo>
                  <a:pt x="2336" y="9874"/>
                  <a:pt x="4204" y="3970"/>
                  <a:pt x="7806" y="2769"/>
                </a:cubicBezTo>
                <a:cubicBezTo>
                  <a:pt x="7940" y="2435"/>
                  <a:pt x="8007" y="2068"/>
                  <a:pt x="8007" y="1701"/>
                </a:cubicBezTo>
                <a:lnTo>
                  <a:pt x="7973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41">
            <a:extLst>
              <a:ext uri="{FF2B5EF4-FFF2-40B4-BE49-F238E27FC236}">
                <a16:creationId xmlns:a16="http://schemas.microsoft.com/office/drawing/2014/main" id="{CA59EFB8-1F6D-19E6-510D-FF52B7A97BF3}"/>
              </a:ext>
            </a:extLst>
          </p:cNvPr>
          <p:cNvSpPr/>
          <p:nvPr/>
        </p:nvSpPr>
        <p:spPr>
          <a:xfrm>
            <a:off x="3123532" y="2812952"/>
            <a:ext cx="361910" cy="381184"/>
          </a:xfrm>
          <a:custGeom>
            <a:avLst/>
            <a:gdLst/>
            <a:ahLst/>
            <a:cxnLst/>
            <a:rect l="l" t="t" r="r" b="b"/>
            <a:pathLst>
              <a:path w="23452" h="24701" extrusionOk="0">
                <a:moveTo>
                  <a:pt x="9098" y="0"/>
                </a:moveTo>
                <a:cubicBezTo>
                  <a:pt x="8794" y="0"/>
                  <a:pt x="8474" y="32"/>
                  <a:pt x="8140" y="83"/>
                </a:cubicBezTo>
                <a:cubicBezTo>
                  <a:pt x="7039" y="250"/>
                  <a:pt x="6205" y="1217"/>
                  <a:pt x="6272" y="2351"/>
                </a:cubicBezTo>
                <a:cubicBezTo>
                  <a:pt x="5790" y="2020"/>
                  <a:pt x="5304" y="1885"/>
                  <a:pt x="4854" y="1885"/>
                </a:cubicBezTo>
                <a:cubicBezTo>
                  <a:pt x="3810" y="1885"/>
                  <a:pt x="2956" y="2610"/>
                  <a:pt x="2770" y="3285"/>
                </a:cubicBezTo>
                <a:cubicBezTo>
                  <a:pt x="2603" y="3986"/>
                  <a:pt x="2703" y="4620"/>
                  <a:pt x="2136" y="5253"/>
                </a:cubicBezTo>
                <a:cubicBezTo>
                  <a:pt x="1855" y="5566"/>
                  <a:pt x="1486" y="5710"/>
                  <a:pt x="1146" y="5710"/>
                </a:cubicBezTo>
                <a:cubicBezTo>
                  <a:pt x="759" y="5710"/>
                  <a:pt x="410" y="5524"/>
                  <a:pt x="268" y="5187"/>
                </a:cubicBezTo>
                <a:lnTo>
                  <a:pt x="268" y="5187"/>
                </a:lnTo>
                <a:cubicBezTo>
                  <a:pt x="1" y="6221"/>
                  <a:pt x="335" y="7055"/>
                  <a:pt x="1469" y="7088"/>
                </a:cubicBezTo>
                <a:cubicBezTo>
                  <a:pt x="1002" y="7622"/>
                  <a:pt x="835" y="8356"/>
                  <a:pt x="968" y="9056"/>
                </a:cubicBezTo>
                <a:cubicBezTo>
                  <a:pt x="1168" y="9923"/>
                  <a:pt x="1902" y="10591"/>
                  <a:pt x="2770" y="10724"/>
                </a:cubicBezTo>
                <a:cubicBezTo>
                  <a:pt x="2770" y="11258"/>
                  <a:pt x="2903" y="11825"/>
                  <a:pt x="3137" y="12325"/>
                </a:cubicBezTo>
                <a:cubicBezTo>
                  <a:pt x="3437" y="12859"/>
                  <a:pt x="3837" y="13326"/>
                  <a:pt x="4337" y="13659"/>
                </a:cubicBezTo>
                <a:cubicBezTo>
                  <a:pt x="5972" y="14627"/>
                  <a:pt x="7840" y="15061"/>
                  <a:pt x="9641" y="15628"/>
                </a:cubicBezTo>
                <a:lnTo>
                  <a:pt x="11776" y="16295"/>
                </a:lnTo>
                <a:cubicBezTo>
                  <a:pt x="11876" y="16328"/>
                  <a:pt x="12543" y="16428"/>
                  <a:pt x="12610" y="16528"/>
                </a:cubicBezTo>
                <a:lnTo>
                  <a:pt x="17113" y="24701"/>
                </a:lnTo>
                <a:cubicBezTo>
                  <a:pt x="17714" y="22432"/>
                  <a:pt x="20215" y="20264"/>
                  <a:pt x="21450" y="18330"/>
                </a:cubicBezTo>
                <a:cubicBezTo>
                  <a:pt x="22650" y="16495"/>
                  <a:pt x="23384" y="15061"/>
                  <a:pt x="23418" y="13226"/>
                </a:cubicBezTo>
                <a:cubicBezTo>
                  <a:pt x="23451" y="12125"/>
                  <a:pt x="22917" y="10591"/>
                  <a:pt x="22150" y="10224"/>
                </a:cubicBezTo>
                <a:cubicBezTo>
                  <a:pt x="23451" y="6288"/>
                  <a:pt x="20616" y="4153"/>
                  <a:pt x="19048" y="3619"/>
                </a:cubicBezTo>
                <a:cubicBezTo>
                  <a:pt x="18314" y="3385"/>
                  <a:pt x="17614" y="3119"/>
                  <a:pt x="16913" y="2785"/>
                </a:cubicBezTo>
                <a:cubicBezTo>
                  <a:pt x="16079" y="2351"/>
                  <a:pt x="15946" y="1618"/>
                  <a:pt x="15279" y="950"/>
                </a:cubicBezTo>
                <a:cubicBezTo>
                  <a:pt x="14721" y="376"/>
                  <a:pt x="13924" y="41"/>
                  <a:pt x="13156" y="41"/>
                </a:cubicBezTo>
                <a:cubicBezTo>
                  <a:pt x="12408" y="41"/>
                  <a:pt x="11687" y="359"/>
                  <a:pt x="11242" y="1084"/>
                </a:cubicBezTo>
                <a:cubicBezTo>
                  <a:pt x="10722" y="265"/>
                  <a:pt x="9980" y="0"/>
                  <a:pt x="909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41">
            <a:extLst>
              <a:ext uri="{FF2B5EF4-FFF2-40B4-BE49-F238E27FC236}">
                <a16:creationId xmlns:a16="http://schemas.microsoft.com/office/drawing/2014/main" id="{E249035E-ED62-64E3-D213-7EAAF807096C}"/>
              </a:ext>
            </a:extLst>
          </p:cNvPr>
          <p:cNvSpPr/>
          <p:nvPr/>
        </p:nvSpPr>
        <p:spPr>
          <a:xfrm>
            <a:off x="3140013" y="2920605"/>
            <a:ext cx="338731" cy="428684"/>
          </a:xfrm>
          <a:custGeom>
            <a:avLst/>
            <a:gdLst/>
            <a:ahLst/>
            <a:cxnLst/>
            <a:rect l="l" t="t" r="r" b="b"/>
            <a:pathLst>
              <a:path w="21950" h="27779" extrusionOk="0">
                <a:moveTo>
                  <a:pt x="5857" y="1"/>
                </a:moveTo>
                <a:cubicBezTo>
                  <a:pt x="4296" y="1"/>
                  <a:pt x="2949" y="354"/>
                  <a:pt x="2069" y="946"/>
                </a:cubicBezTo>
                <a:cubicBezTo>
                  <a:pt x="1501" y="2314"/>
                  <a:pt x="1135" y="3248"/>
                  <a:pt x="1135" y="4949"/>
                </a:cubicBezTo>
                <a:cubicBezTo>
                  <a:pt x="1135" y="5583"/>
                  <a:pt x="1034" y="6250"/>
                  <a:pt x="868" y="6850"/>
                </a:cubicBezTo>
                <a:cubicBezTo>
                  <a:pt x="201" y="9419"/>
                  <a:pt x="0" y="12087"/>
                  <a:pt x="367" y="14723"/>
                </a:cubicBezTo>
                <a:cubicBezTo>
                  <a:pt x="601" y="16624"/>
                  <a:pt x="2002" y="18225"/>
                  <a:pt x="3870" y="18725"/>
                </a:cubicBezTo>
                <a:cubicBezTo>
                  <a:pt x="4770" y="18892"/>
                  <a:pt x="5671" y="19026"/>
                  <a:pt x="6605" y="19092"/>
                </a:cubicBezTo>
                <a:lnTo>
                  <a:pt x="6438" y="22695"/>
                </a:lnTo>
                <a:cubicBezTo>
                  <a:pt x="5438" y="23896"/>
                  <a:pt x="4971" y="26364"/>
                  <a:pt x="5304" y="27765"/>
                </a:cubicBezTo>
                <a:cubicBezTo>
                  <a:pt x="5489" y="27774"/>
                  <a:pt x="5673" y="27779"/>
                  <a:pt x="5856" y="27779"/>
                </a:cubicBezTo>
                <a:cubicBezTo>
                  <a:pt x="11811" y="27779"/>
                  <a:pt x="16145" y="23162"/>
                  <a:pt x="16145" y="23162"/>
                </a:cubicBezTo>
                <a:lnTo>
                  <a:pt x="16145" y="19359"/>
                </a:lnTo>
                <a:lnTo>
                  <a:pt x="16412" y="14689"/>
                </a:lnTo>
                <a:cubicBezTo>
                  <a:pt x="16412" y="14689"/>
                  <a:pt x="16937" y="15323"/>
                  <a:pt x="17908" y="15323"/>
                </a:cubicBezTo>
                <a:cubicBezTo>
                  <a:pt x="18254" y="15323"/>
                  <a:pt x="18658" y="15242"/>
                  <a:pt x="19114" y="15023"/>
                </a:cubicBezTo>
                <a:cubicBezTo>
                  <a:pt x="20982" y="14156"/>
                  <a:pt x="21949" y="11454"/>
                  <a:pt x="21082" y="9519"/>
                </a:cubicBezTo>
                <a:cubicBezTo>
                  <a:pt x="20750" y="8727"/>
                  <a:pt x="19991" y="8392"/>
                  <a:pt x="19221" y="8392"/>
                </a:cubicBezTo>
                <a:cubicBezTo>
                  <a:pt x="18596" y="8392"/>
                  <a:pt x="17964" y="8612"/>
                  <a:pt x="17546" y="8985"/>
                </a:cubicBezTo>
                <a:cubicBezTo>
                  <a:pt x="16674" y="9793"/>
                  <a:pt x="16490" y="10756"/>
                  <a:pt x="15723" y="10756"/>
                </a:cubicBezTo>
                <a:cubicBezTo>
                  <a:pt x="15697" y="10756"/>
                  <a:pt x="15671" y="10755"/>
                  <a:pt x="15645" y="10753"/>
                </a:cubicBezTo>
                <a:cubicBezTo>
                  <a:pt x="14511" y="10686"/>
                  <a:pt x="14778" y="8952"/>
                  <a:pt x="14911" y="8251"/>
                </a:cubicBezTo>
                <a:cubicBezTo>
                  <a:pt x="13176" y="7117"/>
                  <a:pt x="12376" y="4982"/>
                  <a:pt x="13110" y="2480"/>
                </a:cubicBezTo>
                <a:cubicBezTo>
                  <a:pt x="10739" y="717"/>
                  <a:pt x="8080" y="1"/>
                  <a:pt x="5857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41">
            <a:extLst>
              <a:ext uri="{FF2B5EF4-FFF2-40B4-BE49-F238E27FC236}">
                <a16:creationId xmlns:a16="http://schemas.microsoft.com/office/drawing/2014/main" id="{A622786B-06E6-9A29-EB52-883D4F896A52}"/>
              </a:ext>
            </a:extLst>
          </p:cNvPr>
          <p:cNvSpPr/>
          <p:nvPr/>
        </p:nvSpPr>
        <p:spPr>
          <a:xfrm>
            <a:off x="3240907" y="3132871"/>
            <a:ext cx="136943" cy="97314"/>
          </a:xfrm>
          <a:custGeom>
            <a:avLst/>
            <a:gdLst/>
            <a:ahLst/>
            <a:cxnLst/>
            <a:rect l="l" t="t" r="r" b="b"/>
            <a:pathLst>
              <a:path w="8874" h="6306" extrusionOk="0">
                <a:moveTo>
                  <a:pt x="8873" y="0"/>
                </a:moveTo>
                <a:cubicBezTo>
                  <a:pt x="8306" y="1134"/>
                  <a:pt x="7639" y="2235"/>
                  <a:pt x="6839" y="3236"/>
                </a:cubicBezTo>
                <a:cubicBezTo>
                  <a:pt x="5137" y="5171"/>
                  <a:pt x="2936" y="5271"/>
                  <a:pt x="34" y="5337"/>
                </a:cubicBezTo>
                <a:lnTo>
                  <a:pt x="0" y="6305"/>
                </a:lnTo>
                <a:cubicBezTo>
                  <a:pt x="79" y="6305"/>
                  <a:pt x="157" y="6306"/>
                  <a:pt x="234" y="6306"/>
                </a:cubicBezTo>
                <a:cubicBezTo>
                  <a:pt x="4601" y="6306"/>
                  <a:pt x="6419" y="5382"/>
                  <a:pt x="7239" y="4137"/>
                </a:cubicBezTo>
                <a:cubicBezTo>
                  <a:pt x="8340" y="2502"/>
                  <a:pt x="8873" y="1"/>
                  <a:pt x="887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41">
            <a:extLst>
              <a:ext uri="{FF2B5EF4-FFF2-40B4-BE49-F238E27FC236}">
                <a16:creationId xmlns:a16="http://schemas.microsoft.com/office/drawing/2014/main" id="{471CB1A1-B361-EF93-B7B4-A27F1F0179F8}"/>
              </a:ext>
            </a:extLst>
          </p:cNvPr>
          <p:cNvSpPr/>
          <p:nvPr/>
        </p:nvSpPr>
        <p:spPr>
          <a:xfrm>
            <a:off x="3270012" y="3030295"/>
            <a:ext cx="29598" cy="24953"/>
          </a:xfrm>
          <a:custGeom>
            <a:avLst/>
            <a:gdLst/>
            <a:ahLst/>
            <a:cxnLst/>
            <a:rect l="l" t="t" r="r" b="b"/>
            <a:pathLst>
              <a:path w="1918" h="1617" extrusionOk="0">
                <a:moveTo>
                  <a:pt x="839" y="1"/>
                </a:moveTo>
                <a:cubicBezTo>
                  <a:pt x="450" y="1"/>
                  <a:pt x="110" y="316"/>
                  <a:pt x="49" y="743"/>
                </a:cubicBezTo>
                <a:cubicBezTo>
                  <a:pt x="1" y="1250"/>
                  <a:pt x="424" y="1617"/>
                  <a:pt x="877" y="1617"/>
                </a:cubicBezTo>
                <a:cubicBezTo>
                  <a:pt x="1049" y="1617"/>
                  <a:pt x="1227" y="1563"/>
                  <a:pt x="1383" y="1444"/>
                </a:cubicBezTo>
                <a:cubicBezTo>
                  <a:pt x="1917" y="977"/>
                  <a:pt x="1684" y="76"/>
                  <a:pt x="950" y="9"/>
                </a:cubicBezTo>
                <a:cubicBezTo>
                  <a:pt x="913" y="3"/>
                  <a:pt x="876" y="1"/>
                  <a:pt x="83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1">
            <a:extLst>
              <a:ext uri="{FF2B5EF4-FFF2-40B4-BE49-F238E27FC236}">
                <a16:creationId xmlns:a16="http://schemas.microsoft.com/office/drawing/2014/main" id="{5BE49F6B-D140-0AF8-2EC1-C64193F1AA50}"/>
              </a:ext>
            </a:extLst>
          </p:cNvPr>
          <p:cNvSpPr/>
          <p:nvPr/>
        </p:nvSpPr>
        <p:spPr>
          <a:xfrm>
            <a:off x="3284657" y="2997873"/>
            <a:ext cx="28842" cy="25370"/>
          </a:xfrm>
          <a:custGeom>
            <a:avLst/>
            <a:gdLst/>
            <a:ahLst/>
            <a:cxnLst/>
            <a:rect l="l" t="t" r="r" b="b"/>
            <a:pathLst>
              <a:path w="1869" h="1644" extrusionOk="0">
                <a:moveTo>
                  <a:pt x="785" y="0"/>
                </a:moveTo>
                <a:cubicBezTo>
                  <a:pt x="492" y="0"/>
                  <a:pt x="195" y="137"/>
                  <a:pt x="1" y="409"/>
                </a:cubicBezTo>
                <a:lnTo>
                  <a:pt x="1535" y="1643"/>
                </a:lnTo>
                <a:cubicBezTo>
                  <a:pt x="1869" y="1209"/>
                  <a:pt x="1802" y="576"/>
                  <a:pt x="1368" y="209"/>
                </a:cubicBezTo>
                <a:cubicBezTo>
                  <a:pt x="1202" y="70"/>
                  <a:pt x="994" y="0"/>
                  <a:pt x="78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41">
            <a:extLst>
              <a:ext uri="{FF2B5EF4-FFF2-40B4-BE49-F238E27FC236}">
                <a16:creationId xmlns:a16="http://schemas.microsoft.com/office/drawing/2014/main" id="{B4778154-277D-570F-9094-2A364FE97504}"/>
              </a:ext>
            </a:extLst>
          </p:cNvPr>
          <p:cNvSpPr/>
          <p:nvPr/>
        </p:nvSpPr>
        <p:spPr>
          <a:xfrm>
            <a:off x="3168331" y="2978197"/>
            <a:ext cx="30895" cy="17237"/>
          </a:xfrm>
          <a:custGeom>
            <a:avLst/>
            <a:gdLst/>
            <a:ahLst/>
            <a:cxnLst/>
            <a:rect l="l" t="t" r="r" b="b"/>
            <a:pathLst>
              <a:path w="2002" h="1117" extrusionOk="0">
                <a:moveTo>
                  <a:pt x="1098" y="1"/>
                </a:moveTo>
                <a:cubicBezTo>
                  <a:pt x="1044" y="1"/>
                  <a:pt x="989" y="6"/>
                  <a:pt x="934" y="16"/>
                </a:cubicBezTo>
                <a:cubicBezTo>
                  <a:pt x="367" y="83"/>
                  <a:pt x="0" y="583"/>
                  <a:pt x="33" y="1117"/>
                </a:cubicBezTo>
                <a:lnTo>
                  <a:pt x="2001" y="883"/>
                </a:lnTo>
                <a:cubicBezTo>
                  <a:pt x="1972" y="375"/>
                  <a:pt x="1566" y="1"/>
                  <a:pt x="109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1">
            <a:extLst>
              <a:ext uri="{FF2B5EF4-FFF2-40B4-BE49-F238E27FC236}">
                <a16:creationId xmlns:a16="http://schemas.microsoft.com/office/drawing/2014/main" id="{792AA91D-7221-D70B-10B3-C85500E438D2}"/>
              </a:ext>
            </a:extLst>
          </p:cNvPr>
          <p:cNvSpPr/>
          <p:nvPr/>
        </p:nvSpPr>
        <p:spPr>
          <a:xfrm>
            <a:off x="3168609" y="3014431"/>
            <a:ext cx="29583" cy="25092"/>
          </a:xfrm>
          <a:custGeom>
            <a:avLst/>
            <a:gdLst/>
            <a:ahLst/>
            <a:cxnLst/>
            <a:rect l="l" t="t" r="r" b="b"/>
            <a:pathLst>
              <a:path w="1917" h="1626" extrusionOk="0">
                <a:moveTo>
                  <a:pt x="879" y="1"/>
                </a:moveTo>
                <a:cubicBezTo>
                  <a:pt x="443" y="1"/>
                  <a:pt x="80" y="294"/>
                  <a:pt x="49" y="737"/>
                </a:cubicBezTo>
                <a:cubicBezTo>
                  <a:pt x="1" y="1242"/>
                  <a:pt x="420" y="1625"/>
                  <a:pt x="859" y="1625"/>
                </a:cubicBezTo>
                <a:cubicBezTo>
                  <a:pt x="1028" y="1625"/>
                  <a:pt x="1201" y="1568"/>
                  <a:pt x="1350" y="1437"/>
                </a:cubicBezTo>
                <a:cubicBezTo>
                  <a:pt x="1917" y="1004"/>
                  <a:pt x="1650" y="103"/>
                  <a:pt x="949" y="3"/>
                </a:cubicBezTo>
                <a:cubicBezTo>
                  <a:pt x="926" y="1"/>
                  <a:pt x="902" y="1"/>
                  <a:pt x="87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1">
            <a:extLst>
              <a:ext uri="{FF2B5EF4-FFF2-40B4-BE49-F238E27FC236}">
                <a16:creationId xmlns:a16="http://schemas.microsoft.com/office/drawing/2014/main" id="{6738EC33-93B6-93FF-ED1C-E2904210054C}"/>
              </a:ext>
            </a:extLst>
          </p:cNvPr>
          <p:cNvSpPr/>
          <p:nvPr/>
        </p:nvSpPr>
        <p:spPr>
          <a:xfrm>
            <a:off x="3180167" y="3016360"/>
            <a:ext cx="65894" cy="83579"/>
          </a:xfrm>
          <a:custGeom>
            <a:avLst/>
            <a:gdLst/>
            <a:ahLst/>
            <a:cxnLst/>
            <a:rect l="l" t="t" r="r" b="b"/>
            <a:pathLst>
              <a:path w="4270" h="5416" extrusionOk="0">
                <a:moveTo>
                  <a:pt x="3954" y="1"/>
                </a:moveTo>
                <a:cubicBezTo>
                  <a:pt x="2935" y="1"/>
                  <a:pt x="1413" y="2067"/>
                  <a:pt x="0" y="3781"/>
                </a:cubicBezTo>
                <a:lnTo>
                  <a:pt x="2635" y="5415"/>
                </a:lnTo>
                <a:lnTo>
                  <a:pt x="4270" y="78"/>
                </a:lnTo>
                <a:cubicBezTo>
                  <a:pt x="4171" y="26"/>
                  <a:pt x="4066" y="1"/>
                  <a:pt x="3954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1">
            <a:extLst>
              <a:ext uri="{FF2B5EF4-FFF2-40B4-BE49-F238E27FC236}">
                <a16:creationId xmlns:a16="http://schemas.microsoft.com/office/drawing/2014/main" id="{A5C579D6-DAC3-265C-3638-C4749CF1876F}"/>
              </a:ext>
            </a:extLst>
          </p:cNvPr>
          <p:cNvSpPr/>
          <p:nvPr/>
        </p:nvSpPr>
        <p:spPr>
          <a:xfrm>
            <a:off x="3215676" y="3127208"/>
            <a:ext cx="54073" cy="29413"/>
          </a:xfrm>
          <a:custGeom>
            <a:avLst/>
            <a:gdLst/>
            <a:ahLst/>
            <a:cxnLst/>
            <a:rect l="l" t="t" r="r" b="b"/>
            <a:pathLst>
              <a:path w="3504" h="1906" extrusionOk="0">
                <a:moveTo>
                  <a:pt x="3470" y="0"/>
                </a:moveTo>
                <a:lnTo>
                  <a:pt x="1" y="234"/>
                </a:lnTo>
                <a:cubicBezTo>
                  <a:pt x="1" y="1162"/>
                  <a:pt x="768" y="1906"/>
                  <a:pt x="1685" y="1906"/>
                </a:cubicBezTo>
                <a:cubicBezTo>
                  <a:pt x="1724" y="1906"/>
                  <a:pt x="1763" y="1904"/>
                  <a:pt x="1802" y="1902"/>
                </a:cubicBezTo>
                <a:cubicBezTo>
                  <a:pt x="2770" y="1802"/>
                  <a:pt x="3503" y="968"/>
                  <a:pt x="3470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41">
            <a:extLst>
              <a:ext uri="{FF2B5EF4-FFF2-40B4-BE49-F238E27FC236}">
                <a16:creationId xmlns:a16="http://schemas.microsoft.com/office/drawing/2014/main" id="{D87B62A0-39B8-0FE0-84E4-607323E9E454}"/>
              </a:ext>
            </a:extLst>
          </p:cNvPr>
          <p:cNvSpPr/>
          <p:nvPr/>
        </p:nvSpPr>
        <p:spPr>
          <a:xfrm>
            <a:off x="3235244" y="3134337"/>
            <a:ext cx="32963" cy="22222"/>
          </a:xfrm>
          <a:custGeom>
            <a:avLst/>
            <a:gdLst/>
            <a:ahLst/>
            <a:cxnLst/>
            <a:rect l="l" t="t" r="r" b="b"/>
            <a:pathLst>
              <a:path w="2136" h="1440" extrusionOk="0">
                <a:moveTo>
                  <a:pt x="1575" y="0"/>
                </a:moveTo>
                <a:cubicBezTo>
                  <a:pt x="791" y="0"/>
                  <a:pt x="95" y="581"/>
                  <a:pt x="0" y="1373"/>
                </a:cubicBezTo>
                <a:cubicBezTo>
                  <a:pt x="167" y="1406"/>
                  <a:pt x="334" y="1440"/>
                  <a:pt x="534" y="1440"/>
                </a:cubicBezTo>
                <a:cubicBezTo>
                  <a:pt x="1301" y="1373"/>
                  <a:pt x="1935" y="839"/>
                  <a:pt x="2135" y="72"/>
                </a:cubicBezTo>
                <a:cubicBezTo>
                  <a:pt x="1969" y="39"/>
                  <a:pt x="1835" y="39"/>
                  <a:pt x="1702" y="5"/>
                </a:cubicBezTo>
                <a:cubicBezTo>
                  <a:pt x="1659" y="2"/>
                  <a:pt x="1617" y="0"/>
                  <a:pt x="1575" y="0"/>
                </a:cubicBez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38F79E13-A985-EC0C-15A4-E0356745AA63}"/>
              </a:ext>
            </a:extLst>
          </p:cNvPr>
          <p:cNvSpPr/>
          <p:nvPr/>
        </p:nvSpPr>
        <p:spPr>
          <a:xfrm>
            <a:off x="3318113" y="3219136"/>
            <a:ext cx="102468" cy="238053"/>
          </a:xfrm>
          <a:custGeom>
            <a:avLst/>
            <a:gdLst/>
            <a:ahLst/>
            <a:cxnLst/>
            <a:rect l="l" t="t" r="r" b="b"/>
            <a:pathLst>
              <a:path w="6640" h="15426" extrusionOk="0">
                <a:moveTo>
                  <a:pt x="4694" y="1"/>
                </a:moveTo>
                <a:cubicBezTo>
                  <a:pt x="4638" y="1"/>
                  <a:pt x="4604" y="14"/>
                  <a:pt x="4604" y="14"/>
                </a:cubicBezTo>
                <a:lnTo>
                  <a:pt x="4604" y="1682"/>
                </a:lnTo>
                <a:cubicBezTo>
                  <a:pt x="4604" y="1682"/>
                  <a:pt x="4237" y="3550"/>
                  <a:pt x="2303" y="5952"/>
                </a:cubicBezTo>
                <a:cubicBezTo>
                  <a:pt x="835" y="7686"/>
                  <a:pt x="335" y="9921"/>
                  <a:pt x="1" y="15425"/>
                </a:cubicBezTo>
                <a:cubicBezTo>
                  <a:pt x="526" y="11157"/>
                  <a:pt x="1870" y="9546"/>
                  <a:pt x="2921" y="9546"/>
                </a:cubicBezTo>
                <a:cubicBezTo>
                  <a:pt x="3471" y="9546"/>
                  <a:pt x="3941" y="9988"/>
                  <a:pt x="4171" y="10722"/>
                </a:cubicBezTo>
                <a:cubicBezTo>
                  <a:pt x="6506" y="7186"/>
                  <a:pt x="6639" y="4151"/>
                  <a:pt x="6572" y="2916"/>
                </a:cubicBezTo>
                <a:cubicBezTo>
                  <a:pt x="5939" y="1816"/>
                  <a:pt x="5438" y="882"/>
                  <a:pt x="5205" y="448"/>
                </a:cubicBezTo>
                <a:cubicBezTo>
                  <a:pt x="5023" y="62"/>
                  <a:pt x="4811" y="1"/>
                  <a:pt x="469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1">
            <a:extLst>
              <a:ext uri="{FF2B5EF4-FFF2-40B4-BE49-F238E27FC236}">
                <a16:creationId xmlns:a16="http://schemas.microsoft.com/office/drawing/2014/main" id="{6EAA9753-A50F-3190-4DD5-717D252DEFBB}"/>
              </a:ext>
            </a:extLst>
          </p:cNvPr>
          <p:cNvSpPr/>
          <p:nvPr/>
        </p:nvSpPr>
        <p:spPr>
          <a:xfrm>
            <a:off x="3318113" y="3219136"/>
            <a:ext cx="102468" cy="238053"/>
          </a:xfrm>
          <a:custGeom>
            <a:avLst/>
            <a:gdLst/>
            <a:ahLst/>
            <a:cxnLst/>
            <a:rect l="l" t="t" r="r" b="b"/>
            <a:pathLst>
              <a:path w="6640" h="15426" extrusionOk="0">
                <a:moveTo>
                  <a:pt x="4694" y="1"/>
                </a:moveTo>
                <a:cubicBezTo>
                  <a:pt x="4638" y="1"/>
                  <a:pt x="4604" y="14"/>
                  <a:pt x="4604" y="14"/>
                </a:cubicBezTo>
                <a:lnTo>
                  <a:pt x="4604" y="1682"/>
                </a:lnTo>
                <a:cubicBezTo>
                  <a:pt x="4604" y="1682"/>
                  <a:pt x="4237" y="3550"/>
                  <a:pt x="2303" y="5952"/>
                </a:cubicBezTo>
                <a:cubicBezTo>
                  <a:pt x="835" y="7686"/>
                  <a:pt x="335" y="9921"/>
                  <a:pt x="1" y="15425"/>
                </a:cubicBezTo>
                <a:cubicBezTo>
                  <a:pt x="526" y="11157"/>
                  <a:pt x="1870" y="9546"/>
                  <a:pt x="2921" y="9546"/>
                </a:cubicBezTo>
                <a:cubicBezTo>
                  <a:pt x="3471" y="9546"/>
                  <a:pt x="3941" y="9988"/>
                  <a:pt x="4171" y="10722"/>
                </a:cubicBezTo>
                <a:cubicBezTo>
                  <a:pt x="6506" y="7186"/>
                  <a:pt x="6639" y="4151"/>
                  <a:pt x="6572" y="2916"/>
                </a:cubicBezTo>
                <a:cubicBezTo>
                  <a:pt x="5939" y="1816"/>
                  <a:pt x="5438" y="882"/>
                  <a:pt x="5205" y="448"/>
                </a:cubicBezTo>
                <a:cubicBezTo>
                  <a:pt x="5023" y="62"/>
                  <a:pt x="4811" y="1"/>
                  <a:pt x="4694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9FC08262-A616-F967-057E-773F4043C507}"/>
              </a:ext>
            </a:extLst>
          </p:cNvPr>
          <p:cNvSpPr/>
          <p:nvPr/>
        </p:nvSpPr>
        <p:spPr>
          <a:xfrm>
            <a:off x="2813644" y="3473145"/>
            <a:ext cx="266154" cy="306632"/>
          </a:xfrm>
          <a:custGeom>
            <a:avLst/>
            <a:gdLst/>
            <a:ahLst/>
            <a:cxnLst/>
            <a:rect l="l" t="t" r="r" b="b"/>
            <a:pathLst>
              <a:path w="17247" h="19870" extrusionOk="0">
                <a:moveTo>
                  <a:pt x="1373" y="0"/>
                </a:moveTo>
                <a:cubicBezTo>
                  <a:pt x="1206" y="0"/>
                  <a:pt x="1038" y="52"/>
                  <a:pt x="902" y="166"/>
                </a:cubicBezTo>
                <a:lnTo>
                  <a:pt x="268" y="767"/>
                </a:lnTo>
                <a:cubicBezTo>
                  <a:pt x="34" y="967"/>
                  <a:pt x="1" y="1300"/>
                  <a:pt x="134" y="1567"/>
                </a:cubicBezTo>
                <a:lnTo>
                  <a:pt x="5972" y="16511"/>
                </a:lnTo>
                <a:cubicBezTo>
                  <a:pt x="6305" y="17212"/>
                  <a:pt x="6939" y="17745"/>
                  <a:pt x="7673" y="17979"/>
                </a:cubicBezTo>
                <a:lnTo>
                  <a:pt x="15679" y="19814"/>
                </a:lnTo>
                <a:cubicBezTo>
                  <a:pt x="15766" y="19851"/>
                  <a:pt x="15859" y="19870"/>
                  <a:pt x="15950" y="19870"/>
                </a:cubicBezTo>
                <a:cubicBezTo>
                  <a:pt x="16103" y="19870"/>
                  <a:pt x="16254" y="19818"/>
                  <a:pt x="16379" y="19713"/>
                </a:cubicBezTo>
                <a:lnTo>
                  <a:pt x="17046" y="19080"/>
                </a:lnTo>
                <a:cubicBezTo>
                  <a:pt x="17213" y="18880"/>
                  <a:pt x="17247" y="18546"/>
                  <a:pt x="17113" y="18312"/>
                </a:cubicBezTo>
                <a:lnTo>
                  <a:pt x="11276" y="3368"/>
                </a:lnTo>
                <a:cubicBezTo>
                  <a:pt x="10942" y="2668"/>
                  <a:pt x="10342" y="2134"/>
                  <a:pt x="9574" y="1901"/>
                </a:cubicBezTo>
                <a:lnTo>
                  <a:pt x="1602" y="33"/>
                </a:lnTo>
                <a:cubicBezTo>
                  <a:pt x="1528" y="12"/>
                  <a:pt x="1451" y="0"/>
                  <a:pt x="1373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1">
            <a:extLst>
              <a:ext uri="{FF2B5EF4-FFF2-40B4-BE49-F238E27FC236}">
                <a16:creationId xmlns:a16="http://schemas.microsoft.com/office/drawing/2014/main" id="{61296105-0562-A710-8154-0D307B88A3FD}"/>
              </a:ext>
            </a:extLst>
          </p:cNvPr>
          <p:cNvSpPr/>
          <p:nvPr/>
        </p:nvSpPr>
        <p:spPr>
          <a:xfrm>
            <a:off x="2963966" y="3509672"/>
            <a:ext cx="116341" cy="267698"/>
          </a:xfrm>
          <a:custGeom>
            <a:avLst/>
            <a:gdLst/>
            <a:ahLst/>
            <a:cxnLst/>
            <a:rect l="l" t="t" r="r" b="b"/>
            <a:pathLst>
              <a:path w="7539" h="17347" extrusionOk="0">
                <a:moveTo>
                  <a:pt x="701" y="1"/>
                </a:moveTo>
                <a:lnTo>
                  <a:pt x="0" y="568"/>
                </a:lnTo>
                <a:cubicBezTo>
                  <a:pt x="401" y="835"/>
                  <a:pt x="701" y="1202"/>
                  <a:pt x="901" y="1635"/>
                </a:cubicBezTo>
                <a:lnTo>
                  <a:pt x="6738" y="16579"/>
                </a:lnTo>
                <a:cubicBezTo>
                  <a:pt x="6872" y="16813"/>
                  <a:pt x="6838" y="17113"/>
                  <a:pt x="6672" y="17346"/>
                </a:cubicBezTo>
                <a:lnTo>
                  <a:pt x="7305" y="16746"/>
                </a:lnTo>
                <a:cubicBezTo>
                  <a:pt x="7506" y="16546"/>
                  <a:pt x="7539" y="16212"/>
                  <a:pt x="7372" y="15979"/>
                </a:cubicBezTo>
                <a:lnTo>
                  <a:pt x="1535" y="1035"/>
                </a:lnTo>
                <a:cubicBezTo>
                  <a:pt x="1368" y="634"/>
                  <a:pt x="1068" y="268"/>
                  <a:pt x="701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1">
            <a:extLst>
              <a:ext uri="{FF2B5EF4-FFF2-40B4-BE49-F238E27FC236}">
                <a16:creationId xmlns:a16="http://schemas.microsoft.com/office/drawing/2014/main" id="{9EF66D25-4692-6E0F-F753-0B60331E3E8F}"/>
              </a:ext>
            </a:extLst>
          </p:cNvPr>
          <p:cNvSpPr/>
          <p:nvPr/>
        </p:nvSpPr>
        <p:spPr>
          <a:xfrm>
            <a:off x="2813258" y="3482836"/>
            <a:ext cx="258192" cy="296663"/>
          </a:xfrm>
          <a:custGeom>
            <a:avLst/>
            <a:gdLst/>
            <a:ahLst/>
            <a:cxnLst/>
            <a:rect l="l" t="t" r="r" b="b"/>
            <a:pathLst>
              <a:path w="16731" h="19224" extrusionOk="0">
                <a:moveTo>
                  <a:pt x="698" y="1"/>
                </a:moveTo>
                <a:cubicBezTo>
                  <a:pt x="205" y="1"/>
                  <a:pt x="0" y="374"/>
                  <a:pt x="226" y="939"/>
                </a:cubicBezTo>
                <a:lnTo>
                  <a:pt x="6064" y="15883"/>
                </a:lnTo>
                <a:cubicBezTo>
                  <a:pt x="6364" y="16584"/>
                  <a:pt x="6998" y="17117"/>
                  <a:pt x="7731" y="17351"/>
                </a:cubicBezTo>
                <a:lnTo>
                  <a:pt x="15737" y="19186"/>
                </a:lnTo>
                <a:cubicBezTo>
                  <a:pt x="15845" y="19211"/>
                  <a:pt x="15944" y="19223"/>
                  <a:pt x="16034" y="19223"/>
                </a:cubicBezTo>
                <a:cubicBezTo>
                  <a:pt x="16526" y="19223"/>
                  <a:pt x="16730" y="18854"/>
                  <a:pt x="16504" y="18318"/>
                </a:cubicBezTo>
                <a:lnTo>
                  <a:pt x="10667" y="3374"/>
                </a:lnTo>
                <a:cubicBezTo>
                  <a:pt x="10333" y="2640"/>
                  <a:pt x="9733" y="2107"/>
                  <a:pt x="8966" y="1906"/>
                </a:cubicBezTo>
                <a:lnTo>
                  <a:pt x="993" y="38"/>
                </a:lnTo>
                <a:cubicBezTo>
                  <a:pt x="886" y="13"/>
                  <a:pt x="787" y="1"/>
                  <a:pt x="69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1">
            <a:extLst>
              <a:ext uri="{FF2B5EF4-FFF2-40B4-BE49-F238E27FC236}">
                <a16:creationId xmlns:a16="http://schemas.microsoft.com/office/drawing/2014/main" id="{C3928FA5-11F4-18C9-2E39-792DEF66966D}"/>
              </a:ext>
            </a:extLst>
          </p:cNvPr>
          <p:cNvSpPr/>
          <p:nvPr/>
        </p:nvSpPr>
        <p:spPr>
          <a:xfrm>
            <a:off x="2933658" y="3531200"/>
            <a:ext cx="46620" cy="55323"/>
          </a:xfrm>
          <a:custGeom>
            <a:avLst/>
            <a:gdLst/>
            <a:ahLst/>
            <a:cxnLst/>
            <a:rect l="l" t="t" r="r" b="b"/>
            <a:pathLst>
              <a:path w="3021" h="3585" extrusionOk="0">
                <a:moveTo>
                  <a:pt x="146" y="0"/>
                </a:moveTo>
                <a:cubicBezTo>
                  <a:pt x="47" y="0"/>
                  <a:pt x="1" y="87"/>
                  <a:pt x="30" y="173"/>
                </a:cubicBezTo>
                <a:lnTo>
                  <a:pt x="1130" y="2976"/>
                </a:lnTo>
                <a:cubicBezTo>
                  <a:pt x="1197" y="3109"/>
                  <a:pt x="1297" y="3209"/>
                  <a:pt x="1464" y="3242"/>
                </a:cubicBezTo>
                <a:lnTo>
                  <a:pt x="2832" y="3576"/>
                </a:lnTo>
                <a:cubicBezTo>
                  <a:pt x="2854" y="3582"/>
                  <a:pt x="2875" y="3584"/>
                  <a:pt x="2894" y="3584"/>
                </a:cubicBezTo>
                <a:cubicBezTo>
                  <a:pt x="2984" y="3584"/>
                  <a:pt x="3020" y="3520"/>
                  <a:pt x="2965" y="3409"/>
                </a:cubicBezTo>
                <a:lnTo>
                  <a:pt x="1864" y="607"/>
                </a:lnTo>
                <a:cubicBezTo>
                  <a:pt x="1831" y="474"/>
                  <a:pt x="1697" y="374"/>
                  <a:pt x="1564" y="340"/>
                </a:cubicBezTo>
                <a:lnTo>
                  <a:pt x="196" y="7"/>
                </a:lnTo>
                <a:cubicBezTo>
                  <a:pt x="178" y="2"/>
                  <a:pt x="162" y="0"/>
                  <a:pt x="146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1">
            <a:extLst>
              <a:ext uri="{FF2B5EF4-FFF2-40B4-BE49-F238E27FC236}">
                <a16:creationId xmlns:a16="http://schemas.microsoft.com/office/drawing/2014/main" id="{176671EA-BF52-1C61-3E21-975B59AEB1B3}"/>
              </a:ext>
            </a:extLst>
          </p:cNvPr>
          <p:cNvSpPr/>
          <p:nvPr/>
        </p:nvSpPr>
        <p:spPr>
          <a:xfrm>
            <a:off x="2942053" y="3540336"/>
            <a:ext cx="21651" cy="17423"/>
          </a:xfrm>
          <a:custGeom>
            <a:avLst/>
            <a:gdLst/>
            <a:ahLst/>
            <a:cxnLst/>
            <a:rect l="l" t="t" r="r" b="b"/>
            <a:pathLst>
              <a:path w="1403" h="1129" extrusionOk="0">
                <a:moveTo>
                  <a:pt x="351" y="1"/>
                </a:moveTo>
                <a:cubicBezTo>
                  <a:pt x="110" y="1"/>
                  <a:pt x="1" y="164"/>
                  <a:pt x="86" y="449"/>
                </a:cubicBezTo>
                <a:cubicBezTo>
                  <a:pt x="253" y="782"/>
                  <a:pt x="553" y="1016"/>
                  <a:pt x="920" y="1116"/>
                </a:cubicBezTo>
                <a:cubicBezTo>
                  <a:pt x="964" y="1125"/>
                  <a:pt x="1005" y="1129"/>
                  <a:pt x="1043" y="1129"/>
                </a:cubicBezTo>
                <a:cubicBezTo>
                  <a:pt x="1292" y="1129"/>
                  <a:pt x="1403" y="947"/>
                  <a:pt x="1287" y="716"/>
                </a:cubicBezTo>
                <a:cubicBezTo>
                  <a:pt x="1120" y="382"/>
                  <a:pt x="853" y="115"/>
                  <a:pt x="486" y="15"/>
                </a:cubicBezTo>
                <a:cubicBezTo>
                  <a:pt x="438" y="5"/>
                  <a:pt x="392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1">
            <a:extLst>
              <a:ext uri="{FF2B5EF4-FFF2-40B4-BE49-F238E27FC236}">
                <a16:creationId xmlns:a16="http://schemas.microsoft.com/office/drawing/2014/main" id="{B3D726CD-FBAE-79A1-D6FC-1CE01E18BD87}"/>
              </a:ext>
            </a:extLst>
          </p:cNvPr>
          <p:cNvSpPr/>
          <p:nvPr/>
        </p:nvSpPr>
        <p:spPr>
          <a:xfrm>
            <a:off x="2950340" y="3562295"/>
            <a:ext cx="21574" cy="17114"/>
          </a:xfrm>
          <a:custGeom>
            <a:avLst/>
            <a:gdLst/>
            <a:ahLst/>
            <a:cxnLst/>
            <a:rect l="l" t="t" r="r" b="b"/>
            <a:pathLst>
              <a:path w="1398" h="1109" extrusionOk="0">
                <a:moveTo>
                  <a:pt x="322" y="0"/>
                </a:moveTo>
                <a:cubicBezTo>
                  <a:pt x="99" y="0"/>
                  <a:pt x="0" y="180"/>
                  <a:pt x="83" y="427"/>
                </a:cubicBezTo>
                <a:cubicBezTo>
                  <a:pt x="249" y="760"/>
                  <a:pt x="550" y="994"/>
                  <a:pt x="917" y="1094"/>
                </a:cubicBezTo>
                <a:cubicBezTo>
                  <a:pt x="966" y="1104"/>
                  <a:pt x="1011" y="1109"/>
                  <a:pt x="1053" y="1109"/>
                </a:cubicBezTo>
                <a:cubicBezTo>
                  <a:pt x="1293" y="1109"/>
                  <a:pt x="1397" y="950"/>
                  <a:pt x="1284" y="694"/>
                </a:cubicBezTo>
                <a:cubicBezTo>
                  <a:pt x="1150" y="360"/>
                  <a:pt x="850" y="93"/>
                  <a:pt x="483" y="27"/>
                </a:cubicBezTo>
                <a:cubicBezTo>
                  <a:pt x="424" y="9"/>
                  <a:pt x="370" y="0"/>
                  <a:pt x="32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1">
            <a:extLst>
              <a:ext uri="{FF2B5EF4-FFF2-40B4-BE49-F238E27FC236}">
                <a16:creationId xmlns:a16="http://schemas.microsoft.com/office/drawing/2014/main" id="{B2B727FB-B7C9-CD8D-89BF-1EECD05052C3}"/>
              </a:ext>
            </a:extLst>
          </p:cNvPr>
          <p:cNvSpPr/>
          <p:nvPr/>
        </p:nvSpPr>
        <p:spPr>
          <a:xfrm>
            <a:off x="2833720" y="3583715"/>
            <a:ext cx="145184" cy="151449"/>
          </a:xfrm>
          <a:custGeom>
            <a:avLst/>
            <a:gdLst/>
            <a:ahLst/>
            <a:cxnLst/>
            <a:rect l="l" t="t" r="r" b="b"/>
            <a:pathLst>
              <a:path w="9408" h="9814" extrusionOk="0">
                <a:moveTo>
                  <a:pt x="4066" y="1"/>
                </a:moveTo>
                <a:cubicBezTo>
                  <a:pt x="3650" y="1"/>
                  <a:pt x="3143" y="66"/>
                  <a:pt x="2636" y="106"/>
                </a:cubicBezTo>
                <a:cubicBezTo>
                  <a:pt x="1669" y="206"/>
                  <a:pt x="835" y="740"/>
                  <a:pt x="334" y="1607"/>
                </a:cubicBezTo>
                <a:cubicBezTo>
                  <a:pt x="34" y="2108"/>
                  <a:pt x="1" y="2241"/>
                  <a:pt x="768" y="3108"/>
                </a:cubicBezTo>
                <a:lnTo>
                  <a:pt x="1002" y="3409"/>
                </a:lnTo>
                <a:cubicBezTo>
                  <a:pt x="801" y="3776"/>
                  <a:pt x="701" y="4209"/>
                  <a:pt x="735" y="4609"/>
                </a:cubicBezTo>
                <a:cubicBezTo>
                  <a:pt x="768" y="5076"/>
                  <a:pt x="1035" y="5477"/>
                  <a:pt x="1469" y="5677"/>
                </a:cubicBezTo>
                <a:cubicBezTo>
                  <a:pt x="1335" y="6144"/>
                  <a:pt x="1302" y="6644"/>
                  <a:pt x="1369" y="7111"/>
                </a:cubicBezTo>
                <a:cubicBezTo>
                  <a:pt x="1464" y="7588"/>
                  <a:pt x="2036" y="7656"/>
                  <a:pt x="2355" y="7656"/>
                </a:cubicBezTo>
                <a:cubicBezTo>
                  <a:pt x="2482" y="7656"/>
                  <a:pt x="2569" y="7645"/>
                  <a:pt x="2569" y="7645"/>
                </a:cubicBezTo>
                <a:lnTo>
                  <a:pt x="2569" y="7645"/>
                </a:lnTo>
                <a:cubicBezTo>
                  <a:pt x="2436" y="8446"/>
                  <a:pt x="2903" y="8779"/>
                  <a:pt x="3437" y="9079"/>
                </a:cubicBezTo>
                <a:cubicBezTo>
                  <a:pt x="4171" y="9446"/>
                  <a:pt x="4971" y="9813"/>
                  <a:pt x="4971" y="9813"/>
                </a:cubicBezTo>
                <a:cubicBezTo>
                  <a:pt x="4537" y="9146"/>
                  <a:pt x="4804" y="8112"/>
                  <a:pt x="6639" y="7345"/>
                </a:cubicBezTo>
                <a:cubicBezTo>
                  <a:pt x="8540" y="6578"/>
                  <a:pt x="9141" y="6244"/>
                  <a:pt x="8974" y="5310"/>
                </a:cubicBezTo>
                <a:cubicBezTo>
                  <a:pt x="8937" y="5125"/>
                  <a:pt x="8622" y="5083"/>
                  <a:pt x="8349" y="5083"/>
                </a:cubicBezTo>
                <a:cubicBezTo>
                  <a:pt x="8131" y="5083"/>
                  <a:pt x="7940" y="5110"/>
                  <a:pt x="7940" y="5110"/>
                </a:cubicBezTo>
                <a:cubicBezTo>
                  <a:pt x="8240" y="5043"/>
                  <a:pt x="8507" y="4910"/>
                  <a:pt x="8740" y="4676"/>
                </a:cubicBezTo>
                <a:cubicBezTo>
                  <a:pt x="9408" y="4042"/>
                  <a:pt x="9041" y="3575"/>
                  <a:pt x="8107" y="3542"/>
                </a:cubicBezTo>
                <a:lnTo>
                  <a:pt x="6772" y="3475"/>
                </a:lnTo>
                <a:cubicBezTo>
                  <a:pt x="7940" y="3008"/>
                  <a:pt x="7706" y="2108"/>
                  <a:pt x="6973" y="2074"/>
                </a:cubicBezTo>
                <a:cubicBezTo>
                  <a:pt x="6404" y="2048"/>
                  <a:pt x="5576" y="1943"/>
                  <a:pt x="4937" y="1943"/>
                </a:cubicBezTo>
                <a:cubicBezTo>
                  <a:pt x="4751" y="1943"/>
                  <a:pt x="4580" y="1952"/>
                  <a:pt x="4437" y="1974"/>
                </a:cubicBezTo>
                <a:cubicBezTo>
                  <a:pt x="3704" y="2141"/>
                  <a:pt x="2970" y="2341"/>
                  <a:pt x="2269" y="2608"/>
                </a:cubicBezTo>
                <a:cubicBezTo>
                  <a:pt x="2269" y="2608"/>
                  <a:pt x="2202" y="2141"/>
                  <a:pt x="3870" y="1574"/>
                </a:cubicBezTo>
                <a:cubicBezTo>
                  <a:pt x="4938" y="1207"/>
                  <a:pt x="5205" y="273"/>
                  <a:pt x="4738" y="106"/>
                </a:cubicBezTo>
                <a:cubicBezTo>
                  <a:pt x="4567" y="28"/>
                  <a:pt x="4336" y="1"/>
                  <a:pt x="4066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1">
            <a:extLst>
              <a:ext uri="{FF2B5EF4-FFF2-40B4-BE49-F238E27FC236}">
                <a16:creationId xmlns:a16="http://schemas.microsoft.com/office/drawing/2014/main" id="{2D77F631-0E98-CF11-FC8A-23DD6503AFE0}"/>
              </a:ext>
            </a:extLst>
          </p:cNvPr>
          <p:cNvSpPr/>
          <p:nvPr/>
        </p:nvSpPr>
        <p:spPr>
          <a:xfrm>
            <a:off x="2871822" y="3636955"/>
            <a:ext cx="66419" cy="28703"/>
          </a:xfrm>
          <a:custGeom>
            <a:avLst/>
            <a:gdLst/>
            <a:ahLst/>
            <a:cxnLst/>
            <a:rect l="l" t="t" r="r" b="b"/>
            <a:pathLst>
              <a:path w="4304" h="1860" extrusionOk="0">
                <a:moveTo>
                  <a:pt x="3674" y="0"/>
                </a:moveTo>
                <a:cubicBezTo>
                  <a:pt x="3469" y="0"/>
                  <a:pt x="3269" y="9"/>
                  <a:pt x="3069" y="25"/>
                </a:cubicBezTo>
                <a:cubicBezTo>
                  <a:pt x="2702" y="125"/>
                  <a:pt x="2302" y="292"/>
                  <a:pt x="1968" y="526"/>
                </a:cubicBezTo>
                <a:cubicBezTo>
                  <a:pt x="1268" y="893"/>
                  <a:pt x="634" y="1360"/>
                  <a:pt x="0" y="1860"/>
                </a:cubicBezTo>
                <a:cubicBezTo>
                  <a:pt x="734" y="1560"/>
                  <a:pt x="1468" y="1226"/>
                  <a:pt x="2135" y="826"/>
                </a:cubicBezTo>
                <a:cubicBezTo>
                  <a:pt x="2469" y="592"/>
                  <a:pt x="2802" y="426"/>
                  <a:pt x="3169" y="292"/>
                </a:cubicBezTo>
                <a:cubicBezTo>
                  <a:pt x="3503" y="192"/>
                  <a:pt x="3903" y="125"/>
                  <a:pt x="4303" y="25"/>
                </a:cubicBezTo>
                <a:cubicBezTo>
                  <a:pt x="4087" y="9"/>
                  <a:pt x="3878" y="0"/>
                  <a:pt x="367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1">
            <a:extLst>
              <a:ext uri="{FF2B5EF4-FFF2-40B4-BE49-F238E27FC236}">
                <a16:creationId xmlns:a16="http://schemas.microsoft.com/office/drawing/2014/main" id="{5C754915-4511-43C6-FCC8-37BA9E22AE42}"/>
              </a:ext>
            </a:extLst>
          </p:cNvPr>
          <p:cNvSpPr/>
          <p:nvPr/>
        </p:nvSpPr>
        <p:spPr>
          <a:xfrm>
            <a:off x="2885201" y="3661538"/>
            <a:ext cx="71049" cy="32438"/>
          </a:xfrm>
          <a:custGeom>
            <a:avLst/>
            <a:gdLst/>
            <a:ahLst/>
            <a:cxnLst/>
            <a:rect l="l" t="t" r="r" b="b"/>
            <a:pathLst>
              <a:path w="4604" h="2102" extrusionOk="0">
                <a:moveTo>
                  <a:pt x="4163" y="0"/>
                </a:moveTo>
                <a:cubicBezTo>
                  <a:pt x="3866" y="0"/>
                  <a:pt x="3570" y="45"/>
                  <a:pt x="3303" y="134"/>
                </a:cubicBezTo>
                <a:cubicBezTo>
                  <a:pt x="2903" y="267"/>
                  <a:pt x="2502" y="467"/>
                  <a:pt x="2135" y="667"/>
                </a:cubicBezTo>
                <a:cubicBezTo>
                  <a:pt x="1368" y="1068"/>
                  <a:pt x="668" y="1568"/>
                  <a:pt x="1" y="2102"/>
                </a:cubicBezTo>
                <a:cubicBezTo>
                  <a:pt x="768" y="1768"/>
                  <a:pt x="1535" y="1401"/>
                  <a:pt x="2302" y="967"/>
                </a:cubicBezTo>
                <a:cubicBezTo>
                  <a:pt x="3003" y="534"/>
                  <a:pt x="3770" y="200"/>
                  <a:pt x="4604" y="33"/>
                </a:cubicBezTo>
                <a:cubicBezTo>
                  <a:pt x="4459" y="11"/>
                  <a:pt x="4311" y="0"/>
                  <a:pt x="416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41">
            <a:extLst>
              <a:ext uri="{FF2B5EF4-FFF2-40B4-BE49-F238E27FC236}">
                <a16:creationId xmlns:a16="http://schemas.microsoft.com/office/drawing/2014/main" id="{F0935828-9E1D-2BAB-BC01-7ED17E630A5D}"/>
              </a:ext>
            </a:extLst>
          </p:cNvPr>
          <p:cNvSpPr/>
          <p:nvPr/>
        </p:nvSpPr>
        <p:spPr>
          <a:xfrm>
            <a:off x="2907331" y="3306341"/>
            <a:ext cx="697014" cy="542772"/>
          </a:xfrm>
          <a:custGeom>
            <a:avLst/>
            <a:gdLst/>
            <a:ahLst/>
            <a:cxnLst/>
            <a:rect l="l" t="t" r="r" b="b"/>
            <a:pathLst>
              <a:path w="45167" h="35172" extrusionOk="0">
                <a:moveTo>
                  <a:pt x="38829" y="1"/>
                </a:moveTo>
                <a:cubicBezTo>
                  <a:pt x="35259" y="2502"/>
                  <a:pt x="33525" y="11142"/>
                  <a:pt x="33525" y="11142"/>
                </a:cubicBezTo>
                <a:lnTo>
                  <a:pt x="29856" y="25185"/>
                </a:lnTo>
                <a:cubicBezTo>
                  <a:pt x="29856" y="25185"/>
                  <a:pt x="18347" y="24185"/>
                  <a:pt x="16513" y="23718"/>
                </a:cubicBezTo>
                <a:cubicBezTo>
                  <a:pt x="14678" y="23251"/>
                  <a:pt x="13978" y="21616"/>
                  <a:pt x="12843" y="20449"/>
                </a:cubicBezTo>
                <a:cubicBezTo>
                  <a:pt x="11142" y="18681"/>
                  <a:pt x="11109" y="19081"/>
                  <a:pt x="9708" y="17113"/>
                </a:cubicBezTo>
                <a:cubicBezTo>
                  <a:pt x="9500" y="16816"/>
                  <a:pt x="9286" y="16695"/>
                  <a:pt x="9090" y="16695"/>
                </a:cubicBezTo>
                <a:cubicBezTo>
                  <a:pt x="8625" y="16695"/>
                  <a:pt x="8260" y="17371"/>
                  <a:pt x="8307" y="17980"/>
                </a:cubicBezTo>
                <a:cubicBezTo>
                  <a:pt x="8474" y="19748"/>
                  <a:pt x="9708" y="21249"/>
                  <a:pt x="9775" y="21850"/>
                </a:cubicBezTo>
                <a:cubicBezTo>
                  <a:pt x="9814" y="22075"/>
                  <a:pt x="9681" y="22168"/>
                  <a:pt x="9445" y="22168"/>
                </a:cubicBezTo>
                <a:cubicBezTo>
                  <a:pt x="9086" y="22168"/>
                  <a:pt x="8490" y="21951"/>
                  <a:pt x="7907" y="21649"/>
                </a:cubicBezTo>
                <a:cubicBezTo>
                  <a:pt x="6939" y="21149"/>
                  <a:pt x="4638" y="19681"/>
                  <a:pt x="2569" y="18681"/>
                </a:cubicBezTo>
                <a:cubicBezTo>
                  <a:pt x="2099" y="18446"/>
                  <a:pt x="1583" y="18234"/>
                  <a:pt x="1096" y="18234"/>
                </a:cubicBezTo>
                <a:cubicBezTo>
                  <a:pt x="753" y="18234"/>
                  <a:pt x="424" y="18338"/>
                  <a:pt x="134" y="18614"/>
                </a:cubicBezTo>
                <a:cubicBezTo>
                  <a:pt x="68" y="18647"/>
                  <a:pt x="34" y="18681"/>
                  <a:pt x="34" y="18747"/>
                </a:cubicBezTo>
                <a:cubicBezTo>
                  <a:pt x="1" y="18847"/>
                  <a:pt x="68" y="18981"/>
                  <a:pt x="134" y="19048"/>
                </a:cubicBezTo>
                <a:cubicBezTo>
                  <a:pt x="301" y="19281"/>
                  <a:pt x="468" y="19515"/>
                  <a:pt x="668" y="19715"/>
                </a:cubicBezTo>
                <a:cubicBezTo>
                  <a:pt x="802" y="19848"/>
                  <a:pt x="1235" y="20248"/>
                  <a:pt x="1235" y="20248"/>
                </a:cubicBezTo>
                <a:cubicBezTo>
                  <a:pt x="1102" y="20415"/>
                  <a:pt x="1068" y="20682"/>
                  <a:pt x="1168" y="20916"/>
                </a:cubicBezTo>
                <a:cubicBezTo>
                  <a:pt x="1369" y="21316"/>
                  <a:pt x="1602" y="21683"/>
                  <a:pt x="1936" y="22016"/>
                </a:cubicBezTo>
                <a:cubicBezTo>
                  <a:pt x="2036" y="22150"/>
                  <a:pt x="2136" y="22283"/>
                  <a:pt x="2236" y="22450"/>
                </a:cubicBezTo>
                <a:cubicBezTo>
                  <a:pt x="2303" y="22583"/>
                  <a:pt x="2369" y="22750"/>
                  <a:pt x="2436" y="22917"/>
                </a:cubicBezTo>
                <a:cubicBezTo>
                  <a:pt x="2536" y="23251"/>
                  <a:pt x="2703" y="23584"/>
                  <a:pt x="2870" y="23918"/>
                </a:cubicBezTo>
                <a:cubicBezTo>
                  <a:pt x="3070" y="24185"/>
                  <a:pt x="3337" y="24418"/>
                  <a:pt x="3604" y="24618"/>
                </a:cubicBezTo>
                <a:cubicBezTo>
                  <a:pt x="3737" y="24752"/>
                  <a:pt x="3870" y="24852"/>
                  <a:pt x="3970" y="24985"/>
                </a:cubicBezTo>
                <a:cubicBezTo>
                  <a:pt x="4104" y="25152"/>
                  <a:pt x="4171" y="25319"/>
                  <a:pt x="4237" y="25486"/>
                </a:cubicBezTo>
                <a:cubicBezTo>
                  <a:pt x="4704" y="26353"/>
                  <a:pt x="5371" y="27120"/>
                  <a:pt x="6172" y="27720"/>
                </a:cubicBezTo>
                <a:cubicBezTo>
                  <a:pt x="7073" y="28354"/>
                  <a:pt x="8040" y="28921"/>
                  <a:pt x="9074" y="29355"/>
                </a:cubicBezTo>
                <a:cubicBezTo>
                  <a:pt x="12043" y="30789"/>
                  <a:pt x="13277" y="30756"/>
                  <a:pt x="15879" y="31356"/>
                </a:cubicBezTo>
                <a:cubicBezTo>
                  <a:pt x="18481" y="31923"/>
                  <a:pt x="24719" y="33791"/>
                  <a:pt x="29222" y="34492"/>
                </a:cubicBezTo>
                <a:cubicBezTo>
                  <a:pt x="31790" y="34881"/>
                  <a:pt x="33457" y="35171"/>
                  <a:pt x="34638" y="35171"/>
                </a:cubicBezTo>
                <a:cubicBezTo>
                  <a:pt x="36296" y="35171"/>
                  <a:pt x="36999" y="34599"/>
                  <a:pt x="37895" y="32924"/>
                </a:cubicBezTo>
                <a:cubicBezTo>
                  <a:pt x="39096" y="30623"/>
                  <a:pt x="40730" y="26586"/>
                  <a:pt x="42398" y="20115"/>
                </a:cubicBezTo>
                <a:cubicBezTo>
                  <a:pt x="44399" y="12476"/>
                  <a:pt x="45167" y="9574"/>
                  <a:pt x="44766" y="6305"/>
                </a:cubicBezTo>
                <a:cubicBezTo>
                  <a:pt x="44533" y="4404"/>
                  <a:pt x="42531" y="1668"/>
                  <a:pt x="38829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1">
            <a:extLst>
              <a:ext uri="{FF2B5EF4-FFF2-40B4-BE49-F238E27FC236}">
                <a16:creationId xmlns:a16="http://schemas.microsoft.com/office/drawing/2014/main" id="{34CBA864-9572-29F6-BFAB-9867E41DC6BC}"/>
              </a:ext>
            </a:extLst>
          </p:cNvPr>
          <p:cNvSpPr/>
          <p:nvPr/>
        </p:nvSpPr>
        <p:spPr>
          <a:xfrm>
            <a:off x="3368560" y="3683667"/>
            <a:ext cx="80323" cy="24213"/>
          </a:xfrm>
          <a:custGeom>
            <a:avLst/>
            <a:gdLst/>
            <a:ahLst/>
            <a:cxnLst/>
            <a:rect l="l" t="t" r="r" b="b"/>
            <a:pathLst>
              <a:path w="5205" h="1569" extrusionOk="0">
                <a:moveTo>
                  <a:pt x="201" y="0"/>
                </a:moveTo>
                <a:lnTo>
                  <a:pt x="1" y="734"/>
                </a:lnTo>
                <a:cubicBezTo>
                  <a:pt x="301" y="693"/>
                  <a:pt x="608" y="674"/>
                  <a:pt x="914" y="674"/>
                </a:cubicBezTo>
                <a:cubicBezTo>
                  <a:pt x="3059" y="674"/>
                  <a:pt x="5205" y="1568"/>
                  <a:pt x="5205" y="1568"/>
                </a:cubicBezTo>
                <a:cubicBezTo>
                  <a:pt x="3737" y="601"/>
                  <a:pt x="2002" y="34"/>
                  <a:pt x="201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41">
            <a:extLst>
              <a:ext uri="{FF2B5EF4-FFF2-40B4-BE49-F238E27FC236}">
                <a16:creationId xmlns:a16="http://schemas.microsoft.com/office/drawing/2014/main" id="{2A257250-98FA-289B-21E9-A94CC439F238}"/>
              </a:ext>
            </a:extLst>
          </p:cNvPr>
          <p:cNvSpPr/>
          <p:nvPr/>
        </p:nvSpPr>
        <p:spPr>
          <a:xfrm>
            <a:off x="2926898" y="3620350"/>
            <a:ext cx="87005" cy="62823"/>
          </a:xfrm>
          <a:custGeom>
            <a:avLst/>
            <a:gdLst/>
            <a:ahLst/>
            <a:cxnLst/>
            <a:rect l="l" t="t" r="r" b="b"/>
            <a:pathLst>
              <a:path w="5638" h="4071" extrusionOk="0">
                <a:moveTo>
                  <a:pt x="1" y="1"/>
                </a:moveTo>
                <a:cubicBezTo>
                  <a:pt x="434" y="401"/>
                  <a:pt x="868" y="768"/>
                  <a:pt x="1335" y="1135"/>
                </a:cubicBezTo>
                <a:cubicBezTo>
                  <a:pt x="1768" y="1502"/>
                  <a:pt x="2235" y="1869"/>
                  <a:pt x="2702" y="2235"/>
                </a:cubicBezTo>
                <a:cubicBezTo>
                  <a:pt x="2936" y="2402"/>
                  <a:pt x="3136" y="2602"/>
                  <a:pt x="3403" y="2769"/>
                </a:cubicBezTo>
                <a:cubicBezTo>
                  <a:pt x="3636" y="2936"/>
                  <a:pt x="3870" y="3103"/>
                  <a:pt x="4103" y="3236"/>
                </a:cubicBezTo>
                <a:cubicBezTo>
                  <a:pt x="4604" y="3536"/>
                  <a:pt x="5104" y="3837"/>
                  <a:pt x="5638" y="4070"/>
                </a:cubicBezTo>
                <a:lnTo>
                  <a:pt x="4904" y="3570"/>
                </a:lnTo>
                <a:cubicBezTo>
                  <a:pt x="4671" y="3436"/>
                  <a:pt x="4437" y="3270"/>
                  <a:pt x="4204" y="3103"/>
                </a:cubicBezTo>
                <a:cubicBezTo>
                  <a:pt x="3970" y="2936"/>
                  <a:pt x="3737" y="2769"/>
                  <a:pt x="3503" y="2602"/>
                </a:cubicBezTo>
                <a:cubicBezTo>
                  <a:pt x="3270" y="2402"/>
                  <a:pt x="3036" y="2235"/>
                  <a:pt x="2803" y="2035"/>
                </a:cubicBezTo>
                <a:cubicBezTo>
                  <a:pt x="2369" y="1668"/>
                  <a:pt x="1902" y="1335"/>
                  <a:pt x="1402" y="1001"/>
                </a:cubicBezTo>
                <a:lnTo>
                  <a:pt x="1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41">
            <a:extLst>
              <a:ext uri="{FF2B5EF4-FFF2-40B4-BE49-F238E27FC236}">
                <a16:creationId xmlns:a16="http://schemas.microsoft.com/office/drawing/2014/main" id="{FF85104E-F0FF-750F-406F-D5CFA55FE783}"/>
              </a:ext>
            </a:extLst>
          </p:cNvPr>
          <p:cNvSpPr/>
          <p:nvPr/>
        </p:nvSpPr>
        <p:spPr>
          <a:xfrm>
            <a:off x="2941312" y="3651754"/>
            <a:ext cx="62823" cy="54058"/>
          </a:xfrm>
          <a:custGeom>
            <a:avLst/>
            <a:gdLst/>
            <a:ahLst/>
            <a:cxnLst/>
            <a:rect l="l" t="t" r="r" b="b"/>
            <a:pathLst>
              <a:path w="4071" h="3503" extrusionOk="0">
                <a:moveTo>
                  <a:pt x="1" y="0"/>
                </a:moveTo>
                <a:lnTo>
                  <a:pt x="1" y="0"/>
                </a:lnTo>
                <a:cubicBezTo>
                  <a:pt x="267" y="367"/>
                  <a:pt x="568" y="734"/>
                  <a:pt x="901" y="1034"/>
                </a:cubicBezTo>
                <a:cubicBezTo>
                  <a:pt x="1201" y="1368"/>
                  <a:pt x="1568" y="1668"/>
                  <a:pt x="1902" y="1935"/>
                </a:cubicBezTo>
                <a:cubicBezTo>
                  <a:pt x="2235" y="2235"/>
                  <a:pt x="2602" y="2502"/>
                  <a:pt x="2969" y="2769"/>
                </a:cubicBezTo>
                <a:cubicBezTo>
                  <a:pt x="3303" y="3036"/>
                  <a:pt x="3703" y="3303"/>
                  <a:pt x="4070" y="3503"/>
                </a:cubicBezTo>
                <a:cubicBezTo>
                  <a:pt x="3737" y="3236"/>
                  <a:pt x="3403" y="2936"/>
                  <a:pt x="3036" y="2636"/>
                </a:cubicBezTo>
                <a:lnTo>
                  <a:pt x="2035" y="1802"/>
                </a:lnTo>
                <a:lnTo>
                  <a:pt x="1001" y="934"/>
                </a:lnTo>
                <a:cubicBezTo>
                  <a:pt x="668" y="634"/>
                  <a:pt x="334" y="301"/>
                  <a:pt x="1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41">
            <a:extLst>
              <a:ext uri="{FF2B5EF4-FFF2-40B4-BE49-F238E27FC236}">
                <a16:creationId xmlns:a16="http://schemas.microsoft.com/office/drawing/2014/main" id="{FE43A275-3D5C-351B-ABD8-B6274B05C77C}"/>
              </a:ext>
            </a:extLst>
          </p:cNvPr>
          <p:cNvSpPr/>
          <p:nvPr/>
        </p:nvSpPr>
        <p:spPr>
          <a:xfrm>
            <a:off x="3287234" y="3306851"/>
            <a:ext cx="327928" cy="550303"/>
          </a:xfrm>
          <a:custGeom>
            <a:avLst/>
            <a:gdLst/>
            <a:ahLst/>
            <a:cxnLst/>
            <a:rect l="l" t="t" r="r" b="b"/>
            <a:pathLst>
              <a:path w="21250" h="35660" extrusionOk="0">
                <a:moveTo>
                  <a:pt x="14244" y="1"/>
                </a:moveTo>
                <a:cubicBezTo>
                  <a:pt x="12643" y="902"/>
                  <a:pt x="10141" y="3570"/>
                  <a:pt x="8573" y="10275"/>
                </a:cubicBezTo>
                <a:lnTo>
                  <a:pt x="5071" y="24885"/>
                </a:lnTo>
                <a:lnTo>
                  <a:pt x="1" y="24652"/>
                </a:lnTo>
                <a:lnTo>
                  <a:pt x="1" y="24652"/>
                </a:lnTo>
                <a:cubicBezTo>
                  <a:pt x="1135" y="26020"/>
                  <a:pt x="768" y="32291"/>
                  <a:pt x="1" y="33825"/>
                </a:cubicBezTo>
                <a:cubicBezTo>
                  <a:pt x="3603" y="34859"/>
                  <a:pt x="7339" y="35493"/>
                  <a:pt x="11142" y="35660"/>
                </a:cubicBezTo>
                <a:cubicBezTo>
                  <a:pt x="12509" y="35660"/>
                  <a:pt x="13210" y="34759"/>
                  <a:pt x="14478" y="31857"/>
                </a:cubicBezTo>
                <a:cubicBezTo>
                  <a:pt x="15712" y="28955"/>
                  <a:pt x="18314" y="21516"/>
                  <a:pt x="19481" y="16079"/>
                </a:cubicBezTo>
                <a:cubicBezTo>
                  <a:pt x="20615" y="10675"/>
                  <a:pt x="21249" y="6806"/>
                  <a:pt x="20048" y="4371"/>
                </a:cubicBezTo>
                <a:cubicBezTo>
                  <a:pt x="18847" y="1902"/>
                  <a:pt x="16712" y="935"/>
                  <a:pt x="1424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41">
            <a:extLst>
              <a:ext uri="{FF2B5EF4-FFF2-40B4-BE49-F238E27FC236}">
                <a16:creationId xmlns:a16="http://schemas.microsoft.com/office/drawing/2014/main" id="{03CA2E9D-0431-4225-96EB-5581408622D9}"/>
              </a:ext>
            </a:extLst>
          </p:cNvPr>
          <p:cNvSpPr/>
          <p:nvPr/>
        </p:nvSpPr>
        <p:spPr>
          <a:xfrm>
            <a:off x="3287234" y="3306851"/>
            <a:ext cx="327941" cy="550323"/>
          </a:xfrm>
          <a:custGeom>
            <a:avLst/>
            <a:gdLst/>
            <a:ahLst/>
            <a:cxnLst/>
            <a:rect l="l" t="t" r="r" b="b"/>
            <a:pathLst>
              <a:path w="21250" h="35660" extrusionOk="0">
                <a:moveTo>
                  <a:pt x="14244" y="1"/>
                </a:moveTo>
                <a:cubicBezTo>
                  <a:pt x="12643" y="902"/>
                  <a:pt x="10141" y="3570"/>
                  <a:pt x="8573" y="10275"/>
                </a:cubicBezTo>
                <a:lnTo>
                  <a:pt x="5071" y="24885"/>
                </a:lnTo>
                <a:lnTo>
                  <a:pt x="1" y="24652"/>
                </a:lnTo>
                <a:lnTo>
                  <a:pt x="1" y="24652"/>
                </a:lnTo>
                <a:cubicBezTo>
                  <a:pt x="1135" y="26020"/>
                  <a:pt x="768" y="32291"/>
                  <a:pt x="1" y="33825"/>
                </a:cubicBezTo>
                <a:cubicBezTo>
                  <a:pt x="3603" y="34859"/>
                  <a:pt x="7339" y="35493"/>
                  <a:pt x="11142" y="35660"/>
                </a:cubicBezTo>
                <a:cubicBezTo>
                  <a:pt x="12509" y="35660"/>
                  <a:pt x="13210" y="34759"/>
                  <a:pt x="14478" y="31857"/>
                </a:cubicBezTo>
                <a:cubicBezTo>
                  <a:pt x="15712" y="28955"/>
                  <a:pt x="18314" y="21516"/>
                  <a:pt x="19481" y="16079"/>
                </a:cubicBezTo>
                <a:cubicBezTo>
                  <a:pt x="20615" y="10675"/>
                  <a:pt x="21249" y="6806"/>
                  <a:pt x="20048" y="4371"/>
                </a:cubicBezTo>
                <a:cubicBezTo>
                  <a:pt x="18847" y="1902"/>
                  <a:pt x="16712" y="935"/>
                  <a:pt x="14244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41">
            <a:extLst>
              <a:ext uri="{FF2B5EF4-FFF2-40B4-BE49-F238E27FC236}">
                <a16:creationId xmlns:a16="http://schemas.microsoft.com/office/drawing/2014/main" id="{1B7E5C96-6E90-8F7E-9D02-01307263A22B}"/>
              </a:ext>
            </a:extLst>
          </p:cNvPr>
          <p:cNvSpPr/>
          <p:nvPr/>
        </p:nvSpPr>
        <p:spPr>
          <a:xfrm>
            <a:off x="3365474" y="3675952"/>
            <a:ext cx="77237" cy="44799"/>
          </a:xfrm>
          <a:custGeom>
            <a:avLst/>
            <a:gdLst/>
            <a:ahLst/>
            <a:cxnLst/>
            <a:rect l="l" t="t" r="r" b="b"/>
            <a:pathLst>
              <a:path w="5005" h="2903" extrusionOk="0">
                <a:moveTo>
                  <a:pt x="201" y="0"/>
                </a:moveTo>
                <a:lnTo>
                  <a:pt x="1" y="967"/>
                </a:lnTo>
                <a:cubicBezTo>
                  <a:pt x="1769" y="1301"/>
                  <a:pt x="3470" y="1968"/>
                  <a:pt x="5004" y="2902"/>
                </a:cubicBezTo>
                <a:cubicBezTo>
                  <a:pt x="5004" y="2902"/>
                  <a:pt x="3904" y="601"/>
                  <a:pt x="20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41">
            <a:extLst>
              <a:ext uri="{FF2B5EF4-FFF2-40B4-BE49-F238E27FC236}">
                <a16:creationId xmlns:a16="http://schemas.microsoft.com/office/drawing/2014/main" id="{FDC614D0-265F-779C-B82B-3D0B87402F8A}"/>
              </a:ext>
            </a:extLst>
          </p:cNvPr>
          <p:cNvSpPr/>
          <p:nvPr/>
        </p:nvSpPr>
        <p:spPr>
          <a:xfrm>
            <a:off x="2995370" y="2180104"/>
            <a:ext cx="472557" cy="492047"/>
          </a:xfrm>
          <a:custGeom>
            <a:avLst/>
            <a:gdLst/>
            <a:ahLst/>
            <a:cxnLst/>
            <a:rect l="l" t="t" r="r" b="b"/>
            <a:pathLst>
              <a:path w="30622" h="31885" extrusionOk="0">
                <a:moveTo>
                  <a:pt x="29120" y="0"/>
                </a:moveTo>
                <a:cubicBezTo>
                  <a:pt x="28875" y="0"/>
                  <a:pt x="28625" y="62"/>
                  <a:pt x="28387" y="196"/>
                </a:cubicBezTo>
                <a:lnTo>
                  <a:pt x="2235" y="15340"/>
                </a:lnTo>
                <a:cubicBezTo>
                  <a:pt x="867" y="16141"/>
                  <a:pt x="0" y="17609"/>
                  <a:pt x="0" y="19176"/>
                </a:cubicBezTo>
                <a:lnTo>
                  <a:pt x="0" y="30284"/>
                </a:lnTo>
                <a:cubicBezTo>
                  <a:pt x="0" y="31303"/>
                  <a:pt x="505" y="31885"/>
                  <a:pt x="1240" y="31885"/>
                </a:cubicBezTo>
                <a:cubicBezTo>
                  <a:pt x="1540" y="31885"/>
                  <a:pt x="1878" y="31788"/>
                  <a:pt x="2235" y="31585"/>
                </a:cubicBezTo>
                <a:lnTo>
                  <a:pt x="28387" y="16441"/>
                </a:lnTo>
                <a:cubicBezTo>
                  <a:pt x="29621" y="15741"/>
                  <a:pt x="30622" y="14840"/>
                  <a:pt x="30622" y="13439"/>
                </a:cubicBezTo>
                <a:lnTo>
                  <a:pt x="30622" y="1497"/>
                </a:lnTo>
                <a:cubicBezTo>
                  <a:pt x="30622" y="632"/>
                  <a:pt x="29904" y="0"/>
                  <a:pt x="2912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41">
            <a:extLst>
              <a:ext uri="{FF2B5EF4-FFF2-40B4-BE49-F238E27FC236}">
                <a16:creationId xmlns:a16="http://schemas.microsoft.com/office/drawing/2014/main" id="{1706E08A-DD7D-AA5F-201D-8B46DDE8D35E}"/>
              </a:ext>
            </a:extLst>
          </p:cNvPr>
          <p:cNvSpPr/>
          <p:nvPr/>
        </p:nvSpPr>
        <p:spPr>
          <a:xfrm>
            <a:off x="3059196" y="2210536"/>
            <a:ext cx="490072" cy="513359"/>
          </a:xfrm>
          <a:custGeom>
            <a:avLst/>
            <a:gdLst/>
            <a:ahLst/>
            <a:cxnLst/>
            <a:rect l="l" t="t" r="r" b="b"/>
            <a:pathLst>
              <a:path w="31757" h="33266" extrusionOk="0">
                <a:moveTo>
                  <a:pt x="28533" y="0"/>
                </a:moveTo>
                <a:cubicBezTo>
                  <a:pt x="28062" y="0"/>
                  <a:pt x="27587" y="109"/>
                  <a:pt x="27153" y="326"/>
                </a:cubicBezTo>
                <a:lnTo>
                  <a:pt x="1368" y="15236"/>
                </a:lnTo>
                <a:cubicBezTo>
                  <a:pt x="567" y="15770"/>
                  <a:pt x="34" y="16637"/>
                  <a:pt x="0" y="17605"/>
                </a:cubicBezTo>
                <a:lnTo>
                  <a:pt x="0" y="30280"/>
                </a:lnTo>
                <a:cubicBezTo>
                  <a:pt x="34" y="31248"/>
                  <a:pt x="567" y="32115"/>
                  <a:pt x="1368" y="32649"/>
                </a:cubicBezTo>
                <a:lnTo>
                  <a:pt x="1868" y="32916"/>
                </a:lnTo>
                <a:cubicBezTo>
                  <a:pt x="2302" y="33149"/>
                  <a:pt x="2769" y="33266"/>
                  <a:pt x="3236" y="33266"/>
                </a:cubicBezTo>
                <a:cubicBezTo>
                  <a:pt x="3703" y="33266"/>
                  <a:pt x="4170" y="33149"/>
                  <a:pt x="4604" y="32916"/>
                </a:cubicBezTo>
                <a:lnTo>
                  <a:pt x="4604" y="32916"/>
                </a:lnTo>
                <a:lnTo>
                  <a:pt x="4470" y="32982"/>
                </a:lnTo>
                <a:lnTo>
                  <a:pt x="15812" y="26478"/>
                </a:lnTo>
                <a:cubicBezTo>
                  <a:pt x="15978" y="26378"/>
                  <a:pt x="16179" y="26278"/>
                  <a:pt x="16412" y="26211"/>
                </a:cubicBezTo>
                <a:lnTo>
                  <a:pt x="18480" y="28079"/>
                </a:lnTo>
                <a:lnTo>
                  <a:pt x="18647" y="28179"/>
                </a:lnTo>
                <a:lnTo>
                  <a:pt x="19781" y="28846"/>
                </a:lnTo>
                <a:lnTo>
                  <a:pt x="21883" y="30047"/>
                </a:lnTo>
                <a:cubicBezTo>
                  <a:pt x="22102" y="30149"/>
                  <a:pt x="22340" y="30200"/>
                  <a:pt x="22577" y="30200"/>
                </a:cubicBezTo>
                <a:cubicBezTo>
                  <a:pt x="22883" y="30200"/>
                  <a:pt x="23188" y="30116"/>
                  <a:pt x="23450" y="29947"/>
                </a:cubicBezTo>
                <a:cubicBezTo>
                  <a:pt x="24051" y="29613"/>
                  <a:pt x="24518" y="28646"/>
                  <a:pt x="24518" y="27745"/>
                </a:cubicBezTo>
                <a:lnTo>
                  <a:pt x="24518" y="23009"/>
                </a:lnTo>
                <a:cubicBezTo>
                  <a:pt x="24551" y="22041"/>
                  <a:pt x="25085" y="21174"/>
                  <a:pt x="25885" y="20640"/>
                </a:cubicBezTo>
                <a:lnTo>
                  <a:pt x="30389" y="18038"/>
                </a:lnTo>
                <a:cubicBezTo>
                  <a:pt x="31223" y="17505"/>
                  <a:pt x="31723" y="16637"/>
                  <a:pt x="31756" y="15670"/>
                </a:cubicBezTo>
                <a:lnTo>
                  <a:pt x="31756" y="2994"/>
                </a:lnTo>
                <a:cubicBezTo>
                  <a:pt x="31756" y="2961"/>
                  <a:pt x="31756" y="2928"/>
                  <a:pt x="31756" y="2894"/>
                </a:cubicBezTo>
                <a:cubicBezTo>
                  <a:pt x="31690" y="1960"/>
                  <a:pt x="31189" y="1126"/>
                  <a:pt x="30389" y="626"/>
                </a:cubicBezTo>
                <a:lnTo>
                  <a:pt x="29888" y="326"/>
                </a:lnTo>
                <a:cubicBezTo>
                  <a:pt x="29471" y="109"/>
                  <a:pt x="29004" y="0"/>
                  <a:pt x="2853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1">
            <a:extLst>
              <a:ext uri="{FF2B5EF4-FFF2-40B4-BE49-F238E27FC236}">
                <a16:creationId xmlns:a16="http://schemas.microsoft.com/office/drawing/2014/main" id="{DBD82C12-A274-116D-AC0A-A0FC1266A715}"/>
              </a:ext>
            </a:extLst>
          </p:cNvPr>
          <p:cNvSpPr/>
          <p:nvPr/>
        </p:nvSpPr>
        <p:spPr>
          <a:xfrm>
            <a:off x="3066912" y="2210536"/>
            <a:ext cx="482356" cy="276833"/>
          </a:xfrm>
          <a:custGeom>
            <a:avLst/>
            <a:gdLst/>
            <a:ahLst/>
            <a:cxnLst/>
            <a:rect l="l" t="t" r="r" b="b"/>
            <a:pathLst>
              <a:path w="31257" h="17939" extrusionOk="0">
                <a:moveTo>
                  <a:pt x="31231" y="2704"/>
                </a:moveTo>
                <a:cubicBezTo>
                  <a:pt x="31244" y="2799"/>
                  <a:pt x="31253" y="2896"/>
                  <a:pt x="31256" y="2994"/>
                </a:cubicBezTo>
                <a:cubicBezTo>
                  <a:pt x="31256" y="2890"/>
                  <a:pt x="31248" y="2793"/>
                  <a:pt x="31231" y="2704"/>
                </a:cubicBezTo>
                <a:close/>
                <a:moveTo>
                  <a:pt x="28021" y="0"/>
                </a:moveTo>
                <a:cubicBezTo>
                  <a:pt x="27554" y="0"/>
                  <a:pt x="27087" y="109"/>
                  <a:pt x="26653" y="326"/>
                </a:cubicBezTo>
                <a:lnTo>
                  <a:pt x="835" y="15236"/>
                </a:lnTo>
                <a:cubicBezTo>
                  <a:pt x="501" y="15470"/>
                  <a:pt x="234" y="15737"/>
                  <a:pt x="1" y="16070"/>
                </a:cubicBezTo>
                <a:lnTo>
                  <a:pt x="3236" y="17938"/>
                </a:lnTo>
                <a:cubicBezTo>
                  <a:pt x="3470" y="17605"/>
                  <a:pt x="3737" y="17304"/>
                  <a:pt x="4104" y="17104"/>
                </a:cubicBezTo>
                <a:lnTo>
                  <a:pt x="29889" y="2194"/>
                </a:lnTo>
                <a:cubicBezTo>
                  <a:pt x="30108" y="2070"/>
                  <a:pt x="30314" y="2011"/>
                  <a:pt x="30496" y="2011"/>
                </a:cubicBezTo>
                <a:cubicBezTo>
                  <a:pt x="30874" y="2011"/>
                  <a:pt x="31149" y="2263"/>
                  <a:pt x="31231" y="2704"/>
                </a:cubicBezTo>
                <a:lnTo>
                  <a:pt x="31231" y="2704"/>
                </a:lnTo>
                <a:cubicBezTo>
                  <a:pt x="31112" y="1855"/>
                  <a:pt x="30608" y="1106"/>
                  <a:pt x="29889" y="626"/>
                </a:cubicBezTo>
                <a:lnTo>
                  <a:pt x="29388" y="326"/>
                </a:lnTo>
                <a:cubicBezTo>
                  <a:pt x="28955" y="109"/>
                  <a:pt x="28488" y="0"/>
                  <a:pt x="2802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41">
            <a:extLst>
              <a:ext uri="{FF2B5EF4-FFF2-40B4-BE49-F238E27FC236}">
                <a16:creationId xmlns:a16="http://schemas.microsoft.com/office/drawing/2014/main" id="{00704B7B-F92A-A7D8-E8A9-CA0C452D799B}"/>
              </a:ext>
            </a:extLst>
          </p:cNvPr>
          <p:cNvSpPr/>
          <p:nvPr/>
        </p:nvSpPr>
        <p:spPr>
          <a:xfrm>
            <a:off x="3066912" y="2210536"/>
            <a:ext cx="482356" cy="276833"/>
          </a:xfrm>
          <a:custGeom>
            <a:avLst/>
            <a:gdLst/>
            <a:ahLst/>
            <a:cxnLst/>
            <a:rect l="l" t="t" r="r" b="b"/>
            <a:pathLst>
              <a:path w="31257" h="17939" extrusionOk="0">
                <a:moveTo>
                  <a:pt x="31231" y="2704"/>
                </a:moveTo>
                <a:cubicBezTo>
                  <a:pt x="31244" y="2799"/>
                  <a:pt x="31253" y="2896"/>
                  <a:pt x="31256" y="2994"/>
                </a:cubicBezTo>
                <a:cubicBezTo>
                  <a:pt x="31256" y="2890"/>
                  <a:pt x="31248" y="2793"/>
                  <a:pt x="31231" y="2704"/>
                </a:cubicBezTo>
                <a:close/>
                <a:moveTo>
                  <a:pt x="28021" y="0"/>
                </a:moveTo>
                <a:cubicBezTo>
                  <a:pt x="27554" y="0"/>
                  <a:pt x="27087" y="109"/>
                  <a:pt x="26653" y="326"/>
                </a:cubicBezTo>
                <a:lnTo>
                  <a:pt x="835" y="15236"/>
                </a:lnTo>
                <a:cubicBezTo>
                  <a:pt x="501" y="15470"/>
                  <a:pt x="234" y="15737"/>
                  <a:pt x="1" y="16070"/>
                </a:cubicBezTo>
                <a:lnTo>
                  <a:pt x="3236" y="17938"/>
                </a:lnTo>
                <a:cubicBezTo>
                  <a:pt x="3470" y="17605"/>
                  <a:pt x="3737" y="17304"/>
                  <a:pt x="4104" y="17104"/>
                </a:cubicBezTo>
                <a:lnTo>
                  <a:pt x="29889" y="2194"/>
                </a:lnTo>
                <a:cubicBezTo>
                  <a:pt x="30108" y="2070"/>
                  <a:pt x="30314" y="2011"/>
                  <a:pt x="30496" y="2011"/>
                </a:cubicBezTo>
                <a:cubicBezTo>
                  <a:pt x="30874" y="2011"/>
                  <a:pt x="31149" y="2263"/>
                  <a:pt x="31231" y="2704"/>
                </a:cubicBezTo>
                <a:lnTo>
                  <a:pt x="31231" y="2704"/>
                </a:lnTo>
                <a:cubicBezTo>
                  <a:pt x="31112" y="1855"/>
                  <a:pt x="30608" y="1106"/>
                  <a:pt x="29889" y="626"/>
                </a:cubicBezTo>
                <a:lnTo>
                  <a:pt x="29388" y="326"/>
                </a:lnTo>
                <a:cubicBezTo>
                  <a:pt x="28955" y="109"/>
                  <a:pt x="28488" y="0"/>
                  <a:pt x="28021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41">
            <a:extLst>
              <a:ext uri="{FF2B5EF4-FFF2-40B4-BE49-F238E27FC236}">
                <a16:creationId xmlns:a16="http://schemas.microsoft.com/office/drawing/2014/main" id="{AAB98DF3-7496-8662-C17B-6C12E9605B30}"/>
              </a:ext>
            </a:extLst>
          </p:cNvPr>
          <p:cNvSpPr/>
          <p:nvPr/>
        </p:nvSpPr>
        <p:spPr>
          <a:xfrm>
            <a:off x="3400998" y="2398574"/>
            <a:ext cx="48410" cy="62252"/>
          </a:xfrm>
          <a:custGeom>
            <a:avLst/>
            <a:gdLst/>
            <a:ahLst/>
            <a:cxnLst/>
            <a:rect l="l" t="t" r="r" b="b"/>
            <a:pathLst>
              <a:path w="3137" h="4034" extrusionOk="0">
                <a:moveTo>
                  <a:pt x="2272" y="1"/>
                </a:moveTo>
                <a:cubicBezTo>
                  <a:pt x="2061" y="1"/>
                  <a:pt x="1822" y="70"/>
                  <a:pt x="1568" y="216"/>
                </a:cubicBezTo>
                <a:cubicBezTo>
                  <a:pt x="668" y="816"/>
                  <a:pt x="67" y="1817"/>
                  <a:pt x="0" y="2918"/>
                </a:cubicBezTo>
                <a:cubicBezTo>
                  <a:pt x="0" y="3626"/>
                  <a:pt x="352" y="4034"/>
                  <a:pt x="865" y="4034"/>
                </a:cubicBezTo>
                <a:cubicBezTo>
                  <a:pt x="1076" y="4034"/>
                  <a:pt x="1315" y="3965"/>
                  <a:pt x="1568" y="3819"/>
                </a:cubicBezTo>
                <a:cubicBezTo>
                  <a:pt x="2502" y="3218"/>
                  <a:pt x="3103" y="2217"/>
                  <a:pt x="3136" y="1117"/>
                </a:cubicBezTo>
                <a:cubicBezTo>
                  <a:pt x="3136" y="408"/>
                  <a:pt x="2785" y="1"/>
                  <a:pt x="22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1">
            <a:extLst>
              <a:ext uri="{FF2B5EF4-FFF2-40B4-BE49-F238E27FC236}">
                <a16:creationId xmlns:a16="http://schemas.microsoft.com/office/drawing/2014/main" id="{8FAA7547-E72A-F3E4-7D58-93F742004F53}"/>
              </a:ext>
            </a:extLst>
          </p:cNvPr>
          <p:cNvSpPr/>
          <p:nvPr/>
        </p:nvSpPr>
        <p:spPr>
          <a:xfrm>
            <a:off x="3304225" y="2454175"/>
            <a:ext cx="48395" cy="62762"/>
          </a:xfrm>
          <a:custGeom>
            <a:avLst/>
            <a:gdLst/>
            <a:ahLst/>
            <a:cxnLst/>
            <a:rect l="l" t="t" r="r" b="b"/>
            <a:pathLst>
              <a:path w="3136" h="4067" extrusionOk="0">
                <a:moveTo>
                  <a:pt x="2272" y="0"/>
                </a:moveTo>
                <a:cubicBezTo>
                  <a:pt x="2060" y="0"/>
                  <a:pt x="1821" y="69"/>
                  <a:pt x="1568" y="216"/>
                </a:cubicBezTo>
                <a:cubicBezTo>
                  <a:pt x="667" y="816"/>
                  <a:pt x="67" y="1817"/>
                  <a:pt x="0" y="2918"/>
                </a:cubicBezTo>
                <a:cubicBezTo>
                  <a:pt x="0" y="3651"/>
                  <a:pt x="353" y="4066"/>
                  <a:pt x="868" y="4066"/>
                </a:cubicBezTo>
                <a:cubicBezTo>
                  <a:pt x="1079" y="4066"/>
                  <a:pt x="1316" y="3997"/>
                  <a:pt x="1568" y="3852"/>
                </a:cubicBezTo>
                <a:cubicBezTo>
                  <a:pt x="2502" y="3251"/>
                  <a:pt x="3069" y="2217"/>
                  <a:pt x="3136" y="1116"/>
                </a:cubicBezTo>
                <a:cubicBezTo>
                  <a:pt x="3136" y="408"/>
                  <a:pt x="2785" y="0"/>
                  <a:pt x="2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41">
            <a:extLst>
              <a:ext uri="{FF2B5EF4-FFF2-40B4-BE49-F238E27FC236}">
                <a16:creationId xmlns:a16="http://schemas.microsoft.com/office/drawing/2014/main" id="{9137ABB6-155F-198A-94AE-D7DC738131A1}"/>
              </a:ext>
            </a:extLst>
          </p:cNvPr>
          <p:cNvSpPr/>
          <p:nvPr/>
        </p:nvSpPr>
        <p:spPr>
          <a:xfrm>
            <a:off x="3207451" y="2510285"/>
            <a:ext cx="48395" cy="62252"/>
          </a:xfrm>
          <a:custGeom>
            <a:avLst/>
            <a:gdLst/>
            <a:ahLst/>
            <a:cxnLst/>
            <a:rect l="l" t="t" r="r" b="b"/>
            <a:pathLst>
              <a:path w="3136" h="4034" extrusionOk="0">
                <a:moveTo>
                  <a:pt x="2272" y="0"/>
                </a:moveTo>
                <a:cubicBezTo>
                  <a:pt x="2060" y="0"/>
                  <a:pt x="1821" y="69"/>
                  <a:pt x="1568" y="216"/>
                </a:cubicBezTo>
                <a:cubicBezTo>
                  <a:pt x="634" y="816"/>
                  <a:pt x="67" y="1817"/>
                  <a:pt x="0" y="2917"/>
                </a:cubicBezTo>
                <a:cubicBezTo>
                  <a:pt x="0" y="3626"/>
                  <a:pt x="351" y="4033"/>
                  <a:pt x="864" y="4033"/>
                </a:cubicBezTo>
                <a:cubicBezTo>
                  <a:pt x="1076" y="4033"/>
                  <a:pt x="1315" y="3964"/>
                  <a:pt x="1568" y="3818"/>
                </a:cubicBezTo>
                <a:cubicBezTo>
                  <a:pt x="2502" y="3218"/>
                  <a:pt x="3069" y="2217"/>
                  <a:pt x="3136" y="1116"/>
                </a:cubicBezTo>
                <a:cubicBezTo>
                  <a:pt x="3136" y="408"/>
                  <a:pt x="2785" y="0"/>
                  <a:pt x="2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41">
            <a:extLst>
              <a:ext uri="{FF2B5EF4-FFF2-40B4-BE49-F238E27FC236}">
                <a16:creationId xmlns:a16="http://schemas.microsoft.com/office/drawing/2014/main" id="{F3A2CDA6-1A71-49F7-7218-DFBF30C4F2EE}"/>
              </a:ext>
            </a:extLst>
          </p:cNvPr>
          <p:cNvSpPr/>
          <p:nvPr/>
        </p:nvSpPr>
        <p:spPr>
          <a:xfrm>
            <a:off x="2246381" y="1601947"/>
            <a:ext cx="1081022" cy="1051161"/>
          </a:xfrm>
          <a:custGeom>
            <a:avLst/>
            <a:gdLst/>
            <a:ahLst/>
            <a:cxnLst/>
            <a:rect l="l" t="t" r="r" b="b"/>
            <a:pathLst>
              <a:path w="70051" h="68116" extrusionOk="0">
                <a:moveTo>
                  <a:pt x="68566" y="0"/>
                </a:moveTo>
                <a:cubicBezTo>
                  <a:pt x="68316" y="0"/>
                  <a:pt x="68059" y="63"/>
                  <a:pt x="67815" y="201"/>
                </a:cubicBezTo>
                <a:lnTo>
                  <a:pt x="2202" y="38095"/>
                </a:lnTo>
                <a:cubicBezTo>
                  <a:pt x="834" y="38895"/>
                  <a:pt x="0" y="40330"/>
                  <a:pt x="0" y="41931"/>
                </a:cubicBezTo>
                <a:lnTo>
                  <a:pt x="0" y="66515"/>
                </a:lnTo>
                <a:cubicBezTo>
                  <a:pt x="0" y="67534"/>
                  <a:pt x="505" y="68115"/>
                  <a:pt x="1229" y="68115"/>
                </a:cubicBezTo>
                <a:cubicBezTo>
                  <a:pt x="1523" y="68115"/>
                  <a:pt x="1854" y="68019"/>
                  <a:pt x="2202" y="67816"/>
                </a:cubicBezTo>
                <a:lnTo>
                  <a:pt x="67815" y="29922"/>
                </a:lnTo>
                <a:cubicBezTo>
                  <a:pt x="69050" y="29222"/>
                  <a:pt x="70050" y="28321"/>
                  <a:pt x="70050" y="26887"/>
                </a:cubicBezTo>
                <a:lnTo>
                  <a:pt x="70050" y="1469"/>
                </a:lnTo>
                <a:cubicBezTo>
                  <a:pt x="70050" y="610"/>
                  <a:pt x="69343" y="0"/>
                  <a:pt x="68566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1">
            <a:extLst>
              <a:ext uri="{FF2B5EF4-FFF2-40B4-BE49-F238E27FC236}">
                <a16:creationId xmlns:a16="http://schemas.microsoft.com/office/drawing/2014/main" id="{FF230B7F-2844-1615-F385-63F187BBE67F}"/>
              </a:ext>
            </a:extLst>
          </p:cNvPr>
          <p:cNvSpPr/>
          <p:nvPr/>
        </p:nvSpPr>
        <p:spPr>
          <a:xfrm>
            <a:off x="2309698" y="1632456"/>
            <a:ext cx="1099031" cy="1111423"/>
          </a:xfrm>
          <a:custGeom>
            <a:avLst/>
            <a:gdLst/>
            <a:ahLst/>
            <a:cxnLst/>
            <a:rect l="l" t="t" r="r" b="b"/>
            <a:pathLst>
              <a:path w="71218" h="72021" extrusionOk="0">
                <a:moveTo>
                  <a:pt x="67999" y="0"/>
                </a:moveTo>
                <a:cubicBezTo>
                  <a:pt x="67532" y="0"/>
                  <a:pt x="67065" y="109"/>
                  <a:pt x="66648" y="326"/>
                </a:cubicBezTo>
                <a:lnTo>
                  <a:pt x="1368" y="38019"/>
                </a:lnTo>
                <a:cubicBezTo>
                  <a:pt x="567" y="38520"/>
                  <a:pt x="67" y="39420"/>
                  <a:pt x="0" y="40388"/>
                </a:cubicBezTo>
                <a:lnTo>
                  <a:pt x="0" y="66506"/>
                </a:lnTo>
                <a:cubicBezTo>
                  <a:pt x="67" y="67474"/>
                  <a:pt x="567" y="68341"/>
                  <a:pt x="1368" y="68875"/>
                </a:cubicBezTo>
                <a:lnTo>
                  <a:pt x="1902" y="69175"/>
                </a:lnTo>
                <a:cubicBezTo>
                  <a:pt x="2319" y="69392"/>
                  <a:pt x="2777" y="69500"/>
                  <a:pt x="3240" y="69500"/>
                </a:cubicBezTo>
                <a:cubicBezTo>
                  <a:pt x="3703" y="69500"/>
                  <a:pt x="4170" y="69392"/>
                  <a:pt x="4604" y="69175"/>
                </a:cubicBezTo>
                <a:lnTo>
                  <a:pt x="11609" y="65139"/>
                </a:lnTo>
                <a:cubicBezTo>
                  <a:pt x="11828" y="65014"/>
                  <a:pt x="12034" y="64956"/>
                  <a:pt x="12216" y="64956"/>
                </a:cubicBezTo>
                <a:cubicBezTo>
                  <a:pt x="12670" y="64956"/>
                  <a:pt x="12976" y="65320"/>
                  <a:pt x="12976" y="65939"/>
                </a:cubicBezTo>
                <a:lnTo>
                  <a:pt x="12976" y="69075"/>
                </a:lnTo>
                <a:cubicBezTo>
                  <a:pt x="13043" y="70042"/>
                  <a:pt x="13543" y="70909"/>
                  <a:pt x="14344" y="71443"/>
                </a:cubicBezTo>
                <a:lnTo>
                  <a:pt x="14677" y="71643"/>
                </a:lnTo>
                <a:cubicBezTo>
                  <a:pt x="15119" y="71893"/>
                  <a:pt x="15661" y="72021"/>
                  <a:pt x="16155" y="72021"/>
                </a:cubicBezTo>
                <a:cubicBezTo>
                  <a:pt x="16519" y="72021"/>
                  <a:pt x="16858" y="71952"/>
                  <a:pt x="17113" y="71810"/>
                </a:cubicBezTo>
                <a:cubicBezTo>
                  <a:pt x="17846" y="71276"/>
                  <a:pt x="18447" y="70576"/>
                  <a:pt x="18847" y="69742"/>
                </a:cubicBezTo>
                <a:lnTo>
                  <a:pt x="23917" y="59068"/>
                </a:lnTo>
                <a:cubicBezTo>
                  <a:pt x="24384" y="58167"/>
                  <a:pt x="25085" y="57400"/>
                  <a:pt x="25952" y="56833"/>
                </a:cubicBezTo>
                <a:lnTo>
                  <a:pt x="69850" y="31481"/>
                </a:lnTo>
                <a:cubicBezTo>
                  <a:pt x="70684" y="30947"/>
                  <a:pt x="71184" y="30080"/>
                  <a:pt x="71218" y="29113"/>
                </a:cubicBezTo>
                <a:lnTo>
                  <a:pt x="71218" y="2961"/>
                </a:lnTo>
                <a:cubicBezTo>
                  <a:pt x="71184" y="1993"/>
                  <a:pt x="70651" y="1126"/>
                  <a:pt x="69850" y="626"/>
                </a:cubicBezTo>
                <a:lnTo>
                  <a:pt x="69350" y="326"/>
                </a:lnTo>
                <a:cubicBezTo>
                  <a:pt x="68933" y="109"/>
                  <a:pt x="68466" y="0"/>
                  <a:pt x="67999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1">
            <a:extLst>
              <a:ext uri="{FF2B5EF4-FFF2-40B4-BE49-F238E27FC236}">
                <a16:creationId xmlns:a16="http://schemas.microsoft.com/office/drawing/2014/main" id="{5094B80F-08F7-AAB8-A918-D35C279190F0}"/>
              </a:ext>
            </a:extLst>
          </p:cNvPr>
          <p:cNvSpPr/>
          <p:nvPr/>
        </p:nvSpPr>
        <p:spPr>
          <a:xfrm>
            <a:off x="2309698" y="1632456"/>
            <a:ext cx="1099031" cy="1111423"/>
          </a:xfrm>
          <a:custGeom>
            <a:avLst/>
            <a:gdLst/>
            <a:ahLst/>
            <a:cxnLst/>
            <a:rect l="l" t="t" r="r" b="b"/>
            <a:pathLst>
              <a:path w="71218" h="72021" extrusionOk="0">
                <a:moveTo>
                  <a:pt x="67999" y="0"/>
                </a:moveTo>
                <a:cubicBezTo>
                  <a:pt x="67532" y="0"/>
                  <a:pt x="67065" y="109"/>
                  <a:pt x="66648" y="326"/>
                </a:cubicBezTo>
                <a:lnTo>
                  <a:pt x="1368" y="38019"/>
                </a:lnTo>
                <a:cubicBezTo>
                  <a:pt x="567" y="38520"/>
                  <a:pt x="67" y="39420"/>
                  <a:pt x="0" y="40388"/>
                </a:cubicBezTo>
                <a:lnTo>
                  <a:pt x="0" y="66506"/>
                </a:lnTo>
                <a:cubicBezTo>
                  <a:pt x="67" y="67474"/>
                  <a:pt x="567" y="68341"/>
                  <a:pt x="1368" y="68875"/>
                </a:cubicBezTo>
                <a:lnTo>
                  <a:pt x="1902" y="69175"/>
                </a:lnTo>
                <a:cubicBezTo>
                  <a:pt x="2319" y="69392"/>
                  <a:pt x="2777" y="69500"/>
                  <a:pt x="3240" y="69500"/>
                </a:cubicBezTo>
                <a:cubicBezTo>
                  <a:pt x="3703" y="69500"/>
                  <a:pt x="4170" y="69392"/>
                  <a:pt x="4604" y="69175"/>
                </a:cubicBezTo>
                <a:lnTo>
                  <a:pt x="11609" y="65139"/>
                </a:lnTo>
                <a:cubicBezTo>
                  <a:pt x="11828" y="65014"/>
                  <a:pt x="12034" y="64956"/>
                  <a:pt x="12216" y="64956"/>
                </a:cubicBezTo>
                <a:cubicBezTo>
                  <a:pt x="12670" y="64956"/>
                  <a:pt x="12976" y="65320"/>
                  <a:pt x="12976" y="65939"/>
                </a:cubicBezTo>
                <a:lnTo>
                  <a:pt x="12976" y="69075"/>
                </a:lnTo>
                <a:cubicBezTo>
                  <a:pt x="13043" y="70042"/>
                  <a:pt x="13543" y="70909"/>
                  <a:pt x="14344" y="71443"/>
                </a:cubicBezTo>
                <a:lnTo>
                  <a:pt x="14677" y="71643"/>
                </a:lnTo>
                <a:cubicBezTo>
                  <a:pt x="15119" y="71893"/>
                  <a:pt x="15661" y="72021"/>
                  <a:pt x="16155" y="72021"/>
                </a:cubicBezTo>
                <a:cubicBezTo>
                  <a:pt x="16519" y="72021"/>
                  <a:pt x="16858" y="71952"/>
                  <a:pt x="17113" y="71810"/>
                </a:cubicBezTo>
                <a:cubicBezTo>
                  <a:pt x="17846" y="71276"/>
                  <a:pt x="18447" y="70576"/>
                  <a:pt x="18847" y="69742"/>
                </a:cubicBezTo>
                <a:lnTo>
                  <a:pt x="23917" y="59068"/>
                </a:lnTo>
                <a:cubicBezTo>
                  <a:pt x="24384" y="58167"/>
                  <a:pt x="25085" y="57400"/>
                  <a:pt x="25952" y="56833"/>
                </a:cubicBezTo>
                <a:lnTo>
                  <a:pt x="69850" y="31481"/>
                </a:lnTo>
                <a:cubicBezTo>
                  <a:pt x="70684" y="30947"/>
                  <a:pt x="71184" y="30080"/>
                  <a:pt x="71218" y="29113"/>
                </a:cubicBezTo>
                <a:lnTo>
                  <a:pt x="71218" y="2961"/>
                </a:lnTo>
                <a:cubicBezTo>
                  <a:pt x="71184" y="1993"/>
                  <a:pt x="70651" y="1126"/>
                  <a:pt x="69850" y="626"/>
                </a:cubicBezTo>
                <a:lnTo>
                  <a:pt x="69350" y="326"/>
                </a:lnTo>
                <a:cubicBezTo>
                  <a:pt x="68933" y="109"/>
                  <a:pt x="68466" y="0"/>
                  <a:pt x="6799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41">
            <a:extLst>
              <a:ext uri="{FF2B5EF4-FFF2-40B4-BE49-F238E27FC236}">
                <a16:creationId xmlns:a16="http://schemas.microsoft.com/office/drawing/2014/main" id="{002E734C-10F1-D43B-0E22-4BA0435DA24A}"/>
              </a:ext>
            </a:extLst>
          </p:cNvPr>
          <p:cNvSpPr/>
          <p:nvPr/>
        </p:nvSpPr>
        <p:spPr>
          <a:xfrm>
            <a:off x="2317939" y="1632456"/>
            <a:ext cx="1090790" cy="627894"/>
          </a:xfrm>
          <a:custGeom>
            <a:avLst/>
            <a:gdLst/>
            <a:ahLst/>
            <a:cxnLst/>
            <a:rect l="l" t="t" r="r" b="b"/>
            <a:pathLst>
              <a:path w="70684" h="40688" extrusionOk="0">
                <a:moveTo>
                  <a:pt x="70662" y="2689"/>
                </a:moveTo>
                <a:cubicBezTo>
                  <a:pt x="70673" y="2778"/>
                  <a:pt x="70681" y="2869"/>
                  <a:pt x="70684" y="2961"/>
                </a:cubicBezTo>
                <a:cubicBezTo>
                  <a:pt x="70684" y="2864"/>
                  <a:pt x="70676" y="2773"/>
                  <a:pt x="70662" y="2689"/>
                </a:cubicBezTo>
                <a:close/>
                <a:moveTo>
                  <a:pt x="67465" y="0"/>
                </a:moveTo>
                <a:cubicBezTo>
                  <a:pt x="66998" y="0"/>
                  <a:pt x="66531" y="109"/>
                  <a:pt x="66114" y="326"/>
                </a:cubicBezTo>
                <a:lnTo>
                  <a:pt x="834" y="37986"/>
                </a:lnTo>
                <a:cubicBezTo>
                  <a:pt x="500" y="38219"/>
                  <a:pt x="234" y="38486"/>
                  <a:pt x="0" y="38820"/>
                </a:cubicBezTo>
                <a:lnTo>
                  <a:pt x="3236" y="40688"/>
                </a:lnTo>
                <a:cubicBezTo>
                  <a:pt x="3469" y="40354"/>
                  <a:pt x="3736" y="40087"/>
                  <a:pt x="4070" y="39854"/>
                </a:cubicBezTo>
                <a:lnTo>
                  <a:pt x="69350" y="2160"/>
                </a:lnTo>
                <a:cubicBezTo>
                  <a:pt x="69560" y="2036"/>
                  <a:pt x="69759" y="1978"/>
                  <a:pt x="69936" y="1978"/>
                </a:cubicBezTo>
                <a:cubicBezTo>
                  <a:pt x="70309" y="1978"/>
                  <a:pt x="70585" y="2236"/>
                  <a:pt x="70662" y="2689"/>
                </a:cubicBezTo>
                <a:lnTo>
                  <a:pt x="70662" y="2689"/>
                </a:lnTo>
                <a:cubicBezTo>
                  <a:pt x="70553" y="1832"/>
                  <a:pt x="70074" y="1079"/>
                  <a:pt x="69350" y="626"/>
                </a:cubicBezTo>
                <a:lnTo>
                  <a:pt x="68816" y="326"/>
                </a:lnTo>
                <a:cubicBezTo>
                  <a:pt x="68399" y="109"/>
                  <a:pt x="67932" y="0"/>
                  <a:pt x="6746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41">
            <a:extLst>
              <a:ext uri="{FF2B5EF4-FFF2-40B4-BE49-F238E27FC236}">
                <a16:creationId xmlns:a16="http://schemas.microsoft.com/office/drawing/2014/main" id="{0DF38241-8759-865C-9099-94A95E4F187D}"/>
              </a:ext>
            </a:extLst>
          </p:cNvPr>
          <p:cNvSpPr/>
          <p:nvPr/>
        </p:nvSpPr>
        <p:spPr>
          <a:xfrm>
            <a:off x="2317939" y="1632456"/>
            <a:ext cx="1090790" cy="627894"/>
          </a:xfrm>
          <a:custGeom>
            <a:avLst/>
            <a:gdLst/>
            <a:ahLst/>
            <a:cxnLst/>
            <a:rect l="l" t="t" r="r" b="b"/>
            <a:pathLst>
              <a:path w="70684" h="40688" extrusionOk="0">
                <a:moveTo>
                  <a:pt x="70662" y="2689"/>
                </a:moveTo>
                <a:cubicBezTo>
                  <a:pt x="70673" y="2778"/>
                  <a:pt x="70681" y="2869"/>
                  <a:pt x="70684" y="2961"/>
                </a:cubicBezTo>
                <a:cubicBezTo>
                  <a:pt x="70684" y="2864"/>
                  <a:pt x="70676" y="2773"/>
                  <a:pt x="70662" y="2689"/>
                </a:cubicBezTo>
                <a:close/>
                <a:moveTo>
                  <a:pt x="67465" y="0"/>
                </a:moveTo>
                <a:cubicBezTo>
                  <a:pt x="66998" y="0"/>
                  <a:pt x="66531" y="109"/>
                  <a:pt x="66114" y="326"/>
                </a:cubicBezTo>
                <a:lnTo>
                  <a:pt x="834" y="37986"/>
                </a:lnTo>
                <a:cubicBezTo>
                  <a:pt x="500" y="38219"/>
                  <a:pt x="234" y="38486"/>
                  <a:pt x="0" y="38820"/>
                </a:cubicBezTo>
                <a:lnTo>
                  <a:pt x="3236" y="40688"/>
                </a:lnTo>
                <a:cubicBezTo>
                  <a:pt x="3469" y="40354"/>
                  <a:pt x="3736" y="40087"/>
                  <a:pt x="4070" y="39854"/>
                </a:cubicBezTo>
                <a:lnTo>
                  <a:pt x="69350" y="2160"/>
                </a:lnTo>
                <a:cubicBezTo>
                  <a:pt x="69560" y="2036"/>
                  <a:pt x="69759" y="1978"/>
                  <a:pt x="69936" y="1978"/>
                </a:cubicBezTo>
                <a:cubicBezTo>
                  <a:pt x="70309" y="1978"/>
                  <a:pt x="70585" y="2236"/>
                  <a:pt x="70662" y="2689"/>
                </a:cubicBezTo>
                <a:lnTo>
                  <a:pt x="70662" y="2689"/>
                </a:lnTo>
                <a:cubicBezTo>
                  <a:pt x="70553" y="1832"/>
                  <a:pt x="70074" y="1079"/>
                  <a:pt x="69350" y="626"/>
                </a:cubicBezTo>
                <a:lnTo>
                  <a:pt x="68816" y="326"/>
                </a:lnTo>
                <a:cubicBezTo>
                  <a:pt x="68399" y="109"/>
                  <a:pt x="67932" y="0"/>
                  <a:pt x="6746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41">
            <a:extLst>
              <a:ext uri="{FF2B5EF4-FFF2-40B4-BE49-F238E27FC236}">
                <a16:creationId xmlns:a16="http://schemas.microsoft.com/office/drawing/2014/main" id="{37771881-3AEA-673E-6912-8FDB90537928}"/>
              </a:ext>
            </a:extLst>
          </p:cNvPr>
          <p:cNvSpPr/>
          <p:nvPr/>
        </p:nvSpPr>
        <p:spPr>
          <a:xfrm>
            <a:off x="2450746" y="2250489"/>
            <a:ext cx="55092" cy="152514"/>
          </a:xfrm>
          <a:custGeom>
            <a:avLst/>
            <a:gdLst/>
            <a:ahLst/>
            <a:cxnLst/>
            <a:rect l="l" t="t" r="r" b="b"/>
            <a:pathLst>
              <a:path w="3570" h="9883" extrusionOk="0">
                <a:moveTo>
                  <a:pt x="3427" y="1"/>
                </a:moveTo>
                <a:cubicBezTo>
                  <a:pt x="3357" y="1"/>
                  <a:pt x="3261" y="36"/>
                  <a:pt x="3136" y="105"/>
                </a:cubicBezTo>
                <a:lnTo>
                  <a:pt x="2836" y="272"/>
                </a:lnTo>
                <a:cubicBezTo>
                  <a:pt x="2602" y="372"/>
                  <a:pt x="2435" y="605"/>
                  <a:pt x="2435" y="906"/>
                </a:cubicBezTo>
                <a:lnTo>
                  <a:pt x="2435" y="3741"/>
                </a:lnTo>
                <a:lnTo>
                  <a:pt x="1134" y="4475"/>
                </a:lnTo>
                <a:lnTo>
                  <a:pt x="1134" y="1639"/>
                </a:lnTo>
                <a:cubicBezTo>
                  <a:pt x="1134" y="1480"/>
                  <a:pt x="1087" y="1404"/>
                  <a:pt x="992" y="1404"/>
                </a:cubicBezTo>
                <a:cubicBezTo>
                  <a:pt x="928" y="1404"/>
                  <a:pt x="842" y="1439"/>
                  <a:pt x="734" y="1506"/>
                </a:cubicBezTo>
                <a:lnTo>
                  <a:pt x="434" y="1673"/>
                </a:lnTo>
                <a:cubicBezTo>
                  <a:pt x="167" y="1806"/>
                  <a:pt x="0" y="2040"/>
                  <a:pt x="0" y="2307"/>
                </a:cubicBezTo>
                <a:lnTo>
                  <a:pt x="0" y="9679"/>
                </a:lnTo>
                <a:cubicBezTo>
                  <a:pt x="0" y="9815"/>
                  <a:pt x="57" y="9883"/>
                  <a:pt x="157" y="9883"/>
                </a:cubicBezTo>
                <a:cubicBezTo>
                  <a:pt x="229" y="9883"/>
                  <a:pt x="323" y="9848"/>
                  <a:pt x="434" y="9779"/>
                </a:cubicBezTo>
                <a:lnTo>
                  <a:pt x="734" y="9612"/>
                </a:lnTo>
                <a:cubicBezTo>
                  <a:pt x="968" y="9478"/>
                  <a:pt x="1134" y="9245"/>
                  <a:pt x="1134" y="8978"/>
                </a:cubicBezTo>
                <a:lnTo>
                  <a:pt x="1134" y="5976"/>
                </a:lnTo>
                <a:lnTo>
                  <a:pt x="2435" y="5242"/>
                </a:lnTo>
                <a:lnTo>
                  <a:pt x="2435" y="8244"/>
                </a:lnTo>
                <a:cubicBezTo>
                  <a:pt x="2435" y="8403"/>
                  <a:pt x="2483" y="8480"/>
                  <a:pt x="2578" y="8480"/>
                </a:cubicBezTo>
                <a:cubicBezTo>
                  <a:pt x="2642" y="8480"/>
                  <a:pt x="2728" y="8445"/>
                  <a:pt x="2836" y="8378"/>
                </a:cubicBezTo>
                <a:lnTo>
                  <a:pt x="3136" y="8177"/>
                </a:lnTo>
                <a:cubicBezTo>
                  <a:pt x="3403" y="8077"/>
                  <a:pt x="3536" y="7844"/>
                  <a:pt x="3569" y="7577"/>
                </a:cubicBezTo>
                <a:lnTo>
                  <a:pt x="3569" y="205"/>
                </a:lnTo>
                <a:cubicBezTo>
                  <a:pt x="3569" y="69"/>
                  <a:pt x="3524" y="1"/>
                  <a:pt x="34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1">
            <a:extLst>
              <a:ext uri="{FF2B5EF4-FFF2-40B4-BE49-F238E27FC236}">
                <a16:creationId xmlns:a16="http://schemas.microsoft.com/office/drawing/2014/main" id="{9EAFCB35-098D-2A27-AECF-A0C7A5D3D622}"/>
              </a:ext>
            </a:extLst>
          </p:cNvPr>
          <p:cNvSpPr/>
          <p:nvPr/>
        </p:nvSpPr>
        <p:spPr>
          <a:xfrm>
            <a:off x="2522289" y="2232264"/>
            <a:ext cx="17006" cy="129520"/>
          </a:xfrm>
          <a:custGeom>
            <a:avLst/>
            <a:gdLst/>
            <a:ahLst/>
            <a:cxnLst/>
            <a:rect l="l" t="t" r="r" b="b"/>
            <a:pathLst>
              <a:path w="1102" h="8393" extrusionOk="0">
                <a:moveTo>
                  <a:pt x="921" y="1"/>
                </a:moveTo>
                <a:cubicBezTo>
                  <a:pt x="838" y="1"/>
                  <a:pt x="721" y="42"/>
                  <a:pt x="568" y="119"/>
                </a:cubicBezTo>
                <a:cubicBezTo>
                  <a:pt x="234" y="319"/>
                  <a:pt x="68" y="552"/>
                  <a:pt x="68" y="786"/>
                </a:cubicBezTo>
                <a:lnTo>
                  <a:pt x="68" y="1453"/>
                </a:lnTo>
                <a:cubicBezTo>
                  <a:pt x="68" y="1602"/>
                  <a:pt x="120" y="1668"/>
                  <a:pt x="229" y="1668"/>
                </a:cubicBezTo>
                <a:cubicBezTo>
                  <a:pt x="316" y="1668"/>
                  <a:pt x="439" y="1627"/>
                  <a:pt x="601" y="1553"/>
                </a:cubicBezTo>
                <a:cubicBezTo>
                  <a:pt x="935" y="1353"/>
                  <a:pt x="1068" y="1119"/>
                  <a:pt x="1068" y="886"/>
                </a:cubicBezTo>
                <a:lnTo>
                  <a:pt x="1068" y="185"/>
                </a:lnTo>
                <a:cubicBezTo>
                  <a:pt x="1068" y="59"/>
                  <a:pt x="1019" y="1"/>
                  <a:pt x="921" y="1"/>
                </a:cubicBezTo>
                <a:close/>
                <a:moveTo>
                  <a:pt x="952" y="1985"/>
                </a:moveTo>
                <a:cubicBezTo>
                  <a:pt x="883" y="1985"/>
                  <a:pt x="789" y="2019"/>
                  <a:pt x="668" y="2087"/>
                </a:cubicBezTo>
                <a:lnTo>
                  <a:pt x="468" y="2220"/>
                </a:lnTo>
                <a:cubicBezTo>
                  <a:pt x="201" y="2320"/>
                  <a:pt x="34" y="2554"/>
                  <a:pt x="1" y="2854"/>
                </a:cubicBezTo>
                <a:lnTo>
                  <a:pt x="1" y="8158"/>
                </a:lnTo>
                <a:cubicBezTo>
                  <a:pt x="1" y="8317"/>
                  <a:pt x="60" y="8393"/>
                  <a:pt x="172" y="8393"/>
                </a:cubicBezTo>
                <a:cubicBezTo>
                  <a:pt x="247" y="8393"/>
                  <a:pt x="347" y="8358"/>
                  <a:pt x="468" y="8291"/>
                </a:cubicBezTo>
                <a:lnTo>
                  <a:pt x="668" y="8158"/>
                </a:lnTo>
                <a:cubicBezTo>
                  <a:pt x="935" y="8058"/>
                  <a:pt x="1102" y="7791"/>
                  <a:pt x="1102" y="7524"/>
                </a:cubicBezTo>
                <a:lnTo>
                  <a:pt x="1102" y="2220"/>
                </a:lnTo>
                <a:cubicBezTo>
                  <a:pt x="1102" y="2061"/>
                  <a:pt x="1054" y="1985"/>
                  <a:pt x="952" y="198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1">
            <a:extLst>
              <a:ext uri="{FF2B5EF4-FFF2-40B4-BE49-F238E27FC236}">
                <a16:creationId xmlns:a16="http://schemas.microsoft.com/office/drawing/2014/main" id="{80EE6B96-42BE-8630-E688-471A5D0C56C8}"/>
              </a:ext>
            </a:extLst>
          </p:cNvPr>
          <p:cNvSpPr/>
          <p:nvPr/>
        </p:nvSpPr>
        <p:spPr>
          <a:xfrm>
            <a:off x="2553693" y="2210921"/>
            <a:ext cx="20602" cy="132715"/>
          </a:xfrm>
          <a:custGeom>
            <a:avLst/>
            <a:gdLst/>
            <a:ahLst/>
            <a:cxnLst/>
            <a:rect l="l" t="t" r="r" b="b"/>
            <a:pathLst>
              <a:path w="1335" h="8600" extrusionOk="0">
                <a:moveTo>
                  <a:pt x="1235" y="0"/>
                </a:moveTo>
                <a:cubicBezTo>
                  <a:pt x="1101" y="0"/>
                  <a:pt x="1001" y="34"/>
                  <a:pt x="901" y="101"/>
                </a:cubicBezTo>
                <a:lnTo>
                  <a:pt x="568" y="301"/>
                </a:lnTo>
                <a:cubicBezTo>
                  <a:pt x="334" y="401"/>
                  <a:pt x="167" y="634"/>
                  <a:pt x="167" y="934"/>
                </a:cubicBezTo>
                <a:lnTo>
                  <a:pt x="167" y="5705"/>
                </a:lnTo>
                <a:cubicBezTo>
                  <a:pt x="167" y="5838"/>
                  <a:pt x="167" y="5905"/>
                  <a:pt x="234" y="5938"/>
                </a:cubicBezTo>
                <a:cubicBezTo>
                  <a:pt x="251" y="5946"/>
                  <a:pt x="272" y="5951"/>
                  <a:pt x="295" y="5951"/>
                </a:cubicBezTo>
                <a:cubicBezTo>
                  <a:pt x="365" y="5951"/>
                  <a:pt x="459" y="5913"/>
                  <a:pt x="534" y="5838"/>
                </a:cubicBezTo>
                <a:lnTo>
                  <a:pt x="568" y="5805"/>
                </a:lnTo>
                <a:cubicBezTo>
                  <a:pt x="701" y="5738"/>
                  <a:pt x="801" y="5671"/>
                  <a:pt x="868" y="5571"/>
                </a:cubicBezTo>
                <a:cubicBezTo>
                  <a:pt x="935" y="5471"/>
                  <a:pt x="968" y="5338"/>
                  <a:pt x="968" y="5238"/>
                </a:cubicBezTo>
                <a:lnTo>
                  <a:pt x="1335" y="167"/>
                </a:lnTo>
                <a:cubicBezTo>
                  <a:pt x="1335" y="67"/>
                  <a:pt x="1302" y="0"/>
                  <a:pt x="1235" y="0"/>
                </a:cubicBezTo>
                <a:close/>
                <a:moveTo>
                  <a:pt x="927" y="6453"/>
                </a:moveTo>
                <a:cubicBezTo>
                  <a:pt x="862" y="6453"/>
                  <a:pt x="776" y="6491"/>
                  <a:pt x="668" y="6572"/>
                </a:cubicBezTo>
                <a:lnTo>
                  <a:pt x="434" y="6705"/>
                </a:lnTo>
                <a:cubicBezTo>
                  <a:pt x="167" y="6805"/>
                  <a:pt x="1" y="7039"/>
                  <a:pt x="1" y="7306"/>
                </a:cubicBezTo>
                <a:lnTo>
                  <a:pt x="1" y="8373"/>
                </a:lnTo>
                <a:cubicBezTo>
                  <a:pt x="1" y="8518"/>
                  <a:pt x="65" y="8599"/>
                  <a:pt x="178" y="8599"/>
                </a:cubicBezTo>
                <a:cubicBezTo>
                  <a:pt x="247" y="8599"/>
                  <a:pt x="334" y="8570"/>
                  <a:pt x="434" y="8507"/>
                </a:cubicBezTo>
                <a:lnTo>
                  <a:pt x="668" y="8340"/>
                </a:lnTo>
                <a:cubicBezTo>
                  <a:pt x="901" y="8240"/>
                  <a:pt x="1068" y="8006"/>
                  <a:pt x="1068" y="7739"/>
                </a:cubicBezTo>
                <a:lnTo>
                  <a:pt x="1068" y="6672"/>
                </a:lnTo>
                <a:cubicBezTo>
                  <a:pt x="1068" y="6533"/>
                  <a:pt x="1021" y="6453"/>
                  <a:pt x="927" y="64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41">
            <a:extLst>
              <a:ext uri="{FF2B5EF4-FFF2-40B4-BE49-F238E27FC236}">
                <a16:creationId xmlns:a16="http://schemas.microsoft.com/office/drawing/2014/main" id="{A4474126-F3EB-0D07-B421-9B795A0987CF}"/>
              </a:ext>
            </a:extLst>
          </p:cNvPr>
          <p:cNvSpPr/>
          <p:nvPr/>
        </p:nvSpPr>
        <p:spPr>
          <a:xfrm>
            <a:off x="2450746" y="2417833"/>
            <a:ext cx="55092" cy="152961"/>
          </a:xfrm>
          <a:custGeom>
            <a:avLst/>
            <a:gdLst/>
            <a:ahLst/>
            <a:cxnLst/>
            <a:rect l="l" t="t" r="r" b="b"/>
            <a:pathLst>
              <a:path w="3570" h="9912" extrusionOk="0">
                <a:moveTo>
                  <a:pt x="3420" y="0"/>
                </a:moveTo>
                <a:cubicBezTo>
                  <a:pt x="3351" y="0"/>
                  <a:pt x="3257" y="35"/>
                  <a:pt x="3136" y="102"/>
                </a:cubicBezTo>
                <a:lnTo>
                  <a:pt x="2836" y="302"/>
                </a:lnTo>
                <a:cubicBezTo>
                  <a:pt x="2602" y="402"/>
                  <a:pt x="2435" y="636"/>
                  <a:pt x="2435" y="903"/>
                </a:cubicBezTo>
                <a:lnTo>
                  <a:pt x="2435" y="3738"/>
                </a:lnTo>
                <a:lnTo>
                  <a:pt x="1134" y="4472"/>
                </a:lnTo>
                <a:lnTo>
                  <a:pt x="1134" y="1637"/>
                </a:lnTo>
                <a:cubicBezTo>
                  <a:pt x="1134" y="1500"/>
                  <a:pt x="1089" y="1432"/>
                  <a:pt x="998" y="1432"/>
                </a:cubicBezTo>
                <a:cubicBezTo>
                  <a:pt x="933" y="1432"/>
                  <a:pt x="845" y="1467"/>
                  <a:pt x="734" y="1536"/>
                </a:cubicBezTo>
                <a:lnTo>
                  <a:pt x="434" y="1703"/>
                </a:lnTo>
                <a:cubicBezTo>
                  <a:pt x="167" y="1803"/>
                  <a:pt x="0" y="2070"/>
                  <a:pt x="0" y="2337"/>
                </a:cubicBezTo>
                <a:lnTo>
                  <a:pt x="0" y="9676"/>
                </a:lnTo>
                <a:cubicBezTo>
                  <a:pt x="0" y="9835"/>
                  <a:pt x="60" y="9911"/>
                  <a:pt x="164" y="9911"/>
                </a:cubicBezTo>
                <a:cubicBezTo>
                  <a:pt x="235" y="9911"/>
                  <a:pt x="326" y="9876"/>
                  <a:pt x="434" y="9809"/>
                </a:cubicBezTo>
                <a:lnTo>
                  <a:pt x="734" y="9609"/>
                </a:lnTo>
                <a:cubicBezTo>
                  <a:pt x="968" y="9509"/>
                  <a:pt x="1134" y="9275"/>
                  <a:pt x="1134" y="9009"/>
                </a:cubicBezTo>
                <a:lnTo>
                  <a:pt x="1134" y="6006"/>
                </a:lnTo>
                <a:lnTo>
                  <a:pt x="2435" y="5273"/>
                </a:lnTo>
                <a:lnTo>
                  <a:pt x="2435" y="8275"/>
                </a:lnTo>
                <a:cubicBezTo>
                  <a:pt x="2435" y="8411"/>
                  <a:pt x="2481" y="8479"/>
                  <a:pt x="2571" y="8479"/>
                </a:cubicBezTo>
                <a:cubicBezTo>
                  <a:pt x="2636" y="8479"/>
                  <a:pt x="2724" y="8444"/>
                  <a:pt x="2836" y="8375"/>
                </a:cubicBezTo>
                <a:lnTo>
                  <a:pt x="3136" y="8208"/>
                </a:lnTo>
                <a:cubicBezTo>
                  <a:pt x="3403" y="8108"/>
                  <a:pt x="3536" y="7874"/>
                  <a:pt x="3569" y="7608"/>
                </a:cubicBezTo>
                <a:lnTo>
                  <a:pt x="3569" y="236"/>
                </a:lnTo>
                <a:cubicBezTo>
                  <a:pt x="3569" y="76"/>
                  <a:pt x="3522" y="0"/>
                  <a:pt x="342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41">
            <a:extLst>
              <a:ext uri="{FF2B5EF4-FFF2-40B4-BE49-F238E27FC236}">
                <a16:creationId xmlns:a16="http://schemas.microsoft.com/office/drawing/2014/main" id="{00CC6110-D8EA-609D-D0DA-4A86FC979C02}"/>
              </a:ext>
            </a:extLst>
          </p:cNvPr>
          <p:cNvSpPr/>
          <p:nvPr/>
        </p:nvSpPr>
        <p:spPr>
          <a:xfrm>
            <a:off x="2519727" y="2421984"/>
            <a:ext cx="47885" cy="101341"/>
          </a:xfrm>
          <a:custGeom>
            <a:avLst/>
            <a:gdLst/>
            <a:ahLst/>
            <a:cxnLst/>
            <a:rect l="l" t="t" r="r" b="b"/>
            <a:pathLst>
              <a:path w="3103" h="6567" extrusionOk="0">
                <a:moveTo>
                  <a:pt x="1679" y="1489"/>
                </a:moveTo>
                <a:cubicBezTo>
                  <a:pt x="1758" y="1489"/>
                  <a:pt x="1821" y="1571"/>
                  <a:pt x="1868" y="1734"/>
                </a:cubicBezTo>
                <a:cubicBezTo>
                  <a:pt x="1968" y="2168"/>
                  <a:pt x="2001" y="2602"/>
                  <a:pt x="1968" y="3035"/>
                </a:cubicBezTo>
                <a:cubicBezTo>
                  <a:pt x="1968" y="3502"/>
                  <a:pt x="1935" y="3969"/>
                  <a:pt x="1868" y="4436"/>
                </a:cubicBezTo>
                <a:cubicBezTo>
                  <a:pt x="1868" y="4670"/>
                  <a:pt x="1735" y="4870"/>
                  <a:pt x="1568" y="5037"/>
                </a:cubicBezTo>
                <a:cubicBezTo>
                  <a:pt x="1527" y="5053"/>
                  <a:pt x="1491" y="5061"/>
                  <a:pt x="1458" y="5061"/>
                </a:cubicBezTo>
                <a:cubicBezTo>
                  <a:pt x="1354" y="5061"/>
                  <a:pt x="1285" y="4980"/>
                  <a:pt x="1234" y="4803"/>
                </a:cubicBezTo>
                <a:cubicBezTo>
                  <a:pt x="1168" y="4370"/>
                  <a:pt x="1134" y="3936"/>
                  <a:pt x="1168" y="3502"/>
                </a:cubicBezTo>
                <a:cubicBezTo>
                  <a:pt x="1134" y="3035"/>
                  <a:pt x="1168" y="2568"/>
                  <a:pt x="1234" y="2101"/>
                </a:cubicBezTo>
                <a:cubicBezTo>
                  <a:pt x="1268" y="1868"/>
                  <a:pt x="1368" y="1668"/>
                  <a:pt x="1568" y="1534"/>
                </a:cubicBezTo>
                <a:cubicBezTo>
                  <a:pt x="1608" y="1504"/>
                  <a:pt x="1645" y="1489"/>
                  <a:pt x="1679" y="1489"/>
                </a:cubicBezTo>
                <a:close/>
                <a:moveTo>
                  <a:pt x="2154" y="0"/>
                </a:moveTo>
                <a:cubicBezTo>
                  <a:pt x="1983" y="0"/>
                  <a:pt x="1788" y="68"/>
                  <a:pt x="1568" y="200"/>
                </a:cubicBezTo>
                <a:cubicBezTo>
                  <a:pt x="1001" y="534"/>
                  <a:pt x="600" y="1034"/>
                  <a:pt x="434" y="1634"/>
                </a:cubicBezTo>
                <a:cubicBezTo>
                  <a:pt x="133" y="2435"/>
                  <a:pt x="0" y="3302"/>
                  <a:pt x="33" y="4136"/>
                </a:cubicBezTo>
                <a:cubicBezTo>
                  <a:pt x="33" y="5170"/>
                  <a:pt x="167" y="5837"/>
                  <a:pt x="434" y="6238"/>
                </a:cubicBezTo>
                <a:cubicBezTo>
                  <a:pt x="572" y="6455"/>
                  <a:pt x="768" y="6567"/>
                  <a:pt x="1009" y="6567"/>
                </a:cubicBezTo>
                <a:cubicBezTo>
                  <a:pt x="1176" y="6567"/>
                  <a:pt x="1364" y="6513"/>
                  <a:pt x="1568" y="6405"/>
                </a:cubicBezTo>
                <a:cubicBezTo>
                  <a:pt x="2102" y="6071"/>
                  <a:pt x="2502" y="5537"/>
                  <a:pt x="2702" y="4937"/>
                </a:cubicBezTo>
                <a:cubicBezTo>
                  <a:pt x="2969" y="4136"/>
                  <a:pt x="3102" y="3269"/>
                  <a:pt x="3102" y="2402"/>
                </a:cubicBezTo>
                <a:cubicBezTo>
                  <a:pt x="3102" y="1401"/>
                  <a:pt x="2969" y="700"/>
                  <a:pt x="2702" y="333"/>
                </a:cubicBezTo>
                <a:cubicBezTo>
                  <a:pt x="2553" y="109"/>
                  <a:pt x="2372" y="0"/>
                  <a:pt x="21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41">
            <a:extLst>
              <a:ext uri="{FF2B5EF4-FFF2-40B4-BE49-F238E27FC236}">
                <a16:creationId xmlns:a16="http://schemas.microsoft.com/office/drawing/2014/main" id="{FC6489D8-8B30-C16C-8A84-063F9076CAB4}"/>
              </a:ext>
            </a:extLst>
          </p:cNvPr>
          <p:cNvSpPr/>
          <p:nvPr/>
        </p:nvSpPr>
        <p:spPr>
          <a:xfrm>
            <a:off x="2575822" y="2370997"/>
            <a:ext cx="67453" cy="121233"/>
          </a:xfrm>
          <a:custGeom>
            <a:avLst/>
            <a:gdLst/>
            <a:ahLst/>
            <a:cxnLst/>
            <a:rect l="l" t="t" r="r" b="b"/>
            <a:pathLst>
              <a:path w="4371" h="7856" extrusionOk="0">
                <a:moveTo>
                  <a:pt x="4248" y="1"/>
                </a:moveTo>
                <a:cubicBezTo>
                  <a:pt x="4177" y="1"/>
                  <a:pt x="4075" y="43"/>
                  <a:pt x="3937" y="135"/>
                </a:cubicBezTo>
                <a:cubicBezTo>
                  <a:pt x="3604" y="335"/>
                  <a:pt x="3437" y="502"/>
                  <a:pt x="3437" y="669"/>
                </a:cubicBezTo>
                <a:lnTo>
                  <a:pt x="3237" y="3637"/>
                </a:lnTo>
                <a:lnTo>
                  <a:pt x="3170" y="4271"/>
                </a:lnTo>
                <a:cubicBezTo>
                  <a:pt x="3170" y="4371"/>
                  <a:pt x="3203" y="4471"/>
                  <a:pt x="3170" y="4605"/>
                </a:cubicBezTo>
                <a:cubicBezTo>
                  <a:pt x="3170" y="4705"/>
                  <a:pt x="3170" y="4838"/>
                  <a:pt x="3170" y="4938"/>
                </a:cubicBezTo>
                <a:lnTo>
                  <a:pt x="3137" y="4938"/>
                </a:lnTo>
                <a:cubicBezTo>
                  <a:pt x="3103" y="4371"/>
                  <a:pt x="3070" y="3971"/>
                  <a:pt x="3003" y="3704"/>
                </a:cubicBezTo>
                <a:lnTo>
                  <a:pt x="2703" y="1069"/>
                </a:lnTo>
                <a:cubicBezTo>
                  <a:pt x="2703" y="1015"/>
                  <a:pt x="2658" y="960"/>
                  <a:pt x="2606" y="960"/>
                </a:cubicBezTo>
                <a:cubicBezTo>
                  <a:pt x="2594" y="960"/>
                  <a:pt x="2582" y="963"/>
                  <a:pt x="2569" y="969"/>
                </a:cubicBezTo>
                <a:cubicBezTo>
                  <a:pt x="2503" y="969"/>
                  <a:pt x="2403" y="1002"/>
                  <a:pt x="2303" y="1036"/>
                </a:cubicBezTo>
                <a:lnTo>
                  <a:pt x="2136" y="1169"/>
                </a:lnTo>
                <a:cubicBezTo>
                  <a:pt x="2002" y="1236"/>
                  <a:pt x="1936" y="1302"/>
                  <a:pt x="1836" y="1403"/>
                </a:cubicBezTo>
                <a:cubicBezTo>
                  <a:pt x="1769" y="1436"/>
                  <a:pt x="1736" y="1536"/>
                  <a:pt x="1736" y="1636"/>
                </a:cubicBezTo>
                <a:lnTo>
                  <a:pt x="1435" y="4605"/>
                </a:lnTo>
                <a:cubicBezTo>
                  <a:pt x="1369" y="5072"/>
                  <a:pt x="1335" y="5539"/>
                  <a:pt x="1302" y="6006"/>
                </a:cubicBezTo>
                <a:lnTo>
                  <a:pt x="1269" y="6006"/>
                </a:lnTo>
                <a:lnTo>
                  <a:pt x="1202" y="4738"/>
                </a:lnTo>
                <a:lnTo>
                  <a:pt x="1002" y="2036"/>
                </a:lnTo>
                <a:cubicBezTo>
                  <a:pt x="1002" y="1964"/>
                  <a:pt x="958" y="1930"/>
                  <a:pt x="884" y="1930"/>
                </a:cubicBezTo>
                <a:cubicBezTo>
                  <a:pt x="787" y="1930"/>
                  <a:pt x="638" y="1989"/>
                  <a:pt x="468" y="2103"/>
                </a:cubicBezTo>
                <a:cubicBezTo>
                  <a:pt x="168" y="2270"/>
                  <a:pt x="1" y="2437"/>
                  <a:pt x="1" y="2637"/>
                </a:cubicBezTo>
                <a:lnTo>
                  <a:pt x="1" y="2837"/>
                </a:lnTo>
                <a:lnTo>
                  <a:pt x="802" y="7707"/>
                </a:lnTo>
                <a:cubicBezTo>
                  <a:pt x="802" y="7807"/>
                  <a:pt x="835" y="7840"/>
                  <a:pt x="902" y="7840"/>
                </a:cubicBezTo>
                <a:cubicBezTo>
                  <a:pt x="924" y="7852"/>
                  <a:pt x="946" y="7855"/>
                  <a:pt x="968" y="7855"/>
                </a:cubicBezTo>
                <a:cubicBezTo>
                  <a:pt x="1013" y="7855"/>
                  <a:pt x="1057" y="7840"/>
                  <a:pt x="1102" y="7840"/>
                </a:cubicBezTo>
                <a:lnTo>
                  <a:pt x="1369" y="7674"/>
                </a:lnTo>
                <a:cubicBezTo>
                  <a:pt x="1435" y="7640"/>
                  <a:pt x="1502" y="7574"/>
                  <a:pt x="1569" y="7507"/>
                </a:cubicBezTo>
                <a:cubicBezTo>
                  <a:pt x="1635" y="7440"/>
                  <a:pt x="1669" y="7340"/>
                  <a:pt x="1669" y="7273"/>
                </a:cubicBezTo>
                <a:lnTo>
                  <a:pt x="2136" y="3971"/>
                </a:lnTo>
                <a:cubicBezTo>
                  <a:pt x="2169" y="3938"/>
                  <a:pt x="2169" y="3738"/>
                  <a:pt x="2169" y="3504"/>
                </a:cubicBezTo>
                <a:cubicBezTo>
                  <a:pt x="2169" y="3404"/>
                  <a:pt x="2169" y="3237"/>
                  <a:pt x="2169" y="3037"/>
                </a:cubicBezTo>
                <a:lnTo>
                  <a:pt x="2203" y="3037"/>
                </a:lnTo>
                <a:cubicBezTo>
                  <a:pt x="2236" y="3104"/>
                  <a:pt x="2236" y="3237"/>
                  <a:pt x="2236" y="3471"/>
                </a:cubicBezTo>
                <a:cubicBezTo>
                  <a:pt x="2236" y="3571"/>
                  <a:pt x="2269" y="3704"/>
                  <a:pt x="2269" y="3871"/>
                </a:cubicBezTo>
                <a:lnTo>
                  <a:pt x="2736" y="6640"/>
                </a:lnTo>
                <a:cubicBezTo>
                  <a:pt x="2736" y="6706"/>
                  <a:pt x="2770" y="6773"/>
                  <a:pt x="2836" y="6773"/>
                </a:cubicBezTo>
                <a:cubicBezTo>
                  <a:pt x="2903" y="6773"/>
                  <a:pt x="3003" y="6740"/>
                  <a:pt x="3070" y="6706"/>
                </a:cubicBezTo>
                <a:lnTo>
                  <a:pt x="3303" y="6573"/>
                </a:lnTo>
                <a:cubicBezTo>
                  <a:pt x="3470" y="6473"/>
                  <a:pt x="3570" y="6339"/>
                  <a:pt x="3604" y="6139"/>
                </a:cubicBezTo>
                <a:lnTo>
                  <a:pt x="4371" y="335"/>
                </a:lnTo>
                <a:lnTo>
                  <a:pt x="4371" y="168"/>
                </a:lnTo>
                <a:cubicBezTo>
                  <a:pt x="4371" y="60"/>
                  <a:pt x="4332" y="1"/>
                  <a:pt x="424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41">
            <a:extLst>
              <a:ext uri="{FF2B5EF4-FFF2-40B4-BE49-F238E27FC236}">
                <a16:creationId xmlns:a16="http://schemas.microsoft.com/office/drawing/2014/main" id="{3207F54D-FDE8-A1B0-389E-E53F621FEB93}"/>
              </a:ext>
            </a:extLst>
          </p:cNvPr>
          <p:cNvSpPr/>
          <p:nvPr/>
        </p:nvSpPr>
        <p:spPr>
          <a:xfrm>
            <a:off x="2670543" y="2333744"/>
            <a:ext cx="42222" cy="102468"/>
          </a:xfrm>
          <a:custGeom>
            <a:avLst/>
            <a:gdLst/>
            <a:ahLst/>
            <a:cxnLst/>
            <a:rect l="l" t="t" r="r" b="b"/>
            <a:pathLst>
              <a:path w="2736" h="6640" extrusionOk="0">
                <a:moveTo>
                  <a:pt x="2249" y="1"/>
                </a:moveTo>
                <a:cubicBezTo>
                  <a:pt x="2209" y="1"/>
                  <a:pt x="2171" y="5"/>
                  <a:pt x="2136" y="14"/>
                </a:cubicBezTo>
                <a:cubicBezTo>
                  <a:pt x="1969" y="47"/>
                  <a:pt x="1769" y="114"/>
                  <a:pt x="1635" y="214"/>
                </a:cubicBezTo>
                <a:cubicBezTo>
                  <a:pt x="534" y="848"/>
                  <a:pt x="1" y="2182"/>
                  <a:pt x="1" y="4250"/>
                </a:cubicBezTo>
                <a:cubicBezTo>
                  <a:pt x="1" y="5838"/>
                  <a:pt x="315" y="6639"/>
                  <a:pt x="944" y="6639"/>
                </a:cubicBezTo>
                <a:cubicBezTo>
                  <a:pt x="1135" y="6639"/>
                  <a:pt x="1354" y="6566"/>
                  <a:pt x="1602" y="6418"/>
                </a:cubicBezTo>
                <a:cubicBezTo>
                  <a:pt x="1769" y="6318"/>
                  <a:pt x="1935" y="6185"/>
                  <a:pt x="2069" y="6051"/>
                </a:cubicBezTo>
                <a:cubicBezTo>
                  <a:pt x="2269" y="5885"/>
                  <a:pt x="2402" y="5685"/>
                  <a:pt x="2536" y="5484"/>
                </a:cubicBezTo>
                <a:cubicBezTo>
                  <a:pt x="2636" y="5351"/>
                  <a:pt x="2703" y="5184"/>
                  <a:pt x="2736" y="4984"/>
                </a:cubicBezTo>
                <a:cubicBezTo>
                  <a:pt x="2703" y="4817"/>
                  <a:pt x="2669" y="4650"/>
                  <a:pt x="2603" y="4484"/>
                </a:cubicBezTo>
                <a:cubicBezTo>
                  <a:pt x="2547" y="4345"/>
                  <a:pt x="2491" y="4275"/>
                  <a:pt x="2436" y="4275"/>
                </a:cubicBezTo>
                <a:cubicBezTo>
                  <a:pt x="2425" y="4275"/>
                  <a:pt x="2414" y="4278"/>
                  <a:pt x="2402" y="4284"/>
                </a:cubicBezTo>
                <a:cubicBezTo>
                  <a:pt x="2336" y="4350"/>
                  <a:pt x="2302" y="4384"/>
                  <a:pt x="2269" y="4450"/>
                </a:cubicBezTo>
                <a:lnTo>
                  <a:pt x="2169" y="4584"/>
                </a:lnTo>
                <a:cubicBezTo>
                  <a:pt x="2102" y="4650"/>
                  <a:pt x="2035" y="4717"/>
                  <a:pt x="1969" y="4817"/>
                </a:cubicBezTo>
                <a:cubicBezTo>
                  <a:pt x="1902" y="4884"/>
                  <a:pt x="1802" y="4951"/>
                  <a:pt x="1735" y="5017"/>
                </a:cubicBezTo>
                <a:cubicBezTo>
                  <a:pt x="1684" y="5048"/>
                  <a:pt x="1626" y="5063"/>
                  <a:pt x="1569" y="5063"/>
                </a:cubicBezTo>
                <a:cubicBezTo>
                  <a:pt x="1443" y="5063"/>
                  <a:pt x="1325" y="4989"/>
                  <a:pt x="1302" y="4851"/>
                </a:cubicBezTo>
                <a:cubicBezTo>
                  <a:pt x="1168" y="4450"/>
                  <a:pt x="1135" y="4017"/>
                  <a:pt x="1135" y="3583"/>
                </a:cubicBezTo>
                <a:cubicBezTo>
                  <a:pt x="1135" y="3116"/>
                  <a:pt x="1168" y="2649"/>
                  <a:pt x="1302" y="2182"/>
                </a:cubicBezTo>
                <a:cubicBezTo>
                  <a:pt x="1368" y="1882"/>
                  <a:pt x="1502" y="1648"/>
                  <a:pt x="1735" y="1515"/>
                </a:cubicBezTo>
                <a:cubicBezTo>
                  <a:pt x="1835" y="1448"/>
                  <a:pt x="1902" y="1415"/>
                  <a:pt x="2002" y="1415"/>
                </a:cubicBezTo>
                <a:cubicBezTo>
                  <a:pt x="2069" y="1415"/>
                  <a:pt x="2169" y="1448"/>
                  <a:pt x="2236" y="1448"/>
                </a:cubicBezTo>
                <a:cubicBezTo>
                  <a:pt x="2252" y="1465"/>
                  <a:pt x="2277" y="1473"/>
                  <a:pt x="2302" y="1473"/>
                </a:cubicBezTo>
                <a:cubicBezTo>
                  <a:pt x="2327" y="1473"/>
                  <a:pt x="2352" y="1465"/>
                  <a:pt x="2369" y="1448"/>
                </a:cubicBezTo>
                <a:cubicBezTo>
                  <a:pt x="2436" y="1415"/>
                  <a:pt x="2536" y="1248"/>
                  <a:pt x="2603" y="981"/>
                </a:cubicBezTo>
                <a:cubicBezTo>
                  <a:pt x="2669" y="781"/>
                  <a:pt x="2703" y="581"/>
                  <a:pt x="2703" y="381"/>
                </a:cubicBezTo>
                <a:cubicBezTo>
                  <a:pt x="2736" y="247"/>
                  <a:pt x="2669" y="147"/>
                  <a:pt x="2569" y="81"/>
                </a:cubicBezTo>
                <a:cubicBezTo>
                  <a:pt x="2472" y="32"/>
                  <a:pt x="2356" y="1"/>
                  <a:pt x="224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41">
            <a:extLst>
              <a:ext uri="{FF2B5EF4-FFF2-40B4-BE49-F238E27FC236}">
                <a16:creationId xmlns:a16="http://schemas.microsoft.com/office/drawing/2014/main" id="{1F810575-71C1-B82B-BB22-3E4B829378D4}"/>
              </a:ext>
            </a:extLst>
          </p:cNvPr>
          <p:cNvSpPr/>
          <p:nvPr/>
        </p:nvSpPr>
        <p:spPr>
          <a:xfrm>
            <a:off x="2719956" y="2306368"/>
            <a:ext cx="46358" cy="104567"/>
          </a:xfrm>
          <a:custGeom>
            <a:avLst/>
            <a:gdLst/>
            <a:ahLst/>
            <a:cxnLst/>
            <a:rect l="l" t="t" r="r" b="b"/>
            <a:pathLst>
              <a:path w="3004" h="6776" extrusionOk="0">
                <a:moveTo>
                  <a:pt x="1802" y="3289"/>
                </a:moveTo>
                <a:lnTo>
                  <a:pt x="1802" y="4623"/>
                </a:lnTo>
                <a:cubicBezTo>
                  <a:pt x="1769" y="4757"/>
                  <a:pt x="1736" y="4890"/>
                  <a:pt x="1635" y="4990"/>
                </a:cubicBezTo>
                <a:cubicBezTo>
                  <a:pt x="1602" y="5090"/>
                  <a:pt x="1535" y="5157"/>
                  <a:pt x="1435" y="5224"/>
                </a:cubicBezTo>
                <a:cubicBezTo>
                  <a:pt x="1375" y="5254"/>
                  <a:pt x="1329" y="5270"/>
                  <a:pt x="1290" y="5270"/>
                </a:cubicBezTo>
                <a:cubicBezTo>
                  <a:pt x="1242" y="5270"/>
                  <a:pt x="1205" y="5245"/>
                  <a:pt x="1168" y="5190"/>
                </a:cubicBezTo>
                <a:cubicBezTo>
                  <a:pt x="1068" y="5057"/>
                  <a:pt x="1035" y="4890"/>
                  <a:pt x="1068" y="4723"/>
                </a:cubicBezTo>
                <a:cubicBezTo>
                  <a:pt x="1002" y="4156"/>
                  <a:pt x="1302" y="3589"/>
                  <a:pt x="1802" y="3289"/>
                </a:cubicBezTo>
                <a:close/>
                <a:moveTo>
                  <a:pt x="2184" y="0"/>
                </a:moveTo>
                <a:cubicBezTo>
                  <a:pt x="1983" y="0"/>
                  <a:pt x="1736" y="85"/>
                  <a:pt x="1435" y="253"/>
                </a:cubicBezTo>
                <a:cubicBezTo>
                  <a:pt x="1235" y="387"/>
                  <a:pt x="1035" y="520"/>
                  <a:pt x="868" y="687"/>
                </a:cubicBezTo>
                <a:cubicBezTo>
                  <a:pt x="701" y="854"/>
                  <a:pt x="535" y="1021"/>
                  <a:pt x="401" y="1221"/>
                </a:cubicBezTo>
                <a:cubicBezTo>
                  <a:pt x="301" y="1354"/>
                  <a:pt x="234" y="1521"/>
                  <a:pt x="234" y="1688"/>
                </a:cubicBezTo>
                <a:cubicBezTo>
                  <a:pt x="234" y="1821"/>
                  <a:pt x="268" y="1921"/>
                  <a:pt x="301" y="2021"/>
                </a:cubicBezTo>
                <a:cubicBezTo>
                  <a:pt x="335" y="2121"/>
                  <a:pt x="401" y="2221"/>
                  <a:pt x="468" y="2322"/>
                </a:cubicBezTo>
                <a:cubicBezTo>
                  <a:pt x="517" y="2370"/>
                  <a:pt x="548" y="2401"/>
                  <a:pt x="587" y="2401"/>
                </a:cubicBezTo>
                <a:cubicBezTo>
                  <a:pt x="601" y="2401"/>
                  <a:pt x="617" y="2397"/>
                  <a:pt x="635" y="2388"/>
                </a:cubicBezTo>
                <a:cubicBezTo>
                  <a:pt x="701" y="2355"/>
                  <a:pt x="735" y="2288"/>
                  <a:pt x="768" y="2221"/>
                </a:cubicBezTo>
                <a:cubicBezTo>
                  <a:pt x="902" y="2088"/>
                  <a:pt x="968" y="1955"/>
                  <a:pt x="1068" y="1888"/>
                </a:cubicBezTo>
                <a:cubicBezTo>
                  <a:pt x="1135" y="1788"/>
                  <a:pt x="1235" y="1688"/>
                  <a:pt x="1369" y="1654"/>
                </a:cubicBezTo>
                <a:cubicBezTo>
                  <a:pt x="1442" y="1599"/>
                  <a:pt x="1516" y="1575"/>
                  <a:pt x="1578" y="1575"/>
                </a:cubicBezTo>
                <a:cubicBezTo>
                  <a:pt x="1629" y="1575"/>
                  <a:pt x="1672" y="1591"/>
                  <a:pt x="1702" y="1621"/>
                </a:cubicBezTo>
                <a:cubicBezTo>
                  <a:pt x="1802" y="1754"/>
                  <a:pt x="1836" y="1921"/>
                  <a:pt x="1802" y="2088"/>
                </a:cubicBezTo>
                <a:lnTo>
                  <a:pt x="1802" y="2288"/>
                </a:lnTo>
                <a:cubicBezTo>
                  <a:pt x="668" y="2922"/>
                  <a:pt x="1" y="4123"/>
                  <a:pt x="68" y="5424"/>
                </a:cubicBezTo>
                <a:cubicBezTo>
                  <a:pt x="34" y="5824"/>
                  <a:pt x="134" y="6258"/>
                  <a:pt x="335" y="6591"/>
                </a:cubicBezTo>
                <a:cubicBezTo>
                  <a:pt x="425" y="6718"/>
                  <a:pt x="545" y="6776"/>
                  <a:pt x="689" y="6776"/>
                </a:cubicBezTo>
                <a:cubicBezTo>
                  <a:pt x="810" y="6776"/>
                  <a:pt x="949" y="6734"/>
                  <a:pt x="1102" y="6658"/>
                </a:cubicBezTo>
                <a:cubicBezTo>
                  <a:pt x="1302" y="6525"/>
                  <a:pt x="1469" y="6358"/>
                  <a:pt x="1602" y="6158"/>
                </a:cubicBezTo>
                <a:cubicBezTo>
                  <a:pt x="1736" y="5957"/>
                  <a:pt x="1836" y="5757"/>
                  <a:pt x="1902" y="5524"/>
                </a:cubicBezTo>
                <a:cubicBezTo>
                  <a:pt x="1936" y="5657"/>
                  <a:pt x="1969" y="5791"/>
                  <a:pt x="2002" y="5924"/>
                </a:cubicBezTo>
                <a:cubicBezTo>
                  <a:pt x="2022" y="5963"/>
                  <a:pt x="2053" y="5979"/>
                  <a:pt x="2089" y="5979"/>
                </a:cubicBezTo>
                <a:cubicBezTo>
                  <a:pt x="2114" y="5979"/>
                  <a:pt x="2142" y="5971"/>
                  <a:pt x="2169" y="5957"/>
                </a:cubicBezTo>
                <a:cubicBezTo>
                  <a:pt x="2369" y="5824"/>
                  <a:pt x="2536" y="5691"/>
                  <a:pt x="2703" y="5557"/>
                </a:cubicBezTo>
                <a:cubicBezTo>
                  <a:pt x="2903" y="5357"/>
                  <a:pt x="3003" y="5224"/>
                  <a:pt x="3003" y="5090"/>
                </a:cubicBezTo>
                <a:cubicBezTo>
                  <a:pt x="3003" y="5023"/>
                  <a:pt x="3003" y="4923"/>
                  <a:pt x="2970" y="4857"/>
                </a:cubicBezTo>
                <a:cubicBezTo>
                  <a:pt x="2970" y="4657"/>
                  <a:pt x="2970" y="4456"/>
                  <a:pt x="2936" y="4256"/>
                </a:cubicBezTo>
                <a:cubicBezTo>
                  <a:pt x="2903" y="4089"/>
                  <a:pt x="2903" y="3823"/>
                  <a:pt x="2903" y="3489"/>
                </a:cubicBezTo>
                <a:lnTo>
                  <a:pt x="2903" y="1388"/>
                </a:lnTo>
                <a:cubicBezTo>
                  <a:pt x="2970" y="954"/>
                  <a:pt x="2836" y="487"/>
                  <a:pt x="2569" y="153"/>
                </a:cubicBezTo>
                <a:cubicBezTo>
                  <a:pt x="2467" y="51"/>
                  <a:pt x="2340" y="0"/>
                  <a:pt x="218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41">
            <a:extLst>
              <a:ext uri="{FF2B5EF4-FFF2-40B4-BE49-F238E27FC236}">
                <a16:creationId xmlns:a16="http://schemas.microsoft.com/office/drawing/2014/main" id="{C8828FE0-CD22-91EA-A961-7DE966E52A4A}"/>
              </a:ext>
            </a:extLst>
          </p:cNvPr>
          <p:cNvSpPr/>
          <p:nvPr/>
        </p:nvSpPr>
        <p:spPr>
          <a:xfrm>
            <a:off x="2779678" y="2267726"/>
            <a:ext cx="46342" cy="112499"/>
          </a:xfrm>
          <a:custGeom>
            <a:avLst/>
            <a:gdLst/>
            <a:ahLst/>
            <a:cxnLst/>
            <a:rect l="l" t="t" r="r" b="b"/>
            <a:pathLst>
              <a:path w="3003" h="7290" extrusionOk="0">
                <a:moveTo>
                  <a:pt x="2472" y="1"/>
                </a:moveTo>
                <a:cubicBezTo>
                  <a:pt x="2375" y="1"/>
                  <a:pt x="2263" y="43"/>
                  <a:pt x="2135" y="122"/>
                </a:cubicBezTo>
                <a:cubicBezTo>
                  <a:pt x="1902" y="256"/>
                  <a:pt x="1702" y="456"/>
                  <a:pt x="1568" y="689"/>
                </a:cubicBezTo>
                <a:cubicBezTo>
                  <a:pt x="1368" y="956"/>
                  <a:pt x="1235" y="1223"/>
                  <a:pt x="1135" y="1557"/>
                </a:cubicBezTo>
                <a:cubicBezTo>
                  <a:pt x="1135" y="1490"/>
                  <a:pt x="1101" y="1390"/>
                  <a:pt x="1101" y="1256"/>
                </a:cubicBezTo>
                <a:cubicBezTo>
                  <a:pt x="1101" y="1156"/>
                  <a:pt x="1068" y="1056"/>
                  <a:pt x="1034" y="956"/>
                </a:cubicBezTo>
                <a:cubicBezTo>
                  <a:pt x="1015" y="917"/>
                  <a:pt x="984" y="901"/>
                  <a:pt x="948" y="901"/>
                </a:cubicBezTo>
                <a:cubicBezTo>
                  <a:pt x="923" y="901"/>
                  <a:pt x="895" y="909"/>
                  <a:pt x="868" y="923"/>
                </a:cubicBezTo>
                <a:cubicBezTo>
                  <a:pt x="668" y="1056"/>
                  <a:pt x="467" y="1190"/>
                  <a:pt x="301" y="1356"/>
                </a:cubicBezTo>
                <a:cubicBezTo>
                  <a:pt x="134" y="1456"/>
                  <a:pt x="34" y="1657"/>
                  <a:pt x="0" y="1857"/>
                </a:cubicBezTo>
                <a:cubicBezTo>
                  <a:pt x="0" y="1890"/>
                  <a:pt x="0" y="2024"/>
                  <a:pt x="34" y="2257"/>
                </a:cubicBezTo>
                <a:cubicBezTo>
                  <a:pt x="67" y="2491"/>
                  <a:pt x="67" y="2857"/>
                  <a:pt x="67" y="3391"/>
                </a:cubicBezTo>
                <a:lnTo>
                  <a:pt x="67" y="7060"/>
                </a:lnTo>
                <a:cubicBezTo>
                  <a:pt x="67" y="7213"/>
                  <a:pt x="111" y="7289"/>
                  <a:pt x="210" y="7289"/>
                </a:cubicBezTo>
                <a:cubicBezTo>
                  <a:pt x="285" y="7289"/>
                  <a:pt x="391" y="7246"/>
                  <a:pt x="534" y="7161"/>
                </a:cubicBezTo>
                <a:lnTo>
                  <a:pt x="801" y="7027"/>
                </a:lnTo>
                <a:cubicBezTo>
                  <a:pt x="934" y="6960"/>
                  <a:pt x="1034" y="6860"/>
                  <a:pt x="1101" y="6760"/>
                </a:cubicBezTo>
                <a:cubicBezTo>
                  <a:pt x="1168" y="6660"/>
                  <a:pt x="1235" y="6527"/>
                  <a:pt x="1235" y="6427"/>
                </a:cubicBezTo>
                <a:lnTo>
                  <a:pt x="1235" y="2457"/>
                </a:lnTo>
                <a:cubicBezTo>
                  <a:pt x="1268" y="2224"/>
                  <a:pt x="1401" y="2024"/>
                  <a:pt x="1602" y="1857"/>
                </a:cubicBezTo>
                <a:cubicBezTo>
                  <a:pt x="1652" y="1823"/>
                  <a:pt x="1693" y="1807"/>
                  <a:pt x="1727" y="1807"/>
                </a:cubicBezTo>
                <a:cubicBezTo>
                  <a:pt x="1760" y="1807"/>
                  <a:pt x="1785" y="1823"/>
                  <a:pt x="1802" y="1857"/>
                </a:cubicBezTo>
                <a:cubicBezTo>
                  <a:pt x="1868" y="1990"/>
                  <a:pt x="1868" y="2157"/>
                  <a:pt x="1868" y="2290"/>
                </a:cubicBezTo>
                <a:lnTo>
                  <a:pt x="1868" y="6026"/>
                </a:lnTo>
                <a:cubicBezTo>
                  <a:pt x="1868" y="6186"/>
                  <a:pt x="1916" y="6262"/>
                  <a:pt x="2018" y="6262"/>
                </a:cubicBezTo>
                <a:cubicBezTo>
                  <a:pt x="2087" y="6262"/>
                  <a:pt x="2181" y="6227"/>
                  <a:pt x="2302" y="6160"/>
                </a:cubicBezTo>
                <a:lnTo>
                  <a:pt x="2536" y="5993"/>
                </a:lnTo>
                <a:cubicBezTo>
                  <a:pt x="2769" y="5893"/>
                  <a:pt x="2936" y="5659"/>
                  <a:pt x="2969" y="5393"/>
                </a:cubicBezTo>
                <a:lnTo>
                  <a:pt x="2969" y="1223"/>
                </a:lnTo>
                <a:cubicBezTo>
                  <a:pt x="3003" y="856"/>
                  <a:pt x="2902" y="489"/>
                  <a:pt x="2736" y="156"/>
                </a:cubicBezTo>
                <a:cubicBezTo>
                  <a:pt x="2666" y="51"/>
                  <a:pt x="2578" y="1"/>
                  <a:pt x="24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41">
            <a:extLst>
              <a:ext uri="{FF2B5EF4-FFF2-40B4-BE49-F238E27FC236}">
                <a16:creationId xmlns:a16="http://schemas.microsoft.com/office/drawing/2014/main" id="{A512164F-3A28-DAE1-5F27-F33700D7E3C9}"/>
              </a:ext>
            </a:extLst>
          </p:cNvPr>
          <p:cNvSpPr/>
          <p:nvPr/>
        </p:nvSpPr>
        <p:spPr>
          <a:xfrm>
            <a:off x="2857918" y="2204718"/>
            <a:ext cx="18040" cy="130816"/>
          </a:xfrm>
          <a:custGeom>
            <a:avLst/>
            <a:gdLst/>
            <a:ahLst/>
            <a:cxnLst/>
            <a:rect l="l" t="t" r="r" b="b"/>
            <a:pathLst>
              <a:path w="1169" h="8477" extrusionOk="0">
                <a:moveTo>
                  <a:pt x="1018" y="0"/>
                </a:moveTo>
                <a:cubicBezTo>
                  <a:pt x="949" y="0"/>
                  <a:pt x="856" y="35"/>
                  <a:pt x="735" y="102"/>
                </a:cubicBezTo>
                <a:lnTo>
                  <a:pt x="434" y="269"/>
                </a:lnTo>
                <a:cubicBezTo>
                  <a:pt x="201" y="402"/>
                  <a:pt x="34" y="636"/>
                  <a:pt x="1" y="903"/>
                </a:cubicBezTo>
                <a:lnTo>
                  <a:pt x="1" y="8241"/>
                </a:lnTo>
                <a:cubicBezTo>
                  <a:pt x="1" y="8401"/>
                  <a:pt x="60" y="8477"/>
                  <a:pt x="165" y="8477"/>
                </a:cubicBezTo>
                <a:cubicBezTo>
                  <a:pt x="235" y="8477"/>
                  <a:pt x="327" y="8442"/>
                  <a:pt x="434" y="8375"/>
                </a:cubicBezTo>
                <a:lnTo>
                  <a:pt x="735" y="8208"/>
                </a:lnTo>
                <a:cubicBezTo>
                  <a:pt x="1001" y="8075"/>
                  <a:pt x="1135" y="7841"/>
                  <a:pt x="1168" y="7574"/>
                </a:cubicBezTo>
                <a:lnTo>
                  <a:pt x="1168" y="236"/>
                </a:lnTo>
                <a:cubicBezTo>
                  <a:pt x="1168" y="76"/>
                  <a:pt x="1121" y="0"/>
                  <a:pt x="10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41">
            <a:extLst>
              <a:ext uri="{FF2B5EF4-FFF2-40B4-BE49-F238E27FC236}">
                <a16:creationId xmlns:a16="http://schemas.microsoft.com/office/drawing/2014/main" id="{994ECEA4-7F3E-E2E5-40FC-868D50B764A4}"/>
              </a:ext>
            </a:extLst>
          </p:cNvPr>
          <p:cNvSpPr/>
          <p:nvPr/>
        </p:nvSpPr>
        <p:spPr>
          <a:xfrm>
            <a:off x="2909908" y="2166107"/>
            <a:ext cx="44799" cy="139721"/>
          </a:xfrm>
          <a:custGeom>
            <a:avLst/>
            <a:gdLst/>
            <a:ahLst/>
            <a:cxnLst/>
            <a:rect l="l" t="t" r="r" b="b"/>
            <a:pathLst>
              <a:path w="2903" h="9054" extrusionOk="0">
                <a:moveTo>
                  <a:pt x="926" y="1"/>
                </a:moveTo>
                <a:cubicBezTo>
                  <a:pt x="861" y="1"/>
                  <a:pt x="775" y="35"/>
                  <a:pt x="668" y="102"/>
                </a:cubicBezTo>
                <a:lnTo>
                  <a:pt x="401" y="236"/>
                </a:lnTo>
                <a:cubicBezTo>
                  <a:pt x="168" y="369"/>
                  <a:pt x="1" y="603"/>
                  <a:pt x="1" y="870"/>
                </a:cubicBezTo>
                <a:lnTo>
                  <a:pt x="1" y="8842"/>
                </a:lnTo>
                <a:cubicBezTo>
                  <a:pt x="1" y="8986"/>
                  <a:pt x="51" y="9054"/>
                  <a:pt x="168" y="9054"/>
                </a:cubicBezTo>
                <a:cubicBezTo>
                  <a:pt x="241" y="9054"/>
                  <a:pt x="339" y="9027"/>
                  <a:pt x="468" y="8975"/>
                </a:cubicBezTo>
                <a:lnTo>
                  <a:pt x="701" y="8842"/>
                </a:lnTo>
                <a:cubicBezTo>
                  <a:pt x="968" y="8709"/>
                  <a:pt x="1102" y="8475"/>
                  <a:pt x="1135" y="8208"/>
                </a:cubicBezTo>
                <a:lnTo>
                  <a:pt x="1135" y="4205"/>
                </a:lnTo>
                <a:cubicBezTo>
                  <a:pt x="1168" y="4005"/>
                  <a:pt x="1302" y="3772"/>
                  <a:pt x="1502" y="3638"/>
                </a:cubicBezTo>
                <a:cubicBezTo>
                  <a:pt x="1552" y="3605"/>
                  <a:pt x="1594" y="3588"/>
                  <a:pt x="1627" y="3588"/>
                </a:cubicBezTo>
                <a:cubicBezTo>
                  <a:pt x="1660" y="3588"/>
                  <a:pt x="1685" y="3605"/>
                  <a:pt x="1702" y="3638"/>
                </a:cubicBezTo>
                <a:cubicBezTo>
                  <a:pt x="1769" y="3772"/>
                  <a:pt x="1802" y="3905"/>
                  <a:pt x="1769" y="4072"/>
                </a:cubicBezTo>
                <a:lnTo>
                  <a:pt x="1769" y="7808"/>
                </a:lnTo>
                <a:cubicBezTo>
                  <a:pt x="1769" y="7953"/>
                  <a:pt x="1820" y="8034"/>
                  <a:pt x="1932" y="8034"/>
                </a:cubicBezTo>
                <a:cubicBezTo>
                  <a:pt x="1999" y="8034"/>
                  <a:pt x="2089" y="8004"/>
                  <a:pt x="2202" y="7941"/>
                </a:cubicBezTo>
                <a:lnTo>
                  <a:pt x="2436" y="7775"/>
                </a:lnTo>
                <a:cubicBezTo>
                  <a:pt x="2703" y="7675"/>
                  <a:pt x="2869" y="7441"/>
                  <a:pt x="2869" y="7174"/>
                </a:cubicBezTo>
                <a:lnTo>
                  <a:pt x="2869" y="3005"/>
                </a:lnTo>
                <a:cubicBezTo>
                  <a:pt x="2903" y="2638"/>
                  <a:pt x="2836" y="2237"/>
                  <a:pt x="2669" y="1937"/>
                </a:cubicBezTo>
                <a:cubicBezTo>
                  <a:pt x="2578" y="1827"/>
                  <a:pt x="2476" y="1777"/>
                  <a:pt x="2358" y="1777"/>
                </a:cubicBezTo>
                <a:cubicBezTo>
                  <a:pt x="2262" y="1777"/>
                  <a:pt x="2156" y="1810"/>
                  <a:pt x="2036" y="1870"/>
                </a:cubicBezTo>
                <a:cubicBezTo>
                  <a:pt x="1802" y="2004"/>
                  <a:pt x="1635" y="2204"/>
                  <a:pt x="1502" y="2404"/>
                </a:cubicBezTo>
                <a:cubicBezTo>
                  <a:pt x="1335" y="2671"/>
                  <a:pt x="1168" y="2904"/>
                  <a:pt x="1068" y="3205"/>
                </a:cubicBezTo>
                <a:lnTo>
                  <a:pt x="1068" y="236"/>
                </a:lnTo>
                <a:cubicBezTo>
                  <a:pt x="1068" y="77"/>
                  <a:pt x="1021" y="1"/>
                  <a:pt x="9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1">
            <a:extLst>
              <a:ext uri="{FF2B5EF4-FFF2-40B4-BE49-F238E27FC236}">
                <a16:creationId xmlns:a16="http://schemas.microsoft.com/office/drawing/2014/main" id="{362B4500-A2A7-5445-A2B4-734FBEAEA7AC}"/>
              </a:ext>
            </a:extLst>
          </p:cNvPr>
          <p:cNvSpPr/>
          <p:nvPr/>
        </p:nvSpPr>
        <p:spPr>
          <a:xfrm>
            <a:off x="2966018" y="2164178"/>
            <a:ext cx="46867" cy="100817"/>
          </a:xfrm>
          <a:custGeom>
            <a:avLst/>
            <a:gdLst/>
            <a:ahLst/>
            <a:cxnLst/>
            <a:rect l="l" t="t" r="r" b="b"/>
            <a:pathLst>
              <a:path w="3037" h="6533" extrusionOk="0">
                <a:moveTo>
                  <a:pt x="1681" y="1370"/>
                </a:moveTo>
                <a:cubicBezTo>
                  <a:pt x="1781" y="1370"/>
                  <a:pt x="1844" y="1445"/>
                  <a:pt x="1869" y="1595"/>
                </a:cubicBezTo>
                <a:cubicBezTo>
                  <a:pt x="1969" y="1962"/>
                  <a:pt x="2002" y="2329"/>
                  <a:pt x="1969" y="2696"/>
                </a:cubicBezTo>
                <a:lnTo>
                  <a:pt x="1135" y="3163"/>
                </a:lnTo>
                <a:cubicBezTo>
                  <a:pt x="1135" y="2729"/>
                  <a:pt x="1202" y="2329"/>
                  <a:pt x="1268" y="1895"/>
                </a:cubicBezTo>
                <a:cubicBezTo>
                  <a:pt x="1302" y="1695"/>
                  <a:pt x="1402" y="1528"/>
                  <a:pt x="1568" y="1395"/>
                </a:cubicBezTo>
                <a:cubicBezTo>
                  <a:pt x="1610" y="1378"/>
                  <a:pt x="1648" y="1370"/>
                  <a:pt x="1681" y="1370"/>
                </a:cubicBezTo>
                <a:close/>
                <a:moveTo>
                  <a:pt x="2112" y="1"/>
                </a:moveTo>
                <a:cubicBezTo>
                  <a:pt x="1959" y="1"/>
                  <a:pt x="1789" y="54"/>
                  <a:pt x="1602" y="161"/>
                </a:cubicBezTo>
                <a:cubicBezTo>
                  <a:pt x="1068" y="494"/>
                  <a:pt x="668" y="961"/>
                  <a:pt x="434" y="1562"/>
                </a:cubicBezTo>
                <a:cubicBezTo>
                  <a:pt x="134" y="2396"/>
                  <a:pt x="1" y="3296"/>
                  <a:pt x="34" y="4197"/>
                </a:cubicBezTo>
                <a:cubicBezTo>
                  <a:pt x="34" y="5198"/>
                  <a:pt x="167" y="5898"/>
                  <a:pt x="434" y="6265"/>
                </a:cubicBezTo>
                <a:cubicBezTo>
                  <a:pt x="592" y="6440"/>
                  <a:pt x="777" y="6533"/>
                  <a:pt x="1000" y="6533"/>
                </a:cubicBezTo>
                <a:cubicBezTo>
                  <a:pt x="1201" y="6533"/>
                  <a:pt x="1433" y="6457"/>
                  <a:pt x="1702" y="6298"/>
                </a:cubicBezTo>
                <a:cubicBezTo>
                  <a:pt x="1902" y="6198"/>
                  <a:pt x="2069" y="6098"/>
                  <a:pt x="2202" y="5932"/>
                </a:cubicBezTo>
                <a:cubicBezTo>
                  <a:pt x="2369" y="5765"/>
                  <a:pt x="2536" y="5598"/>
                  <a:pt x="2669" y="5398"/>
                </a:cubicBezTo>
                <a:cubicBezTo>
                  <a:pt x="2803" y="5231"/>
                  <a:pt x="2869" y="5031"/>
                  <a:pt x="2869" y="4831"/>
                </a:cubicBezTo>
                <a:cubicBezTo>
                  <a:pt x="2869" y="4731"/>
                  <a:pt x="2836" y="4631"/>
                  <a:pt x="2803" y="4564"/>
                </a:cubicBezTo>
                <a:cubicBezTo>
                  <a:pt x="2769" y="4430"/>
                  <a:pt x="2736" y="4330"/>
                  <a:pt x="2669" y="4264"/>
                </a:cubicBezTo>
                <a:cubicBezTo>
                  <a:pt x="2620" y="4215"/>
                  <a:pt x="2572" y="4184"/>
                  <a:pt x="2536" y="4184"/>
                </a:cubicBezTo>
                <a:cubicBezTo>
                  <a:pt x="2523" y="4184"/>
                  <a:pt x="2511" y="4188"/>
                  <a:pt x="2502" y="4197"/>
                </a:cubicBezTo>
                <a:cubicBezTo>
                  <a:pt x="2436" y="4230"/>
                  <a:pt x="2369" y="4297"/>
                  <a:pt x="2336" y="4364"/>
                </a:cubicBezTo>
                <a:cubicBezTo>
                  <a:pt x="2236" y="4497"/>
                  <a:pt x="2169" y="4597"/>
                  <a:pt x="2069" y="4697"/>
                </a:cubicBezTo>
                <a:cubicBezTo>
                  <a:pt x="1969" y="4797"/>
                  <a:pt x="1869" y="4864"/>
                  <a:pt x="1769" y="4931"/>
                </a:cubicBezTo>
                <a:cubicBezTo>
                  <a:pt x="1685" y="4981"/>
                  <a:pt x="1610" y="5006"/>
                  <a:pt x="1543" y="5006"/>
                </a:cubicBezTo>
                <a:cubicBezTo>
                  <a:pt x="1477" y="5006"/>
                  <a:pt x="1418" y="4981"/>
                  <a:pt x="1368" y="4931"/>
                </a:cubicBezTo>
                <a:cubicBezTo>
                  <a:pt x="1235" y="4731"/>
                  <a:pt x="1168" y="4464"/>
                  <a:pt x="1168" y="4197"/>
                </a:cubicBezTo>
                <a:lnTo>
                  <a:pt x="2603" y="3363"/>
                </a:lnTo>
                <a:cubicBezTo>
                  <a:pt x="2703" y="3263"/>
                  <a:pt x="2803" y="3096"/>
                  <a:pt x="2836" y="2963"/>
                </a:cubicBezTo>
                <a:cubicBezTo>
                  <a:pt x="2903" y="2796"/>
                  <a:pt x="2969" y="2629"/>
                  <a:pt x="2969" y="2462"/>
                </a:cubicBezTo>
                <a:cubicBezTo>
                  <a:pt x="3036" y="1729"/>
                  <a:pt x="2936" y="1028"/>
                  <a:pt x="2669" y="361"/>
                </a:cubicBezTo>
                <a:cubicBezTo>
                  <a:pt x="2529" y="121"/>
                  <a:pt x="2341" y="1"/>
                  <a:pt x="211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41">
            <a:extLst>
              <a:ext uri="{FF2B5EF4-FFF2-40B4-BE49-F238E27FC236}">
                <a16:creationId xmlns:a16="http://schemas.microsoft.com/office/drawing/2014/main" id="{09907A57-3318-3850-89B4-E26A92C23E6A}"/>
              </a:ext>
            </a:extLst>
          </p:cNvPr>
          <p:cNvSpPr/>
          <p:nvPr/>
        </p:nvSpPr>
        <p:spPr>
          <a:xfrm>
            <a:off x="3023672" y="2100691"/>
            <a:ext cx="25247" cy="136032"/>
          </a:xfrm>
          <a:custGeom>
            <a:avLst/>
            <a:gdLst/>
            <a:ahLst/>
            <a:cxnLst/>
            <a:rect l="l" t="t" r="r" b="b"/>
            <a:pathLst>
              <a:path w="1636" h="8815" extrusionOk="0">
                <a:moveTo>
                  <a:pt x="938" y="1"/>
                </a:moveTo>
                <a:cubicBezTo>
                  <a:pt x="862" y="1"/>
                  <a:pt x="760" y="36"/>
                  <a:pt x="634" y="105"/>
                </a:cubicBezTo>
                <a:lnTo>
                  <a:pt x="434" y="205"/>
                </a:lnTo>
                <a:cubicBezTo>
                  <a:pt x="167" y="339"/>
                  <a:pt x="1" y="572"/>
                  <a:pt x="1" y="839"/>
                </a:cubicBezTo>
                <a:lnTo>
                  <a:pt x="1" y="7510"/>
                </a:lnTo>
                <a:cubicBezTo>
                  <a:pt x="1" y="8389"/>
                  <a:pt x="171" y="8814"/>
                  <a:pt x="525" y="8814"/>
                </a:cubicBezTo>
                <a:cubicBezTo>
                  <a:pt x="642" y="8814"/>
                  <a:pt x="778" y="8769"/>
                  <a:pt x="935" y="8678"/>
                </a:cubicBezTo>
                <a:cubicBezTo>
                  <a:pt x="1135" y="8578"/>
                  <a:pt x="1302" y="8444"/>
                  <a:pt x="1435" y="8278"/>
                </a:cubicBezTo>
                <a:cubicBezTo>
                  <a:pt x="1568" y="8111"/>
                  <a:pt x="1635" y="7944"/>
                  <a:pt x="1635" y="7744"/>
                </a:cubicBezTo>
                <a:cubicBezTo>
                  <a:pt x="1635" y="7544"/>
                  <a:pt x="1635" y="7377"/>
                  <a:pt x="1602" y="7210"/>
                </a:cubicBezTo>
                <a:cubicBezTo>
                  <a:pt x="1546" y="7071"/>
                  <a:pt x="1514" y="7002"/>
                  <a:pt x="1466" y="7002"/>
                </a:cubicBezTo>
                <a:cubicBezTo>
                  <a:pt x="1456" y="7002"/>
                  <a:pt x="1446" y="7004"/>
                  <a:pt x="1435" y="7010"/>
                </a:cubicBezTo>
                <a:cubicBezTo>
                  <a:pt x="1402" y="7010"/>
                  <a:pt x="1368" y="7043"/>
                  <a:pt x="1368" y="7077"/>
                </a:cubicBezTo>
                <a:cubicBezTo>
                  <a:pt x="1335" y="7110"/>
                  <a:pt x="1302" y="7143"/>
                  <a:pt x="1268" y="7143"/>
                </a:cubicBezTo>
                <a:cubicBezTo>
                  <a:pt x="1235" y="7177"/>
                  <a:pt x="1210" y="7193"/>
                  <a:pt x="1189" y="7193"/>
                </a:cubicBezTo>
                <a:cubicBezTo>
                  <a:pt x="1168" y="7193"/>
                  <a:pt x="1152" y="7177"/>
                  <a:pt x="1135" y="7143"/>
                </a:cubicBezTo>
                <a:cubicBezTo>
                  <a:pt x="1101" y="7077"/>
                  <a:pt x="1068" y="6977"/>
                  <a:pt x="1101" y="6877"/>
                </a:cubicBezTo>
                <a:lnTo>
                  <a:pt x="1101" y="205"/>
                </a:lnTo>
                <a:cubicBezTo>
                  <a:pt x="1101" y="69"/>
                  <a:pt x="1045" y="1"/>
                  <a:pt x="9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1">
            <a:extLst>
              <a:ext uri="{FF2B5EF4-FFF2-40B4-BE49-F238E27FC236}">
                <a16:creationId xmlns:a16="http://schemas.microsoft.com/office/drawing/2014/main" id="{C4B14C06-3898-18A3-DC4D-E1C456C37297}"/>
              </a:ext>
            </a:extLst>
          </p:cNvPr>
          <p:cNvSpPr/>
          <p:nvPr/>
        </p:nvSpPr>
        <p:spPr>
          <a:xfrm>
            <a:off x="3056619" y="2110089"/>
            <a:ext cx="47376" cy="146218"/>
          </a:xfrm>
          <a:custGeom>
            <a:avLst/>
            <a:gdLst/>
            <a:ahLst/>
            <a:cxnLst/>
            <a:rect l="l" t="t" r="r" b="b"/>
            <a:pathLst>
              <a:path w="3070" h="9475" extrusionOk="0">
                <a:moveTo>
                  <a:pt x="1641" y="1673"/>
                </a:moveTo>
                <a:cubicBezTo>
                  <a:pt x="1715" y="1673"/>
                  <a:pt x="1785" y="1754"/>
                  <a:pt x="1835" y="1931"/>
                </a:cubicBezTo>
                <a:cubicBezTo>
                  <a:pt x="1902" y="2331"/>
                  <a:pt x="1935" y="2765"/>
                  <a:pt x="1935" y="3199"/>
                </a:cubicBezTo>
                <a:cubicBezTo>
                  <a:pt x="1935" y="3666"/>
                  <a:pt x="1902" y="4133"/>
                  <a:pt x="1835" y="4600"/>
                </a:cubicBezTo>
                <a:cubicBezTo>
                  <a:pt x="1802" y="4833"/>
                  <a:pt x="1668" y="5067"/>
                  <a:pt x="1502" y="5200"/>
                </a:cubicBezTo>
                <a:cubicBezTo>
                  <a:pt x="1452" y="5234"/>
                  <a:pt x="1393" y="5250"/>
                  <a:pt x="1339" y="5250"/>
                </a:cubicBezTo>
                <a:cubicBezTo>
                  <a:pt x="1285" y="5250"/>
                  <a:pt x="1235" y="5234"/>
                  <a:pt x="1201" y="5200"/>
                </a:cubicBezTo>
                <a:lnTo>
                  <a:pt x="1201" y="2365"/>
                </a:lnTo>
                <a:cubicBezTo>
                  <a:pt x="1235" y="2098"/>
                  <a:pt x="1368" y="1864"/>
                  <a:pt x="1568" y="1698"/>
                </a:cubicBezTo>
                <a:cubicBezTo>
                  <a:pt x="1593" y="1681"/>
                  <a:pt x="1617" y="1673"/>
                  <a:pt x="1641" y="1673"/>
                </a:cubicBezTo>
                <a:close/>
                <a:moveTo>
                  <a:pt x="2217" y="0"/>
                </a:moveTo>
                <a:cubicBezTo>
                  <a:pt x="2115" y="0"/>
                  <a:pt x="2014" y="34"/>
                  <a:pt x="1935" y="97"/>
                </a:cubicBezTo>
                <a:cubicBezTo>
                  <a:pt x="1735" y="197"/>
                  <a:pt x="1568" y="363"/>
                  <a:pt x="1468" y="597"/>
                </a:cubicBezTo>
                <a:cubicBezTo>
                  <a:pt x="1335" y="830"/>
                  <a:pt x="1235" y="1064"/>
                  <a:pt x="1168" y="1364"/>
                </a:cubicBezTo>
                <a:cubicBezTo>
                  <a:pt x="1135" y="1197"/>
                  <a:pt x="1101" y="1031"/>
                  <a:pt x="1068" y="897"/>
                </a:cubicBezTo>
                <a:cubicBezTo>
                  <a:pt x="1025" y="832"/>
                  <a:pt x="982" y="796"/>
                  <a:pt x="930" y="796"/>
                </a:cubicBezTo>
                <a:cubicBezTo>
                  <a:pt x="901" y="796"/>
                  <a:pt x="870" y="807"/>
                  <a:pt x="834" y="830"/>
                </a:cubicBezTo>
                <a:cubicBezTo>
                  <a:pt x="668" y="930"/>
                  <a:pt x="468" y="1097"/>
                  <a:pt x="301" y="1231"/>
                </a:cubicBezTo>
                <a:cubicBezTo>
                  <a:pt x="101" y="1431"/>
                  <a:pt x="1" y="1564"/>
                  <a:pt x="1" y="1698"/>
                </a:cubicBezTo>
                <a:cubicBezTo>
                  <a:pt x="1" y="1764"/>
                  <a:pt x="34" y="1831"/>
                  <a:pt x="34" y="1931"/>
                </a:cubicBezTo>
                <a:cubicBezTo>
                  <a:pt x="67" y="2131"/>
                  <a:pt x="67" y="2331"/>
                  <a:pt x="67" y="2498"/>
                </a:cubicBezTo>
                <a:lnTo>
                  <a:pt x="67" y="3299"/>
                </a:lnTo>
                <a:lnTo>
                  <a:pt x="67" y="9270"/>
                </a:lnTo>
                <a:cubicBezTo>
                  <a:pt x="67" y="9406"/>
                  <a:pt x="124" y="9474"/>
                  <a:pt x="231" y="9474"/>
                </a:cubicBezTo>
                <a:cubicBezTo>
                  <a:pt x="307" y="9474"/>
                  <a:pt x="409" y="9439"/>
                  <a:pt x="534" y="9370"/>
                </a:cubicBezTo>
                <a:lnTo>
                  <a:pt x="768" y="9236"/>
                </a:lnTo>
                <a:cubicBezTo>
                  <a:pt x="1001" y="9136"/>
                  <a:pt x="1201" y="8903"/>
                  <a:pt x="1201" y="8603"/>
                </a:cubicBezTo>
                <a:lnTo>
                  <a:pt x="1201" y="6368"/>
                </a:lnTo>
                <a:cubicBezTo>
                  <a:pt x="1301" y="6434"/>
                  <a:pt x="1410" y="6468"/>
                  <a:pt x="1518" y="6468"/>
                </a:cubicBezTo>
                <a:cubicBezTo>
                  <a:pt x="1627" y="6468"/>
                  <a:pt x="1735" y="6434"/>
                  <a:pt x="1835" y="6368"/>
                </a:cubicBezTo>
                <a:cubicBezTo>
                  <a:pt x="2269" y="6034"/>
                  <a:pt x="2602" y="5567"/>
                  <a:pt x="2736" y="5033"/>
                </a:cubicBezTo>
                <a:cubicBezTo>
                  <a:pt x="2969" y="4233"/>
                  <a:pt x="3069" y="3399"/>
                  <a:pt x="3069" y="2565"/>
                </a:cubicBezTo>
                <a:cubicBezTo>
                  <a:pt x="3069" y="2031"/>
                  <a:pt x="3036" y="1464"/>
                  <a:pt x="2936" y="964"/>
                </a:cubicBezTo>
                <a:cubicBezTo>
                  <a:pt x="2869" y="630"/>
                  <a:pt x="2736" y="330"/>
                  <a:pt x="2536" y="130"/>
                </a:cubicBezTo>
                <a:cubicBezTo>
                  <a:pt x="2448" y="42"/>
                  <a:pt x="2332" y="0"/>
                  <a:pt x="22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1">
            <a:extLst>
              <a:ext uri="{FF2B5EF4-FFF2-40B4-BE49-F238E27FC236}">
                <a16:creationId xmlns:a16="http://schemas.microsoft.com/office/drawing/2014/main" id="{00F270C9-6EEA-BEEA-69E2-D0C40669F352}"/>
              </a:ext>
            </a:extLst>
          </p:cNvPr>
          <p:cNvSpPr/>
          <p:nvPr/>
        </p:nvSpPr>
        <p:spPr>
          <a:xfrm>
            <a:off x="3130230" y="2062790"/>
            <a:ext cx="45833" cy="145955"/>
          </a:xfrm>
          <a:custGeom>
            <a:avLst/>
            <a:gdLst/>
            <a:ahLst/>
            <a:cxnLst/>
            <a:rect l="l" t="t" r="r" b="b"/>
            <a:pathLst>
              <a:path w="2970" h="9458" extrusionOk="0">
                <a:moveTo>
                  <a:pt x="2853" y="1"/>
                </a:moveTo>
                <a:cubicBezTo>
                  <a:pt x="2778" y="1"/>
                  <a:pt x="2669" y="43"/>
                  <a:pt x="2536" y="126"/>
                </a:cubicBezTo>
                <a:lnTo>
                  <a:pt x="2336" y="259"/>
                </a:lnTo>
                <a:cubicBezTo>
                  <a:pt x="2135" y="326"/>
                  <a:pt x="1969" y="493"/>
                  <a:pt x="1935" y="726"/>
                </a:cubicBezTo>
                <a:lnTo>
                  <a:pt x="1635" y="3262"/>
                </a:lnTo>
                <a:cubicBezTo>
                  <a:pt x="1602" y="3428"/>
                  <a:pt x="1602" y="3695"/>
                  <a:pt x="1568" y="4096"/>
                </a:cubicBezTo>
                <a:cubicBezTo>
                  <a:pt x="1535" y="4162"/>
                  <a:pt x="1535" y="4362"/>
                  <a:pt x="1502" y="4629"/>
                </a:cubicBezTo>
                <a:lnTo>
                  <a:pt x="1468" y="4629"/>
                </a:lnTo>
                <a:cubicBezTo>
                  <a:pt x="1435" y="4062"/>
                  <a:pt x="1368" y="3662"/>
                  <a:pt x="1368" y="3428"/>
                </a:cubicBezTo>
                <a:lnTo>
                  <a:pt x="1068" y="1227"/>
                </a:lnTo>
                <a:cubicBezTo>
                  <a:pt x="1068" y="1127"/>
                  <a:pt x="1035" y="1093"/>
                  <a:pt x="968" y="1093"/>
                </a:cubicBezTo>
                <a:cubicBezTo>
                  <a:pt x="868" y="1093"/>
                  <a:pt x="768" y="1127"/>
                  <a:pt x="701" y="1193"/>
                </a:cubicBezTo>
                <a:lnTo>
                  <a:pt x="368" y="1394"/>
                </a:lnTo>
                <a:cubicBezTo>
                  <a:pt x="134" y="1527"/>
                  <a:pt x="1" y="1694"/>
                  <a:pt x="1" y="1861"/>
                </a:cubicBezTo>
                <a:cubicBezTo>
                  <a:pt x="1" y="1927"/>
                  <a:pt x="34" y="2027"/>
                  <a:pt x="34" y="2094"/>
                </a:cubicBezTo>
                <a:lnTo>
                  <a:pt x="901" y="6364"/>
                </a:lnTo>
                <a:cubicBezTo>
                  <a:pt x="935" y="6464"/>
                  <a:pt x="935" y="6531"/>
                  <a:pt x="1001" y="6531"/>
                </a:cubicBezTo>
                <a:cubicBezTo>
                  <a:pt x="1035" y="6531"/>
                  <a:pt x="1101" y="6497"/>
                  <a:pt x="1168" y="6464"/>
                </a:cubicBezTo>
                <a:lnTo>
                  <a:pt x="1168" y="6464"/>
                </a:lnTo>
                <a:lnTo>
                  <a:pt x="734" y="9132"/>
                </a:lnTo>
                <a:cubicBezTo>
                  <a:pt x="734" y="9199"/>
                  <a:pt x="734" y="9266"/>
                  <a:pt x="734" y="9333"/>
                </a:cubicBezTo>
                <a:cubicBezTo>
                  <a:pt x="734" y="9416"/>
                  <a:pt x="768" y="9458"/>
                  <a:pt x="835" y="9458"/>
                </a:cubicBezTo>
                <a:cubicBezTo>
                  <a:pt x="901" y="9458"/>
                  <a:pt x="1001" y="9416"/>
                  <a:pt x="1135" y="9333"/>
                </a:cubicBezTo>
                <a:lnTo>
                  <a:pt x="1302" y="9266"/>
                </a:lnTo>
                <a:cubicBezTo>
                  <a:pt x="1502" y="9166"/>
                  <a:pt x="1635" y="8999"/>
                  <a:pt x="1702" y="8799"/>
                </a:cubicBezTo>
                <a:lnTo>
                  <a:pt x="2969" y="360"/>
                </a:lnTo>
                <a:lnTo>
                  <a:pt x="2969" y="126"/>
                </a:lnTo>
                <a:cubicBezTo>
                  <a:pt x="2969" y="43"/>
                  <a:pt x="2928" y="1"/>
                  <a:pt x="28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1">
            <a:extLst>
              <a:ext uri="{FF2B5EF4-FFF2-40B4-BE49-F238E27FC236}">
                <a16:creationId xmlns:a16="http://schemas.microsoft.com/office/drawing/2014/main" id="{0F2D8B61-B733-87B8-2636-FB1FEB5E52A2}"/>
              </a:ext>
            </a:extLst>
          </p:cNvPr>
          <p:cNvSpPr/>
          <p:nvPr/>
        </p:nvSpPr>
        <p:spPr>
          <a:xfrm>
            <a:off x="3182744" y="2039380"/>
            <a:ext cx="47885" cy="101125"/>
          </a:xfrm>
          <a:custGeom>
            <a:avLst/>
            <a:gdLst/>
            <a:ahLst/>
            <a:cxnLst/>
            <a:rect l="l" t="t" r="r" b="b"/>
            <a:pathLst>
              <a:path w="3103" h="6553" extrusionOk="0">
                <a:moveTo>
                  <a:pt x="1662" y="1485"/>
                </a:moveTo>
                <a:cubicBezTo>
                  <a:pt x="1749" y="1485"/>
                  <a:pt x="1818" y="1560"/>
                  <a:pt x="1868" y="1710"/>
                </a:cubicBezTo>
                <a:cubicBezTo>
                  <a:pt x="1935" y="2143"/>
                  <a:pt x="1968" y="2577"/>
                  <a:pt x="1968" y="3044"/>
                </a:cubicBezTo>
                <a:cubicBezTo>
                  <a:pt x="1968" y="3511"/>
                  <a:pt x="1935" y="3978"/>
                  <a:pt x="1868" y="4445"/>
                </a:cubicBezTo>
                <a:cubicBezTo>
                  <a:pt x="1835" y="4679"/>
                  <a:pt x="1735" y="4879"/>
                  <a:pt x="1568" y="5012"/>
                </a:cubicBezTo>
                <a:cubicBezTo>
                  <a:pt x="1518" y="5042"/>
                  <a:pt x="1474" y="5057"/>
                  <a:pt x="1435" y="5057"/>
                </a:cubicBezTo>
                <a:cubicBezTo>
                  <a:pt x="1344" y="5057"/>
                  <a:pt x="1281" y="4975"/>
                  <a:pt x="1234" y="4812"/>
                </a:cubicBezTo>
                <a:cubicBezTo>
                  <a:pt x="1168" y="4378"/>
                  <a:pt x="1134" y="3945"/>
                  <a:pt x="1134" y="3511"/>
                </a:cubicBezTo>
                <a:cubicBezTo>
                  <a:pt x="1134" y="3011"/>
                  <a:pt x="1168" y="2544"/>
                  <a:pt x="1234" y="2077"/>
                </a:cubicBezTo>
                <a:cubicBezTo>
                  <a:pt x="1268" y="1843"/>
                  <a:pt x="1368" y="1643"/>
                  <a:pt x="1568" y="1510"/>
                </a:cubicBezTo>
                <a:cubicBezTo>
                  <a:pt x="1601" y="1493"/>
                  <a:pt x="1632" y="1485"/>
                  <a:pt x="1662" y="1485"/>
                </a:cubicBezTo>
                <a:close/>
                <a:moveTo>
                  <a:pt x="2127" y="0"/>
                </a:moveTo>
                <a:cubicBezTo>
                  <a:pt x="1950" y="0"/>
                  <a:pt x="1752" y="59"/>
                  <a:pt x="1534" y="175"/>
                </a:cubicBezTo>
                <a:cubicBezTo>
                  <a:pt x="1001" y="509"/>
                  <a:pt x="600" y="1043"/>
                  <a:pt x="400" y="1643"/>
                </a:cubicBezTo>
                <a:cubicBezTo>
                  <a:pt x="133" y="2444"/>
                  <a:pt x="0" y="3278"/>
                  <a:pt x="33" y="4145"/>
                </a:cubicBezTo>
                <a:cubicBezTo>
                  <a:pt x="33" y="5146"/>
                  <a:pt x="167" y="5846"/>
                  <a:pt x="400" y="6213"/>
                </a:cubicBezTo>
                <a:cubicBezTo>
                  <a:pt x="554" y="6443"/>
                  <a:pt x="741" y="6552"/>
                  <a:pt x="967" y="6552"/>
                </a:cubicBezTo>
                <a:cubicBezTo>
                  <a:pt x="1134" y="6552"/>
                  <a:pt x="1322" y="6493"/>
                  <a:pt x="1534" y="6380"/>
                </a:cubicBezTo>
                <a:cubicBezTo>
                  <a:pt x="2068" y="6046"/>
                  <a:pt x="2502" y="5546"/>
                  <a:pt x="2702" y="4945"/>
                </a:cubicBezTo>
                <a:cubicBezTo>
                  <a:pt x="2969" y="4111"/>
                  <a:pt x="3102" y="3278"/>
                  <a:pt x="3069" y="2410"/>
                </a:cubicBezTo>
                <a:cubicBezTo>
                  <a:pt x="3069" y="1376"/>
                  <a:pt x="2969" y="709"/>
                  <a:pt x="2702" y="309"/>
                </a:cubicBezTo>
                <a:cubicBezTo>
                  <a:pt x="2551" y="101"/>
                  <a:pt x="2357" y="0"/>
                  <a:pt x="21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1">
            <a:extLst>
              <a:ext uri="{FF2B5EF4-FFF2-40B4-BE49-F238E27FC236}">
                <a16:creationId xmlns:a16="http://schemas.microsoft.com/office/drawing/2014/main" id="{0B2EE69B-3110-FC40-10E9-4E82054E6D4A}"/>
              </a:ext>
            </a:extLst>
          </p:cNvPr>
          <p:cNvSpPr/>
          <p:nvPr/>
        </p:nvSpPr>
        <p:spPr>
          <a:xfrm>
            <a:off x="3241941" y="1999319"/>
            <a:ext cx="45308" cy="112298"/>
          </a:xfrm>
          <a:custGeom>
            <a:avLst/>
            <a:gdLst/>
            <a:ahLst/>
            <a:cxnLst/>
            <a:rect l="l" t="t" r="r" b="b"/>
            <a:pathLst>
              <a:path w="2936" h="7277" extrusionOk="0">
                <a:moveTo>
                  <a:pt x="2719" y="1"/>
                </a:moveTo>
                <a:cubicBezTo>
                  <a:pt x="2650" y="1"/>
                  <a:pt x="2556" y="35"/>
                  <a:pt x="2435" y="103"/>
                </a:cubicBezTo>
                <a:lnTo>
                  <a:pt x="2202" y="270"/>
                </a:lnTo>
                <a:cubicBezTo>
                  <a:pt x="2068" y="336"/>
                  <a:pt x="1968" y="403"/>
                  <a:pt x="1868" y="536"/>
                </a:cubicBezTo>
                <a:cubicBezTo>
                  <a:pt x="1801" y="636"/>
                  <a:pt x="1768" y="737"/>
                  <a:pt x="1768" y="870"/>
                </a:cubicBezTo>
                <a:lnTo>
                  <a:pt x="1768" y="4873"/>
                </a:lnTo>
                <a:cubicBezTo>
                  <a:pt x="1701" y="5106"/>
                  <a:pt x="1568" y="5306"/>
                  <a:pt x="1401" y="5473"/>
                </a:cubicBezTo>
                <a:cubicBezTo>
                  <a:pt x="1351" y="5507"/>
                  <a:pt x="1301" y="5523"/>
                  <a:pt x="1259" y="5523"/>
                </a:cubicBezTo>
                <a:cubicBezTo>
                  <a:pt x="1218" y="5523"/>
                  <a:pt x="1184" y="5507"/>
                  <a:pt x="1168" y="5473"/>
                </a:cubicBezTo>
                <a:cubicBezTo>
                  <a:pt x="1134" y="5340"/>
                  <a:pt x="1101" y="5173"/>
                  <a:pt x="1101" y="5040"/>
                </a:cubicBezTo>
                <a:lnTo>
                  <a:pt x="1101" y="1237"/>
                </a:lnTo>
                <a:cubicBezTo>
                  <a:pt x="1101" y="1101"/>
                  <a:pt x="1067" y="1033"/>
                  <a:pt x="979" y="1033"/>
                </a:cubicBezTo>
                <a:cubicBezTo>
                  <a:pt x="916" y="1033"/>
                  <a:pt x="826" y="1067"/>
                  <a:pt x="701" y="1137"/>
                </a:cubicBezTo>
                <a:lnTo>
                  <a:pt x="434" y="1270"/>
                </a:lnTo>
                <a:cubicBezTo>
                  <a:pt x="200" y="1370"/>
                  <a:pt x="33" y="1637"/>
                  <a:pt x="33" y="1904"/>
                </a:cubicBezTo>
                <a:lnTo>
                  <a:pt x="33" y="6074"/>
                </a:lnTo>
                <a:cubicBezTo>
                  <a:pt x="0" y="6441"/>
                  <a:pt x="67" y="6808"/>
                  <a:pt x="234" y="7141"/>
                </a:cubicBezTo>
                <a:cubicBezTo>
                  <a:pt x="328" y="7235"/>
                  <a:pt x="432" y="7276"/>
                  <a:pt x="547" y="7276"/>
                </a:cubicBezTo>
                <a:cubicBezTo>
                  <a:pt x="637" y="7276"/>
                  <a:pt x="732" y="7251"/>
                  <a:pt x="834" y="7208"/>
                </a:cubicBezTo>
                <a:cubicBezTo>
                  <a:pt x="1068" y="7041"/>
                  <a:pt x="1234" y="6874"/>
                  <a:pt x="1368" y="6641"/>
                </a:cubicBezTo>
                <a:cubicBezTo>
                  <a:pt x="1535" y="6374"/>
                  <a:pt x="1701" y="6074"/>
                  <a:pt x="1801" y="5773"/>
                </a:cubicBezTo>
                <a:cubicBezTo>
                  <a:pt x="1801" y="5840"/>
                  <a:pt x="1835" y="5940"/>
                  <a:pt x="1835" y="6074"/>
                </a:cubicBezTo>
                <a:cubicBezTo>
                  <a:pt x="1835" y="6174"/>
                  <a:pt x="1868" y="6274"/>
                  <a:pt x="1901" y="6374"/>
                </a:cubicBezTo>
                <a:cubicBezTo>
                  <a:pt x="1918" y="6391"/>
                  <a:pt x="1943" y="6399"/>
                  <a:pt x="1972" y="6399"/>
                </a:cubicBezTo>
                <a:cubicBezTo>
                  <a:pt x="2002" y="6399"/>
                  <a:pt x="2035" y="6391"/>
                  <a:pt x="2068" y="6374"/>
                </a:cubicBezTo>
                <a:cubicBezTo>
                  <a:pt x="2268" y="6240"/>
                  <a:pt x="2469" y="6107"/>
                  <a:pt x="2635" y="5940"/>
                </a:cubicBezTo>
                <a:cubicBezTo>
                  <a:pt x="2835" y="5773"/>
                  <a:pt x="2936" y="5607"/>
                  <a:pt x="2936" y="5473"/>
                </a:cubicBezTo>
                <a:cubicBezTo>
                  <a:pt x="2936" y="5407"/>
                  <a:pt x="2936" y="5273"/>
                  <a:pt x="2902" y="5040"/>
                </a:cubicBezTo>
                <a:cubicBezTo>
                  <a:pt x="2869" y="4839"/>
                  <a:pt x="2869" y="4439"/>
                  <a:pt x="2869" y="3905"/>
                </a:cubicBezTo>
                <a:lnTo>
                  <a:pt x="2869" y="236"/>
                </a:lnTo>
                <a:cubicBezTo>
                  <a:pt x="2869" y="77"/>
                  <a:pt x="2821" y="1"/>
                  <a:pt x="271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1">
            <a:extLst>
              <a:ext uri="{FF2B5EF4-FFF2-40B4-BE49-F238E27FC236}">
                <a16:creationId xmlns:a16="http://schemas.microsoft.com/office/drawing/2014/main" id="{8097716E-3A88-A7CD-362E-76EC02022DC2}"/>
              </a:ext>
            </a:extLst>
          </p:cNvPr>
          <p:cNvSpPr/>
          <p:nvPr/>
        </p:nvSpPr>
        <p:spPr>
          <a:xfrm>
            <a:off x="3297018" y="1943208"/>
            <a:ext cx="43256" cy="134057"/>
          </a:xfrm>
          <a:custGeom>
            <a:avLst/>
            <a:gdLst/>
            <a:ahLst/>
            <a:cxnLst/>
            <a:rect l="l" t="t" r="r" b="b"/>
            <a:pathLst>
              <a:path w="2803" h="8687" extrusionOk="0">
                <a:moveTo>
                  <a:pt x="1997" y="1"/>
                </a:moveTo>
                <a:cubicBezTo>
                  <a:pt x="1790" y="1"/>
                  <a:pt x="1547" y="77"/>
                  <a:pt x="1268" y="236"/>
                </a:cubicBezTo>
                <a:cubicBezTo>
                  <a:pt x="1068" y="336"/>
                  <a:pt x="868" y="503"/>
                  <a:pt x="701" y="670"/>
                </a:cubicBezTo>
                <a:cubicBezTo>
                  <a:pt x="501" y="870"/>
                  <a:pt x="334" y="1070"/>
                  <a:pt x="200" y="1270"/>
                </a:cubicBezTo>
                <a:cubicBezTo>
                  <a:pt x="100" y="1470"/>
                  <a:pt x="34" y="1671"/>
                  <a:pt x="0" y="1904"/>
                </a:cubicBezTo>
                <a:cubicBezTo>
                  <a:pt x="34" y="2004"/>
                  <a:pt x="34" y="2104"/>
                  <a:pt x="100" y="2204"/>
                </a:cubicBezTo>
                <a:cubicBezTo>
                  <a:pt x="134" y="2304"/>
                  <a:pt x="200" y="2404"/>
                  <a:pt x="267" y="2505"/>
                </a:cubicBezTo>
                <a:cubicBezTo>
                  <a:pt x="316" y="2553"/>
                  <a:pt x="383" y="2584"/>
                  <a:pt x="428" y="2584"/>
                </a:cubicBezTo>
                <a:cubicBezTo>
                  <a:pt x="445" y="2584"/>
                  <a:pt x="458" y="2580"/>
                  <a:pt x="467" y="2571"/>
                </a:cubicBezTo>
                <a:cubicBezTo>
                  <a:pt x="534" y="2505"/>
                  <a:pt x="601" y="2438"/>
                  <a:pt x="634" y="2371"/>
                </a:cubicBezTo>
                <a:cubicBezTo>
                  <a:pt x="701" y="2271"/>
                  <a:pt x="768" y="2138"/>
                  <a:pt x="868" y="2071"/>
                </a:cubicBezTo>
                <a:cubicBezTo>
                  <a:pt x="934" y="1971"/>
                  <a:pt x="1034" y="1904"/>
                  <a:pt x="1134" y="1837"/>
                </a:cubicBezTo>
                <a:cubicBezTo>
                  <a:pt x="1236" y="1776"/>
                  <a:pt x="1322" y="1746"/>
                  <a:pt x="1393" y="1746"/>
                </a:cubicBezTo>
                <a:cubicBezTo>
                  <a:pt x="1554" y="1746"/>
                  <a:pt x="1635" y="1903"/>
                  <a:pt x="1635" y="2204"/>
                </a:cubicBezTo>
                <a:cubicBezTo>
                  <a:pt x="1601" y="2371"/>
                  <a:pt x="1568" y="2505"/>
                  <a:pt x="1535" y="2671"/>
                </a:cubicBezTo>
                <a:cubicBezTo>
                  <a:pt x="1468" y="2871"/>
                  <a:pt x="1368" y="3138"/>
                  <a:pt x="1235" y="3472"/>
                </a:cubicBezTo>
                <a:lnTo>
                  <a:pt x="1068" y="3872"/>
                </a:lnTo>
                <a:cubicBezTo>
                  <a:pt x="934" y="4206"/>
                  <a:pt x="834" y="4539"/>
                  <a:pt x="734" y="4906"/>
                </a:cubicBezTo>
                <a:cubicBezTo>
                  <a:pt x="667" y="5240"/>
                  <a:pt x="634" y="5540"/>
                  <a:pt x="634" y="5874"/>
                </a:cubicBezTo>
                <a:cubicBezTo>
                  <a:pt x="634" y="6007"/>
                  <a:pt x="667" y="6074"/>
                  <a:pt x="734" y="6074"/>
                </a:cubicBezTo>
                <a:cubicBezTo>
                  <a:pt x="834" y="6074"/>
                  <a:pt x="934" y="6040"/>
                  <a:pt x="1001" y="5940"/>
                </a:cubicBezTo>
                <a:lnTo>
                  <a:pt x="1168" y="5840"/>
                </a:lnTo>
                <a:cubicBezTo>
                  <a:pt x="1301" y="5807"/>
                  <a:pt x="1368" y="5707"/>
                  <a:pt x="1468" y="5607"/>
                </a:cubicBezTo>
                <a:cubicBezTo>
                  <a:pt x="1535" y="5540"/>
                  <a:pt x="1568" y="5407"/>
                  <a:pt x="1568" y="5307"/>
                </a:cubicBezTo>
                <a:cubicBezTo>
                  <a:pt x="1601" y="5040"/>
                  <a:pt x="1668" y="4739"/>
                  <a:pt x="1768" y="4473"/>
                </a:cubicBezTo>
                <a:cubicBezTo>
                  <a:pt x="1868" y="4172"/>
                  <a:pt x="2002" y="3872"/>
                  <a:pt x="2169" y="3572"/>
                </a:cubicBezTo>
                <a:cubicBezTo>
                  <a:pt x="2302" y="3272"/>
                  <a:pt x="2435" y="3038"/>
                  <a:pt x="2502" y="2838"/>
                </a:cubicBezTo>
                <a:cubicBezTo>
                  <a:pt x="2602" y="2605"/>
                  <a:pt x="2669" y="2371"/>
                  <a:pt x="2702" y="2138"/>
                </a:cubicBezTo>
                <a:cubicBezTo>
                  <a:pt x="2769" y="1871"/>
                  <a:pt x="2802" y="1570"/>
                  <a:pt x="2802" y="1304"/>
                </a:cubicBezTo>
                <a:cubicBezTo>
                  <a:pt x="2802" y="703"/>
                  <a:pt x="2636" y="303"/>
                  <a:pt x="2369" y="103"/>
                </a:cubicBezTo>
                <a:cubicBezTo>
                  <a:pt x="2261" y="36"/>
                  <a:pt x="2137" y="1"/>
                  <a:pt x="1997" y="1"/>
                </a:cubicBezTo>
                <a:close/>
                <a:moveTo>
                  <a:pt x="1520" y="6556"/>
                </a:moveTo>
                <a:cubicBezTo>
                  <a:pt x="1451" y="6556"/>
                  <a:pt x="1356" y="6593"/>
                  <a:pt x="1235" y="6674"/>
                </a:cubicBezTo>
                <a:lnTo>
                  <a:pt x="1001" y="6808"/>
                </a:lnTo>
                <a:cubicBezTo>
                  <a:pt x="734" y="6908"/>
                  <a:pt x="567" y="7141"/>
                  <a:pt x="534" y="7441"/>
                </a:cubicBezTo>
                <a:lnTo>
                  <a:pt x="534" y="8475"/>
                </a:lnTo>
                <a:cubicBezTo>
                  <a:pt x="534" y="8619"/>
                  <a:pt x="597" y="8687"/>
                  <a:pt x="715" y="8687"/>
                </a:cubicBezTo>
                <a:cubicBezTo>
                  <a:pt x="790" y="8687"/>
                  <a:pt x="885" y="8660"/>
                  <a:pt x="1001" y="8609"/>
                </a:cubicBezTo>
                <a:lnTo>
                  <a:pt x="1235" y="8442"/>
                </a:lnTo>
                <a:cubicBezTo>
                  <a:pt x="1468" y="8342"/>
                  <a:pt x="1635" y="8109"/>
                  <a:pt x="1668" y="7842"/>
                </a:cubicBezTo>
                <a:lnTo>
                  <a:pt x="1668" y="6774"/>
                </a:lnTo>
                <a:cubicBezTo>
                  <a:pt x="1668" y="6635"/>
                  <a:pt x="1621" y="6556"/>
                  <a:pt x="1520" y="655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1">
            <a:extLst>
              <a:ext uri="{FF2B5EF4-FFF2-40B4-BE49-F238E27FC236}">
                <a16:creationId xmlns:a16="http://schemas.microsoft.com/office/drawing/2014/main" id="{5E08F552-AB7B-7B2C-1E7A-842EEDAA40B4}"/>
              </a:ext>
            </a:extLst>
          </p:cNvPr>
          <p:cNvSpPr/>
          <p:nvPr/>
        </p:nvSpPr>
        <p:spPr>
          <a:xfrm>
            <a:off x="1750661" y="4161363"/>
            <a:ext cx="543605" cy="329981"/>
          </a:xfrm>
          <a:custGeom>
            <a:avLst/>
            <a:gdLst/>
            <a:ahLst/>
            <a:cxnLst/>
            <a:rect l="l" t="t" r="r" b="b"/>
            <a:pathLst>
              <a:path w="35226" h="21383" extrusionOk="0">
                <a:moveTo>
                  <a:pt x="17805" y="7838"/>
                </a:moveTo>
                <a:cubicBezTo>
                  <a:pt x="19273" y="7838"/>
                  <a:pt x="20704" y="8203"/>
                  <a:pt x="21983" y="8874"/>
                </a:cubicBezTo>
                <a:cubicBezTo>
                  <a:pt x="22917" y="9441"/>
                  <a:pt x="23451" y="10075"/>
                  <a:pt x="23451" y="10675"/>
                </a:cubicBezTo>
                <a:cubicBezTo>
                  <a:pt x="23451" y="11309"/>
                  <a:pt x="22917" y="11943"/>
                  <a:pt x="21983" y="12477"/>
                </a:cubicBezTo>
                <a:cubicBezTo>
                  <a:pt x="20615" y="13160"/>
                  <a:pt x="19114" y="13502"/>
                  <a:pt x="17613" y="13502"/>
                </a:cubicBezTo>
                <a:cubicBezTo>
                  <a:pt x="16112" y="13502"/>
                  <a:pt x="14611" y="13160"/>
                  <a:pt x="13243" y="12477"/>
                </a:cubicBezTo>
                <a:cubicBezTo>
                  <a:pt x="12309" y="11943"/>
                  <a:pt x="11809" y="11276"/>
                  <a:pt x="11809" y="10675"/>
                </a:cubicBezTo>
                <a:cubicBezTo>
                  <a:pt x="11809" y="10075"/>
                  <a:pt x="12309" y="9408"/>
                  <a:pt x="13243" y="8874"/>
                </a:cubicBezTo>
                <a:cubicBezTo>
                  <a:pt x="14522" y="8203"/>
                  <a:pt x="15953" y="7838"/>
                  <a:pt x="17421" y="7838"/>
                </a:cubicBezTo>
                <a:cubicBezTo>
                  <a:pt x="17485" y="7838"/>
                  <a:pt x="17549" y="7838"/>
                  <a:pt x="17613" y="7840"/>
                </a:cubicBezTo>
                <a:cubicBezTo>
                  <a:pt x="17677" y="7838"/>
                  <a:pt x="17741" y="7838"/>
                  <a:pt x="17805" y="7838"/>
                </a:cubicBezTo>
                <a:close/>
                <a:moveTo>
                  <a:pt x="15445" y="1"/>
                </a:moveTo>
                <a:cubicBezTo>
                  <a:pt x="14644" y="1"/>
                  <a:pt x="13944" y="568"/>
                  <a:pt x="13777" y="1369"/>
                </a:cubicBezTo>
                <a:lnTo>
                  <a:pt x="13510" y="2870"/>
                </a:lnTo>
                <a:cubicBezTo>
                  <a:pt x="12876" y="3003"/>
                  <a:pt x="12243" y="3137"/>
                  <a:pt x="11609" y="3337"/>
                </a:cubicBezTo>
                <a:lnTo>
                  <a:pt x="8707" y="2002"/>
                </a:lnTo>
                <a:cubicBezTo>
                  <a:pt x="8473" y="1869"/>
                  <a:pt x="8173" y="1836"/>
                  <a:pt x="7873" y="1836"/>
                </a:cubicBezTo>
                <a:cubicBezTo>
                  <a:pt x="7539" y="1836"/>
                  <a:pt x="7206" y="1902"/>
                  <a:pt x="6905" y="2069"/>
                </a:cubicBezTo>
                <a:lnTo>
                  <a:pt x="3937" y="3804"/>
                </a:lnTo>
                <a:cubicBezTo>
                  <a:pt x="2969" y="4304"/>
                  <a:pt x="2903" y="5672"/>
                  <a:pt x="3803" y="6305"/>
                </a:cubicBezTo>
                <a:lnTo>
                  <a:pt x="5338" y="7406"/>
                </a:lnTo>
                <a:cubicBezTo>
                  <a:pt x="5271" y="7506"/>
                  <a:pt x="5204" y="7606"/>
                  <a:pt x="5137" y="7706"/>
                </a:cubicBezTo>
                <a:lnTo>
                  <a:pt x="1535" y="7940"/>
                </a:lnTo>
                <a:cubicBezTo>
                  <a:pt x="668" y="8007"/>
                  <a:pt x="0" y="8707"/>
                  <a:pt x="0" y="9574"/>
                </a:cubicBezTo>
                <a:lnTo>
                  <a:pt x="0" y="11776"/>
                </a:lnTo>
                <a:cubicBezTo>
                  <a:pt x="0" y="12643"/>
                  <a:pt x="668" y="13344"/>
                  <a:pt x="1535" y="13411"/>
                </a:cubicBezTo>
                <a:lnTo>
                  <a:pt x="5137" y="13644"/>
                </a:lnTo>
                <a:cubicBezTo>
                  <a:pt x="5204" y="13744"/>
                  <a:pt x="5271" y="13878"/>
                  <a:pt x="5338" y="13978"/>
                </a:cubicBezTo>
                <a:lnTo>
                  <a:pt x="3803" y="15078"/>
                </a:lnTo>
                <a:cubicBezTo>
                  <a:pt x="2903" y="15712"/>
                  <a:pt x="2969" y="17080"/>
                  <a:pt x="3937" y="17580"/>
                </a:cubicBezTo>
                <a:lnTo>
                  <a:pt x="6872" y="19281"/>
                </a:lnTo>
                <a:cubicBezTo>
                  <a:pt x="7172" y="19448"/>
                  <a:pt x="7539" y="19548"/>
                  <a:pt x="7873" y="19548"/>
                </a:cubicBezTo>
                <a:cubicBezTo>
                  <a:pt x="8140" y="19548"/>
                  <a:pt x="8440" y="19482"/>
                  <a:pt x="8707" y="19381"/>
                </a:cubicBezTo>
                <a:lnTo>
                  <a:pt x="11609" y="18047"/>
                </a:lnTo>
                <a:cubicBezTo>
                  <a:pt x="12209" y="18214"/>
                  <a:pt x="12843" y="18381"/>
                  <a:pt x="13477" y="18514"/>
                </a:cubicBezTo>
                <a:lnTo>
                  <a:pt x="13777" y="19982"/>
                </a:lnTo>
                <a:cubicBezTo>
                  <a:pt x="13910" y="20782"/>
                  <a:pt x="14611" y="21350"/>
                  <a:pt x="15445" y="21383"/>
                </a:cubicBezTo>
                <a:lnTo>
                  <a:pt x="19781" y="21383"/>
                </a:lnTo>
                <a:cubicBezTo>
                  <a:pt x="20582" y="21350"/>
                  <a:pt x="21282" y="20782"/>
                  <a:pt x="21449" y="19982"/>
                </a:cubicBezTo>
                <a:lnTo>
                  <a:pt x="21716" y="18514"/>
                </a:lnTo>
                <a:cubicBezTo>
                  <a:pt x="22383" y="18381"/>
                  <a:pt x="22984" y="18214"/>
                  <a:pt x="23617" y="18047"/>
                </a:cubicBezTo>
                <a:lnTo>
                  <a:pt x="26519" y="19381"/>
                </a:lnTo>
                <a:cubicBezTo>
                  <a:pt x="26786" y="19482"/>
                  <a:pt x="27053" y="19548"/>
                  <a:pt x="27353" y="19548"/>
                </a:cubicBezTo>
                <a:cubicBezTo>
                  <a:pt x="27687" y="19548"/>
                  <a:pt x="28020" y="19448"/>
                  <a:pt x="28354" y="19281"/>
                </a:cubicBezTo>
                <a:lnTo>
                  <a:pt x="31289" y="17580"/>
                </a:lnTo>
                <a:cubicBezTo>
                  <a:pt x="32257" y="17080"/>
                  <a:pt x="32324" y="15712"/>
                  <a:pt x="31423" y="15078"/>
                </a:cubicBezTo>
                <a:lnTo>
                  <a:pt x="29855" y="13978"/>
                </a:lnTo>
                <a:cubicBezTo>
                  <a:pt x="29955" y="13878"/>
                  <a:pt x="30022" y="13744"/>
                  <a:pt x="30089" y="13644"/>
                </a:cubicBezTo>
                <a:lnTo>
                  <a:pt x="33691" y="13411"/>
                </a:lnTo>
                <a:cubicBezTo>
                  <a:pt x="34558" y="13344"/>
                  <a:pt x="35192" y="12643"/>
                  <a:pt x="35226" y="11809"/>
                </a:cubicBezTo>
                <a:lnTo>
                  <a:pt x="35226" y="9608"/>
                </a:lnTo>
                <a:cubicBezTo>
                  <a:pt x="35226" y="8741"/>
                  <a:pt x="34558" y="8007"/>
                  <a:pt x="33691" y="7973"/>
                </a:cubicBezTo>
                <a:lnTo>
                  <a:pt x="30089" y="7740"/>
                </a:lnTo>
                <a:cubicBezTo>
                  <a:pt x="30022" y="7606"/>
                  <a:pt x="29955" y="7506"/>
                  <a:pt x="29888" y="7406"/>
                </a:cubicBezTo>
                <a:lnTo>
                  <a:pt x="31456" y="6305"/>
                </a:lnTo>
                <a:cubicBezTo>
                  <a:pt x="32357" y="5672"/>
                  <a:pt x="32290" y="4304"/>
                  <a:pt x="31323" y="3804"/>
                </a:cubicBezTo>
                <a:lnTo>
                  <a:pt x="28354" y="2069"/>
                </a:lnTo>
                <a:cubicBezTo>
                  <a:pt x="28054" y="1902"/>
                  <a:pt x="27720" y="1836"/>
                  <a:pt x="27353" y="1836"/>
                </a:cubicBezTo>
                <a:cubicBezTo>
                  <a:pt x="27086" y="1836"/>
                  <a:pt x="26786" y="1869"/>
                  <a:pt x="26519" y="2002"/>
                </a:cubicBezTo>
                <a:lnTo>
                  <a:pt x="23651" y="3337"/>
                </a:lnTo>
                <a:cubicBezTo>
                  <a:pt x="23017" y="3137"/>
                  <a:pt x="22383" y="3003"/>
                  <a:pt x="21749" y="2870"/>
                </a:cubicBezTo>
                <a:lnTo>
                  <a:pt x="21482" y="1369"/>
                </a:lnTo>
                <a:cubicBezTo>
                  <a:pt x="21316" y="568"/>
                  <a:pt x="20615" y="1"/>
                  <a:pt x="19815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1">
            <a:extLst>
              <a:ext uri="{FF2B5EF4-FFF2-40B4-BE49-F238E27FC236}">
                <a16:creationId xmlns:a16="http://schemas.microsoft.com/office/drawing/2014/main" id="{5BE056C6-04D3-F202-22DC-658D6789105F}"/>
              </a:ext>
            </a:extLst>
          </p:cNvPr>
          <p:cNvSpPr/>
          <p:nvPr/>
        </p:nvSpPr>
        <p:spPr>
          <a:xfrm>
            <a:off x="1770229" y="4140777"/>
            <a:ext cx="504485" cy="331015"/>
          </a:xfrm>
          <a:custGeom>
            <a:avLst/>
            <a:gdLst/>
            <a:ahLst/>
            <a:cxnLst/>
            <a:rect l="l" t="t" r="r" b="b"/>
            <a:pathLst>
              <a:path w="32691" h="21450" extrusionOk="0">
                <a:moveTo>
                  <a:pt x="16345" y="7039"/>
                </a:moveTo>
                <a:cubicBezTo>
                  <a:pt x="18155" y="7039"/>
                  <a:pt x="19964" y="7439"/>
                  <a:pt x="21349" y="8240"/>
                </a:cubicBezTo>
                <a:cubicBezTo>
                  <a:pt x="22183" y="8640"/>
                  <a:pt x="22883" y="9307"/>
                  <a:pt x="23317" y="10141"/>
                </a:cubicBezTo>
                <a:cubicBezTo>
                  <a:pt x="23083" y="10942"/>
                  <a:pt x="22416" y="11709"/>
                  <a:pt x="21349" y="12343"/>
                </a:cubicBezTo>
                <a:cubicBezTo>
                  <a:pt x="19964" y="13143"/>
                  <a:pt x="18155" y="13544"/>
                  <a:pt x="16345" y="13544"/>
                </a:cubicBezTo>
                <a:cubicBezTo>
                  <a:pt x="14535" y="13544"/>
                  <a:pt x="12726" y="13143"/>
                  <a:pt x="11341" y="12343"/>
                </a:cubicBezTo>
                <a:cubicBezTo>
                  <a:pt x="10474" y="11909"/>
                  <a:pt x="9807" y="11175"/>
                  <a:pt x="9407" y="10275"/>
                </a:cubicBezTo>
                <a:cubicBezTo>
                  <a:pt x="9640" y="9574"/>
                  <a:pt x="10241" y="8874"/>
                  <a:pt x="11341" y="8240"/>
                </a:cubicBezTo>
                <a:cubicBezTo>
                  <a:pt x="12726" y="7439"/>
                  <a:pt x="14535" y="7039"/>
                  <a:pt x="16345" y="7039"/>
                </a:cubicBezTo>
                <a:close/>
                <a:moveTo>
                  <a:pt x="14177" y="1"/>
                </a:moveTo>
                <a:cubicBezTo>
                  <a:pt x="13943" y="1"/>
                  <a:pt x="13777" y="167"/>
                  <a:pt x="13743" y="368"/>
                </a:cubicBezTo>
                <a:lnTo>
                  <a:pt x="13343" y="2336"/>
                </a:lnTo>
                <a:cubicBezTo>
                  <a:pt x="13310" y="2569"/>
                  <a:pt x="13143" y="2703"/>
                  <a:pt x="12943" y="2769"/>
                </a:cubicBezTo>
                <a:cubicBezTo>
                  <a:pt x="12142" y="2903"/>
                  <a:pt x="11375" y="3070"/>
                  <a:pt x="10608" y="3336"/>
                </a:cubicBezTo>
                <a:cubicBezTo>
                  <a:pt x="10522" y="3349"/>
                  <a:pt x="10437" y="3356"/>
                  <a:pt x="10353" y="3356"/>
                </a:cubicBezTo>
                <a:cubicBezTo>
                  <a:pt x="10208" y="3356"/>
                  <a:pt x="10067" y="3333"/>
                  <a:pt x="9940" y="3270"/>
                </a:cubicBezTo>
                <a:lnTo>
                  <a:pt x="6938" y="1902"/>
                </a:lnTo>
                <a:cubicBezTo>
                  <a:pt x="6830" y="1856"/>
                  <a:pt x="6722" y="1831"/>
                  <a:pt x="6617" y="1831"/>
                </a:cubicBezTo>
                <a:cubicBezTo>
                  <a:pt x="6495" y="1831"/>
                  <a:pt x="6378" y="1864"/>
                  <a:pt x="6271" y="1935"/>
                </a:cubicBezTo>
                <a:lnTo>
                  <a:pt x="3302" y="3637"/>
                </a:lnTo>
                <a:cubicBezTo>
                  <a:pt x="3236" y="3670"/>
                  <a:pt x="3169" y="3737"/>
                  <a:pt x="3169" y="3837"/>
                </a:cubicBezTo>
                <a:lnTo>
                  <a:pt x="3169" y="6405"/>
                </a:lnTo>
                <a:cubicBezTo>
                  <a:pt x="3169" y="6472"/>
                  <a:pt x="3236" y="6539"/>
                  <a:pt x="3302" y="6605"/>
                </a:cubicBezTo>
                <a:lnTo>
                  <a:pt x="4637" y="7573"/>
                </a:lnTo>
                <a:cubicBezTo>
                  <a:pt x="4570" y="7639"/>
                  <a:pt x="4437" y="7706"/>
                  <a:pt x="4303" y="7706"/>
                </a:cubicBezTo>
                <a:lnTo>
                  <a:pt x="367" y="7973"/>
                </a:lnTo>
                <a:cubicBezTo>
                  <a:pt x="167" y="7973"/>
                  <a:pt x="33" y="8140"/>
                  <a:pt x="0" y="8340"/>
                </a:cubicBezTo>
                <a:lnTo>
                  <a:pt x="0" y="10008"/>
                </a:lnTo>
                <a:lnTo>
                  <a:pt x="0" y="13110"/>
                </a:lnTo>
                <a:cubicBezTo>
                  <a:pt x="33" y="13310"/>
                  <a:pt x="167" y="13477"/>
                  <a:pt x="367" y="13510"/>
                </a:cubicBezTo>
                <a:lnTo>
                  <a:pt x="4303" y="13744"/>
                </a:lnTo>
                <a:cubicBezTo>
                  <a:pt x="4437" y="13744"/>
                  <a:pt x="4570" y="13811"/>
                  <a:pt x="4670" y="13877"/>
                </a:cubicBezTo>
                <a:lnTo>
                  <a:pt x="3302" y="14878"/>
                </a:lnTo>
                <a:cubicBezTo>
                  <a:pt x="3236" y="14911"/>
                  <a:pt x="3202" y="14978"/>
                  <a:pt x="3202" y="15078"/>
                </a:cubicBezTo>
                <a:lnTo>
                  <a:pt x="3202" y="17647"/>
                </a:lnTo>
                <a:cubicBezTo>
                  <a:pt x="3202" y="17713"/>
                  <a:pt x="3236" y="17780"/>
                  <a:pt x="3336" y="17847"/>
                </a:cubicBezTo>
                <a:lnTo>
                  <a:pt x="6271" y="19548"/>
                </a:lnTo>
                <a:cubicBezTo>
                  <a:pt x="6400" y="19603"/>
                  <a:pt x="6528" y="19628"/>
                  <a:pt x="6651" y="19628"/>
                </a:cubicBezTo>
                <a:cubicBezTo>
                  <a:pt x="6752" y="19628"/>
                  <a:pt x="6848" y="19611"/>
                  <a:pt x="6938" y="19581"/>
                </a:cubicBezTo>
                <a:lnTo>
                  <a:pt x="9940" y="18180"/>
                </a:lnTo>
                <a:cubicBezTo>
                  <a:pt x="10069" y="18125"/>
                  <a:pt x="10198" y="18100"/>
                  <a:pt x="10321" y="18100"/>
                </a:cubicBezTo>
                <a:cubicBezTo>
                  <a:pt x="10421" y="18100"/>
                  <a:pt x="10518" y="18117"/>
                  <a:pt x="10608" y="18147"/>
                </a:cubicBezTo>
                <a:cubicBezTo>
                  <a:pt x="11375" y="18380"/>
                  <a:pt x="12175" y="18547"/>
                  <a:pt x="12943" y="18681"/>
                </a:cubicBezTo>
                <a:cubicBezTo>
                  <a:pt x="13143" y="18747"/>
                  <a:pt x="13310" y="18914"/>
                  <a:pt x="13376" y="19114"/>
                </a:cubicBezTo>
                <a:lnTo>
                  <a:pt x="13743" y="21082"/>
                </a:lnTo>
                <a:cubicBezTo>
                  <a:pt x="13777" y="21283"/>
                  <a:pt x="13977" y="21449"/>
                  <a:pt x="14177" y="21449"/>
                </a:cubicBezTo>
                <a:lnTo>
                  <a:pt x="18513" y="21449"/>
                </a:lnTo>
                <a:cubicBezTo>
                  <a:pt x="18747" y="21416"/>
                  <a:pt x="18914" y="21283"/>
                  <a:pt x="18947" y="21082"/>
                </a:cubicBezTo>
                <a:lnTo>
                  <a:pt x="19314" y="19114"/>
                </a:lnTo>
                <a:cubicBezTo>
                  <a:pt x="19381" y="18914"/>
                  <a:pt x="19547" y="18747"/>
                  <a:pt x="19747" y="18681"/>
                </a:cubicBezTo>
                <a:cubicBezTo>
                  <a:pt x="20515" y="18547"/>
                  <a:pt x="21315" y="18380"/>
                  <a:pt x="22082" y="18147"/>
                </a:cubicBezTo>
                <a:cubicBezTo>
                  <a:pt x="22172" y="18117"/>
                  <a:pt x="22276" y="18100"/>
                  <a:pt x="22381" y="18100"/>
                </a:cubicBezTo>
                <a:cubicBezTo>
                  <a:pt x="22509" y="18100"/>
                  <a:pt x="22639" y="18125"/>
                  <a:pt x="22750" y="18180"/>
                </a:cubicBezTo>
                <a:lnTo>
                  <a:pt x="25752" y="19581"/>
                </a:lnTo>
                <a:cubicBezTo>
                  <a:pt x="25842" y="19611"/>
                  <a:pt x="25945" y="19628"/>
                  <a:pt x="26050" y="19628"/>
                </a:cubicBezTo>
                <a:cubicBezTo>
                  <a:pt x="26178" y="19628"/>
                  <a:pt x="26309" y="19603"/>
                  <a:pt x="26419" y="19548"/>
                </a:cubicBezTo>
                <a:lnTo>
                  <a:pt x="29354" y="17847"/>
                </a:lnTo>
                <a:cubicBezTo>
                  <a:pt x="29454" y="17780"/>
                  <a:pt x="29488" y="17713"/>
                  <a:pt x="29521" y="17647"/>
                </a:cubicBezTo>
                <a:lnTo>
                  <a:pt x="29521" y="15045"/>
                </a:lnTo>
                <a:cubicBezTo>
                  <a:pt x="29488" y="14978"/>
                  <a:pt x="29454" y="14911"/>
                  <a:pt x="29388" y="14845"/>
                </a:cubicBezTo>
                <a:lnTo>
                  <a:pt x="28053" y="13877"/>
                </a:lnTo>
                <a:cubicBezTo>
                  <a:pt x="28153" y="13811"/>
                  <a:pt x="28254" y="13744"/>
                  <a:pt x="28387" y="13744"/>
                </a:cubicBezTo>
                <a:lnTo>
                  <a:pt x="32323" y="13477"/>
                </a:lnTo>
                <a:cubicBezTo>
                  <a:pt x="32523" y="13477"/>
                  <a:pt x="32690" y="13310"/>
                  <a:pt x="32690" y="13110"/>
                </a:cubicBezTo>
                <a:lnTo>
                  <a:pt x="32690" y="8340"/>
                </a:lnTo>
                <a:cubicBezTo>
                  <a:pt x="32690" y="8140"/>
                  <a:pt x="32523" y="7973"/>
                  <a:pt x="32323" y="7973"/>
                </a:cubicBezTo>
                <a:lnTo>
                  <a:pt x="28387" y="7706"/>
                </a:lnTo>
                <a:cubicBezTo>
                  <a:pt x="28254" y="7706"/>
                  <a:pt x="28153" y="7639"/>
                  <a:pt x="28053" y="7573"/>
                </a:cubicBezTo>
                <a:lnTo>
                  <a:pt x="29388" y="6605"/>
                </a:lnTo>
                <a:cubicBezTo>
                  <a:pt x="29454" y="6539"/>
                  <a:pt x="29521" y="6472"/>
                  <a:pt x="29521" y="6405"/>
                </a:cubicBezTo>
                <a:lnTo>
                  <a:pt x="29521" y="3837"/>
                </a:lnTo>
                <a:cubicBezTo>
                  <a:pt x="29521" y="3737"/>
                  <a:pt x="29454" y="3670"/>
                  <a:pt x="29388" y="3637"/>
                </a:cubicBezTo>
                <a:lnTo>
                  <a:pt x="26419" y="1935"/>
                </a:lnTo>
                <a:cubicBezTo>
                  <a:pt x="26312" y="1864"/>
                  <a:pt x="26195" y="1831"/>
                  <a:pt x="26079" y="1831"/>
                </a:cubicBezTo>
                <a:cubicBezTo>
                  <a:pt x="25978" y="1831"/>
                  <a:pt x="25878" y="1856"/>
                  <a:pt x="25785" y="1902"/>
                </a:cubicBezTo>
                <a:lnTo>
                  <a:pt x="22783" y="3270"/>
                </a:lnTo>
                <a:cubicBezTo>
                  <a:pt x="22635" y="3333"/>
                  <a:pt x="22487" y="3356"/>
                  <a:pt x="22339" y="3356"/>
                </a:cubicBezTo>
                <a:cubicBezTo>
                  <a:pt x="22253" y="3356"/>
                  <a:pt x="22168" y="3349"/>
                  <a:pt x="22082" y="3336"/>
                </a:cubicBezTo>
                <a:cubicBezTo>
                  <a:pt x="21315" y="3070"/>
                  <a:pt x="20548" y="2903"/>
                  <a:pt x="19747" y="2769"/>
                </a:cubicBezTo>
                <a:cubicBezTo>
                  <a:pt x="19547" y="2703"/>
                  <a:pt x="19381" y="2569"/>
                  <a:pt x="19347" y="2336"/>
                </a:cubicBezTo>
                <a:lnTo>
                  <a:pt x="18980" y="368"/>
                </a:lnTo>
                <a:cubicBezTo>
                  <a:pt x="18914" y="167"/>
                  <a:pt x="18747" y="1"/>
                  <a:pt x="1851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1">
            <a:extLst>
              <a:ext uri="{FF2B5EF4-FFF2-40B4-BE49-F238E27FC236}">
                <a16:creationId xmlns:a16="http://schemas.microsoft.com/office/drawing/2014/main" id="{4B1156F8-0632-D084-8F7C-867701D668E3}"/>
              </a:ext>
            </a:extLst>
          </p:cNvPr>
          <p:cNvSpPr/>
          <p:nvPr/>
        </p:nvSpPr>
        <p:spPr>
          <a:xfrm>
            <a:off x="1770229" y="4140777"/>
            <a:ext cx="504485" cy="331015"/>
          </a:xfrm>
          <a:custGeom>
            <a:avLst/>
            <a:gdLst/>
            <a:ahLst/>
            <a:cxnLst/>
            <a:rect l="l" t="t" r="r" b="b"/>
            <a:pathLst>
              <a:path w="32691" h="21450" extrusionOk="0">
                <a:moveTo>
                  <a:pt x="16345" y="7039"/>
                </a:moveTo>
                <a:cubicBezTo>
                  <a:pt x="18155" y="7039"/>
                  <a:pt x="19964" y="7439"/>
                  <a:pt x="21349" y="8240"/>
                </a:cubicBezTo>
                <a:cubicBezTo>
                  <a:pt x="22183" y="8640"/>
                  <a:pt x="22883" y="9307"/>
                  <a:pt x="23317" y="10141"/>
                </a:cubicBezTo>
                <a:cubicBezTo>
                  <a:pt x="23083" y="10942"/>
                  <a:pt x="22416" y="11709"/>
                  <a:pt x="21349" y="12343"/>
                </a:cubicBezTo>
                <a:cubicBezTo>
                  <a:pt x="19964" y="13143"/>
                  <a:pt x="18155" y="13544"/>
                  <a:pt x="16345" y="13544"/>
                </a:cubicBezTo>
                <a:cubicBezTo>
                  <a:pt x="14535" y="13544"/>
                  <a:pt x="12726" y="13143"/>
                  <a:pt x="11341" y="12343"/>
                </a:cubicBezTo>
                <a:cubicBezTo>
                  <a:pt x="10474" y="11909"/>
                  <a:pt x="9807" y="11175"/>
                  <a:pt x="9407" y="10275"/>
                </a:cubicBezTo>
                <a:cubicBezTo>
                  <a:pt x="9640" y="9574"/>
                  <a:pt x="10241" y="8874"/>
                  <a:pt x="11341" y="8240"/>
                </a:cubicBezTo>
                <a:cubicBezTo>
                  <a:pt x="12726" y="7439"/>
                  <a:pt x="14535" y="7039"/>
                  <a:pt x="16345" y="7039"/>
                </a:cubicBezTo>
                <a:close/>
                <a:moveTo>
                  <a:pt x="14177" y="1"/>
                </a:moveTo>
                <a:cubicBezTo>
                  <a:pt x="13943" y="1"/>
                  <a:pt x="13777" y="167"/>
                  <a:pt x="13743" y="368"/>
                </a:cubicBezTo>
                <a:lnTo>
                  <a:pt x="13343" y="2336"/>
                </a:lnTo>
                <a:cubicBezTo>
                  <a:pt x="13310" y="2569"/>
                  <a:pt x="13143" y="2703"/>
                  <a:pt x="12943" y="2769"/>
                </a:cubicBezTo>
                <a:cubicBezTo>
                  <a:pt x="12142" y="2903"/>
                  <a:pt x="11375" y="3070"/>
                  <a:pt x="10608" y="3336"/>
                </a:cubicBezTo>
                <a:cubicBezTo>
                  <a:pt x="10522" y="3349"/>
                  <a:pt x="10437" y="3356"/>
                  <a:pt x="10353" y="3356"/>
                </a:cubicBezTo>
                <a:cubicBezTo>
                  <a:pt x="10208" y="3356"/>
                  <a:pt x="10067" y="3333"/>
                  <a:pt x="9940" y="3270"/>
                </a:cubicBezTo>
                <a:lnTo>
                  <a:pt x="6938" y="1902"/>
                </a:lnTo>
                <a:cubicBezTo>
                  <a:pt x="6830" y="1856"/>
                  <a:pt x="6722" y="1831"/>
                  <a:pt x="6617" y="1831"/>
                </a:cubicBezTo>
                <a:cubicBezTo>
                  <a:pt x="6495" y="1831"/>
                  <a:pt x="6378" y="1864"/>
                  <a:pt x="6271" y="1935"/>
                </a:cubicBezTo>
                <a:lnTo>
                  <a:pt x="3302" y="3637"/>
                </a:lnTo>
                <a:cubicBezTo>
                  <a:pt x="3236" y="3670"/>
                  <a:pt x="3169" y="3737"/>
                  <a:pt x="3169" y="3837"/>
                </a:cubicBezTo>
                <a:lnTo>
                  <a:pt x="3169" y="6405"/>
                </a:lnTo>
                <a:cubicBezTo>
                  <a:pt x="3169" y="6472"/>
                  <a:pt x="3236" y="6539"/>
                  <a:pt x="3302" y="6605"/>
                </a:cubicBezTo>
                <a:lnTo>
                  <a:pt x="4637" y="7573"/>
                </a:lnTo>
                <a:cubicBezTo>
                  <a:pt x="4570" y="7639"/>
                  <a:pt x="4437" y="7706"/>
                  <a:pt x="4303" y="7706"/>
                </a:cubicBezTo>
                <a:lnTo>
                  <a:pt x="367" y="7973"/>
                </a:lnTo>
                <a:cubicBezTo>
                  <a:pt x="167" y="7973"/>
                  <a:pt x="33" y="8140"/>
                  <a:pt x="0" y="8340"/>
                </a:cubicBezTo>
                <a:lnTo>
                  <a:pt x="0" y="10008"/>
                </a:lnTo>
                <a:lnTo>
                  <a:pt x="0" y="13110"/>
                </a:lnTo>
                <a:cubicBezTo>
                  <a:pt x="33" y="13310"/>
                  <a:pt x="167" y="13477"/>
                  <a:pt x="367" y="13510"/>
                </a:cubicBezTo>
                <a:lnTo>
                  <a:pt x="4303" y="13744"/>
                </a:lnTo>
                <a:cubicBezTo>
                  <a:pt x="4437" y="13744"/>
                  <a:pt x="4570" y="13811"/>
                  <a:pt x="4670" y="13877"/>
                </a:cubicBezTo>
                <a:lnTo>
                  <a:pt x="3302" y="14878"/>
                </a:lnTo>
                <a:cubicBezTo>
                  <a:pt x="3236" y="14911"/>
                  <a:pt x="3202" y="14978"/>
                  <a:pt x="3202" y="15078"/>
                </a:cubicBezTo>
                <a:lnTo>
                  <a:pt x="3202" y="17647"/>
                </a:lnTo>
                <a:cubicBezTo>
                  <a:pt x="3202" y="17713"/>
                  <a:pt x="3236" y="17780"/>
                  <a:pt x="3336" y="17847"/>
                </a:cubicBezTo>
                <a:lnTo>
                  <a:pt x="6271" y="19548"/>
                </a:lnTo>
                <a:cubicBezTo>
                  <a:pt x="6400" y="19603"/>
                  <a:pt x="6528" y="19628"/>
                  <a:pt x="6651" y="19628"/>
                </a:cubicBezTo>
                <a:cubicBezTo>
                  <a:pt x="6752" y="19628"/>
                  <a:pt x="6848" y="19611"/>
                  <a:pt x="6938" y="19581"/>
                </a:cubicBezTo>
                <a:lnTo>
                  <a:pt x="9940" y="18180"/>
                </a:lnTo>
                <a:cubicBezTo>
                  <a:pt x="10069" y="18125"/>
                  <a:pt x="10198" y="18100"/>
                  <a:pt x="10321" y="18100"/>
                </a:cubicBezTo>
                <a:cubicBezTo>
                  <a:pt x="10421" y="18100"/>
                  <a:pt x="10518" y="18117"/>
                  <a:pt x="10608" y="18147"/>
                </a:cubicBezTo>
                <a:cubicBezTo>
                  <a:pt x="11375" y="18380"/>
                  <a:pt x="12175" y="18547"/>
                  <a:pt x="12943" y="18681"/>
                </a:cubicBezTo>
                <a:cubicBezTo>
                  <a:pt x="13143" y="18747"/>
                  <a:pt x="13310" y="18914"/>
                  <a:pt x="13376" y="19114"/>
                </a:cubicBezTo>
                <a:lnTo>
                  <a:pt x="13743" y="21082"/>
                </a:lnTo>
                <a:cubicBezTo>
                  <a:pt x="13777" y="21283"/>
                  <a:pt x="13977" y="21449"/>
                  <a:pt x="14177" y="21449"/>
                </a:cubicBezTo>
                <a:lnTo>
                  <a:pt x="18513" y="21449"/>
                </a:lnTo>
                <a:cubicBezTo>
                  <a:pt x="18747" y="21416"/>
                  <a:pt x="18914" y="21283"/>
                  <a:pt x="18947" y="21082"/>
                </a:cubicBezTo>
                <a:lnTo>
                  <a:pt x="19314" y="19114"/>
                </a:lnTo>
                <a:cubicBezTo>
                  <a:pt x="19381" y="18914"/>
                  <a:pt x="19547" y="18747"/>
                  <a:pt x="19747" y="18681"/>
                </a:cubicBezTo>
                <a:cubicBezTo>
                  <a:pt x="20515" y="18547"/>
                  <a:pt x="21315" y="18380"/>
                  <a:pt x="22082" y="18147"/>
                </a:cubicBezTo>
                <a:cubicBezTo>
                  <a:pt x="22172" y="18117"/>
                  <a:pt x="22276" y="18100"/>
                  <a:pt x="22381" y="18100"/>
                </a:cubicBezTo>
                <a:cubicBezTo>
                  <a:pt x="22509" y="18100"/>
                  <a:pt x="22639" y="18125"/>
                  <a:pt x="22750" y="18180"/>
                </a:cubicBezTo>
                <a:lnTo>
                  <a:pt x="25752" y="19581"/>
                </a:lnTo>
                <a:cubicBezTo>
                  <a:pt x="25842" y="19611"/>
                  <a:pt x="25945" y="19628"/>
                  <a:pt x="26050" y="19628"/>
                </a:cubicBezTo>
                <a:cubicBezTo>
                  <a:pt x="26178" y="19628"/>
                  <a:pt x="26309" y="19603"/>
                  <a:pt x="26419" y="19548"/>
                </a:cubicBezTo>
                <a:lnTo>
                  <a:pt x="29354" y="17847"/>
                </a:lnTo>
                <a:cubicBezTo>
                  <a:pt x="29454" y="17780"/>
                  <a:pt x="29488" y="17713"/>
                  <a:pt x="29521" y="17647"/>
                </a:cubicBezTo>
                <a:lnTo>
                  <a:pt x="29521" y="15045"/>
                </a:lnTo>
                <a:cubicBezTo>
                  <a:pt x="29488" y="14978"/>
                  <a:pt x="29454" y="14911"/>
                  <a:pt x="29388" y="14845"/>
                </a:cubicBezTo>
                <a:lnTo>
                  <a:pt x="28053" y="13877"/>
                </a:lnTo>
                <a:cubicBezTo>
                  <a:pt x="28153" y="13811"/>
                  <a:pt x="28254" y="13744"/>
                  <a:pt x="28387" y="13744"/>
                </a:cubicBezTo>
                <a:lnTo>
                  <a:pt x="32323" y="13477"/>
                </a:lnTo>
                <a:cubicBezTo>
                  <a:pt x="32523" y="13477"/>
                  <a:pt x="32690" y="13310"/>
                  <a:pt x="32690" y="13110"/>
                </a:cubicBezTo>
                <a:lnTo>
                  <a:pt x="32690" y="8340"/>
                </a:lnTo>
                <a:cubicBezTo>
                  <a:pt x="32690" y="8140"/>
                  <a:pt x="32523" y="7973"/>
                  <a:pt x="32323" y="7973"/>
                </a:cubicBezTo>
                <a:lnTo>
                  <a:pt x="28387" y="7706"/>
                </a:lnTo>
                <a:cubicBezTo>
                  <a:pt x="28254" y="7706"/>
                  <a:pt x="28153" y="7639"/>
                  <a:pt x="28053" y="7573"/>
                </a:cubicBezTo>
                <a:lnTo>
                  <a:pt x="29388" y="6605"/>
                </a:lnTo>
                <a:cubicBezTo>
                  <a:pt x="29454" y="6539"/>
                  <a:pt x="29521" y="6472"/>
                  <a:pt x="29521" y="6405"/>
                </a:cubicBezTo>
                <a:lnTo>
                  <a:pt x="29521" y="3837"/>
                </a:lnTo>
                <a:cubicBezTo>
                  <a:pt x="29521" y="3737"/>
                  <a:pt x="29454" y="3670"/>
                  <a:pt x="29388" y="3637"/>
                </a:cubicBezTo>
                <a:lnTo>
                  <a:pt x="26419" y="1935"/>
                </a:lnTo>
                <a:cubicBezTo>
                  <a:pt x="26312" y="1864"/>
                  <a:pt x="26195" y="1831"/>
                  <a:pt x="26079" y="1831"/>
                </a:cubicBezTo>
                <a:cubicBezTo>
                  <a:pt x="25978" y="1831"/>
                  <a:pt x="25878" y="1856"/>
                  <a:pt x="25785" y="1902"/>
                </a:cubicBezTo>
                <a:lnTo>
                  <a:pt x="22783" y="3270"/>
                </a:lnTo>
                <a:cubicBezTo>
                  <a:pt x="22635" y="3333"/>
                  <a:pt x="22487" y="3356"/>
                  <a:pt x="22339" y="3356"/>
                </a:cubicBezTo>
                <a:cubicBezTo>
                  <a:pt x="22253" y="3356"/>
                  <a:pt x="22168" y="3349"/>
                  <a:pt x="22082" y="3336"/>
                </a:cubicBezTo>
                <a:cubicBezTo>
                  <a:pt x="21315" y="3070"/>
                  <a:pt x="20548" y="2903"/>
                  <a:pt x="19747" y="2769"/>
                </a:cubicBezTo>
                <a:cubicBezTo>
                  <a:pt x="19547" y="2703"/>
                  <a:pt x="19381" y="2569"/>
                  <a:pt x="19347" y="2336"/>
                </a:cubicBezTo>
                <a:lnTo>
                  <a:pt x="18980" y="368"/>
                </a:lnTo>
                <a:cubicBezTo>
                  <a:pt x="18914" y="167"/>
                  <a:pt x="18747" y="1"/>
                  <a:pt x="18513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1">
            <a:extLst>
              <a:ext uri="{FF2B5EF4-FFF2-40B4-BE49-F238E27FC236}">
                <a16:creationId xmlns:a16="http://schemas.microsoft.com/office/drawing/2014/main" id="{3427A2F2-4580-D18E-D085-299875F0C38A}"/>
              </a:ext>
            </a:extLst>
          </p:cNvPr>
          <p:cNvSpPr/>
          <p:nvPr/>
        </p:nvSpPr>
        <p:spPr>
          <a:xfrm>
            <a:off x="1770229" y="4200498"/>
            <a:ext cx="89582" cy="154952"/>
          </a:xfrm>
          <a:custGeom>
            <a:avLst/>
            <a:gdLst/>
            <a:ahLst/>
            <a:cxnLst/>
            <a:rect l="l" t="t" r="r" b="b"/>
            <a:pathLst>
              <a:path w="5805" h="10041" extrusionOk="0">
                <a:moveTo>
                  <a:pt x="3169" y="0"/>
                </a:moveTo>
                <a:lnTo>
                  <a:pt x="3169" y="2535"/>
                </a:lnTo>
                <a:cubicBezTo>
                  <a:pt x="3169" y="2602"/>
                  <a:pt x="3202" y="2669"/>
                  <a:pt x="3269" y="2735"/>
                </a:cubicBezTo>
                <a:lnTo>
                  <a:pt x="4637" y="3703"/>
                </a:lnTo>
                <a:cubicBezTo>
                  <a:pt x="4703" y="3636"/>
                  <a:pt x="4770" y="3569"/>
                  <a:pt x="4837" y="3503"/>
                </a:cubicBezTo>
                <a:cubicBezTo>
                  <a:pt x="5070" y="3069"/>
                  <a:pt x="5337" y="2669"/>
                  <a:pt x="5671" y="2335"/>
                </a:cubicBezTo>
                <a:cubicBezTo>
                  <a:pt x="5804" y="2168"/>
                  <a:pt x="5771" y="1935"/>
                  <a:pt x="5604" y="1835"/>
                </a:cubicBezTo>
                <a:lnTo>
                  <a:pt x="3269" y="167"/>
                </a:lnTo>
                <a:cubicBezTo>
                  <a:pt x="3202" y="134"/>
                  <a:pt x="3169" y="67"/>
                  <a:pt x="3169" y="0"/>
                </a:cubicBezTo>
                <a:close/>
                <a:moveTo>
                  <a:pt x="0" y="6672"/>
                </a:moveTo>
                <a:lnTo>
                  <a:pt x="0" y="9240"/>
                </a:lnTo>
                <a:cubicBezTo>
                  <a:pt x="0" y="9440"/>
                  <a:pt x="133" y="9607"/>
                  <a:pt x="367" y="9640"/>
                </a:cubicBezTo>
                <a:lnTo>
                  <a:pt x="4303" y="9874"/>
                </a:lnTo>
                <a:cubicBezTo>
                  <a:pt x="4437" y="9907"/>
                  <a:pt x="4537" y="9941"/>
                  <a:pt x="4637" y="10041"/>
                </a:cubicBezTo>
                <a:lnTo>
                  <a:pt x="5637" y="9307"/>
                </a:lnTo>
                <a:cubicBezTo>
                  <a:pt x="5804" y="9207"/>
                  <a:pt x="5804" y="8973"/>
                  <a:pt x="5671" y="8840"/>
                </a:cubicBezTo>
                <a:cubicBezTo>
                  <a:pt x="5337" y="8473"/>
                  <a:pt x="5070" y="8106"/>
                  <a:pt x="4837" y="7672"/>
                </a:cubicBezTo>
                <a:cubicBezTo>
                  <a:pt x="4703" y="7472"/>
                  <a:pt x="4503" y="7339"/>
                  <a:pt x="4303" y="7305"/>
                </a:cubicBezTo>
                <a:lnTo>
                  <a:pt x="367" y="7072"/>
                </a:lnTo>
                <a:cubicBezTo>
                  <a:pt x="133" y="7038"/>
                  <a:pt x="0" y="6872"/>
                  <a:pt x="0" y="6672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1">
            <a:extLst>
              <a:ext uri="{FF2B5EF4-FFF2-40B4-BE49-F238E27FC236}">
                <a16:creationId xmlns:a16="http://schemas.microsoft.com/office/drawing/2014/main" id="{912B0172-CBF0-81DC-A642-96F8D52D1C2D}"/>
              </a:ext>
            </a:extLst>
          </p:cNvPr>
          <p:cNvSpPr/>
          <p:nvPr/>
        </p:nvSpPr>
        <p:spPr>
          <a:xfrm>
            <a:off x="1908175" y="4223662"/>
            <a:ext cx="227544" cy="75678"/>
          </a:xfrm>
          <a:custGeom>
            <a:avLst/>
            <a:gdLst/>
            <a:ahLst/>
            <a:cxnLst/>
            <a:rect l="l" t="t" r="r" b="b"/>
            <a:pathLst>
              <a:path w="14745" h="4904" extrusionOk="0">
                <a:moveTo>
                  <a:pt x="7406" y="0"/>
                </a:moveTo>
                <a:cubicBezTo>
                  <a:pt x="5596" y="0"/>
                  <a:pt x="3787" y="400"/>
                  <a:pt x="2402" y="1201"/>
                </a:cubicBezTo>
                <a:cubicBezTo>
                  <a:pt x="635" y="2202"/>
                  <a:pt x="1" y="3603"/>
                  <a:pt x="468" y="4904"/>
                </a:cubicBezTo>
                <a:cubicBezTo>
                  <a:pt x="668" y="4203"/>
                  <a:pt x="1302" y="3503"/>
                  <a:pt x="2402" y="2869"/>
                </a:cubicBezTo>
                <a:cubicBezTo>
                  <a:pt x="3770" y="2068"/>
                  <a:pt x="5580" y="1668"/>
                  <a:pt x="7394" y="1668"/>
                </a:cubicBezTo>
                <a:cubicBezTo>
                  <a:pt x="9207" y="1668"/>
                  <a:pt x="11025" y="2068"/>
                  <a:pt x="12410" y="2869"/>
                </a:cubicBezTo>
                <a:cubicBezTo>
                  <a:pt x="13244" y="3303"/>
                  <a:pt x="13911" y="3936"/>
                  <a:pt x="14378" y="4770"/>
                </a:cubicBezTo>
                <a:cubicBezTo>
                  <a:pt x="14745" y="3503"/>
                  <a:pt x="14077" y="2168"/>
                  <a:pt x="12410" y="1201"/>
                </a:cubicBezTo>
                <a:cubicBezTo>
                  <a:pt x="11025" y="400"/>
                  <a:pt x="9216" y="0"/>
                  <a:pt x="7406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41">
            <a:extLst>
              <a:ext uri="{FF2B5EF4-FFF2-40B4-BE49-F238E27FC236}">
                <a16:creationId xmlns:a16="http://schemas.microsoft.com/office/drawing/2014/main" id="{186BC4E1-CEDA-6F9F-5348-DF64394FF93F}"/>
              </a:ext>
            </a:extLst>
          </p:cNvPr>
          <p:cNvSpPr/>
          <p:nvPr/>
        </p:nvSpPr>
        <p:spPr>
          <a:xfrm>
            <a:off x="1872666" y="4201007"/>
            <a:ext cx="402048" cy="271293"/>
          </a:xfrm>
          <a:custGeom>
            <a:avLst/>
            <a:gdLst/>
            <a:ahLst/>
            <a:cxnLst/>
            <a:rect l="l" t="t" r="r" b="b"/>
            <a:pathLst>
              <a:path w="26053" h="17580" extrusionOk="0">
                <a:moveTo>
                  <a:pt x="22883" y="0"/>
                </a:moveTo>
                <a:cubicBezTo>
                  <a:pt x="22850" y="34"/>
                  <a:pt x="22850" y="67"/>
                  <a:pt x="22816" y="67"/>
                </a:cubicBezTo>
                <a:cubicBezTo>
                  <a:pt x="22816" y="101"/>
                  <a:pt x="22783" y="101"/>
                  <a:pt x="22783" y="134"/>
                </a:cubicBezTo>
                <a:lnTo>
                  <a:pt x="20415" y="1802"/>
                </a:lnTo>
                <a:cubicBezTo>
                  <a:pt x="20415" y="1835"/>
                  <a:pt x="20381" y="1835"/>
                  <a:pt x="20381" y="1868"/>
                </a:cubicBezTo>
                <a:cubicBezTo>
                  <a:pt x="20315" y="1902"/>
                  <a:pt x="20315" y="1969"/>
                  <a:pt x="20281" y="2002"/>
                </a:cubicBezTo>
                <a:cubicBezTo>
                  <a:pt x="20281" y="2035"/>
                  <a:pt x="20281" y="2069"/>
                  <a:pt x="20281" y="2102"/>
                </a:cubicBezTo>
                <a:cubicBezTo>
                  <a:pt x="20281" y="2102"/>
                  <a:pt x="20281" y="2135"/>
                  <a:pt x="20281" y="2169"/>
                </a:cubicBezTo>
                <a:cubicBezTo>
                  <a:pt x="20315" y="2202"/>
                  <a:pt x="20348" y="2235"/>
                  <a:pt x="20381" y="2302"/>
                </a:cubicBezTo>
                <a:cubicBezTo>
                  <a:pt x="20381" y="2302"/>
                  <a:pt x="20415" y="2335"/>
                  <a:pt x="20415" y="2335"/>
                </a:cubicBezTo>
                <a:cubicBezTo>
                  <a:pt x="20715" y="2669"/>
                  <a:pt x="20982" y="3036"/>
                  <a:pt x="21215" y="3436"/>
                </a:cubicBezTo>
                <a:cubicBezTo>
                  <a:pt x="21249" y="3536"/>
                  <a:pt x="21315" y="3603"/>
                  <a:pt x="21382" y="3670"/>
                </a:cubicBezTo>
                <a:lnTo>
                  <a:pt x="22750" y="2702"/>
                </a:lnTo>
                <a:cubicBezTo>
                  <a:pt x="22816" y="2636"/>
                  <a:pt x="22850" y="2569"/>
                  <a:pt x="22883" y="2502"/>
                </a:cubicBezTo>
                <a:lnTo>
                  <a:pt x="22883" y="0"/>
                </a:lnTo>
                <a:close/>
                <a:moveTo>
                  <a:pt x="26052" y="6705"/>
                </a:moveTo>
                <a:cubicBezTo>
                  <a:pt x="26019" y="6872"/>
                  <a:pt x="25885" y="7005"/>
                  <a:pt x="25685" y="7039"/>
                </a:cubicBezTo>
                <a:lnTo>
                  <a:pt x="21749" y="7306"/>
                </a:lnTo>
                <a:cubicBezTo>
                  <a:pt x="21682" y="7306"/>
                  <a:pt x="21616" y="7306"/>
                  <a:pt x="21549" y="7339"/>
                </a:cubicBezTo>
                <a:lnTo>
                  <a:pt x="21549" y="9908"/>
                </a:lnTo>
                <a:cubicBezTo>
                  <a:pt x="21616" y="9874"/>
                  <a:pt x="21682" y="9874"/>
                  <a:pt x="21749" y="9841"/>
                </a:cubicBezTo>
                <a:lnTo>
                  <a:pt x="25685" y="9607"/>
                </a:lnTo>
                <a:cubicBezTo>
                  <a:pt x="25885" y="9574"/>
                  <a:pt x="26052" y="9407"/>
                  <a:pt x="26052" y="9207"/>
                </a:cubicBezTo>
                <a:lnTo>
                  <a:pt x="26052" y="6705"/>
                </a:lnTo>
                <a:close/>
                <a:moveTo>
                  <a:pt x="3569" y="11642"/>
                </a:moveTo>
                <a:cubicBezTo>
                  <a:pt x="3469" y="11642"/>
                  <a:pt x="3369" y="11675"/>
                  <a:pt x="3269" y="11709"/>
                </a:cubicBezTo>
                <a:lnTo>
                  <a:pt x="267" y="13110"/>
                </a:lnTo>
                <a:cubicBezTo>
                  <a:pt x="200" y="13143"/>
                  <a:pt x="100" y="13177"/>
                  <a:pt x="0" y="13177"/>
                </a:cubicBezTo>
                <a:lnTo>
                  <a:pt x="0" y="15712"/>
                </a:lnTo>
                <a:cubicBezTo>
                  <a:pt x="100" y="15712"/>
                  <a:pt x="167" y="15712"/>
                  <a:pt x="267" y="15678"/>
                </a:cubicBezTo>
                <a:lnTo>
                  <a:pt x="3269" y="14277"/>
                </a:lnTo>
                <a:cubicBezTo>
                  <a:pt x="3369" y="14244"/>
                  <a:pt x="3469" y="14211"/>
                  <a:pt x="3569" y="14211"/>
                </a:cubicBezTo>
                <a:lnTo>
                  <a:pt x="3569" y="11642"/>
                </a:lnTo>
                <a:close/>
                <a:moveTo>
                  <a:pt x="22883" y="11175"/>
                </a:moveTo>
                <a:cubicBezTo>
                  <a:pt x="22850" y="11242"/>
                  <a:pt x="22816" y="11309"/>
                  <a:pt x="22716" y="11375"/>
                </a:cubicBezTo>
                <a:lnTo>
                  <a:pt x="19781" y="13076"/>
                </a:lnTo>
                <a:cubicBezTo>
                  <a:pt x="19659" y="13125"/>
                  <a:pt x="19555" y="13156"/>
                  <a:pt x="19442" y="13156"/>
                </a:cubicBezTo>
                <a:cubicBezTo>
                  <a:pt x="19401" y="13156"/>
                  <a:pt x="19359" y="13152"/>
                  <a:pt x="19314" y="13143"/>
                </a:cubicBezTo>
                <a:lnTo>
                  <a:pt x="19314" y="15712"/>
                </a:lnTo>
                <a:cubicBezTo>
                  <a:pt x="19481" y="15712"/>
                  <a:pt x="19614" y="15712"/>
                  <a:pt x="19781" y="15612"/>
                </a:cubicBezTo>
                <a:lnTo>
                  <a:pt x="22716" y="13910"/>
                </a:lnTo>
                <a:cubicBezTo>
                  <a:pt x="22816" y="13877"/>
                  <a:pt x="22850" y="13810"/>
                  <a:pt x="22883" y="13744"/>
                </a:cubicBezTo>
                <a:lnTo>
                  <a:pt x="22883" y="11175"/>
                </a:lnTo>
                <a:close/>
                <a:moveTo>
                  <a:pt x="12242" y="14778"/>
                </a:moveTo>
                <a:cubicBezTo>
                  <a:pt x="12142" y="14911"/>
                  <a:pt x="12009" y="14978"/>
                  <a:pt x="11875" y="14978"/>
                </a:cubicBezTo>
                <a:lnTo>
                  <a:pt x="7539" y="14978"/>
                </a:lnTo>
                <a:cubicBezTo>
                  <a:pt x="7439" y="14978"/>
                  <a:pt x="7339" y="14944"/>
                  <a:pt x="7272" y="14878"/>
                </a:cubicBezTo>
                <a:lnTo>
                  <a:pt x="7272" y="17480"/>
                </a:lnTo>
                <a:cubicBezTo>
                  <a:pt x="7339" y="17546"/>
                  <a:pt x="7439" y="17580"/>
                  <a:pt x="7539" y="17580"/>
                </a:cubicBezTo>
                <a:lnTo>
                  <a:pt x="11875" y="17580"/>
                </a:lnTo>
                <a:cubicBezTo>
                  <a:pt x="12042" y="17580"/>
                  <a:pt x="12175" y="17480"/>
                  <a:pt x="12242" y="17346"/>
                </a:cubicBezTo>
                <a:lnTo>
                  <a:pt x="12242" y="14778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1">
            <a:extLst>
              <a:ext uri="{FF2B5EF4-FFF2-40B4-BE49-F238E27FC236}">
                <a16:creationId xmlns:a16="http://schemas.microsoft.com/office/drawing/2014/main" id="{7FE3F20D-44E0-4A2A-193B-1EC8F8904EED}"/>
              </a:ext>
            </a:extLst>
          </p:cNvPr>
          <p:cNvSpPr/>
          <p:nvPr/>
        </p:nvSpPr>
        <p:spPr>
          <a:xfrm>
            <a:off x="1872666" y="4201007"/>
            <a:ext cx="402048" cy="271293"/>
          </a:xfrm>
          <a:custGeom>
            <a:avLst/>
            <a:gdLst/>
            <a:ahLst/>
            <a:cxnLst/>
            <a:rect l="l" t="t" r="r" b="b"/>
            <a:pathLst>
              <a:path w="26053" h="17580" extrusionOk="0">
                <a:moveTo>
                  <a:pt x="22883" y="0"/>
                </a:moveTo>
                <a:cubicBezTo>
                  <a:pt x="22850" y="34"/>
                  <a:pt x="22850" y="67"/>
                  <a:pt x="22816" y="67"/>
                </a:cubicBezTo>
                <a:cubicBezTo>
                  <a:pt x="22816" y="101"/>
                  <a:pt x="22783" y="101"/>
                  <a:pt x="22783" y="134"/>
                </a:cubicBezTo>
                <a:lnTo>
                  <a:pt x="20415" y="1802"/>
                </a:lnTo>
                <a:cubicBezTo>
                  <a:pt x="20415" y="1835"/>
                  <a:pt x="20381" y="1835"/>
                  <a:pt x="20381" y="1868"/>
                </a:cubicBezTo>
                <a:cubicBezTo>
                  <a:pt x="20315" y="1902"/>
                  <a:pt x="20315" y="1969"/>
                  <a:pt x="20281" y="2002"/>
                </a:cubicBezTo>
                <a:cubicBezTo>
                  <a:pt x="20281" y="2035"/>
                  <a:pt x="20281" y="2069"/>
                  <a:pt x="20281" y="2102"/>
                </a:cubicBezTo>
                <a:cubicBezTo>
                  <a:pt x="20281" y="2102"/>
                  <a:pt x="20281" y="2135"/>
                  <a:pt x="20281" y="2169"/>
                </a:cubicBezTo>
                <a:cubicBezTo>
                  <a:pt x="20315" y="2202"/>
                  <a:pt x="20348" y="2235"/>
                  <a:pt x="20381" y="2302"/>
                </a:cubicBezTo>
                <a:cubicBezTo>
                  <a:pt x="20381" y="2302"/>
                  <a:pt x="20415" y="2335"/>
                  <a:pt x="20415" y="2335"/>
                </a:cubicBezTo>
                <a:cubicBezTo>
                  <a:pt x="20715" y="2669"/>
                  <a:pt x="20982" y="3036"/>
                  <a:pt x="21215" y="3436"/>
                </a:cubicBezTo>
                <a:cubicBezTo>
                  <a:pt x="21249" y="3536"/>
                  <a:pt x="21315" y="3603"/>
                  <a:pt x="21382" y="3670"/>
                </a:cubicBezTo>
                <a:lnTo>
                  <a:pt x="22750" y="2702"/>
                </a:lnTo>
                <a:cubicBezTo>
                  <a:pt x="22816" y="2636"/>
                  <a:pt x="22850" y="2569"/>
                  <a:pt x="22883" y="2502"/>
                </a:cubicBezTo>
                <a:lnTo>
                  <a:pt x="22883" y="0"/>
                </a:lnTo>
                <a:close/>
                <a:moveTo>
                  <a:pt x="26052" y="6705"/>
                </a:moveTo>
                <a:cubicBezTo>
                  <a:pt x="26019" y="6872"/>
                  <a:pt x="25885" y="7005"/>
                  <a:pt x="25685" y="7039"/>
                </a:cubicBezTo>
                <a:lnTo>
                  <a:pt x="21749" y="7306"/>
                </a:lnTo>
                <a:cubicBezTo>
                  <a:pt x="21682" y="7306"/>
                  <a:pt x="21616" y="7306"/>
                  <a:pt x="21549" y="7339"/>
                </a:cubicBezTo>
                <a:lnTo>
                  <a:pt x="21549" y="9908"/>
                </a:lnTo>
                <a:cubicBezTo>
                  <a:pt x="21616" y="9874"/>
                  <a:pt x="21682" y="9874"/>
                  <a:pt x="21749" y="9841"/>
                </a:cubicBezTo>
                <a:lnTo>
                  <a:pt x="25685" y="9607"/>
                </a:lnTo>
                <a:cubicBezTo>
                  <a:pt x="25885" y="9574"/>
                  <a:pt x="26052" y="9407"/>
                  <a:pt x="26052" y="9207"/>
                </a:cubicBezTo>
                <a:lnTo>
                  <a:pt x="26052" y="6705"/>
                </a:lnTo>
                <a:close/>
                <a:moveTo>
                  <a:pt x="3569" y="11642"/>
                </a:moveTo>
                <a:cubicBezTo>
                  <a:pt x="3469" y="11642"/>
                  <a:pt x="3369" y="11675"/>
                  <a:pt x="3269" y="11709"/>
                </a:cubicBezTo>
                <a:lnTo>
                  <a:pt x="267" y="13110"/>
                </a:lnTo>
                <a:cubicBezTo>
                  <a:pt x="200" y="13143"/>
                  <a:pt x="100" y="13177"/>
                  <a:pt x="0" y="13177"/>
                </a:cubicBezTo>
                <a:lnTo>
                  <a:pt x="0" y="15712"/>
                </a:lnTo>
                <a:cubicBezTo>
                  <a:pt x="100" y="15712"/>
                  <a:pt x="167" y="15712"/>
                  <a:pt x="267" y="15678"/>
                </a:cubicBezTo>
                <a:lnTo>
                  <a:pt x="3269" y="14277"/>
                </a:lnTo>
                <a:cubicBezTo>
                  <a:pt x="3369" y="14244"/>
                  <a:pt x="3469" y="14211"/>
                  <a:pt x="3569" y="14211"/>
                </a:cubicBezTo>
                <a:lnTo>
                  <a:pt x="3569" y="11642"/>
                </a:lnTo>
                <a:close/>
                <a:moveTo>
                  <a:pt x="22883" y="11175"/>
                </a:moveTo>
                <a:cubicBezTo>
                  <a:pt x="22850" y="11242"/>
                  <a:pt x="22816" y="11309"/>
                  <a:pt x="22716" y="11375"/>
                </a:cubicBezTo>
                <a:lnTo>
                  <a:pt x="19781" y="13076"/>
                </a:lnTo>
                <a:cubicBezTo>
                  <a:pt x="19659" y="13125"/>
                  <a:pt x="19555" y="13156"/>
                  <a:pt x="19442" y="13156"/>
                </a:cubicBezTo>
                <a:cubicBezTo>
                  <a:pt x="19401" y="13156"/>
                  <a:pt x="19359" y="13152"/>
                  <a:pt x="19314" y="13143"/>
                </a:cubicBezTo>
                <a:lnTo>
                  <a:pt x="19314" y="15712"/>
                </a:lnTo>
                <a:cubicBezTo>
                  <a:pt x="19481" y="15712"/>
                  <a:pt x="19614" y="15712"/>
                  <a:pt x="19781" y="15612"/>
                </a:cubicBezTo>
                <a:lnTo>
                  <a:pt x="22716" y="13910"/>
                </a:lnTo>
                <a:cubicBezTo>
                  <a:pt x="22816" y="13877"/>
                  <a:pt x="22850" y="13810"/>
                  <a:pt x="22883" y="13744"/>
                </a:cubicBezTo>
                <a:lnTo>
                  <a:pt x="22883" y="11175"/>
                </a:lnTo>
                <a:close/>
                <a:moveTo>
                  <a:pt x="12242" y="14778"/>
                </a:moveTo>
                <a:cubicBezTo>
                  <a:pt x="12142" y="14911"/>
                  <a:pt x="12009" y="14978"/>
                  <a:pt x="11875" y="14978"/>
                </a:cubicBezTo>
                <a:lnTo>
                  <a:pt x="7539" y="14978"/>
                </a:lnTo>
                <a:cubicBezTo>
                  <a:pt x="7439" y="14978"/>
                  <a:pt x="7339" y="14944"/>
                  <a:pt x="7272" y="14878"/>
                </a:cubicBezTo>
                <a:lnTo>
                  <a:pt x="7272" y="17480"/>
                </a:lnTo>
                <a:cubicBezTo>
                  <a:pt x="7339" y="17546"/>
                  <a:pt x="7439" y="17580"/>
                  <a:pt x="7539" y="17580"/>
                </a:cubicBezTo>
                <a:lnTo>
                  <a:pt x="11875" y="17580"/>
                </a:lnTo>
                <a:cubicBezTo>
                  <a:pt x="12042" y="17580"/>
                  <a:pt x="12175" y="17480"/>
                  <a:pt x="12242" y="17346"/>
                </a:cubicBezTo>
                <a:lnTo>
                  <a:pt x="12242" y="1477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41">
            <a:extLst>
              <a:ext uri="{FF2B5EF4-FFF2-40B4-BE49-F238E27FC236}">
                <a16:creationId xmlns:a16="http://schemas.microsoft.com/office/drawing/2014/main" id="{1CF3E773-2725-B69E-5445-7A52FE4E6A23}"/>
              </a:ext>
            </a:extLst>
          </p:cNvPr>
          <p:cNvSpPr/>
          <p:nvPr/>
        </p:nvSpPr>
        <p:spPr>
          <a:xfrm>
            <a:off x="1770738" y="4140777"/>
            <a:ext cx="503451" cy="291895"/>
          </a:xfrm>
          <a:custGeom>
            <a:avLst/>
            <a:gdLst/>
            <a:ahLst/>
            <a:cxnLst/>
            <a:rect l="l" t="t" r="r" b="b"/>
            <a:pathLst>
              <a:path w="32624" h="18915" extrusionOk="0">
                <a:moveTo>
                  <a:pt x="16300" y="5371"/>
                </a:moveTo>
                <a:cubicBezTo>
                  <a:pt x="18113" y="5371"/>
                  <a:pt x="19931" y="5771"/>
                  <a:pt x="21316" y="6572"/>
                </a:cubicBezTo>
                <a:cubicBezTo>
                  <a:pt x="24051" y="8173"/>
                  <a:pt x="24051" y="10742"/>
                  <a:pt x="21316" y="12343"/>
                </a:cubicBezTo>
                <a:cubicBezTo>
                  <a:pt x="19939" y="13139"/>
                  <a:pt x="18141" y="13531"/>
                  <a:pt x="16341" y="13531"/>
                </a:cubicBezTo>
                <a:cubicBezTo>
                  <a:pt x="14521" y="13531"/>
                  <a:pt x="12700" y="13131"/>
                  <a:pt x="11308" y="12343"/>
                </a:cubicBezTo>
                <a:cubicBezTo>
                  <a:pt x="8540" y="10742"/>
                  <a:pt x="8540" y="8173"/>
                  <a:pt x="11308" y="6572"/>
                </a:cubicBezTo>
                <a:cubicBezTo>
                  <a:pt x="12676" y="5771"/>
                  <a:pt x="14486" y="5371"/>
                  <a:pt x="16300" y="5371"/>
                </a:cubicBezTo>
                <a:close/>
                <a:moveTo>
                  <a:pt x="14144" y="1"/>
                </a:moveTo>
                <a:cubicBezTo>
                  <a:pt x="13910" y="1"/>
                  <a:pt x="13744" y="167"/>
                  <a:pt x="13710" y="368"/>
                </a:cubicBezTo>
                <a:lnTo>
                  <a:pt x="13310" y="2336"/>
                </a:lnTo>
                <a:cubicBezTo>
                  <a:pt x="13277" y="2569"/>
                  <a:pt x="13110" y="2703"/>
                  <a:pt x="12910" y="2769"/>
                </a:cubicBezTo>
                <a:cubicBezTo>
                  <a:pt x="12109" y="2903"/>
                  <a:pt x="11342" y="3070"/>
                  <a:pt x="10575" y="3336"/>
                </a:cubicBezTo>
                <a:cubicBezTo>
                  <a:pt x="10489" y="3349"/>
                  <a:pt x="10404" y="3356"/>
                  <a:pt x="10320" y="3356"/>
                </a:cubicBezTo>
                <a:cubicBezTo>
                  <a:pt x="10175" y="3356"/>
                  <a:pt x="10034" y="3333"/>
                  <a:pt x="9907" y="3270"/>
                </a:cubicBezTo>
                <a:lnTo>
                  <a:pt x="6905" y="1902"/>
                </a:lnTo>
                <a:cubicBezTo>
                  <a:pt x="6797" y="1856"/>
                  <a:pt x="6689" y="1831"/>
                  <a:pt x="6584" y="1831"/>
                </a:cubicBezTo>
                <a:cubicBezTo>
                  <a:pt x="6462" y="1831"/>
                  <a:pt x="6345" y="1864"/>
                  <a:pt x="6238" y="1935"/>
                </a:cubicBezTo>
                <a:lnTo>
                  <a:pt x="3269" y="3637"/>
                </a:lnTo>
                <a:cubicBezTo>
                  <a:pt x="3069" y="3703"/>
                  <a:pt x="3069" y="3970"/>
                  <a:pt x="3269" y="4037"/>
                </a:cubicBezTo>
                <a:lnTo>
                  <a:pt x="5638" y="5738"/>
                </a:lnTo>
                <a:cubicBezTo>
                  <a:pt x="5771" y="5838"/>
                  <a:pt x="5805" y="6072"/>
                  <a:pt x="5671" y="6205"/>
                </a:cubicBezTo>
                <a:cubicBezTo>
                  <a:pt x="5338" y="6572"/>
                  <a:pt x="5071" y="6939"/>
                  <a:pt x="4837" y="7373"/>
                </a:cubicBezTo>
                <a:cubicBezTo>
                  <a:pt x="4704" y="7573"/>
                  <a:pt x="4537" y="7706"/>
                  <a:pt x="4303" y="7706"/>
                </a:cubicBezTo>
                <a:lnTo>
                  <a:pt x="367" y="7973"/>
                </a:lnTo>
                <a:cubicBezTo>
                  <a:pt x="167" y="8006"/>
                  <a:pt x="0" y="8173"/>
                  <a:pt x="0" y="8373"/>
                </a:cubicBezTo>
                <a:lnTo>
                  <a:pt x="0" y="10542"/>
                </a:lnTo>
                <a:cubicBezTo>
                  <a:pt x="0" y="10742"/>
                  <a:pt x="167" y="10908"/>
                  <a:pt x="367" y="10942"/>
                </a:cubicBezTo>
                <a:lnTo>
                  <a:pt x="4303" y="11175"/>
                </a:lnTo>
                <a:cubicBezTo>
                  <a:pt x="4537" y="11209"/>
                  <a:pt x="4704" y="11342"/>
                  <a:pt x="4837" y="11542"/>
                </a:cubicBezTo>
                <a:cubicBezTo>
                  <a:pt x="5071" y="11943"/>
                  <a:pt x="5338" y="12343"/>
                  <a:pt x="5671" y="12710"/>
                </a:cubicBezTo>
                <a:cubicBezTo>
                  <a:pt x="5805" y="12843"/>
                  <a:pt x="5771" y="13077"/>
                  <a:pt x="5638" y="13177"/>
                </a:cubicBezTo>
                <a:lnTo>
                  <a:pt x="3269" y="14878"/>
                </a:lnTo>
                <a:cubicBezTo>
                  <a:pt x="3069" y="14945"/>
                  <a:pt x="3069" y="15212"/>
                  <a:pt x="3269" y="15278"/>
                </a:cubicBezTo>
                <a:lnTo>
                  <a:pt x="6238" y="16979"/>
                </a:lnTo>
                <a:cubicBezTo>
                  <a:pt x="6354" y="17038"/>
                  <a:pt x="6482" y="17073"/>
                  <a:pt x="6608" y="17073"/>
                </a:cubicBezTo>
                <a:cubicBezTo>
                  <a:pt x="6698" y="17073"/>
                  <a:pt x="6788" y="17055"/>
                  <a:pt x="6872" y="17013"/>
                </a:cubicBezTo>
                <a:lnTo>
                  <a:pt x="9874" y="15645"/>
                </a:lnTo>
                <a:cubicBezTo>
                  <a:pt x="10022" y="15582"/>
                  <a:pt x="10170" y="15559"/>
                  <a:pt x="10318" y="15559"/>
                </a:cubicBezTo>
                <a:cubicBezTo>
                  <a:pt x="10404" y="15559"/>
                  <a:pt x="10489" y="15566"/>
                  <a:pt x="10575" y="15578"/>
                </a:cubicBezTo>
                <a:cubicBezTo>
                  <a:pt x="11342" y="15812"/>
                  <a:pt x="12109" y="16012"/>
                  <a:pt x="12910" y="16146"/>
                </a:cubicBezTo>
                <a:cubicBezTo>
                  <a:pt x="13110" y="16179"/>
                  <a:pt x="13277" y="16346"/>
                  <a:pt x="13310" y="16546"/>
                </a:cubicBezTo>
                <a:lnTo>
                  <a:pt x="13710" y="18547"/>
                </a:lnTo>
                <a:cubicBezTo>
                  <a:pt x="13744" y="18747"/>
                  <a:pt x="13910" y="18881"/>
                  <a:pt x="14144" y="18914"/>
                </a:cubicBezTo>
                <a:lnTo>
                  <a:pt x="18480" y="18914"/>
                </a:lnTo>
                <a:cubicBezTo>
                  <a:pt x="18680" y="18881"/>
                  <a:pt x="18881" y="18747"/>
                  <a:pt x="18914" y="18547"/>
                </a:cubicBezTo>
                <a:lnTo>
                  <a:pt x="19281" y="16546"/>
                </a:lnTo>
                <a:cubicBezTo>
                  <a:pt x="19348" y="16346"/>
                  <a:pt x="19514" y="16179"/>
                  <a:pt x="19714" y="16146"/>
                </a:cubicBezTo>
                <a:cubicBezTo>
                  <a:pt x="20482" y="16012"/>
                  <a:pt x="21282" y="15812"/>
                  <a:pt x="22049" y="15578"/>
                </a:cubicBezTo>
                <a:cubicBezTo>
                  <a:pt x="22123" y="15566"/>
                  <a:pt x="22205" y="15559"/>
                  <a:pt x="22290" y="15559"/>
                </a:cubicBezTo>
                <a:cubicBezTo>
                  <a:pt x="22436" y="15559"/>
                  <a:pt x="22590" y="15582"/>
                  <a:pt x="22717" y="15645"/>
                </a:cubicBezTo>
                <a:lnTo>
                  <a:pt x="25719" y="17013"/>
                </a:lnTo>
                <a:cubicBezTo>
                  <a:pt x="25803" y="17055"/>
                  <a:pt x="25898" y="17073"/>
                  <a:pt x="25996" y="17073"/>
                </a:cubicBezTo>
                <a:cubicBezTo>
                  <a:pt x="26131" y="17073"/>
                  <a:pt x="26270" y="17038"/>
                  <a:pt x="26386" y="16979"/>
                </a:cubicBezTo>
                <a:lnTo>
                  <a:pt x="29321" y="15278"/>
                </a:lnTo>
                <a:cubicBezTo>
                  <a:pt x="29521" y="15212"/>
                  <a:pt x="29521" y="14945"/>
                  <a:pt x="29321" y="14878"/>
                </a:cubicBezTo>
                <a:lnTo>
                  <a:pt x="26986" y="13177"/>
                </a:lnTo>
                <a:cubicBezTo>
                  <a:pt x="26820" y="13077"/>
                  <a:pt x="26786" y="12843"/>
                  <a:pt x="26953" y="12710"/>
                </a:cubicBezTo>
                <a:cubicBezTo>
                  <a:pt x="27253" y="12343"/>
                  <a:pt x="27553" y="11943"/>
                  <a:pt x="27787" y="11542"/>
                </a:cubicBezTo>
                <a:cubicBezTo>
                  <a:pt x="27887" y="11342"/>
                  <a:pt x="28087" y="11209"/>
                  <a:pt x="28321" y="11175"/>
                </a:cubicBezTo>
                <a:lnTo>
                  <a:pt x="32257" y="10942"/>
                </a:lnTo>
                <a:cubicBezTo>
                  <a:pt x="32457" y="10908"/>
                  <a:pt x="32624" y="10742"/>
                  <a:pt x="32624" y="10542"/>
                </a:cubicBezTo>
                <a:lnTo>
                  <a:pt x="32624" y="8340"/>
                </a:lnTo>
                <a:cubicBezTo>
                  <a:pt x="32624" y="8140"/>
                  <a:pt x="32457" y="7973"/>
                  <a:pt x="32257" y="7940"/>
                </a:cubicBezTo>
                <a:lnTo>
                  <a:pt x="28321" y="7706"/>
                </a:lnTo>
                <a:cubicBezTo>
                  <a:pt x="28087" y="7673"/>
                  <a:pt x="27887" y="7539"/>
                  <a:pt x="27787" y="7339"/>
                </a:cubicBezTo>
                <a:cubicBezTo>
                  <a:pt x="27553" y="6939"/>
                  <a:pt x="27253" y="6539"/>
                  <a:pt x="26953" y="6172"/>
                </a:cubicBezTo>
                <a:cubicBezTo>
                  <a:pt x="26786" y="6038"/>
                  <a:pt x="26820" y="5805"/>
                  <a:pt x="26986" y="5705"/>
                </a:cubicBezTo>
                <a:lnTo>
                  <a:pt x="29321" y="4004"/>
                </a:lnTo>
                <a:cubicBezTo>
                  <a:pt x="29521" y="3937"/>
                  <a:pt x="29521" y="3670"/>
                  <a:pt x="29321" y="3603"/>
                </a:cubicBezTo>
                <a:lnTo>
                  <a:pt x="26386" y="1902"/>
                </a:lnTo>
                <a:cubicBezTo>
                  <a:pt x="26286" y="1852"/>
                  <a:pt x="26177" y="1827"/>
                  <a:pt x="26069" y="1827"/>
                </a:cubicBezTo>
                <a:cubicBezTo>
                  <a:pt x="25961" y="1827"/>
                  <a:pt x="25852" y="1852"/>
                  <a:pt x="25752" y="1902"/>
                </a:cubicBezTo>
                <a:lnTo>
                  <a:pt x="22750" y="3270"/>
                </a:lnTo>
                <a:cubicBezTo>
                  <a:pt x="22602" y="3333"/>
                  <a:pt x="22454" y="3356"/>
                  <a:pt x="22306" y="3356"/>
                </a:cubicBezTo>
                <a:cubicBezTo>
                  <a:pt x="22220" y="3356"/>
                  <a:pt x="22135" y="3349"/>
                  <a:pt x="22049" y="3336"/>
                </a:cubicBezTo>
                <a:cubicBezTo>
                  <a:pt x="21282" y="3070"/>
                  <a:pt x="20515" y="2903"/>
                  <a:pt x="19714" y="2769"/>
                </a:cubicBezTo>
                <a:cubicBezTo>
                  <a:pt x="19514" y="2703"/>
                  <a:pt x="19348" y="2569"/>
                  <a:pt x="19314" y="2336"/>
                </a:cubicBezTo>
                <a:lnTo>
                  <a:pt x="18947" y="368"/>
                </a:lnTo>
                <a:cubicBezTo>
                  <a:pt x="18881" y="167"/>
                  <a:pt x="18714" y="1"/>
                  <a:pt x="1848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41">
            <a:extLst>
              <a:ext uri="{FF2B5EF4-FFF2-40B4-BE49-F238E27FC236}">
                <a16:creationId xmlns:a16="http://schemas.microsoft.com/office/drawing/2014/main" id="{766B33E5-761F-52FF-1C9D-FD4058A3F5F5}"/>
              </a:ext>
            </a:extLst>
          </p:cNvPr>
          <p:cNvSpPr/>
          <p:nvPr/>
        </p:nvSpPr>
        <p:spPr>
          <a:xfrm>
            <a:off x="2164530" y="3968850"/>
            <a:ext cx="396385" cy="242466"/>
          </a:xfrm>
          <a:custGeom>
            <a:avLst/>
            <a:gdLst/>
            <a:ahLst/>
            <a:cxnLst/>
            <a:rect l="l" t="t" r="r" b="b"/>
            <a:pathLst>
              <a:path w="25686" h="15712" extrusionOk="0">
                <a:moveTo>
                  <a:pt x="12639" y="6301"/>
                </a:moveTo>
                <a:cubicBezTo>
                  <a:pt x="12707" y="6301"/>
                  <a:pt x="12775" y="6302"/>
                  <a:pt x="12843" y="6305"/>
                </a:cubicBezTo>
                <a:cubicBezTo>
                  <a:pt x="14144" y="6305"/>
                  <a:pt x="15378" y="6638"/>
                  <a:pt x="16079" y="7239"/>
                </a:cubicBezTo>
                <a:cubicBezTo>
                  <a:pt x="16246" y="7372"/>
                  <a:pt x="16546" y="7673"/>
                  <a:pt x="16479" y="7939"/>
                </a:cubicBezTo>
                <a:cubicBezTo>
                  <a:pt x="16446" y="8206"/>
                  <a:pt x="16079" y="8673"/>
                  <a:pt x="15178" y="9040"/>
                </a:cubicBezTo>
                <a:cubicBezTo>
                  <a:pt x="14507" y="9284"/>
                  <a:pt x="13780" y="9445"/>
                  <a:pt x="13048" y="9445"/>
                </a:cubicBezTo>
                <a:cubicBezTo>
                  <a:pt x="12979" y="9445"/>
                  <a:pt x="12911" y="9443"/>
                  <a:pt x="12843" y="9440"/>
                </a:cubicBezTo>
                <a:cubicBezTo>
                  <a:pt x="11542" y="9440"/>
                  <a:pt x="10308" y="9107"/>
                  <a:pt x="9607" y="8540"/>
                </a:cubicBezTo>
                <a:cubicBezTo>
                  <a:pt x="9441" y="8373"/>
                  <a:pt x="9140" y="8073"/>
                  <a:pt x="9207" y="7806"/>
                </a:cubicBezTo>
                <a:cubicBezTo>
                  <a:pt x="9241" y="7539"/>
                  <a:pt x="9607" y="7072"/>
                  <a:pt x="10508" y="6705"/>
                </a:cubicBezTo>
                <a:cubicBezTo>
                  <a:pt x="11210" y="6461"/>
                  <a:pt x="11912" y="6301"/>
                  <a:pt x="12639" y="6301"/>
                </a:cubicBezTo>
                <a:close/>
                <a:moveTo>
                  <a:pt x="13510" y="0"/>
                </a:moveTo>
                <a:cubicBezTo>
                  <a:pt x="12810" y="34"/>
                  <a:pt x="12143" y="434"/>
                  <a:pt x="11809" y="1068"/>
                </a:cubicBezTo>
                <a:lnTo>
                  <a:pt x="11409" y="1835"/>
                </a:lnTo>
                <a:cubicBezTo>
                  <a:pt x="11008" y="1868"/>
                  <a:pt x="10608" y="1902"/>
                  <a:pt x="10241" y="1968"/>
                </a:cubicBezTo>
                <a:lnTo>
                  <a:pt x="8907" y="1101"/>
                </a:lnTo>
                <a:cubicBezTo>
                  <a:pt x="8578" y="891"/>
                  <a:pt x="8221" y="762"/>
                  <a:pt x="7838" y="762"/>
                </a:cubicBezTo>
                <a:cubicBezTo>
                  <a:pt x="7794" y="762"/>
                  <a:pt x="7750" y="764"/>
                  <a:pt x="7706" y="768"/>
                </a:cubicBezTo>
                <a:cubicBezTo>
                  <a:pt x="7439" y="768"/>
                  <a:pt x="7172" y="801"/>
                  <a:pt x="6939" y="901"/>
                </a:cubicBezTo>
                <a:lnTo>
                  <a:pt x="4871" y="1735"/>
                </a:lnTo>
                <a:cubicBezTo>
                  <a:pt x="3870" y="2135"/>
                  <a:pt x="3570" y="3436"/>
                  <a:pt x="4337" y="4237"/>
                </a:cubicBezTo>
                <a:lnTo>
                  <a:pt x="4604" y="4537"/>
                </a:lnTo>
                <a:lnTo>
                  <a:pt x="4604" y="4537"/>
                </a:lnTo>
                <a:lnTo>
                  <a:pt x="2436" y="4437"/>
                </a:lnTo>
                <a:cubicBezTo>
                  <a:pt x="1635" y="4470"/>
                  <a:pt x="901" y="4971"/>
                  <a:pt x="668" y="5738"/>
                </a:cubicBezTo>
                <a:lnTo>
                  <a:pt x="301" y="6872"/>
                </a:lnTo>
                <a:cubicBezTo>
                  <a:pt x="1" y="7839"/>
                  <a:pt x="601" y="8840"/>
                  <a:pt x="1602" y="9007"/>
                </a:cubicBezTo>
                <a:lnTo>
                  <a:pt x="2803" y="9207"/>
                </a:lnTo>
                <a:lnTo>
                  <a:pt x="2369" y="9407"/>
                </a:lnTo>
                <a:cubicBezTo>
                  <a:pt x="1335" y="9907"/>
                  <a:pt x="1168" y="11308"/>
                  <a:pt x="2069" y="12009"/>
                </a:cubicBezTo>
                <a:lnTo>
                  <a:pt x="3370" y="13076"/>
                </a:lnTo>
                <a:cubicBezTo>
                  <a:pt x="3770" y="13410"/>
                  <a:pt x="4237" y="13577"/>
                  <a:pt x="4737" y="13577"/>
                </a:cubicBezTo>
                <a:cubicBezTo>
                  <a:pt x="4937" y="13577"/>
                  <a:pt x="5138" y="13543"/>
                  <a:pt x="5338" y="13477"/>
                </a:cubicBezTo>
                <a:lnTo>
                  <a:pt x="7306" y="12876"/>
                </a:lnTo>
                <a:cubicBezTo>
                  <a:pt x="7539" y="12943"/>
                  <a:pt x="7739" y="13043"/>
                  <a:pt x="7940" y="13110"/>
                </a:cubicBezTo>
                <a:lnTo>
                  <a:pt x="7906" y="13543"/>
                </a:lnTo>
                <a:cubicBezTo>
                  <a:pt x="7806" y="14477"/>
                  <a:pt x="8473" y="15345"/>
                  <a:pt x="9407" y="15445"/>
                </a:cubicBezTo>
                <a:lnTo>
                  <a:pt x="11976" y="15712"/>
                </a:lnTo>
                <a:lnTo>
                  <a:pt x="12176" y="15712"/>
                </a:lnTo>
                <a:cubicBezTo>
                  <a:pt x="12876" y="15712"/>
                  <a:pt x="13544" y="15311"/>
                  <a:pt x="13911" y="14678"/>
                </a:cubicBezTo>
                <a:lnTo>
                  <a:pt x="14311" y="13910"/>
                </a:lnTo>
                <a:cubicBezTo>
                  <a:pt x="14678" y="13877"/>
                  <a:pt x="15078" y="13844"/>
                  <a:pt x="15478" y="13777"/>
                </a:cubicBezTo>
                <a:lnTo>
                  <a:pt x="16779" y="14577"/>
                </a:lnTo>
                <a:cubicBezTo>
                  <a:pt x="17146" y="14811"/>
                  <a:pt x="17546" y="14944"/>
                  <a:pt x="17980" y="14944"/>
                </a:cubicBezTo>
                <a:cubicBezTo>
                  <a:pt x="18247" y="14944"/>
                  <a:pt x="18514" y="14878"/>
                  <a:pt x="18747" y="14811"/>
                </a:cubicBezTo>
                <a:lnTo>
                  <a:pt x="20782" y="13977"/>
                </a:lnTo>
                <a:cubicBezTo>
                  <a:pt x="21816" y="13577"/>
                  <a:pt x="22116" y="12242"/>
                  <a:pt x="21349" y="11475"/>
                </a:cubicBezTo>
                <a:lnTo>
                  <a:pt x="21082" y="11175"/>
                </a:lnTo>
                <a:lnTo>
                  <a:pt x="23251" y="11242"/>
                </a:lnTo>
                <a:cubicBezTo>
                  <a:pt x="24051" y="11242"/>
                  <a:pt x="24752" y="10708"/>
                  <a:pt x="25018" y="9941"/>
                </a:cubicBezTo>
                <a:lnTo>
                  <a:pt x="25385" y="8807"/>
                </a:lnTo>
                <a:cubicBezTo>
                  <a:pt x="25686" y="7873"/>
                  <a:pt x="25085" y="6872"/>
                  <a:pt x="24084" y="6705"/>
                </a:cubicBezTo>
                <a:lnTo>
                  <a:pt x="22884" y="6505"/>
                </a:lnTo>
                <a:lnTo>
                  <a:pt x="23317" y="6271"/>
                </a:lnTo>
                <a:cubicBezTo>
                  <a:pt x="24351" y="5804"/>
                  <a:pt x="24518" y="4403"/>
                  <a:pt x="23617" y="3703"/>
                </a:cubicBezTo>
                <a:lnTo>
                  <a:pt x="22317" y="2602"/>
                </a:lnTo>
                <a:cubicBezTo>
                  <a:pt x="21916" y="2302"/>
                  <a:pt x="21449" y="2135"/>
                  <a:pt x="20949" y="2135"/>
                </a:cubicBezTo>
                <a:cubicBezTo>
                  <a:pt x="20749" y="2135"/>
                  <a:pt x="20549" y="2169"/>
                  <a:pt x="20348" y="2202"/>
                </a:cubicBezTo>
                <a:lnTo>
                  <a:pt x="18380" y="2836"/>
                </a:lnTo>
                <a:cubicBezTo>
                  <a:pt x="18147" y="2736"/>
                  <a:pt x="17947" y="2669"/>
                  <a:pt x="17747" y="2569"/>
                </a:cubicBezTo>
                <a:lnTo>
                  <a:pt x="17780" y="2169"/>
                </a:lnTo>
                <a:cubicBezTo>
                  <a:pt x="17880" y="1235"/>
                  <a:pt x="17213" y="401"/>
                  <a:pt x="16279" y="267"/>
                </a:cubicBezTo>
                <a:lnTo>
                  <a:pt x="13710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41">
            <a:extLst>
              <a:ext uri="{FF2B5EF4-FFF2-40B4-BE49-F238E27FC236}">
                <a16:creationId xmlns:a16="http://schemas.microsoft.com/office/drawing/2014/main" id="{7767CB1E-9975-BB1C-5BDA-AC455BA41B9B}"/>
              </a:ext>
            </a:extLst>
          </p:cNvPr>
          <p:cNvSpPr/>
          <p:nvPr/>
        </p:nvSpPr>
        <p:spPr>
          <a:xfrm>
            <a:off x="2187694" y="3955979"/>
            <a:ext cx="350567" cy="235769"/>
          </a:xfrm>
          <a:custGeom>
            <a:avLst/>
            <a:gdLst/>
            <a:ahLst/>
            <a:cxnLst/>
            <a:rect l="l" t="t" r="r" b="b"/>
            <a:pathLst>
              <a:path w="22717" h="15278" extrusionOk="0">
                <a:moveTo>
                  <a:pt x="11340" y="5863"/>
                </a:moveTo>
                <a:cubicBezTo>
                  <a:pt x="12899" y="5863"/>
                  <a:pt x="14431" y="6290"/>
                  <a:pt x="15378" y="7072"/>
                </a:cubicBezTo>
                <a:cubicBezTo>
                  <a:pt x="15578" y="7239"/>
                  <a:pt x="15745" y="7439"/>
                  <a:pt x="15912" y="7639"/>
                </a:cubicBezTo>
                <a:cubicBezTo>
                  <a:pt x="15445" y="8206"/>
                  <a:pt x="14845" y="8673"/>
                  <a:pt x="14144" y="8907"/>
                </a:cubicBezTo>
                <a:cubicBezTo>
                  <a:pt x="13289" y="9251"/>
                  <a:pt x="12316" y="9415"/>
                  <a:pt x="11354" y="9415"/>
                </a:cubicBezTo>
                <a:cubicBezTo>
                  <a:pt x="9801" y="9415"/>
                  <a:pt x="8274" y="8989"/>
                  <a:pt x="7306" y="8206"/>
                </a:cubicBezTo>
                <a:cubicBezTo>
                  <a:pt x="7106" y="8039"/>
                  <a:pt x="6939" y="7839"/>
                  <a:pt x="6806" y="7606"/>
                </a:cubicBezTo>
                <a:cubicBezTo>
                  <a:pt x="7239" y="7039"/>
                  <a:pt x="7873" y="6605"/>
                  <a:pt x="8540" y="6372"/>
                </a:cubicBezTo>
                <a:cubicBezTo>
                  <a:pt x="9395" y="6027"/>
                  <a:pt x="10373" y="5863"/>
                  <a:pt x="11340" y="5863"/>
                </a:cubicBezTo>
                <a:close/>
                <a:moveTo>
                  <a:pt x="12076" y="0"/>
                </a:moveTo>
                <a:cubicBezTo>
                  <a:pt x="11809" y="0"/>
                  <a:pt x="11542" y="134"/>
                  <a:pt x="11409" y="367"/>
                </a:cubicBezTo>
                <a:lnTo>
                  <a:pt x="10908" y="1368"/>
                </a:lnTo>
                <a:cubicBezTo>
                  <a:pt x="10775" y="1602"/>
                  <a:pt x="10508" y="1735"/>
                  <a:pt x="10241" y="1768"/>
                </a:cubicBezTo>
                <a:cubicBezTo>
                  <a:pt x="9808" y="1802"/>
                  <a:pt x="9374" y="1868"/>
                  <a:pt x="8907" y="1935"/>
                </a:cubicBezTo>
                <a:cubicBezTo>
                  <a:pt x="8847" y="1943"/>
                  <a:pt x="8785" y="1947"/>
                  <a:pt x="8723" y="1947"/>
                </a:cubicBezTo>
                <a:cubicBezTo>
                  <a:pt x="8507" y="1947"/>
                  <a:pt x="8280" y="1898"/>
                  <a:pt x="8073" y="1768"/>
                </a:cubicBezTo>
                <a:lnTo>
                  <a:pt x="6705" y="868"/>
                </a:lnTo>
                <a:cubicBezTo>
                  <a:pt x="6560" y="763"/>
                  <a:pt x="6388" y="711"/>
                  <a:pt x="6214" y="711"/>
                </a:cubicBezTo>
                <a:cubicBezTo>
                  <a:pt x="6110" y="711"/>
                  <a:pt x="6005" y="730"/>
                  <a:pt x="5905" y="768"/>
                </a:cubicBezTo>
                <a:lnTo>
                  <a:pt x="3837" y="1602"/>
                </a:lnTo>
                <a:cubicBezTo>
                  <a:pt x="3737" y="1635"/>
                  <a:pt x="3637" y="1735"/>
                  <a:pt x="3637" y="1868"/>
                </a:cubicBezTo>
                <a:lnTo>
                  <a:pt x="3637" y="1902"/>
                </a:lnTo>
                <a:lnTo>
                  <a:pt x="3637" y="3970"/>
                </a:lnTo>
                <a:cubicBezTo>
                  <a:pt x="3637" y="4070"/>
                  <a:pt x="3670" y="4137"/>
                  <a:pt x="3737" y="4203"/>
                </a:cubicBezTo>
                <a:lnTo>
                  <a:pt x="3870" y="4337"/>
                </a:lnTo>
                <a:cubicBezTo>
                  <a:pt x="3670" y="4437"/>
                  <a:pt x="3503" y="4504"/>
                  <a:pt x="3303" y="4504"/>
                </a:cubicBezTo>
                <a:lnTo>
                  <a:pt x="935" y="4404"/>
                </a:lnTo>
                <a:cubicBezTo>
                  <a:pt x="668" y="4404"/>
                  <a:pt x="434" y="4570"/>
                  <a:pt x="368" y="4837"/>
                </a:cubicBezTo>
                <a:lnTo>
                  <a:pt x="1" y="5971"/>
                </a:lnTo>
                <a:cubicBezTo>
                  <a:pt x="1" y="6005"/>
                  <a:pt x="1" y="6071"/>
                  <a:pt x="1" y="6105"/>
                </a:cubicBezTo>
                <a:lnTo>
                  <a:pt x="1" y="8240"/>
                </a:lnTo>
                <a:cubicBezTo>
                  <a:pt x="1" y="8406"/>
                  <a:pt x="134" y="8573"/>
                  <a:pt x="334" y="8607"/>
                </a:cubicBezTo>
                <a:lnTo>
                  <a:pt x="2136" y="8907"/>
                </a:lnTo>
                <a:lnTo>
                  <a:pt x="1435" y="9274"/>
                </a:lnTo>
                <a:cubicBezTo>
                  <a:pt x="1335" y="9307"/>
                  <a:pt x="1268" y="9407"/>
                  <a:pt x="1268" y="9507"/>
                </a:cubicBezTo>
                <a:lnTo>
                  <a:pt x="1268" y="11642"/>
                </a:lnTo>
                <a:cubicBezTo>
                  <a:pt x="1268" y="11742"/>
                  <a:pt x="1302" y="11809"/>
                  <a:pt x="1368" y="11876"/>
                </a:cubicBezTo>
                <a:lnTo>
                  <a:pt x="2703" y="12976"/>
                </a:lnTo>
                <a:cubicBezTo>
                  <a:pt x="2839" y="13090"/>
                  <a:pt x="3021" y="13157"/>
                  <a:pt x="3207" y="13157"/>
                </a:cubicBezTo>
                <a:cubicBezTo>
                  <a:pt x="3295" y="13157"/>
                  <a:pt x="3384" y="13142"/>
                  <a:pt x="3470" y="13110"/>
                </a:cubicBezTo>
                <a:lnTo>
                  <a:pt x="5471" y="12509"/>
                </a:lnTo>
                <a:cubicBezTo>
                  <a:pt x="5591" y="12479"/>
                  <a:pt x="5718" y="12463"/>
                  <a:pt x="5845" y="12463"/>
                </a:cubicBezTo>
                <a:cubicBezTo>
                  <a:pt x="6001" y="12463"/>
                  <a:pt x="6158" y="12488"/>
                  <a:pt x="6305" y="12543"/>
                </a:cubicBezTo>
                <a:cubicBezTo>
                  <a:pt x="6639" y="12710"/>
                  <a:pt x="7006" y="12843"/>
                  <a:pt x="7373" y="12943"/>
                </a:cubicBezTo>
                <a:cubicBezTo>
                  <a:pt x="7473" y="12976"/>
                  <a:pt x="7573" y="13043"/>
                  <a:pt x="7639" y="13143"/>
                </a:cubicBezTo>
                <a:lnTo>
                  <a:pt x="7639" y="14578"/>
                </a:lnTo>
                <a:cubicBezTo>
                  <a:pt x="7639" y="14811"/>
                  <a:pt x="7840" y="14978"/>
                  <a:pt x="8073" y="15011"/>
                </a:cubicBezTo>
                <a:lnTo>
                  <a:pt x="10608" y="15278"/>
                </a:lnTo>
                <a:cubicBezTo>
                  <a:pt x="10908" y="15278"/>
                  <a:pt x="11142" y="15145"/>
                  <a:pt x="11275" y="14911"/>
                </a:cubicBezTo>
                <a:lnTo>
                  <a:pt x="11809" y="13910"/>
                </a:lnTo>
                <a:cubicBezTo>
                  <a:pt x="11943" y="13677"/>
                  <a:pt x="12176" y="13543"/>
                  <a:pt x="12476" y="13510"/>
                </a:cubicBezTo>
                <a:cubicBezTo>
                  <a:pt x="12910" y="13477"/>
                  <a:pt x="13344" y="13410"/>
                  <a:pt x="13777" y="13343"/>
                </a:cubicBezTo>
                <a:cubicBezTo>
                  <a:pt x="13855" y="13326"/>
                  <a:pt x="13932" y="13318"/>
                  <a:pt x="14009" y="13318"/>
                </a:cubicBezTo>
                <a:cubicBezTo>
                  <a:pt x="14228" y="13318"/>
                  <a:pt x="14438" y="13386"/>
                  <a:pt x="14611" y="13510"/>
                </a:cubicBezTo>
                <a:lnTo>
                  <a:pt x="16012" y="14411"/>
                </a:lnTo>
                <a:cubicBezTo>
                  <a:pt x="16168" y="14500"/>
                  <a:pt x="16353" y="14544"/>
                  <a:pt x="16538" y="14544"/>
                </a:cubicBezTo>
                <a:cubicBezTo>
                  <a:pt x="16631" y="14544"/>
                  <a:pt x="16724" y="14533"/>
                  <a:pt x="16813" y="14511"/>
                </a:cubicBezTo>
                <a:lnTo>
                  <a:pt x="18847" y="13677"/>
                </a:lnTo>
                <a:cubicBezTo>
                  <a:pt x="18981" y="13644"/>
                  <a:pt x="19081" y="13510"/>
                  <a:pt x="19081" y="13410"/>
                </a:cubicBezTo>
                <a:lnTo>
                  <a:pt x="19081" y="11275"/>
                </a:lnTo>
                <a:cubicBezTo>
                  <a:pt x="19081" y="11175"/>
                  <a:pt x="19048" y="11075"/>
                  <a:pt x="18981" y="11042"/>
                </a:cubicBezTo>
                <a:lnTo>
                  <a:pt x="18847" y="10908"/>
                </a:lnTo>
                <a:cubicBezTo>
                  <a:pt x="19014" y="10808"/>
                  <a:pt x="19214" y="10741"/>
                  <a:pt x="19415" y="10741"/>
                </a:cubicBezTo>
                <a:lnTo>
                  <a:pt x="21750" y="10808"/>
                </a:lnTo>
                <a:cubicBezTo>
                  <a:pt x="22016" y="10808"/>
                  <a:pt x="22250" y="10641"/>
                  <a:pt x="22350" y="10408"/>
                </a:cubicBezTo>
                <a:lnTo>
                  <a:pt x="22717" y="9274"/>
                </a:lnTo>
                <a:cubicBezTo>
                  <a:pt x="22717" y="9240"/>
                  <a:pt x="22717" y="9174"/>
                  <a:pt x="22717" y="9140"/>
                </a:cubicBezTo>
                <a:lnTo>
                  <a:pt x="22717" y="7039"/>
                </a:lnTo>
                <a:cubicBezTo>
                  <a:pt x="22717" y="6839"/>
                  <a:pt x="22583" y="6672"/>
                  <a:pt x="22383" y="6638"/>
                </a:cubicBezTo>
                <a:lnTo>
                  <a:pt x="20582" y="6338"/>
                </a:lnTo>
                <a:lnTo>
                  <a:pt x="21283" y="5971"/>
                </a:lnTo>
                <a:cubicBezTo>
                  <a:pt x="21383" y="5938"/>
                  <a:pt x="21449" y="5838"/>
                  <a:pt x="21449" y="5704"/>
                </a:cubicBezTo>
                <a:lnTo>
                  <a:pt x="21449" y="3603"/>
                </a:lnTo>
                <a:cubicBezTo>
                  <a:pt x="21449" y="3503"/>
                  <a:pt x="21416" y="3403"/>
                  <a:pt x="21316" y="3369"/>
                </a:cubicBezTo>
                <a:lnTo>
                  <a:pt x="20015" y="2269"/>
                </a:lnTo>
                <a:cubicBezTo>
                  <a:pt x="19842" y="2145"/>
                  <a:pt x="19650" y="2076"/>
                  <a:pt x="19454" y="2076"/>
                </a:cubicBezTo>
                <a:cubicBezTo>
                  <a:pt x="19386" y="2076"/>
                  <a:pt x="19317" y="2085"/>
                  <a:pt x="19248" y="2102"/>
                </a:cubicBezTo>
                <a:lnTo>
                  <a:pt x="17246" y="2736"/>
                </a:lnTo>
                <a:cubicBezTo>
                  <a:pt x="17122" y="2763"/>
                  <a:pt x="17003" y="2780"/>
                  <a:pt x="16888" y="2780"/>
                </a:cubicBezTo>
                <a:cubicBezTo>
                  <a:pt x="16725" y="2780"/>
                  <a:pt x="16569" y="2747"/>
                  <a:pt x="16412" y="2669"/>
                </a:cubicBezTo>
                <a:cubicBezTo>
                  <a:pt x="16045" y="2536"/>
                  <a:pt x="15679" y="2402"/>
                  <a:pt x="15312" y="2302"/>
                </a:cubicBezTo>
                <a:cubicBezTo>
                  <a:pt x="15078" y="2235"/>
                  <a:pt x="14911" y="1968"/>
                  <a:pt x="14945" y="1735"/>
                </a:cubicBezTo>
                <a:lnTo>
                  <a:pt x="15045" y="734"/>
                </a:lnTo>
                <a:cubicBezTo>
                  <a:pt x="15078" y="501"/>
                  <a:pt x="14911" y="267"/>
                  <a:pt x="14644" y="234"/>
                </a:cubicBezTo>
                <a:lnTo>
                  <a:pt x="12076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1">
            <a:extLst>
              <a:ext uri="{FF2B5EF4-FFF2-40B4-BE49-F238E27FC236}">
                <a16:creationId xmlns:a16="http://schemas.microsoft.com/office/drawing/2014/main" id="{76D39374-E816-525B-6600-8ABD46E58372}"/>
              </a:ext>
            </a:extLst>
          </p:cNvPr>
          <p:cNvSpPr/>
          <p:nvPr/>
        </p:nvSpPr>
        <p:spPr>
          <a:xfrm>
            <a:off x="2187694" y="3955979"/>
            <a:ext cx="350567" cy="235769"/>
          </a:xfrm>
          <a:custGeom>
            <a:avLst/>
            <a:gdLst/>
            <a:ahLst/>
            <a:cxnLst/>
            <a:rect l="l" t="t" r="r" b="b"/>
            <a:pathLst>
              <a:path w="22717" h="15278" extrusionOk="0">
                <a:moveTo>
                  <a:pt x="11340" y="5863"/>
                </a:moveTo>
                <a:cubicBezTo>
                  <a:pt x="12899" y="5863"/>
                  <a:pt x="14431" y="6290"/>
                  <a:pt x="15378" y="7072"/>
                </a:cubicBezTo>
                <a:cubicBezTo>
                  <a:pt x="15578" y="7239"/>
                  <a:pt x="15745" y="7439"/>
                  <a:pt x="15912" y="7639"/>
                </a:cubicBezTo>
                <a:cubicBezTo>
                  <a:pt x="15445" y="8206"/>
                  <a:pt x="14845" y="8673"/>
                  <a:pt x="14144" y="8907"/>
                </a:cubicBezTo>
                <a:cubicBezTo>
                  <a:pt x="13289" y="9251"/>
                  <a:pt x="12316" y="9415"/>
                  <a:pt x="11354" y="9415"/>
                </a:cubicBezTo>
                <a:cubicBezTo>
                  <a:pt x="9801" y="9415"/>
                  <a:pt x="8274" y="8989"/>
                  <a:pt x="7306" y="8206"/>
                </a:cubicBezTo>
                <a:cubicBezTo>
                  <a:pt x="7106" y="8039"/>
                  <a:pt x="6939" y="7839"/>
                  <a:pt x="6806" y="7606"/>
                </a:cubicBezTo>
                <a:cubicBezTo>
                  <a:pt x="7239" y="7039"/>
                  <a:pt x="7873" y="6605"/>
                  <a:pt x="8540" y="6372"/>
                </a:cubicBezTo>
                <a:cubicBezTo>
                  <a:pt x="9395" y="6027"/>
                  <a:pt x="10373" y="5863"/>
                  <a:pt x="11340" y="5863"/>
                </a:cubicBezTo>
                <a:close/>
                <a:moveTo>
                  <a:pt x="12076" y="0"/>
                </a:moveTo>
                <a:cubicBezTo>
                  <a:pt x="11809" y="0"/>
                  <a:pt x="11542" y="134"/>
                  <a:pt x="11409" y="367"/>
                </a:cubicBezTo>
                <a:lnTo>
                  <a:pt x="10908" y="1368"/>
                </a:lnTo>
                <a:cubicBezTo>
                  <a:pt x="10775" y="1602"/>
                  <a:pt x="10508" y="1735"/>
                  <a:pt x="10241" y="1768"/>
                </a:cubicBezTo>
                <a:cubicBezTo>
                  <a:pt x="9808" y="1802"/>
                  <a:pt x="9374" y="1868"/>
                  <a:pt x="8907" y="1935"/>
                </a:cubicBezTo>
                <a:cubicBezTo>
                  <a:pt x="8847" y="1943"/>
                  <a:pt x="8785" y="1947"/>
                  <a:pt x="8723" y="1947"/>
                </a:cubicBezTo>
                <a:cubicBezTo>
                  <a:pt x="8507" y="1947"/>
                  <a:pt x="8280" y="1898"/>
                  <a:pt x="8073" y="1768"/>
                </a:cubicBezTo>
                <a:lnTo>
                  <a:pt x="6705" y="868"/>
                </a:lnTo>
                <a:cubicBezTo>
                  <a:pt x="6560" y="763"/>
                  <a:pt x="6388" y="711"/>
                  <a:pt x="6214" y="711"/>
                </a:cubicBezTo>
                <a:cubicBezTo>
                  <a:pt x="6110" y="711"/>
                  <a:pt x="6005" y="730"/>
                  <a:pt x="5905" y="768"/>
                </a:cubicBezTo>
                <a:lnTo>
                  <a:pt x="3837" y="1602"/>
                </a:lnTo>
                <a:cubicBezTo>
                  <a:pt x="3737" y="1635"/>
                  <a:pt x="3637" y="1735"/>
                  <a:pt x="3637" y="1868"/>
                </a:cubicBezTo>
                <a:lnTo>
                  <a:pt x="3637" y="1902"/>
                </a:lnTo>
                <a:lnTo>
                  <a:pt x="3637" y="3970"/>
                </a:lnTo>
                <a:cubicBezTo>
                  <a:pt x="3637" y="4070"/>
                  <a:pt x="3670" y="4137"/>
                  <a:pt x="3737" y="4203"/>
                </a:cubicBezTo>
                <a:lnTo>
                  <a:pt x="3870" y="4337"/>
                </a:lnTo>
                <a:cubicBezTo>
                  <a:pt x="3670" y="4437"/>
                  <a:pt x="3503" y="4504"/>
                  <a:pt x="3303" y="4504"/>
                </a:cubicBezTo>
                <a:lnTo>
                  <a:pt x="935" y="4404"/>
                </a:lnTo>
                <a:cubicBezTo>
                  <a:pt x="668" y="4404"/>
                  <a:pt x="434" y="4570"/>
                  <a:pt x="368" y="4837"/>
                </a:cubicBezTo>
                <a:lnTo>
                  <a:pt x="1" y="5971"/>
                </a:lnTo>
                <a:cubicBezTo>
                  <a:pt x="1" y="6005"/>
                  <a:pt x="1" y="6071"/>
                  <a:pt x="1" y="6105"/>
                </a:cubicBezTo>
                <a:lnTo>
                  <a:pt x="1" y="8240"/>
                </a:lnTo>
                <a:cubicBezTo>
                  <a:pt x="1" y="8406"/>
                  <a:pt x="134" y="8573"/>
                  <a:pt x="334" y="8607"/>
                </a:cubicBezTo>
                <a:lnTo>
                  <a:pt x="2136" y="8907"/>
                </a:lnTo>
                <a:lnTo>
                  <a:pt x="1435" y="9274"/>
                </a:lnTo>
                <a:cubicBezTo>
                  <a:pt x="1335" y="9307"/>
                  <a:pt x="1268" y="9407"/>
                  <a:pt x="1268" y="9507"/>
                </a:cubicBezTo>
                <a:lnTo>
                  <a:pt x="1268" y="11642"/>
                </a:lnTo>
                <a:cubicBezTo>
                  <a:pt x="1268" y="11742"/>
                  <a:pt x="1302" y="11809"/>
                  <a:pt x="1368" y="11876"/>
                </a:cubicBezTo>
                <a:lnTo>
                  <a:pt x="2703" y="12976"/>
                </a:lnTo>
                <a:cubicBezTo>
                  <a:pt x="2839" y="13090"/>
                  <a:pt x="3021" y="13157"/>
                  <a:pt x="3207" y="13157"/>
                </a:cubicBezTo>
                <a:cubicBezTo>
                  <a:pt x="3295" y="13157"/>
                  <a:pt x="3384" y="13142"/>
                  <a:pt x="3470" y="13110"/>
                </a:cubicBezTo>
                <a:lnTo>
                  <a:pt x="5471" y="12509"/>
                </a:lnTo>
                <a:cubicBezTo>
                  <a:pt x="5591" y="12479"/>
                  <a:pt x="5718" y="12463"/>
                  <a:pt x="5845" y="12463"/>
                </a:cubicBezTo>
                <a:cubicBezTo>
                  <a:pt x="6001" y="12463"/>
                  <a:pt x="6158" y="12488"/>
                  <a:pt x="6305" y="12543"/>
                </a:cubicBezTo>
                <a:cubicBezTo>
                  <a:pt x="6639" y="12710"/>
                  <a:pt x="7006" y="12843"/>
                  <a:pt x="7373" y="12943"/>
                </a:cubicBezTo>
                <a:cubicBezTo>
                  <a:pt x="7473" y="12976"/>
                  <a:pt x="7573" y="13043"/>
                  <a:pt x="7639" y="13143"/>
                </a:cubicBezTo>
                <a:lnTo>
                  <a:pt x="7639" y="14578"/>
                </a:lnTo>
                <a:cubicBezTo>
                  <a:pt x="7639" y="14811"/>
                  <a:pt x="7840" y="14978"/>
                  <a:pt x="8073" y="15011"/>
                </a:cubicBezTo>
                <a:lnTo>
                  <a:pt x="10608" y="15278"/>
                </a:lnTo>
                <a:cubicBezTo>
                  <a:pt x="10908" y="15278"/>
                  <a:pt x="11142" y="15145"/>
                  <a:pt x="11275" y="14911"/>
                </a:cubicBezTo>
                <a:lnTo>
                  <a:pt x="11809" y="13910"/>
                </a:lnTo>
                <a:cubicBezTo>
                  <a:pt x="11943" y="13677"/>
                  <a:pt x="12176" y="13543"/>
                  <a:pt x="12476" y="13510"/>
                </a:cubicBezTo>
                <a:cubicBezTo>
                  <a:pt x="12910" y="13477"/>
                  <a:pt x="13344" y="13410"/>
                  <a:pt x="13777" y="13343"/>
                </a:cubicBezTo>
                <a:cubicBezTo>
                  <a:pt x="13855" y="13326"/>
                  <a:pt x="13932" y="13318"/>
                  <a:pt x="14009" y="13318"/>
                </a:cubicBezTo>
                <a:cubicBezTo>
                  <a:pt x="14228" y="13318"/>
                  <a:pt x="14438" y="13386"/>
                  <a:pt x="14611" y="13510"/>
                </a:cubicBezTo>
                <a:lnTo>
                  <a:pt x="16012" y="14411"/>
                </a:lnTo>
                <a:cubicBezTo>
                  <a:pt x="16168" y="14500"/>
                  <a:pt x="16353" y="14544"/>
                  <a:pt x="16538" y="14544"/>
                </a:cubicBezTo>
                <a:cubicBezTo>
                  <a:pt x="16631" y="14544"/>
                  <a:pt x="16724" y="14533"/>
                  <a:pt x="16813" y="14511"/>
                </a:cubicBezTo>
                <a:lnTo>
                  <a:pt x="18847" y="13677"/>
                </a:lnTo>
                <a:cubicBezTo>
                  <a:pt x="18981" y="13644"/>
                  <a:pt x="19081" y="13510"/>
                  <a:pt x="19081" y="13410"/>
                </a:cubicBezTo>
                <a:lnTo>
                  <a:pt x="19081" y="11275"/>
                </a:lnTo>
                <a:cubicBezTo>
                  <a:pt x="19081" y="11175"/>
                  <a:pt x="19048" y="11075"/>
                  <a:pt x="18981" y="11042"/>
                </a:cubicBezTo>
                <a:lnTo>
                  <a:pt x="18847" y="10908"/>
                </a:lnTo>
                <a:cubicBezTo>
                  <a:pt x="19014" y="10808"/>
                  <a:pt x="19214" y="10741"/>
                  <a:pt x="19415" y="10741"/>
                </a:cubicBezTo>
                <a:lnTo>
                  <a:pt x="21750" y="10808"/>
                </a:lnTo>
                <a:cubicBezTo>
                  <a:pt x="22016" y="10808"/>
                  <a:pt x="22250" y="10641"/>
                  <a:pt x="22350" y="10408"/>
                </a:cubicBezTo>
                <a:lnTo>
                  <a:pt x="22717" y="9274"/>
                </a:lnTo>
                <a:cubicBezTo>
                  <a:pt x="22717" y="9240"/>
                  <a:pt x="22717" y="9174"/>
                  <a:pt x="22717" y="9140"/>
                </a:cubicBezTo>
                <a:lnTo>
                  <a:pt x="22717" y="7039"/>
                </a:lnTo>
                <a:cubicBezTo>
                  <a:pt x="22717" y="6839"/>
                  <a:pt x="22583" y="6672"/>
                  <a:pt x="22383" y="6638"/>
                </a:cubicBezTo>
                <a:lnTo>
                  <a:pt x="20582" y="6338"/>
                </a:lnTo>
                <a:lnTo>
                  <a:pt x="21283" y="5971"/>
                </a:lnTo>
                <a:cubicBezTo>
                  <a:pt x="21383" y="5938"/>
                  <a:pt x="21449" y="5838"/>
                  <a:pt x="21449" y="5704"/>
                </a:cubicBezTo>
                <a:lnTo>
                  <a:pt x="21449" y="3603"/>
                </a:lnTo>
                <a:cubicBezTo>
                  <a:pt x="21449" y="3503"/>
                  <a:pt x="21416" y="3403"/>
                  <a:pt x="21316" y="3369"/>
                </a:cubicBezTo>
                <a:lnTo>
                  <a:pt x="20015" y="2269"/>
                </a:lnTo>
                <a:cubicBezTo>
                  <a:pt x="19842" y="2145"/>
                  <a:pt x="19650" y="2076"/>
                  <a:pt x="19454" y="2076"/>
                </a:cubicBezTo>
                <a:cubicBezTo>
                  <a:pt x="19386" y="2076"/>
                  <a:pt x="19317" y="2085"/>
                  <a:pt x="19248" y="2102"/>
                </a:cubicBezTo>
                <a:lnTo>
                  <a:pt x="17246" y="2736"/>
                </a:lnTo>
                <a:cubicBezTo>
                  <a:pt x="17122" y="2763"/>
                  <a:pt x="17003" y="2780"/>
                  <a:pt x="16888" y="2780"/>
                </a:cubicBezTo>
                <a:cubicBezTo>
                  <a:pt x="16725" y="2780"/>
                  <a:pt x="16569" y="2747"/>
                  <a:pt x="16412" y="2669"/>
                </a:cubicBezTo>
                <a:cubicBezTo>
                  <a:pt x="16045" y="2536"/>
                  <a:pt x="15679" y="2402"/>
                  <a:pt x="15312" y="2302"/>
                </a:cubicBezTo>
                <a:cubicBezTo>
                  <a:pt x="15078" y="2235"/>
                  <a:pt x="14911" y="1968"/>
                  <a:pt x="14945" y="1735"/>
                </a:cubicBezTo>
                <a:lnTo>
                  <a:pt x="15045" y="734"/>
                </a:lnTo>
                <a:cubicBezTo>
                  <a:pt x="15078" y="501"/>
                  <a:pt x="14911" y="267"/>
                  <a:pt x="14644" y="234"/>
                </a:cubicBezTo>
                <a:lnTo>
                  <a:pt x="120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41">
            <a:extLst>
              <a:ext uri="{FF2B5EF4-FFF2-40B4-BE49-F238E27FC236}">
                <a16:creationId xmlns:a16="http://schemas.microsoft.com/office/drawing/2014/main" id="{C9267B2B-518E-41C5-BFCC-AA3CADB9D923}"/>
              </a:ext>
            </a:extLst>
          </p:cNvPr>
          <p:cNvSpPr/>
          <p:nvPr/>
        </p:nvSpPr>
        <p:spPr>
          <a:xfrm>
            <a:off x="2187694" y="3984806"/>
            <a:ext cx="74660" cy="108625"/>
          </a:xfrm>
          <a:custGeom>
            <a:avLst/>
            <a:gdLst/>
            <a:ahLst/>
            <a:cxnLst/>
            <a:rect l="l" t="t" r="r" b="b"/>
            <a:pathLst>
              <a:path w="4838" h="7039" extrusionOk="0">
                <a:moveTo>
                  <a:pt x="3637" y="0"/>
                </a:moveTo>
                <a:lnTo>
                  <a:pt x="3637" y="2102"/>
                </a:lnTo>
                <a:cubicBezTo>
                  <a:pt x="3637" y="2202"/>
                  <a:pt x="3670" y="2269"/>
                  <a:pt x="3737" y="2335"/>
                </a:cubicBezTo>
                <a:lnTo>
                  <a:pt x="3870" y="2469"/>
                </a:lnTo>
                <a:cubicBezTo>
                  <a:pt x="3937" y="2435"/>
                  <a:pt x="4004" y="2369"/>
                  <a:pt x="4037" y="2302"/>
                </a:cubicBezTo>
                <a:cubicBezTo>
                  <a:pt x="4237" y="2135"/>
                  <a:pt x="4404" y="1968"/>
                  <a:pt x="4604" y="1802"/>
                </a:cubicBezTo>
                <a:cubicBezTo>
                  <a:pt x="4804" y="1668"/>
                  <a:pt x="4837" y="1401"/>
                  <a:pt x="4671" y="1201"/>
                </a:cubicBezTo>
                <a:lnTo>
                  <a:pt x="3737" y="234"/>
                </a:lnTo>
                <a:cubicBezTo>
                  <a:pt x="3670" y="167"/>
                  <a:pt x="3637" y="67"/>
                  <a:pt x="3637" y="0"/>
                </a:cubicBezTo>
                <a:close/>
                <a:moveTo>
                  <a:pt x="1" y="4270"/>
                </a:moveTo>
                <a:lnTo>
                  <a:pt x="1" y="6338"/>
                </a:lnTo>
                <a:cubicBezTo>
                  <a:pt x="1" y="6538"/>
                  <a:pt x="134" y="6705"/>
                  <a:pt x="301" y="6705"/>
                </a:cubicBezTo>
                <a:lnTo>
                  <a:pt x="2136" y="7039"/>
                </a:lnTo>
                <a:lnTo>
                  <a:pt x="3070" y="6572"/>
                </a:lnTo>
                <a:cubicBezTo>
                  <a:pt x="3303" y="6438"/>
                  <a:pt x="3370" y="6171"/>
                  <a:pt x="3270" y="5938"/>
                </a:cubicBezTo>
                <a:cubicBezTo>
                  <a:pt x="3203" y="5805"/>
                  <a:pt x="3136" y="5671"/>
                  <a:pt x="3103" y="5504"/>
                </a:cubicBezTo>
                <a:cubicBezTo>
                  <a:pt x="3003" y="5271"/>
                  <a:pt x="2803" y="5071"/>
                  <a:pt x="2536" y="5004"/>
                </a:cubicBezTo>
                <a:lnTo>
                  <a:pt x="301" y="4604"/>
                </a:lnTo>
                <a:cubicBezTo>
                  <a:pt x="134" y="4570"/>
                  <a:pt x="1" y="4437"/>
                  <a:pt x="1" y="427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41">
            <a:extLst>
              <a:ext uri="{FF2B5EF4-FFF2-40B4-BE49-F238E27FC236}">
                <a16:creationId xmlns:a16="http://schemas.microsoft.com/office/drawing/2014/main" id="{F47A1DDC-0CE1-439D-DC1C-356CE9E3E4BF}"/>
              </a:ext>
            </a:extLst>
          </p:cNvPr>
          <p:cNvSpPr/>
          <p:nvPr/>
        </p:nvSpPr>
        <p:spPr>
          <a:xfrm>
            <a:off x="2279838" y="4013540"/>
            <a:ext cx="162174" cy="60339"/>
          </a:xfrm>
          <a:custGeom>
            <a:avLst/>
            <a:gdLst/>
            <a:ahLst/>
            <a:cxnLst/>
            <a:rect l="l" t="t" r="r" b="b"/>
            <a:pathLst>
              <a:path w="10509" h="3910" extrusionOk="0">
                <a:moveTo>
                  <a:pt x="5367" y="0"/>
                </a:moveTo>
                <a:cubicBezTo>
                  <a:pt x="4406" y="0"/>
                  <a:pt x="3432" y="164"/>
                  <a:pt x="2569" y="507"/>
                </a:cubicBezTo>
                <a:cubicBezTo>
                  <a:pt x="668" y="1274"/>
                  <a:pt x="1" y="2708"/>
                  <a:pt x="835" y="3876"/>
                </a:cubicBezTo>
                <a:cubicBezTo>
                  <a:pt x="1268" y="3309"/>
                  <a:pt x="1902" y="2875"/>
                  <a:pt x="2569" y="2642"/>
                </a:cubicBezTo>
                <a:cubicBezTo>
                  <a:pt x="3424" y="2297"/>
                  <a:pt x="4402" y="2133"/>
                  <a:pt x="5369" y="2133"/>
                </a:cubicBezTo>
                <a:cubicBezTo>
                  <a:pt x="6928" y="2133"/>
                  <a:pt x="8460" y="2560"/>
                  <a:pt x="9407" y="3342"/>
                </a:cubicBezTo>
                <a:cubicBezTo>
                  <a:pt x="9607" y="3509"/>
                  <a:pt x="9774" y="3709"/>
                  <a:pt x="9941" y="3909"/>
                </a:cubicBezTo>
                <a:cubicBezTo>
                  <a:pt x="10508" y="3075"/>
                  <a:pt x="10375" y="2041"/>
                  <a:pt x="9407" y="1241"/>
                </a:cubicBezTo>
                <a:cubicBezTo>
                  <a:pt x="8457" y="435"/>
                  <a:pt x="6930" y="0"/>
                  <a:pt x="5367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41">
            <a:extLst>
              <a:ext uri="{FF2B5EF4-FFF2-40B4-BE49-F238E27FC236}">
                <a16:creationId xmlns:a16="http://schemas.microsoft.com/office/drawing/2014/main" id="{ABEF732F-03AB-C858-335A-8F6DB7C46F57}"/>
              </a:ext>
            </a:extLst>
          </p:cNvPr>
          <p:cNvSpPr/>
          <p:nvPr/>
        </p:nvSpPr>
        <p:spPr>
          <a:xfrm>
            <a:off x="2233511" y="4012090"/>
            <a:ext cx="304750" cy="178640"/>
          </a:xfrm>
          <a:custGeom>
            <a:avLst/>
            <a:gdLst/>
            <a:ahLst/>
            <a:cxnLst/>
            <a:rect l="l" t="t" r="r" b="b"/>
            <a:pathLst>
              <a:path w="19748" h="11576" extrusionOk="0">
                <a:moveTo>
                  <a:pt x="18480" y="0"/>
                </a:moveTo>
                <a:cubicBezTo>
                  <a:pt x="18480" y="67"/>
                  <a:pt x="18447" y="134"/>
                  <a:pt x="18414" y="167"/>
                </a:cubicBezTo>
                <a:cubicBezTo>
                  <a:pt x="18380" y="200"/>
                  <a:pt x="18347" y="234"/>
                  <a:pt x="18314" y="234"/>
                </a:cubicBezTo>
                <a:lnTo>
                  <a:pt x="16646" y="1068"/>
                </a:lnTo>
                <a:cubicBezTo>
                  <a:pt x="16612" y="1101"/>
                  <a:pt x="16579" y="1101"/>
                  <a:pt x="16546" y="1134"/>
                </a:cubicBezTo>
                <a:cubicBezTo>
                  <a:pt x="16512" y="1201"/>
                  <a:pt x="16479" y="1268"/>
                  <a:pt x="16446" y="1335"/>
                </a:cubicBezTo>
                <a:cubicBezTo>
                  <a:pt x="16412" y="1368"/>
                  <a:pt x="16412" y="1435"/>
                  <a:pt x="16412" y="1468"/>
                </a:cubicBezTo>
                <a:cubicBezTo>
                  <a:pt x="16412" y="1501"/>
                  <a:pt x="16412" y="1535"/>
                  <a:pt x="16412" y="1568"/>
                </a:cubicBezTo>
                <a:cubicBezTo>
                  <a:pt x="16446" y="1601"/>
                  <a:pt x="16446" y="1635"/>
                  <a:pt x="16446" y="1668"/>
                </a:cubicBezTo>
                <a:cubicBezTo>
                  <a:pt x="16546" y="1835"/>
                  <a:pt x="16579" y="1968"/>
                  <a:pt x="16612" y="2135"/>
                </a:cubicBezTo>
                <a:cubicBezTo>
                  <a:pt x="16712" y="2369"/>
                  <a:pt x="16913" y="2569"/>
                  <a:pt x="17179" y="2636"/>
                </a:cubicBezTo>
                <a:lnTo>
                  <a:pt x="17580" y="2702"/>
                </a:lnTo>
                <a:lnTo>
                  <a:pt x="18314" y="2369"/>
                </a:lnTo>
                <a:cubicBezTo>
                  <a:pt x="18414" y="2302"/>
                  <a:pt x="18480" y="2202"/>
                  <a:pt x="18480" y="2102"/>
                </a:cubicBezTo>
                <a:lnTo>
                  <a:pt x="18480" y="0"/>
                </a:lnTo>
                <a:close/>
                <a:moveTo>
                  <a:pt x="19748" y="3403"/>
                </a:moveTo>
                <a:lnTo>
                  <a:pt x="19747" y="3432"/>
                </a:lnTo>
                <a:lnTo>
                  <a:pt x="19747" y="3432"/>
                </a:lnTo>
                <a:cubicBezTo>
                  <a:pt x="19748" y="3421"/>
                  <a:pt x="19748" y="3411"/>
                  <a:pt x="19748" y="3403"/>
                </a:cubicBezTo>
                <a:close/>
                <a:moveTo>
                  <a:pt x="19747" y="3432"/>
                </a:moveTo>
                <a:cubicBezTo>
                  <a:pt x="19746" y="3466"/>
                  <a:pt x="19740" y="3511"/>
                  <a:pt x="19715" y="3536"/>
                </a:cubicBezTo>
                <a:lnTo>
                  <a:pt x="19381" y="4670"/>
                </a:lnTo>
                <a:cubicBezTo>
                  <a:pt x="19281" y="4904"/>
                  <a:pt x="19047" y="5071"/>
                  <a:pt x="18781" y="5071"/>
                </a:cubicBezTo>
                <a:lnTo>
                  <a:pt x="16446" y="5004"/>
                </a:lnTo>
                <a:cubicBezTo>
                  <a:pt x="16410" y="4995"/>
                  <a:pt x="16374" y="4991"/>
                  <a:pt x="16339" y="4991"/>
                </a:cubicBezTo>
                <a:cubicBezTo>
                  <a:pt x="16243" y="4991"/>
                  <a:pt x="16152" y="5022"/>
                  <a:pt x="16079" y="5071"/>
                </a:cubicBezTo>
                <a:lnTo>
                  <a:pt x="16079" y="7172"/>
                </a:lnTo>
                <a:cubicBezTo>
                  <a:pt x="16179" y="7139"/>
                  <a:pt x="16312" y="7105"/>
                  <a:pt x="16446" y="7105"/>
                </a:cubicBezTo>
                <a:lnTo>
                  <a:pt x="18781" y="7206"/>
                </a:lnTo>
                <a:cubicBezTo>
                  <a:pt x="19047" y="7206"/>
                  <a:pt x="19281" y="7039"/>
                  <a:pt x="19381" y="6772"/>
                </a:cubicBezTo>
                <a:lnTo>
                  <a:pt x="19715" y="5638"/>
                </a:lnTo>
                <a:cubicBezTo>
                  <a:pt x="19715" y="5604"/>
                  <a:pt x="19715" y="5538"/>
                  <a:pt x="19715" y="5504"/>
                </a:cubicBezTo>
                <a:lnTo>
                  <a:pt x="19747" y="3432"/>
                </a:lnTo>
                <a:close/>
                <a:moveTo>
                  <a:pt x="2469" y="6739"/>
                </a:moveTo>
                <a:lnTo>
                  <a:pt x="501" y="7372"/>
                </a:lnTo>
                <a:cubicBezTo>
                  <a:pt x="417" y="7389"/>
                  <a:pt x="334" y="7397"/>
                  <a:pt x="251" y="7397"/>
                </a:cubicBezTo>
                <a:cubicBezTo>
                  <a:pt x="167" y="7397"/>
                  <a:pt x="84" y="7389"/>
                  <a:pt x="0" y="7372"/>
                </a:cubicBezTo>
                <a:lnTo>
                  <a:pt x="0" y="9474"/>
                </a:lnTo>
                <a:cubicBezTo>
                  <a:pt x="84" y="9490"/>
                  <a:pt x="167" y="9499"/>
                  <a:pt x="251" y="9499"/>
                </a:cubicBezTo>
                <a:cubicBezTo>
                  <a:pt x="334" y="9499"/>
                  <a:pt x="417" y="9490"/>
                  <a:pt x="501" y="9474"/>
                </a:cubicBezTo>
                <a:lnTo>
                  <a:pt x="2469" y="8873"/>
                </a:lnTo>
                <a:lnTo>
                  <a:pt x="2469" y="6739"/>
                </a:lnTo>
                <a:close/>
                <a:moveTo>
                  <a:pt x="16079" y="7639"/>
                </a:moveTo>
                <a:cubicBezTo>
                  <a:pt x="16079" y="7739"/>
                  <a:pt x="16012" y="7873"/>
                  <a:pt x="15878" y="7906"/>
                </a:cubicBezTo>
                <a:lnTo>
                  <a:pt x="13810" y="8740"/>
                </a:lnTo>
                <a:cubicBezTo>
                  <a:pt x="13713" y="8779"/>
                  <a:pt x="13615" y="8795"/>
                  <a:pt x="13511" y="8795"/>
                </a:cubicBezTo>
                <a:cubicBezTo>
                  <a:pt x="13437" y="8795"/>
                  <a:pt x="13360" y="8787"/>
                  <a:pt x="13277" y="8773"/>
                </a:cubicBezTo>
                <a:lnTo>
                  <a:pt x="13277" y="10875"/>
                </a:lnTo>
                <a:cubicBezTo>
                  <a:pt x="13360" y="10889"/>
                  <a:pt x="13437" y="10897"/>
                  <a:pt x="13511" y="10897"/>
                </a:cubicBezTo>
                <a:cubicBezTo>
                  <a:pt x="13615" y="10897"/>
                  <a:pt x="13713" y="10881"/>
                  <a:pt x="13810" y="10841"/>
                </a:cubicBezTo>
                <a:lnTo>
                  <a:pt x="15878" y="10008"/>
                </a:lnTo>
                <a:cubicBezTo>
                  <a:pt x="16012" y="9974"/>
                  <a:pt x="16079" y="9874"/>
                  <a:pt x="16079" y="9741"/>
                </a:cubicBezTo>
                <a:lnTo>
                  <a:pt x="16079" y="7639"/>
                </a:lnTo>
                <a:close/>
                <a:moveTo>
                  <a:pt x="9040" y="7906"/>
                </a:moveTo>
                <a:cubicBezTo>
                  <a:pt x="8940" y="7973"/>
                  <a:pt x="8873" y="8073"/>
                  <a:pt x="8807" y="8173"/>
                </a:cubicBezTo>
                <a:lnTo>
                  <a:pt x="8306" y="9140"/>
                </a:lnTo>
                <a:cubicBezTo>
                  <a:pt x="8206" y="9307"/>
                  <a:pt x="8073" y="9407"/>
                  <a:pt x="7939" y="9474"/>
                </a:cubicBezTo>
                <a:lnTo>
                  <a:pt x="7939" y="11575"/>
                </a:lnTo>
                <a:cubicBezTo>
                  <a:pt x="8073" y="11509"/>
                  <a:pt x="8240" y="11409"/>
                  <a:pt x="8306" y="11275"/>
                </a:cubicBezTo>
                <a:lnTo>
                  <a:pt x="8807" y="10274"/>
                </a:lnTo>
                <a:cubicBezTo>
                  <a:pt x="8873" y="10174"/>
                  <a:pt x="8940" y="10074"/>
                  <a:pt x="9040" y="10041"/>
                </a:cubicBezTo>
                <a:lnTo>
                  <a:pt x="9040" y="7906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41">
            <a:extLst>
              <a:ext uri="{FF2B5EF4-FFF2-40B4-BE49-F238E27FC236}">
                <a16:creationId xmlns:a16="http://schemas.microsoft.com/office/drawing/2014/main" id="{4A1B0D5F-C049-5260-A027-E68CE4B072E7}"/>
              </a:ext>
            </a:extLst>
          </p:cNvPr>
          <p:cNvSpPr/>
          <p:nvPr/>
        </p:nvSpPr>
        <p:spPr>
          <a:xfrm>
            <a:off x="2233511" y="4012090"/>
            <a:ext cx="304750" cy="178640"/>
          </a:xfrm>
          <a:custGeom>
            <a:avLst/>
            <a:gdLst/>
            <a:ahLst/>
            <a:cxnLst/>
            <a:rect l="l" t="t" r="r" b="b"/>
            <a:pathLst>
              <a:path w="19748" h="11576" extrusionOk="0">
                <a:moveTo>
                  <a:pt x="18480" y="0"/>
                </a:moveTo>
                <a:cubicBezTo>
                  <a:pt x="18480" y="67"/>
                  <a:pt x="18447" y="134"/>
                  <a:pt x="18414" y="167"/>
                </a:cubicBezTo>
                <a:cubicBezTo>
                  <a:pt x="18380" y="200"/>
                  <a:pt x="18347" y="234"/>
                  <a:pt x="18314" y="234"/>
                </a:cubicBezTo>
                <a:lnTo>
                  <a:pt x="16646" y="1068"/>
                </a:lnTo>
                <a:cubicBezTo>
                  <a:pt x="16612" y="1101"/>
                  <a:pt x="16579" y="1101"/>
                  <a:pt x="16546" y="1134"/>
                </a:cubicBezTo>
                <a:cubicBezTo>
                  <a:pt x="16512" y="1201"/>
                  <a:pt x="16479" y="1268"/>
                  <a:pt x="16446" y="1335"/>
                </a:cubicBezTo>
                <a:cubicBezTo>
                  <a:pt x="16412" y="1368"/>
                  <a:pt x="16412" y="1435"/>
                  <a:pt x="16412" y="1468"/>
                </a:cubicBezTo>
                <a:cubicBezTo>
                  <a:pt x="16412" y="1501"/>
                  <a:pt x="16412" y="1535"/>
                  <a:pt x="16412" y="1568"/>
                </a:cubicBezTo>
                <a:cubicBezTo>
                  <a:pt x="16446" y="1601"/>
                  <a:pt x="16446" y="1635"/>
                  <a:pt x="16446" y="1668"/>
                </a:cubicBezTo>
                <a:cubicBezTo>
                  <a:pt x="16546" y="1835"/>
                  <a:pt x="16579" y="1968"/>
                  <a:pt x="16612" y="2135"/>
                </a:cubicBezTo>
                <a:cubicBezTo>
                  <a:pt x="16712" y="2369"/>
                  <a:pt x="16913" y="2569"/>
                  <a:pt x="17179" y="2636"/>
                </a:cubicBezTo>
                <a:lnTo>
                  <a:pt x="17580" y="2702"/>
                </a:lnTo>
                <a:lnTo>
                  <a:pt x="18314" y="2369"/>
                </a:lnTo>
                <a:cubicBezTo>
                  <a:pt x="18414" y="2302"/>
                  <a:pt x="18480" y="2202"/>
                  <a:pt x="18480" y="2102"/>
                </a:cubicBezTo>
                <a:lnTo>
                  <a:pt x="18480" y="0"/>
                </a:lnTo>
                <a:close/>
                <a:moveTo>
                  <a:pt x="19748" y="3403"/>
                </a:moveTo>
                <a:lnTo>
                  <a:pt x="19747" y="3432"/>
                </a:lnTo>
                <a:lnTo>
                  <a:pt x="19747" y="3432"/>
                </a:lnTo>
                <a:cubicBezTo>
                  <a:pt x="19748" y="3421"/>
                  <a:pt x="19748" y="3411"/>
                  <a:pt x="19748" y="3403"/>
                </a:cubicBezTo>
                <a:close/>
                <a:moveTo>
                  <a:pt x="19747" y="3432"/>
                </a:moveTo>
                <a:cubicBezTo>
                  <a:pt x="19746" y="3466"/>
                  <a:pt x="19740" y="3511"/>
                  <a:pt x="19715" y="3536"/>
                </a:cubicBezTo>
                <a:lnTo>
                  <a:pt x="19381" y="4670"/>
                </a:lnTo>
                <a:cubicBezTo>
                  <a:pt x="19281" y="4904"/>
                  <a:pt x="19047" y="5071"/>
                  <a:pt x="18781" y="5071"/>
                </a:cubicBezTo>
                <a:lnTo>
                  <a:pt x="16446" y="5004"/>
                </a:lnTo>
                <a:cubicBezTo>
                  <a:pt x="16410" y="4995"/>
                  <a:pt x="16374" y="4991"/>
                  <a:pt x="16339" y="4991"/>
                </a:cubicBezTo>
                <a:cubicBezTo>
                  <a:pt x="16243" y="4991"/>
                  <a:pt x="16152" y="5022"/>
                  <a:pt x="16079" y="5071"/>
                </a:cubicBezTo>
                <a:lnTo>
                  <a:pt x="16079" y="7172"/>
                </a:lnTo>
                <a:cubicBezTo>
                  <a:pt x="16179" y="7139"/>
                  <a:pt x="16312" y="7105"/>
                  <a:pt x="16446" y="7105"/>
                </a:cubicBezTo>
                <a:lnTo>
                  <a:pt x="18781" y="7206"/>
                </a:lnTo>
                <a:cubicBezTo>
                  <a:pt x="19047" y="7206"/>
                  <a:pt x="19281" y="7039"/>
                  <a:pt x="19381" y="6772"/>
                </a:cubicBezTo>
                <a:lnTo>
                  <a:pt x="19715" y="5638"/>
                </a:lnTo>
                <a:cubicBezTo>
                  <a:pt x="19715" y="5604"/>
                  <a:pt x="19715" y="5538"/>
                  <a:pt x="19715" y="5504"/>
                </a:cubicBezTo>
                <a:lnTo>
                  <a:pt x="19747" y="3432"/>
                </a:lnTo>
                <a:close/>
                <a:moveTo>
                  <a:pt x="2469" y="6739"/>
                </a:moveTo>
                <a:lnTo>
                  <a:pt x="501" y="7372"/>
                </a:lnTo>
                <a:cubicBezTo>
                  <a:pt x="417" y="7389"/>
                  <a:pt x="334" y="7397"/>
                  <a:pt x="251" y="7397"/>
                </a:cubicBezTo>
                <a:cubicBezTo>
                  <a:pt x="167" y="7397"/>
                  <a:pt x="84" y="7389"/>
                  <a:pt x="0" y="7372"/>
                </a:cubicBezTo>
                <a:lnTo>
                  <a:pt x="0" y="9474"/>
                </a:lnTo>
                <a:cubicBezTo>
                  <a:pt x="84" y="9490"/>
                  <a:pt x="167" y="9499"/>
                  <a:pt x="251" y="9499"/>
                </a:cubicBezTo>
                <a:cubicBezTo>
                  <a:pt x="334" y="9499"/>
                  <a:pt x="417" y="9490"/>
                  <a:pt x="501" y="9474"/>
                </a:cubicBezTo>
                <a:lnTo>
                  <a:pt x="2469" y="8873"/>
                </a:lnTo>
                <a:lnTo>
                  <a:pt x="2469" y="6739"/>
                </a:lnTo>
                <a:close/>
                <a:moveTo>
                  <a:pt x="16079" y="7639"/>
                </a:moveTo>
                <a:cubicBezTo>
                  <a:pt x="16079" y="7739"/>
                  <a:pt x="16012" y="7873"/>
                  <a:pt x="15878" y="7906"/>
                </a:cubicBezTo>
                <a:lnTo>
                  <a:pt x="13810" y="8740"/>
                </a:lnTo>
                <a:cubicBezTo>
                  <a:pt x="13713" y="8779"/>
                  <a:pt x="13615" y="8795"/>
                  <a:pt x="13511" y="8795"/>
                </a:cubicBezTo>
                <a:cubicBezTo>
                  <a:pt x="13437" y="8795"/>
                  <a:pt x="13360" y="8787"/>
                  <a:pt x="13277" y="8773"/>
                </a:cubicBezTo>
                <a:lnTo>
                  <a:pt x="13277" y="10875"/>
                </a:lnTo>
                <a:cubicBezTo>
                  <a:pt x="13360" y="10889"/>
                  <a:pt x="13437" y="10897"/>
                  <a:pt x="13511" y="10897"/>
                </a:cubicBezTo>
                <a:cubicBezTo>
                  <a:pt x="13615" y="10897"/>
                  <a:pt x="13713" y="10881"/>
                  <a:pt x="13810" y="10841"/>
                </a:cubicBezTo>
                <a:lnTo>
                  <a:pt x="15878" y="10008"/>
                </a:lnTo>
                <a:cubicBezTo>
                  <a:pt x="16012" y="9974"/>
                  <a:pt x="16079" y="9874"/>
                  <a:pt x="16079" y="9741"/>
                </a:cubicBezTo>
                <a:lnTo>
                  <a:pt x="16079" y="7639"/>
                </a:lnTo>
                <a:close/>
                <a:moveTo>
                  <a:pt x="9040" y="7906"/>
                </a:moveTo>
                <a:cubicBezTo>
                  <a:pt x="8940" y="7973"/>
                  <a:pt x="8873" y="8073"/>
                  <a:pt x="8807" y="8173"/>
                </a:cubicBezTo>
                <a:lnTo>
                  <a:pt x="8306" y="9140"/>
                </a:lnTo>
                <a:cubicBezTo>
                  <a:pt x="8206" y="9307"/>
                  <a:pt x="8073" y="9407"/>
                  <a:pt x="7939" y="9474"/>
                </a:cubicBezTo>
                <a:lnTo>
                  <a:pt x="7939" y="11575"/>
                </a:lnTo>
                <a:cubicBezTo>
                  <a:pt x="8073" y="11509"/>
                  <a:pt x="8240" y="11409"/>
                  <a:pt x="8306" y="11275"/>
                </a:cubicBezTo>
                <a:lnTo>
                  <a:pt x="8807" y="10274"/>
                </a:lnTo>
                <a:cubicBezTo>
                  <a:pt x="8873" y="10174"/>
                  <a:pt x="8940" y="10074"/>
                  <a:pt x="9040" y="10041"/>
                </a:cubicBezTo>
                <a:lnTo>
                  <a:pt x="9040" y="7906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41">
            <a:extLst>
              <a:ext uri="{FF2B5EF4-FFF2-40B4-BE49-F238E27FC236}">
                <a16:creationId xmlns:a16="http://schemas.microsoft.com/office/drawing/2014/main" id="{FD807975-61D9-2B7E-0CEC-76EC112155BB}"/>
              </a:ext>
            </a:extLst>
          </p:cNvPr>
          <p:cNvSpPr/>
          <p:nvPr/>
        </p:nvSpPr>
        <p:spPr>
          <a:xfrm>
            <a:off x="2186150" y="3955979"/>
            <a:ext cx="353144" cy="203347"/>
          </a:xfrm>
          <a:custGeom>
            <a:avLst/>
            <a:gdLst/>
            <a:ahLst/>
            <a:cxnLst/>
            <a:rect l="l" t="t" r="r" b="b"/>
            <a:pathLst>
              <a:path w="22884" h="13177" extrusionOk="0">
                <a:moveTo>
                  <a:pt x="11454" y="3728"/>
                </a:moveTo>
                <a:cubicBezTo>
                  <a:pt x="13012" y="3728"/>
                  <a:pt x="14531" y="4155"/>
                  <a:pt x="15478" y="4937"/>
                </a:cubicBezTo>
                <a:cubicBezTo>
                  <a:pt x="17013" y="6238"/>
                  <a:pt x="16479" y="8006"/>
                  <a:pt x="14244" y="8907"/>
                </a:cubicBezTo>
                <a:cubicBezTo>
                  <a:pt x="13378" y="9238"/>
                  <a:pt x="12400" y="9399"/>
                  <a:pt x="11436" y="9399"/>
                </a:cubicBezTo>
                <a:cubicBezTo>
                  <a:pt x="9877" y="9399"/>
                  <a:pt x="8354" y="8977"/>
                  <a:pt x="7406" y="8173"/>
                </a:cubicBezTo>
                <a:cubicBezTo>
                  <a:pt x="5871" y="6905"/>
                  <a:pt x="6405" y="5137"/>
                  <a:pt x="8640" y="4237"/>
                </a:cubicBezTo>
                <a:cubicBezTo>
                  <a:pt x="9508" y="3892"/>
                  <a:pt x="10489" y="3728"/>
                  <a:pt x="11454" y="3728"/>
                </a:cubicBezTo>
                <a:close/>
                <a:moveTo>
                  <a:pt x="12176" y="0"/>
                </a:moveTo>
                <a:cubicBezTo>
                  <a:pt x="11909" y="0"/>
                  <a:pt x="11642" y="134"/>
                  <a:pt x="11509" y="367"/>
                </a:cubicBezTo>
                <a:lnTo>
                  <a:pt x="11008" y="1368"/>
                </a:lnTo>
                <a:cubicBezTo>
                  <a:pt x="10875" y="1602"/>
                  <a:pt x="10608" y="1735"/>
                  <a:pt x="10341" y="1768"/>
                </a:cubicBezTo>
                <a:cubicBezTo>
                  <a:pt x="9908" y="1802"/>
                  <a:pt x="9474" y="1868"/>
                  <a:pt x="9007" y="1935"/>
                </a:cubicBezTo>
                <a:cubicBezTo>
                  <a:pt x="8947" y="1943"/>
                  <a:pt x="8885" y="1947"/>
                  <a:pt x="8823" y="1947"/>
                </a:cubicBezTo>
                <a:cubicBezTo>
                  <a:pt x="8607" y="1947"/>
                  <a:pt x="8380" y="1898"/>
                  <a:pt x="8173" y="1768"/>
                </a:cubicBezTo>
                <a:lnTo>
                  <a:pt x="6805" y="868"/>
                </a:lnTo>
                <a:cubicBezTo>
                  <a:pt x="6660" y="763"/>
                  <a:pt x="6488" y="711"/>
                  <a:pt x="6314" y="711"/>
                </a:cubicBezTo>
                <a:cubicBezTo>
                  <a:pt x="6210" y="711"/>
                  <a:pt x="6105" y="730"/>
                  <a:pt x="6005" y="768"/>
                </a:cubicBezTo>
                <a:lnTo>
                  <a:pt x="3937" y="1602"/>
                </a:lnTo>
                <a:cubicBezTo>
                  <a:pt x="3737" y="1668"/>
                  <a:pt x="3670" y="1968"/>
                  <a:pt x="3837" y="2102"/>
                </a:cubicBezTo>
                <a:lnTo>
                  <a:pt x="4771" y="3103"/>
                </a:lnTo>
                <a:cubicBezTo>
                  <a:pt x="4937" y="3269"/>
                  <a:pt x="4904" y="3536"/>
                  <a:pt x="4704" y="3703"/>
                </a:cubicBezTo>
                <a:cubicBezTo>
                  <a:pt x="4504" y="3836"/>
                  <a:pt x="4337" y="4037"/>
                  <a:pt x="4137" y="4203"/>
                </a:cubicBezTo>
                <a:cubicBezTo>
                  <a:pt x="3937" y="4404"/>
                  <a:pt x="3670" y="4504"/>
                  <a:pt x="3403" y="4537"/>
                </a:cubicBezTo>
                <a:lnTo>
                  <a:pt x="1035" y="4437"/>
                </a:lnTo>
                <a:cubicBezTo>
                  <a:pt x="768" y="4437"/>
                  <a:pt x="534" y="4604"/>
                  <a:pt x="468" y="4837"/>
                </a:cubicBezTo>
                <a:lnTo>
                  <a:pt x="101" y="5971"/>
                </a:lnTo>
                <a:cubicBezTo>
                  <a:pt x="1" y="6205"/>
                  <a:pt x="167" y="6472"/>
                  <a:pt x="401" y="6505"/>
                </a:cubicBezTo>
                <a:lnTo>
                  <a:pt x="2636" y="6872"/>
                </a:lnTo>
                <a:cubicBezTo>
                  <a:pt x="2903" y="6939"/>
                  <a:pt x="3103" y="7139"/>
                  <a:pt x="3203" y="7406"/>
                </a:cubicBezTo>
                <a:cubicBezTo>
                  <a:pt x="3236" y="7539"/>
                  <a:pt x="3303" y="7706"/>
                  <a:pt x="3370" y="7839"/>
                </a:cubicBezTo>
                <a:cubicBezTo>
                  <a:pt x="3470" y="8073"/>
                  <a:pt x="3370" y="8340"/>
                  <a:pt x="3170" y="8440"/>
                </a:cubicBezTo>
                <a:lnTo>
                  <a:pt x="1535" y="9274"/>
                </a:lnTo>
                <a:cubicBezTo>
                  <a:pt x="1302" y="9340"/>
                  <a:pt x="1268" y="9641"/>
                  <a:pt x="1468" y="9774"/>
                </a:cubicBezTo>
                <a:lnTo>
                  <a:pt x="2769" y="10875"/>
                </a:lnTo>
                <a:cubicBezTo>
                  <a:pt x="2929" y="10989"/>
                  <a:pt x="3104" y="11041"/>
                  <a:pt x="3295" y="11041"/>
                </a:cubicBezTo>
                <a:cubicBezTo>
                  <a:pt x="3383" y="11041"/>
                  <a:pt x="3475" y="11029"/>
                  <a:pt x="3570" y="11008"/>
                </a:cubicBezTo>
                <a:lnTo>
                  <a:pt x="5571" y="10408"/>
                </a:lnTo>
                <a:cubicBezTo>
                  <a:pt x="5691" y="10378"/>
                  <a:pt x="5818" y="10361"/>
                  <a:pt x="5945" y="10361"/>
                </a:cubicBezTo>
                <a:cubicBezTo>
                  <a:pt x="6101" y="10361"/>
                  <a:pt x="6258" y="10386"/>
                  <a:pt x="6405" y="10441"/>
                </a:cubicBezTo>
                <a:cubicBezTo>
                  <a:pt x="6739" y="10608"/>
                  <a:pt x="7106" y="10741"/>
                  <a:pt x="7473" y="10842"/>
                </a:cubicBezTo>
                <a:cubicBezTo>
                  <a:pt x="7706" y="10908"/>
                  <a:pt x="7873" y="11175"/>
                  <a:pt x="7840" y="11409"/>
                </a:cubicBezTo>
                <a:lnTo>
                  <a:pt x="7739" y="12409"/>
                </a:lnTo>
                <a:cubicBezTo>
                  <a:pt x="7706" y="12643"/>
                  <a:pt x="7873" y="12876"/>
                  <a:pt x="8140" y="12910"/>
                </a:cubicBezTo>
                <a:lnTo>
                  <a:pt x="10708" y="13177"/>
                </a:lnTo>
                <a:cubicBezTo>
                  <a:pt x="10975" y="13177"/>
                  <a:pt x="11242" y="13043"/>
                  <a:pt x="11375" y="12810"/>
                </a:cubicBezTo>
                <a:lnTo>
                  <a:pt x="11876" y="11809"/>
                </a:lnTo>
                <a:cubicBezTo>
                  <a:pt x="12009" y="11575"/>
                  <a:pt x="12276" y="11442"/>
                  <a:pt x="12543" y="11409"/>
                </a:cubicBezTo>
                <a:cubicBezTo>
                  <a:pt x="12977" y="11375"/>
                  <a:pt x="13444" y="11309"/>
                  <a:pt x="13877" y="11242"/>
                </a:cubicBezTo>
                <a:cubicBezTo>
                  <a:pt x="13945" y="11234"/>
                  <a:pt x="14010" y="11230"/>
                  <a:pt x="14075" y="11230"/>
                </a:cubicBezTo>
                <a:cubicBezTo>
                  <a:pt x="14297" y="11230"/>
                  <a:pt x="14504" y="11279"/>
                  <a:pt x="14711" y="11409"/>
                </a:cubicBezTo>
                <a:lnTo>
                  <a:pt x="16079" y="12309"/>
                </a:lnTo>
                <a:cubicBezTo>
                  <a:pt x="16257" y="12398"/>
                  <a:pt x="16435" y="12443"/>
                  <a:pt x="16612" y="12443"/>
                </a:cubicBezTo>
                <a:cubicBezTo>
                  <a:pt x="16701" y="12443"/>
                  <a:pt x="16790" y="12432"/>
                  <a:pt x="16879" y="12409"/>
                </a:cubicBezTo>
                <a:lnTo>
                  <a:pt x="18947" y="11575"/>
                </a:lnTo>
                <a:cubicBezTo>
                  <a:pt x="19181" y="11509"/>
                  <a:pt x="19248" y="11208"/>
                  <a:pt x="19048" y="11042"/>
                </a:cubicBezTo>
                <a:lnTo>
                  <a:pt x="18114" y="10074"/>
                </a:lnTo>
                <a:cubicBezTo>
                  <a:pt x="17980" y="9874"/>
                  <a:pt x="17980" y="9607"/>
                  <a:pt x="18180" y="9474"/>
                </a:cubicBezTo>
                <a:cubicBezTo>
                  <a:pt x="18380" y="9307"/>
                  <a:pt x="18581" y="9140"/>
                  <a:pt x="18747" y="8974"/>
                </a:cubicBezTo>
                <a:cubicBezTo>
                  <a:pt x="18947" y="8773"/>
                  <a:pt x="19214" y="8640"/>
                  <a:pt x="19515" y="8640"/>
                </a:cubicBezTo>
                <a:lnTo>
                  <a:pt x="21850" y="8740"/>
                </a:lnTo>
                <a:cubicBezTo>
                  <a:pt x="22116" y="8740"/>
                  <a:pt x="22350" y="8573"/>
                  <a:pt x="22450" y="8340"/>
                </a:cubicBezTo>
                <a:lnTo>
                  <a:pt x="22784" y="7172"/>
                </a:lnTo>
                <a:cubicBezTo>
                  <a:pt x="22884" y="6972"/>
                  <a:pt x="22717" y="6705"/>
                  <a:pt x="22483" y="6672"/>
                </a:cubicBezTo>
                <a:lnTo>
                  <a:pt x="20248" y="6305"/>
                </a:lnTo>
                <a:cubicBezTo>
                  <a:pt x="19982" y="6238"/>
                  <a:pt x="19781" y="6038"/>
                  <a:pt x="19715" y="5771"/>
                </a:cubicBezTo>
                <a:cubicBezTo>
                  <a:pt x="19648" y="5604"/>
                  <a:pt x="19615" y="5471"/>
                  <a:pt x="19548" y="5338"/>
                </a:cubicBezTo>
                <a:cubicBezTo>
                  <a:pt x="19414" y="5104"/>
                  <a:pt x="19515" y="4837"/>
                  <a:pt x="19715" y="4704"/>
                </a:cubicBezTo>
                <a:lnTo>
                  <a:pt x="21383" y="3870"/>
                </a:lnTo>
                <a:cubicBezTo>
                  <a:pt x="21583" y="3803"/>
                  <a:pt x="21616" y="3503"/>
                  <a:pt x="21416" y="3403"/>
                </a:cubicBezTo>
                <a:lnTo>
                  <a:pt x="20115" y="2302"/>
                </a:lnTo>
                <a:cubicBezTo>
                  <a:pt x="19942" y="2178"/>
                  <a:pt x="19750" y="2110"/>
                  <a:pt x="19554" y="2110"/>
                </a:cubicBezTo>
                <a:cubicBezTo>
                  <a:pt x="19486" y="2110"/>
                  <a:pt x="19417" y="2118"/>
                  <a:pt x="19348" y="2135"/>
                </a:cubicBezTo>
                <a:lnTo>
                  <a:pt x="17346" y="2769"/>
                </a:lnTo>
                <a:cubicBezTo>
                  <a:pt x="17240" y="2793"/>
                  <a:pt x="17138" y="2804"/>
                  <a:pt x="17038" y="2804"/>
                </a:cubicBezTo>
                <a:cubicBezTo>
                  <a:pt x="16857" y="2804"/>
                  <a:pt x="16685" y="2767"/>
                  <a:pt x="16512" y="2702"/>
                </a:cubicBezTo>
                <a:cubicBezTo>
                  <a:pt x="16145" y="2536"/>
                  <a:pt x="15779" y="2402"/>
                  <a:pt x="15445" y="2269"/>
                </a:cubicBezTo>
                <a:cubicBezTo>
                  <a:pt x="15178" y="2202"/>
                  <a:pt x="15011" y="1968"/>
                  <a:pt x="15045" y="1702"/>
                </a:cubicBezTo>
                <a:lnTo>
                  <a:pt x="15145" y="734"/>
                </a:lnTo>
                <a:cubicBezTo>
                  <a:pt x="15178" y="467"/>
                  <a:pt x="15011" y="267"/>
                  <a:pt x="14778" y="234"/>
                </a:cubicBezTo>
                <a:lnTo>
                  <a:pt x="121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41">
            <a:extLst>
              <a:ext uri="{FF2B5EF4-FFF2-40B4-BE49-F238E27FC236}">
                <a16:creationId xmlns:a16="http://schemas.microsoft.com/office/drawing/2014/main" id="{841FA29D-0615-DB71-F750-B600CF612750}"/>
              </a:ext>
            </a:extLst>
          </p:cNvPr>
          <p:cNvSpPr/>
          <p:nvPr/>
        </p:nvSpPr>
        <p:spPr>
          <a:xfrm>
            <a:off x="1254432" y="1539586"/>
            <a:ext cx="230105" cy="323438"/>
          </a:xfrm>
          <a:custGeom>
            <a:avLst/>
            <a:gdLst/>
            <a:ahLst/>
            <a:cxnLst/>
            <a:rect l="l" t="t" r="r" b="b"/>
            <a:pathLst>
              <a:path w="14911" h="20959" extrusionOk="0">
                <a:moveTo>
                  <a:pt x="9164" y="5970"/>
                </a:moveTo>
                <a:cubicBezTo>
                  <a:pt x="9783" y="5970"/>
                  <a:pt x="10281" y="6298"/>
                  <a:pt x="10541" y="6977"/>
                </a:cubicBezTo>
                <a:cubicBezTo>
                  <a:pt x="11141" y="8545"/>
                  <a:pt x="10241" y="11380"/>
                  <a:pt x="8540" y="13315"/>
                </a:cubicBezTo>
                <a:cubicBezTo>
                  <a:pt x="7580" y="14407"/>
                  <a:pt x="6567" y="14967"/>
                  <a:pt x="5759" y="14967"/>
                </a:cubicBezTo>
                <a:cubicBezTo>
                  <a:pt x="5134" y="14967"/>
                  <a:pt x="4632" y="14632"/>
                  <a:pt x="4370" y="13949"/>
                </a:cubicBezTo>
                <a:cubicBezTo>
                  <a:pt x="3770" y="12381"/>
                  <a:pt x="4670" y="9546"/>
                  <a:pt x="6371" y="7611"/>
                </a:cubicBezTo>
                <a:cubicBezTo>
                  <a:pt x="7336" y="6533"/>
                  <a:pt x="8354" y="5970"/>
                  <a:pt x="9164" y="5970"/>
                </a:cubicBezTo>
                <a:close/>
                <a:moveTo>
                  <a:pt x="11386" y="1"/>
                </a:moveTo>
                <a:cubicBezTo>
                  <a:pt x="11361" y="1"/>
                  <a:pt x="11335" y="2"/>
                  <a:pt x="11308" y="6"/>
                </a:cubicBezTo>
                <a:lnTo>
                  <a:pt x="10107" y="206"/>
                </a:lnTo>
                <a:cubicBezTo>
                  <a:pt x="9841" y="239"/>
                  <a:pt x="9607" y="439"/>
                  <a:pt x="9474" y="673"/>
                </a:cubicBezTo>
                <a:lnTo>
                  <a:pt x="8640" y="2841"/>
                </a:lnTo>
                <a:cubicBezTo>
                  <a:pt x="8506" y="3108"/>
                  <a:pt x="8306" y="3341"/>
                  <a:pt x="8073" y="3508"/>
                </a:cubicBezTo>
                <a:cubicBezTo>
                  <a:pt x="7839" y="3642"/>
                  <a:pt x="7606" y="3775"/>
                  <a:pt x="7372" y="3942"/>
                </a:cubicBezTo>
                <a:cubicBezTo>
                  <a:pt x="7255" y="4025"/>
                  <a:pt x="7130" y="4067"/>
                  <a:pt x="7022" y="4067"/>
                </a:cubicBezTo>
                <a:cubicBezTo>
                  <a:pt x="6913" y="4067"/>
                  <a:pt x="6822" y="4025"/>
                  <a:pt x="6772" y="3942"/>
                </a:cubicBezTo>
                <a:lnTo>
                  <a:pt x="6238" y="2974"/>
                </a:lnTo>
                <a:cubicBezTo>
                  <a:pt x="6177" y="2883"/>
                  <a:pt x="6102" y="2840"/>
                  <a:pt x="6019" y="2840"/>
                </a:cubicBezTo>
                <a:cubicBezTo>
                  <a:pt x="5921" y="2840"/>
                  <a:pt x="5813" y="2899"/>
                  <a:pt x="5704" y="3008"/>
                </a:cubicBezTo>
                <a:lnTo>
                  <a:pt x="4136" y="4776"/>
                </a:lnTo>
                <a:cubicBezTo>
                  <a:pt x="3970" y="4976"/>
                  <a:pt x="3870" y="5243"/>
                  <a:pt x="3903" y="5543"/>
                </a:cubicBezTo>
                <a:lnTo>
                  <a:pt x="4237" y="6911"/>
                </a:lnTo>
                <a:cubicBezTo>
                  <a:pt x="4270" y="7177"/>
                  <a:pt x="4203" y="7444"/>
                  <a:pt x="4070" y="7678"/>
                </a:cubicBezTo>
                <a:cubicBezTo>
                  <a:pt x="3803" y="8078"/>
                  <a:pt x="3603" y="8478"/>
                  <a:pt x="3369" y="8879"/>
                </a:cubicBezTo>
                <a:cubicBezTo>
                  <a:pt x="3236" y="9146"/>
                  <a:pt x="3002" y="9346"/>
                  <a:pt x="2735" y="9446"/>
                </a:cubicBezTo>
                <a:lnTo>
                  <a:pt x="1601" y="9779"/>
                </a:lnTo>
                <a:cubicBezTo>
                  <a:pt x="1334" y="9879"/>
                  <a:pt x="1101" y="10080"/>
                  <a:pt x="1001" y="10346"/>
                </a:cubicBezTo>
                <a:lnTo>
                  <a:pt x="267" y="12748"/>
                </a:lnTo>
                <a:cubicBezTo>
                  <a:pt x="173" y="12935"/>
                  <a:pt x="313" y="13152"/>
                  <a:pt x="523" y="13152"/>
                </a:cubicBezTo>
                <a:cubicBezTo>
                  <a:pt x="537" y="13152"/>
                  <a:pt x="552" y="13151"/>
                  <a:pt x="567" y="13148"/>
                </a:cubicBezTo>
                <a:lnTo>
                  <a:pt x="1535" y="13148"/>
                </a:lnTo>
                <a:cubicBezTo>
                  <a:pt x="1552" y="13146"/>
                  <a:pt x="1569" y="13145"/>
                  <a:pt x="1585" y="13145"/>
                </a:cubicBezTo>
                <a:cubicBezTo>
                  <a:pt x="1796" y="13145"/>
                  <a:pt x="1966" y="13335"/>
                  <a:pt x="1935" y="13582"/>
                </a:cubicBezTo>
                <a:cubicBezTo>
                  <a:pt x="1902" y="13916"/>
                  <a:pt x="1902" y="14249"/>
                  <a:pt x="1902" y="14583"/>
                </a:cubicBezTo>
                <a:cubicBezTo>
                  <a:pt x="1902" y="14883"/>
                  <a:pt x="1801" y="15150"/>
                  <a:pt x="1635" y="15383"/>
                </a:cubicBezTo>
                <a:lnTo>
                  <a:pt x="234" y="17151"/>
                </a:lnTo>
                <a:cubicBezTo>
                  <a:pt x="67" y="17351"/>
                  <a:pt x="0" y="17618"/>
                  <a:pt x="67" y="17885"/>
                </a:cubicBezTo>
                <a:lnTo>
                  <a:pt x="601" y="19219"/>
                </a:lnTo>
                <a:cubicBezTo>
                  <a:pt x="634" y="19319"/>
                  <a:pt x="701" y="19370"/>
                  <a:pt x="784" y="19370"/>
                </a:cubicBezTo>
                <a:cubicBezTo>
                  <a:pt x="867" y="19370"/>
                  <a:pt x="968" y="19319"/>
                  <a:pt x="1068" y="19219"/>
                </a:cubicBezTo>
                <a:lnTo>
                  <a:pt x="2502" y="17818"/>
                </a:lnTo>
                <a:cubicBezTo>
                  <a:pt x="2599" y="17721"/>
                  <a:pt x="2730" y="17669"/>
                  <a:pt x="2862" y="17669"/>
                </a:cubicBezTo>
                <a:cubicBezTo>
                  <a:pt x="2957" y="17669"/>
                  <a:pt x="3052" y="17696"/>
                  <a:pt x="3136" y="17752"/>
                </a:cubicBezTo>
                <a:cubicBezTo>
                  <a:pt x="3236" y="17818"/>
                  <a:pt x="3369" y="17885"/>
                  <a:pt x="3469" y="17952"/>
                </a:cubicBezTo>
                <a:cubicBezTo>
                  <a:pt x="3703" y="18052"/>
                  <a:pt x="3803" y="18285"/>
                  <a:pt x="3770" y="18519"/>
                </a:cubicBezTo>
                <a:lnTo>
                  <a:pt x="3236" y="20587"/>
                </a:lnTo>
                <a:cubicBezTo>
                  <a:pt x="3205" y="20801"/>
                  <a:pt x="3314" y="20958"/>
                  <a:pt x="3537" y="20958"/>
                </a:cubicBezTo>
                <a:cubicBezTo>
                  <a:pt x="3558" y="20958"/>
                  <a:pt x="3580" y="20957"/>
                  <a:pt x="3603" y="20954"/>
                </a:cubicBezTo>
                <a:lnTo>
                  <a:pt x="4804" y="20754"/>
                </a:lnTo>
                <a:cubicBezTo>
                  <a:pt x="5070" y="20687"/>
                  <a:pt x="5304" y="20487"/>
                  <a:pt x="5437" y="20253"/>
                </a:cubicBezTo>
                <a:lnTo>
                  <a:pt x="6271" y="18085"/>
                </a:lnTo>
                <a:cubicBezTo>
                  <a:pt x="6405" y="17818"/>
                  <a:pt x="6605" y="17585"/>
                  <a:pt x="6872" y="17418"/>
                </a:cubicBezTo>
                <a:cubicBezTo>
                  <a:pt x="7105" y="17285"/>
                  <a:pt x="7305" y="17118"/>
                  <a:pt x="7539" y="16984"/>
                </a:cubicBezTo>
                <a:cubicBezTo>
                  <a:pt x="7656" y="16901"/>
                  <a:pt x="7772" y="16859"/>
                  <a:pt x="7877" y="16859"/>
                </a:cubicBezTo>
                <a:cubicBezTo>
                  <a:pt x="7981" y="16859"/>
                  <a:pt x="8073" y="16901"/>
                  <a:pt x="8139" y="16984"/>
                </a:cubicBezTo>
                <a:lnTo>
                  <a:pt x="8706" y="17952"/>
                </a:lnTo>
                <a:cubicBezTo>
                  <a:pt x="8752" y="18028"/>
                  <a:pt x="8826" y="18070"/>
                  <a:pt x="8909" y="18070"/>
                </a:cubicBezTo>
                <a:cubicBezTo>
                  <a:pt x="9006" y="18070"/>
                  <a:pt x="9116" y="18012"/>
                  <a:pt x="9207" y="17885"/>
                </a:cubicBezTo>
                <a:lnTo>
                  <a:pt x="10775" y="16117"/>
                </a:lnTo>
                <a:cubicBezTo>
                  <a:pt x="10941" y="15917"/>
                  <a:pt x="11041" y="15650"/>
                  <a:pt x="11008" y="15383"/>
                </a:cubicBezTo>
                <a:lnTo>
                  <a:pt x="10674" y="13982"/>
                </a:lnTo>
                <a:cubicBezTo>
                  <a:pt x="10641" y="13715"/>
                  <a:pt x="10708" y="13449"/>
                  <a:pt x="10841" y="13215"/>
                </a:cubicBezTo>
                <a:cubicBezTo>
                  <a:pt x="11108" y="12815"/>
                  <a:pt x="11308" y="12415"/>
                  <a:pt x="11508" y="12014"/>
                </a:cubicBezTo>
                <a:cubicBezTo>
                  <a:pt x="11675" y="11747"/>
                  <a:pt x="11909" y="11547"/>
                  <a:pt x="12176" y="11447"/>
                </a:cubicBezTo>
                <a:lnTo>
                  <a:pt x="13310" y="11114"/>
                </a:lnTo>
                <a:cubicBezTo>
                  <a:pt x="13577" y="11014"/>
                  <a:pt x="13810" y="10813"/>
                  <a:pt x="13910" y="10547"/>
                </a:cubicBezTo>
                <a:lnTo>
                  <a:pt x="14644" y="8178"/>
                </a:lnTo>
                <a:cubicBezTo>
                  <a:pt x="14744" y="7945"/>
                  <a:pt x="14577" y="7745"/>
                  <a:pt x="14344" y="7745"/>
                </a:cubicBezTo>
                <a:lnTo>
                  <a:pt x="13376" y="7745"/>
                </a:lnTo>
                <a:cubicBezTo>
                  <a:pt x="13143" y="7745"/>
                  <a:pt x="12976" y="7544"/>
                  <a:pt x="13009" y="7344"/>
                </a:cubicBezTo>
                <a:cubicBezTo>
                  <a:pt x="13043" y="6977"/>
                  <a:pt x="13043" y="6644"/>
                  <a:pt x="13043" y="6310"/>
                </a:cubicBezTo>
                <a:cubicBezTo>
                  <a:pt x="13043" y="6010"/>
                  <a:pt x="13143" y="5743"/>
                  <a:pt x="13310" y="5510"/>
                </a:cubicBezTo>
                <a:lnTo>
                  <a:pt x="14677" y="3775"/>
                </a:lnTo>
                <a:cubicBezTo>
                  <a:pt x="14844" y="3542"/>
                  <a:pt x="14911" y="3275"/>
                  <a:pt x="14844" y="3041"/>
                </a:cubicBezTo>
                <a:lnTo>
                  <a:pt x="14310" y="1707"/>
                </a:lnTo>
                <a:cubicBezTo>
                  <a:pt x="14277" y="1607"/>
                  <a:pt x="14210" y="1557"/>
                  <a:pt x="14127" y="1557"/>
                </a:cubicBezTo>
                <a:cubicBezTo>
                  <a:pt x="14044" y="1557"/>
                  <a:pt x="13943" y="1607"/>
                  <a:pt x="13843" y="1707"/>
                </a:cubicBezTo>
                <a:lnTo>
                  <a:pt x="12409" y="3108"/>
                </a:lnTo>
                <a:cubicBezTo>
                  <a:pt x="12309" y="3228"/>
                  <a:pt x="12173" y="3288"/>
                  <a:pt x="12037" y="3288"/>
                </a:cubicBezTo>
                <a:cubicBezTo>
                  <a:pt x="11946" y="3288"/>
                  <a:pt x="11855" y="3261"/>
                  <a:pt x="11775" y="3208"/>
                </a:cubicBezTo>
                <a:cubicBezTo>
                  <a:pt x="11675" y="3141"/>
                  <a:pt x="11542" y="3075"/>
                  <a:pt x="11442" y="3008"/>
                </a:cubicBezTo>
                <a:cubicBezTo>
                  <a:pt x="11208" y="2908"/>
                  <a:pt x="11108" y="2674"/>
                  <a:pt x="11141" y="2441"/>
                </a:cubicBezTo>
                <a:lnTo>
                  <a:pt x="11675" y="339"/>
                </a:lnTo>
                <a:cubicBezTo>
                  <a:pt x="11705" y="130"/>
                  <a:pt x="11601" y="1"/>
                  <a:pt x="113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41">
            <a:extLst>
              <a:ext uri="{FF2B5EF4-FFF2-40B4-BE49-F238E27FC236}">
                <a16:creationId xmlns:a16="http://schemas.microsoft.com/office/drawing/2014/main" id="{992A351F-316C-5297-E8FB-D64C640D35F6}"/>
              </a:ext>
            </a:extLst>
          </p:cNvPr>
          <p:cNvSpPr/>
          <p:nvPr/>
        </p:nvSpPr>
        <p:spPr>
          <a:xfrm>
            <a:off x="884822" y="1591777"/>
            <a:ext cx="326385" cy="455983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1">
            <a:extLst>
              <a:ext uri="{FF2B5EF4-FFF2-40B4-BE49-F238E27FC236}">
                <a16:creationId xmlns:a16="http://schemas.microsoft.com/office/drawing/2014/main" id="{1BEB2DEE-A7A9-4864-2DF4-174FFDBE04F9}"/>
              </a:ext>
            </a:extLst>
          </p:cNvPr>
          <p:cNvSpPr/>
          <p:nvPr/>
        </p:nvSpPr>
        <p:spPr>
          <a:xfrm>
            <a:off x="2776591" y="3079970"/>
            <a:ext cx="123548" cy="175615"/>
          </a:xfrm>
          <a:custGeom>
            <a:avLst/>
            <a:gdLst/>
            <a:ahLst/>
            <a:cxnLst/>
            <a:rect l="l" t="t" r="r" b="b"/>
            <a:pathLst>
              <a:path w="8006" h="11380" extrusionOk="0">
                <a:moveTo>
                  <a:pt x="1935" y="1"/>
                </a:moveTo>
                <a:cubicBezTo>
                  <a:pt x="1877" y="1"/>
                  <a:pt x="1818" y="9"/>
                  <a:pt x="1768" y="26"/>
                </a:cubicBezTo>
                <a:lnTo>
                  <a:pt x="467" y="526"/>
                </a:lnTo>
                <a:cubicBezTo>
                  <a:pt x="367" y="560"/>
                  <a:pt x="267" y="626"/>
                  <a:pt x="234" y="760"/>
                </a:cubicBezTo>
                <a:cubicBezTo>
                  <a:pt x="167" y="860"/>
                  <a:pt x="167" y="960"/>
                  <a:pt x="234" y="1093"/>
                </a:cubicBezTo>
                <a:lnTo>
                  <a:pt x="734" y="2428"/>
                </a:lnTo>
                <a:cubicBezTo>
                  <a:pt x="767" y="2528"/>
                  <a:pt x="834" y="2594"/>
                  <a:pt x="934" y="2661"/>
                </a:cubicBezTo>
                <a:cubicBezTo>
                  <a:pt x="1001" y="2678"/>
                  <a:pt x="1059" y="2686"/>
                  <a:pt x="1118" y="2686"/>
                </a:cubicBezTo>
                <a:cubicBezTo>
                  <a:pt x="1176" y="2686"/>
                  <a:pt x="1234" y="2678"/>
                  <a:pt x="1301" y="2661"/>
                </a:cubicBezTo>
                <a:lnTo>
                  <a:pt x="2602" y="2161"/>
                </a:lnTo>
                <a:cubicBezTo>
                  <a:pt x="2702" y="2127"/>
                  <a:pt x="2769" y="2027"/>
                  <a:pt x="2836" y="1927"/>
                </a:cubicBezTo>
                <a:cubicBezTo>
                  <a:pt x="2869" y="1827"/>
                  <a:pt x="2869" y="1694"/>
                  <a:pt x="2836" y="1594"/>
                </a:cubicBezTo>
                <a:lnTo>
                  <a:pt x="2335" y="259"/>
                </a:lnTo>
                <a:cubicBezTo>
                  <a:pt x="2302" y="159"/>
                  <a:pt x="2202" y="59"/>
                  <a:pt x="2102" y="26"/>
                </a:cubicBezTo>
                <a:cubicBezTo>
                  <a:pt x="2052" y="9"/>
                  <a:pt x="1993" y="1"/>
                  <a:pt x="1935" y="1"/>
                </a:cubicBezTo>
                <a:close/>
                <a:moveTo>
                  <a:pt x="3036" y="3078"/>
                </a:moveTo>
                <a:cubicBezTo>
                  <a:pt x="2977" y="3078"/>
                  <a:pt x="2919" y="3095"/>
                  <a:pt x="2869" y="3128"/>
                </a:cubicBezTo>
                <a:lnTo>
                  <a:pt x="1701" y="3528"/>
                </a:lnTo>
                <a:cubicBezTo>
                  <a:pt x="1601" y="3562"/>
                  <a:pt x="1535" y="3662"/>
                  <a:pt x="1501" y="3762"/>
                </a:cubicBezTo>
                <a:cubicBezTo>
                  <a:pt x="1435" y="3862"/>
                  <a:pt x="1435" y="3995"/>
                  <a:pt x="1468" y="4095"/>
                </a:cubicBezTo>
                <a:cubicBezTo>
                  <a:pt x="1501" y="4329"/>
                  <a:pt x="1501" y="4596"/>
                  <a:pt x="1401" y="4829"/>
                </a:cubicBezTo>
                <a:cubicBezTo>
                  <a:pt x="1335" y="5096"/>
                  <a:pt x="1201" y="5330"/>
                  <a:pt x="1068" y="5596"/>
                </a:cubicBezTo>
                <a:cubicBezTo>
                  <a:pt x="934" y="5830"/>
                  <a:pt x="801" y="6097"/>
                  <a:pt x="634" y="6397"/>
                </a:cubicBezTo>
                <a:cubicBezTo>
                  <a:pt x="467" y="6664"/>
                  <a:pt x="334" y="6964"/>
                  <a:pt x="200" y="7298"/>
                </a:cubicBezTo>
                <a:cubicBezTo>
                  <a:pt x="100" y="7598"/>
                  <a:pt x="34" y="7931"/>
                  <a:pt x="34" y="8265"/>
                </a:cubicBezTo>
                <a:cubicBezTo>
                  <a:pt x="0" y="8665"/>
                  <a:pt x="100" y="9032"/>
                  <a:pt x="234" y="9399"/>
                </a:cubicBezTo>
                <a:cubicBezTo>
                  <a:pt x="401" y="9866"/>
                  <a:pt x="667" y="10266"/>
                  <a:pt x="1034" y="10600"/>
                </a:cubicBezTo>
                <a:cubicBezTo>
                  <a:pt x="1401" y="10900"/>
                  <a:pt x="1802" y="11100"/>
                  <a:pt x="2235" y="11234"/>
                </a:cubicBezTo>
                <a:cubicBezTo>
                  <a:pt x="2592" y="11336"/>
                  <a:pt x="2949" y="11379"/>
                  <a:pt x="3320" y="11379"/>
                </a:cubicBezTo>
                <a:cubicBezTo>
                  <a:pt x="3435" y="11379"/>
                  <a:pt x="3551" y="11375"/>
                  <a:pt x="3670" y="11367"/>
                </a:cubicBezTo>
                <a:cubicBezTo>
                  <a:pt x="4170" y="11334"/>
                  <a:pt x="4637" y="11234"/>
                  <a:pt x="5104" y="11034"/>
                </a:cubicBezTo>
                <a:cubicBezTo>
                  <a:pt x="5638" y="10867"/>
                  <a:pt x="6138" y="10567"/>
                  <a:pt x="6538" y="10200"/>
                </a:cubicBezTo>
                <a:cubicBezTo>
                  <a:pt x="6905" y="9833"/>
                  <a:pt x="7239" y="9433"/>
                  <a:pt x="7506" y="8999"/>
                </a:cubicBezTo>
                <a:cubicBezTo>
                  <a:pt x="7706" y="8599"/>
                  <a:pt x="7873" y="8132"/>
                  <a:pt x="7939" y="7665"/>
                </a:cubicBezTo>
                <a:cubicBezTo>
                  <a:pt x="8006" y="7264"/>
                  <a:pt x="8006" y="6864"/>
                  <a:pt x="7873" y="6464"/>
                </a:cubicBezTo>
                <a:cubicBezTo>
                  <a:pt x="7839" y="6364"/>
                  <a:pt x="7772" y="6297"/>
                  <a:pt x="7672" y="6264"/>
                </a:cubicBezTo>
                <a:cubicBezTo>
                  <a:pt x="7639" y="6247"/>
                  <a:pt x="7597" y="6239"/>
                  <a:pt x="7551" y="6239"/>
                </a:cubicBezTo>
                <a:cubicBezTo>
                  <a:pt x="7506" y="6239"/>
                  <a:pt x="7456" y="6247"/>
                  <a:pt x="7406" y="6264"/>
                </a:cubicBezTo>
                <a:lnTo>
                  <a:pt x="6171" y="6731"/>
                </a:lnTo>
                <a:cubicBezTo>
                  <a:pt x="6071" y="6764"/>
                  <a:pt x="5971" y="6831"/>
                  <a:pt x="5938" y="6931"/>
                </a:cubicBezTo>
                <a:cubicBezTo>
                  <a:pt x="5904" y="7031"/>
                  <a:pt x="5871" y="7131"/>
                  <a:pt x="5871" y="7231"/>
                </a:cubicBezTo>
                <a:cubicBezTo>
                  <a:pt x="5871" y="8132"/>
                  <a:pt x="5304" y="8932"/>
                  <a:pt x="4437" y="9232"/>
                </a:cubicBezTo>
                <a:cubicBezTo>
                  <a:pt x="4177" y="9352"/>
                  <a:pt x="3892" y="9413"/>
                  <a:pt x="3606" y="9413"/>
                </a:cubicBezTo>
                <a:cubicBezTo>
                  <a:pt x="3415" y="9413"/>
                  <a:pt x="3223" y="9386"/>
                  <a:pt x="3036" y="9332"/>
                </a:cubicBezTo>
                <a:cubicBezTo>
                  <a:pt x="2635" y="9232"/>
                  <a:pt x="2335" y="8932"/>
                  <a:pt x="2202" y="8565"/>
                </a:cubicBezTo>
                <a:cubicBezTo>
                  <a:pt x="2102" y="8365"/>
                  <a:pt x="2102" y="8132"/>
                  <a:pt x="2168" y="7898"/>
                </a:cubicBezTo>
                <a:cubicBezTo>
                  <a:pt x="2235" y="7665"/>
                  <a:pt x="2335" y="7431"/>
                  <a:pt x="2469" y="7198"/>
                </a:cubicBezTo>
                <a:cubicBezTo>
                  <a:pt x="2602" y="6931"/>
                  <a:pt x="2769" y="6664"/>
                  <a:pt x="2936" y="6397"/>
                </a:cubicBezTo>
                <a:cubicBezTo>
                  <a:pt x="3102" y="6097"/>
                  <a:pt x="3236" y="5797"/>
                  <a:pt x="3336" y="5496"/>
                </a:cubicBezTo>
                <a:cubicBezTo>
                  <a:pt x="3469" y="5163"/>
                  <a:pt x="3536" y="4829"/>
                  <a:pt x="3569" y="4496"/>
                </a:cubicBezTo>
                <a:cubicBezTo>
                  <a:pt x="3603" y="4129"/>
                  <a:pt x="3569" y="3728"/>
                  <a:pt x="3436" y="3362"/>
                </a:cubicBezTo>
                <a:cubicBezTo>
                  <a:pt x="3403" y="3261"/>
                  <a:pt x="3336" y="3161"/>
                  <a:pt x="3203" y="3128"/>
                </a:cubicBezTo>
                <a:cubicBezTo>
                  <a:pt x="3153" y="3095"/>
                  <a:pt x="3094" y="3078"/>
                  <a:pt x="3036" y="3078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41">
            <a:extLst>
              <a:ext uri="{FF2B5EF4-FFF2-40B4-BE49-F238E27FC236}">
                <a16:creationId xmlns:a16="http://schemas.microsoft.com/office/drawing/2014/main" id="{F4E42B34-94F3-693B-1AC9-F050F554BB24}"/>
              </a:ext>
            </a:extLst>
          </p:cNvPr>
          <p:cNvSpPr/>
          <p:nvPr/>
        </p:nvSpPr>
        <p:spPr>
          <a:xfrm>
            <a:off x="2776591" y="3079970"/>
            <a:ext cx="123548" cy="175615"/>
          </a:xfrm>
          <a:custGeom>
            <a:avLst/>
            <a:gdLst/>
            <a:ahLst/>
            <a:cxnLst/>
            <a:rect l="l" t="t" r="r" b="b"/>
            <a:pathLst>
              <a:path w="8006" h="11380" extrusionOk="0">
                <a:moveTo>
                  <a:pt x="1935" y="1"/>
                </a:moveTo>
                <a:cubicBezTo>
                  <a:pt x="1877" y="1"/>
                  <a:pt x="1818" y="9"/>
                  <a:pt x="1768" y="26"/>
                </a:cubicBezTo>
                <a:lnTo>
                  <a:pt x="467" y="526"/>
                </a:lnTo>
                <a:cubicBezTo>
                  <a:pt x="367" y="560"/>
                  <a:pt x="267" y="626"/>
                  <a:pt x="234" y="760"/>
                </a:cubicBezTo>
                <a:cubicBezTo>
                  <a:pt x="167" y="860"/>
                  <a:pt x="167" y="960"/>
                  <a:pt x="234" y="1093"/>
                </a:cubicBezTo>
                <a:lnTo>
                  <a:pt x="734" y="2428"/>
                </a:lnTo>
                <a:cubicBezTo>
                  <a:pt x="767" y="2528"/>
                  <a:pt x="834" y="2594"/>
                  <a:pt x="934" y="2661"/>
                </a:cubicBezTo>
                <a:cubicBezTo>
                  <a:pt x="1001" y="2678"/>
                  <a:pt x="1059" y="2686"/>
                  <a:pt x="1118" y="2686"/>
                </a:cubicBezTo>
                <a:cubicBezTo>
                  <a:pt x="1176" y="2686"/>
                  <a:pt x="1234" y="2678"/>
                  <a:pt x="1301" y="2661"/>
                </a:cubicBezTo>
                <a:lnTo>
                  <a:pt x="2602" y="2161"/>
                </a:lnTo>
                <a:cubicBezTo>
                  <a:pt x="2702" y="2127"/>
                  <a:pt x="2769" y="2027"/>
                  <a:pt x="2836" y="1927"/>
                </a:cubicBezTo>
                <a:cubicBezTo>
                  <a:pt x="2869" y="1827"/>
                  <a:pt x="2869" y="1694"/>
                  <a:pt x="2836" y="1594"/>
                </a:cubicBezTo>
                <a:lnTo>
                  <a:pt x="2335" y="259"/>
                </a:lnTo>
                <a:cubicBezTo>
                  <a:pt x="2302" y="159"/>
                  <a:pt x="2202" y="59"/>
                  <a:pt x="2102" y="26"/>
                </a:cubicBezTo>
                <a:cubicBezTo>
                  <a:pt x="2052" y="9"/>
                  <a:pt x="1993" y="1"/>
                  <a:pt x="1935" y="1"/>
                </a:cubicBezTo>
                <a:close/>
                <a:moveTo>
                  <a:pt x="3036" y="3078"/>
                </a:moveTo>
                <a:cubicBezTo>
                  <a:pt x="2977" y="3078"/>
                  <a:pt x="2919" y="3095"/>
                  <a:pt x="2869" y="3128"/>
                </a:cubicBezTo>
                <a:lnTo>
                  <a:pt x="1701" y="3528"/>
                </a:lnTo>
                <a:cubicBezTo>
                  <a:pt x="1601" y="3562"/>
                  <a:pt x="1535" y="3662"/>
                  <a:pt x="1501" y="3762"/>
                </a:cubicBezTo>
                <a:cubicBezTo>
                  <a:pt x="1435" y="3862"/>
                  <a:pt x="1435" y="3995"/>
                  <a:pt x="1468" y="4095"/>
                </a:cubicBezTo>
                <a:cubicBezTo>
                  <a:pt x="1501" y="4329"/>
                  <a:pt x="1501" y="4596"/>
                  <a:pt x="1401" y="4829"/>
                </a:cubicBezTo>
                <a:cubicBezTo>
                  <a:pt x="1335" y="5096"/>
                  <a:pt x="1201" y="5330"/>
                  <a:pt x="1068" y="5596"/>
                </a:cubicBezTo>
                <a:cubicBezTo>
                  <a:pt x="934" y="5830"/>
                  <a:pt x="801" y="6097"/>
                  <a:pt x="634" y="6397"/>
                </a:cubicBezTo>
                <a:cubicBezTo>
                  <a:pt x="467" y="6664"/>
                  <a:pt x="334" y="6964"/>
                  <a:pt x="200" y="7298"/>
                </a:cubicBezTo>
                <a:cubicBezTo>
                  <a:pt x="100" y="7598"/>
                  <a:pt x="34" y="7931"/>
                  <a:pt x="34" y="8265"/>
                </a:cubicBezTo>
                <a:cubicBezTo>
                  <a:pt x="0" y="8665"/>
                  <a:pt x="100" y="9032"/>
                  <a:pt x="234" y="9399"/>
                </a:cubicBezTo>
                <a:cubicBezTo>
                  <a:pt x="401" y="9866"/>
                  <a:pt x="667" y="10266"/>
                  <a:pt x="1034" y="10600"/>
                </a:cubicBezTo>
                <a:cubicBezTo>
                  <a:pt x="1401" y="10900"/>
                  <a:pt x="1802" y="11100"/>
                  <a:pt x="2235" y="11234"/>
                </a:cubicBezTo>
                <a:cubicBezTo>
                  <a:pt x="2592" y="11336"/>
                  <a:pt x="2949" y="11379"/>
                  <a:pt x="3320" y="11379"/>
                </a:cubicBezTo>
                <a:cubicBezTo>
                  <a:pt x="3435" y="11379"/>
                  <a:pt x="3551" y="11375"/>
                  <a:pt x="3670" y="11367"/>
                </a:cubicBezTo>
                <a:cubicBezTo>
                  <a:pt x="4170" y="11334"/>
                  <a:pt x="4637" y="11234"/>
                  <a:pt x="5104" y="11034"/>
                </a:cubicBezTo>
                <a:cubicBezTo>
                  <a:pt x="5638" y="10867"/>
                  <a:pt x="6138" y="10567"/>
                  <a:pt x="6538" y="10200"/>
                </a:cubicBezTo>
                <a:cubicBezTo>
                  <a:pt x="6905" y="9833"/>
                  <a:pt x="7239" y="9433"/>
                  <a:pt x="7506" y="8999"/>
                </a:cubicBezTo>
                <a:cubicBezTo>
                  <a:pt x="7706" y="8599"/>
                  <a:pt x="7873" y="8132"/>
                  <a:pt x="7939" y="7665"/>
                </a:cubicBezTo>
                <a:cubicBezTo>
                  <a:pt x="8006" y="7264"/>
                  <a:pt x="8006" y="6864"/>
                  <a:pt x="7873" y="6464"/>
                </a:cubicBezTo>
                <a:cubicBezTo>
                  <a:pt x="7839" y="6364"/>
                  <a:pt x="7772" y="6297"/>
                  <a:pt x="7672" y="6264"/>
                </a:cubicBezTo>
                <a:cubicBezTo>
                  <a:pt x="7639" y="6247"/>
                  <a:pt x="7597" y="6239"/>
                  <a:pt x="7551" y="6239"/>
                </a:cubicBezTo>
                <a:cubicBezTo>
                  <a:pt x="7506" y="6239"/>
                  <a:pt x="7456" y="6247"/>
                  <a:pt x="7406" y="6264"/>
                </a:cubicBezTo>
                <a:lnTo>
                  <a:pt x="6171" y="6731"/>
                </a:lnTo>
                <a:cubicBezTo>
                  <a:pt x="6071" y="6764"/>
                  <a:pt x="5971" y="6831"/>
                  <a:pt x="5938" y="6931"/>
                </a:cubicBezTo>
                <a:cubicBezTo>
                  <a:pt x="5904" y="7031"/>
                  <a:pt x="5871" y="7131"/>
                  <a:pt x="5871" y="7231"/>
                </a:cubicBezTo>
                <a:cubicBezTo>
                  <a:pt x="5871" y="8132"/>
                  <a:pt x="5304" y="8932"/>
                  <a:pt x="4437" y="9232"/>
                </a:cubicBezTo>
                <a:cubicBezTo>
                  <a:pt x="4177" y="9352"/>
                  <a:pt x="3892" y="9413"/>
                  <a:pt x="3606" y="9413"/>
                </a:cubicBezTo>
                <a:cubicBezTo>
                  <a:pt x="3415" y="9413"/>
                  <a:pt x="3223" y="9386"/>
                  <a:pt x="3036" y="9332"/>
                </a:cubicBezTo>
                <a:cubicBezTo>
                  <a:pt x="2635" y="9232"/>
                  <a:pt x="2335" y="8932"/>
                  <a:pt x="2202" y="8565"/>
                </a:cubicBezTo>
                <a:cubicBezTo>
                  <a:pt x="2102" y="8365"/>
                  <a:pt x="2102" y="8132"/>
                  <a:pt x="2168" y="7898"/>
                </a:cubicBezTo>
                <a:cubicBezTo>
                  <a:pt x="2235" y="7665"/>
                  <a:pt x="2335" y="7431"/>
                  <a:pt x="2469" y="7198"/>
                </a:cubicBezTo>
                <a:cubicBezTo>
                  <a:pt x="2602" y="6931"/>
                  <a:pt x="2769" y="6664"/>
                  <a:pt x="2936" y="6397"/>
                </a:cubicBezTo>
                <a:cubicBezTo>
                  <a:pt x="3102" y="6097"/>
                  <a:pt x="3236" y="5797"/>
                  <a:pt x="3336" y="5496"/>
                </a:cubicBezTo>
                <a:cubicBezTo>
                  <a:pt x="3469" y="5163"/>
                  <a:pt x="3536" y="4829"/>
                  <a:pt x="3569" y="4496"/>
                </a:cubicBezTo>
                <a:cubicBezTo>
                  <a:pt x="3603" y="4129"/>
                  <a:pt x="3569" y="3728"/>
                  <a:pt x="3436" y="3362"/>
                </a:cubicBezTo>
                <a:cubicBezTo>
                  <a:pt x="3403" y="3261"/>
                  <a:pt x="3336" y="3161"/>
                  <a:pt x="3203" y="3128"/>
                </a:cubicBezTo>
                <a:cubicBezTo>
                  <a:pt x="3153" y="3095"/>
                  <a:pt x="3094" y="3078"/>
                  <a:pt x="3036" y="307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41">
            <a:extLst>
              <a:ext uri="{FF2B5EF4-FFF2-40B4-BE49-F238E27FC236}">
                <a16:creationId xmlns:a16="http://schemas.microsoft.com/office/drawing/2014/main" id="{1F7D270C-18F1-B065-6DEA-8C5135772055}"/>
              </a:ext>
            </a:extLst>
          </p:cNvPr>
          <p:cNvSpPr/>
          <p:nvPr/>
        </p:nvSpPr>
        <p:spPr>
          <a:xfrm>
            <a:off x="2854322" y="2797242"/>
            <a:ext cx="168331" cy="198887"/>
          </a:xfrm>
          <a:custGeom>
            <a:avLst/>
            <a:gdLst/>
            <a:ahLst/>
            <a:cxnLst/>
            <a:rect l="l" t="t" r="r" b="b"/>
            <a:pathLst>
              <a:path w="10908" h="12888" extrusionOk="0">
                <a:moveTo>
                  <a:pt x="5604" y="0"/>
                </a:moveTo>
                <a:cubicBezTo>
                  <a:pt x="5037" y="0"/>
                  <a:pt x="4470" y="67"/>
                  <a:pt x="3936" y="267"/>
                </a:cubicBezTo>
                <a:cubicBezTo>
                  <a:pt x="3369" y="434"/>
                  <a:pt x="2836" y="701"/>
                  <a:pt x="2335" y="1034"/>
                </a:cubicBezTo>
                <a:lnTo>
                  <a:pt x="2335" y="1001"/>
                </a:lnTo>
                <a:cubicBezTo>
                  <a:pt x="1768" y="1401"/>
                  <a:pt x="1301" y="1902"/>
                  <a:pt x="968" y="2469"/>
                </a:cubicBezTo>
                <a:cubicBezTo>
                  <a:pt x="601" y="2969"/>
                  <a:pt x="367" y="3503"/>
                  <a:pt x="200" y="4103"/>
                </a:cubicBezTo>
                <a:cubicBezTo>
                  <a:pt x="34" y="4637"/>
                  <a:pt x="0" y="5204"/>
                  <a:pt x="34" y="5738"/>
                </a:cubicBezTo>
                <a:cubicBezTo>
                  <a:pt x="67" y="6238"/>
                  <a:pt x="200" y="6705"/>
                  <a:pt x="434" y="7105"/>
                </a:cubicBezTo>
                <a:cubicBezTo>
                  <a:pt x="501" y="7205"/>
                  <a:pt x="601" y="7272"/>
                  <a:pt x="734" y="7306"/>
                </a:cubicBezTo>
                <a:cubicBezTo>
                  <a:pt x="834" y="7306"/>
                  <a:pt x="934" y="7272"/>
                  <a:pt x="1034" y="7205"/>
                </a:cubicBezTo>
                <a:lnTo>
                  <a:pt x="2335" y="6338"/>
                </a:lnTo>
                <a:cubicBezTo>
                  <a:pt x="2435" y="6305"/>
                  <a:pt x="2502" y="6171"/>
                  <a:pt x="2569" y="6071"/>
                </a:cubicBezTo>
                <a:cubicBezTo>
                  <a:pt x="2569" y="5938"/>
                  <a:pt x="2569" y="5804"/>
                  <a:pt x="2569" y="5671"/>
                </a:cubicBezTo>
                <a:cubicBezTo>
                  <a:pt x="2302" y="4637"/>
                  <a:pt x="2735" y="3570"/>
                  <a:pt x="3636" y="3002"/>
                </a:cubicBezTo>
                <a:cubicBezTo>
                  <a:pt x="4103" y="2636"/>
                  <a:pt x="4670" y="2469"/>
                  <a:pt x="5237" y="2469"/>
                </a:cubicBezTo>
                <a:cubicBezTo>
                  <a:pt x="5704" y="2469"/>
                  <a:pt x="6138" y="2702"/>
                  <a:pt x="6405" y="3103"/>
                </a:cubicBezTo>
                <a:cubicBezTo>
                  <a:pt x="6572" y="3336"/>
                  <a:pt x="6638" y="3603"/>
                  <a:pt x="6638" y="3870"/>
                </a:cubicBezTo>
                <a:cubicBezTo>
                  <a:pt x="6605" y="4170"/>
                  <a:pt x="6572" y="4470"/>
                  <a:pt x="6471" y="4770"/>
                </a:cubicBezTo>
                <a:cubicBezTo>
                  <a:pt x="6405" y="5104"/>
                  <a:pt x="6305" y="5471"/>
                  <a:pt x="6171" y="5838"/>
                </a:cubicBezTo>
                <a:cubicBezTo>
                  <a:pt x="6071" y="6205"/>
                  <a:pt x="5971" y="6572"/>
                  <a:pt x="5938" y="6972"/>
                </a:cubicBezTo>
                <a:cubicBezTo>
                  <a:pt x="5871" y="7372"/>
                  <a:pt x="5871" y="7806"/>
                  <a:pt x="5938" y="8206"/>
                </a:cubicBezTo>
                <a:cubicBezTo>
                  <a:pt x="6004" y="8640"/>
                  <a:pt x="6171" y="9073"/>
                  <a:pt x="6405" y="9440"/>
                </a:cubicBezTo>
                <a:cubicBezTo>
                  <a:pt x="6471" y="9574"/>
                  <a:pt x="6605" y="9641"/>
                  <a:pt x="6738" y="9674"/>
                </a:cubicBezTo>
                <a:cubicBezTo>
                  <a:pt x="6772" y="9682"/>
                  <a:pt x="6805" y="9686"/>
                  <a:pt x="6838" y="9686"/>
                </a:cubicBezTo>
                <a:cubicBezTo>
                  <a:pt x="6938" y="9686"/>
                  <a:pt x="7039" y="9649"/>
                  <a:pt x="7139" y="9574"/>
                </a:cubicBezTo>
                <a:lnTo>
                  <a:pt x="8339" y="8740"/>
                </a:lnTo>
                <a:cubicBezTo>
                  <a:pt x="8440" y="8673"/>
                  <a:pt x="8540" y="8573"/>
                  <a:pt x="8540" y="8440"/>
                </a:cubicBezTo>
                <a:cubicBezTo>
                  <a:pt x="8573" y="8273"/>
                  <a:pt x="8540" y="8139"/>
                  <a:pt x="8473" y="8006"/>
                </a:cubicBezTo>
                <a:cubicBezTo>
                  <a:pt x="8339" y="7739"/>
                  <a:pt x="8306" y="7472"/>
                  <a:pt x="8339" y="7172"/>
                </a:cubicBezTo>
                <a:cubicBezTo>
                  <a:pt x="8373" y="6839"/>
                  <a:pt x="8406" y="6538"/>
                  <a:pt x="8506" y="6205"/>
                </a:cubicBezTo>
                <a:lnTo>
                  <a:pt x="8806" y="5137"/>
                </a:lnTo>
                <a:cubicBezTo>
                  <a:pt x="8907" y="4770"/>
                  <a:pt x="8973" y="4403"/>
                  <a:pt x="9007" y="4003"/>
                </a:cubicBezTo>
                <a:cubicBezTo>
                  <a:pt x="9040" y="3603"/>
                  <a:pt x="9040" y="3203"/>
                  <a:pt x="8973" y="2836"/>
                </a:cubicBezTo>
                <a:cubicBezTo>
                  <a:pt x="8873" y="2369"/>
                  <a:pt x="8673" y="1935"/>
                  <a:pt x="8406" y="1568"/>
                </a:cubicBezTo>
                <a:cubicBezTo>
                  <a:pt x="8106" y="1101"/>
                  <a:pt x="7672" y="701"/>
                  <a:pt x="7172" y="434"/>
                </a:cubicBezTo>
                <a:cubicBezTo>
                  <a:pt x="6672" y="167"/>
                  <a:pt x="6138" y="34"/>
                  <a:pt x="5604" y="0"/>
                </a:cubicBezTo>
                <a:close/>
                <a:moveTo>
                  <a:pt x="9366" y="9548"/>
                </a:moveTo>
                <a:cubicBezTo>
                  <a:pt x="9264" y="9548"/>
                  <a:pt x="9161" y="9578"/>
                  <a:pt x="9073" y="9641"/>
                </a:cubicBezTo>
                <a:lnTo>
                  <a:pt x="7706" y="10541"/>
                </a:lnTo>
                <a:cubicBezTo>
                  <a:pt x="7606" y="10608"/>
                  <a:pt x="7539" y="10741"/>
                  <a:pt x="7506" y="10875"/>
                </a:cubicBezTo>
                <a:cubicBezTo>
                  <a:pt x="7472" y="11008"/>
                  <a:pt x="7506" y="11142"/>
                  <a:pt x="7572" y="11275"/>
                </a:cubicBezTo>
                <a:lnTo>
                  <a:pt x="8540" y="12676"/>
                </a:lnTo>
                <a:cubicBezTo>
                  <a:pt x="8622" y="12820"/>
                  <a:pt x="8779" y="12888"/>
                  <a:pt x="8943" y="12888"/>
                </a:cubicBezTo>
                <a:cubicBezTo>
                  <a:pt x="9045" y="12888"/>
                  <a:pt x="9150" y="12861"/>
                  <a:pt x="9240" y="12809"/>
                </a:cubicBezTo>
                <a:lnTo>
                  <a:pt x="10608" y="11875"/>
                </a:lnTo>
                <a:cubicBezTo>
                  <a:pt x="10841" y="11709"/>
                  <a:pt x="10908" y="11408"/>
                  <a:pt x="10741" y="11175"/>
                </a:cubicBezTo>
                <a:lnTo>
                  <a:pt x="9807" y="9774"/>
                </a:lnTo>
                <a:cubicBezTo>
                  <a:pt x="9703" y="9629"/>
                  <a:pt x="9535" y="9548"/>
                  <a:pt x="9366" y="9548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41">
            <a:extLst>
              <a:ext uri="{FF2B5EF4-FFF2-40B4-BE49-F238E27FC236}">
                <a16:creationId xmlns:a16="http://schemas.microsoft.com/office/drawing/2014/main" id="{55FAAD59-C87B-36E7-18EB-AAE4F1CA0E7D}"/>
              </a:ext>
            </a:extLst>
          </p:cNvPr>
          <p:cNvSpPr/>
          <p:nvPr/>
        </p:nvSpPr>
        <p:spPr>
          <a:xfrm>
            <a:off x="2854322" y="2797242"/>
            <a:ext cx="168331" cy="198887"/>
          </a:xfrm>
          <a:custGeom>
            <a:avLst/>
            <a:gdLst/>
            <a:ahLst/>
            <a:cxnLst/>
            <a:rect l="l" t="t" r="r" b="b"/>
            <a:pathLst>
              <a:path w="10908" h="12888" extrusionOk="0">
                <a:moveTo>
                  <a:pt x="5604" y="0"/>
                </a:moveTo>
                <a:cubicBezTo>
                  <a:pt x="5037" y="0"/>
                  <a:pt x="4470" y="67"/>
                  <a:pt x="3936" y="267"/>
                </a:cubicBezTo>
                <a:cubicBezTo>
                  <a:pt x="3369" y="434"/>
                  <a:pt x="2836" y="701"/>
                  <a:pt x="2335" y="1034"/>
                </a:cubicBezTo>
                <a:lnTo>
                  <a:pt x="2335" y="1001"/>
                </a:lnTo>
                <a:cubicBezTo>
                  <a:pt x="1768" y="1401"/>
                  <a:pt x="1301" y="1902"/>
                  <a:pt x="968" y="2469"/>
                </a:cubicBezTo>
                <a:cubicBezTo>
                  <a:pt x="601" y="2969"/>
                  <a:pt x="367" y="3503"/>
                  <a:pt x="200" y="4103"/>
                </a:cubicBezTo>
                <a:cubicBezTo>
                  <a:pt x="34" y="4637"/>
                  <a:pt x="0" y="5204"/>
                  <a:pt x="34" y="5738"/>
                </a:cubicBezTo>
                <a:cubicBezTo>
                  <a:pt x="67" y="6238"/>
                  <a:pt x="200" y="6705"/>
                  <a:pt x="434" y="7105"/>
                </a:cubicBezTo>
                <a:cubicBezTo>
                  <a:pt x="501" y="7205"/>
                  <a:pt x="601" y="7272"/>
                  <a:pt x="734" y="7306"/>
                </a:cubicBezTo>
                <a:cubicBezTo>
                  <a:pt x="834" y="7306"/>
                  <a:pt x="934" y="7272"/>
                  <a:pt x="1034" y="7205"/>
                </a:cubicBezTo>
                <a:lnTo>
                  <a:pt x="2335" y="6338"/>
                </a:lnTo>
                <a:cubicBezTo>
                  <a:pt x="2435" y="6305"/>
                  <a:pt x="2502" y="6171"/>
                  <a:pt x="2569" y="6071"/>
                </a:cubicBezTo>
                <a:cubicBezTo>
                  <a:pt x="2569" y="5938"/>
                  <a:pt x="2569" y="5804"/>
                  <a:pt x="2569" y="5671"/>
                </a:cubicBezTo>
                <a:cubicBezTo>
                  <a:pt x="2302" y="4637"/>
                  <a:pt x="2735" y="3570"/>
                  <a:pt x="3636" y="3002"/>
                </a:cubicBezTo>
                <a:cubicBezTo>
                  <a:pt x="4103" y="2636"/>
                  <a:pt x="4670" y="2469"/>
                  <a:pt x="5237" y="2469"/>
                </a:cubicBezTo>
                <a:cubicBezTo>
                  <a:pt x="5704" y="2469"/>
                  <a:pt x="6138" y="2702"/>
                  <a:pt x="6405" y="3103"/>
                </a:cubicBezTo>
                <a:cubicBezTo>
                  <a:pt x="6572" y="3336"/>
                  <a:pt x="6638" y="3603"/>
                  <a:pt x="6638" y="3870"/>
                </a:cubicBezTo>
                <a:cubicBezTo>
                  <a:pt x="6605" y="4170"/>
                  <a:pt x="6572" y="4470"/>
                  <a:pt x="6471" y="4770"/>
                </a:cubicBezTo>
                <a:cubicBezTo>
                  <a:pt x="6405" y="5104"/>
                  <a:pt x="6305" y="5471"/>
                  <a:pt x="6171" y="5838"/>
                </a:cubicBezTo>
                <a:cubicBezTo>
                  <a:pt x="6071" y="6205"/>
                  <a:pt x="5971" y="6572"/>
                  <a:pt x="5938" y="6972"/>
                </a:cubicBezTo>
                <a:cubicBezTo>
                  <a:pt x="5871" y="7372"/>
                  <a:pt x="5871" y="7806"/>
                  <a:pt x="5938" y="8206"/>
                </a:cubicBezTo>
                <a:cubicBezTo>
                  <a:pt x="6004" y="8640"/>
                  <a:pt x="6171" y="9073"/>
                  <a:pt x="6405" y="9440"/>
                </a:cubicBezTo>
                <a:cubicBezTo>
                  <a:pt x="6471" y="9574"/>
                  <a:pt x="6605" y="9641"/>
                  <a:pt x="6738" y="9674"/>
                </a:cubicBezTo>
                <a:cubicBezTo>
                  <a:pt x="6772" y="9682"/>
                  <a:pt x="6805" y="9686"/>
                  <a:pt x="6838" y="9686"/>
                </a:cubicBezTo>
                <a:cubicBezTo>
                  <a:pt x="6938" y="9686"/>
                  <a:pt x="7039" y="9649"/>
                  <a:pt x="7139" y="9574"/>
                </a:cubicBezTo>
                <a:lnTo>
                  <a:pt x="8339" y="8740"/>
                </a:lnTo>
                <a:cubicBezTo>
                  <a:pt x="8440" y="8673"/>
                  <a:pt x="8540" y="8573"/>
                  <a:pt x="8540" y="8440"/>
                </a:cubicBezTo>
                <a:cubicBezTo>
                  <a:pt x="8573" y="8273"/>
                  <a:pt x="8540" y="8139"/>
                  <a:pt x="8473" y="8006"/>
                </a:cubicBezTo>
                <a:cubicBezTo>
                  <a:pt x="8339" y="7739"/>
                  <a:pt x="8306" y="7472"/>
                  <a:pt x="8339" y="7172"/>
                </a:cubicBezTo>
                <a:cubicBezTo>
                  <a:pt x="8373" y="6839"/>
                  <a:pt x="8406" y="6538"/>
                  <a:pt x="8506" y="6205"/>
                </a:cubicBezTo>
                <a:lnTo>
                  <a:pt x="8806" y="5137"/>
                </a:lnTo>
                <a:cubicBezTo>
                  <a:pt x="8907" y="4770"/>
                  <a:pt x="8973" y="4403"/>
                  <a:pt x="9007" y="4003"/>
                </a:cubicBezTo>
                <a:cubicBezTo>
                  <a:pt x="9040" y="3603"/>
                  <a:pt x="9040" y="3203"/>
                  <a:pt x="8973" y="2836"/>
                </a:cubicBezTo>
                <a:cubicBezTo>
                  <a:pt x="8873" y="2369"/>
                  <a:pt x="8673" y="1935"/>
                  <a:pt x="8406" y="1568"/>
                </a:cubicBezTo>
                <a:cubicBezTo>
                  <a:pt x="8106" y="1101"/>
                  <a:pt x="7672" y="701"/>
                  <a:pt x="7172" y="434"/>
                </a:cubicBezTo>
                <a:cubicBezTo>
                  <a:pt x="6672" y="167"/>
                  <a:pt x="6138" y="34"/>
                  <a:pt x="5604" y="0"/>
                </a:cubicBezTo>
                <a:close/>
                <a:moveTo>
                  <a:pt x="9366" y="9548"/>
                </a:moveTo>
                <a:cubicBezTo>
                  <a:pt x="9264" y="9548"/>
                  <a:pt x="9161" y="9578"/>
                  <a:pt x="9073" y="9641"/>
                </a:cubicBezTo>
                <a:lnTo>
                  <a:pt x="7706" y="10541"/>
                </a:lnTo>
                <a:cubicBezTo>
                  <a:pt x="7606" y="10608"/>
                  <a:pt x="7539" y="10741"/>
                  <a:pt x="7506" y="10875"/>
                </a:cubicBezTo>
                <a:cubicBezTo>
                  <a:pt x="7472" y="11008"/>
                  <a:pt x="7506" y="11142"/>
                  <a:pt x="7572" y="11275"/>
                </a:cubicBezTo>
                <a:lnTo>
                  <a:pt x="8540" y="12676"/>
                </a:lnTo>
                <a:cubicBezTo>
                  <a:pt x="8622" y="12820"/>
                  <a:pt x="8779" y="12888"/>
                  <a:pt x="8943" y="12888"/>
                </a:cubicBezTo>
                <a:cubicBezTo>
                  <a:pt x="9045" y="12888"/>
                  <a:pt x="9150" y="12861"/>
                  <a:pt x="9240" y="12809"/>
                </a:cubicBezTo>
                <a:lnTo>
                  <a:pt x="10608" y="11875"/>
                </a:lnTo>
                <a:cubicBezTo>
                  <a:pt x="10841" y="11709"/>
                  <a:pt x="10908" y="11408"/>
                  <a:pt x="10741" y="11175"/>
                </a:cubicBezTo>
                <a:lnTo>
                  <a:pt x="9807" y="9774"/>
                </a:lnTo>
                <a:cubicBezTo>
                  <a:pt x="9703" y="9629"/>
                  <a:pt x="9535" y="9548"/>
                  <a:pt x="9366" y="95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41">
            <a:extLst>
              <a:ext uri="{FF2B5EF4-FFF2-40B4-BE49-F238E27FC236}">
                <a16:creationId xmlns:a16="http://schemas.microsoft.com/office/drawing/2014/main" id="{E0AB494A-73FC-05BE-4B52-5FA6AF565718}"/>
              </a:ext>
            </a:extLst>
          </p:cNvPr>
          <p:cNvSpPr/>
          <p:nvPr/>
        </p:nvSpPr>
        <p:spPr>
          <a:xfrm>
            <a:off x="3578589" y="3005589"/>
            <a:ext cx="151356" cy="204797"/>
          </a:xfrm>
          <a:custGeom>
            <a:avLst/>
            <a:gdLst/>
            <a:ahLst/>
            <a:cxnLst/>
            <a:rect l="l" t="t" r="r" b="b"/>
            <a:pathLst>
              <a:path w="9808" h="13271" extrusionOk="0">
                <a:moveTo>
                  <a:pt x="4504" y="1"/>
                </a:moveTo>
                <a:cubicBezTo>
                  <a:pt x="4004" y="1"/>
                  <a:pt x="3503" y="70"/>
                  <a:pt x="3003" y="209"/>
                </a:cubicBezTo>
                <a:cubicBezTo>
                  <a:pt x="2469" y="376"/>
                  <a:pt x="1969" y="609"/>
                  <a:pt x="1535" y="943"/>
                </a:cubicBezTo>
                <a:cubicBezTo>
                  <a:pt x="1135" y="1210"/>
                  <a:pt x="801" y="1610"/>
                  <a:pt x="601" y="2044"/>
                </a:cubicBezTo>
                <a:cubicBezTo>
                  <a:pt x="534" y="2144"/>
                  <a:pt x="534" y="2244"/>
                  <a:pt x="601" y="2344"/>
                </a:cubicBezTo>
                <a:cubicBezTo>
                  <a:pt x="635" y="2444"/>
                  <a:pt x="701" y="2544"/>
                  <a:pt x="801" y="2578"/>
                </a:cubicBezTo>
                <a:lnTo>
                  <a:pt x="2236" y="3211"/>
                </a:lnTo>
                <a:cubicBezTo>
                  <a:pt x="2309" y="3260"/>
                  <a:pt x="2400" y="3291"/>
                  <a:pt x="2496" y="3291"/>
                </a:cubicBezTo>
                <a:cubicBezTo>
                  <a:pt x="2531" y="3291"/>
                  <a:pt x="2567" y="3287"/>
                  <a:pt x="2603" y="3278"/>
                </a:cubicBezTo>
                <a:cubicBezTo>
                  <a:pt x="2703" y="3211"/>
                  <a:pt x="2836" y="3145"/>
                  <a:pt x="2903" y="3078"/>
                </a:cubicBezTo>
                <a:cubicBezTo>
                  <a:pt x="3493" y="2572"/>
                  <a:pt x="4083" y="2319"/>
                  <a:pt x="4689" y="2319"/>
                </a:cubicBezTo>
                <a:cubicBezTo>
                  <a:pt x="5043" y="2319"/>
                  <a:pt x="5403" y="2405"/>
                  <a:pt x="5772" y="2578"/>
                </a:cubicBezTo>
                <a:cubicBezTo>
                  <a:pt x="6305" y="2778"/>
                  <a:pt x="6772" y="3145"/>
                  <a:pt x="7072" y="3645"/>
                </a:cubicBezTo>
                <a:cubicBezTo>
                  <a:pt x="7306" y="4079"/>
                  <a:pt x="7339" y="4579"/>
                  <a:pt x="7139" y="5013"/>
                </a:cubicBezTo>
                <a:cubicBezTo>
                  <a:pt x="7039" y="5246"/>
                  <a:pt x="6839" y="5446"/>
                  <a:pt x="6605" y="5580"/>
                </a:cubicBezTo>
                <a:cubicBezTo>
                  <a:pt x="6339" y="5713"/>
                  <a:pt x="6072" y="5847"/>
                  <a:pt x="5772" y="5947"/>
                </a:cubicBezTo>
                <a:cubicBezTo>
                  <a:pt x="5438" y="6013"/>
                  <a:pt x="5104" y="6113"/>
                  <a:pt x="4737" y="6213"/>
                </a:cubicBezTo>
                <a:cubicBezTo>
                  <a:pt x="4337" y="6347"/>
                  <a:pt x="3970" y="6480"/>
                  <a:pt x="3637" y="6647"/>
                </a:cubicBezTo>
                <a:cubicBezTo>
                  <a:pt x="3236" y="6814"/>
                  <a:pt x="2903" y="7047"/>
                  <a:pt x="2603" y="7314"/>
                </a:cubicBezTo>
                <a:cubicBezTo>
                  <a:pt x="2236" y="7581"/>
                  <a:pt x="1969" y="7948"/>
                  <a:pt x="1769" y="8382"/>
                </a:cubicBezTo>
                <a:cubicBezTo>
                  <a:pt x="1669" y="8482"/>
                  <a:pt x="1669" y="8615"/>
                  <a:pt x="1735" y="8749"/>
                </a:cubicBezTo>
                <a:cubicBezTo>
                  <a:pt x="1802" y="8882"/>
                  <a:pt x="1902" y="8982"/>
                  <a:pt x="2002" y="9049"/>
                </a:cubicBezTo>
                <a:lnTo>
                  <a:pt x="3336" y="9649"/>
                </a:lnTo>
                <a:cubicBezTo>
                  <a:pt x="3386" y="9666"/>
                  <a:pt x="3453" y="9674"/>
                  <a:pt x="3520" y="9674"/>
                </a:cubicBezTo>
                <a:cubicBezTo>
                  <a:pt x="3587" y="9674"/>
                  <a:pt x="3653" y="9666"/>
                  <a:pt x="3703" y="9649"/>
                </a:cubicBezTo>
                <a:cubicBezTo>
                  <a:pt x="3837" y="9583"/>
                  <a:pt x="3937" y="9482"/>
                  <a:pt x="4004" y="9382"/>
                </a:cubicBezTo>
                <a:cubicBezTo>
                  <a:pt x="4170" y="9116"/>
                  <a:pt x="4404" y="8915"/>
                  <a:pt x="4671" y="8815"/>
                </a:cubicBezTo>
                <a:cubicBezTo>
                  <a:pt x="4971" y="8649"/>
                  <a:pt x="5271" y="8548"/>
                  <a:pt x="5571" y="8448"/>
                </a:cubicBezTo>
                <a:lnTo>
                  <a:pt x="6639" y="8148"/>
                </a:lnTo>
                <a:cubicBezTo>
                  <a:pt x="7006" y="8048"/>
                  <a:pt x="7373" y="7881"/>
                  <a:pt x="7706" y="7715"/>
                </a:cubicBezTo>
                <a:cubicBezTo>
                  <a:pt x="8073" y="7548"/>
                  <a:pt x="8407" y="7314"/>
                  <a:pt x="8674" y="7047"/>
                </a:cubicBezTo>
                <a:cubicBezTo>
                  <a:pt x="9007" y="6714"/>
                  <a:pt x="9274" y="6347"/>
                  <a:pt x="9441" y="5947"/>
                </a:cubicBezTo>
                <a:cubicBezTo>
                  <a:pt x="9708" y="5413"/>
                  <a:pt x="9808" y="4846"/>
                  <a:pt x="9774" y="4279"/>
                </a:cubicBezTo>
                <a:cubicBezTo>
                  <a:pt x="9708" y="3712"/>
                  <a:pt x="9574" y="3211"/>
                  <a:pt x="9274" y="2711"/>
                </a:cubicBezTo>
                <a:cubicBezTo>
                  <a:pt x="9007" y="2244"/>
                  <a:pt x="8640" y="1777"/>
                  <a:pt x="8207" y="1443"/>
                </a:cubicBezTo>
                <a:cubicBezTo>
                  <a:pt x="7773" y="1043"/>
                  <a:pt x="7239" y="709"/>
                  <a:pt x="6706" y="476"/>
                </a:cubicBezTo>
                <a:lnTo>
                  <a:pt x="6739" y="476"/>
                </a:lnTo>
                <a:cubicBezTo>
                  <a:pt x="6138" y="209"/>
                  <a:pt x="5471" y="42"/>
                  <a:pt x="4804" y="9"/>
                </a:cubicBezTo>
                <a:cubicBezTo>
                  <a:pt x="4704" y="3"/>
                  <a:pt x="4604" y="1"/>
                  <a:pt x="4504" y="1"/>
                </a:cubicBezTo>
                <a:close/>
                <a:moveTo>
                  <a:pt x="1252" y="9999"/>
                </a:moveTo>
                <a:cubicBezTo>
                  <a:pt x="1185" y="9999"/>
                  <a:pt x="1118" y="10016"/>
                  <a:pt x="1068" y="10050"/>
                </a:cubicBezTo>
                <a:cubicBezTo>
                  <a:pt x="935" y="10116"/>
                  <a:pt x="835" y="10183"/>
                  <a:pt x="768" y="10316"/>
                </a:cubicBezTo>
                <a:lnTo>
                  <a:pt x="67" y="11851"/>
                </a:lnTo>
                <a:cubicBezTo>
                  <a:pt x="1" y="11984"/>
                  <a:pt x="1" y="12118"/>
                  <a:pt x="67" y="12251"/>
                </a:cubicBezTo>
                <a:cubicBezTo>
                  <a:pt x="101" y="12385"/>
                  <a:pt x="201" y="12485"/>
                  <a:pt x="334" y="12551"/>
                </a:cubicBezTo>
                <a:lnTo>
                  <a:pt x="1835" y="13218"/>
                </a:lnTo>
                <a:cubicBezTo>
                  <a:pt x="1907" y="13254"/>
                  <a:pt x="1981" y="13271"/>
                  <a:pt x="2053" y="13271"/>
                </a:cubicBezTo>
                <a:cubicBezTo>
                  <a:pt x="2251" y="13271"/>
                  <a:pt x="2438" y="13147"/>
                  <a:pt x="2536" y="12952"/>
                </a:cubicBezTo>
                <a:lnTo>
                  <a:pt x="3236" y="11417"/>
                </a:lnTo>
                <a:cubicBezTo>
                  <a:pt x="3336" y="11150"/>
                  <a:pt x="3203" y="10850"/>
                  <a:pt x="2970" y="10750"/>
                </a:cubicBezTo>
                <a:lnTo>
                  <a:pt x="1435" y="10050"/>
                </a:lnTo>
                <a:cubicBezTo>
                  <a:pt x="1385" y="10016"/>
                  <a:pt x="1318" y="9999"/>
                  <a:pt x="1252" y="9999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41">
            <a:extLst>
              <a:ext uri="{FF2B5EF4-FFF2-40B4-BE49-F238E27FC236}">
                <a16:creationId xmlns:a16="http://schemas.microsoft.com/office/drawing/2014/main" id="{6EA08279-BE0F-1B44-C0B8-DA1B7B9D2C26}"/>
              </a:ext>
            </a:extLst>
          </p:cNvPr>
          <p:cNvSpPr/>
          <p:nvPr/>
        </p:nvSpPr>
        <p:spPr>
          <a:xfrm>
            <a:off x="3578589" y="3005589"/>
            <a:ext cx="151356" cy="204797"/>
          </a:xfrm>
          <a:custGeom>
            <a:avLst/>
            <a:gdLst/>
            <a:ahLst/>
            <a:cxnLst/>
            <a:rect l="l" t="t" r="r" b="b"/>
            <a:pathLst>
              <a:path w="9808" h="13271" extrusionOk="0">
                <a:moveTo>
                  <a:pt x="4504" y="1"/>
                </a:moveTo>
                <a:cubicBezTo>
                  <a:pt x="4004" y="1"/>
                  <a:pt x="3503" y="70"/>
                  <a:pt x="3003" y="209"/>
                </a:cubicBezTo>
                <a:cubicBezTo>
                  <a:pt x="2469" y="376"/>
                  <a:pt x="1969" y="609"/>
                  <a:pt x="1535" y="943"/>
                </a:cubicBezTo>
                <a:cubicBezTo>
                  <a:pt x="1135" y="1210"/>
                  <a:pt x="801" y="1610"/>
                  <a:pt x="601" y="2044"/>
                </a:cubicBezTo>
                <a:cubicBezTo>
                  <a:pt x="534" y="2144"/>
                  <a:pt x="534" y="2244"/>
                  <a:pt x="601" y="2344"/>
                </a:cubicBezTo>
                <a:cubicBezTo>
                  <a:pt x="635" y="2444"/>
                  <a:pt x="701" y="2544"/>
                  <a:pt x="801" y="2578"/>
                </a:cubicBezTo>
                <a:lnTo>
                  <a:pt x="2236" y="3211"/>
                </a:lnTo>
                <a:cubicBezTo>
                  <a:pt x="2309" y="3260"/>
                  <a:pt x="2400" y="3291"/>
                  <a:pt x="2496" y="3291"/>
                </a:cubicBezTo>
                <a:cubicBezTo>
                  <a:pt x="2531" y="3291"/>
                  <a:pt x="2567" y="3287"/>
                  <a:pt x="2603" y="3278"/>
                </a:cubicBezTo>
                <a:cubicBezTo>
                  <a:pt x="2703" y="3211"/>
                  <a:pt x="2836" y="3145"/>
                  <a:pt x="2903" y="3078"/>
                </a:cubicBezTo>
                <a:cubicBezTo>
                  <a:pt x="3493" y="2572"/>
                  <a:pt x="4083" y="2319"/>
                  <a:pt x="4689" y="2319"/>
                </a:cubicBezTo>
                <a:cubicBezTo>
                  <a:pt x="5043" y="2319"/>
                  <a:pt x="5403" y="2405"/>
                  <a:pt x="5772" y="2578"/>
                </a:cubicBezTo>
                <a:cubicBezTo>
                  <a:pt x="6305" y="2778"/>
                  <a:pt x="6772" y="3145"/>
                  <a:pt x="7072" y="3645"/>
                </a:cubicBezTo>
                <a:cubicBezTo>
                  <a:pt x="7306" y="4079"/>
                  <a:pt x="7339" y="4579"/>
                  <a:pt x="7139" y="5013"/>
                </a:cubicBezTo>
                <a:cubicBezTo>
                  <a:pt x="7039" y="5246"/>
                  <a:pt x="6839" y="5446"/>
                  <a:pt x="6605" y="5580"/>
                </a:cubicBezTo>
                <a:cubicBezTo>
                  <a:pt x="6339" y="5713"/>
                  <a:pt x="6072" y="5847"/>
                  <a:pt x="5772" y="5947"/>
                </a:cubicBezTo>
                <a:cubicBezTo>
                  <a:pt x="5438" y="6013"/>
                  <a:pt x="5104" y="6113"/>
                  <a:pt x="4737" y="6213"/>
                </a:cubicBezTo>
                <a:cubicBezTo>
                  <a:pt x="4337" y="6347"/>
                  <a:pt x="3970" y="6480"/>
                  <a:pt x="3637" y="6647"/>
                </a:cubicBezTo>
                <a:cubicBezTo>
                  <a:pt x="3236" y="6814"/>
                  <a:pt x="2903" y="7047"/>
                  <a:pt x="2603" y="7314"/>
                </a:cubicBezTo>
                <a:cubicBezTo>
                  <a:pt x="2236" y="7581"/>
                  <a:pt x="1969" y="7948"/>
                  <a:pt x="1769" y="8382"/>
                </a:cubicBezTo>
                <a:cubicBezTo>
                  <a:pt x="1669" y="8482"/>
                  <a:pt x="1669" y="8615"/>
                  <a:pt x="1735" y="8749"/>
                </a:cubicBezTo>
                <a:cubicBezTo>
                  <a:pt x="1802" y="8882"/>
                  <a:pt x="1902" y="8982"/>
                  <a:pt x="2002" y="9049"/>
                </a:cubicBezTo>
                <a:lnTo>
                  <a:pt x="3336" y="9649"/>
                </a:lnTo>
                <a:cubicBezTo>
                  <a:pt x="3386" y="9666"/>
                  <a:pt x="3453" y="9674"/>
                  <a:pt x="3520" y="9674"/>
                </a:cubicBezTo>
                <a:cubicBezTo>
                  <a:pt x="3587" y="9674"/>
                  <a:pt x="3653" y="9666"/>
                  <a:pt x="3703" y="9649"/>
                </a:cubicBezTo>
                <a:cubicBezTo>
                  <a:pt x="3837" y="9583"/>
                  <a:pt x="3937" y="9482"/>
                  <a:pt x="4004" y="9382"/>
                </a:cubicBezTo>
                <a:cubicBezTo>
                  <a:pt x="4170" y="9116"/>
                  <a:pt x="4404" y="8915"/>
                  <a:pt x="4671" y="8815"/>
                </a:cubicBezTo>
                <a:cubicBezTo>
                  <a:pt x="4971" y="8649"/>
                  <a:pt x="5271" y="8548"/>
                  <a:pt x="5571" y="8448"/>
                </a:cubicBezTo>
                <a:lnTo>
                  <a:pt x="6639" y="8148"/>
                </a:lnTo>
                <a:cubicBezTo>
                  <a:pt x="7006" y="8048"/>
                  <a:pt x="7373" y="7881"/>
                  <a:pt x="7706" y="7715"/>
                </a:cubicBezTo>
                <a:cubicBezTo>
                  <a:pt x="8073" y="7548"/>
                  <a:pt x="8407" y="7314"/>
                  <a:pt x="8674" y="7047"/>
                </a:cubicBezTo>
                <a:cubicBezTo>
                  <a:pt x="9007" y="6714"/>
                  <a:pt x="9274" y="6347"/>
                  <a:pt x="9441" y="5947"/>
                </a:cubicBezTo>
                <a:cubicBezTo>
                  <a:pt x="9708" y="5413"/>
                  <a:pt x="9808" y="4846"/>
                  <a:pt x="9774" y="4279"/>
                </a:cubicBezTo>
                <a:cubicBezTo>
                  <a:pt x="9708" y="3712"/>
                  <a:pt x="9574" y="3211"/>
                  <a:pt x="9274" y="2711"/>
                </a:cubicBezTo>
                <a:cubicBezTo>
                  <a:pt x="9007" y="2244"/>
                  <a:pt x="8640" y="1777"/>
                  <a:pt x="8207" y="1443"/>
                </a:cubicBezTo>
                <a:cubicBezTo>
                  <a:pt x="7773" y="1043"/>
                  <a:pt x="7239" y="709"/>
                  <a:pt x="6706" y="476"/>
                </a:cubicBezTo>
                <a:lnTo>
                  <a:pt x="6739" y="476"/>
                </a:lnTo>
                <a:cubicBezTo>
                  <a:pt x="6138" y="209"/>
                  <a:pt x="5471" y="42"/>
                  <a:pt x="4804" y="9"/>
                </a:cubicBezTo>
                <a:cubicBezTo>
                  <a:pt x="4704" y="3"/>
                  <a:pt x="4604" y="1"/>
                  <a:pt x="4504" y="1"/>
                </a:cubicBezTo>
                <a:close/>
                <a:moveTo>
                  <a:pt x="1252" y="9999"/>
                </a:moveTo>
                <a:cubicBezTo>
                  <a:pt x="1185" y="9999"/>
                  <a:pt x="1118" y="10016"/>
                  <a:pt x="1068" y="10050"/>
                </a:cubicBezTo>
                <a:cubicBezTo>
                  <a:pt x="935" y="10116"/>
                  <a:pt x="835" y="10183"/>
                  <a:pt x="768" y="10316"/>
                </a:cubicBezTo>
                <a:lnTo>
                  <a:pt x="67" y="11851"/>
                </a:lnTo>
                <a:cubicBezTo>
                  <a:pt x="1" y="11984"/>
                  <a:pt x="1" y="12118"/>
                  <a:pt x="67" y="12251"/>
                </a:cubicBezTo>
                <a:cubicBezTo>
                  <a:pt x="101" y="12385"/>
                  <a:pt x="201" y="12485"/>
                  <a:pt x="334" y="12551"/>
                </a:cubicBezTo>
                <a:lnTo>
                  <a:pt x="1835" y="13218"/>
                </a:lnTo>
                <a:cubicBezTo>
                  <a:pt x="1907" y="13254"/>
                  <a:pt x="1981" y="13271"/>
                  <a:pt x="2053" y="13271"/>
                </a:cubicBezTo>
                <a:cubicBezTo>
                  <a:pt x="2251" y="13271"/>
                  <a:pt x="2438" y="13147"/>
                  <a:pt x="2536" y="12952"/>
                </a:cubicBezTo>
                <a:lnTo>
                  <a:pt x="3236" y="11417"/>
                </a:lnTo>
                <a:cubicBezTo>
                  <a:pt x="3336" y="11150"/>
                  <a:pt x="3203" y="10850"/>
                  <a:pt x="2970" y="10750"/>
                </a:cubicBezTo>
                <a:lnTo>
                  <a:pt x="1435" y="10050"/>
                </a:lnTo>
                <a:cubicBezTo>
                  <a:pt x="1385" y="10016"/>
                  <a:pt x="1318" y="9999"/>
                  <a:pt x="1252" y="999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41">
            <a:extLst>
              <a:ext uri="{FF2B5EF4-FFF2-40B4-BE49-F238E27FC236}">
                <a16:creationId xmlns:a16="http://schemas.microsoft.com/office/drawing/2014/main" id="{B0F095DE-9F67-71A1-F815-45F3737D73B2}"/>
              </a:ext>
            </a:extLst>
          </p:cNvPr>
          <p:cNvSpPr/>
          <p:nvPr/>
        </p:nvSpPr>
        <p:spPr>
          <a:xfrm>
            <a:off x="2164530" y="1593274"/>
            <a:ext cx="274904" cy="381308"/>
          </a:xfrm>
          <a:custGeom>
            <a:avLst/>
            <a:gdLst/>
            <a:ahLst/>
            <a:cxnLst/>
            <a:rect l="l" t="t" r="r" b="b"/>
            <a:pathLst>
              <a:path w="17814" h="24709" extrusionOk="0">
                <a:moveTo>
                  <a:pt x="17280" y="930"/>
                </a:moveTo>
                <a:cubicBezTo>
                  <a:pt x="17346" y="1097"/>
                  <a:pt x="17380" y="1263"/>
                  <a:pt x="17380" y="1464"/>
                </a:cubicBezTo>
                <a:lnTo>
                  <a:pt x="17380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6850" y="650"/>
                </a:moveTo>
                <a:cubicBezTo>
                  <a:pt x="16894" y="650"/>
                  <a:pt x="16938" y="655"/>
                  <a:pt x="16979" y="663"/>
                </a:cubicBezTo>
                <a:lnTo>
                  <a:pt x="9474" y="14273"/>
                </a:lnTo>
                <a:cubicBezTo>
                  <a:pt x="9243" y="14735"/>
                  <a:pt x="8874" y="15019"/>
                  <a:pt x="8579" y="15019"/>
                </a:cubicBezTo>
                <a:cubicBezTo>
                  <a:pt x="8491" y="15019"/>
                  <a:pt x="8409" y="14994"/>
                  <a:pt x="8340" y="14940"/>
                </a:cubicBezTo>
                <a:lnTo>
                  <a:pt x="835" y="10003"/>
                </a:lnTo>
                <a:cubicBezTo>
                  <a:pt x="968" y="9769"/>
                  <a:pt x="1135" y="9603"/>
                  <a:pt x="1368" y="9469"/>
                </a:cubicBezTo>
                <a:lnTo>
                  <a:pt x="16479" y="763"/>
                </a:lnTo>
                <a:cubicBezTo>
                  <a:pt x="16579" y="688"/>
                  <a:pt x="16717" y="650"/>
                  <a:pt x="16850" y="650"/>
                </a:cubicBezTo>
                <a:close/>
                <a:moveTo>
                  <a:pt x="534" y="10603"/>
                </a:moveTo>
                <a:lnTo>
                  <a:pt x="5805" y="14106"/>
                </a:lnTo>
                <a:lnTo>
                  <a:pt x="401" y="22679"/>
                </a:lnTo>
                <a:lnTo>
                  <a:pt x="401" y="11237"/>
                </a:lnTo>
                <a:cubicBezTo>
                  <a:pt x="401" y="11037"/>
                  <a:pt x="468" y="10804"/>
                  <a:pt x="534" y="10603"/>
                </a:cubicBezTo>
                <a:close/>
                <a:moveTo>
                  <a:pt x="11676" y="11137"/>
                </a:moveTo>
                <a:lnTo>
                  <a:pt x="17380" y="13606"/>
                </a:lnTo>
                <a:cubicBezTo>
                  <a:pt x="17346" y="14239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3"/>
                  <a:pt x="9574" y="14940"/>
                  <a:pt x="9808" y="14540"/>
                </a:cubicBezTo>
                <a:lnTo>
                  <a:pt x="11676" y="11137"/>
                </a:lnTo>
                <a:close/>
                <a:moveTo>
                  <a:pt x="17005" y="0"/>
                </a:moveTo>
                <a:cubicBezTo>
                  <a:pt x="16843" y="0"/>
                  <a:pt x="16665" y="53"/>
                  <a:pt x="16479" y="163"/>
                </a:cubicBezTo>
                <a:lnTo>
                  <a:pt x="1368" y="8902"/>
                </a:lnTo>
                <a:cubicBezTo>
                  <a:pt x="501" y="9503"/>
                  <a:pt x="1" y="10470"/>
                  <a:pt x="1" y="11504"/>
                </a:cubicBezTo>
                <a:lnTo>
                  <a:pt x="1" y="23513"/>
                </a:lnTo>
                <a:cubicBezTo>
                  <a:pt x="1" y="24259"/>
                  <a:pt x="335" y="24709"/>
                  <a:pt x="823" y="24709"/>
                </a:cubicBezTo>
                <a:cubicBezTo>
                  <a:pt x="989" y="24709"/>
                  <a:pt x="1173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13" y="13205"/>
                </a:cubicBezTo>
                <a:lnTo>
                  <a:pt x="17813" y="1197"/>
                </a:lnTo>
                <a:cubicBezTo>
                  <a:pt x="17813" y="450"/>
                  <a:pt x="17479" y="0"/>
                  <a:pt x="1700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41">
            <a:extLst>
              <a:ext uri="{FF2B5EF4-FFF2-40B4-BE49-F238E27FC236}">
                <a16:creationId xmlns:a16="http://schemas.microsoft.com/office/drawing/2014/main" id="{CA52E405-A250-3927-3B48-40265697BA6C}"/>
              </a:ext>
            </a:extLst>
          </p:cNvPr>
          <p:cNvSpPr/>
          <p:nvPr/>
        </p:nvSpPr>
        <p:spPr>
          <a:xfrm>
            <a:off x="2164530" y="1593274"/>
            <a:ext cx="274904" cy="381308"/>
          </a:xfrm>
          <a:custGeom>
            <a:avLst/>
            <a:gdLst/>
            <a:ahLst/>
            <a:cxnLst/>
            <a:rect l="l" t="t" r="r" b="b"/>
            <a:pathLst>
              <a:path w="17814" h="24709" extrusionOk="0">
                <a:moveTo>
                  <a:pt x="17280" y="930"/>
                </a:moveTo>
                <a:cubicBezTo>
                  <a:pt x="17346" y="1097"/>
                  <a:pt x="17380" y="1263"/>
                  <a:pt x="17380" y="1464"/>
                </a:cubicBezTo>
                <a:lnTo>
                  <a:pt x="17380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6850" y="650"/>
                </a:moveTo>
                <a:cubicBezTo>
                  <a:pt x="16894" y="650"/>
                  <a:pt x="16938" y="655"/>
                  <a:pt x="16979" y="663"/>
                </a:cubicBezTo>
                <a:lnTo>
                  <a:pt x="9474" y="14273"/>
                </a:lnTo>
                <a:cubicBezTo>
                  <a:pt x="9243" y="14735"/>
                  <a:pt x="8874" y="15019"/>
                  <a:pt x="8579" y="15019"/>
                </a:cubicBezTo>
                <a:cubicBezTo>
                  <a:pt x="8491" y="15019"/>
                  <a:pt x="8409" y="14994"/>
                  <a:pt x="8340" y="14940"/>
                </a:cubicBezTo>
                <a:lnTo>
                  <a:pt x="835" y="10003"/>
                </a:lnTo>
                <a:cubicBezTo>
                  <a:pt x="968" y="9769"/>
                  <a:pt x="1135" y="9603"/>
                  <a:pt x="1368" y="9469"/>
                </a:cubicBezTo>
                <a:lnTo>
                  <a:pt x="16479" y="763"/>
                </a:lnTo>
                <a:cubicBezTo>
                  <a:pt x="16579" y="688"/>
                  <a:pt x="16717" y="650"/>
                  <a:pt x="16850" y="650"/>
                </a:cubicBezTo>
                <a:close/>
                <a:moveTo>
                  <a:pt x="534" y="10603"/>
                </a:moveTo>
                <a:lnTo>
                  <a:pt x="5805" y="14106"/>
                </a:lnTo>
                <a:lnTo>
                  <a:pt x="401" y="22679"/>
                </a:lnTo>
                <a:lnTo>
                  <a:pt x="401" y="11237"/>
                </a:lnTo>
                <a:cubicBezTo>
                  <a:pt x="401" y="11037"/>
                  <a:pt x="468" y="10804"/>
                  <a:pt x="534" y="10603"/>
                </a:cubicBezTo>
                <a:close/>
                <a:moveTo>
                  <a:pt x="11676" y="11137"/>
                </a:moveTo>
                <a:lnTo>
                  <a:pt x="17380" y="13606"/>
                </a:lnTo>
                <a:cubicBezTo>
                  <a:pt x="17346" y="14239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3"/>
                  <a:pt x="9574" y="14940"/>
                  <a:pt x="9808" y="14540"/>
                </a:cubicBezTo>
                <a:lnTo>
                  <a:pt x="11676" y="11137"/>
                </a:lnTo>
                <a:close/>
                <a:moveTo>
                  <a:pt x="17005" y="0"/>
                </a:moveTo>
                <a:cubicBezTo>
                  <a:pt x="16843" y="0"/>
                  <a:pt x="16665" y="53"/>
                  <a:pt x="16479" y="163"/>
                </a:cubicBezTo>
                <a:lnTo>
                  <a:pt x="1368" y="8902"/>
                </a:lnTo>
                <a:cubicBezTo>
                  <a:pt x="501" y="9503"/>
                  <a:pt x="1" y="10470"/>
                  <a:pt x="1" y="11504"/>
                </a:cubicBezTo>
                <a:lnTo>
                  <a:pt x="1" y="23513"/>
                </a:lnTo>
                <a:cubicBezTo>
                  <a:pt x="1" y="24259"/>
                  <a:pt x="335" y="24709"/>
                  <a:pt x="823" y="24709"/>
                </a:cubicBezTo>
                <a:cubicBezTo>
                  <a:pt x="989" y="24709"/>
                  <a:pt x="1173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13" y="13205"/>
                </a:cubicBezTo>
                <a:lnTo>
                  <a:pt x="17813" y="1197"/>
                </a:lnTo>
                <a:cubicBezTo>
                  <a:pt x="17813" y="450"/>
                  <a:pt x="17479" y="0"/>
                  <a:pt x="1700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41">
            <a:extLst>
              <a:ext uri="{FF2B5EF4-FFF2-40B4-BE49-F238E27FC236}">
                <a16:creationId xmlns:a16="http://schemas.microsoft.com/office/drawing/2014/main" id="{B2FAD9C3-60E5-1446-D152-0ED30B44F9E7}"/>
              </a:ext>
            </a:extLst>
          </p:cNvPr>
          <p:cNvSpPr/>
          <p:nvPr/>
        </p:nvSpPr>
        <p:spPr>
          <a:xfrm>
            <a:off x="2402352" y="1574740"/>
            <a:ext cx="275414" cy="381308"/>
          </a:xfrm>
          <a:custGeom>
            <a:avLst/>
            <a:gdLst/>
            <a:ahLst/>
            <a:cxnLst/>
            <a:rect l="l" t="t" r="r" b="b"/>
            <a:pathLst>
              <a:path w="17847" h="24709" extrusionOk="0">
                <a:moveTo>
                  <a:pt x="17280" y="930"/>
                </a:moveTo>
                <a:cubicBezTo>
                  <a:pt x="17380" y="1097"/>
                  <a:pt x="17413" y="1264"/>
                  <a:pt x="17413" y="1464"/>
                </a:cubicBezTo>
                <a:lnTo>
                  <a:pt x="17413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1642" y="11171"/>
                </a:moveTo>
                <a:lnTo>
                  <a:pt x="17380" y="13606"/>
                </a:lnTo>
                <a:cubicBezTo>
                  <a:pt x="17346" y="14273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4"/>
                  <a:pt x="9574" y="14940"/>
                  <a:pt x="9774" y="14573"/>
                </a:cubicBezTo>
                <a:lnTo>
                  <a:pt x="11642" y="11171"/>
                </a:lnTo>
                <a:close/>
                <a:moveTo>
                  <a:pt x="17010" y="1"/>
                </a:moveTo>
                <a:cubicBezTo>
                  <a:pt x="16845" y="1"/>
                  <a:pt x="16665" y="53"/>
                  <a:pt x="16479" y="163"/>
                </a:cubicBezTo>
                <a:lnTo>
                  <a:pt x="3570" y="7635"/>
                </a:lnTo>
                <a:lnTo>
                  <a:pt x="3570" y="8202"/>
                </a:lnTo>
                <a:lnTo>
                  <a:pt x="16479" y="763"/>
                </a:lnTo>
                <a:cubicBezTo>
                  <a:pt x="16604" y="688"/>
                  <a:pt x="16729" y="651"/>
                  <a:pt x="16868" y="651"/>
                </a:cubicBezTo>
                <a:cubicBezTo>
                  <a:pt x="16915" y="651"/>
                  <a:pt x="16963" y="655"/>
                  <a:pt x="17013" y="663"/>
                </a:cubicBezTo>
                <a:lnTo>
                  <a:pt x="9507" y="14273"/>
                </a:lnTo>
                <a:cubicBezTo>
                  <a:pt x="9251" y="14735"/>
                  <a:pt x="8895" y="15019"/>
                  <a:pt x="8593" y="15019"/>
                </a:cubicBezTo>
                <a:cubicBezTo>
                  <a:pt x="8502" y="15019"/>
                  <a:pt x="8417" y="14994"/>
                  <a:pt x="8340" y="14940"/>
                </a:cubicBezTo>
                <a:lnTo>
                  <a:pt x="3570" y="11771"/>
                </a:lnTo>
                <a:lnTo>
                  <a:pt x="3570" y="12572"/>
                </a:lnTo>
                <a:lnTo>
                  <a:pt x="5838" y="14106"/>
                </a:lnTo>
                <a:lnTo>
                  <a:pt x="434" y="22679"/>
                </a:lnTo>
                <a:lnTo>
                  <a:pt x="434" y="18676"/>
                </a:lnTo>
                <a:lnTo>
                  <a:pt x="1" y="18943"/>
                </a:lnTo>
                <a:lnTo>
                  <a:pt x="1" y="23513"/>
                </a:lnTo>
                <a:cubicBezTo>
                  <a:pt x="1" y="24259"/>
                  <a:pt x="353" y="24709"/>
                  <a:pt x="837" y="24709"/>
                </a:cubicBezTo>
                <a:cubicBezTo>
                  <a:pt x="1002" y="24709"/>
                  <a:pt x="1182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47" y="13205"/>
                </a:cubicBezTo>
                <a:lnTo>
                  <a:pt x="17847" y="1197"/>
                </a:lnTo>
                <a:cubicBezTo>
                  <a:pt x="17847" y="450"/>
                  <a:pt x="17494" y="1"/>
                  <a:pt x="17010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1">
            <a:extLst>
              <a:ext uri="{FF2B5EF4-FFF2-40B4-BE49-F238E27FC236}">
                <a16:creationId xmlns:a16="http://schemas.microsoft.com/office/drawing/2014/main" id="{7726A491-DA27-9903-6F65-67FF1BA2DD0B}"/>
              </a:ext>
            </a:extLst>
          </p:cNvPr>
          <p:cNvSpPr/>
          <p:nvPr/>
        </p:nvSpPr>
        <p:spPr>
          <a:xfrm>
            <a:off x="5973719" y="401695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>
            <a:extLst>
              <a:ext uri="{FF2B5EF4-FFF2-40B4-BE49-F238E27FC236}">
                <a16:creationId xmlns:a16="http://schemas.microsoft.com/office/drawing/2014/main" id="{2EBC17E0-A883-652D-7B51-B49FD448E289}"/>
              </a:ext>
            </a:extLst>
          </p:cNvPr>
          <p:cNvSpPr/>
          <p:nvPr/>
        </p:nvSpPr>
        <p:spPr>
          <a:xfrm>
            <a:off x="7346449" y="3370383"/>
            <a:ext cx="631645" cy="631740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41">
            <a:extLst>
              <a:ext uri="{FF2B5EF4-FFF2-40B4-BE49-F238E27FC236}">
                <a16:creationId xmlns:a16="http://schemas.microsoft.com/office/drawing/2014/main" id="{71C6C019-AA1A-65AE-EB36-4CE043F7B5E6}"/>
              </a:ext>
            </a:extLst>
          </p:cNvPr>
          <p:cNvSpPr/>
          <p:nvPr/>
        </p:nvSpPr>
        <p:spPr>
          <a:xfrm rot="2036805">
            <a:off x="4947780" y="3366771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41">
            <a:extLst>
              <a:ext uri="{FF2B5EF4-FFF2-40B4-BE49-F238E27FC236}">
                <a16:creationId xmlns:a16="http://schemas.microsoft.com/office/drawing/2014/main" id="{2AEA6D37-A50A-D823-9859-B04DE613F403}"/>
              </a:ext>
            </a:extLst>
          </p:cNvPr>
          <p:cNvSpPr/>
          <p:nvPr/>
        </p:nvSpPr>
        <p:spPr>
          <a:xfrm>
            <a:off x="6692777" y="4059949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41">
            <a:extLst>
              <a:ext uri="{FF2B5EF4-FFF2-40B4-BE49-F238E27FC236}">
                <a16:creationId xmlns:a16="http://schemas.microsoft.com/office/drawing/2014/main" id="{365A0AB9-7210-87AA-E960-ADCE88A5E36F}"/>
              </a:ext>
            </a:extLst>
          </p:cNvPr>
          <p:cNvSpPr/>
          <p:nvPr/>
        </p:nvSpPr>
        <p:spPr>
          <a:xfrm>
            <a:off x="1961244" y="93240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1">
            <a:extLst>
              <a:ext uri="{FF2B5EF4-FFF2-40B4-BE49-F238E27FC236}">
                <a16:creationId xmlns:a16="http://schemas.microsoft.com/office/drawing/2014/main" id="{DC809B4A-FDD7-43F6-E0A4-1B0C6473D306}"/>
              </a:ext>
            </a:extLst>
          </p:cNvPr>
          <p:cNvSpPr/>
          <p:nvPr/>
        </p:nvSpPr>
        <p:spPr>
          <a:xfrm>
            <a:off x="2762265" y="786574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B59E8-0EFF-F2DD-6615-41C15123DE78}"/>
              </a:ext>
            </a:extLst>
          </p:cNvPr>
          <p:cNvSpPr txBox="1"/>
          <p:nvPr/>
        </p:nvSpPr>
        <p:spPr>
          <a:xfrm>
            <a:off x="4361550" y="139194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70% learners quit online courses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FA932E-4A9F-5277-3876-35D6068D8E15}"/>
              </a:ext>
            </a:extLst>
          </p:cNvPr>
          <p:cNvSpPr txBox="1"/>
          <p:nvPr/>
        </p:nvSpPr>
        <p:spPr>
          <a:xfrm>
            <a:off x="-991414" y="561194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Wasting time on known courses</a:t>
            </a:r>
          </a:p>
        </p:txBody>
      </p:sp>
    </p:spTree>
    <p:extLst>
      <p:ext uri="{BB962C8B-B14F-4D97-AF65-F5344CB8AC3E}">
        <p14:creationId xmlns:p14="http://schemas.microsoft.com/office/powerpoint/2010/main" val="875302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72">
          <a:extLst>
            <a:ext uri="{FF2B5EF4-FFF2-40B4-BE49-F238E27FC236}">
              <a16:creationId xmlns:a16="http://schemas.microsoft.com/office/drawing/2014/main" id="{B6F09D93-419B-2B1F-D44A-8337FFC6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">
            <a:extLst>
              <a:ext uri="{FF2B5EF4-FFF2-40B4-BE49-F238E27FC236}">
                <a16:creationId xmlns:a16="http://schemas.microsoft.com/office/drawing/2014/main" id="{3D887C22-D4D5-7F74-65CA-57D0D66065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1550" y="432361"/>
            <a:ext cx="4067400" cy="8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</a:t>
            </a:r>
            <a:r>
              <a:rPr lang="en-US" b="0" dirty="0"/>
              <a:t>PROBLEM</a:t>
            </a:r>
          </a:p>
        </p:txBody>
      </p:sp>
      <p:sp>
        <p:nvSpPr>
          <p:cNvPr id="575" name="Google Shape;575;p41">
            <a:extLst>
              <a:ext uri="{FF2B5EF4-FFF2-40B4-BE49-F238E27FC236}">
                <a16:creationId xmlns:a16="http://schemas.microsoft.com/office/drawing/2014/main" id="{946478FF-ABA2-D5C8-031E-F6802578072E}"/>
              </a:ext>
            </a:extLst>
          </p:cNvPr>
          <p:cNvSpPr/>
          <p:nvPr/>
        </p:nvSpPr>
        <p:spPr>
          <a:xfrm>
            <a:off x="720102" y="2785406"/>
            <a:ext cx="3126694" cy="1823313"/>
          </a:xfrm>
          <a:custGeom>
            <a:avLst/>
            <a:gdLst/>
            <a:ahLst/>
            <a:cxnLst/>
            <a:rect l="l" t="t" r="r" b="b"/>
            <a:pathLst>
              <a:path w="202612" h="118152" extrusionOk="0">
                <a:moveTo>
                  <a:pt x="101306" y="0"/>
                </a:moveTo>
                <a:cubicBezTo>
                  <a:pt x="45366" y="0"/>
                  <a:pt x="0" y="26452"/>
                  <a:pt x="0" y="59076"/>
                </a:cubicBezTo>
                <a:cubicBezTo>
                  <a:pt x="0" y="91732"/>
                  <a:pt x="45366" y="118151"/>
                  <a:pt x="101306" y="118151"/>
                </a:cubicBezTo>
                <a:cubicBezTo>
                  <a:pt x="157246" y="118151"/>
                  <a:pt x="202612" y="91732"/>
                  <a:pt x="202612" y="59076"/>
                </a:cubicBezTo>
                <a:cubicBezTo>
                  <a:pt x="202612" y="26452"/>
                  <a:pt x="157246" y="0"/>
                  <a:pt x="10130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3BB032CC-026B-3FAF-6226-39328C5FB5FC}"/>
              </a:ext>
            </a:extLst>
          </p:cNvPr>
          <p:cNvSpPr/>
          <p:nvPr/>
        </p:nvSpPr>
        <p:spPr>
          <a:xfrm>
            <a:off x="2663337" y="3761907"/>
            <a:ext cx="908061" cy="524562"/>
          </a:xfrm>
          <a:custGeom>
            <a:avLst/>
            <a:gdLst/>
            <a:ahLst/>
            <a:cxnLst/>
            <a:rect l="l" t="t" r="r" b="b"/>
            <a:pathLst>
              <a:path w="58843" h="33992" extrusionOk="0">
                <a:moveTo>
                  <a:pt x="29422" y="1"/>
                </a:moveTo>
                <a:cubicBezTo>
                  <a:pt x="13177" y="1"/>
                  <a:pt x="1" y="7606"/>
                  <a:pt x="1" y="17013"/>
                </a:cubicBezTo>
                <a:cubicBezTo>
                  <a:pt x="1" y="26386"/>
                  <a:pt x="13177" y="33992"/>
                  <a:pt x="29422" y="33992"/>
                </a:cubicBezTo>
                <a:cubicBezTo>
                  <a:pt x="45667" y="33992"/>
                  <a:pt x="58843" y="26386"/>
                  <a:pt x="58843" y="17013"/>
                </a:cubicBezTo>
                <a:cubicBezTo>
                  <a:pt x="58843" y="7606"/>
                  <a:pt x="45667" y="1"/>
                  <a:pt x="29422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1">
            <a:extLst>
              <a:ext uri="{FF2B5EF4-FFF2-40B4-BE49-F238E27FC236}">
                <a16:creationId xmlns:a16="http://schemas.microsoft.com/office/drawing/2014/main" id="{3A6ADAF1-C223-6822-AD03-C3CEB4D2309A}"/>
              </a:ext>
            </a:extLst>
          </p:cNvPr>
          <p:cNvSpPr/>
          <p:nvPr/>
        </p:nvSpPr>
        <p:spPr>
          <a:xfrm>
            <a:off x="896149" y="1660341"/>
            <a:ext cx="1051686" cy="2745340"/>
          </a:xfrm>
          <a:custGeom>
            <a:avLst/>
            <a:gdLst/>
            <a:ahLst/>
            <a:cxnLst/>
            <a:rect l="l" t="t" r="r" b="b"/>
            <a:pathLst>
              <a:path w="68150" h="177900" extrusionOk="0">
                <a:moveTo>
                  <a:pt x="61543" y="1"/>
                </a:moveTo>
                <a:cubicBezTo>
                  <a:pt x="60609" y="1"/>
                  <a:pt x="59632" y="214"/>
                  <a:pt x="58709" y="753"/>
                </a:cubicBezTo>
                <a:lnTo>
                  <a:pt x="3870" y="32376"/>
                </a:lnTo>
                <a:cubicBezTo>
                  <a:pt x="1735" y="33644"/>
                  <a:pt x="1" y="36646"/>
                  <a:pt x="1" y="39114"/>
                </a:cubicBezTo>
                <a:lnTo>
                  <a:pt x="1" y="171909"/>
                </a:lnTo>
                <a:cubicBezTo>
                  <a:pt x="1" y="174411"/>
                  <a:pt x="1535" y="175845"/>
                  <a:pt x="3069" y="176713"/>
                </a:cubicBezTo>
                <a:cubicBezTo>
                  <a:pt x="4058" y="177284"/>
                  <a:pt x="5540" y="177899"/>
                  <a:pt x="7046" y="177899"/>
                </a:cubicBezTo>
                <a:cubicBezTo>
                  <a:pt x="7826" y="177899"/>
                  <a:pt x="8612" y="177734"/>
                  <a:pt x="9341" y="177313"/>
                </a:cubicBezTo>
                <a:lnTo>
                  <a:pt x="64180" y="145624"/>
                </a:lnTo>
                <a:cubicBezTo>
                  <a:pt x="66648" y="144323"/>
                  <a:pt x="68149" y="141721"/>
                  <a:pt x="68049" y="138919"/>
                </a:cubicBezTo>
                <a:lnTo>
                  <a:pt x="68049" y="6124"/>
                </a:lnTo>
                <a:cubicBezTo>
                  <a:pt x="68049" y="2688"/>
                  <a:pt x="66348" y="1754"/>
                  <a:pt x="64847" y="887"/>
                </a:cubicBezTo>
                <a:cubicBezTo>
                  <a:pt x="63985" y="389"/>
                  <a:pt x="62804" y="1"/>
                  <a:pt x="6154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41">
            <a:extLst>
              <a:ext uri="{FF2B5EF4-FFF2-40B4-BE49-F238E27FC236}">
                <a16:creationId xmlns:a16="http://schemas.microsoft.com/office/drawing/2014/main" id="{E607B8D0-88B1-0A29-2A8F-6A616D624901}"/>
              </a:ext>
            </a:extLst>
          </p:cNvPr>
          <p:cNvSpPr/>
          <p:nvPr/>
        </p:nvSpPr>
        <p:spPr>
          <a:xfrm>
            <a:off x="896149" y="2204749"/>
            <a:ext cx="1042411" cy="2200933"/>
          </a:xfrm>
          <a:custGeom>
            <a:avLst/>
            <a:gdLst/>
            <a:ahLst/>
            <a:cxnLst/>
            <a:rect l="l" t="t" r="r" b="b"/>
            <a:pathLst>
              <a:path w="67549" h="142622" extrusionOk="0">
                <a:moveTo>
                  <a:pt x="1135" y="0"/>
                </a:moveTo>
                <a:cubicBezTo>
                  <a:pt x="434" y="1168"/>
                  <a:pt x="34" y="2469"/>
                  <a:pt x="1" y="3836"/>
                </a:cubicBezTo>
                <a:lnTo>
                  <a:pt x="1" y="136631"/>
                </a:lnTo>
                <a:cubicBezTo>
                  <a:pt x="1" y="139133"/>
                  <a:pt x="1535" y="140567"/>
                  <a:pt x="3069" y="141435"/>
                </a:cubicBezTo>
                <a:cubicBezTo>
                  <a:pt x="4058" y="142006"/>
                  <a:pt x="5540" y="142621"/>
                  <a:pt x="7046" y="142621"/>
                </a:cubicBezTo>
                <a:cubicBezTo>
                  <a:pt x="7826" y="142621"/>
                  <a:pt x="8612" y="142456"/>
                  <a:pt x="9341" y="142035"/>
                </a:cubicBezTo>
                <a:lnTo>
                  <a:pt x="64180" y="110346"/>
                </a:lnTo>
                <a:cubicBezTo>
                  <a:pt x="65714" y="109512"/>
                  <a:pt x="66882" y="108211"/>
                  <a:pt x="67549" y="106610"/>
                </a:cubicBezTo>
                <a:lnTo>
                  <a:pt x="67315" y="106476"/>
                </a:lnTo>
                <a:lnTo>
                  <a:pt x="64580" y="104909"/>
                </a:lnTo>
                <a:lnTo>
                  <a:pt x="8173" y="137465"/>
                </a:lnTo>
                <a:lnTo>
                  <a:pt x="8173" y="4070"/>
                </a:lnTo>
                <a:lnTo>
                  <a:pt x="1135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1373DA17-D419-DBB4-5E55-52AE833F1EFC}"/>
              </a:ext>
            </a:extLst>
          </p:cNvPr>
          <p:cNvSpPr/>
          <p:nvPr/>
        </p:nvSpPr>
        <p:spPr>
          <a:xfrm>
            <a:off x="993957" y="1730495"/>
            <a:ext cx="938431" cy="2648150"/>
          </a:xfrm>
          <a:custGeom>
            <a:avLst/>
            <a:gdLst/>
            <a:ahLst/>
            <a:cxnLst/>
            <a:rect l="l" t="t" r="r" b="b"/>
            <a:pathLst>
              <a:path w="60811" h="171602" extrusionOk="0">
                <a:moveTo>
                  <a:pt x="59102" y="0"/>
                </a:moveTo>
                <a:cubicBezTo>
                  <a:pt x="58693" y="0"/>
                  <a:pt x="58231" y="132"/>
                  <a:pt x="57742" y="410"/>
                </a:cubicBezTo>
                <a:lnTo>
                  <a:pt x="2736" y="32167"/>
                </a:lnTo>
                <a:cubicBezTo>
                  <a:pt x="1135" y="33234"/>
                  <a:pt x="101" y="34969"/>
                  <a:pt x="0" y="36903"/>
                </a:cubicBezTo>
                <a:lnTo>
                  <a:pt x="0" y="168631"/>
                </a:lnTo>
                <a:cubicBezTo>
                  <a:pt x="0" y="170503"/>
                  <a:pt x="960" y="171601"/>
                  <a:pt x="2330" y="171601"/>
                </a:cubicBezTo>
                <a:cubicBezTo>
                  <a:pt x="2888" y="171601"/>
                  <a:pt x="3513" y="171419"/>
                  <a:pt x="4170" y="171033"/>
                </a:cubicBezTo>
                <a:lnTo>
                  <a:pt x="57742" y="140144"/>
                </a:lnTo>
                <a:cubicBezTo>
                  <a:pt x="59543" y="138943"/>
                  <a:pt x="60710" y="136942"/>
                  <a:pt x="60811" y="134773"/>
                </a:cubicBezTo>
                <a:lnTo>
                  <a:pt x="60811" y="2212"/>
                </a:lnTo>
                <a:cubicBezTo>
                  <a:pt x="60811" y="810"/>
                  <a:pt x="60117" y="0"/>
                  <a:pt x="59102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4E9E005E-F52F-B59C-E54C-1D513D682F6C}"/>
              </a:ext>
            </a:extLst>
          </p:cNvPr>
          <p:cNvSpPr/>
          <p:nvPr/>
        </p:nvSpPr>
        <p:spPr>
          <a:xfrm>
            <a:off x="1035654" y="1820802"/>
            <a:ext cx="855546" cy="2467689"/>
          </a:xfrm>
          <a:custGeom>
            <a:avLst/>
            <a:gdLst/>
            <a:ahLst/>
            <a:cxnLst/>
            <a:rect l="l" t="t" r="r" b="b"/>
            <a:pathLst>
              <a:path w="55440" h="159908" extrusionOk="0">
                <a:moveTo>
                  <a:pt x="53387" y="0"/>
                </a:moveTo>
                <a:cubicBezTo>
                  <a:pt x="52897" y="0"/>
                  <a:pt x="52348" y="159"/>
                  <a:pt x="51771" y="496"/>
                </a:cubicBezTo>
                <a:lnTo>
                  <a:pt x="51470" y="663"/>
                </a:lnTo>
                <a:lnTo>
                  <a:pt x="37827" y="8535"/>
                </a:lnTo>
                <a:lnTo>
                  <a:pt x="37727" y="8602"/>
                </a:lnTo>
                <a:cubicBezTo>
                  <a:pt x="37227" y="8935"/>
                  <a:pt x="36927" y="9502"/>
                  <a:pt x="36893" y="10103"/>
                </a:cubicBezTo>
                <a:cubicBezTo>
                  <a:pt x="36860" y="10770"/>
                  <a:pt x="36493" y="11371"/>
                  <a:pt x="35926" y="11737"/>
                </a:cubicBezTo>
                <a:lnTo>
                  <a:pt x="19681" y="21111"/>
                </a:lnTo>
                <a:cubicBezTo>
                  <a:pt x="19506" y="21204"/>
                  <a:pt x="19343" y="21249"/>
                  <a:pt x="19202" y="21249"/>
                </a:cubicBezTo>
                <a:cubicBezTo>
                  <a:pt x="18887" y="21249"/>
                  <a:pt x="18680" y="21025"/>
                  <a:pt x="18680" y="20610"/>
                </a:cubicBezTo>
                <a:cubicBezTo>
                  <a:pt x="18680" y="20212"/>
                  <a:pt x="18483" y="19979"/>
                  <a:pt x="18192" y="19979"/>
                </a:cubicBezTo>
                <a:cubicBezTo>
                  <a:pt x="18069" y="19979"/>
                  <a:pt x="17929" y="20021"/>
                  <a:pt x="17780" y="20110"/>
                </a:cubicBezTo>
                <a:lnTo>
                  <a:pt x="16879" y="20610"/>
                </a:lnTo>
                <a:lnTo>
                  <a:pt x="2936" y="28683"/>
                </a:lnTo>
                <a:cubicBezTo>
                  <a:pt x="2702" y="28783"/>
                  <a:pt x="2502" y="28950"/>
                  <a:pt x="2335" y="29083"/>
                </a:cubicBezTo>
                <a:lnTo>
                  <a:pt x="2069" y="29350"/>
                </a:lnTo>
                <a:cubicBezTo>
                  <a:pt x="834" y="30484"/>
                  <a:pt x="100" y="32085"/>
                  <a:pt x="0" y="33753"/>
                </a:cubicBezTo>
                <a:lnTo>
                  <a:pt x="0" y="157809"/>
                </a:lnTo>
                <a:cubicBezTo>
                  <a:pt x="0" y="159136"/>
                  <a:pt x="658" y="159908"/>
                  <a:pt x="1624" y="159908"/>
                </a:cubicBezTo>
                <a:cubicBezTo>
                  <a:pt x="2018" y="159908"/>
                  <a:pt x="2463" y="159780"/>
                  <a:pt x="2936" y="159510"/>
                </a:cubicBezTo>
                <a:lnTo>
                  <a:pt x="52505" y="130856"/>
                </a:lnTo>
                <a:cubicBezTo>
                  <a:pt x="54239" y="129722"/>
                  <a:pt x="55307" y="127854"/>
                  <a:pt x="55440" y="125786"/>
                </a:cubicBezTo>
                <a:lnTo>
                  <a:pt x="55440" y="2631"/>
                </a:lnTo>
                <a:cubicBezTo>
                  <a:pt x="55440" y="969"/>
                  <a:pt x="54595" y="0"/>
                  <a:pt x="53387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0E4E4E55-D3B4-9C59-EE22-B48BF6158A87}"/>
              </a:ext>
            </a:extLst>
          </p:cNvPr>
          <p:cNvSpPr/>
          <p:nvPr/>
        </p:nvSpPr>
        <p:spPr>
          <a:xfrm>
            <a:off x="1035654" y="1833595"/>
            <a:ext cx="789667" cy="2386471"/>
          </a:xfrm>
          <a:custGeom>
            <a:avLst/>
            <a:gdLst/>
            <a:ahLst/>
            <a:cxnLst/>
            <a:rect l="l" t="t" r="r" b="b"/>
            <a:pathLst>
              <a:path w="51171" h="154645" extrusionOk="0">
                <a:moveTo>
                  <a:pt x="51170" y="1"/>
                </a:moveTo>
                <a:lnTo>
                  <a:pt x="37794" y="7706"/>
                </a:lnTo>
                <a:lnTo>
                  <a:pt x="37694" y="7773"/>
                </a:lnTo>
                <a:cubicBezTo>
                  <a:pt x="37194" y="8140"/>
                  <a:pt x="36893" y="8673"/>
                  <a:pt x="36860" y="9307"/>
                </a:cubicBezTo>
                <a:cubicBezTo>
                  <a:pt x="36793" y="9941"/>
                  <a:pt x="36460" y="10542"/>
                  <a:pt x="35893" y="10908"/>
                </a:cubicBezTo>
                <a:lnTo>
                  <a:pt x="19614" y="20282"/>
                </a:lnTo>
                <a:cubicBezTo>
                  <a:pt x="19447" y="20387"/>
                  <a:pt x="19289" y="20436"/>
                  <a:pt x="19151" y="20436"/>
                </a:cubicBezTo>
                <a:cubicBezTo>
                  <a:pt x="18851" y="20436"/>
                  <a:pt x="18647" y="20204"/>
                  <a:pt x="18647" y="19815"/>
                </a:cubicBezTo>
                <a:cubicBezTo>
                  <a:pt x="18647" y="19391"/>
                  <a:pt x="18448" y="19150"/>
                  <a:pt x="18155" y="19150"/>
                </a:cubicBezTo>
                <a:cubicBezTo>
                  <a:pt x="18033" y="19150"/>
                  <a:pt x="17894" y="19193"/>
                  <a:pt x="17746" y="19281"/>
                </a:cubicBezTo>
                <a:lnTo>
                  <a:pt x="16846" y="19815"/>
                </a:lnTo>
                <a:lnTo>
                  <a:pt x="2936" y="27887"/>
                </a:lnTo>
                <a:cubicBezTo>
                  <a:pt x="2702" y="27987"/>
                  <a:pt x="2502" y="28121"/>
                  <a:pt x="2335" y="28288"/>
                </a:cubicBezTo>
                <a:lnTo>
                  <a:pt x="2035" y="28554"/>
                </a:lnTo>
                <a:cubicBezTo>
                  <a:pt x="834" y="29689"/>
                  <a:pt x="67" y="31290"/>
                  <a:pt x="0" y="32958"/>
                </a:cubicBezTo>
                <a:lnTo>
                  <a:pt x="0" y="154645"/>
                </a:lnTo>
                <a:lnTo>
                  <a:pt x="48268" y="126758"/>
                </a:lnTo>
                <a:cubicBezTo>
                  <a:pt x="49969" y="125624"/>
                  <a:pt x="51070" y="123723"/>
                  <a:pt x="51170" y="121688"/>
                </a:cubicBezTo>
                <a:lnTo>
                  <a:pt x="51170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1">
            <a:extLst>
              <a:ext uri="{FF2B5EF4-FFF2-40B4-BE49-F238E27FC236}">
                <a16:creationId xmlns:a16="http://schemas.microsoft.com/office/drawing/2014/main" id="{88B8B8B6-4B92-E79D-8A7F-6DCD8832140E}"/>
              </a:ext>
            </a:extLst>
          </p:cNvPr>
          <p:cNvSpPr/>
          <p:nvPr/>
        </p:nvSpPr>
        <p:spPr>
          <a:xfrm>
            <a:off x="1364585" y="2002035"/>
            <a:ext cx="140029" cy="96974"/>
          </a:xfrm>
          <a:custGeom>
            <a:avLst/>
            <a:gdLst/>
            <a:ahLst/>
            <a:cxnLst/>
            <a:rect l="l" t="t" r="r" b="b"/>
            <a:pathLst>
              <a:path w="9074" h="6284" extrusionOk="0">
                <a:moveTo>
                  <a:pt x="8659" y="1"/>
                </a:moveTo>
                <a:cubicBezTo>
                  <a:pt x="8543" y="1"/>
                  <a:pt x="8412" y="42"/>
                  <a:pt x="8273" y="127"/>
                </a:cubicBezTo>
                <a:lnTo>
                  <a:pt x="801" y="4430"/>
                </a:lnTo>
                <a:cubicBezTo>
                  <a:pt x="334" y="4697"/>
                  <a:pt x="34" y="5197"/>
                  <a:pt x="1" y="5731"/>
                </a:cubicBezTo>
                <a:cubicBezTo>
                  <a:pt x="1" y="6080"/>
                  <a:pt x="179" y="6283"/>
                  <a:pt x="435" y="6283"/>
                </a:cubicBezTo>
                <a:cubicBezTo>
                  <a:pt x="545" y="6283"/>
                  <a:pt x="670" y="6245"/>
                  <a:pt x="801" y="6165"/>
                </a:cubicBezTo>
                <a:lnTo>
                  <a:pt x="8273" y="1861"/>
                </a:lnTo>
                <a:cubicBezTo>
                  <a:pt x="8707" y="1561"/>
                  <a:pt x="9007" y="1061"/>
                  <a:pt x="9074" y="527"/>
                </a:cubicBezTo>
                <a:cubicBezTo>
                  <a:pt x="9074" y="187"/>
                  <a:pt x="8904" y="1"/>
                  <a:pt x="865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1">
            <a:extLst>
              <a:ext uri="{FF2B5EF4-FFF2-40B4-BE49-F238E27FC236}">
                <a16:creationId xmlns:a16="http://schemas.microsoft.com/office/drawing/2014/main" id="{479D774A-15DA-662B-8585-3C43E352B24E}"/>
              </a:ext>
            </a:extLst>
          </p:cNvPr>
          <p:cNvSpPr/>
          <p:nvPr/>
        </p:nvSpPr>
        <p:spPr>
          <a:xfrm>
            <a:off x="1537037" y="1962328"/>
            <a:ext cx="28318" cy="36157"/>
          </a:xfrm>
          <a:custGeom>
            <a:avLst/>
            <a:gdLst/>
            <a:ahLst/>
            <a:cxnLst/>
            <a:rect l="l" t="t" r="r" b="b"/>
            <a:pathLst>
              <a:path w="1835" h="2343" extrusionOk="0">
                <a:moveTo>
                  <a:pt x="1317" y="1"/>
                </a:moveTo>
                <a:cubicBezTo>
                  <a:pt x="1190" y="1"/>
                  <a:pt x="1048" y="43"/>
                  <a:pt x="901" y="131"/>
                </a:cubicBezTo>
                <a:cubicBezTo>
                  <a:pt x="367" y="465"/>
                  <a:pt x="34" y="1065"/>
                  <a:pt x="0" y="1699"/>
                </a:cubicBezTo>
                <a:cubicBezTo>
                  <a:pt x="0" y="2108"/>
                  <a:pt x="208" y="2343"/>
                  <a:pt x="511" y="2343"/>
                </a:cubicBezTo>
                <a:cubicBezTo>
                  <a:pt x="629" y="2343"/>
                  <a:pt x="761" y="2308"/>
                  <a:pt x="901" y="2233"/>
                </a:cubicBezTo>
                <a:cubicBezTo>
                  <a:pt x="1435" y="1866"/>
                  <a:pt x="1768" y="1299"/>
                  <a:pt x="1835" y="665"/>
                </a:cubicBezTo>
                <a:cubicBezTo>
                  <a:pt x="1835" y="242"/>
                  <a:pt x="1619" y="1"/>
                  <a:pt x="131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41">
            <a:extLst>
              <a:ext uri="{FF2B5EF4-FFF2-40B4-BE49-F238E27FC236}">
                <a16:creationId xmlns:a16="http://schemas.microsoft.com/office/drawing/2014/main" id="{8DC62F43-F379-D07B-7962-AFFAE7AE4AD0}"/>
              </a:ext>
            </a:extLst>
          </p:cNvPr>
          <p:cNvSpPr/>
          <p:nvPr/>
        </p:nvSpPr>
        <p:spPr>
          <a:xfrm>
            <a:off x="913140" y="2466690"/>
            <a:ext cx="62299" cy="237081"/>
          </a:xfrm>
          <a:custGeom>
            <a:avLst/>
            <a:gdLst/>
            <a:ahLst/>
            <a:cxnLst/>
            <a:rect l="l" t="t" r="r" b="b"/>
            <a:pathLst>
              <a:path w="4037" h="15363" extrusionOk="0">
                <a:moveTo>
                  <a:pt x="1979" y="1"/>
                </a:moveTo>
                <a:cubicBezTo>
                  <a:pt x="1836" y="1"/>
                  <a:pt x="1693" y="36"/>
                  <a:pt x="1568" y="105"/>
                </a:cubicBezTo>
                <a:cubicBezTo>
                  <a:pt x="1401" y="205"/>
                  <a:pt x="668" y="605"/>
                  <a:pt x="501" y="739"/>
                </a:cubicBezTo>
                <a:cubicBezTo>
                  <a:pt x="167" y="972"/>
                  <a:pt x="0" y="1339"/>
                  <a:pt x="34" y="1740"/>
                </a:cubicBezTo>
                <a:lnTo>
                  <a:pt x="34" y="12581"/>
                </a:lnTo>
                <a:cubicBezTo>
                  <a:pt x="67" y="13615"/>
                  <a:pt x="601" y="14582"/>
                  <a:pt x="1468" y="15183"/>
                </a:cubicBezTo>
                <a:cubicBezTo>
                  <a:pt x="1648" y="15303"/>
                  <a:pt x="1840" y="15363"/>
                  <a:pt x="2037" y="15363"/>
                </a:cubicBezTo>
                <a:cubicBezTo>
                  <a:pt x="2169" y="15363"/>
                  <a:pt x="2302" y="15336"/>
                  <a:pt x="2435" y="15283"/>
                </a:cubicBezTo>
                <a:cubicBezTo>
                  <a:pt x="2636" y="15183"/>
                  <a:pt x="3336" y="14749"/>
                  <a:pt x="3536" y="14649"/>
                </a:cubicBezTo>
                <a:cubicBezTo>
                  <a:pt x="3870" y="14415"/>
                  <a:pt x="4037" y="14015"/>
                  <a:pt x="3970" y="13615"/>
                </a:cubicBezTo>
                <a:lnTo>
                  <a:pt x="3970" y="2774"/>
                </a:lnTo>
                <a:cubicBezTo>
                  <a:pt x="3937" y="1740"/>
                  <a:pt x="3403" y="772"/>
                  <a:pt x="2536" y="205"/>
                </a:cubicBezTo>
                <a:cubicBezTo>
                  <a:pt x="2380" y="69"/>
                  <a:pt x="2179" y="1"/>
                  <a:pt x="1979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41">
            <a:extLst>
              <a:ext uri="{FF2B5EF4-FFF2-40B4-BE49-F238E27FC236}">
                <a16:creationId xmlns:a16="http://schemas.microsoft.com/office/drawing/2014/main" id="{67075472-00FC-4FE3-60F8-6FEB40E72F2C}"/>
              </a:ext>
            </a:extLst>
          </p:cNvPr>
          <p:cNvSpPr/>
          <p:nvPr/>
        </p:nvSpPr>
        <p:spPr>
          <a:xfrm>
            <a:off x="913649" y="2476196"/>
            <a:ext cx="44290" cy="227714"/>
          </a:xfrm>
          <a:custGeom>
            <a:avLst/>
            <a:gdLst/>
            <a:ahLst/>
            <a:cxnLst/>
            <a:rect l="l" t="t" r="r" b="b"/>
            <a:pathLst>
              <a:path w="2870" h="14756" extrusionOk="0">
                <a:moveTo>
                  <a:pt x="823" y="1"/>
                </a:moveTo>
                <a:cubicBezTo>
                  <a:pt x="334" y="1"/>
                  <a:pt x="1" y="422"/>
                  <a:pt x="1" y="1124"/>
                </a:cubicBezTo>
                <a:lnTo>
                  <a:pt x="1" y="11965"/>
                </a:lnTo>
                <a:cubicBezTo>
                  <a:pt x="34" y="12999"/>
                  <a:pt x="568" y="13966"/>
                  <a:pt x="1435" y="14567"/>
                </a:cubicBezTo>
                <a:cubicBezTo>
                  <a:pt x="1655" y="14695"/>
                  <a:pt x="1862" y="14755"/>
                  <a:pt x="2047" y="14755"/>
                </a:cubicBezTo>
                <a:cubicBezTo>
                  <a:pt x="2536" y="14755"/>
                  <a:pt x="2869" y="14334"/>
                  <a:pt x="2869" y="13633"/>
                </a:cubicBezTo>
                <a:lnTo>
                  <a:pt x="2869" y="2791"/>
                </a:lnTo>
                <a:cubicBezTo>
                  <a:pt x="2836" y="1724"/>
                  <a:pt x="2302" y="790"/>
                  <a:pt x="1435" y="190"/>
                </a:cubicBezTo>
                <a:cubicBezTo>
                  <a:pt x="1215" y="61"/>
                  <a:pt x="1008" y="1"/>
                  <a:pt x="82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1">
            <a:extLst>
              <a:ext uri="{FF2B5EF4-FFF2-40B4-BE49-F238E27FC236}">
                <a16:creationId xmlns:a16="http://schemas.microsoft.com/office/drawing/2014/main" id="{48B6AD47-77AC-40C6-0091-F548776DE7D9}"/>
              </a:ext>
            </a:extLst>
          </p:cNvPr>
          <p:cNvSpPr/>
          <p:nvPr/>
        </p:nvSpPr>
        <p:spPr>
          <a:xfrm>
            <a:off x="913140" y="2759048"/>
            <a:ext cx="62299" cy="237112"/>
          </a:xfrm>
          <a:custGeom>
            <a:avLst/>
            <a:gdLst/>
            <a:ahLst/>
            <a:cxnLst/>
            <a:rect l="l" t="t" r="r" b="b"/>
            <a:pathLst>
              <a:path w="4037" h="15365" extrusionOk="0">
                <a:moveTo>
                  <a:pt x="1995" y="0"/>
                </a:moveTo>
                <a:cubicBezTo>
                  <a:pt x="1846" y="0"/>
                  <a:pt x="1698" y="35"/>
                  <a:pt x="1568" y="107"/>
                </a:cubicBezTo>
                <a:cubicBezTo>
                  <a:pt x="1401" y="207"/>
                  <a:pt x="668" y="607"/>
                  <a:pt x="501" y="741"/>
                </a:cubicBezTo>
                <a:cubicBezTo>
                  <a:pt x="167" y="974"/>
                  <a:pt x="0" y="1341"/>
                  <a:pt x="34" y="1741"/>
                </a:cubicBezTo>
                <a:lnTo>
                  <a:pt x="34" y="12583"/>
                </a:lnTo>
                <a:cubicBezTo>
                  <a:pt x="100" y="13617"/>
                  <a:pt x="601" y="14584"/>
                  <a:pt x="1468" y="15184"/>
                </a:cubicBezTo>
                <a:cubicBezTo>
                  <a:pt x="1648" y="15305"/>
                  <a:pt x="1840" y="15365"/>
                  <a:pt x="2037" y="15365"/>
                </a:cubicBezTo>
                <a:cubicBezTo>
                  <a:pt x="2169" y="15365"/>
                  <a:pt x="2302" y="15338"/>
                  <a:pt x="2435" y="15284"/>
                </a:cubicBezTo>
                <a:cubicBezTo>
                  <a:pt x="2636" y="15184"/>
                  <a:pt x="3336" y="14751"/>
                  <a:pt x="3536" y="14651"/>
                </a:cubicBezTo>
                <a:cubicBezTo>
                  <a:pt x="3870" y="14417"/>
                  <a:pt x="4037" y="14017"/>
                  <a:pt x="3970" y="13617"/>
                </a:cubicBezTo>
                <a:lnTo>
                  <a:pt x="3970" y="2776"/>
                </a:lnTo>
                <a:cubicBezTo>
                  <a:pt x="3937" y="1741"/>
                  <a:pt x="3403" y="774"/>
                  <a:pt x="2536" y="174"/>
                </a:cubicBezTo>
                <a:cubicBezTo>
                  <a:pt x="2384" y="60"/>
                  <a:pt x="2189" y="0"/>
                  <a:pt x="1995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1">
            <a:extLst>
              <a:ext uri="{FF2B5EF4-FFF2-40B4-BE49-F238E27FC236}">
                <a16:creationId xmlns:a16="http://schemas.microsoft.com/office/drawing/2014/main" id="{14B65BB1-FB07-3616-6053-0705089CCFD9}"/>
              </a:ext>
            </a:extLst>
          </p:cNvPr>
          <p:cNvSpPr/>
          <p:nvPr/>
        </p:nvSpPr>
        <p:spPr>
          <a:xfrm>
            <a:off x="913649" y="2768585"/>
            <a:ext cx="44290" cy="227698"/>
          </a:xfrm>
          <a:custGeom>
            <a:avLst/>
            <a:gdLst/>
            <a:ahLst/>
            <a:cxnLst/>
            <a:rect l="l" t="t" r="r" b="b"/>
            <a:pathLst>
              <a:path w="2870" h="14755" extrusionOk="0">
                <a:moveTo>
                  <a:pt x="823" y="1"/>
                </a:moveTo>
                <a:cubicBezTo>
                  <a:pt x="334" y="1"/>
                  <a:pt x="1" y="422"/>
                  <a:pt x="1" y="1123"/>
                </a:cubicBezTo>
                <a:lnTo>
                  <a:pt x="1" y="11965"/>
                </a:lnTo>
                <a:cubicBezTo>
                  <a:pt x="34" y="12999"/>
                  <a:pt x="568" y="13966"/>
                  <a:pt x="1435" y="14566"/>
                </a:cubicBezTo>
                <a:cubicBezTo>
                  <a:pt x="1655" y="14695"/>
                  <a:pt x="1862" y="14755"/>
                  <a:pt x="2047" y="14755"/>
                </a:cubicBezTo>
                <a:cubicBezTo>
                  <a:pt x="2536" y="14755"/>
                  <a:pt x="2869" y="14334"/>
                  <a:pt x="2869" y="13632"/>
                </a:cubicBezTo>
                <a:lnTo>
                  <a:pt x="2869" y="2791"/>
                </a:lnTo>
                <a:cubicBezTo>
                  <a:pt x="2836" y="1724"/>
                  <a:pt x="2302" y="757"/>
                  <a:pt x="1435" y="189"/>
                </a:cubicBezTo>
                <a:cubicBezTo>
                  <a:pt x="1215" y="61"/>
                  <a:pt x="1008" y="1"/>
                  <a:pt x="82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41">
            <a:extLst>
              <a:ext uri="{FF2B5EF4-FFF2-40B4-BE49-F238E27FC236}">
                <a16:creationId xmlns:a16="http://schemas.microsoft.com/office/drawing/2014/main" id="{3DB588B9-8C44-D317-12CC-CCAEFF35A643}"/>
              </a:ext>
            </a:extLst>
          </p:cNvPr>
          <p:cNvSpPr/>
          <p:nvPr/>
        </p:nvSpPr>
        <p:spPr>
          <a:xfrm>
            <a:off x="1187504" y="1921650"/>
            <a:ext cx="883864" cy="2513198"/>
          </a:xfrm>
          <a:custGeom>
            <a:avLst/>
            <a:gdLst/>
            <a:ahLst/>
            <a:cxnLst/>
            <a:rect l="l" t="t" r="r" b="b"/>
            <a:pathLst>
              <a:path w="57275" h="162857" extrusionOk="0">
                <a:moveTo>
                  <a:pt x="54171" y="0"/>
                </a:moveTo>
                <a:cubicBezTo>
                  <a:pt x="53679" y="0"/>
                  <a:pt x="53125" y="158"/>
                  <a:pt x="52538" y="499"/>
                </a:cubicBezTo>
                <a:lnTo>
                  <a:pt x="52238" y="699"/>
                </a:lnTo>
                <a:lnTo>
                  <a:pt x="38395" y="8672"/>
                </a:lnTo>
                <a:cubicBezTo>
                  <a:pt x="38328" y="8705"/>
                  <a:pt x="38328" y="8705"/>
                  <a:pt x="38295" y="8738"/>
                </a:cubicBezTo>
                <a:cubicBezTo>
                  <a:pt x="37794" y="9105"/>
                  <a:pt x="37494" y="9672"/>
                  <a:pt x="37461" y="10273"/>
                </a:cubicBezTo>
                <a:cubicBezTo>
                  <a:pt x="37394" y="10940"/>
                  <a:pt x="37027" y="11540"/>
                  <a:pt x="36460" y="11907"/>
                </a:cubicBezTo>
                <a:lnTo>
                  <a:pt x="19948" y="21447"/>
                </a:lnTo>
                <a:lnTo>
                  <a:pt x="19915" y="21447"/>
                </a:lnTo>
                <a:cubicBezTo>
                  <a:pt x="19948" y="21214"/>
                  <a:pt x="19848" y="21014"/>
                  <a:pt x="19648" y="20880"/>
                </a:cubicBezTo>
                <a:lnTo>
                  <a:pt x="18714" y="20313"/>
                </a:lnTo>
                <a:cubicBezTo>
                  <a:pt x="18622" y="20274"/>
                  <a:pt x="18530" y="20255"/>
                  <a:pt x="18440" y="20255"/>
                </a:cubicBezTo>
                <a:cubicBezTo>
                  <a:pt x="18302" y="20255"/>
                  <a:pt x="18168" y="20299"/>
                  <a:pt x="18047" y="20380"/>
                </a:cubicBezTo>
                <a:lnTo>
                  <a:pt x="17113" y="20914"/>
                </a:lnTo>
                <a:lnTo>
                  <a:pt x="2970" y="29086"/>
                </a:lnTo>
                <a:cubicBezTo>
                  <a:pt x="2769" y="29220"/>
                  <a:pt x="2569" y="29353"/>
                  <a:pt x="2369" y="29520"/>
                </a:cubicBezTo>
                <a:lnTo>
                  <a:pt x="2069" y="29753"/>
                </a:lnTo>
                <a:cubicBezTo>
                  <a:pt x="835" y="30954"/>
                  <a:pt x="101" y="32555"/>
                  <a:pt x="1" y="34257"/>
                </a:cubicBezTo>
                <a:lnTo>
                  <a:pt x="1" y="160180"/>
                </a:lnTo>
                <a:cubicBezTo>
                  <a:pt x="1" y="161114"/>
                  <a:pt x="334" y="161781"/>
                  <a:pt x="868" y="162115"/>
                </a:cubicBezTo>
                <a:lnTo>
                  <a:pt x="1835" y="162648"/>
                </a:lnTo>
                <a:cubicBezTo>
                  <a:pt x="2058" y="162787"/>
                  <a:pt x="2315" y="162857"/>
                  <a:pt x="2597" y="162857"/>
                </a:cubicBezTo>
                <a:cubicBezTo>
                  <a:pt x="2992" y="162857"/>
                  <a:pt x="3437" y="162721"/>
                  <a:pt x="3904" y="162448"/>
                </a:cubicBezTo>
                <a:lnTo>
                  <a:pt x="54239" y="133394"/>
                </a:lnTo>
                <a:cubicBezTo>
                  <a:pt x="56007" y="132260"/>
                  <a:pt x="57142" y="130325"/>
                  <a:pt x="57275" y="128257"/>
                </a:cubicBezTo>
                <a:lnTo>
                  <a:pt x="57275" y="3234"/>
                </a:lnTo>
                <a:cubicBezTo>
                  <a:pt x="57275" y="2033"/>
                  <a:pt x="56841" y="1200"/>
                  <a:pt x="56174" y="799"/>
                </a:cubicBezTo>
                <a:lnTo>
                  <a:pt x="55173" y="266"/>
                </a:lnTo>
                <a:cubicBezTo>
                  <a:pt x="54885" y="92"/>
                  <a:pt x="54546" y="0"/>
                  <a:pt x="541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41">
            <a:extLst>
              <a:ext uri="{FF2B5EF4-FFF2-40B4-BE49-F238E27FC236}">
                <a16:creationId xmlns:a16="http://schemas.microsoft.com/office/drawing/2014/main" id="{B347DCAE-E910-2855-F080-0EA2C80D5365}"/>
              </a:ext>
            </a:extLst>
          </p:cNvPr>
          <p:cNvSpPr/>
          <p:nvPr/>
        </p:nvSpPr>
        <p:spPr>
          <a:xfrm>
            <a:off x="1188029" y="2401382"/>
            <a:ext cx="64351" cy="2033728"/>
          </a:xfrm>
          <a:custGeom>
            <a:avLst/>
            <a:gdLst/>
            <a:ahLst/>
            <a:cxnLst/>
            <a:rect l="l" t="t" r="r" b="b"/>
            <a:pathLst>
              <a:path w="4170" h="131787" extrusionOk="0">
                <a:moveTo>
                  <a:pt x="1001" y="1"/>
                </a:moveTo>
                <a:cubicBezTo>
                  <a:pt x="367" y="935"/>
                  <a:pt x="33" y="2035"/>
                  <a:pt x="0" y="3170"/>
                </a:cubicBezTo>
                <a:lnTo>
                  <a:pt x="0" y="129126"/>
                </a:lnTo>
                <a:cubicBezTo>
                  <a:pt x="0" y="130060"/>
                  <a:pt x="300" y="130728"/>
                  <a:pt x="867" y="131028"/>
                </a:cubicBezTo>
                <a:lnTo>
                  <a:pt x="1801" y="131595"/>
                </a:lnTo>
                <a:cubicBezTo>
                  <a:pt x="2023" y="131720"/>
                  <a:pt x="2279" y="131787"/>
                  <a:pt x="2563" y="131787"/>
                </a:cubicBezTo>
                <a:cubicBezTo>
                  <a:pt x="2962" y="131787"/>
                  <a:pt x="3415" y="131654"/>
                  <a:pt x="3903" y="131361"/>
                </a:cubicBezTo>
                <a:lnTo>
                  <a:pt x="4170" y="131228"/>
                </a:lnTo>
                <a:lnTo>
                  <a:pt x="4170" y="130961"/>
                </a:lnTo>
                <a:lnTo>
                  <a:pt x="3803" y="131228"/>
                </a:lnTo>
                <a:cubicBezTo>
                  <a:pt x="3436" y="131428"/>
                  <a:pt x="3002" y="131561"/>
                  <a:pt x="2569" y="131595"/>
                </a:cubicBezTo>
                <a:cubicBezTo>
                  <a:pt x="2168" y="131595"/>
                  <a:pt x="1801" y="131428"/>
                  <a:pt x="1568" y="131094"/>
                </a:cubicBezTo>
                <a:cubicBezTo>
                  <a:pt x="1268" y="130694"/>
                  <a:pt x="1101" y="130160"/>
                  <a:pt x="1134" y="129660"/>
                </a:cubicBezTo>
                <a:lnTo>
                  <a:pt x="1134" y="3737"/>
                </a:lnTo>
                <a:cubicBezTo>
                  <a:pt x="1168" y="2636"/>
                  <a:pt x="1535" y="1568"/>
                  <a:pt x="2135" y="668"/>
                </a:cubicBezTo>
                <a:lnTo>
                  <a:pt x="1001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1">
            <a:extLst>
              <a:ext uri="{FF2B5EF4-FFF2-40B4-BE49-F238E27FC236}">
                <a16:creationId xmlns:a16="http://schemas.microsoft.com/office/drawing/2014/main" id="{5EFE8CB6-290F-87E1-2B7B-3256C614A0C8}"/>
              </a:ext>
            </a:extLst>
          </p:cNvPr>
          <p:cNvSpPr/>
          <p:nvPr/>
        </p:nvSpPr>
        <p:spPr>
          <a:xfrm>
            <a:off x="1759921" y="2063701"/>
            <a:ext cx="28842" cy="42222"/>
          </a:xfrm>
          <a:custGeom>
            <a:avLst/>
            <a:gdLst/>
            <a:ahLst/>
            <a:cxnLst/>
            <a:rect l="l" t="t" r="r" b="b"/>
            <a:pathLst>
              <a:path w="1869" h="2736" extrusionOk="0">
                <a:moveTo>
                  <a:pt x="735" y="0"/>
                </a:moveTo>
                <a:cubicBezTo>
                  <a:pt x="501" y="301"/>
                  <a:pt x="368" y="701"/>
                  <a:pt x="368" y="1068"/>
                </a:cubicBezTo>
                <a:cubicBezTo>
                  <a:pt x="334" y="1435"/>
                  <a:pt x="234" y="1768"/>
                  <a:pt x="1" y="2068"/>
                </a:cubicBezTo>
                <a:lnTo>
                  <a:pt x="1168" y="2736"/>
                </a:lnTo>
                <a:cubicBezTo>
                  <a:pt x="1369" y="2402"/>
                  <a:pt x="1502" y="2002"/>
                  <a:pt x="1535" y="1635"/>
                </a:cubicBezTo>
                <a:cubicBezTo>
                  <a:pt x="1535" y="1268"/>
                  <a:pt x="1669" y="934"/>
                  <a:pt x="1869" y="667"/>
                </a:cubicBezTo>
                <a:lnTo>
                  <a:pt x="73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1">
            <a:extLst>
              <a:ext uri="{FF2B5EF4-FFF2-40B4-BE49-F238E27FC236}">
                <a16:creationId xmlns:a16="http://schemas.microsoft.com/office/drawing/2014/main" id="{93BD1CCF-EE0C-43B0-B7C4-9A7BF04E9F43}"/>
              </a:ext>
            </a:extLst>
          </p:cNvPr>
          <p:cNvSpPr/>
          <p:nvPr/>
        </p:nvSpPr>
        <p:spPr>
          <a:xfrm>
            <a:off x="1205004" y="1933455"/>
            <a:ext cx="862768" cy="2498244"/>
          </a:xfrm>
          <a:custGeom>
            <a:avLst/>
            <a:gdLst/>
            <a:ahLst/>
            <a:cxnLst/>
            <a:rect l="l" t="t" r="r" b="b"/>
            <a:pathLst>
              <a:path w="55908" h="161888" extrusionOk="0">
                <a:moveTo>
                  <a:pt x="54039" y="1"/>
                </a:moveTo>
                <a:cubicBezTo>
                  <a:pt x="53472" y="34"/>
                  <a:pt x="52939" y="201"/>
                  <a:pt x="52472" y="501"/>
                </a:cubicBezTo>
                <a:lnTo>
                  <a:pt x="52171" y="668"/>
                </a:lnTo>
                <a:lnTo>
                  <a:pt x="38328" y="8674"/>
                </a:lnTo>
                <a:cubicBezTo>
                  <a:pt x="38295" y="8674"/>
                  <a:pt x="38262" y="8674"/>
                  <a:pt x="38262" y="8707"/>
                </a:cubicBezTo>
                <a:cubicBezTo>
                  <a:pt x="37828" y="9041"/>
                  <a:pt x="37528" y="9541"/>
                  <a:pt x="37494" y="10075"/>
                </a:cubicBezTo>
                <a:cubicBezTo>
                  <a:pt x="37461" y="10842"/>
                  <a:pt x="37061" y="11509"/>
                  <a:pt x="36427" y="11909"/>
                </a:cubicBezTo>
                <a:lnTo>
                  <a:pt x="19915" y="21416"/>
                </a:lnTo>
                <a:cubicBezTo>
                  <a:pt x="19748" y="21516"/>
                  <a:pt x="19548" y="21583"/>
                  <a:pt x="19348" y="21583"/>
                </a:cubicBezTo>
                <a:cubicBezTo>
                  <a:pt x="18881" y="21583"/>
                  <a:pt x="18547" y="21183"/>
                  <a:pt x="18614" y="20749"/>
                </a:cubicBezTo>
                <a:cubicBezTo>
                  <a:pt x="18614" y="20616"/>
                  <a:pt x="18581" y="20282"/>
                  <a:pt x="18314" y="20282"/>
                </a:cubicBezTo>
                <a:cubicBezTo>
                  <a:pt x="18214" y="20315"/>
                  <a:pt x="18114" y="20349"/>
                  <a:pt x="18014" y="20382"/>
                </a:cubicBezTo>
                <a:lnTo>
                  <a:pt x="17080" y="20916"/>
                </a:lnTo>
                <a:lnTo>
                  <a:pt x="2903" y="29088"/>
                </a:lnTo>
                <a:cubicBezTo>
                  <a:pt x="2703" y="29222"/>
                  <a:pt x="2503" y="29355"/>
                  <a:pt x="2336" y="29489"/>
                </a:cubicBezTo>
                <a:lnTo>
                  <a:pt x="2136" y="29655"/>
                </a:lnTo>
                <a:lnTo>
                  <a:pt x="2069" y="29756"/>
                </a:lnTo>
                <a:cubicBezTo>
                  <a:pt x="868" y="30856"/>
                  <a:pt x="134" y="32424"/>
                  <a:pt x="34" y="34059"/>
                </a:cubicBezTo>
                <a:lnTo>
                  <a:pt x="34" y="159982"/>
                </a:lnTo>
                <a:cubicBezTo>
                  <a:pt x="1" y="160482"/>
                  <a:pt x="134" y="160983"/>
                  <a:pt x="435" y="161416"/>
                </a:cubicBezTo>
                <a:cubicBezTo>
                  <a:pt x="682" y="161695"/>
                  <a:pt x="1015" y="161887"/>
                  <a:pt x="1382" y="161887"/>
                </a:cubicBezTo>
                <a:cubicBezTo>
                  <a:pt x="1410" y="161887"/>
                  <a:pt x="1439" y="161886"/>
                  <a:pt x="1469" y="161883"/>
                </a:cubicBezTo>
                <a:cubicBezTo>
                  <a:pt x="1902" y="161883"/>
                  <a:pt x="2336" y="161750"/>
                  <a:pt x="2703" y="161517"/>
                </a:cubicBezTo>
                <a:lnTo>
                  <a:pt x="53039" y="132462"/>
                </a:lnTo>
                <a:cubicBezTo>
                  <a:pt x="54740" y="131328"/>
                  <a:pt x="55807" y="129494"/>
                  <a:pt x="55907" y="127492"/>
                </a:cubicBezTo>
                <a:lnTo>
                  <a:pt x="55907" y="2469"/>
                </a:lnTo>
                <a:cubicBezTo>
                  <a:pt x="55907" y="968"/>
                  <a:pt x="55207" y="1"/>
                  <a:pt x="54039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41">
            <a:extLst>
              <a:ext uri="{FF2B5EF4-FFF2-40B4-BE49-F238E27FC236}">
                <a16:creationId xmlns:a16="http://schemas.microsoft.com/office/drawing/2014/main" id="{C9CACBF5-0467-E5E8-E7D9-E5645FF5226B}"/>
              </a:ext>
            </a:extLst>
          </p:cNvPr>
          <p:cNvSpPr/>
          <p:nvPr/>
        </p:nvSpPr>
        <p:spPr>
          <a:xfrm>
            <a:off x="2094531" y="3013443"/>
            <a:ext cx="427773" cy="186850"/>
          </a:xfrm>
          <a:custGeom>
            <a:avLst/>
            <a:gdLst/>
            <a:ahLst/>
            <a:cxnLst/>
            <a:rect l="l" t="t" r="r" b="b"/>
            <a:pathLst>
              <a:path w="27720" h="12108" extrusionOk="0">
                <a:moveTo>
                  <a:pt x="24217" y="0"/>
                </a:moveTo>
                <a:cubicBezTo>
                  <a:pt x="18850" y="5244"/>
                  <a:pt x="13338" y="7108"/>
                  <a:pt x="8726" y="7108"/>
                </a:cubicBezTo>
                <a:cubicBezTo>
                  <a:pt x="7090" y="7108"/>
                  <a:pt x="5566" y="6874"/>
                  <a:pt x="4203" y="6472"/>
                </a:cubicBezTo>
                <a:cubicBezTo>
                  <a:pt x="4032" y="6423"/>
                  <a:pt x="3861" y="6392"/>
                  <a:pt x="3690" y="6392"/>
                </a:cubicBezTo>
                <a:cubicBezTo>
                  <a:pt x="3628" y="6392"/>
                  <a:pt x="3565" y="6396"/>
                  <a:pt x="3503" y="6405"/>
                </a:cubicBezTo>
                <a:cubicBezTo>
                  <a:pt x="2102" y="6672"/>
                  <a:pt x="934" y="7539"/>
                  <a:pt x="334" y="8807"/>
                </a:cubicBezTo>
                <a:cubicBezTo>
                  <a:pt x="0" y="9574"/>
                  <a:pt x="167" y="10208"/>
                  <a:pt x="701" y="10508"/>
                </a:cubicBezTo>
                <a:cubicBezTo>
                  <a:pt x="767" y="10508"/>
                  <a:pt x="801" y="10541"/>
                  <a:pt x="834" y="10541"/>
                </a:cubicBezTo>
                <a:cubicBezTo>
                  <a:pt x="3114" y="11506"/>
                  <a:pt x="5831" y="12107"/>
                  <a:pt x="8805" y="12107"/>
                </a:cubicBezTo>
                <a:cubicBezTo>
                  <a:pt x="14575" y="12107"/>
                  <a:pt x="21315" y="9843"/>
                  <a:pt x="27720" y="3570"/>
                </a:cubicBezTo>
                <a:lnTo>
                  <a:pt x="24217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41">
            <a:extLst>
              <a:ext uri="{FF2B5EF4-FFF2-40B4-BE49-F238E27FC236}">
                <a16:creationId xmlns:a16="http://schemas.microsoft.com/office/drawing/2014/main" id="{4404E6B5-D7ED-F4F4-377C-127FEA830A51}"/>
              </a:ext>
            </a:extLst>
          </p:cNvPr>
          <p:cNvSpPr/>
          <p:nvPr/>
        </p:nvSpPr>
        <p:spPr>
          <a:xfrm>
            <a:off x="2506131" y="3036869"/>
            <a:ext cx="132514" cy="51111"/>
          </a:xfrm>
          <a:custGeom>
            <a:avLst/>
            <a:gdLst/>
            <a:ahLst/>
            <a:cxnLst/>
            <a:rect l="l" t="t" r="r" b="b"/>
            <a:pathLst>
              <a:path w="8587" h="3312" extrusionOk="0">
                <a:moveTo>
                  <a:pt x="7526" y="0"/>
                </a:moveTo>
                <a:cubicBezTo>
                  <a:pt x="7293" y="0"/>
                  <a:pt x="7056" y="79"/>
                  <a:pt x="6852" y="250"/>
                </a:cubicBezTo>
                <a:cubicBezTo>
                  <a:pt x="6099" y="890"/>
                  <a:pt x="5155" y="1222"/>
                  <a:pt x="4206" y="1222"/>
                </a:cubicBezTo>
                <a:cubicBezTo>
                  <a:pt x="3472" y="1222"/>
                  <a:pt x="2736" y="1024"/>
                  <a:pt x="2082" y="617"/>
                </a:cubicBezTo>
                <a:cubicBezTo>
                  <a:pt x="1895" y="508"/>
                  <a:pt x="1711" y="461"/>
                  <a:pt x="1539" y="461"/>
                </a:cubicBezTo>
                <a:cubicBezTo>
                  <a:pt x="604" y="461"/>
                  <a:pt x="1" y="1860"/>
                  <a:pt x="1014" y="2452"/>
                </a:cubicBezTo>
                <a:cubicBezTo>
                  <a:pt x="1993" y="3028"/>
                  <a:pt x="3084" y="3311"/>
                  <a:pt x="4171" y="3311"/>
                </a:cubicBezTo>
                <a:cubicBezTo>
                  <a:pt x="5603" y="3311"/>
                  <a:pt x="7029" y="2819"/>
                  <a:pt x="8186" y="1851"/>
                </a:cubicBezTo>
                <a:cubicBezTo>
                  <a:pt x="8453" y="1618"/>
                  <a:pt x="8587" y="1251"/>
                  <a:pt x="8553" y="917"/>
                </a:cubicBezTo>
                <a:cubicBezTo>
                  <a:pt x="8485" y="351"/>
                  <a:pt x="8018" y="0"/>
                  <a:pt x="7526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41">
            <a:extLst>
              <a:ext uri="{FF2B5EF4-FFF2-40B4-BE49-F238E27FC236}">
                <a16:creationId xmlns:a16="http://schemas.microsoft.com/office/drawing/2014/main" id="{4081E0DB-C1AB-8EA5-ADDC-27FE4E17EF7F}"/>
              </a:ext>
            </a:extLst>
          </p:cNvPr>
          <p:cNvSpPr/>
          <p:nvPr/>
        </p:nvSpPr>
        <p:spPr>
          <a:xfrm>
            <a:off x="2420886" y="2966592"/>
            <a:ext cx="148270" cy="148270"/>
          </a:xfrm>
          <a:custGeom>
            <a:avLst/>
            <a:gdLst/>
            <a:ahLst/>
            <a:cxnLst/>
            <a:rect l="l" t="t" r="r" b="b"/>
            <a:pathLst>
              <a:path w="9608" h="9608" extrusionOk="0">
                <a:moveTo>
                  <a:pt x="4804" y="1"/>
                </a:moveTo>
                <a:cubicBezTo>
                  <a:pt x="2169" y="1"/>
                  <a:pt x="0" y="2136"/>
                  <a:pt x="0" y="4804"/>
                </a:cubicBezTo>
                <a:cubicBezTo>
                  <a:pt x="0" y="7473"/>
                  <a:pt x="2169" y="9608"/>
                  <a:pt x="4804" y="9608"/>
                </a:cubicBezTo>
                <a:cubicBezTo>
                  <a:pt x="7472" y="9608"/>
                  <a:pt x="9607" y="7473"/>
                  <a:pt x="9607" y="4804"/>
                </a:cubicBezTo>
                <a:cubicBezTo>
                  <a:pt x="9607" y="2136"/>
                  <a:pt x="7472" y="1"/>
                  <a:pt x="480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41">
            <a:extLst>
              <a:ext uri="{FF2B5EF4-FFF2-40B4-BE49-F238E27FC236}">
                <a16:creationId xmlns:a16="http://schemas.microsoft.com/office/drawing/2014/main" id="{41B4C2F3-630E-EA3A-EA07-3D2FB520B7C0}"/>
              </a:ext>
            </a:extLst>
          </p:cNvPr>
          <p:cNvSpPr/>
          <p:nvPr/>
        </p:nvSpPr>
        <p:spPr>
          <a:xfrm>
            <a:off x="2414373" y="2978953"/>
            <a:ext cx="171248" cy="136156"/>
          </a:xfrm>
          <a:custGeom>
            <a:avLst/>
            <a:gdLst/>
            <a:ahLst/>
            <a:cxnLst/>
            <a:rect l="l" t="t" r="r" b="b"/>
            <a:pathLst>
              <a:path w="11097" h="8823" extrusionOk="0">
                <a:moveTo>
                  <a:pt x="7894" y="0"/>
                </a:moveTo>
                <a:lnTo>
                  <a:pt x="7894" y="0"/>
                </a:lnTo>
                <a:cubicBezTo>
                  <a:pt x="8595" y="534"/>
                  <a:pt x="9496" y="2969"/>
                  <a:pt x="7461" y="4937"/>
                </a:cubicBezTo>
                <a:cubicBezTo>
                  <a:pt x="6617" y="5733"/>
                  <a:pt x="5533" y="6081"/>
                  <a:pt x="4471" y="6081"/>
                </a:cubicBezTo>
                <a:cubicBezTo>
                  <a:pt x="2551" y="6081"/>
                  <a:pt x="704" y="4945"/>
                  <a:pt x="489" y="3269"/>
                </a:cubicBezTo>
                <a:lnTo>
                  <a:pt x="489" y="3269"/>
                </a:lnTo>
                <a:cubicBezTo>
                  <a:pt x="0" y="6311"/>
                  <a:pt x="2452" y="8822"/>
                  <a:pt x="5253" y="8822"/>
                </a:cubicBezTo>
                <a:cubicBezTo>
                  <a:pt x="5892" y="8822"/>
                  <a:pt x="6549" y="8692"/>
                  <a:pt x="7194" y="8406"/>
                </a:cubicBezTo>
                <a:cubicBezTo>
                  <a:pt x="10696" y="6872"/>
                  <a:pt x="11097" y="2069"/>
                  <a:pt x="7894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41">
            <a:extLst>
              <a:ext uri="{FF2B5EF4-FFF2-40B4-BE49-F238E27FC236}">
                <a16:creationId xmlns:a16="http://schemas.microsoft.com/office/drawing/2014/main" id="{4B655A1A-0DB6-2CC4-7B95-3D024B7C3473}"/>
              </a:ext>
            </a:extLst>
          </p:cNvPr>
          <p:cNvSpPr/>
          <p:nvPr/>
        </p:nvSpPr>
        <p:spPr>
          <a:xfrm>
            <a:off x="2431179" y="2985450"/>
            <a:ext cx="40169" cy="54459"/>
          </a:xfrm>
          <a:custGeom>
            <a:avLst/>
            <a:gdLst/>
            <a:ahLst/>
            <a:cxnLst/>
            <a:rect l="l" t="t" r="r" b="b"/>
            <a:pathLst>
              <a:path w="2603" h="3529" extrusionOk="0">
                <a:moveTo>
                  <a:pt x="2381" y="1"/>
                </a:moveTo>
                <a:cubicBezTo>
                  <a:pt x="2354" y="1"/>
                  <a:pt x="2327" y="5"/>
                  <a:pt x="2302" y="13"/>
                </a:cubicBezTo>
                <a:cubicBezTo>
                  <a:pt x="1602" y="46"/>
                  <a:pt x="1068" y="580"/>
                  <a:pt x="601" y="1114"/>
                </a:cubicBezTo>
                <a:cubicBezTo>
                  <a:pt x="568" y="1147"/>
                  <a:pt x="534" y="1181"/>
                  <a:pt x="534" y="1247"/>
                </a:cubicBezTo>
                <a:cubicBezTo>
                  <a:pt x="368" y="1481"/>
                  <a:pt x="234" y="1748"/>
                  <a:pt x="167" y="2048"/>
                </a:cubicBezTo>
                <a:cubicBezTo>
                  <a:pt x="34" y="2348"/>
                  <a:pt x="1" y="2715"/>
                  <a:pt x="101" y="3015"/>
                </a:cubicBezTo>
                <a:cubicBezTo>
                  <a:pt x="188" y="3335"/>
                  <a:pt x="453" y="3528"/>
                  <a:pt x="762" y="3528"/>
                </a:cubicBezTo>
                <a:cubicBezTo>
                  <a:pt x="808" y="3528"/>
                  <a:pt x="854" y="3524"/>
                  <a:pt x="901" y="3516"/>
                </a:cubicBezTo>
                <a:cubicBezTo>
                  <a:pt x="1235" y="3416"/>
                  <a:pt x="1368" y="3049"/>
                  <a:pt x="1468" y="2715"/>
                </a:cubicBezTo>
                <a:cubicBezTo>
                  <a:pt x="1735" y="1914"/>
                  <a:pt x="2102" y="1114"/>
                  <a:pt x="2536" y="380"/>
                </a:cubicBezTo>
                <a:cubicBezTo>
                  <a:pt x="2569" y="313"/>
                  <a:pt x="2602" y="213"/>
                  <a:pt x="2569" y="113"/>
                </a:cubicBezTo>
                <a:cubicBezTo>
                  <a:pt x="2544" y="38"/>
                  <a:pt x="2463" y="1"/>
                  <a:pt x="2381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41">
            <a:extLst>
              <a:ext uri="{FF2B5EF4-FFF2-40B4-BE49-F238E27FC236}">
                <a16:creationId xmlns:a16="http://schemas.microsoft.com/office/drawing/2014/main" id="{3E12F9A6-12BB-3AA3-8AE1-248A48F6E649}"/>
              </a:ext>
            </a:extLst>
          </p:cNvPr>
          <p:cNvSpPr/>
          <p:nvPr/>
        </p:nvSpPr>
        <p:spPr>
          <a:xfrm>
            <a:off x="2478153" y="2907519"/>
            <a:ext cx="96666" cy="100817"/>
          </a:xfrm>
          <a:custGeom>
            <a:avLst/>
            <a:gdLst/>
            <a:ahLst/>
            <a:cxnLst/>
            <a:rect l="l" t="t" r="r" b="b"/>
            <a:pathLst>
              <a:path w="6264" h="6533" extrusionOk="0">
                <a:moveTo>
                  <a:pt x="5160" y="0"/>
                </a:moveTo>
                <a:cubicBezTo>
                  <a:pt x="5084" y="0"/>
                  <a:pt x="5007" y="9"/>
                  <a:pt x="4929" y="26"/>
                </a:cubicBezTo>
                <a:cubicBezTo>
                  <a:pt x="2327" y="593"/>
                  <a:pt x="392" y="2728"/>
                  <a:pt x="92" y="5363"/>
                </a:cubicBezTo>
                <a:cubicBezTo>
                  <a:pt x="1" y="6113"/>
                  <a:pt x="591" y="6532"/>
                  <a:pt x="1171" y="6532"/>
                </a:cubicBezTo>
                <a:cubicBezTo>
                  <a:pt x="1648" y="6532"/>
                  <a:pt x="2118" y="6248"/>
                  <a:pt x="2194" y="5630"/>
                </a:cubicBezTo>
                <a:cubicBezTo>
                  <a:pt x="2394" y="3862"/>
                  <a:pt x="3661" y="2428"/>
                  <a:pt x="5396" y="2061"/>
                </a:cubicBezTo>
                <a:cubicBezTo>
                  <a:pt x="5930" y="1927"/>
                  <a:pt x="6263" y="1460"/>
                  <a:pt x="6197" y="927"/>
                </a:cubicBezTo>
                <a:lnTo>
                  <a:pt x="6163" y="927"/>
                </a:lnTo>
                <a:cubicBezTo>
                  <a:pt x="6105" y="375"/>
                  <a:pt x="5668" y="0"/>
                  <a:pt x="516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41">
            <a:extLst>
              <a:ext uri="{FF2B5EF4-FFF2-40B4-BE49-F238E27FC236}">
                <a16:creationId xmlns:a16="http://schemas.microsoft.com/office/drawing/2014/main" id="{E9BC2808-CBC3-C7F1-94BB-1A0D73ABDADB}"/>
              </a:ext>
            </a:extLst>
          </p:cNvPr>
          <p:cNvSpPr/>
          <p:nvPr/>
        </p:nvSpPr>
        <p:spPr>
          <a:xfrm>
            <a:off x="1413489" y="3040727"/>
            <a:ext cx="818494" cy="854003"/>
          </a:xfrm>
          <a:custGeom>
            <a:avLst/>
            <a:gdLst/>
            <a:ahLst/>
            <a:cxnLst/>
            <a:rect l="l" t="t" r="r" b="b"/>
            <a:pathLst>
              <a:path w="53039" h="55340" extrusionOk="0"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45166" y="55340"/>
                  <a:pt x="53038" y="17913"/>
                  <a:pt x="53038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5592FDE0-20B3-E52B-4BDB-93526F4BB76E}"/>
              </a:ext>
            </a:extLst>
          </p:cNvPr>
          <p:cNvSpPr/>
          <p:nvPr/>
        </p:nvSpPr>
        <p:spPr>
          <a:xfrm>
            <a:off x="1413489" y="3040727"/>
            <a:ext cx="818494" cy="854003"/>
          </a:xfrm>
          <a:custGeom>
            <a:avLst/>
            <a:gdLst/>
            <a:ahLst/>
            <a:cxnLst/>
            <a:rect l="l" t="t" r="r" b="b"/>
            <a:pathLst>
              <a:path w="53039" h="55340" extrusionOk="0"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45166" y="55340"/>
                  <a:pt x="53038" y="17913"/>
                  <a:pt x="53038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41">
            <a:extLst>
              <a:ext uri="{FF2B5EF4-FFF2-40B4-BE49-F238E27FC236}">
                <a16:creationId xmlns:a16="http://schemas.microsoft.com/office/drawing/2014/main" id="{135E981E-4F04-7ADC-D8BB-0CF1B66B69B5}"/>
              </a:ext>
            </a:extLst>
          </p:cNvPr>
          <p:cNvSpPr/>
          <p:nvPr/>
        </p:nvSpPr>
        <p:spPr>
          <a:xfrm>
            <a:off x="1867512" y="3040727"/>
            <a:ext cx="364981" cy="348515"/>
          </a:xfrm>
          <a:custGeom>
            <a:avLst/>
            <a:gdLst/>
            <a:ahLst/>
            <a:cxnLst/>
            <a:rect l="l" t="t" r="r" b="b"/>
            <a:pathLst>
              <a:path w="23651" h="22584" extrusionOk="0">
                <a:moveTo>
                  <a:pt x="23617" y="0"/>
                </a:moveTo>
                <a:cubicBezTo>
                  <a:pt x="22884" y="10775"/>
                  <a:pt x="19915" y="18113"/>
                  <a:pt x="15211" y="20715"/>
                </a:cubicBezTo>
                <a:cubicBezTo>
                  <a:pt x="14244" y="21249"/>
                  <a:pt x="13068" y="21516"/>
                  <a:pt x="11838" y="21516"/>
                </a:cubicBezTo>
                <a:cubicBezTo>
                  <a:pt x="10608" y="21516"/>
                  <a:pt x="9324" y="21249"/>
                  <a:pt x="8140" y="20715"/>
                </a:cubicBezTo>
                <a:cubicBezTo>
                  <a:pt x="4170" y="18847"/>
                  <a:pt x="1435" y="14411"/>
                  <a:pt x="1035" y="12276"/>
                </a:cubicBezTo>
                <a:lnTo>
                  <a:pt x="1" y="12476"/>
                </a:lnTo>
                <a:cubicBezTo>
                  <a:pt x="468" y="14878"/>
                  <a:pt x="3370" y="19648"/>
                  <a:pt x="7706" y="21649"/>
                </a:cubicBezTo>
                <a:cubicBezTo>
                  <a:pt x="9107" y="22250"/>
                  <a:pt x="10608" y="22550"/>
                  <a:pt x="12143" y="22583"/>
                </a:cubicBezTo>
                <a:cubicBezTo>
                  <a:pt x="13410" y="22583"/>
                  <a:pt x="14644" y="22250"/>
                  <a:pt x="15712" y="21649"/>
                </a:cubicBezTo>
                <a:cubicBezTo>
                  <a:pt x="18947" y="19881"/>
                  <a:pt x="21382" y="16078"/>
                  <a:pt x="22917" y="10641"/>
                </a:cubicBezTo>
                <a:cubicBezTo>
                  <a:pt x="23384" y="7105"/>
                  <a:pt x="23617" y="3570"/>
                  <a:pt x="2365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1E4AE00E-B87D-C5A9-A13E-784E37D6F60F}"/>
              </a:ext>
            </a:extLst>
          </p:cNvPr>
          <p:cNvSpPr/>
          <p:nvPr/>
        </p:nvSpPr>
        <p:spPr>
          <a:xfrm>
            <a:off x="1963776" y="3196698"/>
            <a:ext cx="154952" cy="646042"/>
          </a:xfrm>
          <a:custGeom>
            <a:avLst/>
            <a:gdLst/>
            <a:ahLst/>
            <a:cxnLst/>
            <a:rect l="l" t="t" r="r" b="b"/>
            <a:pathLst>
              <a:path w="10041" h="41864" extrusionOk="0">
                <a:moveTo>
                  <a:pt x="9207" y="1"/>
                </a:moveTo>
                <a:cubicBezTo>
                  <a:pt x="9207" y="18714"/>
                  <a:pt x="6105" y="32724"/>
                  <a:pt x="0" y="41864"/>
                </a:cubicBezTo>
                <a:cubicBezTo>
                  <a:pt x="801" y="41230"/>
                  <a:pt x="1535" y="40530"/>
                  <a:pt x="2235" y="39829"/>
                </a:cubicBezTo>
                <a:cubicBezTo>
                  <a:pt x="7406" y="30556"/>
                  <a:pt x="10041" y="17280"/>
                  <a:pt x="10041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1">
            <a:extLst>
              <a:ext uri="{FF2B5EF4-FFF2-40B4-BE49-F238E27FC236}">
                <a16:creationId xmlns:a16="http://schemas.microsoft.com/office/drawing/2014/main" id="{76EBD039-1993-5646-CFB9-41CDB4469529}"/>
              </a:ext>
            </a:extLst>
          </p:cNvPr>
          <p:cNvSpPr/>
          <p:nvPr/>
        </p:nvSpPr>
        <p:spPr>
          <a:xfrm>
            <a:off x="1413489" y="3040727"/>
            <a:ext cx="644515" cy="854003"/>
          </a:xfrm>
          <a:custGeom>
            <a:avLst/>
            <a:gdLst/>
            <a:ahLst/>
            <a:cxnLst/>
            <a:rect l="l" t="t" r="r" b="b"/>
            <a:pathLst>
              <a:path w="41765" h="55340" extrusionOk="0">
                <a:moveTo>
                  <a:pt x="41764" y="44832"/>
                </a:moveTo>
                <a:cubicBezTo>
                  <a:pt x="41763" y="44834"/>
                  <a:pt x="41762" y="44836"/>
                  <a:pt x="41760" y="44838"/>
                </a:cubicBezTo>
                <a:lnTo>
                  <a:pt x="41760" y="44838"/>
                </a:lnTo>
                <a:cubicBezTo>
                  <a:pt x="41763" y="44834"/>
                  <a:pt x="41764" y="44832"/>
                  <a:pt x="41764" y="44832"/>
                </a:cubicBezTo>
                <a:close/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32789" y="55340"/>
                  <a:pt x="37825" y="51139"/>
                  <a:pt x="41760" y="44838"/>
                </a:cubicBezTo>
                <a:lnTo>
                  <a:pt x="41760" y="44838"/>
                </a:lnTo>
                <a:cubicBezTo>
                  <a:pt x="41617" y="45028"/>
                  <a:pt x="36831" y="50438"/>
                  <a:pt x="31144" y="50438"/>
                </a:cubicBezTo>
                <a:cubicBezTo>
                  <a:pt x="29083" y="50438"/>
                  <a:pt x="26904" y="49728"/>
                  <a:pt x="24785" y="47801"/>
                </a:cubicBezTo>
                <a:cubicBezTo>
                  <a:pt x="16679" y="40463"/>
                  <a:pt x="15145" y="19047"/>
                  <a:pt x="17413" y="14377"/>
                </a:cubicBezTo>
                <a:lnTo>
                  <a:pt x="17413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41">
            <a:extLst>
              <a:ext uri="{FF2B5EF4-FFF2-40B4-BE49-F238E27FC236}">
                <a16:creationId xmlns:a16="http://schemas.microsoft.com/office/drawing/2014/main" id="{F3F4099B-269D-DECE-B846-10FCBE448F09}"/>
              </a:ext>
            </a:extLst>
          </p:cNvPr>
          <p:cNvSpPr/>
          <p:nvPr/>
        </p:nvSpPr>
        <p:spPr>
          <a:xfrm>
            <a:off x="1413489" y="2803801"/>
            <a:ext cx="818494" cy="472834"/>
          </a:xfrm>
          <a:custGeom>
            <a:avLst/>
            <a:gdLst/>
            <a:ahLst/>
            <a:cxnLst/>
            <a:rect l="l" t="t" r="r" b="b"/>
            <a:pathLst>
              <a:path w="53039" h="30640" extrusionOk="0">
                <a:moveTo>
                  <a:pt x="26532" y="1"/>
                </a:moveTo>
                <a:cubicBezTo>
                  <a:pt x="19748" y="1"/>
                  <a:pt x="12960" y="1493"/>
                  <a:pt x="7773" y="4479"/>
                </a:cubicBezTo>
                <a:cubicBezTo>
                  <a:pt x="2602" y="7481"/>
                  <a:pt x="1" y="11384"/>
                  <a:pt x="1" y="15320"/>
                </a:cubicBezTo>
                <a:cubicBezTo>
                  <a:pt x="1" y="19256"/>
                  <a:pt x="2602" y="23192"/>
                  <a:pt x="7773" y="26161"/>
                </a:cubicBezTo>
                <a:cubicBezTo>
                  <a:pt x="12943" y="29146"/>
                  <a:pt x="19731" y="30639"/>
                  <a:pt x="26519" y="30639"/>
                </a:cubicBezTo>
                <a:cubicBezTo>
                  <a:pt x="33308" y="30639"/>
                  <a:pt x="40096" y="29146"/>
                  <a:pt x="45266" y="26161"/>
                </a:cubicBezTo>
                <a:cubicBezTo>
                  <a:pt x="50470" y="23192"/>
                  <a:pt x="53038" y="19256"/>
                  <a:pt x="53038" y="15320"/>
                </a:cubicBezTo>
                <a:cubicBezTo>
                  <a:pt x="53038" y="11384"/>
                  <a:pt x="50470" y="7481"/>
                  <a:pt x="45266" y="4479"/>
                </a:cubicBezTo>
                <a:cubicBezTo>
                  <a:pt x="40096" y="1493"/>
                  <a:pt x="33316" y="1"/>
                  <a:pt x="26532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41">
            <a:extLst>
              <a:ext uri="{FF2B5EF4-FFF2-40B4-BE49-F238E27FC236}">
                <a16:creationId xmlns:a16="http://schemas.microsoft.com/office/drawing/2014/main" id="{1ED7E8AC-032B-D5AE-910C-E8A245323435}"/>
              </a:ext>
            </a:extLst>
          </p:cNvPr>
          <p:cNvSpPr/>
          <p:nvPr/>
        </p:nvSpPr>
        <p:spPr>
          <a:xfrm>
            <a:off x="1413489" y="2803801"/>
            <a:ext cx="818494" cy="472834"/>
          </a:xfrm>
          <a:custGeom>
            <a:avLst/>
            <a:gdLst/>
            <a:ahLst/>
            <a:cxnLst/>
            <a:rect l="l" t="t" r="r" b="b"/>
            <a:pathLst>
              <a:path w="53039" h="30640" extrusionOk="0">
                <a:moveTo>
                  <a:pt x="26532" y="1"/>
                </a:moveTo>
                <a:cubicBezTo>
                  <a:pt x="19748" y="1"/>
                  <a:pt x="12960" y="1493"/>
                  <a:pt x="7773" y="4479"/>
                </a:cubicBezTo>
                <a:cubicBezTo>
                  <a:pt x="2602" y="7481"/>
                  <a:pt x="1" y="11384"/>
                  <a:pt x="1" y="15320"/>
                </a:cubicBezTo>
                <a:cubicBezTo>
                  <a:pt x="1" y="19256"/>
                  <a:pt x="2602" y="23192"/>
                  <a:pt x="7773" y="26161"/>
                </a:cubicBezTo>
                <a:cubicBezTo>
                  <a:pt x="12943" y="29146"/>
                  <a:pt x="19731" y="30639"/>
                  <a:pt x="26519" y="30639"/>
                </a:cubicBezTo>
                <a:cubicBezTo>
                  <a:pt x="33308" y="30639"/>
                  <a:pt x="40096" y="29146"/>
                  <a:pt x="45266" y="26161"/>
                </a:cubicBezTo>
                <a:cubicBezTo>
                  <a:pt x="50470" y="23192"/>
                  <a:pt x="53038" y="19256"/>
                  <a:pt x="53038" y="15320"/>
                </a:cubicBezTo>
                <a:cubicBezTo>
                  <a:pt x="53038" y="11384"/>
                  <a:pt x="50470" y="7481"/>
                  <a:pt x="45266" y="4479"/>
                </a:cubicBezTo>
                <a:cubicBezTo>
                  <a:pt x="40096" y="1493"/>
                  <a:pt x="33316" y="1"/>
                  <a:pt x="26532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41">
            <a:extLst>
              <a:ext uri="{FF2B5EF4-FFF2-40B4-BE49-F238E27FC236}">
                <a16:creationId xmlns:a16="http://schemas.microsoft.com/office/drawing/2014/main" id="{AC4341EC-15A6-7576-B58D-33C0DCE724CC}"/>
              </a:ext>
            </a:extLst>
          </p:cNvPr>
          <p:cNvSpPr/>
          <p:nvPr/>
        </p:nvSpPr>
        <p:spPr>
          <a:xfrm>
            <a:off x="1413489" y="2804310"/>
            <a:ext cx="771643" cy="472927"/>
          </a:xfrm>
          <a:custGeom>
            <a:avLst/>
            <a:gdLst/>
            <a:ahLst/>
            <a:cxnLst/>
            <a:rect l="l" t="t" r="r" b="b"/>
            <a:pathLst>
              <a:path w="50003" h="30646" extrusionOk="0">
                <a:moveTo>
                  <a:pt x="26503" y="1"/>
                </a:moveTo>
                <a:cubicBezTo>
                  <a:pt x="19715" y="1"/>
                  <a:pt x="12926" y="1494"/>
                  <a:pt x="7739" y="4479"/>
                </a:cubicBezTo>
                <a:cubicBezTo>
                  <a:pt x="2569" y="7481"/>
                  <a:pt x="1" y="11384"/>
                  <a:pt x="1" y="15320"/>
                </a:cubicBezTo>
                <a:cubicBezTo>
                  <a:pt x="1" y="19256"/>
                  <a:pt x="2569" y="23159"/>
                  <a:pt x="7739" y="26161"/>
                </a:cubicBezTo>
                <a:cubicBezTo>
                  <a:pt x="12925" y="29155"/>
                  <a:pt x="19717" y="30645"/>
                  <a:pt x="26500" y="30645"/>
                </a:cubicBezTo>
                <a:cubicBezTo>
                  <a:pt x="31281" y="30645"/>
                  <a:pt x="36057" y="29905"/>
                  <a:pt x="40263" y="28430"/>
                </a:cubicBezTo>
                <a:lnTo>
                  <a:pt x="40263" y="28430"/>
                </a:lnTo>
                <a:cubicBezTo>
                  <a:pt x="37286" y="29345"/>
                  <a:pt x="34054" y="29765"/>
                  <a:pt x="30928" y="29765"/>
                </a:cubicBezTo>
                <a:cubicBezTo>
                  <a:pt x="23124" y="29765"/>
                  <a:pt x="15988" y="27151"/>
                  <a:pt x="15178" y="23126"/>
                </a:cubicBezTo>
                <a:lnTo>
                  <a:pt x="15178" y="23126"/>
                </a:lnTo>
                <a:cubicBezTo>
                  <a:pt x="17785" y="24208"/>
                  <a:pt x="22064" y="25024"/>
                  <a:pt x="26762" y="25024"/>
                </a:cubicBezTo>
                <a:cubicBezTo>
                  <a:pt x="33363" y="25024"/>
                  <a:pt x="40791" y="23411"/>
                  <a:pt x="45566" y="18656"/>
                </a:cubicBezTo>
                <a:cubicBezTo>
                  <a:pt x="48569" y="15787"/>
                  <a:pt x="50003" y="11684"/>
                  <a:pt x="49436" y="7581"/>
                </a:cubicBezTo>
                <a:cubicBezTo>
                  <a:pt x="48168" y="6381"/>
                  <a:pt x="46767" y="5346"/>
                  <a:pt x="45266" y="4479"/>
                </a:cubicBezTo>
                <a:cubicBezTo>
                  <a:pt x="40079" y="1494"/>
                  <a:pt x="33291" y="1"/>
                  <a:pt x="2650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41">
            <a:extLst>
              <a:ext uri="{FF2B5EF4-FFF2-40B4-BE49-F238E27FC236}">
                <a16:creationId xmlns:a16="http://schemas.microsoft.com/office/drawing/2014/main" id="{DDEDE308-862A-757B-6C86-6F2467BCF24C}"/>
              </a:ext>
            </a:extLst>
          </p:cNvPr>
          <p:cNvSpPr/>
          <p:nvPr/>
        </p:nvSpPr>
        <p:spPr>
          <a:xfrm>
            <a:off x="1334215" y="3210910"/>
            <a:ext cx="267698" cy="280321"/>
          </a:xfrm>
          <a:custGeom>
            <a:avLst/>
            <a:gdLst/>
            <a:ahLst/>
            <a:cxnLst/>
            <a:rect l="l" t="t" r="r" b="b"/>
            <a:pathLst>
              <a:path w="17347" h="18165" extrusionOk="0">
                <a:moveTo>
                  <a:pt x="7548" y="1"/>
                </a:moveTo>
                <a:cubicBezTo>
                  <a:pt x="6888" y="1"/>
                  <a:pt x="6289" y="154"/>
                  <a:pt x="5771" y="447"/>
                </a:cubicBezTo>
                <a:cubicBezTo>
                  <a:pt x="1402" y="3182"/>
                  <a:pt x="1" y="8887"/>
                  <a:pt x="2569" y="13356"/>
                </a:cubicBezTo>
                <a:cubicBezTo>
                  <a:pt x="4336" y="16432"/>
                  <a:pt x="7572" y="18165"/>
                  <a:pt x="10896" y="18165"/>
                </a:cubicBezTo>
                <a:cubicBezTo>
                  <a:pt x="12404" y="18165"/>
                  <a:pt x="13929" y="17808"/>
                  <a:pt x="15345" y="17059"/>
                </a:cubicBezTo>
                <a:cubicBezTo>
                  <a:pt x="16579" y="16325"/>
                  <a:pt x="17346" y="14824"/>
                  <a:pt x="17346" y="12656"/>
                </a:cubicBezTo>
                <a:cubicBezTo>
                  <a:pt x="17346" y="8319"/>
                  <a:pt x="14311" y="3082"/>
                  <a:pt x="10575" y="914"/>
                </a:cubicBezTo>
                <a:cubicBezTo>
                  <a:pt x="9490" y="294"/>
                  <a:pt x="8461" y="1"/>
                  <a:pt x="7548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41">
            <a:extLst>
              <a:ext uri="{FF2B5EF4-FFF2-40B4-BE49-F238E27FC236}">
                <a16:creationId xmlns:a16="http://schemas.microsoft.com/office/drawing/2014/main" id="{EEEECA68-9B06-BA4F-CC98-8EB5FA4D2EB8}"/>
              </a:ext>
            </a:extLst>
          </p:cNvPr>
          <p:cNvSpPr/>
          <p:nvPr/>
        </p:nvSpPr>
        <p:spPr>
          <a:xfrm>
            <a:off x="1338737" y="3327452"/>
            <a:ext cx="263176" cy="166649"/>
          </a:xfrm>
          <a:custGeom>
            <a:avLst/>
            <a:gdLst/>
            <a:ahLst/>
            <a:cxnLst/>
            <a:rect l="l" t="t" r="r" b="b"/>
            <a:pathLst>
              <a:path w="17054" h="10799" extrusionOk="0">
                <a:moveTo>
                  <a:pt x="775" y="0"/>
                </a:moveTo>
                <a:lnTo>
                  <a:pt x="775" y="0"/>
                </a:lnTo>
                <a:cubicBezTo>
                  <a:pt x="0" y="6069"/>
                  <a:pt x="4863" y="10798"/>
                  <a:pt x="10288" y="10798"/>
                </a:cubicBezTo>
                <a:cubicBezTo>
                  <a:pt x="11870" y="10798"/>
                  <a:pt x="13500" y="10396"/>
                  <a:pt x="15052" y="9507"/>
                </a:cubicBezTo>
                <a:cubicBezTo>
                  <a:pt x="16286" y="8773"/>
                  <a:pt x="17053" y="7272"/>
                  <a:pt x="17053" y="5104"/>
                </a:cubicBezTo>
                <a:cubicBezTo>
                  <a:pt x="17020" y="4170"/>
                  <a:pt x="16920" y="3269"/>
                  <a:pt x="16686" y="2369"/>
                </a:cubicBezTo>
                <a:cubicBezTo>
                  <a:pt x="16686" y="5104"/>
                  <a:pt x="15018" y="7906"/>
                  <a:pt x="9781" y="8373"/>
                </a:cubicBezTo>
                <a:cubicBezTo>
                  <a:pt x="9531" y="8395"/>
                  <a:pt x="9285" y="8406"/>
                  <a:pt x="9042" y="8406"/>
                </a:cubicBezTo>
                <a:cubicBezTo>
                  <a:pt x="4525" y="8406"/>
                  <a:pt x="1313" y="4654"/>
                  <a:pt x="775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41">
            <a:extLst>
              <a:ext uri="{FF2B5EF4-FFF2-40B4-BE49-F238E27FC236}">
                <a16:creationId xmlns:a16="http://schemas.microsoft.com/office/drawing/2014/main" id="{04828114-2F31-39B5-D70D-35CDD6404702}"/>
              </a:ext>
            </a:extLst>
          </p:cNvPr>
          <p:cNvSpPr/>
          <p:nvPr/>
        </p:nvSpPr>
        <p:spPr>
          <a:xfrm>
            <a:off x="1369215" y="3341264"/>
            <a:ext cx="83934" cy="108270"/>
          </a:xfrm>
          <a:custGeom>
            <a:avLst/>
            <a:gdLst/>
            <a:ahLst/>
            <a:cxnLst/>
            <a:rect l="l" t="t" r="r" b="b"/>
            <a:pathLst>
              <a:path w="5439" h="7016" extrusionOk="0">
                <a:moveTo>
                  <a:pt x="1517" y="1"/>
                </a:moveTo>
                <a:cubicBezTo>
                  <a:pt x="621" y="1"/>
                  <a:pt x="1" y="711"/>
                  <a:pt x="1" y="1941"/>
                </a:cubicBezTo>
                <a:cubicBezTo>
                  <a:pt x="101" y="3842"/>
                  <a:pt x="1135" y="5610"/>
                  <a:pt x="2736" y="6644"/>
                </a:cubicBezTo>
                <a:cubicBezTo>
                  <a:pt x="3173" y="6896"/>
                  <a:pt x="3584" y="7016"/>
                  <a:pt x="3948" y="7016"/>
                </a:cubicBezTo>
                <a:cubicBezTo>
                  <a:pt x="4834" y="7016"/>
                  <a:pt x="5438" y="6306"/>
                  <a:pt x="5438" y="5076"/>
                </a:cubicBezTo>
                <a:cubicBezTo>
                  <a:pt x="5338" y="3175"/>
                  <a:pt x="4337" y="1407"/>
                  <a:pt x="2736" y="373"/>
                </a:cubicBezTo>
                <a:cubicBezTo>
                  <a:pt x="2299" y="120"/>
                  <a:pt x="1885" y="1"/>
                  <a:pt x="151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41">
            <a:extLst>
              <a:ext uri="{FF2B5EF4-FFF2-40B4-BE49-F238E27FC236}">
                <a16:creationId xmlns:a16="http://schemas.microsoft.com/office/drawing/2014/main" id="{9623C02B-9A31-6F1D-1886-C9C3D88D5282}"/>
              </a:ext>
            </a:extLst>
          </p:cNvPr>
          <p:cNvSpPr/>
          <p:nvPr/>
        </p:nvSpPr>
        <p:spPr>
          <a:xfrm>
            <a:off x="1384153" y="3341341"/>
            <a:ext cx="69505" cy="99443"/>
          </a:xfrm>
          <a:custGeom>
            <a:avLst/>
            <a:gdLst/>
            <a:ahLst/>
            <a:cxnLst/>
            <a:rect l="l" t="t" r="r" b="b"/>
            <a:pathLst>
              <a:path w="4504" h="6444" extrusionOk="0">
                <a:moveTo>
                  <a:pt x="400" y="1"/>
                </a:moveTo>
                <a:cubicBezTo>
                  <a:pt x="134" y="435"/>
                  <a:pt x="0" y="902"/>
                  <a:pt x="34" y="1369"/>
                </a:cubicBezTo>
                <a:cubicBezTo>
                  <a:pt x="134" y="3270"/>
                  <a:pt x="1134" y="5038"/>
                  <a:pt x="2735" y="6072"/>
                </a:cubicBezTo>
                <a:cubicBezTo>
                  <a:pt x="3095" y="6312"/>
                  <a:pt x="3509" y="6444"/>
                  <a:pt x="3953" y="6444"/>
                </a:cubicBezTo>
                <a:cubicBezTo>
                  <a:pt x="4002" y="6444"/>
                  <a:pt x="4053" y="6442"/>
                  <a:pt x="4103" y="6439"/>
                </a:cubicBezTo>
                <a:cubicBezTo>
                  <a:pt x="4370" y="6039"/>
                  <a:pt x="4503" y="5538"/>
                  <a:pt x="4470" y="5071"/>
                </a:cubicBezTo>
                <a:cubicBezTo>
                  <a:pt x="4370" y="3170"/>
                  <a:pt x="3369" y="1402"/>
                  <a:pt x="1768" y="368"/>
                </a:cubicBezTo>
                <a:cubicBezTo>
                  <a:pt x="1334" y="101"/>
                  <a:pt x="867" y="1"/>
                  <a:pt x="400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1">
            <a:extLst>
              <a:ext uri="{FF2B5EF4-FFF2-40B4-BE49-F238E27FC236}">
                <a16:creationId xmlns:a16="http://schemas.microsoft.com/office/drawing/2014/main" id="{E1E854DC-C45D-805D-1266-E85A07F6CCCE}"/>
              </a:ext>
            </a:extLst>
          </p:cNvPr>
          <p:cNvSpPr/>
          <p:nvPr/>
        </p:nvSpPr>
        <p:spPr>
          <a:xfrm>
            <a:off x="1386206" y="3377899"/>
            <a:ext cx="67453" cy="62885"/>
          </a:xfrm>
          <a:custGeom>
            <a:avLst/>
            <a:gdLst/>
            <a:ahLst/>
            <a:cxnLst/>
            <a:rect l="l" t="t" r="r" b="b"/>
            <a:pathLst>
              <a:path w="4371" h="4075" extrusionOk="0">
                <a:moveTo>
                  <a:pt x="1" y="0"/>
                </a:moveTo>
                <a:cubicBezTo>
                  <a:pt x="368" y="1535"/>
                  <a:pt x="1302" y="2836"/>
                  <a:pt x="2602" y="3703"/>
                </a:cubicBezTo>
                <a:cubicBezTo>
                  <a:pt x="2962" y="3943"/>
                  <a:pt x="3376" y="4075"/>
                  <a:pt x="3820" y="4075"/>
                </a:cubicBezTo>
                <a:cubicBezTo>
                  <a:pt x="3869" y="4075"/>
                  <a:pt x="3920" y="4073"/>
                  <a:pt x="3970" y="4070"/>
                </a:cubicBezTo>
                <a:cubicBezTo>
                  <a:pt x="4237" y="3670"/>
                  <a:pt x="4370" y="3169"/>
                  <a:pt x="4337" y="2702"/>
                </a:cubicBezTo>
                <a:cubicBezTo>
                  <a:pt x="4337" y="2235"/>
                  <a:pt x="4237" y="1768"/>
                  <a:pt x="4104" y="1335"/>
                </a:cubicBezTo>
                <a:cubicBezTo>
                  <a:pt x="3847" y="1807"/>
                  <a:pt x="3401" y="2001"/>
                  <a:pt x="2894" y="2001"/>
                </a:cubicBezTo>
                <a:cubicBezTo>
                  <a:pt x="1753" y="2001"/>
                  <a:pt x="301" y="1017"/>
                  <a:pt x="1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41">
            <a:extLst>
              <a:ext uri="{FF2B5EF4-FFF2-40B4-BE49-F238E27FC236}">
                <a16:creationId xmlns:a16="http://schemas.microsoft.com/office/drawing/2014/main" id="{D27F282E-BADC-77DC-61C8-04951FC4F7FD}"/>
              </a:ext>
            </a:extLst>
          </p:cNvPr>
          <p:cNvSpPr/>
          <p:nvPr/>
        </p:nvSpPr>
        <p:spPr>
          <a:xfrm>
            <a:off x="1312595" y="3358486"/>
            <a:ext cx="189442" cy="433807"/>
          </a:xfrm>
          <a:custGeom>
            <a:avLst/>
            <a:gdLst/>
            <a:ahLst/>
            <a:cxnLst/>
            <a:rect l="l" t="t" r="r" b="b"/>
            <a:pathLst>
              <a:path w="12276" h="28111" extrusionOk="0">
                <a:moveTo>
                  <a:pt x="5505" y="0"/>
                </a:moveTo>
                <a:cubicBezTo>
                  <a:pt x="5150" y="0"/>
                  <a:pt x="4861" y="153"/>
                  <a:pt x="4671" y="458"/>
                </a:cubicBezTo>
                <a:cubicBezTo>
                  <a:pt x="4637" y="491"/>
                  <a:pt x="4604" y="524"/>
                  <a:pt x="4570" y="591"/>
                </a:cubicBezTo>
                <a:cubicBezTo>
                  <a:pt x="1001" y="6896"/>
                  <a:pt x="1" y="17303"/>
                  <a:pt x="8306" y="28111"/>
                </a:cubicBezTo>
                <a:lnTo>
                  <a:pt x="12276" y="25042"/>
                </a:lnTo>
                <a:cubicBezTo>
                  <a:pt x="6072" y="16970"/>
                  <a:pt x="6072" y="9397"/>
                  <a:pt x="8240" y="4427"/>
                </a:cubicBezTo>
                <a:cubicBezTo>
                  <a:pt x="8340" y="4194"/>
                  <a:pt x="8373" y="3927"/>
                  <a:pt x="8373" y="3693"/>
                </a:cubicBezTo>
                <a:cubicBezTo>
                  <a:pt x="8306" y="2292"/>
                  <a:pt x="7573" y="1025"/>
                  <a:pt x="6405" y="258"/>
                </a:cubicBezTo>
                <a:cubicBezTo>
                  <a:pt x="6076" y="86"/>
                  <a:pt x="5772" y="0"/>
                  <a:pt x="550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1">
            <a:extLst>
              <a:ext uri="{FF2B5EF4-FFF2-40B4-BE49-F238E27FC236}">
                <a16:creationId xmlns:a16="http://schemas.microsoft.com/office/drawing/2014/main" id="{487AD516-2FC3-C153-05C3-A927DE3321B5}"/>
              </a:ext>
            </a:extLst>
          </p:cNvPr>
          <p:cNvSpPr/>
          <p:nvPr/>
        </p:nvSpPr>
        <p:spPr>
          <a:xfrm>
            <a:off x="1407826" y="3784114"/>
            <a:ext cx="61851" cy="125029"/>
          </a:xfrm>
          <a:custGeom>
            <a:avLst/>
            <a:gdLst/>
            <a:ahLst/>
            <a:cxnLst/>
            <a:rect l="l" t="t" r="r" b="b"/>
            <a:pathLst>
              <a:path w="4008" h="8102" extrusionOk="0">
                <a:moveTo>
                  <a:pt x="2544" y="1"/>
                </a:moveTo>
                <a:cubicBezTo>
                  <a:pt x="2257" y="1"/>
                  <a:pt x="1965" y="127"/>
                  <a:pt x="1735" y="430"/>
                </a:cubicBezTo>
                <a:cubicBezTo>
                  <a:pt x="101" y="2531"/>
                  <a:pt x="1" y="5400"/>
                  <a:pt x="1468" y="7602"/>
                </a:cubicBezTo>
                <a:cubicBezTo>
                  <a:pt x="1668" y="7902"/>
                  <a:pt x="2002" y="8102"/>
                  <a:pt x="2336" y="8102"/>
                </a:cubicBezTo>
                <a:cubicBezTo>
                  <a:pt x="3170" y="8069"/>
                  <a:pt x="3670" y="7168"/>
                  <a:pt x="3236" y="6467"/>
                </a:cubicBezTo>
                <a:cubicBezTo>
                  <a:pt x="2236" y="5000"/>
                  <a:pt x="2302" y="3065"/>
                  <a:pt x="3403" y="1697"/>
                </a:cubicBezTo>
                <a:cubicBezTo>
                  <a:pt x="4007" y="875"/>
                  <a:pt x="3298" y="1"/>
                  <a:pt x="2544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41">
            <a:extLst>
              <a:ext uri="{FF2B5EF4-FFF2-40B4-BE49-F238E27FC236}">
                <a16:creationId xmlns:a16="http://schemas.microsoft.com/office/drawing/2014/main" id="{9625AAA1-E04F-EE8C-0CF0-9310A467AD53}"/>
              </a:ext>
            </a:extLst>
          </p:cNvPr>
          <p:cNvSpPr/>
          <p:nvPr/>
        </p:nvSpPr>
        <p:spPr>
          <a:xfrm>
            <a:off x="1387749" y="3694192"/>
            <a:ext cx="166804" cy="148332"/>
          </a:xfrm>
          <a:custGeom>
            <a:avLst/>
            <a:gdLst/>
            <a:ahLst/>
            <a:cxnLst/>
            <a:rect l="l" t="t" r="r" b="b"/>
            <a:pathLst>
              <a:path w="10809" h="9612" extrusionOk="0">
                <a:moveTo>
                  <a:pt x="5423" y="0"/>
                </a:moveTo>
                <a:cubicBezTo>
                  <a:pt x="4049" y="0"/>
                  <a:pt x="2684" y="585"/>
                  <a:pt x="1735" y="1720"/>
                </a:cubicBezTo>
                <a:cubicBezTo>
                  <a:pt x="1" y="3755"/>
                  <a:pt x="301" y="6790"/>
                  <a:pt x="2336" y="8492"/>
                </a:cubicBezTo>
                <a:cubicBezTo>
                  <a:pt x="3235" y="9244"/>
                  <a:pt x="4331" y="9611"/>
                  <a:pt x="5420" y="9611"/>
                </a:cubicBezTo>
                <a:cubicBezTo>
                  <a:pt x="6794" y="9611"/>
                  <a:pt x="8158" y="9026"/>
                  <a:pt x="9107" y="7891"/>
                </a:cubicBezTo>
                <a:cubicBezTo>
                  <a:pt x="10808" y="5856"/>
                  <a:pt x="10542" y="2821"/>
                  <a:pt x="8507" y="1120"/>
                </a:cubicBezTo>
                <a:cubicBezTo>
                  <a:pt x="7607" y="368"/>
                  <a:pt x="6512" y="0"/>
                  <a:pt x="5423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1">
            <a:extLst>
              <a:ext uri="{FF2B5EF4-FFF2-40B4-BE49-F238E27FC236}">
                <a16:creationId xmlns:a16="http://schemas.microsoft.com/office/drawing/2014/main" id="{AEA2D9AE-1005-6C27-F450-3ECB1320795E}"/>
              </a:ext>
            </a:extLst>
          </p:cNvPr>
          <p:cNvSpPr/>
          <p:nvPr/>
        </p:nvSpPr>
        <p:spPr>
          <a:xfrm>
            <a:off x="1385264" y="3694007"/>
            <a:ext cx="143039" cy="148748"/>
          </a:xfrm>
          <a:custGeom>
            <a:avLst/>
            <a:gdLst/>
            <a:ahLst/>
            <a:cxnLst/>
            <a:rect l="l" t="t" r="r" b="b"/>
            <a:pathLst>
              <a:path w="9269" h="9639" extrusionOk="0">
                <a:moveTo>
                  <a:pt x="5535" y="0"/>
                </a:moveTo>
                <a:cubicBezTo>
                  <a:pt x="2452" y="0"/>
                  <a:pt x="0" y="3029"/>
                  <a:pt x="962" y="6235"/>
                </a:cubicBezTo>
                <a:cubicBezTo>
                  <a:pt x="1643" y="8418"/>
                  <a:pt x="3609" y="9639"/>
                  <a:pt x="5607" y="9639"/>
                </a:cubicBezTo>
                <a:cubicBezTo>
                  <a:pt x="6937" y="9639"/>
                  <a:pt x="8281" y="9097"/>
                  <a:pt x="9268" y="7937"/>
                </a:cubicBezTo>
                <a:lnTo>
                  <a:pt x="9235" y="7937"/>
                </a:lnTo>
                <a:cubicBezTo>
                  <a:pt x="8958" y="8229"/>
                  <a:pt x="8270" y="8514"/>
                  <a:pt x="7441" y="8514"/>
                </a:cubicBezTo>
                <a:cubicBezTo>
                  <a:pt x="6473" y="8514"/>
                  <a:pt x="5315" y="8125"/>
                  <a:pt x="4398" y="6903"/>
                </a:cubicBezTo>
                <a:cubicBezTo>
                  <a:pt x="2463" y="4301"/>
                  <a:pt x="4265" y="198"/>
                  <a:pt x="6900" y="198"/>
                </a:cubicBezTo>
                <a:cubicBezTo>
                  <a:pt x="6437" y="63"/>
                  <a:pt x="5980" y="0"/>
                  <a:pt x="5535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41">
            <a:extLst>
              <a:ext uri="{FF2B5EF4-FFF2-40B4-BE49-F238E27FC236}">
                <a16:creationId xmlns:a16="http://schemas.microsoft.com/office/drawing/2014/main" id="{67522BFA-8B99-7610-13F7-8B39D4ADBB78}"/>
              </a:ext>
            </a:extLst>
          </p:cNvPr>
          <p:cNvSpPr/>
          <p:nvPr/>
        </p:nvSpPr>
        <p:spPr>
          <a:xfrm>
            <a:off x="1477840" y="3707170"/>
            <a:ext cx="52515" cy="43425"/>
          </a:xfrm>
          <a:custGeom>
            <a:avLst/>
            <a:gdLst/>
            <a:ahLst/>
            <a:cxnLst/>
            <a:rect l="l" t="t" r="r" b="b"/>
            <a:pathLst>
              <a:path w="3403" h="2814" extrusionOk="0">
                <a:moveTo>
                  <a:pt x="825" y="0"/>
                </a:moveTo>
                <a:cubicBezTo>
                  <a:pt x="751" y="0"/>
                  <a:pt x="676" y="4"/>
                  <a:pt x="601" y="12"/>
                </a:cubicBezTo>
                <a:cubicBezTo>
                  <a:pt x="267" y="79"/>
                  <a:pt x="0" y="379"/>
                  <a:pt x="34" y="746"/>
                </a:cubicBezTo>
                <a:cubicBezTo>
                  <a:pt x="100" y="1079"/>
                  <a:pt x="434" y="1246"/>
                  <a:pt x="734" y="1380"/>
                </a:cubicBezTo>
                <a:cubicBezTo>
                  <a:pt x="1535" y="1780"/>
                  <a:pt x="2268" y="2213"/>
                  <a:pt x="2969" y="2747"/>
                </a:cubicBezTo>
                <a:cubicBezTo>
                  <a:pt x="3036" y="2781"/>
                  <a:pt x="3102" y="2814"/>
                  <a:pt x="3202" y="2814"/>
                </a:cubicBezTo>
                <a:cubicBezTo>
                  <a:pt x="3303" y="2781"/>
                  <a:pt x="3336" y="2647"/>
                  <a:pt x="3336" y="2547"/>
                </a:cubicBezTo>
                <a:cubicBezTo>
                  <a:pt x="3403" y="1847"/>
                  <a:pt x="2902" y="1246"/>
                  <a:pt x="2435" y="746"/>
                </a:cubicBezTo>
                <a:cubicBezTo>
                  <a:pt x="2402" y="712"/>
                  <a:pt x="2369" y="679"/>
                  <a:pt x="2335" y="646"/>
                </a:cubicBezTo>
                <a:cubicBezTo>
                  <a:pt x="2102" y="446"/>
                  <a:pt x="1868" y="279"/>
                  <a:pt x="1568" y="179"/>
                </a:cubicBezTo>
                <a:cubicBezTo>
                  <a:pt x="1335" y="49"/>
                  <a:pt x="1082" y="0"/>
                  <a:pt x="82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41">
            <a:extLst>
              <a:ext uri="{FF2B5EF4-FFF2-40B4-BE49-F238E27FC236}">
                <a16:creationId xmlns:a16="http://schemas.microsoft.com/office/drawing/2014/main" id="{BF0462D6-3962-37B5-CE46-C27AF0D3A57A}"/>
              </a:ext>
            </a:extLst>
          </p:cNvPr>
          <p:cNvSpPr/>
          <p:nvPr/>
        </p:nvSpPr>
        <p:spPr>
          <a:xfrm>
            <a:off x="1496374" y="3758775"/>
            <a:ext cx="100909" cy="101990"/>
          </a:xfrm>
          <a:custGeom>
            <a:avLst/>
            <a:gdLst/>
            <a:ahLst/>
            <a:cxnLst/>
            <a:rect l="l" t="t" r="r" b="b"/>
            <a:pathLst>
              <a:path w="6539" h="6609" extrusionOk="0">
                <a:moveTo>
                  <a:pt x="1448" y="0"/>
                </a:moveTo>
                <a:cubicBezTo>
                  <a:pt x="335" y="0"/>
                  <a:pt x="0" y="1763"/>
                  <a:pt x="1234" y="2072"/>
                </a:cubicBezTo>
                <a:cubicBezTo>
                  <a:pt x="2969" y="2472"/>
                  <a:pt x="4236" y="3940"/>
                  <a:pt x="4370" y="5708"/>
                </a:cubicBezTo>
                <a:cubicBezTo>
                  <a:pt x="4470" y="6208"/>
                  <a:pt x="4904" y="6608"/>
                  <a:pt x="5437" y="6608"/>
                </a:cubicBezTo>
                <a:lnTo>
                  <a:pt x="5537" y="6608"/>
                </a:lnTo>
                <a:cubicBezTo>
                  <a:pt x="6104" y="6542"/>
                  <a:pt x="6538" y="6041"/>
                  <a:pt x="6471" y="5474"/>
                </a:cubicBezTo>
                <a:cubicBezTo>
                  <a:pt x="6204" y="2839"/>
                  <a:pt x="4303" y="671"/>
                  <a:pt x="1735" y="37"/>
                </a:cubicBezTo>
                <a:cubicBezTo>
                  <a:pt x="1634" y="12"/>
                  <a:pt x="1538" y="0"/>
                  <a:pt x="144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1">
            <a:extLst>
              <a:ext uri="{FF2B5EF4-FFF2-40B4-BE49-F238E27FC236}">
                <a16:creationId xmlns:a16="http://schemas.microsoft.com/office/drawing/2014/main" id="{EE02F3B9-2D2B-8CA1-B4F4-D326852203FE}"/>
              </a:ext>
            </a:extLst>
          </p:cNvPr>
          <p:cNvSpPr/>
          <p:nvPr/>
        </p:nvSpPr>
        <p:spPr>
          <a:xfrm>
            <a:off x="1493272" y="2724141"/>
            <a:ext cx="659946" cy="441554"/>
          </a:xfrm>
          <a:custGeom>
            <a:avLst/>
            <a:gdLst/>
            <a:ahLst/>
            <a:cxnLst/>
            <a:rect l="l" t="t" r="r" b="b"/>
            <a:pathLst>
              <a:path w="42765" h="28613" extrusionOk="0">
                <a:moveTo>
                  <a:pt x="21379" y="1"/>
                </a:moveTo>
                <a:cubicBezTo>
                  <a:pt x="15904" y="1"/>
                  <a:pt x="10425" y="1201"/>
                  <a:pt x="6239" y="3603"/>
                </a:cubicBezTo>
                <a:cubicBezTo>
                  <a:pt x="2069" y="6038"/>
                  <a:pt x="1" y="9174"/>
                  <a:pt x="1" y="12343"/>
                </a:cubicBezTo>
                <a:lnTo>
                  <a:pt x="1" y="16246"/>
                </a:lnTo>
                <a:cubicBezTo>
                  <a:pt x="1" y="19414"/>
                  <a:pt x="2069" y="22583"/>
                  <a:pt x="6239" y="24985"/>
                </a:cubicBezTo>
                <a:cubicBezTo>
                  <a:pt x="10408" y="27404"/>
                  <a:pt x="15887" y="28613"/>
                  <a:pt x="21366" y="28613"/>
                </a:cubicBezTo>
                <a:cubicBezTo>
                  <a:pt x="26845" y="28613"/>
                  <a:pt x="32324" y="27404"/>
                  <a:pt x="36494" y="24985"/>
                </a:cubicBezTo>
                <a:cubicBezTo>
                  <a:pt x="40663" y="22583"/>
                  <a:pt x="42765" y="19414"/>
                  <a:pt x="42765" y="16246"/>
                </a:cubicBezTo>
                <a:lnTo>
                  <a:pt x="42765" y="12343"/>
                </a:lnTo>
                <a:cubicBezTo>
                  <a:pt x="42765" y="9174"/>
                  <a:pt x="40663" y="6038"/>
                  <a:pt x="36494" y="3603"/>
                </a:cubicBezTo>
                <a:cubicBezTo>
                  <a:pt x="32324" y="1201"/>
                  <a:pt x="26853" y="1"/>
                  <a:pt x="21379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41">
            <a:extLst>
              <a:ext uri="{FF2B5EF4-FFF2-40B4-BE49-F238E27FC236}">
                <a16:creationId xmlns:a16="http://schemas.microsoft.com/office/drawing/2014/main" id="{93CB2BF9-B602-FF2A-136C-38ACAA3EF45D}"/>
              </a:ext>
            </a:extLst>
          </p:cNvPr>
          <p:cNvSpPr/>
          <p:nvPr/>
        </p:nvSpPr>
        <p:spPr>
          <a:xfrm>
            <a:off x="1493272" y="2733925"/>
            <a:ext cx="381462" cy="431693"/>
          </a:xfrm>
          <a:custGeom>
            <a:avLst/>
            <a:gdLst/>
            <a:ahLst/>
            <a:cxnLst/>
            <a:rect l="l" t="t" r="r" b="b"/>
            <a:pathLst>
              <a:path w="24719" h="27974" extrusionOk="0">
                <a:moveTo>
                  <a:pt x="14578" y="0"/>
                </a:moveTo>
                <a:cubicBezTo>
                  <a:pt x="11643" y="534"/>
                  <a:pt x="8841" y="1535"/>
                  <a:pt x="6239" y="2969"/>
                </a:cubicBezTo>
                <a:cubicBezTo>
                  <a:pt x="2069" y="5404"/>
                  <a:pt x="1" y="8540"/>
                  <a:pt x="1" y="11709"/>
                </a:cubicBezTo>
                <a:lnTo>
                  <a:pt x="1" y="15612"/>
                </a:lnTo>
                <a:cubicBezTo>
                  <a:pt x="1" y="18780"/>
                  <a:pt x="2069" y="21949"/>
                  <a:pt x="6239" y="24351"/>
                </a:cubicBezTo>
                <a:cubicBezTo>
                  <a:pt x="10419" y="26760"/>
                  <a:pt x="15886" y="27973"/>
                  <a:pt x="21362" y="27973"/>
                </a:cubicBezTo>
                <a:cubicBezTo>
                  <a:pt x="22484" y="27973"/>
                  <a:pt x="23607" y="27922"/>
                  <a:pt x="24719" y="27820"/>
                </a:cubicBezTo>
                <a:lnTo>
                  <a:pt x="24719" y="27820"/>
                </a:lnTo>
                <a:cubicBezTo>
                  <a:pt x="24614" y="27822"/>
                  <a:pt x="24508" y="27823"/>
                  <a:pt x="24402" y="27823"/>
                </a:cubicBezTo>
                <a:cubicBezTo>
                  <a:pt x="19311" y="27823"/>
                  <a:pt x="12912" y="25462"/>
                  <a:pt x="14578" y="19548"/>
                </a:cubicBezTo>
                <a:lnTo>
                  <a:pt x="14578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41">
            <a:extLst>
              <a:ext uri="{FF2B5EF4-FFF2-40B4-BE49-F238E27FC236}">
                <a16:creationId xmlns:a16="http://schemas.microsoft.com/office/drawing/2014/main" id="{15C8C2BF-A328-5EDD-5DAD-74CFD714DED0}"/>
              </a:ext>
            </a:extLst>
          </p:cNvPr>
          <p:cNvSpPr/>
          <p:nvPr/>
        </p:nvSpPr>
        <p:spPr>
          <a:xfrm>
            <a:off x="1492763" y="2723755"/>
            <a:ext cx="659946" cy="381524"/>
          </a:xfrm>
          <a:custGeom>
            <a:avLst/>
            <a:gdLst/>
            <a:ahLst/>
            <a:cxnLst/>
            <a:rect l="l" t="t" r="r" b="b"/>
            <a:pathLst>
              <a:path w="42765" h="24723" extrusionOk="0">
                <a:moveTo>
                  <a:pt x="21387" y="1"/>
                </a:moveTo>
                <a:cubicBezTo>
                  <a:pt x="15912" y="1"/>
                  <a:pt x="10441" y="1210"/>
                  <a:pt x="6272" y="3628"/>
                </a:cubicBezTo>
                <a:cubicBezTo>
                  <a:pt x="2102" y="6030"/>
                  <a:pt x="1" y="9165"/>
                  <a:pt x="1" y="12334"/>
                </a:cubicBezTo>
                <a:cubicBezTo>
                  <a:pt x="1" y="15537"/>
                  <a:pt x="2102" y="18706"/>
                  <a:pt x="6272" y="21107"/>
                </a:cubicBezTo>
                <a:cubicBezTo>
                  <a:pt x="10449" y="23513"/>
                  <a:pt x="15939" y="24722"/>
                  <a:pt x="21428" y="24722"/>
                </a:cubicBezTo>
                <a:cubicBezTo>
                  <a:pt x="26897" y="24722"/>
                  <a:pt x="32364" y="23522"/>
                  <a:pt x="36527" y="21107"/>
                </a:cubicBezTo>
                <a:cubicBezTo>
                  <a:pt x="40696" y="18706"/>
                  <a:pt x="42764" y="15503"/>
                  <a:pt x="42764" y="12334"/>
                </a:cubicBezTo>
                <a:cubicBezTo>
                  <a:pt x="42764" y="9199"/>
                  <a:pt x="40696" y="6030"/>
                  <a:pt x="36527" y="3628"/>
                </a:cubicBezTo>
                <a:cubicBezTo>
                  <a:pt x="32340" y="1210"/>
                  <a:pt x="26861" y="1"/>
                  <a:pt x="213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41">
            <a:extLst>
              <a:ext uri="{FF2B5EF4-FFF2-40B4-BE49-F238E27FC236}">
                <a16:creationId xmlns:a16="http://schemas.microsoft.com/office/drawing/2014/main" id="{70C74CFB-57AE-3325-BC59-AD2DE3185BDD}"/>
              </a:ext>
            </a:extLst>
          </p:cNvPr>
          <p:cNvSpPr/>
          <p:nvPr/>
        </p:nvSpPr>
        <p:spPr>
          <a:xfrm>
            <a:off x="2152185" y="2808569"/>
            <a:ext cx="150322" cy="195106"/>
          </a:xfrm>
          <a:custGeom>
            <a:avLst/>
            <a:gdLst/>
            <a:ahLst/>
            <a:cxnLst/>
            <a:rect l="l" t="t" r="r" b="b"/>
            <a:pathLst>
              <a:path w="9741" h="12643" extrusionOk="0">
                <a:moveTo>
                  <a:pt x="0" y="0"/>
                </a:moveTo>
                <a:lnTo>
                  <a:pt x="0" y="0"/>
                </a:lnTo>
                <a:cubicBezTo>
                  <a:pt x="67" y="234"/>
                  <a:pt x="300" y="1001"/>
                  <a:pt x="400" y="1468"/>
                </a:cubicBezTo>
                <a:cubicBezTo>
                  <a:pt x="2335" y="2168"/>
                  <a:pt x="4136" y="3102"/>
                  <a:pt x="5838" y="4270"/>
                </a:cubicBezTo>
                <a:cubicBezTo>
                  <a:pt x="7305" y="5271"/>
                  <a:pt x="8106" y="6405"/>
                  <a:pt x="8239" y="7639"/>
                </a:cubicBezTo>
                <a:cubicBezTo>
                  <a:pt x="8439" y="9307"/>
                  <a:pt x="7405" y="10808"/>
                  <a:pt x="6505" y="11809"/>
                </a:cubicBezTo>
                <a:lnTo>
                  <a:pt x="7439" y="12643"/>
                </a:lnTo>
                <a:cubicBezTo>
                  <a:pt x="8506" y="11475"/>
                  <a:pt x="9740" y="9607"/>
                  <a:pt x="9507" y="7506"/>
                </a:cubicBezTo>
                <a:cubicBezTo>
                  <a:pt x="9307" y="5904"/>
                  <a:pt x="8306" y="4470"/>
                  <a:pt x="6538" y="3236"/>
                </a:cubicBezTo>
                <a:cubicBezTo>
                  <a:pt x="4537" y="1835"/>
                  <a:pt x="2335" y="734"/>
                  <a:pt x="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41">
            <a:extLst>
              <a:ext uri="{FF2B5EF4-FFF2-40B4-BE49-F238E27FC236}">
                <a16:creationId xmlns:a16="http://schemas.microsoft.com/office/drawing/2014/main" id="{38813990-148A-4E44-F6FC-7116D7DF0837}"/>
              </a:ext>
            </a:extLst>
          </p:cNvPr>
          <p:cNvSpPr/>
          <p:nvPr/>
        </p:nvSpPr>
        <p:spPr>
          <a:xfrm>
            <a:off x="2191814" y="2972055"/>
            <a:ext cx="103487" cy="91450"/>
          </a:xfrm>
          <a:custGeom>
            <a:avLst/>
            <a:gdLst/>
            <a:ahLst/>
            <a:cxnLst/>
            <a:rect l="l" t="t" r="r" b="b"/>
            <a:pathLst>
              <a:path w="6706" h="5926" extrusionOk="0">
                <a:moveTo>
                  <a:pt x="4181" y="1"/>
                </a:moveTo>
                <a:cubicBezTo>
                  <a:pt x="3444" y="1"/>
                  <a:pt x="2725" y="676"/>
                  <a:pt x="1635" y="2015"/>
                </a:cubicBezTo>
                <a:cubicBezTo>
                  <a:pt x="1" y="3983"/>
                  <a:pt x="468" y="4784"/>
                  <a:pt x="1468" y="5551"/>
                </a:cubicBezTo>
                <a:cubicBezTo>
                  <a:pt x="1782" y="5802"/>
                  <a:pt x="2107" y="5926"/>
                  <a:pt x="2443" y="5926"/>
                </a:cubicBezTo>
                <a:cubicBezTo>
                  <a:pt x="3177" y="5926"/>
                  <a:pt x="3968" y="5338"/>
                  <a:pt x="4837" y="4217"/>
                </a:cubicBezTo>
                <a:cubicBezTo>
                  <a:pt x="6238" y="2382"/>
                  <a:pt x="6705" y="1582"/>
                  <a:pt x="5271" y="447"/>
                </a:cubicBezTo>
                <a:cubicBezTo>
                  <a:pt x="4877" y="149"/>
                  <a:pt x="4527" y="1"/>
                  <a:pt x="4181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41">
            <a:extLst>
              <a:ext uri="{FF2B5EF4-FFF2-40B4-BE49-F238E27FC236}">
                <a16:creationId xmlns:a16="http://schemas.microsoft.com/office/drawing/2014/main" id="{4BE9DE42-D59A-38DE-7D7B-7B40909E6055}"/>
              </a:ext>
            </a:extLst>
          </p:cNvPr>
          <p:cNvSpPr/>
          <p:nvPr/>
        </p:nvSpPr>
        <p:spPr>
          <a:xfrm>
            <a:off x="2209314" y="2983505"/>
            <a:ext cx="44799" cy="68039"/>
          </a:xfrm>
          <a:custGeom>
            <a:avLst/>
            <a:gdLst/>
            <a:ahLst/>
            <a:cxnLst/>
            <a:rect l="l" t="t" r="r" b="b"/>
            <a:pathLst>
              <a:path w="2903" h="4409" extrusionOk="0">
                <a:moveTo>
                  <a:pt x="2668" y="0"/>
                </a:moveTo>
                <a:cubicBezTo>
                  <a:pt x="2533" y="0"/>
                  <a:pt x="2370" y="65"/>
                  <a:pt x="2269" y="106"/>
                </a:cubicBezTo>
                <a:cubicBezTo>
                  <a:pt x="2202" y="172"/>
                  <a:pt x="2136" y="239"/>
                  <a:pt x="2102" y="306"/>
                </a:cubicBezTo>
                <a:cubicBezTo>
                  <a:pt x="1969" y="406"/>
                  <a:pt x="1869" y="506"/>
                  <a:pt x="1769" y="639"/>
                </a:cubicBezTo>
                <a:lnTo>
                  <a:pt x="1335" y="1073"/>
                </a:lnTo>
                <a:cubicBezTo>
                  <a:pt x="901" y="1473"/>
                  <a:pt x="534" y="1907"/>
                  <a:pt x="268" y="2441"/>
                </a:cubicBezTo>
                <a:cubicBezTo>
                  <a:pt x="67" y="2774"/>
                  <a:pt x="1" y="3175"/>
                  <a:pt x="134" y="3542"/>
                </a:cubicBezTo>
                <a:cubicBezTo>
                  <a:pt x="201" y="3708"/>
                  <a:pt x="334" y="3842"/>
                  <a:pt x="468" y="3975"/>
                </a:cubicBezTo>
                <a:cubicBezTo>
                  <a:pt x="735" y="4209"/>
                  <a:pt x="1068" y="4375"/>
                  <a:pt x="1435" y="4409"/>
                </a:cubicBezTo>
                <a:cubicBezTo>
                  <a:pt x="1502" y="4409"/>
                  <a:pt x="1568" y="4409"/>
                  <a:pt x="1635" y="4375"/>
                </a:cubicBezTo>
                <a:cubicBezTo>
                  <a:pt x="1702" y="4309"/>
                  <a:pt x="1735" y="4209"/>
                  <a:pt x="1735" y="4142"/>
                </a:cubicBezTo>
                <a:cubicBezTo>
                  <a:pt x="1769" y="3742"/>
                  <a:pt x="1669" y="3341"/>
                  <a:pt x="1735" y="2974"/>
                </a:cubicBezTo>
                <a:cubicBezTo>
                  <a:pt x="1835" y="1974"/>
                  <a:pt x="2869" y="1273"/>
                  <a:pt x="2903" y="272"/>
                </a:cubicBezTo>
                <a:cubicBezTo>
                  <a:pt x="2903" y="206"/>
                  <a:pt x="2869" y="172"/>
                  <a:pt x="2869" y="106"/>
                </a:cubicBezTo>
                <a:cubicBezTo>
                  <a:pt x="2830" y="27"/>
                  <a:pt x="2755" y="0"/>
                  <a:pt x="2668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1">
            <a:extLst>
              <a:ext uri="{FF2B5EF4-FFF2-40B4-BE49-F238E27FC236}">
                <a16:creationId xmlns:a16="http://schemas.microsoft.com/office/drawing/2014/main" id="{78DC7E04-D9DB-10F7-CBEB-5019F72F0FF5}"/>
              </a:ext>
            </a:extLst>
          </p:cNvPr>
          <p:cNvSpPr/>
          <p:nvPr/>
        </p:nvSpPr>
        <p:spPr>
          <a:xfrm>
            <a:off x="1450557" y="2524930"/>
            <a:ext cx="744884" cy="588126"/>
          </a:xfrm>
          <a:custGeom>
            <a:avLst/>
            <a:gdLst/>
            <a:ahLst/>
            <a:cxnLst/>
            <a:rect l="l" t="t" r="r" b="b"/>
            <a:pathLst>
              <a:path w="48269" h="38111" extrusionOk="0">
                <a:moveTo>
                  <a:pt x="24117" y="0"/>
                </a:moveTo>
                <a:cubicBezTo>
                  <a:pt x="10775" y="0"/>
                  <a:pt x="0" y="10908"/>
                  <a:pt x="167" y="24284"/>
                </a:cubicBezTo>
                <a:cubicBezTo>
                  <a:pt x="167" y="27820"/>
                  <a:pt x="2502" y="31356"/>
                  <a:pt x="7205" y="34058"/>
                </a:cubicBezTo>
                <a:cubicBezTo>
                  <a:pt x="11875" y="36760"/>
                  <a:pt x="18005" y="38111"/>
                  <a:pt x="24134" y="38111"/>
                </a:cubicBezTo>
                <a:cubicBezTo>
                  <a:pt x="30264" y="38111"/>
                  <a:pt x="36393" y="36760"/>
                  <a:pt x="41063" y="34058"/>
                </a:cubicBezTo>
                <a:cubicBezTo>
                  <a:pt x="45733" y="31356"/>
                  <a:pt x="48068" y="27820"/>
                  <a:pt x="48068" y="24284"/>
                </a:cubicBezTo>
                <a:cubicBezTo>
                  <a:pt x="48268" y="10908"/>
                  <a:pt x="37494" y="0"/>
                  <a:pt x="24117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1">
            <a:extLst>
              <a:ext uri="{FF2B5EF4-FFF2-40B4-BE49-F238E27FC236}">
                <a16:creationId xmlns:a16="http://schemas.microsoft.com/office/drawing/2014/main" id="{CE74B0CE-A983-E86B-A92C-7B52BC2CF99C}"/>
              </a:ext>
            </a:extLst>
          </p:cNvPr>
          <p:cNvSpPr/>
          <p:nvPr/>
        </p:nvSpPr>
        <p:spPr>
          <a:xfrm>
            <a:off x="1450557" y="2524930"/>
            <a:ext cx="744884" cy="588126"/>
          </a:xfrm>
          <a:custGeom>
            <a:avLst/>
            <a:gdLst/>
            <a:ahLst/>
            <a:cxnLst/>
            <a:rect l="l" t="t" r="r" b="b"/>
            <a:pathLst>
              <a:path w="48269" h="38111" extrusionOk="0">
                <a:moveTo>
                  <a:pt x="24117" y="0"/>
                </a:moveTo>
                <a:cubicBezTo>
                  <a:pt x="10775" y="0"/>
                  <a:pt x="0" y="10908"/>
                  <a:pt x="167" y="24284"/>
                </a:cubicBezTo>
                <a:cubicBezTo>
                  <a:pt x="167" y="27820"/>
                  <a:pt x="2502" y="31356"/>
                  <a:pt x="7205" y="34058"/>
                </a:cubicBezTo>
                <a:cubicBezTo>
                  <a:pt x="11875" y="36760"/>
                  <a:pt x="18005" y="38111"/>
                  <a:pt x="24134" y="38111"/>
                </a:cubicBezTo>
                <a:cubicBezTo>
                  <a:pt x="30264" y="38111"/>
                  <a:pt x="36393" y="36760"/>
                  <a:pt x="41063" y="34058"/>
                </a:cubicBezTo>
                <a:cubicBezTo>
                  <a:pt x="45733" y="31356"/>
                  <a:pt x="48068" y="27820"/>
                  <a:pt x="48068" y="24284"/>
                </a:cubicBezTo>
                <a:cubicBezTo>
                  <a:pt x="48268" y="10908"/>
                  <a:pt x="37494" y="0"/>
                  <a:pt x="24117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41">
            <a:extLst>
              <a:ext uri="{FF2B5EF4-FFF2-40B4-BE49-F238E27FC236}">
                <a16:creationId xmlns:a16="http://schemas.microsoft.com/office/drawing/2014/main" id="{76CBB316-E1EB-128D-8D96-97382BF4D74F}"/>
              </a:ext>
            </a:extLst>
          </p:cNvPr>
          <p:cNvSpPr/>
          <p:nvPr/>
        </p:nvSpPr>
        <p:spPr>
          <a:xfrm>
            <a:off x="1453134" y="2532646"/>
            <a:ext cx="690826" cy="580410"/>
          </a:xfrm>
          <a:custGeom>
            <a:avLst/>
            <a:gdLst/>
            <a:ahLst/>
            <a:cxnLst/>
            <a:rect l="l" t="t" r="r" b="b"/>
            <a:pathLst>
              <a:path w="44766" h="37611" extrusionOk="0">
                <a:moveTo>
                  <a:pt x="21115" y="1"/>
                </a:moveTo>
                <a:cubicBezTo>
                  <a:pt x="9073" y="1435"/>
                  <a:pt x="0" y="11642"/>
                  <a:pt x="0" y="23784"/>
                </a:cubicBezTo>
                <a:cubicBezTo>
                  <a:pt x="0" y="27320"/>
                  <a:pt x="2335" y="30856"/>
                  <a:pt x="7038" y="33558"/>
                </a:cubicBezTo>
                <a:cubicBezTo>
                  <a:pt x="11708" y="36260"/>
                  <a:pt x="17838" y="37611"/>
                  <a:pt x="23967" y="37611"/>
                </a:cubicBezTo>
                <a:cubicBezTo>
                  <a:pt x="30097" y="37611"/>
                  <a:pt x="36226" y="36260"/>
                  <a:pt x="40896" y="33558"/>
                </a:cubicBezTo>
                <a:cubicBezTo>
                  <a:pt x="41930" y="32958"/>
                  <a:pt x="42864" y="32290"/>
                  <a:pt x="43765" y="31557"/>
                </a:cubicBezTo>
                <a:lnTo>
                  <a:pt x="44732" y="30656"/>
                </a:lnTo>
                <a:lnTo>
                  <a:pt x="44765" y="30623"/>
                </a:lnTo>
                <a:lnTo>
                  <a:pt x="44765" y="30623"/>
                </a:lnTo>
                <a:cubicBezTo>
                  <a:pt x="38950" y="34208"/>
                  <a:pt x="32261" y="35943"/>
                  <a:pt x="26743" y="35943"/>
                </a:cubicBezTo>
                <a:cubicBezTo>
                  <a:pt x="20456" y="35943"/>
                  <a:pt x="15691" y="33690"/>
                  <a:pt x="15478" y="29355"/>
                </a:cubicBezTo>
                <a:cubicBezTo>
                  <a:pt x="15244" y="23784"/>
                  <a:pt x="12376" y="19148"/>
                  <a:pt x="8640" y="16980"/>
                </a:cubicBezTo>
                <a:cubicBezTo>
                  <a:pt x="9006" y="8240"/>
                  <a:pt x="14811" y="1302"/>
                  <a:pt x="21115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1">
            <a:extLst>
              <a:ext uri="{FF2B5EF4-FFF2-40B4-BE49-F238E27FC236}">
                <a16:creationId xmlns:a16="http://schemas.microsoft.com/office/drawing/2014/main" id="{B9E56034-EC87-B7F2-F511-158D3535448E}"/>
              </a:ext>
            </a:extLst>
          </p:cNvPr>
          <p:cNvSpPr/>
          <p:nvPr/>
        </p:nvSpPr>
        <p:spPr>
          <a:xfrm>
            <a:off x="1700724" y="2637151"/>
            <a:ext cx="480813" cy="379008"/>
          </a:xfrm>
          <a:custGeom>
            <a:avLst/>
            <a:gdLst/>
            <a:ahLst/>
            <a:cxnLst/>
            <a:rect l="l" t="t" r="r" b="b"/>
            <a:pathLst>
              <a:path w="31157" h="24560" extrusionOk="0">
                <a:moveTo>
                  <a:pt x="24785" y="0"/>
                </a:moveTo>
                <a:cubicBezTo>
                  <a:pt x="24785" y="2502"/>
                  <a:pt x="23151" y="5004"/>
                  <a:pt x="19848" y="6905"/>
                </a:cubicBezTo>
                <a:cubicBezTo>
                  <a:pt x="16560" y="8804"/>
                  <a:pt x="12237" y="9764"/>
                  <a:pt x="7901" y="9764"/>
                </a:cubicBezTo>
                <a:cubicBezTo>
                  <a:pt x="7134" y="9764"/>
                  <a:pt x="6367" y="9734"/>
                  <a:pt x="5605" y="9674"/>
                </a:cubicBezTo>
                <a:cubicBezTo>
                  <a:pt x="5475" y="9663"/>
                  <a:pt x="5345" y="9657"/>
                  <a:pt x="5217" y="9657"/>
                </a:cubicBezTo>
                <a:cubicBezTo>
                  <a:pt x="3078" y="9657"/>
                  <a:pt x="1248" y="11203"/>
                  <a:pt x="901" y="13343"/>
                </a:cubicBezTo>
                <a:cubicBezTo>
                  <a:pt x="535" y="15611"/>
                  <a:pt x="301" y="17780"/>
                  <a:pt x="201" y="19748"/>
                </a:cubicBezTo>
                <a:cubicBezTo>
                  <a:pt x="1" y="22083"/>
                  <a:pt x="1735" y="24117"/>
                  <a:pt x="4070" y="24384"/>
                </a:cubicBezTo>
                <a:cubicBezTo>
                  <a:pt x="5319" y="24501"/>
                  <a:pt x="6582" y="24560"/>
                  <a:pt x="7845" y="24560"/>
                </a:cubicBezTo>
                <a:cubicBezTo>
                  <a:pt x="13806" y="24560"/>
                  <a:pt x="19783" y="23257"/>
                  <a:pt x="24352" y="20615"/>
                </a:cubicBezTo>
                <a:cubicBezTo>
                  <a:pt x="28888" y="18013"/>
                  <a:pt x="31156" y="14577"/>
                  <a:pt x="31156" y="11142"/>
                </a:cubicBezTo>
                <a:cubicBezTo>
                  <a:pt x="30089" y="6939"/>
                  <a:pt x="27887" y="3069"/>
                  <a:pt x="24785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1">
            <a:extLst>
              <a:ext uri="{FF2B5EF4-FFF2-40B4-BE49-F238E27FC236}">
                <a16:creationId xmlns:a16="http://schemas.microsoft.com/office/drawing/2014/main" id="{BE7045D6-89C3-EE09-CB4D-686CE1135772}"/>
              </a:ext>
            </a:extLst>
          </p:cNvPr>
          <p:cNvSpPr/>
          <p:nvPr/>
        </p:nvSpPr>
        <p:spPr>
          <a:xfrm>
            <a:off x="1838685" y="2845729"/>
            <a:ext cx="142282" cy="78024"/>
          </a:xfrm>
          <a:custGeom>
            <a:avLst/>
            <a:gdLst/>
            <a:ahLst/>
            <a:cxnLst/>
            <a:rect l="l" t="t" r="r" b="b"/>
            <a:pathLst>
              <a:path w="9220" h="5056" extrusionOk="0">
                <a:moveTo>
                  <a:pt x="4768" y="1"/>
                </a:moveTo>
                <a:cubicBezTo>
                  <a:pt x="2655" y="1"/>
                  <a:pt x="574" y="1385"/>
                  <a:pt x="101" y="3830"/>
                </a:cubicBezTo>
                <a:cubicBezTo>
                  <a:pt x="1" y="4397"/>
                  <a:pt x="367" y="4931"/>
                  <a:pt x="935" y="5031"/>
                </a:cubicBezTo>
                <a:cubicBezTo>
                  <a:pt x="968" y="5048"/>
                  <a:pt x="1001" y="5056"/>
                  <a:pt x="1035" y="5056"/>
                </a:cubicBezTo>
                <a:cubicBezTo>
                  <a:pt x="1068" y="5056"/>
                  <a:pt x="1101" y="5048"/>
                  <a:pt x="1135" y="5031"/>
                </a:cubicBezTo>
                <a:cubicBezTo>
                  <a:pt x="1635" y="5031"/>
                  <a:pt x="2069" y="4697"/>
                  <a:pt x="2169" y="4230"/>
                </a:cubicBezTo>
                <a:cubicBezTo>
                  <a:pt x="2424" y="2854"/>
                  <a:pt x="3584" y="2080"/>
                  <a:pt x="4760" y="2080"/>
                </a:cubicBezTo>
                <a:cubicBezTo>
                  <a:pt x="5579" y="2080"/>
                  <a:pt x="6405" y="2455"/>
                  <a:pt x="6939" y="3263"/>
                </a:cubicBezTo>
                <a:cubicBezTo>
                  <a:pt x="7170" y="3590"/>
                  <a:pt x="7476" y="3726"/>
                  <a:pt x="7776" y="3726"/>
                </a:cubicBezTo>
                <a:cubicBezTo>
                  <a:pt x="8516" y="3726"/>
                  <a:pt x="9219" y="2902"/>
                  <a:pt x="8673" y="2095"/>
                </a:cubicBezTo>
                <a:cubicBezTo>
                  <a:pt x="7705" y="663"/>
                  <a:pt x="6229" y="1"/>
                  <a:pt x="4768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1">
            <a:extLst>
              <a:ext uri="{FF2B5EF4-FFF2-40B4-BE49-F238E27FC236}">
                <a16:creationId xmlns:a16="http://schemas.microsoft.com/office/drawing/2014/main" id="{43FBF9DF-794F-13BC-6C7F-479FDB54955D}"/>
              </a:ext>
            </a:extLst>
          </p:cNvPr>
          <p:cNvSpPr/>
          <p:nvPr/>
        </p:nvSpPr>
        <p:spPr>
          <a:xfrm>
            <a:off x="1838685" y="2845729"/>
            <a:ext cx="142282" cy="78024"/>
          </a:xfrm>
          <a:custGeom>
            <a:avLst/>
            <a:gdLst/>
            <a:ahLst/>
            <a:cxnLst/>
            <a:rect l="l" t="t" r="r" b="b"/>
            <a:pathLst>
              <a:path w="9220" h="5056" extrusionOk="0">
                <a:moveTo>
                  <a:pt x="4768" y="1"/>
                </a:moveTo>
                <a:cubicBezTo>
                  <a:pt x="2655" y="1"/>
                  <a:pt x="574" y="1385"/>
                  <a:pt x="101" y="3830"/>
                </a:cubicBezTo>
                <a:cubicBezTo>
                  <a:pt x="1" y="4397"/>
                  <a:pt x="367" y="4931"/>
                  <a:pt x="935" y="5031"/>
                </a:cubicBezTo>
                <a:cubicBezTo>
                  <a:pt x="968" y="5048"/>
                  <a:pt x="1001" y="5056"/>
                  <a:pt x="1035" y="5056"/>
                </a:cubicBezTo>
                <a:cubicBezTo>
                  <a:pt x="1068" y="5056"/>
                  <a:pt x="1101" y="5048"/>
                  <a:pt x="1135" y="5031"/>
                </a:cubicBezTo>
                <a:cubicBezTo>
                  <a:pt x="1635" y="5031"/>
                  <a:pt x="2069" y="4697"/>
                  <a:pt x="2169" y="4230"/>
                </a:cubicBezTo>
                <a:cubicBezTo>
                  <a:pt x="2424" y="2854"/>
                  <a:pt x="3584" y="2080"/>
                  <a:pt x="4760" y="2080"/>
                </a:cubicBezTo>
                <a:cubicBezTo>
                  <a:pt x="5579" y="2080"/>
                  <a:pt x="6405" y="2455"/>
                  <a:pt x="6939" y="3263"/>
                </a:cubicBezTo>
                <a:cubicBezTo>
                  <a:pt x="7170" y="3590"/>
                  <a:pt x="7476" y="3726"/>
                  <a:pt x="7776" y="3726"/>
                </a:cubicBezTo>
                <a:cubicBezTo>
                  <a:pt x="8516" y="3726"/>
                  <a:pt x="9219" y="2902"/>
                  <a:pt x="8673" y="2095"/>
                </a:cubicBezTo>
                <a:cubicBezTo>
                  <a:pt x="7705" y="663"/>
                  <a:pt x="6229" y="1"/>
                  <a:pt x="47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41">
            <a:extLst>
              <a:ext uri="{FF2B5EF4-FFF2-40B4-BE49-F238E27FC236}">
                <a16:creationId xmlns:a16="http://schemas.microsoft.com/office/drawing/2014/main" id="{3F110299-AC0E-BFA3-EE0C-D261874FF998}"/>
              </a:ext>
            </a:extLst>
          </p:cNvPr>
          <p:cNvSpPr/>
          <p:nvPr/>
        </p:nvSpPr>
        <p:spPr>
          <a:xfrm>
            <a:off x="2107386" y="2731857"/>
            <a:ext cx="58194" cy="77623"/>
          </a:xfrm>
          <a:custGeom>
            <a:avLst/>
            <a:gdLst/>
            <a:ahLst/>
            <a:cxnLst/>
            <a:rect l="l" t="t" r="r" b="b"/>
            <a:pathLst>
              <a:path w="3771" h="5030" extrusionOk="0">
                <a:moveTo>
                  <a:pt x="2903" y="1"/>
                </a:moveTo>
                <a:cubicBezTo>
                  <a:pt x="1335" y="668"/>
                  <a:pt x="234" y="2169"/>
                  <a:pt x="68" y="3870"/>
                </a:cubicBezTo>
                <a:cubicBezTo>
                  <a:pt x="1" y="4437"/>
                  <a:pt x="435" y="4971"/>
                  <a:pt x="1002" y="5005"/>
                </a:cubicBezTo>
                <a:cubicBezTo>
                  <a:pt x="1035" y="5021"/>
                  <a:pt x="1068" y="5030"/>
                  <a:pt x="1102" y="5030"/>
                </a:cubicBezTo>
                <a:cubicBezTo>
                  <a:pt x="1135" y="5030"/>
                  <a:pt x="1168" y="5021"/>
                  <a:pt x="1202" y="5005"/>
                </a:cubicBezTo>
                <a:cubicBezTo>
                  <a:pt x="1702" y="4971"/>
                  <a:pt x="2069" y="4571"/>
                  <a:pt x="2136" y="4071"/>
                </a:cubicBezTo>
                <a:cubicBezTo>
                  <a:pt x="2236" y="3103"/>
                  <a:pt x="2870" y="2269"/>
                  <a:pt x="3770" y="1902"/>
                </a:cubicBezTo>
                <a:cubicBezTo>
                  <a:pt x="3503" y="1269"/>
                  <a:pt x="3237" y="635"/>
                  <a:pt x="290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1">
            <a:extLst>
              <a:ext uri="{FF2B5EF4-FFF2-40B4-BE49-F238E27FC236}">
                <a16:creationId xmlns:a16="http://schemas.microsoft.com/office/drawing/2014/main" id="{B49FEF15-2790-3F45-C4E0-43FB750598BF}"/>
              </a:ext>
            </a:extLst>
          </p:cNvPr>
          <p:cNvSpPr/>
          <p:nvPr/>
        </p:nvSpPr>
        <p:spPr>
          <a:xfrm>
            <a:off x="2107386" y="2731857"/>
            <a:ext cx="58194" cy="77623"/>
          </a:xfrm>
          <a:custGeom>
            <a:avLst/>
            <a:gdLst/>
            <a:ahLst/>
            <a:cxnLst/>
            <a:rect l="l" t="t" r="r" b="b"/>
            <a:pathLst>
              <a:path w="3771" h="5030" extrusionOk="0">
                <a:moveTo>
                  <a:pt x="2903" y="1"/>
                </a:moveTo>
                <a:cubicBezTo>
                  <a:pt x="1335" y="668"/>
                  <a:pt x="234" y="2169"/>
                  <a:pt x="68" y="3870"/>
                </a:cubicBezTo>
                <a:cubicBezTo>
                  <a:pt x="1" y="4437"/>
                  <a:pt x="435" y="4971"/>
                  <a:pt x="1002" y="5005"/>
                </a:cubicBezTo>
                <a:cubicBezTo>
                  <a:pt x="1035" y="5021"/>
                  <a:pt x="1068" y="5030"/>
                  <a:pt x="1102" y="5030"/>
                </a:cubicBezTo>
                <a:cubicBezTo>
                  <a:pt x="1135" y="5030"/>
                  <a:pt x="1168" y="5021"/>
                  <a:pt x="1202" y="5005"/>
                </a:cubicBezTo>
                <a:cubicBezTo>
                  <a:pt x="1702" y="4971"/>
                  <a:pt x="2069" y="4571"/>
                  <a:pt x="2136" y="4071"/>
                </a:cubicBezTo>
                <a:cubicBezTo>
                  <a:pt x="2236" y="3103"/>
                  <a:pt x="2870" y="2269"/>
                  <a:pt x="3770" y="1902"/>
                </a:cubicBezTo>
                <a:cubicBezTo>
                  <a:pt x="3503" y="1269"/>
                  <a:pt x="3237" y="635"/>
                  <a:pt x="29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41">
            <a:extLst>
              <a:ext uri="{FF2B5EF4-FFF2-40B4-BE49-F238E27FC236}">
                <a16:creationId xmlns:a16="http://schemas.microsoft.com/office/drawing/2014/main" id="{8CD67661-9740-F71F-F941-FCA35AE22DD5}"/>
              </a:ext>
            </a:extLst>
          </p:cNvPr>
          <p:cNvSpPr/>
          <p:nvPr/>
        </p:nvSpPr>
        <p:spPr>
          <a:xfrm>
            <a:off x="2009069" y="2717968"/>
            <a:ext cx="116357" cy="232173"/>
          </a:xfrm>
          <a:custGeom>
            <a:avLst/>
            <a:gdLst/>
            <a:ahLst/>
            <a:cxnLst/>
            <a:rect l="l" t="t" r="r" b="b"/>
            <a:pathLst>
              <a:path w="7540" h="15045" extrusionOk="0">
                <a:moveTo>
                  <a:pt x="2169" y="0"/>
                </a:moveTo>
                <a:cubicBezTo>
                  <a:pt x="1502" y="601"/>
                  <a:pt x="768" y="1134"/>
                  <a:pt x="1" y="1568"/>
                </a:cubicBezTo>
                <a:cubicBezTo>
                  <a:pt x="2269" y="5804"/>
                  <a:pt x="3937" y="10341"/>
                  <a:pt x="4904" y="15044"/>
                </a:cubicBezTo>
                <a:cubicBezTo>
                  <a:pt x="5838" y="14477"/>
                  <a:pt x="6706" y="13844"/>
                  <a:pt x="7539" y="13110"/>
                </a:cubicBezTo>
                <a:cubicBezTo>
                  <a:pt x="6572" y="9440"/>
                  <a:pt x="4904" y="4504"/>
                  <a:pt x="2169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1">
            <a:extLst>
              <a:ext uri="{FF2B5EF4-FFF2-40B4-BE49-F238E27FC236}">
                <a16:creationId xmlns:a16="http://schemas.microsoft.com/office/drawing/2014/main" id="{B6E30D93-AD96-646B-9E00-937A25B08747}"/>
              </a:ext>
            </a:extLst>
          </p:cNvPr>
          <p:cNvSpPr/>
          <p:nvPr/>
        </p:nvSpPr>
        <p:spPr>
          <a:xfrm>
            <a:off x="1906632" y="2757597"/>
            <a:ext cx="131279" cy="248655"/>
          </a:xfrm>
          <a:custGeom>
            <a:avLst/>
            <a:gdLst/>
            <a:ahLst/>
            <a:cxnLst/>
            <a:rect l="l" t="t" r="r" b="b"/>
            <a:pathLst>
              <a:path w="8507" h="16113" extrusionOk="0">
                <a:moveTo>
                  <a:pt x="4737" y="1"/>
                </a:moveTo>
                <a:cubicBezTo>
                  <a:pt x="3203" y="635"/>
                  <a:pt x="1602" y="1135"/>
                  <a:pt x="1" y="1435"/>
                </a:cubicBezTo>
                <a:cubicBezTo>
                  <a:pt x="901" y="6272"/>
                  <a:pt x="1435" y="11175"/>
                  <a:pt x="1669" y="16112"/>
                </a:cubicBezTo>
                <a:cubicBezTo>
                  <a:pt x="4004" y="15679"/>
                  <a:pt x="6305" y="15012"/>
                  <a:pt x="8507" y="14044"/>
                </a:cubicBezTo>
                <a:cubicBezTo>
                  <a:pt x="7639" y="9274"/>
                  <a:pt x="6372" y="4571"/>
                  <a:pt x="4737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41">
            <a:extLst>
              <a:ext uri="{FF2B5EF4-FFF2-40B4-BE49-F238E27FC236}">
                <a16:creationId xmlns:a16="http://schemas.microsoft.com/office/drawing/2014/main" id="{158B7F21-6331-0D36-C43C-692FCA74269B}"/>
              </a:ext>
            </a:extLst>
          </p:cNvPr>
          <p:cNvSpPr/>
          <p:nvPr/>
        </p:nvSpPr>
        <p:spPr>
          <a:xfrm>
            <a:off x="1294586" y="2721055"/>
            <a:ext cx="85462" cy="63842"/>
          </a:xfrm>
          <a:custGeom>
            <a:avLst/>
            <a:gdLst/>
            <a:ahLst/>
            <a:cxnLst/>
            <a:rect l="l" t="t" r="r" b="b"/>
            <a:pathLst>
              <a:path w="5538" h="4137" extrusionOk="0">
                <a:moveTo>
                  <a:pt x="2781" y="0"/>
                </a:moveTo>
                <a:cubicBezTo>
                  <a:pt x="2252" y="0"/>
                  <a:pt x="1718" y="201"/>
                  <a:pt x="1301" y="601"/>
                </a:cubicBezTo>
                <a:cubicBezTo>
                  <a:pt x="0" y="1902"/>
                  <a:pt x="934" y="4137"/>
                  <a:pt x="2769" y="4137"/>
                </a:cubicBezTo>
                <a:cubicBezTo>
                  <a:pt x="4603" y="4137"/>
                  <a:pt x="5537" y="1902"/>
                  <a:pt x="4236" y="601"/>
                </a:cubicBezTo>
                <a:cubicBezTo>
                  <a:pt x="3836" y="201"/>
                  <a:pt x="3311" y="0"/>
                  <a:pt x="278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41">
            <a:extLst>
              <a:ext uri="{FF2B5EF4-FFF2-40B4-BE49-F238E27FC236}">
                <a16:creationId xmlns:a16="http://schemas.microsoft.com/office/drawing/2014/main" id="{1BB213EB-0FB1-E7FF-98BE-FA7E315CE6EB}"/>
              </a:ext>
            </a:extLst>
          </p:cNvPr>
          <p:cNvSpPr/>
          <p:nvPr/>
        </p:nvSpPr>
        <p:spPr>
          <a:xfrm>
            <a:off x="1298521" y="2727227"/>
            <a:ext cx="79459" cy="57700"/>
          </a:xfrm>
          <a:custGeom>
            <a:avLst/>
            <a:gdLst/>
            <a:ahLst/>
            <a:cxnLst/>
            <a:rect l="l" t="t" r="r" b="b"/>
            <a:pathLst>
              <a:path w="5149" h="3739" extrusionOk="0">
                <a:moveTo>
                  <a:pt x="3715" y="1"/>
                </a:moveTo>
                <a:cubicBezTo>
                  <a:pt x="3915" y="601"/>
                  <a:pt x="3381" y="1302"/>
                  <a:pt x="2547" y="1569"/>
                </a:cubicBezTo>
                <a:cubicBezTo>
                  <a:pt x="2328" y="1639"/>
                  <a:pt x="2108" y="1672"/>
                  <a:pt x="1901" y="1672"/>
                </a:cubicBezTo>
                <a:cubicBezTo>
                  <a:pt x="1318" y="1672"/>
                  <a:pt x="827" y="1411"/>
                  <a:pt x="679" y="968"/>
                </a:cubicBezTo>
                <a:cubicBezTo>
                  <a:pt x="646" y="901"/>
                  <a:pt x="646" y="868"/>
                  <a:pt x="646" y="801"/>
                </a:cubicBezTo>
                <a:lnTo>
                  <a:pt x="646" y="801"/>
                </a:lnTo>
                <a:cubicBezTo>
                  <a:pt x="1" y="2214"/>
                  <a:pt x="1052" y="3739"/>
                  <a:pt x="2497" y="3739"/>
                </a:cubicBezTo>
                <a:cubicBezTo>
                  <a:pt x="2622" y="3739"/>
                  <a:pt x="2750" y="3727"/>
                  <a:pt x="2881" y="3703"/>
                </a:cubicBezTo>
                <a:cubicBezTo>
                  <a:pt x="4515" y="3403"/>
                  <a:pt x="5149" y="1368"/>
                  <a:pt x="3981" y="201"/>
                </a:cubicBezTo>
                <a:cubicBezTo>
                  <a:pt x="3915" y="134"/>
                  <a:pt x="3815" y="67"/>
                  <a:pt x="3715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41">
            <a:extLst>
              <a:ext uri="{FF2B5EF4-FFF2-40B4-BE49-F238E27FC236}">
                <a16:creationId xmlns:a16="http://schemas.microsoft.com/office/drawing/2014/main" id="{2A65CCF5-6165-E245-D65B-0F36CA22F706}"/>
              </a:ext>
            </a:extLst>
          </p:cNvPr>
          <p:cNvSpPr/>
          <p:nvPr/>
        </p:nvSpPr>
        <p:spPr>
          <a:xfrm>
            <a:off x="1343475" y="2759125"/>
            <a:ext cx="152390" cy="152406"/>
          </a:xfrm>
          <a:custGeom>
            <a:avLst/>
            <a:gdLst/>
            <a:ahLst/>
            <a:cxnLst/>
            <a:rect l="l" t="t" r="r" b="b"/>
            <a:pathLst>
              <a:path w="9875" h="9876" extrusionOk="0">
                <a:moveTo>
                  <a:pt x="908" y="1"/>
                </a:moveTo>
                <a:cubicBezTo>
                  <a:pt x="863" y="1"/>
                  <a:pt x="815" y="12"/>
                  <a:pt x="768" y="35"/>
                </a:cubicBezTo>
                <a:cubicBezTo>
                  <a:pt x="435" y="135"/>
                  <a:pt x="168" y="402"/>
                  <a:pt x="34" y="769"/>
                </a:cubicBezTo>
                <a:cubicBezTo>
                  <a:pt x="1" y="869"/>
                  <a:pt x="34" y="1003"/>
                  <a:pt x="101" y="1136"/>
                </a:cubicBezTo>
                <a:lnTo>
                  <a:pt x="8874" y="9876"/>
                </a:lnTo>
                <a:lnTo>
                  <a:pt x="9875" y="8842"/>
                </a:lnTo>
                <a:lnTo>
                  <a:pt x="1135" y="102"/>
                </a:lnTo>
                <a:cubicBezTo>
                  <a:pt x="1070" y="37"/>
                  <a:pt x="992" y="1"/>
                  <a:pt x="90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41">
            <a:extLst>
              <a:ext uri="{FF2B5EF4-FFF2-40B4-BE49-F238E27FC236}">
                <a16:creationId xmlns:a16="http://schemas.microsoft.com/office/drawing/2014/main" id="{4D418988-1A91-EAB7-65C0-A96A49B6A610}"/>
              </a:ext>
            </a:extLst>
          </p:cNvPr>
          <p:cNvSpPr/>
          <p:nvPr/>
        </p:nvSpPr>
        <p:spPr>
          <a:xfrm>
            <a:off x="1315172" y="2723493"/>
            <a:ext cx="38101" cy="15077"/>
          </a:xfrm>
          <a:custGeom>
            <a:avLst/>
            <a:gdLst/>
            <a:ahLst/>
            <a:cxnLst/>
            <a:rect l="l" t="t" r="r" b="b"/>
            <a:pathLst>
              <a:path w="2469" h="977" extrusionOk="0">
                <a:moveTo>
                  <a:pt x="1410" y="1"/>
                </a:moveTo>
                <a:cubicBezTo>
                  <a:pt x="1361" y="1"/>
                  <a:pt x="1314" y="4"/>
                  <a:pt x="1268" y="9"/>
                </a:cubicBezTo>
                <a:cubicBezTo>
                  <a:pt x="1001" y="9"/>
                  <a:pt x="734" y="76"/>
                  <a:pt x="501" y="209"/>
                </a:cubicBezTo>
                <a:cubicBezTo>
                  <a:pt x="367" y="309"/>
                  <a:pt x="234" y="443"/>
                  <a:pt x="134" y="576"/>
                </a:cubicBezTo>
                <a:cubicBezTo>
                  <a:pt x="34" y="676"/>
                  <a:pt x="0" y="776"/>
                  <a:pt x="67" y="910"/>
                </a:cubicBezTo>
                <a:cubicBezTo>
                  <a:pt x="100" y="960"/>
                  <a:pt x="167" y="977"/>
                  <a:pt x="242" y="977"/>
                </a:cubicBezTo>
                <a:cubicBezTo>
                  <a:pt x="317" y="977"/>
                  <a:pt x="401" y="960"/>
                  <a:pt x="467" y="943"/>
                </a:cubicBezTo>
                <a:cubicBezTo>
                  <a:pt x="1001" y="843"/>
                  <a:pt x="1535" y="776"/>
                  <a:pt x="2035" y="776"/>
                </a:cubicBezTo>
                <a:cubicBezTo>
                  <a:pt x="2169" y="776"/>
                  <a:pt x="2269" y="776"/>
                  <a:pt x="2369" y="710"/>
                </a:cubicBezTo>
                <a:cubicBezTo>
                  <a:pt x="2469" y="643"/>
                  <a:pt x="2469" y="510"/>
                  <a:pt x="2402" y="410"/>
                </a:cubicBezTo>
                <a:cubicBezTo>
                  <a:pt x="2335" y="309"/>
                  <a:pt x="2235" y="243"/>
                  <a:pt x="2102" y="176"/>
                </a:cubicBezTo>
                <a:cubicBezTo>
                  <a:pt x="1908" y="65"/>
                  <a:pt x="1646" y="1"/>
                  <a:pt x="1410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41">
            <a:extLst>
              <a:ext uri="{FF2B5EF4-FFF2-40B4-BE49-F238E27FC236}">
                <a16:creationId xmlns:a16="http://schemas.microsoft.com/office/drawing/2014/main" id="{6AE3E405-D145-1E14-06F8-3F6AD781CC3D}"/>
              </a:ext>
            </a:extLst>
          </p:cNvPr>
          <p:cNvSpPr/>
          <p:nvPr/>
        </p:nvSpPr>
        <p:spPr>
          <a:xfrm>
            <a:off x="1398567" y="2794758"/>
            <a:ext cx="267682" cy="280151"/>
          </a:xfrm>
          <a:custGeom>
            <a:avLst/>
            <a:gdLst/>
            <a:ahLst/>
            <a:cxnLst/>
            <a:rect l="l" t="t" r="r" b="b"/>
            <a:pathLst>
              <a:path w="17346" h="18154" extrusionOk="0">
                <a:moveTo>
                  <a:pt x="7524" y="1"/>
                </a:moveTo>
                <a:cubicBezTo>
                  <a:pt x="6874" y="1"/>
                  <a:pt x="6285" y="156"/>
                  <a:pt x="5771" y="462"/>
                </a:cubicBezTo>
                <a:cubicBezTo>
                  <a:pt x="1401" y="3197"/>
                  <a:pt x="0" y="8901"/>
                  <a:pt x="2569" y="13371"/>
                </a:cubicBezTo>
                <a:cubicBezTo>
                  <a:pt x="4331" y="16437"/>
                  <a:pt x="7553" y="18154"/>
                  <a:pt x="10867" y="18154"/>
                </a:cubicBezTo>
                <a:cubicBezTo>
                  <a:pt x="12384" y="18154"/>
                  <a:pt x="13920" y="17794"/>
                  <a:pt x="15344" y="17040"/>
                </a:cubicBezTo>
                <a:cubicBezTo>
                  <a:pt x="16579" y="16340"/>
                  <a:pt x="17346" y="14805"/>
                  <a:pt x="17346" y="12670"/>
                </a:cubicBezTo>
                <a:cubicBezTo>
                  <a:pt x="17346" y="8334"/>
                  <a:pt x="14310" y="3063"/>
                  <a:pt x="10574" y="929"/>
                </a:cubicBezTo>
                <a:cubicBezTo>
                  <a:pt x="9465" y="306"/>
                  <a:pt x="8435" y="1"/>
                  <a:pt x="7524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1">
            <a:extLst>
              <a:ext uri="{FF2B5EF4-FFF2-40B4-BE49-F238E27FC236}">
                <a16:creationId xmlns:a16="http://schemas.microsoft.com/office/drawing/2014/main" id="{253E1070-EB34-EC61-E27F-7A569B65A5F9}"/>
              </a:ext>
            </a:extLst>
          </p:cNvPr>
          <p:cNvSpPr/>
          <p:nvPr/>
        </p:nvSpPr>
        <p:spPr>
          <a:xfrm>
            <a:off x="1403088" y="2911006"/>
            <a:ext cx="263161" cy="166711"/>
          </a:xfrm>
          <a:custGeom>
            <a:avLst/>
            <a:gdLst/>
            <a:ahLst/>
            <a:cxnLst/>
            <a:rect l="l" t="t" r="r" b="b"/>
            <a:pathLst>
              <a:path w="17053" h="10803" extrusionOk="0">
                <a:moveTo>
                  <a:pt x="775" y="0"/>
                </a:moveTo>
                <a:cubicBezTo>
                  <a:pt x="0" y="6090"/>
                  <a:pt x="4855" y="10802"/>
                  <a:pt x="10274" y="10802"/>
                </a:cubicBezTo>
                <a:cubicBezTo>
                  <a:pt x="11861" y="10802"/>
                  <a:pt x="13495" y="10398"/>
                  <a:pt x="15051" y="9507"/>
                </a:cubicBezTo>
                <a:cubicBezTo>
                  <a:pt x="16286" y="8807"/>
                  <a:pt x="17053" y="7272"/>
                  <a:pt x="17053" y="5137"/>
                </a:cubicBezTo>
                <a:cubicBezTo>
                  <a:pt x="17020" y="4203"/>
                  <a:pt x="16919" y="3303"/>
                  <a:pt x="16686" y="2402"/>
                </a:cubicBezTo>
                <a:cubicBezTo>
                  <a:pt x="16653" y="5137"/>
                  <a:pt x="15018" y="7906"/>
                  <a:pt x="9781" y="8406"/>
                </a:cubicBezTo>
                <a:cubicBezTo>
                  <a:pt x="9531" y="8428"/>
                  <a:pt x="9285" y="8439"/>
                  <a:pt x="9043" y="8439"/>
                </a:cubicBezTo>
                <a:cubicBezTo>
                  <a:pt x="4497" y="8439"/>
                  <a:pt x="1313" y="4656"/>
                  <a:pt x="775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1">
            <a:extLst>
              <a:ext uri="{FF2B5EF4-FFF2-40B4-BE49-F238E27FC236}">
                <a16:creationId xmlns:a16="http://schemas.microsoft.com/office/drawing/2014/main" id="{2AFCA30B-B547-A5BF-2664-D01796ADFE8E}"/>
              </a:ext>
            </a:extLst>
          </p:cNvPr>
          <p:cNvSpPr/>
          <p:nvPr/>
        </p:nvSpPr>
        <p:spPr>
          <a:xfrm>
            <a:off x="1433566" y="2925343"/>
            <a:ext cx="83919" cy="108270"/>
          </a:xfrm>
          <a:custGeom>
            <a:avLst/>
            <a:gdLst/>
            <a:ahLst/>
            <a:cxnLst/>
            <a:rect l="l" t="t" r="r" b="b"/>
            <a:pathLst>
              <a:path w="5438" h="7016" extrusionOk="0">
                <a:moveTo>
                  <a:pt x="1517" y="0"/>
                </a:moveTo>
                <a:cubicBezTo>
                  <a:pt x="621" y="0"/>
                  <a:pt x="0" y="710"/>
                  <a:pt x="0" y="1940"/>
                </a:cubicBezTo>
                <a:cubicBezTo>
                  <a:pt x="101" y="3841"/>
                  <a:pt x="1101" y="5576"/>
                  <a:pt x="2736" y="6643"/>
                </a:cubicBezTo>
                <a:cubicBezTo>
                  <a:pt x="3163" y="6896"/>
                  <a:pt x="3570" y="7015"/>
                  <a:pt x="3933" y="7015"/>
                </a:cubicBezTo>
                <a:cubicBezTo>
                  <a:pt x="4817" y="7015"/>
                  <a:pt x="5438" y="6305"/>
                  <a:pt x="5438" y="5076"/>
                </a:cubicBezTo>
                <a:cubicBezTo>
                  <a:pt x="5338" y="3174"/>
                  <a:pt x="4304" y="1406"/>
                  <a:pt x="2736" y="372"/>
                </a:cubicBezTo>
                <a:cubicBezTo>
                  <a:pt x="2299" y="120"/>
                  <a:pt x="1885" y="0"/>
                  <a:pt x="151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1">
            <a:extLst>
              <a:ext uri="{FF2B5EF4-FFF2-40B4-BE49-F238E27FC236}">
                <a16:creationId xmlns:a16="http://schemas.microsoft.com/office/drawing/2014/main" id="{5E834CDA-39DC-106D-09C6-1220A1A877F1}"/>
              </a:ext>
            </a:extLst>
          </p:cNvPr>
          <p:cNvSpPr/>
          <p:nvPr/>
        </p:nvSpPr>
        <p:spPr>
          <a:xfrm>
            <a:off x="1448489" y="2925343"/>
            <a:ext cx="68996" cy="99443"/>
          </a:xfrm>
          <a:custGeom>
            <a:avLst/>
            <a:gdLst/>
            <a:ahLst/>
            <a:cxnLst/>
            <a:rect l="l" t="t" r="r" b="b"/>
            <a:pathLst>
              <a:path w="4471" h="6444" extrusionOk="0">
                <a:moveTo>
                  <a:pt x="543" y="0"/>
                </a:moveTo>
                <a:cubicBezTo>
                  <a:pt x="495" y="0"/>
                  <a:pt x="448" y="2"/>
                  <a:pt x="401" y="5"/>
                </a:cubicBezTo>
                <a:cubicBezTo>
                  <a:pt x="134" y="406"/>
                  <a:pt x="1" y="873"/>
                  <a:pt x="1" y="1373"/>
                </a:cubicBezTo>
                <a:cubicBezTo>
                  <a:pt x="134" y="3274"/>
                  <a:pt x="1135" y="5009"/>
                  <a:pt x="2736" y="6076"/>
                </a:cubicBezTo>
                <a:cubicBezTo>
                  <a:pt x="3136" y="6343"/>
                  <a:pt x="3603" y="6443"/>
                  <a:pt x="4104" y="6443"/>
                </a:cubicBezTo>
                <a:cubicBezTo>
                  <a:pt x="4371" y="6010"/>
                  <a:pt x="4471" y="5543"/>
                  <a:pt x="4471" y="5076"/>
                </a:cubicBezTo>
                <a:cubicBezTo>
                  <a:pt x="4371" y="3174"/>
                  <a:pt x="3337" y="1406"/>
                  <a:pt x="1769" y="372"/>
                </a:cubicBezTo>
                <a:cubicBezTo>
                  <a:pt x="1379" y="132"/>
                  <a:pt x="962" y="0"/>
                  <a:pt x="543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1">
            <a:extLst>
              <a:ext uri="{FF2B5EF4-FFF2-40B4-BE49-F238E27FC236}">
                <a16:creationId xmlns:a16="http://schemas.microsoft.com/office/drawing/2014/main" id="{E95B0EA4-C69F-C869-9B67-6716FEA40F3F}"/>
              </a:ext>
            </a:extLst>
          </p:cNvPr>
          <p:cNvSpPr/>
          <p:nvPr/>
        </p:nvSpPr>
        <p:spPr>
          <a:xfrm>
            <a:off x="1450557" y="2961453"/>
            <a:ext cx="66928" cy="63333"/>
          </a:xfrm>
          <a:custGeom>
            <a:avLst/>
            <a:gdLst/>
            <a:ahLst/>
            <a:cxnLst/>
            <a:rect l="l" t="t" r="r" b="b"/>
            <a:pathLst>
              <a:path w="4337" h="4104" extrusionOk="0">
                <a:moveTo>
                  <a:pt x="0" y="0"/>
                </a:moveTo>
                <a:cubicBezTo>
                  <a:pt x="367" y="1535"/>
                  <a:pt x="1268" y="2869"/>
                  <a:pt x="2602" y="3736"/>
                </a:cubicBezTo>
                <a:cubicBezTo>
                  <a:pt x="3002" y="4003"/>
                  <a:pt x="3469" y="4103"/>
                  <a:pt x="3970" y="4103"/>
                </a:cubicBezTo>
                <a:cubicBezTo>
                  <a:pt x="4237" y="3670"/>
                  <a:pt x="4337" y="3203"/>
                  <a:pt x="4337" y="2736"/>
                </a:cubicBezTo>
                <a:cubicBezTo>
                  <a:pt x="4337" y="2269"/>
                  <a:pt x="4237" y="1802"/>
                  <a:pt x="4103" y="1368"/>
                </a:cubicBezTo>
                <a:cubicBezTo>
                  <a:pt x="3848" y="1828"/>
                  <a:pt x="3404" y="2018"/>
                  <a:pt x="2900" y="2018"/>
                </a:cubicBezTo>
                <a:cubicBezTo>
                  <a:pt x="1757" y="2018"/>
                  <a:pt x="301" y="1041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1">
            <a:extLst>
              <a:ext uri="{FF2B5EF4-FFF2-40B4-BE49-F238E27FC236}">
                <a16:creationId xmlns:a16="http://schemas.microsoft.com/office/drawing/2014/main" id="{26C5D013-89CB-8BAB-1F36-B98D14BF3D07}"/>
              </a:ext>
            </a:extLst>
          </p:cNvPr>
          <p:cNvSpPr/>
          <p:nvPr/>
        </p:nvSpPr>
        <p:spPr>
          <a:xfrm>
            <a:off x="1517470" y="2417987"/>
            <a:ext cx="496245" cy="402310"/>
          </a:xfrm>
          <a:custGeom>
            <a:avLst/>
            <a:gdLst/>
            <a:ahLst/>
            <a:cxnLst/>
            <a:rect l="l" t="t" r="r" b="b"/>
            <a:pathLst>
              <a:path w="32157" h="26070" extrusionOk="0">
                <a:moveTo>
                  <a:pt x="22337" y="0"/>
                </a:moveTo>
                <a:cubicBezTo>
                  <a:pt x="20640" y="0"/>
                  <a:pt x="18948" y="442"/>
                  <a:pt x="17446" y="1326"/>
                </a:cubicBezTo>
                <a:lnTo>
                  <a:pt x="12276" y="4328"/>
                </a:lnTo>
                <a:cubicBezTo>
                  <a:pt x="4671" y="8732"/>
                  <a:pt x="1" y="16837"/>
                  <a:pt x="1" y="25610"/>
                </a:cubicBezTo>
                <a:cubicBezTo>
                  <a:pt x="1" y="25744"/>
                  <a:pt x="101" y="25877"/>
                  <a:pt x="234" y="25944"/>
                </a:cubicBezTo>
                <a:cubicBezTo>
                  <a:pt x="418" y="26027"/>
                  <a:pt x="618" y="26069"/>
                  <a:pt x="822" y="26069"/>
                </a:cubicBezTo>
                <a:cubicBezTo>
                  <a:pt x="1026" y="26069"/>
                  <a:pt x="1235" y="26027"/>
                  <a:pt x="1435" y="25944"/>
                </a:cubicBezTo>
                <a:cubicBezTo>
                  <a:pt x="1568" y="25877"/>
                  <a:pt x="1635" y="25744"/>
                  <a:pt x="1669" y="25610"/>
                </a:cubicBezTo>
                <a:cubicBezTo>
                  <a:pt x="1669" y="17438"/>
                  <a:pt x="6038" y="9866"/>
                  <a:pt x="13110" y="5796"/>
                </a:cubicBezTo>
                <a:lnTo>
                  <a:pt x="18280" y="2794"/>
                </a:lnTo>
                <a:cubicBezTo>
                  <a:pt x="19583" y="2047"/>
                  <a:pt x="20968" y="1705"/>
                  <a:pt x="22319" y="1705"/>
                </a:cubicBezTo>
                <a:cubicBezTo>
                  <a:pt x="26402" y="1705"/>
                  <a:pt x="30180" y="4829"/>
                  <a:pt x="30456" y="9365"/>
                </a:cubicBezTo>
                <a:lnTo>
                  <a:pt x="30456" y="9766"/>
                </a:lnTo>
                <a:cubicBezTo>
                  <a:pt x="31256" y="10166"/>
                  <a:pt x="32124" y="10700"/>
                  <a:pt x="32124" y="10700"/>
                </a:cubicBezTo>
                <a:lnTo>
                  <a:pt x="32124" y="9866"/>
                </a:lnTo>
                <a:cubicBezTo>
                  <a:pt x="32157" y="6330"/>
                  <a:pt x="30289" y="3094"/>
                  <a:pt x="27253" y="1326"/>
                </a:cubicBezTo>
                <a:cubicBezTo>
                  <a:pt x="25736" y="442"/>
                  <a:pt x="24034" y="0"/>
                  <a:pt x="2233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1">
            <a:extLst>
              <a:ext uri="{FF2B5EF4-FFF2-40B4-BE49-F238E27FC236}">
                <a16:creationId xmlns:a16="http://schemas.microsoft.com/office/drawing/2014/main" id="{1EDDA0A9-A5A5-3BFC-BCAA-44B1FB2E6661}"/>
              </a:ext>
            </a:extLst>
          </p:cNvPr>
          <p:cNvSpPr/>
          <p:nvPr/>
        </p:nvSpPr>
        <p:spPr>
          <a:xfrm>
            <a:off x="1457239" y="2816655"/>
            <a:ext cx="170924" cy="255491"/>
          </a:xfrm>
          <a:custGeom>
            <a:avLst/>
            <a:gdLst/>
            <a:ahLst/>
            <a:cxnLst/>
            <a:rect l="l" t="t" r="r" b="b"/>
            <a:pathLst>
              <a:path w="11076" h="16556" extrusionOk="0">
                <a:moveTo>
                  <a:pt x="938" y="1"/>
                </a:moveTo>
                <a:cubicBezTo>
                  <a:pt x="826" y="1"/>
                  <a:pt x="714" y="4"/>
                  <a:pt x="601" y="10"/>
                </a:cubicBezTo>
                <a:cubicBezTo>
                  <a:pt x="401" y="177"/>
                  <a:pt x="168" y="343"/>
                  <a:pt x="1" y="510"/>
                </a:cubicBezTo>
                <a:cubicBezTo>
                  <a:pt x="334" y="444"/>
                  <a:pt x="668" y="377"/>
                  <a:pt x="1002" y="377"/>
                </a:cubicBezTo>
                <a:cubicBezTo>
                  <a:pt x="2036" y="410"/>
                  <a:pt x="3036" y="744"/>
                  <a:pt x="3904" y="1277"/>
                </a:cubicBezTo>
                <a:cubicBezTo>
                  <a:pt x="7606" y="3412"/>
                  <a:pt x="10575" y="8583"/>
                  <a:pt x="10575" y="12819"/>
                </a:cubicBezTo>
                <a:cubicBezTo>
                  <a:pt x="10575" y="14487"/>
                  <a:pt x="10141" y="15755"/>
                  <a:pt x="9341" y="16555"/>
                </a:cubicBezTo>
                <a:cubicBezTo>
                  <a:pt x="9574" y="16488"/>
                  <a:pt x="9841" y="16422"/>
                  <a:pt x="10108" y="16322"/>
                </a:cubicBezTo>
                <a:cubicBezTo>
                  <a:pt x="10742" y="15288"/>
                  <a:pt x="11075" y="14053"/>
                  <a:pt x="11009" y="12819"/>
                </a:cubicBezTo>
                <a:cubicBezTo>
                  <a:pt x="11009" y="8449"/>
                  <a:pt x="7907" y="3112"/>
                  <a:pt x="4137" y="911"/>
                </a:cubicBezTo>
                <a:cubicBezTo>
                  <a:pt x="3167" y="304"/>
                  <a:pt x="2059" y="1"/>
                  <a:pt x="938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1">
            <a:extLst>
              <a:ext uri="{FF2B5EF4-FFF2-40B4-BE49-F238E27FC236}">
                <a16:creationId xmlns:a16="http://schemas.microsoft.com/office/drawing/2014/main" id="{70418A5C-C4C1-B6E3-BC94-84755A711068}"/>
              </a:ext>
            </a:extLst>
          </p:cNvPr>
          <p:cNvSpPr/>
          <p:nvPr/>
        </p:nvSpPr>
        <p:spPr>
          <a:xfrm>
            <a:off x="1457239" y="2816655"/>
            <a:ext cx="170924" cy="255491"/>
          </a:xfrm>
          <a:custGeom>
            <a:avLst/>
            <a:gdLst/>
            <a:ahLst/>
            <a:cxnLst/>
            <a:rect l="l" t="t" r="r" b="b"/>
            <a:pathLst>
              <a:path w="11076" h="16556" extrusionOk="0">
                <a:moveTo>
                  <a:pt x="938" y="1"/>
                </a:moveTo>
                <a:cubicBezTo>
                  <a:pt x="826" y="1"/>
                  <a:pt x="714" y="4"/>
                  <a:pt x="601" y="10"/>
                </a:cubicBezTo>
                <a:cubicBezTo>
                  <a:pt x="401" y="177"/>
                  <a:pt x="168" y="343"/>
                  <a:pt x="1" y="510"/>
                </a:cubicBezTo>
                <a:cubicBezTo>
                  <a:pt x="334" y="444"/>
                  <a:pt x="668" y="377"/>
                  <a:pt x="1002" y="377"/>
                </a:cubicBezTo>
                <a:cubicBezTo>
                  <a:pt x="2036" y="410"/>
                  <a:pt x="3036" y="744"/>
                  <a:pt x="3904" y="1277"/>
                </a:cubicBezTo>
                <a:cubicBezTo>
                  <a:pt x="7606" y="3412"/>
                  <a:pt x="10575" y="8583"/>
                  <a:pt x="10575" y="12819"/>
                </a:cubicBezTo>
                <a:cubicBezTo>
                  <a:pt x="10575" y="14487"/>
                  <a:pt x="10141" y="15755"/>
                  <a:pt x="9341" y="16555"/>
                </a:cubicBezTo>
                <a:cubicBezTo>
                  <a:pt x="9574" y="16488"/>
                  <a:pt x="9841" y="16422"/>
                  <a:pt x="10108" y="16322"/>
                </a:cubicBezTo>
                <a:cubicBezTo>
                  <a:pt x="10742" y="15288"/>
                  <a:pt x="11075" y="14053"/>
                  <a:pt x="11009" y="12819"/>
                </a:cubicBezTo>
                <a:cubicBezTo>
                  <a:pt x="11009" y="8449"/>
                  <a:pt x="7907" y="3112"/>
                  <a:pt x="4137" y="911"/>
                </a:cubicBezTo>
                <a:cubicBezTo>
                  <a:pt x="3167" y="304"/>
                  <a:pt x="2059" y="1"/>
                  <a:pt x="93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41">
            <a:extLst>
              <a:ext uri="{FF2B5EF4-FFF2-40B4-BE49-F238E27FC236}">
                <a16:creationId xmlns:a16="http://schemas.microsoft.com/office/drawing/2014/main" id="{AEFCD716-6562-06F5-2240-D030294699FB}"/>
              </a:ext>
            </a:extLst>
          </p:cNvPr>
          <p:cNvSpPr/>
          <p:nvPr/>
        </p:nvSpPr>
        <p:spPr>
          <a:xfrm>
            <a:off x="3190970" y="3392019"/>
            <a:ext cx="631629" cy="601953"/>
          </a:xfrm>
          <a:custGeom>
            <a:avLst/>
            <a:gdLst/>
            <a:ahLst/>
            <a:cxnLst/>
            <a:rect l="l" t="t" r="r" b="b"/>
            <a:pathLst>
              <a:path w="40930" h="39007" extrusionOk="0">
                <a:moveTo>
                  <a:pt x="11858" y="0"/>
                </a:moveTo>
                <a:cubicBezTo>
                  <a:pt x="11543" y="0"/>
                  <a:pt x="11239" y="47"/>
                  <a:pt x="10942" y="153"/>
                </a:cubicBezTo>
                <a:cubicBezTo>
                  <a:pt x="8940" y="887"/>
                  <a:pt x="9307" y="3355"/>
                  <a:pt x="8040" y="4889"/>
                </a:cubicBezTo>
                <a:cubicBezTo>
                  <a:pt x="5171" y="8492"/>
                  <a:pt x="2803" y="14563"/>
                  <a:pt x="1935" y="20634"/>
                </a:cubicBezTo>
                <a:cubicBezTo>
                  <a:pt x="1402" y="24303"/>
                  <a:pt x="1" y="25237"/>
                  <a:pt x="468" y="26271"/>
                </a:cubicBezTo>
                <a:cubicBezTo>
                  <a:pt x="1335" y="28273"/>
                  <a:pt x="3170" y="27606"/>
                  <a:pt x="5204" y="29407"/>
                </a:cubicBezTo>
                <a:cubicBezTo>
                  <a:pt x="10408" y="34010"/>
                  <a:pt x="14478" y="35978"/>
                  <a:pt x="23417" y="37046"/>
                </a:cubicBezTo>
                <a:cubicBezTo>
                  <a:pt x="26766" y="37457"/>
                  <a:pt x="27425" y="39006"/>
                  <a:pt x="29014" y="39006"/>
                </a:cubicBezTo>
                <a:cubicBezTo>
                  <a:pt x="29230" y="39006"/>
                  <a:pt x="29463" y="38978"/>
                  <a:pt x="29722" y="38914"/>
                </a:cubicBezTo>
                <a:cubicBezTo>
                  <a:pt x="31790" y="38413"/>
                  <a:pt x="30456" y="35978"/>
                  <a:pt x="34025" y="31108"/>
                </a:cubicBezTo>
                <a:cubicBezTo>
                  <a:pt x="36027" y="28306"/>
                  <a:pt x="37628" y="24303"/>
                  <a:pt x="38295" y="18733"/>
                </a:cubicBezTo>
                <a:cubicBezTo>
                  <a:pt x="38728" y="15430"/>
                  <a:pt x="40930" y="13863"/>
                  <a:pt x="39496" y="11995"/>
                </a:cubicBezTo>
                <a:cubicBezTo>
                  <a:pt x="38061" y="10093"/>
                  <a:pt x="37127" y="10960"/>
                  <a:pt x="33325" y="8292"/>
                </a:cubicBezTo>
                <a:cubicBezTo>
                  <a:pt x="29555" y="5657"/>
                  <a:pt x="26019" y="3588"/>
                  <a:pt x="18981" y="2121"/>
                </a:cubicBezTo>
                <a:cubicBezTo>
                  <a:pt x="15752" y="1469"/>
                  <a:pt x="13630" y="0"/>
                  <a:pt x="11858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41">
            <a:extLst>
              <a:ext uri="{FF2B5EF4-FFF2-40B4-BE49-F238E27FC236}">
                <a16:creationId xmlns:a16="http://schemas.microsoft.com/office/drawing/2014/main" id="{2E8B1D1B-A53B-27D9-1291-FD151765EE5C}"/>
              </a:ext>
            </a:extLst>
          </p:cNvPr>
          <p:cNvSpPr/>
          <p:nvPr/>
        </p:nvSpPr>
        <p:spPr>
          <a:xfrm>
            <a:off x="3618233" y="3592989"/>
            <a:ext cx="171727" cy="384687"/>
          </a:xfrm>
          <a:custGeom>
            <a:avLst/>
            <a:gdLst/>
            <a:ahLst/>
            <a:cxnLst/>
            <a:rect l="l" t="t" r="r" b="b"/>
            <a:pathLst>
              <a:path w="11128" h="24928" extrusionOk="0">
                <a:moveTo>
                  <a:pt x="10021" y="1"/>
                </a:moveTo>
                <a:cubicBezTo>
                  <a:pt x="9626" y="1"/>
                  <a:pt x="9090" y="231"/>
                  <a:pt x="8406" y="773"/>
                </a:cubicBezTo>
                <a:cubicBezTo>
                  <a:pt x="6905" y="1974"/>
                  <a:pt x="4904" y="4642"/>
                  <a:pt x="2335" y="10947"/>
                </a:cubicBezTo>
                <a:cubicBezTo>
                  <a:pt x="100" y="16451"/>
                  <a:pt x="0" y="22188"/>
                  <a:pt x="734" y="23989"/>
                </a:cubicBezTo>
                <a:cubicBezTo>
                  <a:pt x="1015" y="24648"/>
                  <a:pt x="1322" y="24928"/>
                  <a:pt x="1620" y="24928"/>
                </a:cubicBezTo>
                <a:cubicBezTo>
                  <a:pt x="2137" y="24928"/>
                  <a:pt x="2627" y="24086"/>
                  <a:pt x="2902" y="22922"/>
                </a:cubicBezTo>
                <a:cubicBezTo>
                  <a:pt x="3436" y="20754"/>
                  <a:pt x="5571" y="18886"/>
                  <a:pt x="7873" y="13715"/>
                </a:cubicBezTo>
                <a:cubicBezTo>
                  <a:pt x="10274" y="8312"/>
                  <a:pt x="9407" y="5943"/>
                  <a:pt x="10508" y="3074"/>
                </a:cubicBezTo>
                <a:cubicBezTo>
                  <a:pt x="11128" y="1452"/>
                  <a:pt x="11015" y="1"/>
                  <a:pt x="10021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41">
            <a:extLst>
              <a:ext uri="{FF2B5EF4-FFF2-40B4-BE49-F238E27FC236}">
                <a16:creationId xmlns:a16="http://schemas.microsoft.com/office/drawing/2014/main" id="{38094BF5-6C81-AF7E-AC7F-B3199C473B88}"/>
              </a:ext>
            </a:extLst>
          </p:cNvPr>
          <p:cNvSpPr/>
          <p:nvPr/>
        </p:nvSpPr>
        <p:spPr>
          <a:xfrm>
            <a:off x="3201787" y="3804638"/>
            <a:ext cx="411307" cy="180692"/>
          </a:xfrm>
          <a:custGeom>
            <a:avLst/>
            <a:gdLst/>
            <a:ahLst/>
            <a:cxnLst/>
            <a:rect l="l" t="t" r="r" b="b"/>
            <a:pathLst>
              <a:path w="26653" h="11709" extrusionOk="0">
                <a:moveTo>
                  <a:pt x="0" y="0"/>
                </a:moveTo>
                <a:cubicBezTo>
                  <a:pt x="968" y="1435"/>
                  <a:pt x="2635" y="1034"/>
                  <a:pt x="4503" y="2669"/>
                </a:cubicBezTo>
                <a:cubicBezTo>
                  <a:pt x="6105" y="4137"/>
                  <a:pt x="7873" y="5471"/>
                  <a:pt x="9741" y="6605"/>
                </a:cubicBezTo>
                <a:cubicBezTo>
                  <a:pt x="7506" y="4804"/>
                  <a:pt x="7039" y="2502"/>
                  <a:pt x="5337" y="1602"/>
                </a:cubicBezTo>
                <a:cubicBezTo>
                  <a:pt x="3269" y="434"/>
                  <a:pt x="1635" y="1235"/>
                  <a:pt x="0" y="0"/>
                </a:cubicBezTo>
                <a:close/>
                <a:moveTo>
                  <a:pt x="12943" y="8140"/>
                </a:moveTo>
                <a:cubicBezTo>
                  <a:pt x="15578" y="9174"/>
                  <a:pt x="18647" y="9841"/>
                  <a:pt x="22716" y="10341"/>
                </a:cubicBezTo>
                <a:cubicBezTo>
                  <a:pt x="24118" y="10475"/>
                  <a:pt x="25452" y="10975"/>
                  <a:pt x="26653" y="11709"/>
                </a:cubicBezTo>
                <a:cubicBezTo>
                  <a:pt x="25118" y="10475"/>
                  <a:pt x="24518" y="8506"/>
                  <a:pt x="22049" y="8306"/>
                </a:cubicBezTo>
                <a:cubicBezTo>
                  <a:pt x="21867" y="8289"/>
                  <a:pt x="21659" y="8282"/>
                  <a:pt x="21430" y="8282"/>
                </a:cubicBezTo>
                <a:cubicBezTo>
                  <a:pt x="20215" y="8282"/>
                  <a:pt x="18400" y="8487"/>
                  <a:pt x="16502" y="8487"/>
                </a:cubicBezTo>
                <a:cubicBezTo>
                  <a:pt x="15306" y="8487"/>
                  <a:pt x="14076" y="8406"/>
                  <a:pt x="12943" y="814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1">
            <a:extLst>
              <a:ext uri="{FF2B5EF4-FFF2-40B4-BE49-F238E27FC236}">
                <a16:creationId xmlns:a16="http://schemas.microsoft.com/office/drawing/2014/main" id="{049D7736-6979-0C84-5F83-85DD52B1ED44}"/>
              </a:ext>
            </a:extLst>
          </p:cNvPr>
          <p:cNvSpPr/>
          <p:nvPr/>
        </p:nvSpPr>
        <p:spPr>
          <a:xfrm>
            <a:off x="3240907" y="3457389"/>
            <a:ext cx="436538" cy="295552"/>
          </a:xfrm>
          <a:custGeom>
            <a:avLst/>
            <a:gdLst/>
            <a:ahLst/>
            <a:cxnLst/>
            <a:rect l="l" t="t" r="r" b="b"/>
            <a:pathLst>
              <a:path w="28288" h="19152" extrusionOk="0">
                <a:moveTo>
                  <a:pt x="13353" y="1"/>
                </a:moveTo>
                <a:cubicBezTo>
                  <a:pt x="12824" y="1"/>
                  <a:pt x="12297" y="18"/>
                  <a:pt x="11775" y="53"/>
                </a:cubicBezTo>
                <a:cubicBezTo>
                  <a:pt x="5037" y="1054"/>
                  <a:pt x="1668" y="7358"/>
                  <a:pt x="534" y="13262"/>
                </a:cubicBezTo>
                <a:cubicBezTo>
                  <a:pt x="0" y="15931"/>
                  <a:pt x="768" y="17766"/>
                  <a:pt x="2335" y="18700"/>
                </a:cubicBezTo>
                <a:cubicBezTo>
                  <a:pt x="2861" y="19003"/>
                  <a:pt x="3632" y="19152"/>
                  <a:pt x="4482" y="19152"/>
                </a:cubicBezTo>
                <a:cubicBezTo>
                  <a:pt x="6060" y="19152"/>
                  <a:pt x="7911" y="18641"/>
                  <a:pt x="8973" y="17666"/>
                </a:cubicBezTo>
                <a:cubicBezTo>
                  <a:pt x="10174" y="16565"/>
                  <a:pt x="11108" y="15264"/>
                  <a:pt x="12476" y="13963"/>
                </a:cubicBezTo>
                <a:cubicBezTo>
                  <a:pt x="13377" y="13129"/>
                  <a:pt x="14477" y="12562"/>
                  <a:pt x="15645" y="12228"/>
                </a:cubicBezTo>
                <a:cubicBezTo>
                  <a:pt x="18881" y="11461"/>
                  <a:pt x="20515" y="11728"/>
                  <a:pt x="23084" y="11394"/>
                </a:cubicBezTo>
                <a:cubicBezTo>
                  <a:pt x="24284" y="11261"/>
                  <a:pt x="25952" y="10827"/>
                  <a:pt x="26886" y="9893"/>
                </a:cubicBezTo>
                <a:cubicBezTo>
                  <a:pt x="27854" y="8993"/>
                  <a:pt x="28287" y="7658"/>
                  <a:pt x="28054" y="6391"/>
                </a:cubicBezTo>
                <a:cubicBezTo>
                  <a:pt x="27887" y="5357"/>
                  <a:pt x="27320" y="4423"/>
                  <a:pt x="26486" y="3822"/>
                </a:cubicBezTo>
                <a:cubicBezTo>
                  <a:pt x="22662" y="1283"/>
                  <a:pt x="17900" y="1"/>
                  <a:pt x="13353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1">
            <a:extLst>
              <a:ext uri="{FF2B5EF4-FFF2-40B4-BE49-F238E27FC236}">
                <a16:creationId xmlns:a16="http://schemas.microsoft.com/office/drawing/2014/main" id="{7A838D8B-029C-9BF0-518E-8E17ACDD4594}"/>
              </a:ext>
            </a:extLst>
          </p:cNvPr>
          <p:cNvSpPr/>
          <p:nvPr/>
        </p:nvSpPr>
        <p:spPr>
          <a:xfrm>
            <a:off x="2583553" y="3324536"/>
            <a:ext cx="526105" cy="483019"/>
          </a:xfrm>
          <a:custGeom>
            <a:avLst/>
            <a:gdLst/>
            <a:ahLst/>
            <a:cxnLst/>
            <a:rect l="l" t="t" r="r" b="b"/>
            <a:pathLst>
              <a:path w="34092" h="31300" extrusionOk="0">
                <a:moveTo>
                  <a:pt x="24960" y="0"/>
                </a:moveTo>
                <a:cubicBezTo>
                  <a:pt x="23573" y="0"/>
                  <a:pt x="21855" y="1087"/>
                  <a:pt x="19314" y="1557"/>
                </a:cubicBezTo>
                <a:cubicBezTo>
                  <a:pt x="13643" y="2591"/>
                  <a:pt x="9307" y="4492"/>
                  <a:pt x="6205" y="6560"/>
                </a:cubicBezTo>
                <a:cubicBezTo>
                  <a:pt x="3103" y="8629"/>
                  <a:pt x="2369" y="7928"/>
                  <a:pt x="1168" y="9396"/>
                </a:cubicBezTo>
                <a:cubicBezTo>
                  <a:pt x="0" y="10897"/>
                  <a:pt x="1735" y="12164"/>
                  <a:pt x="2002" y="14833"/>
                </a:cubicBezTo>
                <a:cubicBezTo>
                  <a:pt x="2435" y="19303"/>
                  <a:pt x="3636" y="22605"/>
                  <a:pt x="5204" y="24840"/>
                </a:cubicBezTo>
                <a:cubicBezTo>
                  <a:pt x="7973" y="28843"/>
                  <a:pt x="6839" y="30778"/>
                  <a:pt x="8506" y="31211"/>
                </a:cubicBezTo>
                <a:cubicBezTo>
                  <a:pt x="8733" y="31272"/>
                  <a:pt x="8934" y="31299"/>
                  <a:pt x="9121" y="31299"/>
                </a:cubicBezTo>
                <a:cubicBezTo>
                  <a:pt x="10366" y="31299"/>
                  <a:pt x="10941" y="30105"/>
                  <a:pt x="13610" y="29844"/>
                </a:cubicBezTo>
                <a:cubicBezTo>
                  <a:pt x="20815" y="29177"/>
                  <a:pt x="25585" y="27342"/>
                  <a:pt x="29822" y="23739"/>
                </a:cubicBezTo>
                <a:cubicBezTo>
                  <a:pt x="31489" y="22338"/>
                  <a:pt x="32957" y="22906"/>
                  <a:pt x="33724" y="21304"/>
                </a:cubicBezTo>
                <a:cubicBezTo>
                  <a:pt x="34091" y="20504"/>
                  <a:pt x="32991" y="19737"/>
                  <a:pt x="32657" y="16768"/>
                </a:cubicBezTo>
                <a:cubicBezTo>
                  <a:pt x="32057" y="11864"/>
                  <a:pt x="30289" y="6961"/>
                  <a:pt x="28054" y="3992"/>
                </a:cubicBezTo>
                <a:cubicBezTo>
                  <a:pt x="27053" y="2724"/>
                  <a:pt x="27387" y="790"/>
                  <a:pt x="25785" y="156"/>
                </a:cubicBezTo>
                <a:cubicBezTo>
                  <a:pt x="25522" y="47"/>
                  <a:pt x="25248" y="0"/>
                  <a:pt x="24960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1">
            <a:extLst>
              <a:ext uri="{FF2B5EF4-FFF2-40B4-BE49-F238E27FC236}">
                <a16:creationId xmlns:a16="http://schemas.microsoft.com/office/drawing/2014/main" id="{F3AB5983-807B-13DF-7490-9432B4A5C334}"/>
              </a:ext>
            </a:extLst>
          </p:cNvPr>
          <p:cNvSpPr/>
          <p:nvPr/>
        </p:nvSpPr>
        <p:spPr>
          <a:xfrm>
            <a:off x="2583553" y="3324536"/>
            <a:ext cx="526105" cy="483019"/>
          </a:xfrm>
          <a:custGeom>
            <a:avLst/>
            <a:gdLst/>
            <a:ahLst/>
            <a:cxnLst/>
            <a:rect l="l" t="t" r="r" b="b"/>
            <a:pathLst>
              <a:path w="34092" h="31300" extrusionOk="0">
                <a:moveTo>
                  <a:pt x="24960" y="0"/>
                </a:moveTo>
                <a:cubicBezTo>
                  <a:pt x="23573" y="0"/>
                  <a:pt x="21855" y="1087"/>
                  <a:pt x="19314" y="1557"/>
                </a:cubicBezTo>
                <a:cubicBezTo>
                  <a:pt x="13643" y="2591"/>
                  <a:pt x="9307" y="4492"/>
                  <a:pt x="6205" y="6560"/>
                </a:cubicBezTo>
                <a:cubicBezTo>
                  <a:pt x="3103" y="8629"/>
                  <a:pt x="2369" y="7928"/>
                  <a:pt x="1168" y="9396"/>
                </a:cubicBezTo>
                <a:cubicBezTo>
                  <a:pt x="0" y="10897"/>
                  <a:pt x="1735" y="12164"/>
                  <a:pt x="2002" y="14833"/>
                </a:cubicBezTo>
                <a:cubicBezTo>
                  <a:pt x="2435" y="19303"/>
                  <a:pt x="3636" y="22605"/>
                  <a:pt x="5204" y="24840"/>
                </a:cubicBezTo>
                <a:cubicBezTo>
                  <a:pt x="7973" y="28843"/>
                  <a:pt x="6839" y="30778"/>
                  <a:pt x="8506" y="31211"/>
                </a:cubicBezTo>
                <a:cubicBezTo>
                  <a:pt x="8733" y="31272"/>
                  <a:pt x="8934" y="31299"/>
                  <a:pt x="9121" y="31299"/>
                </a:cubicBezTo>
                <a:cubicBezTo>
                  <a:pt x="10366" y="31299"/>
                  <a:pt x="10941" y="30105"/>
                  <a:pt x="13610" y="29844"/>
                </a:cubicBezTo>
                <a:cubicBezTo>
                  <a:pt x="20815" y="29177"/>
                  <a:pt x="25585" y="27342"/>
                  <a:pt x="29822" y="23739"/>
                </a:cubicBezTo>
                <a:cubicBezTo>
                  <a:pt x="31489" y="22338"/>
                  <a:pt x="32957" y="22906"/>
                  <a:pt x="33724" y="21304"/>
                </a:cubicBezTo>
                <a:cubicBezTo>
                  <a:pt x="34091" y="20504"/>
                  <a:pt x="32991" y="19737"/>
                  <a:pt x="32657" y="16768"/>
                </a:cubicBezTo>
                <a:cubicBezTo>
                  <a:pt x="32057" y="11864"/>
                  <a:pt x="30289" y="6961"/>
                  <a:pt x="28054" y="3992"/>
                </a:cubicBezTo>
                <a:cubicBezTo>
                  <a:pt x="27053" y="2724"/>
                  <a:pt x="27387" y="790"/>
                  <a:pt x="25785" y="156"/>
                </a:cubicBezTo>
                <a:cubicBezTo>
                  <a:pt x="25522" y="47"/>
                  <a:pt x="25248" y="0"/>
                  <a:pt x="2496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1">
            <a:extLst>
              <a:ext uri="{FF2B5EF4-FFF2-40B4-BE49-F238E27FC236}">
                <a16:creationId xmlns:a16="http://schemas.microsoft.com/office/drawing/2014/main" id="{C4A8C044-BCD0-F242-26AA-33F2D2589881}"/>
              </a:ext>
            </a:extLst>
          </p:cNvPr>
          <p:cNvSpPr/>
          <p:nvPr/>
        </p:nvSpPr>
        <p:spPr>
          <a:xfrm>
            <a:off x="2609525" y="3482775"/>
            <a:ext cx="132591" cy="312095"/>
          </a:xfrm>
          <a:custGeom>
            <a:avLst/>
            <a:gdLst/>
            <a:ahLst/>
            <a:cxnLst/>
            <a:rect l="l" t="t" r="r" b="b"/>
            <a:pathLst>
              <a:path w="8592" h="20224" extrusionOk="0">
                <a:moveTo>
                  <a:pt x="908" y="0"/>
                </a:moveTo>
                <a:cubicBezTo>
                  <a:pt x="125" y="0"/>
                  <a:pt x="1" y="1171"/>
                  <a:pt x="452" y="2478"/>
                </a:cubicBezTo>
                <a:cubicBezTo>
                  <a:pt x="1286" y="4813"/>
                  <a:pt x="552" y="6714"/>
                  <a:pt x="2387" y="11084"/>
                </a:cubicBezTo>
                <a:cubicBezTo>
                  <a:pt x="4121" y="15287"/>
                  <a:pt x="5823" y="16821"/>
                  <a:pt x="6190" y="18589"/>
                </a:cubicBezTo>
                <a:cubicBezTo>
                  <a:pt x="6382" y="19529"/>
                  <a:pt x="6766" y="20223"/>
                  <a:pt x="7184" y="20223"/>
                </a:cubicBezTo>
                <a:cubicBezTo>
                  <a:pt x="7418" y="20223"/>
                  <a:pt x="7663" y="20005"/>
                  <a:pt x="7891" y="19490"/>
                </a:cubicBezTo>
                <a:cubicBezTo>
                  <a:pt x="8558" y="18055"/>
                  <a:pt x="8591" y="13419"/>
                  <a:pt x="6890" y="8982"/>
                </a:cubicBezTo>
                <a:cubicBezTo>
                  <a:pt x="4922" y="3845"/>
                  <a:pt x="3354" y="1677"/>
                  <a:pt x="2187" y="643"/>
                </a:cubicBezTo>
                <a:cubicBezTo>
                  <a:pt x="1649" y="192"/>
                  <a:pt x="1224" y="0"/>
                  <a:pt x="908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1">
            <a:extLst>
              <a:ext uri="{FF2B5EF4-FFF2-40B4-BE49-F238E27FC236}">
                <a16:creationId xmlns:a16="http://schemas.microsoft.com/office/drawing/2014/main" id="{6F3AFCBE-872C-3CC1-2F97-BF558BCFF05B}"/>
              </a:ext>
            </a:extLst>
          </p:cNvPr>
          <p:cNvSpPr/>
          <p:nvPr/>
        </p:nvSpPr>
        <p:spPr>
          <a:xfrm>
            <a:off x="2744154" y="3658961"/>
            <a:ext cx="356231" cy="142606"/>
          </a:xfrm>
          <a:custGeom>
            <a:avLst/>
            <a:gdLst/>
            <a:ahLst/>
            <a:cxnLst/>
            <a:rect l="l" t="t" r="r" b="b"/>
            <a:pathLst>
              <a:path w="23084" h="9241" extrusionOk="0">
                <a:moveTo>
                  <a:pt x="23084" y="0"/>
                </a:moveTo>
                <a:lnTo>
                  <a:pt x="23084" y="0"/>
                </a:lnTo>
                <a:cubicBezTo>
                  <a:pt x="21750" y="1001"/>
                  <a:pt x="20482" y="334"/>
                  <a:pt x="18781" y="1201"/>
                </a:cubicBezTo>
                <a:cubicBezTo>
                  <a:pt x="17380" y="1902"/>
                  <a:pt x="16980" y="3736"/>
                  <a:pt x="15145" y="5137"/>
                </a:cubicBezTo>
                <a:cubicBezTo>
                  <a:pt x="16646" y="4270"/>
                  <a:pt x="18080" y="3236"/>
                  <a:pt x="19415" y="2102"/>
                </a:cubicBezTo>
                <a:cubicBezTo>
                  <a:pt x="20949" y="801"/>
                  <a:pt x="22283" y="1168"/>
                  <a:pt x="23084" y="0"/>
                </a:cubicBezTo>
                <a:close/>
                <a:moveTo>
                  <a:pt x="3981" y="6567"/>
                </a:moveTo>
                <a:cubicBezTo>
                  <a:pt x="3907" y="6567"/>
                  <a:pt x="3837" y="6569"/>
                  <a:pt x="3770" y="6572"/>
                </a:cubicBezTo>
                <a:cubicBezTo>
                  <a:pt x="1802" y="6705"/>
                  <a:pt x="1268" y="8240"/>
                  <a:pt x="1" y="9240"/>
                </a:cubicBezTo>
                <a:cubicBezTo>
                  <a:pt x="968" y="8640"/>
                  <a:pt x="2069" y="8306"/>
                  <a:pt x="3203" y="8206"/>
                </a:cubicBezTo>
                <a:cubicBezTo>
                  <a:pt x="6472" y="7873"/>
                  <a:pt x="8940" y="7406"/>
                  <a:pt x="11075" y="6638"/>
                </a:cubicBezTo>
                <a:lnTo>
                  <a:pt x="11075" y="6638"/>
                </a:lnTo>
                <a:cubicBezTo>
                  <a:pt x="10305" y="6804"/>
                  <a:pt x="9484" y="6862"/>
                  <a:pt x="8671" y="6862"/>
                </a:cubicBezTo>
                <a:cubicBezTo>
                  <a:pt x="6832" y="6862"/>
                  <a:pt x="5037" y="6567"/>
                  <a:pt x="3981" y="65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41">
            <a:extLst>
              <a:ext uri="{FF2B5EF4-FFF2-40B4-BE49-F238E27FC236}">
                <a16:creationId xmlns:a16="http://schemas.microsoft.com/office/drawing/2014/main" id="{68573319-D86D-A811-B9E6-90BAE798FD39}"/>
              </a:ext>
            </a:extLst>
          </p:cNvPr>
          <p:cNvSpPr/>
          <p:nvPr/>
        </p:nvSpPr>
        <p:spPr>
          <a:xfrm>
            <a:off x="2700404" y="3375584"/>
            <a:ext cx="370644" cy="239936"/>
          </a:xfrm>
          <a:custGeom>
            <a:avLst/>
            <a:gdLst/>
            <a:ahLst/>
            <a:cxnLst/>
            <a:rect l="l" t="t" r="r" b="b"/>
            <a:pathLst>
              <a:path w="24018" h="15548" extrusionOk="0">
                <a:moveTo>
                  <a:pt x="12977" y="0"/>
                </a:moveTo>
                <a:cubicBezTo>
                  <a:pt x="9308" y="0"/>
                  <a:pt x="5113" y="883"/>
                  <a:pt x="2169" y="2752"/>
                </a:cubicBezTo>
                <a:cubicBezTo>
                  <a:pt x="1535" y="3186"/>
                  <a:pt x="367" y="4320"/>
                  <a:pt x="234" y="5154"/>
                </a:cubicBezTo>
                <a:cubicBezTo>
                  <a:pt x="0" y="6188"/>
                  <a:pt x="334" y="7255"/>
                  <a:pt x="1068" y="8023"/>
                </a:cubicBezTo>
                <a:cubicBezTo>
                  <a:pt x="1835" y="8756"/>
                  <a:pt x="3169" y="9157"/>
                  <a:pt x="4137" y="9290"/>
                </a:cubicBezTo>
                <a:cubicBezTo>
                  <a:pt x="4693" y="9371"/>
                  <a:pt x="5239" y="9394"/>
                  <a:pt x="5793" y="9394"/>
                </a:cubicBezTo>
                <a:cubicBezTo>
                  <a:pt x="6519" y="9394"/>
                  <a:pt x="7258" y="9355"/>
                  <a:pt x="8053" y="9355"/>
                </a:cubicBezTo>
                <a:cubicBezTo>
                  <a:pt x="8912" y="9355"/>
                  <a:pt x="9836" y="9400"/>
                  <a:pt x="10875" y="9590"/>
                </a:cubicBezTo>
                <a:cubicBezTo>
                  <a:pt x="12042" y="9891"/>
                  <a:pt x="13110" y="10458"/>
                  <a:pt x="14044" y="11225"/>
                </a:cubicBezTo>
                <a:cubicBezTo>
                  <a:pt x="15111" y="12292"/>
                  <a:pt x="15812" y="13360"/>
                  <a:pt x="16779" y="14260"/>
                </a:cubicBezTo>
                <a:cubicBezTo>
                  <a:pt x="17636" y="15095"/>
                  <a:pt x="19209" y="15548"/>
                  <a:pt x="20510" y="15548"/>
                </a:cubicBezTo>
                <a:cubicBezTo>
                  <a:pt x="21133" y="15548"/>
                  <a:pt x="21694" y="15444"/>
                  <a:pt x="22083" y="15228"/>
                </a:cubicBezTo>
                <a:cubicBezTo>
                  <a:pt x="23384" y="14494"/>
                  <a:pt x="24018" y="13060"/>
                  <a:pt x="23651" y="10891"/>
                </a:cubicBezTo>
                <a:cubicBezTo>
                  <a:pt x="22850" y="6155"/>
                  <a:pt x="20282" y="984"/>
                  <a:pt x="14878" y="84"/>
                </a:cubicBezTo>
                <a:cubicBezTo>
                  <a:pt x="14267" y="28"/>
                  <a:pt x="13631" y="0"/>
                  <a:pt x="12977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41">
            <a:extLst>
              <a:ext uri="{FF2B5EF4-FFF2-40B4-BE49-F238E27FC236}">
                <a16:creationId xmlns:a16="http://schemas.microsoft.com/office/drawing/2014/main" id="{3C3CD973-0E2F-C94A-1ECA-70EC432F2E85}"/>
              </a:ext>
            </a:extLst>
          </p:cNvPr>
          <p:cNvSpPr/>
          <p:nvPr/>
        </p:nvSpPr>
        <p:spPr>
          <a:xfrm>
            <a:off x="2797687" y="3994065"/>
            <a:ext cx="246078" cy="243500"/>
          </a:xfrm>
          <a:custGeom>
            <a:avLst/>
            <a:gdLst/>
            <a:ahLst/>
            <a:cxnLst/>
            <a:rect l="l" t="t" r="r" b="b"/>
            <a:pathLst>
              <a:path w="15946" h="15779" extrusionOk="0">
                <a:moveTo>
                  <a:pt x="8474" y="1"/>
                </a:moveTo>
                <a:lnTo>
                  <a:pt x="1" y="5071"/>
                </a:lnTo>
                <a:lnTo>
                  <a:pt x="9141" y="15779"/>
                </a:lnTo>
                <a:cubicBezTo>
                  <a:pt x="9141" y="15779"/>
                  <a:pt x="14211" y="15512"/>
                  <a:pt x="15078" y="13077"/>
                </a:cubicBezTo>
                <a:cubicBezTo>
                  <a:pt x="15946" y="10675"/>
                  <a:pt x="13777" y="8173"/>
                  <a:pt x="12510" y="7306"/>
                </a:cubicBezTo>
                <a:lnTo>
                  <a:pt x="8474" y="1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1">
            <a:extLst>
              <a:ext uri="{FF2B5EF4-FFF2-40B4-BE49-F238E27FC236}">
                <a16:creationId xmlns:a16="http://schemas.microsoft.com/office/drawing/2014/main" id="{1396B45B-4C64-E878-8FDD-3D51B64C45C7}"/>
              </a:ext>
            </a:extLst>
          </p:cNvPr>
          <p:cNvSpPr/>
          <p:nvPr/>
        </p:nvSpPr>
        <p:spPr>
          <a:xfrm>
            <a:off x="2965509" y="4161888"/>
            <a:ext cx="153933" cy="316154"/>
          </a:xfrm>
          <a:custGeom>
            <a:avLst/>
            <a:gdLst/>
            <a:ahLst/>
            <a:cxnLst/>
            <a:rect l="l" t="t" r="r" b="b"/>
            <a:pathLst>
              <a:path w="9975" h="20487" extrusionOk="0">
                <a:moveTo>
                  <a:pt x="6305" y="0"/>
                </a:moveTo>
                <a:cubicBezTo>
                  <a:pt x="6305" y="0"/>
                  <a:pt x="734" y="17279"/>
                  <a:pt x="367" y="18447"/>
                </a:cubicBezTo>
                <a:cubicBezTo>
                  <a:pt x="0" y="19614"/>
                  <a:pt x="1968" y="20482"/>
                  <a:pt x="1968" y="20482"/>
                </a:cubicBezTo>
                <a:cubicBezTo>
                  <a:pt x="2036" y="20485"/>
                  <a:pt x="2103" y="20487"/>
                  <a:pt x="2170" y="20487"/>
                </a:cubicBezTo>
                <a:cubicBezTo>
                  <a:pt x="2763" y="20487"/>
                  <a:pt x="3330" y="20355"/>
                  <a:pt x="3870" y="20115"/>
                </a:cubicBezTo>
                <a:cubicBezTo>
                  <a:pt x="5438" y="19281"/>
                  <a:pt x="7339" y="17613"/>
                  <a:pt x="8673" y="14010"/>
                </a:cubicBezTo>
                <a:cubicBezTo>
                  <a:pt x="9974" y="10374"/>
                  <a:pt x="9007" y="9040"/>
                  <a:pt x="8540" y="7572"/>
                </a:cubicBezTo>
                <a:cubicBezTo>
                  <a:pt x="8106" y="6271"/>
                  <a:pt x="7906" y="5971"/>
                  <a:pt x="7639" y="4937"/>
                </a:cubicBezTo>
                <a:cubicBezTo>
                  <a:pt x="7406" y="3903"/>
                  <a:pt x="7606" y="1668"/>
                  <a:pt x="7306" y="1201"/>
                </a:cubicBezTo>
                <a:cubicBezTo>
                  <a:pt x="7072" y="734"/>
                  <a:pt x="6705" y="334"/>
                  <a:pt x="630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1">
            <a:extLst>
              <a:ext uri="{FF2B5EF4-FFF2-40B4-BE49-F238E27FC236}">
                <a16:creationId xmlns:a16="http://schemas.microsoft.com/office/drawing/2014/main" id="{E66EED20-41E1-CC94-36E3-8B1BBEE7A886}"/>
              </a:ext>
            </a:extLst>
          </p:cNvPr>
          <p:cNvSpPr/>
          <p:nvPr/>
        </p:nvSpPr>
        <p:spPr>
          <a:xfrm>
            <a:off x="2922778" y="4104311"/>
            <a:ext cx="181726" cy="366231"/>
          </a:xfrm>
          <a:custGeom>
            <a:avLst/>
            <a:gdLst/>
            <a:ahLst/>
            <a:cxnLst/>
            <a:rect l="l" t="t" r="r" b="b"/>
            <a:pathLst>
              <a:path w="11776" h="23732" extrusionOk="0">
                <a:moveTo>
                  <a:pt x="4745" y="1"/>
                </a:moveTo>
                <a:cubicBezTo>
                  <a:pt x="4643" y="1"/>
                  <a:pt x="4543" y="47"/>
                  <a:pt x="4437" y="162"/>
                </a:cubicBezTo>
                <a:lnTo>
                  <a:pt x="5038" y="996"/>
                </a:lnTo>
                <a:cubicBezTo>
                  <a:pt x="6005" y="2464"/>
                  <a:pt x="5104" y="3031"/>
                  <a:pt x="5038" y="3765"/>
                </a:cubicBezTo>
                <a:cubicBezTo>
                  <a:pt x="5038" y="4599"/>
                  <a:pt x="5138" y="5399"/>
                  <a:pt x="5304" y="6200"/>
                </a:cubicBezTo>
                <a:cubicBezTo>
                  <a:pt x="4675" y="5287"/>
                  <a:pt x="4402" y="4523"/>
                  <a:pt x="3702" y="4523"/>
                </a:cubicBezTo>
                <a:cubicBezTo>
                  <a:pt x="3659" y="4523"/>
                  <a:pt x="3615" y="4526"/>
                  <a:pt x="3570" y="4532"/>
                </a:cubicBezTo>
                <a:cubicBezTo>
                  <a:pt x="2769" y="4599"/>
                  <a:pt x="2669" y="4565"/>
                  <a:pt x="1468" y="5599"/>
                </a:cubicBezTo>
                <a:cubicBezTo>
                  <a:pt x="301" y="6600"/>
                  <a:pt x="1" y="7000"/>
                  <a:pt x="34" y="7334"/>
                </a:cubicBezTo>
                <a:cubicBezTo>
                  <a:pt x="67" y="7734"/>
                  <a:pt x="568" y="8335"/>
                  <a:pt x="768" y="8668"/>
                </a:cubicBezTo>
                <a:cubicBezTo>
                  <a:pt x="1468" y="9736"/>
                  <a:pt x="1702" y="11170"/>
                  <a:pt x="1902" y="12404"/>
                </a:cubicBezTo>
                <a:cubicBezTo>
                  <a:pt x="2836" y="18242"/>
                  <a:pt x="401" y="21110"/>
                  <a:pt x="3403" y="23445"/>
                </a:cubicBezTo>
                <a:cubicBezTo>
                  <a:pt x="3658" y="23615"/>
                  <a:pt x="3989" y="23731"/>
                  <a:pt x="4402" y="23731"/>
                </a:cubicBezTo>
                <a:cubicBezTo>
                  <a:pt x="5452" y="23731"/>
                  <a:pt x="7029" y="22980"/>
                  <a:pt x="9207" y="20443"/>
                </a:cubicBezTo>
                <a:cubicBezTo>
                  <a:pt x="10742" y="18642"/>
                  <a:pt x="11776" y="14839"/>
                  <a:pt x="11309" y="13071"/>
                </a:cubicBezTo>
                <a:cubicBezTo>
                  <a:pt x="10808" y="11303"/>
                  <a:pt x="10075" y="10136"/>
                  <a:pt x="9774" y="8768"/>
                </a:cubicBezTo>
                <a:cubicBezTo>
                  <a:pt x="9474" y="7401"/>
                  <a:pt x="9774" y="4899"/>
                  <a:pt x="9107" y="3731"/>
                </a:cubicBezTo>
                <a:cubicBezTo>
                  <a:pt x="8640" y="3064"/>
                  <a:pt x="8040" y="2497"/>
                  <a:pt x="7339" y="2097"/>
                </a:cubicBezTo>
                <a:cubicBezTo>
                  <a:pt x="6806" y="1730"/>
                  <a:pt x="6205" y="829"/>
                  <a:pt x="5638" y="496"/>
                </a:cubicBezTo>
                <a:cubicBezTo>
                  <a:pt x="5258" y="282"/>
                  <a:pt x="4997" y="1"/>
                  <a:pt x="4745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41">
            <a:extLst>
              <a:ext uri="{FF2B5EF4-FFF2-40B4-BE49-F238E27FC236}">
                <a16:creationId xmlns:a16="http://schemas.microsoft.com/office/drawing/2014/main" id="{3F621E32-3B8E-1E86-8C72-6300DD044FDF}"/>
              </a:ext>
            </a:extLst>
          </p:cNvPr>
          <p:cNvSpPr/>
          <p:nvPr/>
        </p:nvSpPr>
        <p:spPr>
          <a:xfrm>
            <a:off x="2922778" y="4104311"/>
            <a:ext cx="181726" cy="366231"/>
          </a:xfrm>
          <a:custGeom>
            <a:avLst/>
            <a:gdLst/>
            <a:ahLst/>
            <a:cxnLst/>
            <a:rect l="l" t="t" r="r" b="b"/>
            <a:pathLst>
              <a:path w="11776" h="23732" extrusionOk="0">
                <a:moveTo>
                  <a:pt x="4745" y="1"/>
                </a:moveTo>
                <a:cubicBezTo>
                  <a:pt x="4643" y="1"/>
                  <a:pt x="4543" y="47"/>
                  <a:pt x="4437" y="162"/>
                </a:cubicBezTo>
                <a:lnTo>
                  <a:pt x="5038" y="996"/>
                </a:lnTo>
                <a:cubicBezTo>
                  <a:pt x="6005" y="2464"/>
                  <a:pt x="5104" y="3031"/>
                  <a:pt x="5038" y="3765"/>
                </a:cubicBezTo>
                <a:cubicBezTo>
                  <a:pt x="5038" y="4599"/>
                  <a:pt x="5138" y="5399"/>
                  <a:pt x="5304" y="6200"/>
                </a:cubicBezTo>
                <a:cubicBezTo>
                  <a:pt x="4675" y="5287"/>
                  <a:pt x="4402" y="4523"/>
                  <a:pt x="3702" y="4523"/>
                </a:cubicBezTo>
                <a:cubicBezTo>
                  <a:pt x="3659" y="4523"/>
                  <a:pt x="3615" y="4526"/>
                  <a:pt x="3570" y="4532"/>
                </a:cubicBezTo>
                <a:cubicBezTo>
                  <a:pt x="2769" y="4599"/>
                  <a:pt x="2669" y="4565"/>
                  <a:pt x="1468" y="5599"/>
                </a:cubicBezTo>
                <a:cubicBezTo>
                  <a:pt x="301" y="6600"/>
                  <a:pt x="1" y="7000"/>
                  <a:pt x="34" y="7334"/>
                </a:cubicBezTo>
                <a:cubicBezTo>
                  <a:pt x="67" y="7734"/>
                  <a:pt x="568" y="8335"/>
                  <a:pt x="768" y="8668"/>
                </a:cubicBezTo>
                <a:cubicBezTo>
                  <a:pt x="1468" y="9736"/>
                  <a:pt x="1702" y="11170"/>
                  <a:pt x="1902" y="12404"/>
                </a:cubicBezTo>
                <a:cubicBezTo>
                  <a:pt x="2836" y="18242"/>
                  <a:pt x="401" y="21110"/>
                  <a:pt x="3403" y="23445"/>
                </a:cubicBezTo>
                <a:cubicBezTo>
                  <a:pt x="3658" y="23615"/>
                  <a:pt x="3989" y="23731"/>
                  <a:pt x="4402" y="23731"/>
                </a:cubicBezTo>
                <a:cubicBezTo>
                  <a:pt x="5452" y="23731"/>
                  <a:pt x="7029" y="22980"/>
                  <a:pt x="9207" y="20443"/>
                </a:cubicBezTo>
                <a:cubicBezTo>
                  <a:pt x="10742" y="18642"/>
                  <a:pt x="11776" y="14839"/>
                  <a:pt x="11309" y="13071"/>
                </a:cubicBezTo>
                <a:cubicBezTo>
                  <a:pt x="10808" y="11303"/>
                  <a:pt x="10075" y="10136"/>
                  <a:pt x="9774" y="8768"/>
                </a:cubicBezTo>
                <a:cubicBezTo>
                  <a:pt x="9474" y="7401"/>
                  <a:pt x="9774" y="4899"/>
                  <a:pt x="9107" y="3731"/>
                </a:cubicBezTo>
                <a:cubicBezTo>
                  <a:pt x="8640" y="3064"/>
                  <a:pt x="8040" y="2497"/>
                  <a:pt x="7339" y="2097"/>
                </a:cubicBezTo>
                <a:cubicBezTo>
                  <a:pt x="6806" y="1730"/>
                  <a:pt x="6205" y="829"/>
                  <a:pt x="5638" y="496"/>
                </a:cubicBezTo>
                <a:cubicBezTo>
                  <a:pt x="5258" y="282"/>
                  <a:pt x="4997" y="1"/>
                  <a:pt x="474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41">
            <a:extLst>
              <a:ext uri="{FF2B5EF4-FFF2-40B4-BE49-F238E27FC236}">
                <a16:creationId xmlns:a16="http://schemas.microsoft.com/office/drawing/2014/main" id="{A49B97BD-0337-4CAB-5F93-403B85C5F6B7}"/>
              </a:ext>
            </a:extLst>
          </p:cNvPr>
          <p:cNvSpPr/>
          <p:nvPr/>
        </p:nvSpPr>
        <p:spPr>
          <a:xfrm>
            <a:off x="2951605" y="4279247"/>
            <a:ext cx="152900" cy="191294"/>
          </a:xfrm>
          <a:custGeom>
            <a:avLst/>
            <a:gdLst/>
            <a:ahLst/>
            <a:cxnLst/>
            <a:rect l="l" t="t" r="r" b="b"/>
            <a:pathLst>
              <a:path w="9908" h="12396" extrusionOk="0">
                <a:moveTo>
                  <a:pt x="8840" y="1"/>
                </a:moveTo>
                <a:cubicBezTo>
                  <a:pt x="8840" y="134"/>
                  <a:pt x="8874" y="234"/>
                  <a:pt x="8907" y="334"/>
                </a:cubicBezTo>
                <a:cubicBezTo>
                  <a:pt x="8907" y="568"/>
                  <a:pt x="8940" y="801"/>
                  <a:pt x="8940" y="1035"/>
                </a:cubicBezTo>
                <a:cubicBezTo>
                  <a:pt x="9040" y="1935"/>
                  <a:pt x="8907" y="2836"/>
                  <a:pt x="8540" y="3670"/>
                </a:cubicBezTo>
                <a:cubicBezTo>
                  <a:pt x="8173" y="4371"/>
                  <a:pt x="7339" y="6172"/>
                  <a:pt x="6339" y="6172"/>
                </a:cubicBezTo>
                <a:cubicBezTo>
                  <a:pt x="5805" y="6172"/>
                  <a:pt x="5338" y="5605"/>
                  <a:pt x="5171" y="4971"/>
                </a:cubicBezTo>
                <a:cubicBezTo>
                  <a:pt x="5104" y="4704"/>
                  <a:pt x="4971" y="3970"/>
                  <a:pt x="4971" y="3970"/>
                </a:cubicBezTo>
                <a:cubicBezTo>
                  <a:pt x="4070" y="4137"/>
                  <a:pt x="3203" y="4471"/>
                  <a:pt x="2369" y="4904"/>
                </a:cubicBezTo>
                <a:cubicBezTo>
                  <a:pt x="935" y="5772"/>
                  <a:pt x="968" y="5972"/>
                  <a:pt x="968" y="5972"/>
                </a:cubicBezTo>
                <a:cubicBezTo>
                  <a:pt x="1035" y="6405"/>
                  <a:pt x="1035" y="6806"/>
                  <a:pt x="968" y="7239"/>
                </a:cubicBezTo>
                <a:cubicBezTo>
                  <a:pt x="868" y="7673"/>
                  <a:pt x="668" y="8107"/>
                  <a:pt x="368" y="8440"/>
                </a:cubicBezTo>
                <a:cubicBezTo>
                  <a:pt x="268" y="8574"/>
                  <a:pt x="134" y="8640"/>
                  <a:pt x="1" y="8740"/>
                </a:cubicBezTo>
                <a:cubicBezTo>
                  <a:pt x="1" y="10075"/>
                  <a:pt x="301" y="11142"/>
                  <a:pt x="1568" y="12109"/>
                </a:cubicBezTo>
                <a:cubicBezTo>
                  <a:pt x="1813" y="12279"/>
                  <a:pt x="2138" y="12395"/>
                  <a:pt x="2547" y="12395"/>
                </a:cubicBezTo>
                <a:cubicBezTo>
                  <a:pt x="3584" y="12395"/>
                  <a:pt x="5161" y="11644"/>
                  <a:pt x="7339" y="9107"/>
                </a:cubicBezTo>
                <a:cubicBezTo>
                  <a:pt x="8874" y="7306"/>
                  <a:pt x="9908" y="3503"/>
                  <a:pt x="9441" y="1735"/>
                </a:cubicBezTo>
                <a:cubicBezTo>
                  <a:pt x="9274" y="1135"/>
                  <a:pt x="9074" y="568"/>
                  <a:pt x="88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41">
            <a:extLst>
              <a:ext uri="{FF2B5EF4-FFF2-40B4-BE49-F238E27FC236}">
                <a16:creationId xmlns:a16="http://schemas.microsoft.com/office/drawing/2014/main" id="{B4919EE4-FFAE-E94B-E34B-669AEDC7F58A}"/>
              </a:ext>
            </a:extLst>
          </p:cNvPr>
          <p:cNvSpPr/>
          <p:nvPr/>
        </p:nvSpPr>
        <p:spPr>
          <a:xfrm>
            <a:off x="2948519" y="4275127"/>
            <a:ext cx="23688" cy="111465"/>
          </a:xfrm>
          <a:custGeom>
            <a:avLst/>
            <a:gdLst/>
            <a:ahLst/>
            <a:cxnLst/>
            <a:rect l="l" t="t" r="r" b="b"/>
            <a:pathLst>
              <a:path w="1535" h="7223" extrusionOk="0">
                <a:moveTo>
                  <a:pt x="1" y="1"/>
                </a:moveTo>
                <a:cubicBezTo>
                  <a:pt x="101" y="468"/>
                  <a:pt x="167" y="902"/>
                  <a:pt x="234" y="1335"/>
                </a:cubicBezTo>
                <a:cubicBezTo>
                  <a:pt x="468" y="2870"/>
                  <a:pt x="534" y="4437"/>
                  <a:pt x="401" y="5972"/>
                </a:cubicBezTo>
                <a:cubicBezTo>
                  <a:pt x="671" y="6859"/>
                  <a:pt x="941" y="7222"/>
                  <a:pt x="1140" y="7222"/>
                </a:cubicBezTo>
                <a:cubicBezTo>
                  <a:pt x="1285" y="7222"/>
                  <a:pt x="1393" y="7029"/>
                  <a:pt x="1435" y="6706"/>
                </a:cubicBezTo>
                <a:cubicBezTo>
                  <a:pt x="1535" y="5938"/>
                  <a:pt x="634" y="2703"/>
                  <a:pt x="1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41">
            <a:extLst>
              <a:ext uri="{FF2B5EF4-FFF2-40B4-BE49-F238E27FC236}">
                <a16:creationId xmlns:a16="http://schemas.microsoft.com/office/drawing/2014/main" id="{723DE717-286C-BB0A-16B0-72F048EB3B39}"/>
              </a:ext>
            </a:extLst>
          </p:cNvPr>
          <p:cNvSpPr/>
          <p:nvPr/>
        </p:nvSpPr>
        <p:spPr>
          <a:xfrm>
            <a:off x="2990725" y="4104126"/>
            <a:ext cx="53549" cy="249750"/>
          </a:xfrm>
          <a:custGeom>
            <a:avLst/>
            <a:gdLst/>
            <a:ahLst/>
            <a:cxnLst/>
            <a:rect l="l" t="t" r="r" b="b"/>
            <a:pathLst>
              <a:path w="3470" h="16184" extrusionOk="0">
                <a:moveTo>
                  <a:pt x="339" y="0"/>
                </a:moveTo>
                <a:cubicBezTo>
                  <a:pt x="232" y="0"/>
                  <a:pt x="124" y="51"/>
                  <a:pt x="1" y="174"/>
                </a:cubicBezTo>
                <a:lnTo>
                  <a:pt x="635" y="1008"/>
                </a:lnTo>
                <a:cubicBezTo>
                  <a:pt x="1569" y="2476"/>
                  <a:pt x="701" y="3043"/>
                  <a:pt x="635" y="3777"/>
                </a:cubicBezTo>
                <a:cubicBezTo>
                  <a:pt x="635" y="4611"/>
                  <a:pt x="701" y="5411"/>
                  <a:pt x="901" y="6178"/>
                </a:cubicBezTo>
                <a:cubicBezTo>
                  <a:pt x="1368" y="8747"/>
                  <a:pt x="1869" y="9614"/>
                  <a:pt x="2036" y="12016"/>
                </a:cubicBezTo>
                <a:cubicBezTo>
                  <a:pt x="2202" y="14418"/>
                  <a:pt x="1635" y="15985"/>
                  <a:pt x="1969" y="16152"/>
                </a:cubicBezTo>
                <a:cubicBezTo>
                  <a:pt x="2017" y="16171"/>
                  <a:pt x="2073" y="16183"/>
                  <a:pt x="2134" y="16183"/>
                </a:cubicBezTo>
                <a:cubicBezTo>
                  <a:pt x="2495" y="16183"/>
                  <a:pt x="3037" y="15777"/>
                  <a:pt x="3236" y="14151"/>
                </a:cubicBezTo>
                <a:cubicBezTo>
                  <a:pt x="3470" y="12249"/>
                  <a:pt x="2736" y="8980"/>
                  <a:pt x="2236" y="7446"/>
                </a:cubicBezTo>
                <a:cubicBezTo>
                  <a:pt x="1702" y="5878"/>
                  <a:pt x="1302" y="4244"/>
                  <a:pt x="1469" y="3243"/>
                </a:cubicBezTo>
                <a:cubicBezTo>
                  <a:pt x="1602" y="2509"/>
                  <a:pt x="2002" y="1408"/>
                  <a:pt x="1602" y="708"/>
                </a:cubicBezTo>
                <a:cubicBezTo>
                  <a:pt x="1469" y="641"/>
                  <a:pt x="1335" y="574"/>
                  <a:pt x="1235" y="508"/>
                </a:cubicBezTo>
                <a:cubicBezTo>
                  <a:pt x="820" y="254"/>
                  <a:pt x="580" y="0"/>
                  <a:pt x="339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41">
            <a:extLst>
              <a:ext uri="{FF2B5EF4-FFF2-40B4-BE49-F238E27FC236}">
                <a16:creationId xmlns:a16="http://schemas.microsoft.com/office/drawing/2014/main" id="{6E42B070-910D-188A-8199-47B1E9686F21}"/>
              </a:ext>
            </a:extLst>
          </p:cNvPr>
          <p:cNvSpPr/>
          <p:nvPr/>
        </p:nvSpPr>
        <p:spPr>
          <a:xfrm>
            <a:off x="2961898" y="4336392"/>
            <a:ext cx="70030" cy="40416"/>
          </a:xfrm>
          <a:custGeom>
            <a:avLst/>
            <a:gdLst/>
            <a:ahLst/>
            <a:cxnLst/>
            <a:rect l="l" t="t" r="r" b="b"/>
            <a:pathLst>
              <a:path w="4538" h="2619" extrusionOk="0">
                <a:moveTo>
                  <a:pt x="4271" y="0"/>
                </a:moveTo>
                <a:cubicBezTo>
                  <a:pt x="2469" y="301"/>
                  <a:pt x="1469" y="734"/>
                  <a:pt x="68" y="2202"/>
                </a:cubicBezTo>
                <a:cubicBezTo>
                  <a:pt x="1" y="2302"/>
                  <a:pt x="1" y="2469"/>
                  <a:pt x="68" y="2569"/>
                </a:cubicBezTo>
                <a:cubicBezTo>
                  <a:pt x="118" y="2602"/>
                  <a:pt x="184" y="2619"/>
                  <a:pt x="247" y="2619"/>
                </a:cubicBezTo>
                <a:cubicBezTo>
                  <a:pt x="309" y="2619"/>
                  <a:pt x="368" y="2602"/>
                  <a:pt x="401" y="2569"/>
                </a:cubicBezTo>
                <a:cubicBezTo>
                  <a:pt x="1735" y="1135"/>
                  <a:pt x="2636" y="768"/>
                  <a:pt x="4337" y="501"/>
                </a:cubicBezTo>
                <a:cubicBezTo>
                  <a:pt x="4371" y="501"/>
                  <a:pt x="4404" y="467"/>
                  <a:pt x="4471" y="434"/>
                </a:cubicBezTo>
                <a:cubicBezTo>
                  <a:pt x="4504" y="367"/>
                  <a:pt x="4537" y="301"/>
                  <a:pt x="4537" y="201"/>
                </a:cubicBezTo>
                <a:cubicBezTo>
                  <a:pt x="4504" y="67"/>
                  <a:pt x="4404" y="0"/>
                  <a:pt x="4271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41">
            <a:extLst>
              <a:ext uri="{FF2B5EF4-FFF2-40B4-BE49-F238E27FC236}">
                <a16:creationId xmlns:a16="http://schemas.microsoft.com/office/drawing/2014/main" id="{83E6E8E3-BA9C-4067-AE83-F153B0124A84}"/>
              </a:ext>
            </a:extLst>
          </p:cNvPr>
          <p:cNvSpPr/>
          <p:nvPr/>
        </p:nvSpPr>
        <p:spPr>
          <a:xfrm>
            <a:off x="2955216" y="4305466"/>
            <a:ext cx="75030" cy="43425"/>
          </a:xfrm>
          <a:custGeom>
            <a:avLst/>
            <a:gdLst/>
            <a:ahLst/>
            <a:cxnLst/>
            <a:rect l="l" t="t" r="r" b="b"/>
            <a:pathLst>
              <a:path w="4862" h="2814" extrusionOk="0">
                <a:moveTo>
                  <a:pt x="4506" y="0"/>
                </a:moveTo>
                <a:cubicBezTo>
                  <a:pt x="4494" y="0"/>
                  <a:pt x="4482" y="1"/>
                  <a:pt x="4470" y="3"/>
                </a:cubicBezTo>
                <a:cubicBezTo>
                  <a:pt x="2635" y="337"/>
                  <a:pt x="1568" y="837"/>
                  <a:pt x="67" y="2405"/>
                </a:cubicBezTo>
                <a:cubicBezTo>
                  <a:pt x="0" y="2505"/>
                  <a:pt x="0" y="2672"/>
                  <a:pt x="67" y="2738"/>
                </a:cubicBezTo>
                <a:cubicBezTo>
                  <a:pt x="117" y="2788"/>
                  <a:pt x="184" y="2813"/>
                  <a:pt x="250" y="2813"/>
                </a:cubicBezTo>
                <a:cubicBezTo>
                  <a:pt x="317" y="2813"/>
                  <a:pt x="384" y="2788"/>
                  <a:pt x="434" y="2738"/>
                </a:cubicBezTo>
                <a:cubicBezTo>
                  <a:pt x="1468" y="1504"/>
                  <a:pt x="2936" y="703"/>
                  <a:pt x="4570" y="503"/>
                </a:cubicBezTo>
                <a:cubicBezTo>
                  <a:pt x="4603" y="503"/>
                  <a:pt x="4637" y="470"/>
                  <a:pt x="4670" y="437"/>
                </a:cubicBezTo>
                <a:lnTo>
                  <a:pt x="4704" y="437"/>
                </a:lnTo>
                <a:cubicBezTo>
                  <a:pt x="4862" y="278"/>
                  <a:pt x="4720" y="0"/>
                  <a:pt x="4506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41">
            <a:extLst>
              <a:ext uri="{FF2B5EF4-FFF2-40B4-BE49-F238E27FC236}">
                <a16:creationId xmlns:a16="http://schemas.microsoft.com/office/drawing/2014/main" id="{3306B184-189B-0755-6326-19ED805B4C35}"/>
              </a:ext>
            </a:extLst>
          </p:cNvPr>
          <p:cNvSpPr/>
          <p:nvPr/>
        </p:nvSpPr>
        <p:spPr>
          <a:xfrm>
            <a:off x="2949028" y="4270976"/>
            <a:ext cx="84274" cy="48564"/>
          </a:xfrm>
          <a:custGeom>
            <a:avLst/>
            <a:gdLst/>
            <a:ahLst/>
            <a:cxnLst/>
            <a:rect l="l" t="t" r="r" b="b"/>
            <a:pathLst>
              <a:path w="5461" h="3147" extrusionOk="0">
                <a:moveTo>
                  <a:pt x="5046" y="1"/>
                </a:moveTo>
                <a:cubicBezTo>
                  <a:pt x="5032" y="1"/>
                  <a:pt x="5019" y="1"/>
                  <a:pt x="5004" y="3"/>
                </a:cubicBezTo>
                <a:cubicBezTo>
                  <a:pt x="2970" y="403"/>
                  <a:pt x="1735" y="970"/>
                  <a:pt x="101" y="2705"/>
                </a:cubicBezTo>
                <a:cubicBezTo>
                  <a:pt x="1" y="2805"/>
                  <a:pt x="1" y="2972"/>
                  <a:pt x="101" y="3072"/>
                </a:cubicBezTo>
                <a:cubicBezTo>
                  <a:pt x="151" y="3122"/>
                  <a:pt x="218" y="3147"/>
                  <a:pt x="289" y="3147"/>
                </a:cubicBezTo>
                <a:cubicBezTo>
                  <a:pt x="360" y="3147"/>
                  <a:pt x="435" y="3122"/>
                  <a:pt x="501" y="3072"/>
                </a:cubicBezTo>
                <a:cubicBezTo>
                  <a:pt x="2036" y="1437"/>
                  <a:pt x="3170" y="904"/>
                  <a:pt x="5105" y="570"/>
                </a:cubicBezTo>
                <a:cubicBezTo>
                  <a:pt x="5138" y="537"/>
                  <a:pt x="5205" y="537"/>
                  <a:pt x="5238" y="503"/>
                </a:cubicBezTo>
                <a:lnTo>
                  <a:pt x="5238" y="470"/>
                </a:lnTo>
                <a:cubicBezTo>
                  <a:pt x="5460" y="311"/>
                  <a:pt x="5320" y="1"/>
                  <a:pt x="5046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1">
            <a:extLst>
              <a:ext uri="{FF2B5EF4-FFF2-40B4-BE49-F238E27FC236}">
                <a16:creationId xmlns:a16="http://schemas.microsoft.com/office/drawing/2014/main" id="{D147791D-739C-BFEA-087E-F8C19422176B}"/>
              </a:ext>
            </a:extLst>
          </p:cNvPr>
          <p:cNvSpPr/>
          <p:nvPr/>
        </p:nvSpPr>
        <p:spPr>
          <a:xfrm>
            <a:off x="2946975" y="4242087"/>
            <a:ext cx="80832" cy="47608"/>
          </a:xfrm>
          <a:custGeom>
            <a:avLst/>
            <a:gdLst/>
            <a:ahLst/>
            <a:cxnLst/>
            <a:rect l="l" t="t" r="r" b="b"/>
            <a:pathLst>
              <a:path w="5238" h="3085" extrusionOk="0">
                <a:moveTo>
                  <a:pt x="4958" y="1"/>
                </a:moveTo>
                <a:cubicBezTo>
                  <a:pt x="4940" y="1"/>
                  <a:pt x="4922" y="3"/>
                  <a:pt x="4904" y="7"/>
                </a:cubicBezTo>
                <a:cubicBezTo>
                  <a:pt x="2903" y="374"/>
                  <a:pt x="1702" y="974"/>
                  <a:pt x="101" y="2642"/>
                </a:cubicBezTo>
                <a:cubicBezTo>
                  <a:pt x="0" y="2742"/>
                  <a:pt x="0" y="2909"/>
                  <a:pt x="101" y="3009"/>
                </a:cubicBezTo>
                <a:cubicBezTo>
                  <a:pt x="151" y="3059"/>
                  <a:pt x="217" y="3084"/>
                  <a:pt x="284" y="3084"/>
                </a:cubicBezTo>
                <a:cubicBezTo>
                  <a:pt x="351" y="3084"/>
                  <a:pt x="417" y="3059"/>
                  <a:pt x="467" y="3009"/>
                </a:cubicBezTo>
                <a:cubicBezTo>
                  <a:pt x="2002" y="1408"/>
                  <a:pt x="3103" y="874"/>
                  <a:pt x="5004" y="541"/>
                </a:cubicBezTo>
                <a:cubicBezTo>
                  <a:pt x="5037" y="541"/>
                  <a:pt x="5071" y="507"/>
                  <a:pt x="5137" y="474"/>
                </a:cubicBezTo>
                <a:cubicBezTo>
                  <a:pt x="5204" y="407"/>
                  <a:pt x="5238" y="307"/>
                  <a:pt x="5204" y="207"/>
                </a:cubicBezTo>
                <a:cubicBezTo>
                  <a:pt x="5204" y="91"/>
                  <a:pt x="5078" y="1"/>
                  <a:pt x="4958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41">
            <a:extLst>
              <a:ext uri="{FF2B5EF4-FFF2-40B4-BE49-F238E27FC236}">
                <a16:creationId xmlns:a16="http://schemas.microsoft.com/office/drawing/2014/main" id="{E919AF31-1D7C-E61F-2091-6B3CE8B3578B}"/>
              </a:ext>
            </a:extLst>
          </p:cNvPr>
          <p:cNvSpPr/>
          <p:nvPr/>
        </p:nvSpPr>
        <p:spPr>
          <a:xfrm>
            <a:off x="2937716" y="4213739"/>
            <a:ext cx="82098" cy="47638"/>
          </a:xfrm>
          <a:custGeom>
            <a:avLst/>
            <a:gdLst/>
            <a:ahLst/>
            <a:cxnLst/>
            <a:rect l="l" t="t" r="r" b="b"/>
            <a:pathLst>
              <a:path w="5320" h="3087" extrusionOk="0">
                <a:moveTo>
                  <a:pt x="4972" y="1"/>
                </a:moveTo>
                <a:cubicBezTo>
                  <a:pt x="4950" y="1"/>
                  <a:pt x="4927" y="3"/>
                  <a:pt x="4904" y="9"/>
                </a:cubicBezTo>
                <a:cubicBezTo>
                  <a:pt x="2902" y="376"/>
                  <a:pt x="1701" y="943"/>
                  <a:pt x="133" y="2611"/>
                </a:cubicBezTo>
                <a:cubicBezTo>
                  <a:pt x="0" y="2711"/>
                  <a:pt x="0" y="2878"/>
                  <a:pt x="133" y="3012"/>
                </a:cubicBezTo>
                <a:cubicBezTo>
                  <a:pt x="184" y="3062"/>
                  <a:pt x="250" y="3087"/>
                  <a:pt x="317" y="3087"/>
                </a:cubicBezTo>
                <a:cubicBezTo>
                  <a:pt x="384" y="3087"/>
                  <a:pt x="450" y="3062"/>
                  <a:pt x="500" y="3012"/>
                </a:cubicBezTo>
                <a:cubicBezTo>
                  <a:pt x="2001" y="1377"/>
                  <a:pt x="3102" y="877"/>
                  <a:pt x="5004" y="510"/>
                </a:cubicBezTo>
                <a:cubicBezTo>
                  <a:pt x="5037" y="510"/>
                  <a:pt x="5104" y="476"/>
                  <a:pt x="5137" y="443"/>
                </a:cubicBezTo>
                <a:cubicBezTo>
                  <a:pt x="5319" y="291"/>
                  <a:pt x="5197" y="1"/>
                  <a:pt x="4972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41">
            <a:extLst>
              <a:ext uri="{FF2B5EF4-FFF2-40B4-BE49-F238E27FC236}">
                <a16:creationId xmlns:a16="http://schemas.microsoft.com/office/drawing/2014/main" id="{7FFA8C43-8F99-52F9-153A-9DA2A9DAA173}"/>
              </a:ext>
            </a:extLst>
          </p:cNvPr>
          <p:cNvSpPr/>
          <p:nvPr/>
        </p:nvSpPr>
        <p:spPr>
          <a:xfrm>
            <a:off x="2609294" y="3686090"/>
            <a:ext cx="494701" cy="493312"/>
          </a:xfrm>
          <a:custGeom>
            <a:avLst/>
            <a:gdLst/>
            <a:ahLst/>
            <a:cxnLst/>
            <a:rect l="l" t="t" r="r" b="b"/>
            <a:pathLst>
              <a:path w="32057" h="31967" extrusionOk="0">
                <a:moveTo>
                  <a:pt x="16236" y="0"/>
                </a:moveTo>
                <a:cubicBezTo>
                  <a:pt x="13415" y="0"/>
                  <a:pt x="10503" y="175"/>
                  <a:pt x="7772" y="644"/>
                </a:cubicBezTo>
                <a:cubicBezTo>
                  <a:pt x="0" y="2012"/>
                  <a:pt x="701" y="8316"/>
                  <a:pt x="2102" y="12186"/>
                </a:cubicBezTo>
                <a:cubicBezTo>
                  <a:pt x="4837" y="19858"/>
                  <a:pt x="17479" y="31966"/>
                  <a:pt x="17479" y="31966"/>
                </a:cubicBezTo>
                <a:cubicBezTo>
                  <a:pt x="17479" y="31966"/>
                  <a:pt x="23317" y="29431"/>
                  <a:pt x="24584" y="25562"/>
                </a:cubicBezTo>
                <a:lnTo>
                  <a:pt x="21382" y="18790"/>
                </a:lnTo>
                <a:lnTo>
                  <a:pt x="31022" y="21559"/>
                </a:lnTo>
                <a:lnTo>
                  <a:pt x="32056" y="20158"/>
                </a:lnTo>
                <a:lnTo>
                  <a:pt x="31890" y="1478"/>
                </a:lnTo>
                <a:cubicBezTo>
                  <a:pt x="31890" y="1478"/>
                  <a:pt x="24445" y="0"/>
                  <a:pt x="16236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41">
            <a:extLst>
              <a:ext uri="{FF2B5EF4-FFF2-40B4-BE49-F238E27FC236}">
                <a16:creationId xmlns:a16="http://schemas.microsoft.com/office/drawing/2014/main" id="{E1BCC64E-DE58-EB48-5A05-C610CE09AFA4}"/>
              </a:ext>
            </a:extLst>
          </p:cNvPr>
          <p:cNvSpPr/>
          <p:nvPr/>
        </p:nvSpPr>
        <p:spPr>
          <a:xfrm>
            <a:off x="2843504" y="4037830"/>
            <a:ext cx="145184" cy="141573"/>
          </a:xfrm>
          <a:custGeom>
            <a:avLst/>
            <a:gdLst/>
            <a:ahLst/>
            <a:cxnLst/>
            <a:rect l="l" t="t" r="r" b="b"/>
            <a:pathLst>
              <a:path w="9408" h="9174" extrusionOk="0">
                <a:moveTo>
                  <a:pt x="8106" y="0"/>
                </a:moveTo>
                <a:lnTo>
                  <a:pt x="1" y="6872"/>
                </a:lnTo>
                <a:cubicBezTo>
                  <a:pt x="1402" y="8273"/>
                  <a:pt x="2302" y="9173"/>
                  <a:pt x="2302" y="9173"/>
                </a:cubicBezTo>
                <a:cubicBezTo>
                  <a:pt x="2302" y="9173"/>
                  <a:pt x="8140" y="6638"/>
                  <a:pt x="9407" y="2769"/>
                </a:cubicBezTo>
                <a:lnTo>
                  <a:pt x="8106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41">
            <a:extLst>
              <a:ext uri="{FF2B5EF4-FFF2-40B4-BE49-F238E27FC236}">
                <a16:creationId xmlns:a16="http://schemas.microsoft.com/office/drawing/2014/main" id="{7ADDEBB4-7C47-FE8A-F276-B7B035912721}"/>
              </a:ext>
            </a:extLst>
          </p:cNvPr>
          <p:cNvSpPr/>
          <p:nvPr/>
        </p:nvSpPr>
        <p:spPr>
          <a:xfrm>
            <a:off x="2816221" y="3804129"/>
            <a:ext cx="160106" cy="182745"/>
          </a:xfrm>
          <a:custGeom>
            <a:avLst/>
            <a:gdLst/>
            <a:ahLst/>
            <a:cxnLst/>
            <a:rect l="l" t="t" r="r" b="b"/>
            <a:pathLst>
              <a:path w="10375" h="11842" extrusionOk="0">
                <a:moveTo>
                  <a:pt x="1" y="0"/>
                </a:moveTo>
                <a:lnTo>
                  <a:pt x="1" y="0"/>
                </a:lnTo>
                <a:cubicBezTo>
                  <a:pt x="4404" y="2902"/>
                  <a:pt x="5038" y="4770"/>
                  <a:pt x="7940" y="11141"/>
                </a:cubicBezTo>
                <a:lnTo>
                  <a:pt x="10375" y="11842"/>
                </a:lnTo>
                <a:cubicBezTo>
                  <a:pt x="9107" y="9607"/>
                  <a:pt x="7706" y="7439"/>
                  <a:pt x="6205" y="5337"/>
                </a:cubicBezTo>
                <a:cubicBezTo>
                  <a:pt x="3137" y="1101"/>
                  <a:pt x="1" y="0"/>
                  <a:pt x="1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41">
            <a:extLst>
              <a:ext uri="{FF2B5EF4-FFF2-40B4-BE49-F238E27FC236}">
                <a16:creationId xmlns:a16="http://schemas.microsoft.com/office/drawing/2014/main" id="{43B1021F-7CD7-1AC6-42AB-9BE45A496674}"/>
              </a:ext>
            </a:extLst>
          </p:cNvPr>
          <p:cNvSpPr/>
          <p:nvPr/>
        </p:nvSpPr>
        <p:spPr>
          <a:xfrm>
            <a:off x="2812625" y="4124311"/>
            <a:ext cx="188933" cy="185322"/>
          </a:xfrm>
          <a:custGeom>
            <a:avLst/>
            <a:gdLst/>
            <a:ahLst/>
            <a:cxnLst/>
            <a:rect l="l" t="t" r="r" b="b"/>
            <a:pathLst>
              <a:path w="12243" h="12009" extrusionOk="0">
                <a:moveTo>
                  <a:pt x="7772" y="0"/>
                </a:moveTo>
                <a:lnTo>
                  <a:pt x="2802" y="4036"/>
                </a:lnTo>
                <a:lnTo>
                  <a:pt x="0" y="5804"/>
                </a:lnTo>
                <a:lnTo>
                  <a:pt x="2936" y="12009"/>
                </a:lnTo>
                <a:lnTo>
                  <a:pt x="12242" y="7539"/>
                </a:lnTo>
                <a:lnTo>
                  <a:pt x="7772" y="0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1">
            <a:extLst>
              <a:ext uri="{FF2B5EF4-FFF2-40B4-BE49-F238E27FC236}">
                <a16:creationId xmlns:a16="http://schemas.microsoft.com/office/drawing/2014/main" id="{7170D412-D1AF-6A35-A316-1CB4545180E4}"/>
              </a:ext>
            </a:extLst>
          </p:cNvPr>
          <p:cNvSpPr/>
          <p:nvPr/>
        </p:nvSpPr>
        <p:spPr>
          <a:xfrm>
            <a:off x="2549572" y="4262257"/>
            <a:ext cx="166294" cy="160183"/>
          </a:xfrm>
          <a:custGeom>
            <a:avLst/>
            <a:gdLst/>
            <a:ahLst/>
            <a:cxnLst/>
            <a:rect l="l" t="t" r="r" b="b"/>
            <a:pathLst>
              <a:path w="10776" h="10380" extrusionOk="0">
                <a:moveTo>
                  <a:pt x="5705" y="1"/>
                </a:moveTo>
                <a:cubicBezTo>
                  <a:pt x="3570" y="835"/>
                  <a:pt x="2269" y="1669"/>
                  <a:pt x="1268" y="2970"/>
                </a:cubicBezTo>
                <a:cubicBezTo>
                  <a:pt x="301" y="4271"/>
                  <a:pt x="1" y="5572"/>
                  <a:pt x="935" y="7106"/>
                </a:cubicBezTo>
                <a:cubicBezTo>
                  <a:pt x="1844" y="8632"/>
                  <a:pt x="3480" y="10379"/>
                  <a:pt x="5442" y="10379"/>
                </a:cubicBezTo>
                <a:cubicBezTo>
                  <a:pt x="5496" y="10379"/>
                  <a:pt x="5550" y="10378"/>
                  <a:pt x="5605" y="10375"/>
                </a:cubicBezTo>
                <a:cubicBezTo>
                  <a:pt x="7640" y="10242"/>
                  <a:pt x="8874" y="9741"/>
                  <a:pt x="10775" y="8707"/>
                </a:cubicBezTo>
                <a:lnTo>
                  <a:pt x="5705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1">
            <a:extLst>
              <a:ext uri="{FF2B5EF4-FFF2-40B4-BE49-F238E27FC236}">
                <a16:creationId xmlns:a16="http://schemas.microsoft.com/office/drawing/2014/main" id="{5516BA7F-BDAF-A5A2-97F2-B6FACADF2324}"/>
              </a:ext>
            </a:extLst>
          </p:cNvPr>
          <p:cNvSpPr/>
          <p:nvPr/>
        </p:nvSpPr>
        <p:spPr>
          <a:xfrm>
            <a:off x="2553183" y="4184542"/>
            <a:ext cx="346447" cy="228979"/>
          </a:xfrm>
          <a:custGeom>
            <a:avLst/>
            <a:gdLst/>
            <a:ahLst/>
            <a:cxnLst/>
            <a:rect l="l" t="t" r="r" b="b"/>
            <a:pathLst>
              <a:path w="22450" h="14838" extrusionOk="0">
                <a:moveTo>
                  <a:pt x="19395" y="0"/>
                </a:moveTo>
                <a:cubicBezTo>
                  <a:pt x="18720" y="0"/>
                  <a:pt x="17148" y="1216"/>
                  <a:pt x="15278" y="1935"/>
                </a:cubicBezTo>
                <a:cubicBezTo>
                  <a:pt x="13010" y="2835"/>
                  <a:pt x="10675" y="3569"/>
                  <a:pt x="8306" y="4170"/>
                </a:cubicBezTo>
                <a:cubicBezTo>
                  <a:pt x="5337" y="4970"/>
                  <a:pt x="3369" y="5604"/>
                  <a:pt x="1868" y="7939"/>
                </a:cubicBezTo>
                <a:cubicBezTo>
                  <a:pt x="0" y="10774"/>
                  <a:pt x="2669" y="13843"/>
                  <a:pt x="4837" y="14477"/>
                </a:cubicBezTo>
                <a:cubicBezTo>
                  <a:pt x="5663" y="14706"/>
                  <a:pt x="6325" y="14838"/>
                  <a:pt x="6982" y="14838"/>
                </a:cubicBezTo>
                <a:cubicBezTo>
                  <a:pt x="8050" y="14838"/>
                  <a:pt x="9107" y="14490"/>
                  <a:pt x="10841" y="13643"/>
                </a:cubicBezTo>
                <a:cubicBezTo>
                  <a:pt x="13276" y="12442"/>
                  <a:pt x="14010" y="11508"/>
                  <a:pt x="17012" y="10074"/>
                </a:cubicBezTo>
                <a:cubicBezTo>
                  <a:pt x="19781" y="8740"/>
                  <a:pt x="22450" y="7472"/>
                  <a:pt x="22416" y="6838"/>
                </a:cubicBezTo>
                <a:lnTo>
                  <a:pt x="22416" y="6838"/>
                </a:lnTo>
                <a:cubicBezTo>
                  <a:pt x="21916" y="7072"/>
                  <a:pt x="21482" y="7272"/>
                  <a:pt x="21282" y="7339"/>
                </a:cubicBezTo>
                <a:cubicBezTo>
                  <a:pt x="21049" y="7405"/>
                  <a:pt x="20848" y="7472"/>
                  <a:pt x="20648" y="7539"/>
                </a:cubicBezTo>
                <a:cubicBezTo>
                  <a:pt x="20448" y="7614"/>
                  <a:pt x="20229" y="7651"/>
                  <a:pt x="20020" y="7651"/>
                </a:cubicBezTo>
                <a:cubicBezTo>
                  <a:pt x="19950" y="7651"/>
                  <a:pt x="19881" y="7647"/>
                  <a:pt x="19814" y="7639"/>
                </a:cubicBezTo>
                <a:cubicBezTo>
                  <a:pt x="19548" y="7505"/>
                  <a:pt x="20348" y="6905"/>
                  <a:pt x="20482" y="6671"/>
                </a:cubicBezTo>
                <a:cubicBezTo>
                  <a:pt x="20782" y="6138"/>
                  <a:pt x="20215" y="4837"/>
                  <a:pt x="20048" y="4437"/>
                </a:cubicBezTo>
                <a:cubicBezTo>
                  <a:pt x="19781" y="3769"/>
                  <a:pt x="18880" y="2435"/>
                  <a:pt x="18647" y="2302"/>
                </a:cubicBezTo>
                <a:cubicBezTo>
                  <a:pt x="18528" y="2262"/>
                  <a:pt x="18405" y="2243"/>
                  <a:pt x="18282" y="2243"/>
                </a:cubicBezTo>
                <a:cubicBezTo>
                  <a:pt x="18094" y="2243"/>
                  <a:pt x="17908" y="2288"/>
                  <a:pt x="17746" y="2368"/>
                </a:cubicBezTo>
                <a:cubicBezTo>
                  <a:pt x="17624" y="2419"/>
                  <a:pt x="17538" y="2440"/>
                  <a:pt x="17481" y="2440"/>
                </a:cubicBezTo>
                <a:cubicBezTo>
                  <a:pt x="17274" y="2440"/>
                  <a:pt x="17434" y="2166"/>
                  <a:pt x="17513" y="2035"/>
                </a:cubicBezTo>
                <a:cubicBezTo>
                  <a:pt x="18180" y="1334"/>
                  <a:pt x="18880" y="667"/>
                  <a:pt x="19648" y="100"/>
                </a:cubicBezTo>
                <a:cubicBezTo>
                  <a:pt x="19588" y="31"/>
                  <a:pt x="19503" y="0"/>
                  <a:pt x="1939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1">
            <a:extLst>
              <a:ext uri="{FF2B5EF4-FFF2-40B4-BE49-F238E27FC236}">
                <a16:creationId xmlns:a16="http://schemas.microsoft.com/office/drawing/2014/main" id="{FB618B6E-CD3F-AC51-3F9E-8E0B1D0360D3}"/>
              </a:ext>
            </a:extLst>
          </p:cNvPr>
          <p:cNvSpPr/>
          <p:nvPr/>
        </p:nvSpPr>
        <p:spPr>
          <a:xfrm>
            <a:off x="2553183" y="4184542"/>
            <a:ext cx="346447" cy="228979"/>
          </a:xfrm>
          <a:custGeom>
            <a:avLst/>
            <a:gdLst/>
            <a:ahLst/>
            <a:cxnLst/>
            <a:rect l="l" t="t" r="r" b="b"/>
            <a:pathLst>
              <a:path w="22450" h="14838" extrusionOk="0">
                <a:moveTo>
                  <a:pt x="19395" y="0"/>
                </a:moveTo>
                <a:cubicBezTo>
                  <a:pt x="18720" y="0"/>
                  <a:pt x="17148" y="1216"/>
                  <a:pt x="15278" y="1935"/>
                </a:cubicBezTo>
                <a:cubicBezTo>
                  <a:pt x="13010" y="2835"/>
                  <a:pt x="10675" y="3569"/>
                  <a:pt x="8306" y="4170"/>
                </a:cubicBezTo>
                <a:cubicBezTo>
                  <a:pt x="5337" y="4970"/>
                  <a:pt x="3369" y="5604"/>
                  <a:pt x="1868" y="7939"/>
                </a:cubicBezTo>
                <a:cubicBezTo>
                  <a:pt x="0" y="10774"/>
                  <a:pt x="2669" y="13843"/>
                  <a:pt x="4837" y="14477"/>
                </a:cubicBezTo>
                <a:cubicBezTo>
                  <a:pt x="5663" y="14706"/>
                  <a:pt x="6325" y="14838"/>
                  <a:pt x="6982" y="14838"/>
                </a:cubicBezTo>
                <a:cubicBezTo>
                  <a:pt x="8050" y="14838"/>
                  <a:pt x="9107" y="14490"/>
                  <a:pt x="10841" y="13643"/>
                </a:cubicBezTo>
                <a:cubicBezTo>
                  <a:pt x="13276" y="12442"/>
                  <a:pt x="14010" y="11508"/>
                  <a:pt x="17012" y="10074"/>
                </a:cubicBezTo>
                <a:cubicBezTo>
                  <a:pt x="19781" y="8740"/>
                  <a:pt x="22450" y="7472"/>
                  <a:pt x="22416" y="6838"/>
                </a:cubicBezTo>
                <a:lnTo>
                  <a:pt x="22416" y="6838"/>
                </a:lnTo>
                <a:cubicBezTo>
                  <a:pt x="21916" y="7072"/>
                  <a:pt x="21482" y="7272"/>
                  <a:pt x="21282" y="7339"/>
                </a:cubicBezTo>
                <a:cubicBezTo>
                  <a:pt x="21049" y="7405"/>
                  <a:pt x="20848" y="7472"/>
                  <a:pt x="20648" y="7539"/>
                </a:cubicBezTo>
                <a:cubicBezTo>
                  <a:pt x="20448" y="7614"/>
                  <a:pt x="20229" y="7651"/>
                  <a:pt x="20020" y="7651"/>
                </a:cubicBezTo>
                <a:cubicBezTo>
                  <a:pt x="19950" y="7651"/>
                  <a:pt x="19881" y="7647"/>
                  <a:pt x="19814" y="7639"/>
                </a:cubicBezTo>
                <a:cubicBezTo>
                  <a:pt x="19548" y="7505"/>
                  <a:pt x="20348" y="6905"/>
                  <a:pt x="20482" y="6671"/>
                </a:cubicBezTo>
                <a:cubicBezTo>
                  <a:pt x="20782" y="6138"/>
                  <a:pt x="20215" y="4837"/>
                  <a:pt x="20048" y="4437"/>
                </a:cubicBezTo>
                <a:cubicBezTo>
                  <a:pt x="19781" y="3769"/>
                  <a:pt x="18880" y="2435"/>
                  <a:pt x="18647" y="2302"/>
                </a:cubicBezTo>
                <a:cubicBezTo>
                  <a:pt x="18528" y="2262"/>
                  <a:pt x="18405" y="2243"/>
                  <a:pt x="18282" y="2243"/>
                </a:cubicBezTo>
                <a:cubicBezTo>
                  <a:pt x="18094" y="2243"/>
                  <a:pt x="17908" y="2288"/>
                  <a:pt x="17746" y="2368"/>
                </a:cubicBezTo>
                <a:cubicBezTo>
                  <a:pt x="17624" y="2419"/>
                  <a:pt x="17538" y="2440"/>
                  <a:pt x="17481" y="2440"/>
                </a:cubicBezTo>
                <a:cubicBezTo>
                  <a:pt x="17274" y="2440"/>
                  <a:pt x="17434" y="2166"/>
                  <a:pt x="17513" y="2035"/>
                </a:cubicBezTo>
                <a:cubicBezTo>
                  <a:pt x="18180" y="1334"/>
                  <a:pt x="18880" y="667"/>
                  <a:pt x="19648" y="100"/>
                </a:cubicBezTo>
                <a:cubicBezTo>
                  <a:pt x="19588" y="31"/>
                  <a:pt x="19503" y="0"/>
                  <a:pt x="193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41">
            <a:extLst>
              <a:ext uri="{FF2B5EF4-FFF2-40B4-BE49-F238E27FC236}">
                <a16:creationId xmlns:a16="http://schemas.microsoft.com/office/drawing/2014/main" id="{62F42D03-1952-0776-CE0E-93523D5B1C17}"/>
              </a:ext>
            </a:extLst>
          </p:cNvPr>
          <p:cNvSpPr/>
          <p:nvPr/>
        </p:nvSpPr>
        <p:spPr>
          <a:xfrm>
            <a:off x="2553183" y="4250421"/>
            <a:ext cx="181726" cy="163100"/>
          </a:xfrm>
          <a:custGeom>
            <a:avLst/>
            <a:gdLst/>
            <a:ahLst/>
            <a:cxnLst/>
            <a:rect l="l" t="t" r="r" b="b"/>
            <a:pathLst>
              <a:path w="11776" h="10569" extrusionOk="0">
                <a:moveTo>
                  <a:pt x="8039" y="1"/>
                </a:moveTo>
                <a:lnTo>
                  <a:pt x="8039" y="1"/>
                </a:lnTo>
                <a:cubicBezTo>
                  <a:pt x="5204" y="768"/>
                  <a:pt x="3303" y="1435"/>
                  <a:pt x="1835" y="3670"/>
                </a:cubicBezTo>
                <a:cubicBezTo>
                  <a:pt x="0" y="6505"/>
                  <a:pt x="2669" y="9608"/>
                  <a:pt x="4804" y="10208"/>
                </a:cubicBezTo>
                <a:cubicBezTo>
                  <a:pt x="5630" y="10437"/>
                  <a:pt x="6296" y="10569"/>
                  <a:pt x="6958" y="10569"/>
                </a:cubicBezTo>
                <a:cubicBezTo>
                  <a:pt x="8032" y="10569"/>
                  <a:pt x="9094" y="10221"/>
                  <a:pt x="10808" y="9374"/>
                </a:cubicBezTo>
                <a:cubicBezTo>
                  <a:pt x="11108" y="9241"/>
                  <a:pt x="11542" y="9041"/>
                  <a:pt x="11775" y="8907"/>
                </a:cubicBezTo>
                <a:lnTo>
                  <a:pt x="11775" y="8907"/>
                </a:lnTo>
                <a:cubicBezTo>
                  <a:pt x="11466" y="9062"/>
                  <a:pt x="9898" y="9796"/>
                  <a:pt x="8834" y="9796"/>
                </a:cubicBezTo>
                <a:cubicBezTo>
                  <a:pt x="8522" y="9796"/>
                  <a:pt x="8254" y="9733"/>
                  <a:pt x="8073" y="9574"/>
                </a:cubicBezTo>
                <a:cubicBezTo>
                  <a:pt x="7205" y="8807"/>
                  <a:pt x="9240" y="7606"/>
                  <a:pt x="9240" y="7606"/>
                </a:cubicBezTo>
                <a:cubicBezTo>
                  <a:pt x="9240" y="7606"/>
                  <a:pt x="9540" y="5705"/>
                  <a:pt x="7239" y="2869"/>
                </a:cubicBezTo>
                <a:cubicBezTo>
                  <a:pt x="7084" y="2988"/>
                  <a:pt x="6777" y="3061"/>
                  <a:pt x="6447" y="3061"/>
                </a:cubicBezTo>
                <a:cubicBezTo>
                  <a:pt x="5852" y="3061"/>
                  <a:pt x="5183" y="2825"/>
                  <a:pt x="5204" y="2202"/>
                </a:cubicBezTo>
                <a:cubicBezTo>
                  <a:pt x="5204" y="1202"/>
                  <a:pt x="8006" y="34"/>
                  <a:pt x="803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1">
            <a:extLst>
              <a:ext uri="{FF2B5EF4-FFF2-40B4-BE49-F238E27FC236}">
                <a16:creationId xmlns:a16="http://schemas.microsoft.com/office/drawing/2014/main" id="{E3300D9C-C1C4-F86E-32FD-86006E5B0F17}"/>
              </a:ext>
            </a:extLst>
          </p:cNvPr>
          <p:cNvSpPr/>
          <p:nvPr/>
        </p:nvSpPr>
        <p:spPr>
          <a:xfrm>
            <a:off x="2677333" y="4289540"/>
            <a:ext cx="224874" cy="91527"/>
          </a:xfrm>
          <a:custGeom>
            <a:avLst/>
            <a:gdLst/>
            <a:ahLst/>
            <a:cxnLst/>
            <a:rect l="l" t="t" r="r" b="b"/>
            <a:pathLst>
              <a:path w="14572" h="5931" extrusionOk="0">
                <a:moveTo>
                  <a:pt x="14371" y="1"/>
                </a:moveTo>
                <a:lnTo>
                  <a:pt x="14371" y="1"/>
                </a:lnTo>
                <a:cubicBezTo>
                  <a:pt x="13871" y="201"/>
                  <a:pt x="12803" y="635"/>
                  <a:pt x="12803" y="635"/>
                </a:cubicBezTo>
                <a:cubicBezTo>
                  <a:pt x="12603" y="735"/>
                  <a:pt x="12070" y="935"/>
                  <a:pt x="12070" y="935"/>
                </a:cubicBezTo>
                <a:cubicBezTo>
                  <a:pt x="9968" y="1836"/>
                  <a:pt x="7600" y="3303"/>
                  <a:pt x="5331" y="3904"/>
                </a:cubicBezTo>
                <a:cubicBezTo>
                  <a:pt x="3330" y="4471"/>
                  <a:pt x="1962" y="4504"/>
                  <a:pt x="895" y="4871"/>
                </a:cubicBezTo>
                <a:cubicBezTo>
                  <a:pt x="0" y="5188"/>
                  <a:pt x="404" y="5930"/>
                  <a:pt x="1544" y="5930"/>
                </a:cubicBezTo>
                <a:cubicBezTo>
                  <a:pt x="1722" y="5930"/>
                  <a:pt x="1918" y="5912"/>
                  <a:pt x="2129" y="5872"/>
                </a:cubicBezTo>
                <a:cubicBezTo>
                  <a:pt x="4431" y="5405"/>
                  <a:pt x="6366" y="4104"/>
                  <a:pt x="8934" y="3270"/>
                </a:cubicBezTo>
                <a:cubicBezTo>
                  <a:pt x="11736" y="1936"/>
                  <a:pt x="14571" y="701"/>
                  <a:pt x="14371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41">
            <a:extLst>
              <a:ext uri="{FF2B5EF4-FFF2-40B4-BE49-F238E27FC236}">
                <a16:creationId xmlns:a16="http://schemas.microsoft.com/office/drawing/2014/main" id="{CF630020-CC71-3B23-514E-8180A5B31FE6}"/>
              </a:ext>
            </a:extLst>
          </p:cNvPr>
          <p:cNvSpPr/>
          <p:nvPr/>
        </p:nvSpPr>
        <p:spPr>
          <a:xfrm>
            <a:off x="2651300" y="4184295"/>
            <a:ext cx="204581" cy="118224"/>
          </a:xfrm>
          <a:custGeom>
            <a:avLst/>
            <a:gdLst/>
            <a:ahLst/>
            <a:cxnLst/>
            <a:rect l="l" t="t" r="r" b="b"/>
            <a:pathLst>
              <a:path w="13257" h="7661" extrusionOk="0">
                <a:moveTo>
                  <a:pt x="12799" y="0"/>
                </a:moveTo>
                <a:cubicBezTo>
                  <a:pt x="12259" y="0"/>
                  <a:pt x="11390" y="328"/>
                  <a:pt x="10521" y="883"/>
                </a:cubicBezTo>
                <a:cubicBezTo>
                  <a:pt x="9320" y="1651"/>
                  <a:pt x="8586" y="2151"/>
                  <a:pt x="7385" y="2751"/>
                </a:cubicBezTo>
                <a:cubicBezTo>
                  <a:pt x="5084" y="4152"/>
                  <a:pt x="2415" y="5086"/>
                  <a:pt x="1081" y="5954"/>
                </a:cubicBezTo>
                <a:cubicBezTo>
                  <a:pt x="1" y="6646"/>
                  <a:pt x="1" y="7660"/>
                  <a:pt x="586" y="7660"/>
                </a:cubicBezTo>
                <a:cubicBezTo>
                  <a:pt x="706" y="7660"/>
                  <a:pt x="850" y="7618"/>
                  <a:pt x="1014" y="7521"/>
                </a:cubicBezTo>
                <a:cubicBezTo>
                  <a:pt x="1982" y="6954"/>
                  <a:pt x="2148" y="6487"/>
                  <a:pt x="4050" y="5620"/>
                </a:cubicBezTo>
                <a:cubicBezTo>
                  <a:pt x="5951" y="4753"/>
                  <a:pt x="9153" y="2885"/>
                  <a:pt x="11121" y="1751"/>
                </a:cubicBezTo>
                <a:cubicBezTo>
                  <a:pt x="11855" y="1250"/>
                  <a:pt x="12589" y="717"/>
                  <a:pt x="13256" y="149"/>
                </a:cubicBezTo>
                <a:cubicBezTo>
                  <a:pt x="13164" y="48"/>
                  <a:pt x="13006" y="0"/>
                  <a:pt x="12799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1">
            <a:extLst>
              <a:ext uri="{FF2B5EF4-FFF2-40B4-BE49-F238E27FC236}">
                <a16:creationId xmlns:a16="http://schemas.microsoft.com/office/drawing/2014/main" id="{F12B4EBE-86EC-CBEE-26DA-203CD96AA1C3}"/>
              </a:ext>
            </a:extLst>
          </p:cNvPr>
          <p:cNvSpPr/>
          <p:nvPr/>
        </p:nvSpPr>
        <p:spPr>
          <a:xfrm>
            <a:off x="2664370" y="4290960"/>
            <a:ext cx="37083" cy="83024"/>
          </a:xfrm>
          <a:custGeom>
            <a:avLst/>
            <a:gdLst/>
            <a:ahLst/>
            <a:cxnLst/>
            <a:rect l="l" t="t" r="r" b="b"/>
            <a:pathLst>
              <a:path w="2403" h="5380" extrusionOk="0">
                <a:moveTo>
                  <a:pt x="246" y="1"/>
                </a:moveTo>
                <a:cubicBezTo>
                  <a:pt x="184" y="1"/>
                  <a:pt x="117" y="26"/>
                  <a:pt x="67" y="76"/>
                </a:cubicBezTo>
                <a:cubicBezTo>
                  <a:pt x="0" y="176"/>
                  <a:pt x="0" y="276"/>
                  <a:pt x="34" y="376"/>
                </a:cubicBezTo>
                <a:cubicBezTo>
                  <a:pt x="67" y="376"/>
                  <a:pt x="67" y="409"/>
                  <a:pt x="100" y="443"/>
                </a:cubicBezTo>
                <a:cubicBezTo>
                  <a:pt x="1168" y="1777"/>
                  <a:pt x="1768" y="3411"/>
                  <a:pt x="1902" y="5113"/>
                </a:cubicBezTo>
                <a:cubicBezTo>
                  <a:pt x="1902" y="5246"/>
                  <a:pt x="2035" y="5379"/>
                  <a:pt x="2169" y="5379"/>
                </a:cubicBezTo>
                <a:cubicBezTo>
                  <a:pt x="2302" y="5379"/>
                  <a:pt x="2402" y="5246"/>
                  <a:pt x="2369" y="5113"/>
                </a:cubicBezTo>
                <a:cubicBezTo>
                  <a:pt x="2069" y="1910"/>
                  <a:pt x="501" y="176"/>
                  <a:pt x="401" y="76"/>
                </a:cubicBezTo>
                <a:cubicBezTo>
                  <a:pt x="367" y="26"/>
                  <a:pt x="309" y="1"/>
                  <a:pt x="246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1">
            <a:extLst>
              <a:ext uri="{FF2B5EF4-FFF2-40B4-BE49-F238E27FC236}">
                <a16:creationId xmlns:a16="http://schemas.microsoft.com/office/drawing/2014/main" id="{71F97410-ED97-AE04-5D64-E699B6DD65B3}"/>
              </a:ext>
            </a:extLst>
          </p:cNvPr>
          <p:cNvSpPr/>
          <p:nvPr/>
        </p:nvSpPr>
        <p:spPr>
          <a:xfrm>
            <a:off x="2693197" y="4269849"/>
            <a:ext cx="43765" cy="95894"/>
          </a:xfrm>
          <a:custGeom>
            <a:avLst/>
            <a:gdLst/>
            <a:ahLst/>
            <a:cxnLst/>
            <a:rect l="l" t="t" r="r" b="b"/>
            <a:pathLst>
              <a:path w="2836" h="6214" extrusionOk="0">
                <a:moveTo>
                  <a:pt x="251" y="1"/>
                </a:moveTo>
                <a:cubicBezTo>
                  <a:pt x="184" y="1"/>
                  <a:pt x="117" y="26"/>
                  <a:pt x="67" y="76"/>
                </a:cubicBezTo>
                <a:cubicBezTo>
                  <a:pt x="0" y="143"/>
                  <a:pt x="0" y="276"/>
                  <a:pt x="34" y="376"/>
                </a:cubicBezTo>
                <a:cubicBezTo>
                  <a:pt x="67" y="376"/>
                  <a:pt x="67" y="410"/>
                  <a:pt x="100" y="443"/>
                </a:cubicBezTo>
                <a:cubicBezTo>
                  <a:pt x="1301" y="2044"/>
                  <a:pt x="2069" y="3945"/>
                  <a:pt x="2335" y="5947"/>
                </a:cubicBezTo>
                <a:cubicBezTo>
                  <a:pt x="2335" y="6080"/>
                  <a:pt x="2469" y="6214"/>
                  <a:pt x="2602" y="6214"/>
                </a:cubicBezTo>
                <a:cubicBezTo>
                  <a:pt x="2736" y="6180"/>
                  <a:pt x="2836" y="6047"/>
                  <a:pt x="2802" y="5914"/>
                </a:cubicBezTo>
                <a:cubicBezTo>
                  <a:pt x="2536" y="3812"/>
                  <a:pt x="1735" y="1777"/>
                  <a:pt x="434" y="76"/>
                </a:cubicBezTo>
                <a:cubicBezTo>
                  <a:pt x="384" y="26"/>
                  <a:pt x="317" y="1"/>
                  <a:pt x="251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41">
            <a:extLst>
              <a:ext uri="{FF2B5EF4-FFF2-40B4-BE49-F238E27FC236}">
                <a16:creationId xmlns:a16="http://schemas.microsoft.com/office/drawing/2014/main" id="{6B5D5872-7C3E-07B8-9AEE-0B2A17B834C9}"/>
              </a:ext>
            </a:extLst>
          </p:cNvPr>
          <p:cNvSpPr/>
          <p:nvPr/>
        </p:nvSpPr>
        <p:spPr>
          <a:xfrm>
            <a:off x="2720990" y="4253383"/>
            <a:ext cx="43780" cy="107730"/>
          </a:xfrm>
          <a:custGeom>
            <a:avLst/>
            <a:gdLst/>
            <a:ahLst/>
            <a:cxnLst/>
            <a:rect l="l" t="t" r="r" b="b"/>
            <a:pathLst>
              <a:path w="2837" h="6981" extrusionOk="0">
                <a:moveTo>
                  <a:pt x="255" y="1"/>
                </a:moveTo>
                <a:cubicBezTo>
                  <a:pt x="192" y="1"/>
                  <a:pt x="134" y="26"/>
                  <a:pt x="101" y="76"/>
                </a:cubicBezTo>
                <a:cubicBezTo>
                  <a:pt x="1" y="176"/>
                  <a:pt x="1" y="342"/>
                  <a:pt x="101" y="443"/>
                </a:cubicBezTo>
                <a:cubicBezTo>
                  <a:pt x="134" y="476"/>
                  <a:pt x="2236" y="3578"/>
                  <a:pt x="2336" y="6714"/>
                </a:cubicBezTo>
                <a:cubicBezTo>
                  <a:pt x="2336" y="6747"/>
                  <a:pt x="2336" y="6780"/>
                  <a:pt x="2369" y="6814"/>
                </a:cubicBezTo>
                <a:cubicBezTo>
                  <a:pt x="2402" y="6914"/>
                  <a:pt x="2502" y="6981"/>
                  <a:pt x="2603" y="6981"/>
                </a:cubicBezTo>
                <a:cubicBezTo>
                  <a:pt x="2736" y="6981"/>
                  <a:pt x="2836" y="6880"/>
                  <a:pt x="2836" y="6747"/>
                </a:cubicBezTo>
                <a:cubicBezTo>
                  <a:pt x="2703" y="3345"/>
                  <a:pt x="534" y="176"/>
                  <a:pt x="434" y="76"/>
                </a:cubicBezTo>
                <a:cubicBezTo>
                  <a:pt x="384" y="26"/>
                  <a:pt x="318" y="1"/>
                  <a:pt x="255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1">
            <a:extLst>
              <a:ext uri="{FF2B5EF4-FFF2-40B4-BE49-F238E27FC236}">
                <a16:creationId xmlns:a16="http://schemas.microsoft.com/office/drawing/2014/main" id="{D0A9A2F8-29AE-5FCA-4585-ACBDF5E800FE}"/>
              </a:ext>
            </a:extLst>
          </p:cNvPr>
          <p:cNvSpPr/>
          <p:nvPr/>
        </p:nvSpPr>
        <p:spPr>
          <a:xfrm>
            <a:off x="2745697" y="4241547"/>
            <a:ext cx="45833" cy="102576"/>
          </a:xfrm>
          <a:custGeom>
            <a:avLst/>
            <a:gdLst/>
            <a:ahLst/>
            <a:cxnLst/>
            <a:rect l="l" t="t" r="r" b="b"/>
            <a:pathLst>
              <a:path w="2970" h="6647" extrusionOk="0">
                <a:moveTo>
                  <a:pt x="255" y="0"/>
                </a:moveTo>
                <a:cubicBezTo>
                  <a:pt x="193" y="0"/>
                  <a:pt x="134" y="25"/>
                  <a:pt x="101" y="75"/>
                </a:cubicBezTo>
                <a:cubicBezTo>
                  <a:pt x="1" y="209"/>
                  <a:pt x="34" y="342"/>
                  <a:pt x="134" y="442"/>
                </a:cubicBezTo>
                <a:cubicBezTo>
                  <a:pt x="1569" y="2110"/>
                  <a:pt x="2369" y="4178"/>
                  <a:pt x="2469" y="6347"/>
                </a:cubicBezTo>
                <a:cubicBezTo>
                  <a:pt x="2469" y="6413"/>
                  <a:pt x="2469" y="6447"/>
                  <a:pt x="2503" y="6480"/>
                </a:cubicBezTo>
                <a:cubicBezTo>
                  <a:pt x="2536" y="6580"/>
                  <a:pt x="2603" y="6647"/>
                  <a:pt x="2703" y="6647"/>
                </a:cubicBezTo>
                <a:cubicBezTo>
                  <a:pt x="2836" y="6647"/>
                  <a:pt x="2970" y="6547"/>
                  <a:pt x="2936" y="6413"/>
                </a:cubicBezTo>
                <a:cubicBezTo>
                  <a:pt x="2870" y="4078"/>
                  <a:pt x="1969" y="1810"/>
                  <a:pt x="434" y="75"/>
                </a:cubicBezTo>
                <a:cubicBezTo>
                  <a:pt x="384" y="25"/>
                  <a:pt x="318" y="0"/>
                  <a:pt x="25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1">
            <a:extLst>
              <a:ext uri="{FF2B5EF4-FFF2-40B4-BE49-F238E27FC236}">
                <a16:creationId xmlns:a16="http://schemas.microsoft.com/office/drawing/2014/main" id="{FA8C05E8-1A85-894D-DD4C-3BA8B39E2E50}"/>
              </a:ext>
            </a:extLst>
          </p:cNvPr>
          <p:cNvSpPr/>
          <p:nvPr/>
        </p:nvSpPr>
        <p:spPr>
          <a:xfrm>
            <a:off x="2779169" y="4226609"/>
            <a:ext cx="46851" cy="103101"/>
          </a:xfrm>
          <a:custGeom>
            <a:avLst/>
            <a:gdLst/>
            <a:ahLst/>
            <a:cxnLst/>
            <a:rect l="l" t="t" r="r" b="b"/>
            <a:pathLst>
              <a:path w="3036" h="6681" extrusionOk="0">
                <a:moveTo>
                  <a:pt x="254" y="1"/>
                </a:moveTo>
                <a:cubicBezTo>
                  <a:pt x="192" y="1"/>
                  <a:pt x="133" y="26"/>
                  <a:pt x="100" y="76"/>
                </a:cubicBezTo>
                <a:cubicBezTo>
                  <a:pt x="0" y="209"/>
                  <a:pt x="0" y="343"/>
                  <a:pt x="133" y="443"/>
                </a:cubicBezTo>
                <a:cubicBezTo>
                  <a:pt x="133" y="476"/>
                  <a:pt x="2535" y="3112"/>
                  <a:pt x="2535" y="6381"/>
                </a:cubicBezTo>
                <a:cubicBezTo>
                  <a:pt x="2535" y="6414"/>
                  <a:pt x="2535" y="6481"/>
                  <a:pt x="2569" y="6514"/>
                </a:cubicBezTo>
                <a:cubicBezTo>
                  <a:pt x="2602" y="6581"/>
                  <a:pt x="2702" y="6647"/>
                  <a:pt x="2802" y="6681"/>
                </a:cubicBezTo>
                <a:cubicBezTo>
                  <a:pt x="2935" y="6681"/>
                  <a:pt x="3036" y="6581"/>
                  <a:pt x="3036" y="6447"/>
                </a:cubicBezTo>
                <a:cubicBezTo>
                  <a:pt x="3036" y="2911"/>
                  <a:pt x="534" y="176"/>
                  <a:pt x="434" y="76"/>
                </a:cubicBezTo>
                <a:cubicBezTo>
                  <a:pt x="384" y="26"/>
                  <a:pt x="317" y="1"/>
                  <a:pt x="254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41">
            <a:extLst>
              <a:ext uri="{FF2B5EF4-FFF2-40B4-BE49-F238E27FC236}">
                <a16:creationId xmlns:a16="http://schemas.microsoft.com/office/drawing/2014/main" id="{66011A82-F88C-2990-2787-2EBBECF40945}"/>
              </a:ext>
            </a:extLst>
          </p:cNvPr>
          <p:cNvSpPr/>
          <p:nvPr/>
        </p:nvSpPr>
        <p:spPr>
          <a:xfrm>
            <a:off x="2853288" y="3706322"/>
            <a:ext cx="707307" cy="579129"/>
          </a:xfrm>
          <a:custGeom>
            <a:avLst/>
            <a:gdLst/>
            <a:ahLst/>
            <a:cxnLst/>
            <a:rect l="l" t="t" r="r" b="b"/>
            <a:pathLst>
              <a:path w="45834" h="37528" extrusionOk="0">
                <a:moveTo>
                  <a:pt x="15245" y="0"/>
                </a:moveTo>
                <a:lnTo>
                  <a:pt x="13177" y="17279"/>
                </a:lnTo>
                <a:lnTo>
                  <a:pt x="334" y="30689"/>
                </a:lnTo>
                <a:cubicBezTo>
                  <a:pt x="0" y="36093"/>
                  <a:pt x="4437" y="37527"/>
                  <a:pt x="4437" y="37527"/>
                </a:cubicBezTo>
                <a:cubicBezTo>
                  <a:pt x="4437" y="37527"/>
                  <a:pt x="15311" y="32957"/>
                  <a:pt x="17813" y="31956"/>
                </a:cubicBezTo>
                <a:cubicBezTo>
                  <a:pt x="19548" y="31189"/>
                  <a:pt x="21216" y="30222"/>
                  <a:pt x="22750" y="29054"/>
                </a:cubicBezTo>
                <a:cubicBezTo>
                  <a:pt x="22750" y="29054"/>
                  <a:pt x="26602" y="30076"/>
                  <a:pt x="30451" y="30076"/>
                </a:cubicBezTo>
                <a:cubicBezTo>
                  <a:pt x="30945" y="30076"/>
                  <a:pt x="31438" y="30060"/>
                  <a:pt x="31923" y="30022"/>
                </a:cubicBezTo>
                <a:cubicBezTo>
                  <a:pt x="34892" y="29822"/>
                  <a:pt x="41096" y="27887"/>
                  <a:pt x="43465" y="21682"/>
                </a:cubicBezTo>
                <a:cubicBezTo>
                  <a:pt x="45833" y="15511"/>
                  <a:pt x="43065" y="5104"/>
                  <a:pt x="43065" y="5104"/>
                </a:cubicBezTo>
                <a:lnTo>
                  <a:pt x="15245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41">
            <a:extLst>
              <a:ext uri="{FF2B5EF4-FFF2-40B4-BE49-F238E27FC236}">
                <a16:creationId xmlns:a16="http://schemas.microsoft.com/office/drawing/2014/main" id="{8A74E644-A032-344E-52AD-5125D2F8A699}"/>
              </a:ext>
            </a:extLst>
          </p:cNvPr>
          <p:cNvSpPr/>
          <p:nvPr/>
        </p:nvSpPr>
        <p:spPr>
          <a:xfrm>
            <a:off x="2896528" y="4099080"/>
            <a:ext cx="343360" cy="186371"/>
          </a:xfrm>
          <a:custGeom>
            <a:avLst/>
            <a:gdLst/>
            <a:ahLst/>
            <a:cxnLst/>
            <a:rect l="l" t="t" r="r" b="b"/>
            <a:pathLst>
              <a:path w="22250" h="12077" extrusionOk="0">
                <a:moveTo>
                  <a:pt x="22216" y="1"/>
                </a:moveTo>
                <a:cubicBezTo>
                  <a:pt x="22216" y="1"/>
                  <a:pt x="20582" y="2369"/>
                  <a:pt x="15245" y="4637"/>
                </a:cubicBezTo>
                <a:cubicBezTo>
                  <a:pt x="12409" y="5838"/>
                  <a:pt x="3370" y="10141"/>
                  <a:pt x="0" y="11175"/>
                </a:cubicBezTo>
                <a:cubicBezTo>
                  <a:pt x="501" y="11542"/>
                  <a:pt x="1035" y="11843"/>
                  <a:pt x="1602" y="12076"/>
                </a:cubicBezTo>
                <a:cubicBezTo>
                  <a:pt x="1602" y="12076"/>
                  <a:pt x="12476" y="7506"/>
                  <a:pt x="14978" y="6539"/>
                </a:cubicBezTo>
                <a:cubicBezTo>
                  <a:pt x="16746" y="5772"/>
                  <a:pt x="18380" y="4771"/>
                  <a:pt x="19915" y="3603"/>
                </a:cubicBezTo>
                <a:cubicBezTo>
                  <a:pt x="22250" y="1569"/>
                  <a:pt x="22216" y="1"/>
                  <a:pt x="22216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41">
            <a:extLst>
              <a:ext uri="{FF2B5EF4-FFF2-40B4-BE49-F238E27FC236}">
                <a16:creationId xmlns:a16="http://schemas.microsoft.com/office/drawing/2014/main" id="{C58785FF-2BC1-4A23-76D3-14A344325CE4}"/>
              </a:ext>
            </a:extLst>
          </p:cNvPr>
          <p:cNvSpPr/>
          <p:nvPr/>
        </p:nvSpPr>
        <p:spPr>
          <a:xfrm>
            <a:off x="3204365" y="3801552"/>
            <a:ext cx="347990" cy="368916"/>
          </a:xfrm>
          <a:custGeom>
            <a:avLst/>
            <a:gdLst/>
            <a:ahLst/>
            <a:cxnLst/>
            <a:rect l="l" t="t" r="r" b="b"/>
            <a:pathLst>
              <a:path w="22550" h="23906" extrusionOk="0">
                <a:moveTo>
                  <a:pt x="18813" y="0"/>
                </a:moveTo>
                <a:cubicBezTo>
                  <a:pt x="19347" y="5104"/>
                  <a:pt x="20114" y="10975"/>
                  <a:pt x="17813" y="15945"/>
                </a:cubicBezTo>
                <a:cubicBezTo>
                  <a:pt x="15765" y="20426"/>
                  <a:pt x="9863" y="21950"/>
                  <a:pt x="6706" y="21950"/>
                </a:cubicBezTo>
                <a:cubicBezTo>
                  <a:pt x="6315" y="21950"/>
                  <a:pt x="5965" y="21927"/>
                  <a:pt x="5671" y="21883"/>
                </a:cubicBezTo>
                <a:cubicBezTo>
                  <a:pt x="4203" y="21649"/>
                  <a:pt x="2769" y="21249"/>
                  <a:pt x="1401" y="20682"/>
                </a:cubicBezTo>
                <a:lnTo>
                  <a:pt x="0" y="22883"/>
                </a:lnTo>
                <a:cubicBezTo>
                  <a:pt x="0" y="22883"/>
                  <a:pt x="3852" y="23905"/>
                  <a:pt x="7701" y="23905"/>
                </a:cubicBezTo>
                <a:cubicBezTo>
                  <a:pt x="8195" y="23905"/>
                  <a:pt x="8688" y="23889"/>
                  <a:pt x="9173" y="23851"/>
                </a:cubicBezTo>
                <a:cubicBezTo>
                  <a:pt x="12142" y="23651"/>
                  <a:pt x="18346" y="21682"/>
                  <a:pt x="20715" y="15511"/>
                </a:cubicBezTo>
                <a:cubicBezTo>
                  <a:pt x="22549" y="10808"/>
                  <a:pt x="21349" y="3569"/>
                  <a:pt x="20681" y="434"/>
                </a:cubicBezTo>
                <a:lnTo>
                  <a:pt x="19681" y="200"/>
                </a:lnTo>
                <a:lnTo>
                  <a:pt x="18813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41">
            <a:extLst>
              <a:ext uri="{FF2B5EF4-FFF2-40B4-BE49-F238E27FC236}">
                <a16:creationId xmlns:a16="http://schemas.microsoft.com/office/drawing/2014/main" id="{3B82ECFC-C9F8-5AC4-113B-4E3B80DE6116}"/>
              </a:ext>
            </a:extLst>
          </p:cNvPr>
          <p:cNvSpPr/>
          <p:nvPr/>
        </p:nvSpPr>
        <p:spPr>
          <a:xfrm>
            <a:off x="3007715" y="3892924"/>
            <a:ext cx="360351" cy="108888"/>
          </a:xfrm>
          <a:custGeom>
            <a:avLst/>
            <a:gdLst/>
            <a:ahLst/>
            <a:cxnLst/>
            <a:rect l="l" t="t" r="r" b="b"/>
            <a:pathLst>
              <a:path w="23351" h="7056" extrusionOk="0">
                <a:moveTo>
                  <a:pt x="9234" y="1"/>
                </a:moveTo>
                <a:cubicBezTo>
                  <a:pt x="7431" y="1"/>
                  <a:pt x="6049" y="484"/>
                  <a:pt x="4804" y="1585"/>
                </a:cubicBezTo>
                <a:cubicBezTo>
                  <a:pt x="3069" y="3119"/>
                  <a:pt x="1" y="6655"/>
                  <a:pt x="1" y="6655"/>
                </a:cubicBezTo>
                <a:lnTo>
                  <a:pt x="1368" y="7055"/>
                </a:lnTo>
                <a:cubicBezTo>
                  <a:pt x="1368" y="7055"/>
                  <a:pt x="2436" y="5921"/>
                  <a:pt x="3470" y="4687"/>
                </a:cubicBezTo>
                <a:cubicBezTo>
                  <a:pt x="4469" y="3495"/>
                  <a:pt x="6090" y="1276"/>
                  <a:pt x="10136" y="1276"/>
                </a:cubicBezTo>
                <a:cubicBezTo>
                  <a:pt x="10279" y="1276"/>
                  <a:pt x="10426" y="1279"/>
                  <a:pt x="10575" y="1284"/>
                </a:cubicBezTo>
                <a:cubicBezTo>
                  <a:pt x="14945" y="1451"/>
                  <a:pt x="23351" y="2218"/>
                  <a:pt x="23351" y="2218"/>
                </a:cubicBezTo>
                <a:cubicBezTo>
                  <a:pt x="23351" y="2218"/>
                  <a:pt x="14611" y="717"/>
                  <a:pt x="11576" y="217"/>
                </a:cubicBezTo>
                <a:cubicBezTo>
                  <a:pt x="10718" y="76"/>
                  <a:pt x="9943" y="1"/>
                  <a:pt x="9234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41">
            <a:extLst>
              <a:ext uri="{FF2B5EF4-FFF2-40B4-BE49-F238E27FC236}">
                <a16:creationId xmlns:a16="http://schemas.microsoft.com/office/drawing/2014/main" id="{13E45A1F-D477-203B-0DBC-53711FF8F4BB}"/>
              </a:ext>
            </a:extLst>
          </p:cNvPr>
          <p:cNvSpPr/>
          <p:nvPr/>
        </p:nvSpPr>
        <p:spPr>
          <a:xfrm>
            <a:off x="3080307" y="3813388"/>
            <a:ext cx="47361" cy="106573"/>
          </a:xfrm>
          <a:custGeom>
            <a:avLst/>
            <a:gdLst/>
            <a:ahLst/>
            <a:cxnLst/>
            <a:rect l="l" t="t" r="r" b="b"/>
            <a:pathLst>
              <a:path w="3069" h="6906" extrusionOk="0">
                <a:moveTo>
                  <a:pt x="1034" y="0"/>
                </a:moveTo>
                <a:cubicBezTo>
                  <a:pt x="1034" y="1"/>
                  <a:pt x="0" y="4004"/>
                  <a:pt x="1668" y="6905"/>
                </a:cubicBezTo>
                <a:lnTo>
                  <a:pt x="3069" y="6071"/>
                </a:lnTo>
                <a:cubicBezTo>
                  <a:pt x="1634" y="4370"/>
                  <a:pt x="901" y="2202"/>
                  <a:pt x="1034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41">
            <a:extLst>
              <a:ext uri="{FF2B5EF4-FFF2-40B4-BE49-F238E27FC236}">
                <a16:creationId xmlns:a16="http://schemas.microsoft.com/office/drawing/2014/main" id="{C52AD915-A532-AABC-6C94-2ABB72E18FBD}"/>
              </a:ext>
            </a:extLst>
          </p:cNvPr>
          <p:cNvSpPr/>
          <p:nvPr/>
        </p:nvSpPr>
        <p:spPr>
          <a:xfrm>
            <a:off x="2885201" y="3245601"/>
            <a:ext cx="276957" cy="416461"/>
          </a:xfrm>
          <a:custGeom>
            <a:avLst/>
            <a:gdLst/>
            <a:ahLst/>
            <a:cxnLst/>
            <a:rect l="l" t="t" r="r" b="b"/>
            <a:pathLst>
              <a:path w="17947" h="26987" extrusionOk="0">
                <a:moveTo>
                  <a:pt x="17947" y="0"/>
                </a:moveTo>
                <a:cubicBezTo>
                  <a:pt x="14611" y="601"/>
                  <a:pt x="11876" y="1468"/>
                  <a:pt x="9874" y="4937"/>
                </a:cubicBezTo>
                <a:cubicBezTo>
                  <a:pt x="7973" y="8240"/>
                  <a:pt x="1" y="22116"/>
                  <a:pt x="1" y="22116"/>
                </a:cubicBezTo>
                <a:lnTo>
                  <a:pt x="9241" y="26986"/>
                </a:lnTo>
                <a:lnTo>
                  <a:pt x="15979" y="15378"/>
                </a:lnTo>
                <a:lnTo>
                  <a:pt x="17947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41">
            <a:extLst>
              <a:ext uri="{FF2B5EF4-FFF2-40B4-BE49-F238E27FC236}">
                <a16:creationId xmlns:a16="http://schemas.microsoft.com/office/drawing/2014/main" id="{1757146C-BB69-263B-04CA-3E44048202B7}"/>
              </a:ext>
            </a:extLst>
          </p:cNvPr>
          <p:cNvSpPr/>
          <p:nvPr/>
        </p:nvSpPr>
        <p:spPr>
          <a:xfrm>
            <a:off x="2885201" y="3245601"/>
            <a:ext cx="276957" cy="416461"/>
          </a:xfrm>
          <a:custGeom>
            <a:avLst/>
            <a:gdLst/>
            <a:ahLst/>
            <a:cxnLst/>
            <a:rect l="l" t="t" r="r" b="b"/>
            <a:pathLst>
              <a:path w="17947" h="26987" extrusionOk="0">
                <a:moveTo>
                  <a:pt x="17947" y="0"/>
                </a:moveTo>
                <a:cubicBezTo>
                  <a:pt x="14611" y="601"/>
                  <a:pt x="11876" y="1468"/>
                  <a:pt x="9874" y="4937"/>
                </a:cubicBezTo>
                <a:cubicBezTo>
                  <a:pt x="7973" y="8240"/>
                  <a:pt x="1" y="22116"/>
                  <a:pt x="1" y="22116"/>
                </a:cubicBezTo>
                <a:lnTo>
                  <a:pt x="9241" y="26986"/>
                </a:lnTo>
                <a:lnTo>
                  <a:pt x="15979" y="15378"/>
                </a:lnTo>
                <a:lnTo>
                  <a:pt x="17947" y="0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41">
            <a:extLst>
              <a:ext uri="{FF2B5EF4-FFF2-40B4-BE49-F238E27FC236}">
                <a16:creationId xmlns:a16="http://schemas.microsoft.com/office/drawing/2014/main" id="{4021CD4F-2BA5-F4CC-A05B-9DE40E497796}"/>
              </a:ext>
            </a:extLst>
          </p:cNvPr>
          <p:cNvSpPr/>
          <p:nvPr/>
        </p:nvSpPr>
        <p:spPr>
          <a:xfrm>
            <a:off x="3065878" y="3230679"/>
            <a:ext cx="471029" cy="682122"/>
          </a:xfrm>
          <a:custGeom>
            <a:avLst/>
            <a:gdLst/>
            <a:ahLst/>
            <a:cxnLst/>
            <a:rect l="l" t="t" r="r" b="b"/>
            <a:pathLst>
              <a:path w="30523" h="44202" extrusionOk="0">
                <a:moveTo>
                  <a:pt x="14778" y="0"/>
                </a:moveTo>
                <a:lnTo>
                  <a:pt x="7873" y="734"/>
                </a:lnTo>
                <a:cubicBezTo>
                  <a:pt x="6139" y="1268"/>
                  <a:pt x="2703" y="3703"/>
                  <a:pt x="1569" y="13210"/>
                </a:cubicBezTo>
                <a:cubicBezTo>
                  <a:pt x="1235" y="15778"/>
                  <a:pt x="902" y="20648"/>
                  <a:pt x="668" y="23917"/>
                </a:cubicBezTo>
                <a:cubicBezTo>
                  <a:pt x="435" y="27186"/>
                  <a:pt x="301" y="28854"/>
                  <a:pt x="1" y="30155"/>
                </a:cubicBezTo>
                <a:cubicBezTo>
                  <a:pt x="4660" y="39221"/>
                  <a:pt x="14020" y="44201"/>
                  <a:pt x="23428" y="44201"/>
                </a:cubicBezTo>
                <a:cubicBezTo>
                  <a:pt x="25201" y="44201"/>
                  <a:pt x="26976" y="44024"/>
                  <a:pt x="28721" y="43665"/>
                </a:cubicBezTo>
                <a:cubicBezTo>
                  <a:pt x="30156" y="37027"/>
                  <a:pt x="30289" y="31589"/>
                  <a:pt x="30389" y="26819"/>
                </a:cubicBezTo>
                <a:cubicBezTo>
                  <a:pt x="30523" y="21115"/>
                  <a:pt x="30489" y="17679"/>
                  <a:pt x="30223" y="13543"/>
                </a:cubicBezTo>
                <a:cubicBezTo>
                  <a:pt x="29922" y="8439"/>
                  <a:pt x="29255" y="5237"/>
                  <a:pt x="27721" y="4703"/>
                </a:cubicBezTo>
                <a:cubicBezTo>
                  <a:pt x="25352" y="3870"/>
                  <a:pt x="16813" y="434"/>
                  <a:pt x="1477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41">
            <a:extLst>
              <a:ext uri="{FF2B5EF4-FFF2-40B4-BE49-F238E27FC236}">
                <a16:creationId xmlns:a16="http://schemas.microsoft.com/office/drawing/2014/main" id="{C0317CB8-B360-CBDC-36D8-B80870DA4CA3}"/>
              </a:ext>
            </a:extLst>
          </p:cNvPr>
          <p:cNvSpPr/>
          <p:nvPr/>
        </p:nvSpPr>
        <p:spPr>
          <a:xfrm>
            <a:off x="3300613" y="3255385"/>
            <a:ext cx="262034" cy="702029"/>
          </a:xfrm>
          <a:custGeom>
            <a:avLst/>
            <a:gdLst/>
            <a:ahLst/>
            <a:cxnLst/>
            <a:rect l="l" t="t" r="r" b="b"/>
            <a:pathLst>
              <a:path w="16980" h="45492" extrusionOk="0">
                <a:moveTo>
                  <a:pt x="6005" y="0"/>
                </a:moveTo>
                <a:cubicBezTo>
                  <a:pt x="6005" y="0"/>
                  <a:pt x="5071" y="2135"/>
                  <a:pt x="3103" y="6305"/>
                </a:cubicBezTo>
                <a:cubicBezTo>
                  <a:pt x="1102" y="10441"/>
                  <a:pt x="1002" y="12309"/>
                  <a:pt x="835" y="19548"/>
                </a:cubicBezTo>
                <a:cubicBezTo>
                  <a:pt x="668" y="26786"/>
                  <a:pt x="835" y="42431"/>
                  <a:pt x="1" y="45366"/>
                </a:cubicBezTo>
                <a:cubicBezTo>
                  <a:pt x="633" y="45452"/>
                  <a:pt x="1552" y="45492"/>
                  <a:pt x="2636" y="45492"/>
                </a:cubicBezTo>
                <a:cubicBezTo>
                  <a:pt x="7040" y="45492"/>
                  <a:pt x="14153" y="44829"/>
                  <a:pt x="15679" y="43865"/>
                </a:cubicBezTo>
                <a:cubicBezTo>
                  <a:pt x="15679" y="43865"/>
                  <a:pt x="15879" y="32023"/>
                  <a:pt x="16146" y="24651"/>
                </a:cubicBezTo>
                <a:cubicBezTo>
                  <a:pt x="16413" y="17246"/>
                  <a:pt x="16980" y="5404"/>
                  <a:pt x="13377" y="3336"/>
                </a:cubicBezTo>
                <a:lnTo>
                  <a:pt x="6005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1">
            <a:extLst>
              <a:ext uri="{FF2B5EF4-FFF2-40B4-BE49-F238E27FC236}">
                <a16:creationId xmlns:a16="http://schemas.microsoft.com/office/drawing/2014/main" id="{1C26C8E8-87B1-F75F-A8FC-C3D9A69EAB7C}"/>
              </a:ext>
            </a:extLst>
          </p:cNvPr>
          <p:cNvSpPr/>
          <p:nvPr/>
        </p:nvSpPr>
        <p:spPr>
          <a:xfrm>
            <a:off x="3300613" y="3255385"/>
            <a:ext cx="262034" cy="702029"/>
          </a:xfrm>
          <a:custGeom>
            <a:avLst/>
            <a:gdLst/>
            <a:ahLst/>
            <a:cxnLst/>
            <a:rect l="l" t="t" r="r" b="b"/>
            <a:pathLst>
              <a:path w="16980" h="45492" extrusionOk="0">
                <a:moveTo>
                  <a:pt x="6005" y="0"/>
                </a:moveTo>
                <a:cubicBezTo>
                  <a:pt x="6005" y="0"/>
                  <a:pt x="5071" y="2135"/>
                  <a:pt x="3103" y="6305"/>
                </a:cubicBezTo>
                <a:cubicBezTo>
                  <a:pt x="1102" y="10441"/>
                  <a:pt x="1002" y="12309"/>
                  <a:pt x="835" y="19548"/>
                </a:cubicBezTo>
                <a:cubicBezTo>
                  <a:pt x="668" y="26786"/>
                  <a:pt x="835" y="42431"/>
                  <a:pt x="1" y="45366"/>
                </a:cubicBezTo>
                <a:cubicBezTo>
                  <a:pt x="633" y="45452"/>
                  <a:pt x="1552" y="45492"/>
                  <a:pt x="2636" y="45492"/>
                </a:cubicBezTo>
                <a:cubicBezTo>
                  <a:pt x="7040" y="45492"/>
                  <a:pt x="14153" y="44829"/>
                  <a:pt x="15679" y="43865"/>
                </a:cubicBezTo>
                <a:cubicBezTo>
                  <a:pt x="15679" y="43865"/>
                  <a:pt x="15879" y="32023"/>
                  <a:pt x="16146" y="24651"/>
                </a:cubicBezTo>
                <a:cubicBezTo>
                  <a:pt x="16413" y="17246"/>
                  <a:pt x="16980" y="5404"/>
                  <a:pt x="13377" y="3336"/>
                </a:cubicBezTo>
                <a:lnTo>
                  <a:pt x="6005" y="0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1">
            <a:extLst>
              <a:ext uri="{FF2B5EF4-FFF2-40B4-BE49-F238E27FC236}">
                <a16:creationId xmlns:a16="http://schemas.microsoft.com/office/drawing/2014/main" id="{9198C6EF-425C-428C-86A7-312D4D3FE506}"/>
              </a:ext>
            </a:extLst>
          </p:cNvPr>
          <p:cNvSpPr/>
          <p:nvPr/>
        </p:nvSpPr>
        <p:spPr>
          <a:xfrm>
            <a:off x="3048379" y="3233240"/>
            <a:ext cx="197174" cy="542587"/>
          </a:xfrm>
          <a:custGeom>
            <a:avLst/>
            <a:gdLst/>
            <a:ahLst/>
            <a:cxnLst/>
            <a:rect l="l" t="t" r="r" b="b"/>
            <a:pathLst>
              <a:path w="12777" h="35160" extrusionOk="0">
                <a:moveTo>
                  <a:pt x="12743" y="1"/>
                </a:moveTo>
                <a:cubicBezTo>
                  <a:pt x="10942" y="101"/>
                  <a:pt x="9141" y="368"/>
                  <a:pt x="7373" y="768"/>
                </a:cubicBezTo>
                <a:cubicBezTo>
                  <a:pt x="4271" y="2870"/>
                  <a:pt x="3036" y="7139"/>
                  <a:pt x="2603" y="10608"/>
                </a:cubicBezTo>
                <a:cubicBezTo>
                  <a:pt x="2169" y="14044"/>
                  <a:pt x="1435" y="20582"/>
                  <a:pt x="1135" y="23418"/>
                </a:cubicBezTo>
                <a:cubicBezTo>
                  <a:pt x="835" y="26253"/>
                  <a:pt x="701" y="27254"/>
                  <a:pt x="1" y="29322"/>
                </a:cubicBezTo>
                <a:cubicBezTo>
                  <a:pt x="68" y="31423"/>
                  <a:pt x="1469" y="34325"/>
                  <a:pt x="2803" y="35159"/>
                </a:cubicBezTo>
                <a:cubicBezTo>
                  <a:pt x="2803" y="35159"/>
                  <a:pt x="4671" y="30156"/>
                  <a:pt x="5138" y="26753"/>
                </a:cubicBezTo>
                <a:cubicBezTo>
                  <a:pt x="5638" y="23351"/>
                  <a:pt x="6305" y="14178"/>
                  <a:pt x="7006" y="9674"/>
                </a:cubicBezTo>
                <a:cubicBezTo>
                  <a:pt x="7706" y="5205"/>
                  <a:pt x="9875" y="1936"/>
                  <a:pt x="12777" y="801"/>
                </a:cubicBezTo>
                <a:lnTo>
                  <a:pt x="12743" y="1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1">
            <a:extLst>
              <a:ext uri="{FF2B5EF4-FFF2-40B4-BE49-F238E27FC236}">
                <a16:creationId xmlns:a16="http://schemas.microsoft.com/office/drawing/2014/main" id="{B1BF5068-1DA8-45A9-07EB-1196EF83B088}"/>
              </a:ext>
            </a:extLst>
          </p:cNvPr>
          <p:cNvSpPr/>
          <p:nvPr/>
        </p:nvSpPr>
        <p:spPr>
          <a:xfrm>
            <a:off x="3048379" y="3233240"/>
            <a:ext cx="197174" cy="542587"/>
          </a:xfrm>
          <a:custGeom>
            <a:avLst/>
            <a:gdLst/>
            <a:ahLst/>
            <a:cxnLst/>
            <a:rect l="l" t="t" r="r" b="b"/>
            <a:pathLst>
              <a:path w="12777" h="35160" extrusionOk="0">
                <a:moveTo>
                  <a:pt x="12743" y="1"/>
                </a:moveTo>
                <a:cubicBezTo>
                  <a:pt x="10942" y="101"/>
                  <a:pt x="9141" y="368"/>
                  <a:pt x="7373" y="768"/>
                </a:cubicBezTo>
                <a:cubicBezTo>
                  <a:pt x="4271" y="2870"/>
                  <a:pt x="3036" y="7139"/>
                  <a:pt x="2603" y="10608"/>
                </a:cubicBezTo>
                <a:cubicBezTo>
                  <a:pt x="2169" y="14044"/>
                  <a:pt x="1435" y="20582"/>
                  <a:pt x="1135" y="23418"/>
                </a:cubicBezTo>
                <a:cubicBezTo>
                  <a:pt x="835" y="26253"/>
                  <a:pt x="701" y="27254"/>
                  <a:pt x="1" y="29322"/>
                </a:cubicBezTo>
                <a:cubicBezTo>
                  <a:pt x="68" y="31423"/>
                  <a:pt x="1469" y="34325"/>
                  <a:pt x="2803" y="35159"/>
                </a:cubicBezTo>
                <a:cubicBezTo>
                  <a:pt x="2803" y="35159"/>
                  <a:pt x="4671" y="30156"/>
                  <a:pt x="5138" y="26753"/>
                </a:cubicBezTo>
                <a:cubicBezTo>
                  <a:pt x="5638" y="23351"/>
                  <a:pt x="6305" y="14178"/>
                  <a:pt x="7006" y="9674"/>
                </a:cubicBezTo>
                <a:cubicBezTo>
                  <a:pt x="7706" y="5205"/>
                  <a:pt x="9875" y="1936"/>
                  <a:pt x="12777" y="801"/>
                </a:cubicBezTo>
                <a:lnTo>
                  <a:pt x="12743" y="1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1">
            <a:extLst>
              <a:ext uri="{FF2B5EF4-FFF2-40B4-BE49-F238E27FC236}">
                <a16:creationId xmlns:a16="http://schemas.microsoft.com/office/drawing/2014/main" id="{22022BE9-156A-C308-A7B6-1EF4446B3D06}"/>
              </a:ext>
            </a:extLst>
          </p:cNvPr>
          <p:cNvSpPr/>
          <p:nvPr/>
        </p:nvSpPr>
        <p:spPr>
          <a:xfrm>
            <a:off x="3121989" y="3219352"/>
            <a:ext cx="123563" cy="203347"/>
          </a:xfrm>
          <a:custGeom>
            <a:avLst/>
            <a:gdLst/>
            <a:ahLst/>
            <a:cxnLst/>
            <a:rect l="l" t="t" r="r" b="b"/>
            <a:pathLst>
              <a:path w="8007" h="13177" extrusionOk="0">
                <a:moveTo>
                  <a:pt x="7973" y="0"/>
                </a:moveTo>
                <a:cubicBezTo>
                  <a:pt x="6906" y="367"/>
                  <a:pt x="5872" y="868"/>
                  <a:pt x="4904" y="1501"/>
                </a:cubicBezTo>
                <a:cubicBezTo>
                  <a:pt x="3370" y="2502"/>
                  <a:pt x="701" y="5671"/>
                  <a:pt x="1" y="8273"/>
                </a:cubicBezTo>
                <a:cubicBezTo>
                  <a:pt x="316" y="8005"/>
                  <a:pt x="592" y="7877"/>
                  <a:pt x="830" y="7877"/>
                </a:cubicBezTo>
                <a:cubicBezTo>
                  <a:pt x="1776" y="7877"/>
                  <a:pt x="2122" y="9898"/>
                  <a:pt x="1936" y="13176"/>
                </a:cubicBezTo>
                <a:cubicBezTo>
                  <a:pt x="2336" y="9874"/>
                  <a:pt x="4204" y="3970"/>
                  <a:pt x="7806" y="2769"/>
                </a:cubicBezTo>
                <a:cubicBezTo>
                  <a:pt x="7940" y="2435"/>
                  <a:pt x="8007" y="2068"/>
                  <a:pt x="8007" y="1701"/>
                </a:cubicBezTo>
                <a:lnTo>
                  <a:pt x="7973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1">
            <a:extLst>
              <a:ext uri="{FF2B5EF4-FFF2-40B4-BE49-F238E27FC236}">
                <a16:creationId xmlns:a16="http://schemas.microsoft.com/office/drawing/2014/main" id="{CEF72AAE-491E-2116-C3B8-6729290C8896}"/>
              </a:ext>
            </a:extLst>
          </p:cNvPr>
          <p:cNvSpPr/>
          <p:nvPr/>
        </p:nvSpPr>
        <p:spPr>
          <a:xfrm>
            <a:off x="3121989" y="3219352"/>
            <a:ext cx="123563" cy="203347"/>
          </a:xfrm>
          <a:custGeom>
            <a:avLst/>
            <a:gdLst/>
            <a:ahLst/>
            <a:cxnLst/>
            <a:rect l="l" t="t" r="r" b="b"/>
            <a:pathLst>
              <a:path w="8007" h="13177" extrusionOk="0">
                <a:moveTo>
                  <a:pt x="7973" y="0"/>
                </a:moveTo>
                <a:cubicBezTo>
                  <a:pt x="6906" y="367"/>
                  <a:pt x="5872" y="868"/>
                  <a:pt x="4904" y="1501"/>
                </a:cubicBezTo>
                <a:cubicBezTo>
                  <a:pt x="3370" y="2502"/>
                  <a:pt x="701" y="5671"/>
                  <a:pt x="1" y="8273"/>
                </a:cubicBezTo>
                <a:cubicBezTo>
                  <a:pt x="316" y="8005"/>
                  <a:pt x="592" y="7877"/>
                  <a:pt x="830" y="7877"/>
                </a:cubicBezTo>
                <a:cubicBezTo>
                  <a:pt x="1776" y="7877"/>
                  <a:pt x="2122" y="9898"/>
                  <a:pt x="1936" y="13176"/>
                </a:cubicBezTo>
                <a:cubicBezTo>
                  <a:pt x="2336" y="9874"/>
                  <a:pt x="4204" y="3970"/>
                  <a:pt x="7806" y="2769"/>
                </a:cubicBezTo>
                <a:cubicBezTo>
                  <a:pt x="7940" y="2435"/>
                  <a:pt x="8007" y="2068"/>
                  <a:pt x="8007" y="1701"/>
                </a:cubicBezTo>
                <a:lnTo>
                  <a:pt x="7973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41">
            <a:extLst>
              <a:ext uri="{FF2B5EF4-FFF2-40B4-BE49-F238E27FC236}">
                <a16:creationId xmlns:a16="http://schemas.microsoft.com/office/drawing/2014/main" id="{C505A677-2190-BB61-DFAA-7C3AF38FE332}"/>
              </a:ext>
            </a:extLst>
          </p:cNvPr>
          <p:cNvSpPr/>
          <p:nvPr/>
        </p:nvSpPr>
        <p:spPr>
          <a:xfrm>
            <a:off x="3123532" y="2812952"/>
            <a:ext cx="361910" cy="381184"/>
          </a:xfrm>
          <a:custGeom>
            <a:avLst/>
            <a:gdLst/>
            <a:ahLst/>
            <a:cxnLst/>
            <a:rect l="l" t="t" r="r" b="b"/>
            <a:pathLst>
              <a:path w="23452" h="24701" extrusionOk="0">
                <a:moveTo>
                  <a:pt x="9098" y="0"/>
                </a:moveTo>
                <a:cubicBezTo>
                  <a:pt x="8794" y="0"/>
                  <a:pt x="8474" y="32"/>
                  <a:pt x="8140" y="83"/>
                </a:cubicBezTo>
                <a:cubicBezTo>
                  <a:pt x="7039" y="250"/>
                  <a:pt x="6205" y="1217"/>
                  <a:pt x="6272" y="2351"/>
                </a:cubicBezTo>
                <a:cubicBezTo>
                  <a:pt x="5790" y="2020"/>
                  <a:pt x="5304" y="1885"/>
                  <a:pt x="4854" y="1885"/>
                </a:cubicBezTo>
                <a:cubicBezTo>
                  <a:pt x="3810" y="1885"/>
                  <a:pt x="2956" y="2610"/>
                  <a:pt x="2770" y="3285"/>
                </a:cubicBezTo>
                <a:cubicBezTo>
                  <a:pt x="2603" y="3986"/>
                  <a:pt x="2703" y="4620"/>
                  <a:pt x="2136" y="5253"/>
                </a:cubicBezTo>
                <a:cubicBezTo>
                  <a:pt x="1855" y="5566"/>
                  <a:pt x="1486" y="5710"/>
                  <a:pt x="1146" y="5710"/>
                </a:cubicBezTo>
                <a:cubicBezTo>
                  <a:pt x="759" y="5710"/>
                  <a:pt x="410" y="5524"/>
                  <a:pt x="268" y="5187"/>
                </a:cubicBezTo>
                <a:lnTo>
                  <a:pt x="268" y="5187"/>
                </a:lnTo>
                <a:cubicBezTo>
                  <a:pt x="1" y="6221"/>
                  <a:pt x="335" y="7055"/>
                  <a:pt x="1469" y="7088"/>
                </a:cubicBezTo>
                <a:cubicBezTo>
                  <a:pt x="1002" y="7622"/>
                  <a:pt x="835" y="8356"/>
                  <a:pt x="968" y="9056"/>
                </a:cubicBezTo>
                <a:cubicBezTo>
                  <a:pt x="1168" y="9923"/>
                  <a:pt x="1902" y="10591"/>
                  <a:pt x="2770" y="10724"/>
                </a:cubicBezTo>
                <a:cubicBezTo>
                  <a:pt x="2770" y="11258"/>
                  <a:pt x="2903" y="11825"/>
                  <a:pt x="3137" y="12325"/>
                </a:cubicBezTo>
                <a:cubicBezTo>
                  <a:pt x="3437" y="12859"/>
                  <a:pt x="3837" y="13326"/>
                  <a:pt x="4337" y="13659"/>
                </a:cubicBezTo>
                <a:cubicBezTo>
                  <a:pt x="5972" y="14627"/>
                  <a:pt x="7840" y="15061"/>
                  <a:pt x="9641" y="15628"/>
                </a:cubicBezTo>
                <a:lnTo>
                  <a:pt x="11776" y="16295"/>
                </a:lnTo>
                <a:cubicBezTo>
                  <a:pt x="11876" y="16328"/>
                  <a:pt x="12543" y="16428"/>
                  <a:pt x="12610" y="16528"/>
                </a:cubicBezTo>
                <a:lnTo>
                  <a:pt x="17113" y="24701"/>
                </a:lnTo>
                <a:cubicBezTo>
                  <a:pt x="17714" y="22432"/>
                  <a:pt x="20215" y="20264"/>
                  <a:pt x="21450" y="18330"/>
                </a:cubicBezTo>
                <a:cubicBezTo>
                  <a:pt x="22650" y="16495"/>
                  <a:pt x="23384" y="15061"/>
                  <a:pt x="23418" y="13226"/>
                </a:cubicBezTo>
                <a:cubicBezTo>
                  <a:pt x="23451" y="12125"/>
                  <a:pt x="22917" y="10591"/>
                  <a:pt x="22150" y="10224"/>
                </a:cubicBezTo>
                <a:cubicBezTo>
                  <a:pt x="23451" y="6288"/>
                  <a:pt x="20616" y="4153"/>
                  <a:pt x="19048" y="3619"/>
                </a:cubicBezTo>
                <a:cubicBezTo>
                  <a:pt x="18314" y="3385"/>
                  <a:pt x="17614" y="3119"/>
                  <a:pt x="16913" y="2785"/>
                </a:cubicBezTo>
                <a:cubicBezTo>
                  <a:pt x="16079" y="2351"/>
                  <a:pt x="15946" y="1618"/>
                  <a:pt x="15279" y="950"/>
                </a:cubicBezTo>
                <a:cubicBezTo>
                  <a:pt x="14721" y="376"/>
                  <a:pt x="13924" y="41"/>
                  <a:pt x="13156" y="41"/>
                </a:cubicBezTo>
                <a:cubicBezTo>
                  <a:pt x="12408" y="41"/>
                  <a:pt x="11687" y="359"/>
                  <a:pt x="11242" y="1084"/>
                </a:cubicBezTo>
                <a:cubicBezTo>
                  <a:pt x="10722" y="265"/>
                  <a:pt x="9980" y="0"/>
                  <a:pt x="909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41">
            <a:extLst>
              <a:ext uri="{FF2B5EF4-FFF2-40B4-BE49-F238E27FC236}">
                <a16:creationId xmlns:a16="http://schemas.microsoft.com/office/drawing/2014/main" id="{CDC7CD4A-6BD9-DC8D-F884-4E841C48C173}"/>
              </a:ext>
            </a:extLst>
          </p:cNvPr>
          <p:cNvSpPr/>
          <p:nvPr/>
        </p:nvSpPr>
        <p:spPr>
          <a:xfrm>
            <a:off x="3140013" y="2920605"/>
            <a:ext cx="338731" cy="428684"/>
          </a:xfrm>
          <a:custGeom>
            <a:avLst/>
            <a:gdLst/>
            <a:ahLst/>
            <a:cxnLst/>
            <a:rect l="l" t="t" r="r" b="b"/>
            <a:pathLst>
              <a:path w="21950" h="27779" extrusionOk="0">
                <a:moveTo>
                  <a:pt x="5857" y="1"/>
                </a:moveTo>
                <a:cubicBezTo>
                  <a:pt x="4296" y="1"/>
                  <a:pt x="2949" y="354"/>
                  <a:pt x="2069" y="946"/>
                </a:cubicBezTo>
                <a:cubicBezTo>
                  <a:pt x="1501" y="2314"/>
                  <a:pt x="1135" y="3248"/>
                  <a:pt x="1135" y="4949"/>
                </a:cubicBezTo>
                <a:cubicBezTo>
                  <a:pt x="1135" y="5583"/>
                  <a:pt x="1034" y="6250"/>
                  <a:pt x="868" y="6850"/>
                </a:cubicBezTo>
                <a:cubicBezTo>
                  <a:pt x="201" y="9419"/>
                  <a:pt x="0" y="12087"/>
                  <a:pt x="367" y="14723"/>
                </a:cubicBezTo>
                <a:cubicBezTo>
                  <a:pt x="601" y="16624"/>
                  <a:pt x="2002" y="18225"/>
                  <a:pt x="3870" y="18725"/>
                </a:cubicBezTo>
                <a:cubicBezTo>
                  <a:pt x="4770" y="18892"/>
                  <a:pt x="5671" y="19026"/>
                  <a:pt x="6605" y="19092"/>
                </a:cubicBezTo>
                <a:lnTo>
                  <a:pt x="6438" y="22695"/>
                </a:lnTo>
                <a:cubicBezTo>
                  <a:pt x="5438" y="23896"/>
                  <a:pt x="4971" y="26364"/>
                  <a:pt x="5304" y="27765"/>
                </a:cubicBezTo>
                <a:cubicBezTo>
                  <a:pt x="5489" y="27774"/>
                  <a:pt x="5673" y="27779"/>
                  <a:pt x="5856" y="27779"/>
                </a:cubicBezTo>
                <a:cubicBezTo>
                  <a:pt x="11811" y="27779"/>
                  <a:pt x="16145" y="23162"/>
                  <a:pt x="16145" y="23162"/>
                </a:cubicBezTo>
                <a:lnTo>
                  <a:pt x="16145" y="19359"/>
                </a:lnTo>
                <a:lnTo>
                  <a:pt x="16412" y="14689"/>
                </a:lnTo>
                <a:cubicBezTo>
                  <a:pt x="16412" y="14689"/>
                  <a:pt x="16937" y="15323"/>
                  <a:pt x="17908" y="15323"/>
                </a:cubicBezTo>
                <a:cubicBezTo>
                  <a:pt x="18254" y="15323"/>
                  <a:pt x="18658" y="15242"/>
                  <a:pt x="19114" y="15023"/>
                </a:cubicBezTo>
                <a:cubicBezTo>
                  <a:pt x="20982" y="14156"/>
                  <a:pt x="21949" y="11454"/>
                  <a:pt x="21082" y="9519"/>
                </a:cubicBezTo>
                <a:cubicBezTo>
                  <a:pt x="20750" y="8727"/>
                  <a:pt x="19991" y="8392"/>
                  <a:pt x="19221" y="8392"/>
                </a:cubicBezTo>
                <a:cubicBezTo>
                  <a:pt x="18596" y="8392"/>
                  <a:pt x="17964" y="8612"/>
                  <a:pt x="17546" y="8985"/>
                </a:cubicBezTo>
                <a:cubicBezTo>
                  <a:pt x="16674" y="9793"/>
                  <a:pt x="16490" y="10756"/>
                  <a:pt x="15723" y="10756"/>
                </a:cubicBezTo>
                <a:cubicBezTo>
                  <a:pt x="15697" y="10756"/>
                  <a:pt x="15671" y="10755"/>
                  <a:pt x="15645" y="10753"/>
                </a:cubicBezTo>
                <a:cubicBezTo>
                  <a:pt x="14511" y="10686"/>
                  <a:pt x="14778" y="8952"/>
                  <a:pt x="14911" y="8251"/>
                </a:cubicBezTo>
                <a:cubicBezTo>
                  <a:pt x="13176" y="7117"/>
                  <a:pt x="12376" y="4982"/>
                  <a:pt x="13110" y="2480"/>
                </a:cubicBezTo>
                <a:cubicBezTo>
                  <a:pt x="10739" y="717"/>
                  <a:pt x="8080" y="1"/>
                  <a:pt x="5857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41">
            <a:extLst>
              <a:ext uri="{FF2B5EF4-FFF2-40B4-BE49-F238E27FC236}">
                <a16:creationId xmlns:a16="http://schemas.microsoft.com/office/drawing/2014/main" id="{FE190F60-1D1D-630B-7C6A-5E50B21790E2}"/>
              </a:ext>
            </a:extLst>
          </p:cNvPr>
          <p:cNvSpPr/>
          <p:nvPr/>
        </p:nvSpPr>
        <p:spPr>
          <a:xfrm>
            <a:off x="3240907" y="3132871"/>
            <a:ext cx="136943" cy="97314"/>
          </a:xfrm>
          <a:custGeom>
            <a:avLst/>
            <a:gdLst/>
            <a:ahLst/>
            <a:cxnLst/>
            <a:rect l="l" t="t" r="r" b="b"/>
            <a:pathLst>
              <a:path w="8874" h="6306" extrusionOk="0">
                <a:moveTo>
                  <a:pt x="8873" y="0"/>
                </a:moveTo>
                <a:cubicBezTo>
                  <a:pt x="8306" y="1134"/>
                  <a:pt x="7639" y="2235"/>
                  <a:pt x="6839" y="3236"/>
                </a:cubicBezTo>
                <a:cubicBezTo>
                  <a:pt x="5137" y="5171"/>
                  <a:pt x="2936" y="5271"/>
                  <a:pt x="34" y="5337"/>
                </a:cubicBezTo>
                <a:lnTo>
                  <a:pt x="0" y="6305"/>
                </a:lnTo>
                <a:cubicBezTo>
                  <a:pt x="79" y="6305"/>
                  <a:pt x="157" y="6306"/>
                  <a:pt x="234" y="6306"/>
                </a:cubicBezTo>
                <a:cubicBezTo>
                  <a:pt x="4601" y="6306"/>
                  <a:pt x="6419" y="5382"/>
                  <a:pt x="7239" y="4137"/>
                </a:cubicBezTo>
                <a:cubicBezTo>
                  <a:pt x="8340" y="2502"/>
                  <a:pt x="8873" y="1"/>
                  <a:pt x="887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41">
            <a:extLst>
              <a:ext uri="{FF2B5EF4-FFF2-40B4-BE49-F238E27FC236}">
                <a16:creationId xmlns:a16="http://schemas.microsoft.com/office/drawing/2014/main" id="{485CB302-7D6C-7B9B-C627-E79CEFCFE0D6}"/>
              </a:ext>
            </a:extLst>
          </p:cNvPr>
          <p:cNvSpPr/>
          <p:nvPr/>
        </p:nvSpPr>
        <p:spPr>
          <a:xfrm>
            <a:off x="3270012" y="3030295"/>
            <a:ext cx="29598" cy="24953"/>
          </a:xfrm>
          <a:custGeom>
            <a:avLst/>
            <a:gdLst/>
            <a:ahLst/>
            <a:cxnLst/>
            <a:rect l="l" t="t" r="r" b="b"/>
            <a:pathLst>
              <a:path w="1918" h="1617" extrusionOk="0">
                <a:moveTo>
                  <a:pt x="839" y="1"/>
                </a:moveTo>
                <a:cubicBezTo>
                  <a:pt x="450" y="1"/>
                  <a:pt x="110" y="316"/>
                  <a:pt x="49" y="743"/>
                </a:cubicBezTo>
                <a:cubicBezTo>
                  <a:pt x="1" y="1250"/>
                  <a:pt x="424" y="1617"/>
                  <a:pt x="877" y="1617"/>
                </a:cubicBezTo>
                <a:cubicBezTo>
                  <a:pt x="1049" y="1617"/>
                  <a:pt x="1227" y="1563"/>
                  <a:pt x="1383" y="1444"/>
                </a:cubicBezTo>
                <a:cubicBezTo>
                  <a:pt x="1917" y="977"/>
                  <a:pt x="1684" y="76"/>
                  <a:pt x="950" y="9"/>
                </a:cubicBezTo>
                <a:cubicBezTo>
                  <a:pt x="913" y="3"/>
                  <a:pt x="876" y="1"/>
                  <a:pt x="83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1">
            <a:extLst>
              <a:ext uri="{FF2B5EF4-FFF2-40B4-BE49-F238E27FC236}">
                <a16:creationId xmlns:a16="http://schemas.microsoft.com/office/drawing/2014/main" id="{09FA9ECC-247D-82AF-9CD1-E0EFA811FBA0}"/>
              </a:ext>
            </a:extLst>
          </p:cNvPr>
          <p:cNvSpPr/>
          <p:nvPr/>
        </p:nvSpPr>
        <p:spPr>
          <a:xfrm>
            <a:off x="3284657" y="2997873"/>
            <a:ext cx="28842" cy="25370"/>
          </a:xfrm>
          <a:custGeom>
            <a:avLst/>
            <a:gdLst/>
            <a:ahLst/>
            <a:cxnLst/>
            <a:rect l="l" t="t" r="r" b="b"/>
            <a:pathLst>
              <a:path w="1869" h="1644" extrusionOk="0">
                <a:moveTo>
                  <a:pt x="785" y="0"/>
                </a:moveTo>
                <a:cubicBezTo>
                  <a:pt x="492" y="0"/>
                  <a:pt x="195" y="137"/>
                  <a:pt x="1" y="409"/>
                </a:cubicBezTo>
                <a:lnTo>
                  <a:pt x="1535" y="1643"/>
                </a:lnTo>
                <a:cubicBezTo>
                  <a:pt x="1869" y="1209"/>
                  <a:pt x="1802" y="576"/>
                  <a:pt x="1368" y="209"/>
                </a:cubicBezTo>
                <a:cubicBezTo>
                  <a:pt x="1202" y="70"/>
                  <a:pt x="994" y="0"/>
                  <a:pt x="78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41">
            <a:extLst>
              <a:ext uri="{FF2B5EF4-FFF2-40B4-BE49-F238E27FC236}">
                <a16:creationId xmlns:a16="http://schemas.microsoft.com/office/drawing/2014/main" id="{0FFDD59D-F829-F104-6D01-A5A6F3611CAD}"/>
              </a:ext>
            </a:extLst>
          </p:cNvPr>
          <p:cNvSpPr/>
          <p:nvPr/>
        </p:nvSpPr>
        <p:spPr>
          <a:xfrm>
            <a:off x="3168331" y="2978197"/>
            <a:ext cx="30895" cy="17237"/>
          </a:xfrm>
          <a:custGeom>
            <a:avLst/>
            <a:gdLst/>
            <a:ahLst/>
            <a:cxnLst/>
            <a:rect l="l" t="t" r="r" b="b"/>
            <a:pathLst>
              <a:path w="2002" h="1117" extrusionOk="0">
                <a:moveTo>
                  <a:pt x="1098" y="1"/>
                </a:moveTo>
                <a:cubicBezTo>
                  <a:pt x="1044" y="1"/>
                  <a:pt x="989" y="6"/>
                  <a:pt x="934" y="16"/>
                </a:cubicBezTo>
                <a:cubicBezTo>
                  <a:pt x="367" y="83"/>
                  <a:pt x="0" y="583"/>
                  <a:pt x="33" y="1117"/>
                </a:cubicBezTo>
                <a:lnTo>
                  <a:pt x="2001" y="883"/>
                </a:lnTo>
                <a:cubicBezTo>
                  <a:pt x="1972" y="375"/>
                  <a:pt x="1566" y="1"/>
                  <a:pt x="109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1">
            <a:extLst>
              <a:ext uri="{FF2B5EF4-FFF2-40B4-BE49-F238E27FC236}">
                <a16:creationId xmlns:a16="http://schemas.microsoft.com/office/drawing/2014/main" id="{11FF61B2-7457-3C31-AAAD-E2F1024A5D69}"/>
              </a:ext>
            </a:extLst>
          </p:cNvPr>
          <p:cNvSpPr/>
          <p:nvPr/>
        </p:nvSpPr>
        <p:spPr>
          <a:xfrm>
            <a:off x="3168609" y="3014431"/>
            <a:ext cx="29583" cy="25092"/>
          </a:xfrm>
          <a:custGeom>
            <a:avLst/>
            <a:gdLst/>
            <a:ahLst/>
            <a:cxnLst/>
            <a:rect l="l" t="t" r="r" b="b"/>
            <a:pathLst>
              <a:path w="1917" h="1626" extrusionOk="0">
                <a:moveTo>
                  <a:pt x="879" y="1"/>
                </a:moveTo>
                <a:cubicBezTo>
                  <a:pt x="443" y="1"/>
                  <a:pt x="80" y="294"/>
                  <a:pt x="49" y="737"/>
                </a:cubicBezTo>
                <a:cubicBezTo>
                  <a:pt x="1" y="1242"/>
                  <a:pt x="420" y="1625"/>
                  <a:pt x="859" y="1625"/>
                </a:cubicBezTo>
                <a:cubicBezTo>
                  <a:pt x="1028" y="1625"/>
                  <a:pt x="1201" y="1568"/>
                  <a:pt x="1350" y="1437"/>
                </a:cubicBezTo>
                <a:cubicBezTo>
                  <a:pt x="1917" y="1004"/>
                  <a:pt x="1650" y="103"/>
                  <a:pt x="949" y="3"/>
                </a:cubicBezTo>
                <a:cubicBezTo>
                  <a:pt x="926" y="1"/>
                  <a:pt x="902" y="1"/>
                  <a:pt x="87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1">
            <a:extLst>
              <a:ext uri="{FF2B5EF4-FFF2-40B4-BE49-F238E27FC236}">
                <a16:creationId xmlns:a16="http://schemas.microsoft.com/office/drawing/2014/main" id="{ACDB99B2-8B7A-1B0A-2708-714ED4330281}"/>
              </a:ext>
            </a:extLst>
          </p:cNvPr>
          <p:cNvSpPr/>
          <p:nvPr/>
        </p:nvSpPr>
        <p:spPr>
          <a:xfrm>
            <a:off x="3180167" y="3016360"/>
            <a:ext cx="65894" cy="83579"/>
          </a:xfrm>
          <a:custGeom>
            <a:avLst/>
            <a:gdLst/>
            <a:ahLst/>
            <a:cxnLst/>
            <a:rect l="l" t="t" r="r" b="b"/>
            <a:pathLst>
              <a:path w="4270" h="5416" extrusionOk="0">
                <a:moveTo>
                  <a:pt x="3954" y="1"/>
                </a:moveTo>
                <a:cubicBezTo>
                  <a:pt x="2935" y="1"/>
                  <a:pt x="1413" y="2067"/>
                  <a:pt x="0" y="3781"/>
                </a:cubicBezTo>
                <a:lnTo>
                  <a:pt x="2635" y="5415"/>
                </a:lnTo>
                <a:lnTo>
                  <a:pt x="4270" y="78"/>
                </a:lnTo>
                <a:cubicBezTo>
                  <a:pt x="4171" y="26"/>
                  <a:pt x="4066" y="1"/>
                  <a:pt x="3954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1">
            <a:extLst>
              <a:ext uri="{FF2B5EF4-FFF2-40B4-BE49-F238E27FC236}">
                <a16:creationId xmlns:a16="http://schemas.microsoft.com/office/drawing/2014/main" id="{F8D52A2F-E1FE-91C3-F162-C671B2B18B18}"/>
              </a:ext>
            </a:extLst>
          </p:cNvPr>
          <p:cNvSpPr/>
          <p:nvPr/>
        </p:nvSpPr>
        <p:spPr>
          <a:xfrm>
            <a:off x="3215676" y="3127208"/>
            <a:ext cx="54073" cy="29413"/>
          </a:xfrm>
          <a:custGeom>
            <a:avLst/>
            <a:gdLst/>
            <a:ahLst/>
            <a:cxnLst/>
            <a:rect l="l" t="t" r="r" b="b"/>
            <a:pathLst>
              <a:path w="3504" h="1906" extrusionOk="0">
                <a:moveTo>
                  <a:pt x="3470" y="0"/>
                </a:moveTo>
                <a:lnTo>
                  <a:pt x="1" y="234"/>
                </a:lnTo>
                <a:cubicBezTo>
                  <a:pt x="1" y="1162"/>
                  <a:pt x="768" y="1906"/>
                  <a:pt x="1685" y="1906"/>
                </a:cubicBezTo>
                <a:cubicBezTo>
                  <a:pt x="1724" y="1906"/>
                  <a:pt x="1763" y="1904"/>
                  <a:pt x="1802" y="1902"/>
                </a:cubicBezTo>
                <a:cubicBezTo>
                  <a:pt x="2770" y="1802"/>
                  <a:pt x="3503" y="968"/>
                  <a:pt x="3470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41">
            <a:extLst>
              <a:ext uri="{FF2B5EF4-FFF2-40B4-BE49-F238E27FC236}">
                <a16:creationId xmlns:a16="http://schemas.microsoft.com/office/drawing/2014/main" id="{64AB41B4-AE79-041A-4334-5FAD83E8FA55}"/>
              </a:ext>
            </a:extLst>
          </p:cNvPr>
          <p:cNvSpPr/>
          <p:nvPr/>
        </p:nvSpPr>
        <p:spPr>
          <a:xfrm>
            <a:off x="3235244" y="3134337"/>
            <a:ext cx="32963" cy="22222"/>
          </a:xfrm>
          <a:custGeom>
            <a:avLst/>
            <a:gdLst/>
            <a:ahLst/>
            <a:cxnLst/>
            <a:rect l="l" t="t" r="r" b="b"/>
            <a:pathLst>
              <a:path w="2136" h="1440" extrusionOk="0">
                <a:moveTo>
                  <a:pt x="1575" y="0"/>
                </a:moveTo>
                <a:cubicBezTo>
                  <a:pt x="791" y="0"/>
                  <a:pt x="95" y="581"/>
                  <a:pt x="0" y="1373"/>
                </a:cubicBezTo>
                <a:cubicBezTo>
                  <a:pt x="167" y="1406"/>
                  <a:pt x="334" y="1440"/>
                  <a:pt x="534" y="1440"/>
                </a:cubicBezTo>
                <a:cubicBezTo>
                  <a:pt x="1301" y="1373"/>
                  <a:pt x="1935" y="839"/>
                  <a:pt x="2135" y="72"/>
                </a:cubicBezTo>
                <a:cubicBezTo>
                  <a:pt x="1969" y="39"/>
                  <a:pt x="1835" y="39"/>
                  <a:pt x="1702" y="5"/>
                </a:cubicBezTo>
                <a:cubicBezTo>
                  <a:pt x="1659" y="2"/>
                  <a:pt x="1617" y="0"/>
                  <a:pt x="1575" y="0"/>
                </a:cubicBez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C404AFF1-D12E-CCC8-1058-E8A424EBA454}"/>
              </a:ext>
            </a:extLst>
          </p:cNvPr>
          <p:cNvSpPr/>
          <p:nvPr/>
        </p:nvSpPr>
        <p:spPr>
          <a:xfrm>
            <a:off x="3318113" y="3219136"/>
            <a:ext cx="102468" cy="238053"/>
          </a:xfrm>
          <a:custGeom>
            <a:avLst/>
            <a:gdLst/>
            <a:ahLst/>
            <a:cxnLst/>
            <a:rect l="l" t="t" r="r" b="b"/>
            <a:pathLst>
              <a:path w="6640" h="15426" extrusionOk="0">
                <a:moveTo>
                  <a:pt x="4694" y="1"/>
                </a:moveTo>
                <a:cubicBezTo>
                  <a:pt x="4638" y="1"/>
                  <a:pt x="4604" y="14"/>
                  <a:pt x="4604" y="14"/>
                </a:cubicBezTo>
                <a:lnTo>
                  <a:pt x="4604" y="1682"/>
                </a:lnTo>
                <a:cubicBezTo>
                  <a:pt x="4604" y="1682"/>
                  <a:pt x="4237" y="3550"/>
                  <a:pt x="2303" y="5952"/>
                </a:cubicBezTo>
                <a:cubicBezTo>
                  <a:pt x="835" y="7686"/>
                  <a:pt x="335" y="9921"/>
                  <a:pt x="1" y="15425"/>
                </a:cubicBezTo>
                <a:cubicBezTo>
                  <a:pt x="526" y="11157"/>
                  <a:pt x="1870" y="9546"/>
                  <a:pt x="2921" y="9546"/>
                </a:cubicBezTo>
                <a:cubicBezTo>
                  <a:pt x="3471" y="9546"/>
                  <a:pt x="3941" y="9988"/>
                  <a:pt x="4171" y="10722"/>
                </a:cubicBezTo>
                <a:cubicBezTo>
                  <a:pt x="6506" y="7186"/>
                  <a:pt x="6639" y="4151"/>
                  <a:pt x="6572" y="2916"/>
                </a:cubicBezTo>
                <a:cubicBezTo>
                  <a:pt x="5939" y="1816"/>
                  <a:pt x="5438" y="882"/>
                  <a:pt x="5205" y="448"/>
                </a:cubicBezTo>
                <a:cubicBezTo>
                  <a:pt x="5023" y="62"/>
                  <a:pt x="4811" y="1"/>
                  <a:pt x="469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1">
            <a:extLst>
              <a:ext uri="{FF2B5EF4-FFF2-40B4-BE49-F238E27FC236}">
                <a16:creationId xmlns:a16="http://schemas.microsoft.com/office/drawing/2014/main" id="{BAEECCAE-0208-5FB9-F9B9-E8E74A70F6A9}"/>
              </a:ext>
            </a:extLst>
          </p:cNvPr>
          <p:cNvSpPr/>
          <p:nvPr/>
        </p:nvSpPr>
        <p:spPr>
          <a:xfrm>
            <a:off x="3318113" y="3219136"/>
            <a:ext cx="102468" cy="238053"/>
          </a:xfrm>
          <a:custGeom>
            <a:avLst/>
            <a:gdLst/>
            <a:ahLst/>
            <a:cxnLst/>
            <a:rect l="l" t="t" r="r" b="b"/>
            <a:pathLst>
              <a:path w="6640" h="15426" extrusionOk="0">
                <a:moveTo>
                  <a:pt x="4694" y="1"/>
                </a:moveTo>
                <a:cubicBezTo>
                  <a:pt x="4638" y="1"/>
                  <a:pt x="4604" y="14"/>
                  <a:pt x="4604" y="14"/>
                </a:cubicBezTo>
                <a:lnTo>
                  <a:pt x="4604" y="1682"/>
                </a:lnTo>
                <a:cubicBezTo>
                  <a:pt x="4604" y="1682"/>
                  <a:pt x="4237" y="3550"/>
                  <a:pt x="2303" y="5952"/>
                </a:cubicBezTo>
                <a:cubicBezTo>
                  <a:pt x="835" y="7686"/>
                  <a:pt x="335" y="9921"/>
                  <a:pt x="1" y="15425"/>
                </a:cubicBezTo>
                <a:cubicBezTo>
                  <a:pt x="526" y="11157"/>
                  <a:pt x="1870" y="9546"/>
                  <a:pt x="2921" y="9546"/>
                </a:cubicBezTo>
                <a:cubicBezTo>
                  <a:pt x="3471" y="9546"/>
                  <a:pt x="3941" y="9988"/>
                  <a:pt x="4171" y="10722"/>
                </a:cubicBezTo>
                <a:cubicBezTo>
                  <a:pt x="6506" y="7186"/>
                  <a:pt x="6639" y="4151"/>
                  <a:pt x="6572" y="2916"/>
                </a:cubicBezTo>
                <a:cubicBezTo>
                  <a:pt x="5939" y="1816"/>
                  <a:pt x="5438" y="882"/>
                  <a:pt x="5205" y="448"/>
                </a:cubicBezTo>
                <a:cubicBezTo>
                  <a:pt x="5023" y="62"/>
                  <a:pt x="4811" y="1"/>
                  <a:pt x="4694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649E9D87-E513-5A6C-9A35-1082AE47BD39}"/>
              </a:ext>
            </a:extLst>
          </p:cNvPr>
          <p:cNvSpPr/>
          <p:nvPr/>
        </p:nvSpPr>
        <p:spPr>
          <a:xfrm>
            <a:off x="2813644" y="3473145"/>
            <a:ext cx="266154" cy="306632"/>
          </a:xfrm>
          <a:custGeom>
            <a:avLst/>
            <a:gdLst/>
            <a:ahLst/>
            <a:cxnLst/>
            <a:rect l="l" t="t" r="r" b="b"/>
            <a:pathLst>
              <a:path w="17247" h="19870" extrusionOk="0">
                <a:moveTo>
                  <a:pt x="1373" y="0"/>
                </a:moveTo>
                <a:cubicBezTo>
                  <a:pt x="1206" y="0"/>
                  <a:pt x="1038" y="52"/>
                  <a:pt x="902" y="166"/>
                </a:cubicBezTo>
                <a:lnTo>
                  <a:pt x="268" y="767"/>
                </a:lnTo>
                <a:cubicBezTo>
                  <a:pt x="34" y="967"/>
                  <a:pt x="1" y="1300"/>
                  <a:pt x="134" y="1567"/>
                </a:cubicBezTo>
                <a:lnTo>
                  <a:pt x="5972" y="16511"/>
                </a:lnTo>
                <a:cubicBezTo>
                  <a:pt x="6305" y="17212"/>
                  <a:pt x="6939" y="17745"/>
                  <a:pt x="7673" y="17979"/>
                </a:cubicBezTo>
                <a:lnTo>
                  <a:pt x="15679" y="19814"/>
                </a:lnTo>
                <a:cubicBezTo>
                  <a:pt x="15766" y="19851"/>
                  <a:pt x="15859" y="19870"/>
                  <a:pt x="15950" y="19870"/>
                </a:cubicBezTo>
                <a:cubicBezTo>
                  <a:pt x="16103" y="19870"/>
                  <a:pt x="16254" y="19818"/>
                  <a:pt x="16379" y="19713"/>
                </a:cubicBezTo>
                <a:lnTo>
                  <a:pt x="17046" y="19080"/>
                </a:lnTo>
                <a:cubicBezTo>
                  <a:pt x="17213" y="18880"/>
                  <a:pt x="17247" y="18546"/>
                  <a:pt x="17113" y="18312"/>
                </a:cubicBezTo>
                <a:lnTo>
                  <a:pt x="11276" y="3368"/>
                </a:lnTo>
                <a:cubicBezTo>
                  <a:pt x="10942" y="2668"/>
                  <a:pt x="10342" y="2134"/>
                  <a:pt x="9574" y="1901"/>
                </a:cubicBezTo>
                <a:lnTo>
                  <a:pt x="1602" y="33"/>
                </a:lnTo>
                <a:cubicBezTo>
                  <a:pt x="1528" y="12"/>
                  <a:pt x="1451" y="0"/>
                  <a:pt x="1373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1">
            <a:extLst>
              <a:ext uri="{FF2B5EF4-FFF2-40B4-BE49-F238E27FC236}">
                <a16:creationId xmlns:a16="http://schemas.microsoft.com/office/drawing/2014/main" id="{30C25545-8D2C-1655-2ED3-7CC197E87A85}"/>
              </a:ext>
            </a:extLst>
          </p:cNvPr>
          <p:cNvSpPr/>
          <p:nvPr/>
        </p:nvSpPr>
        <p:spPr>
          <a:xfrm>
            <a:off x="2963966" y="3509672"/>
            <a:ext cx="116341" cy="267698"/>
          </a:xfrm>
          <a:custGeom>
            <a:avLst/>
            <a:gdLst/>
            <a:ahLst/>
            <a:cxnLst/>
            <a:rect l="l" t="t" r="r" b="b"/>
            <a:pathLst>
              <a:path w="7539" h="17347" extrusionOk="0">
                <a:moveTo>
                  <a:pt x="701" y="1"/>
                </a:moveTo>
                <a:lnTo>
                  <a:pt x="0" y="568"/>
                </a:lnTo>
                <a:cubicBezTo>
                  <a:pt x="401" y="835"/>
                  <a:pt x="701" y="1202"/>
                  <a:pt x="901" y="1635"/>
                </a:cubicBezTo>
                <a:lnTo>
                  <a:pt x="6738" y="16579"/>
                </a:lnTo>
                <a:cubicBezTo>
                  <a:pt x="6872" y="16813"/>
                  <a:pt x="6838" y="17113"/>
                  <a:pt x="6672" y="17346"/>
                </a:cubicBezTo>
                <a:lnTo>
                  <a:pt x="7305" y="16746"/>
                </a:lnTo>
                <a:cubicBezTo>
                  <a:pt x="7506" y="16546"/>
                  <a:pt x="7539" y="16212"/>
                  <a:pt x="7372" y="15979"/>
                </a:cubicBezTo>
                <a:lnTo>
                  <a:pt x="1535" y="1035"/>
                </a:lnTo>
                <a:cubicBezTo>
                  <a:pt x="1368" y="634"/>
                  <a:pt x="1068" y="268"/>
                  <a:pt x="701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1">
            <a:extLst>
              <a:ext uri="{FF2B5EF4-FFF2-40B4-BE49-F238E27FC236}">
                <a16:creationId xmlns:a16="http://schemas.microsoft.com/office/drawing/2014/main" id="{31E26B92-EB8B-CBD6-2EAB-F9E8A071CB6C}"/>
              </a:ext>
            </a:extLst>
          </p:cNvPr>
          <p:cNvSpPr/>
          <p:nvPr/>
        </p:nvSpPr>
        <p:spPr>
          <a:xfrm>
            <a:off x="2813258" y="3482836"/>
            <a:ext cx="258192" cy="296663"/>
          </a:xfrm>
          <a:custGeom>
            <a:avLst/>
            <a:gdLst/>
            <a:ahLst/>
            <a:cxnLst/>
            <a:rect l="l" t="t" r="r" b="b"/>
            <a:pathLst>
              <a:path w="16731" h="19224" extrusionOk="0">
                <a:moveTo>
                  <a:pt x="698" y="1"/>
                </a:moveTo>
                <a:cubicBezTo>
                  <a:pt x="205" y="1"/>
                  <a:pt x="0" y="374"/>
                  <a:pt x="226" y="939"/>
                </a:cubicBezTo>
                <a:lnTo>
                  <a:pt x="6064" y="15883"/>
                </a:lnTo>
                <a:cubicBezTo>
                  <a:pt x="6364" y="16584"/>
                  <a:pt x="6998" y="17117"/>
                  <a:pt x="7731" y="17351"/>
                </a:cubicBezTo>
                <a:lnTo>
                  <a:pt x="15737" y="19186"/>
                </a:lnTo>
                <a:cubicBezTo>
                  <a:pt x="15845" y="19211"/>
                  <a:pt x="15944" y="19223"/>
                  <a:pt x="16034" y="19223"/>
                </a:cubicBezTo>
                <a:cubicBezTo>
                  <a:pt x="16526" y="19223"/>
                  <a:pt x="16730" y="18854"/>
                  <a:pt x="16504" y="18318"/>
                </a:cubicBezTo>
                <a:lnTo>
                  <a:pt x="10667" y="3374"/>
                </a:lnTo>
                <a:cubicBezTo>
                  <a:pt x="10333" y="2640"/>
                  <a:pt x="9733" y="2107"/>
                  <a:pt x="8966" y="1906"/>
                </a:cubicBezTo>
                <a:lnTo>
                  <a:pt x="993" y="38"/>
                </a:lnTo>
                <a:cubicBezTo>
                  <a:pt x="886" y="13"/>
                  <a:pt x="787" y="1"/>
                  <a:pt x="69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1">
            <a:extLst>
              <a:ext uri="{FF2B5EF4-FFF2-40B4-BE49-F238E27FC236}">
                <a16:creationId xmlns:a16="http://schemas.microsoft.com/office/drawing/2014/main" id="{D4A0B6BA-C0E6-4AD5-C14B-BA8A26BF0ABC}"/>
              </a:ext>
            </a:extLst>
          </p:cNvPr>
          <p:cNvSpPr/>
          <p:nvPr/>
        </p:nvSpPr>
        <p:spPr>
          <a:xfrm>
            <a:off x="2933658" y="3531200"/>
            <a:ext cx="46620" cy="55323"/>
          </a:xfrm>
          <a:custGeom>
            <a:avLst/>
            <a:gdLst/>
            <a:ahLst/>
            <a:cxnLst/>
            <a:rect l="l" t="t" r="r" b="b"/>
            <a:pathLst>
              <a:path w="3021" h="3585" extrusionOk="0">
                <a:moveTo>
                  <a:pt x="146" y="0"/>
                </a:moveTo>
                <a:cubicBezTo>
                  <a:pt x="47" y="0"/>
                  <a:pt x="1" y="87"/>
                  <a:pt x="30" y="173"/>
                </a:cubicBezTo>
                <a:lnTo>
                  <a:pt x="1130" y="2976"/>
                </a:lnTo>
                <a:cubicBezTo>
                  <a:pt x="1197" y="3109"/>
                  <a:pt x="1297" y="3209"/>
                  <a:pt x="1464" y="3242"/>
                </a:cubicBezTo>
                <a:lnTo>
                  <a:pt x="2832" y="3576"/>
                </a:lnTo>
                <a:cubicBezTo>
                  <a:pt x="2854" y="3582"/>
                  <a:pt x="2875" y="3584"/>
                  <a:pt x="2894" y="3584"/>
                </a:cubicBezTo>
                <a:cubicBezTo>
                  <a:pt x="2984" y="3584"/>
                  <a:pt x="3020" y="3520"/>
                  <a:pt x="2965" y="3409"/>
                </a:cubicBezTo>
                <a:lnTo>
                  <a:pt x="1864" y="607"/>
                </a:lnTo>
                <a:cubicBezTo>
                  <a:pt x="1831" y="474"/>
                  <a:pt x="1697" y="374"/>
                  <a:pt x="1564" y="340"/>
                </a:cubicBezTo>
                <a:lnTo>
                  <a:pt x="196" y="7"/>
                </a:lnTo>
                <a:cubicBezTo>
                  <a:pt x="178" y="2"/>
                  <a:pt x="162" y="0"/>
                  <a:pt x="146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1">
            <a:extLst>
              <a:ext uri="{FF2B5EF4-FFF2-40B4-BE49-F238E27FC236}">
                <a16:creationId xmlns:a16="http://schemas.microsoft.com/office/drawing/2014/main" id="{42A4EE2D-95F7-28FC-894E-D805ADAEEE31}"/>
              </a:ext>
            </a:extLst>
          </p:cNvPr>
          <p:cNvSpPr/>
          <p:nvPr/>
        </p:nvSpPr>
        <p:spPr>
          <a:xfrm>
            <a:off x="2942053" y="3540336"/>
            <a:ext cx="21651" cy="17423"/>
          </a:xfrm>
          <a:custGeom>
            <a:avLst/>
            <a:gdLst/>
            <a:ahLst/>
            <a:cxnLst/>
            <a:rect l="l" t="t" r="r" b="b"/>
            <a:pathLst>
              <a:path w="1403" h="1129" extrusionOk="0">
                <a:moveTo>
                  <a:pt x="351" y="1"/>
                </a:moveTo>
                <a:cubicBezTo>
                  <a:pt x="110" y="1"/>
                  <a:pt x="1" y="164"/>
                  <a:pt x="86" y="449"/>
                </a:cubicBezTo>
                <a:cubicBezTo>
                  <a:pt x="253" y="782"/>
                  <a:pt x="553" y="1016"/>
                  <a:pt x="920" y="1116"/>
                </a:cubicBezTo>
                <a:cubicBezTo>
                  <a:pt x="964" y="1125"/>
                  <a:pt x="1005" y="1129"/>
                  <a:pt x="1043" y="1129"/>
                </a:cubicBezTo>
                <a:cubicBezTo>
                  <a:pt x="1292" y="1129"/>
                  <a:pt x="1403" y="947"/>
                  <a:pt x="1287" y="716"/>
                </a:cubicBezTo>
                <a:cubicBezTo>
                  <a:pt x="1120" y="382"/>
                  <a:pt x="853" y="115"/>
                  <a:pt x="486" y="15"/>
                </a:cubicBezTo>
                <a:cubicBezTo>
                  <a:pt x="438" y="5"/>
                  <a:pt x="392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1">
            <a:extLst>
              <a:ext uri="{FF2B5EF4-FFF2-40B4-BE49-F238E27FC236}">
                <a16:creationId xmlns:a16="http://schemas.microsoft.com/office/drawing/2014/main" id="{790D73DA-04AF-9B20-1FAF-E737ACF92CDC}"/>
              </a:ext>
            </a:extLst>
          </p:cNvPr>
          <p:cNvSpPr/>
          <p:nvPr/>
        </p:nvSpPr>
        <p:spPr>
          <a:xfrm>
            <a:off x="2950340" y="3562295"/>
            <a:ext cx="21574" cy="17114"/>
          </a:xfrm>
          <a:custGeom>
            <a:avLst/>
            <a:gdLst/>
            <a:ahLst/>
            <a:cxnLst/>
            <a:rect l="l" t="t" r="r" b="b"/>
            <a:pathLst>
              <a:path w="1398" h="1109" extrusionOk="0">
                <a:moveTo>
                  <a:pt x="322" y="0"/>
                </a:moveTo>
                <a:cubicBezTo>
                  <a:pt x="99" y="0"/>
                  <a:pt x="0" y="180"/>
                  <a:pt x="83" y="427"/>
                </a:cubicBezTo>
                <a:cubicBezTo>
                  <a:pt x="249" y="760"/>
                  <a:pt x="550" y="994"/>
                  <a:pt x="917" y="1094"/>
                </a:cubicBezTo>
                <a:cubicBezTo>
                  <a:pt x="966" y="1104"/>
                  <a:pt x="1011" y="1109"/>
                  <a:pt x="1053" y="1109"/>
                </a:cubicBezTo>
                <a:cubicBezTo>
                  <a:pt x="1293" y="1109"/>
                  <a:pt x="1397" y="950"/>
                  <a:pt x="1284" y="694"/>
                </a:cubicBezTo>
                <a:cubicBezTo>
                  <a:pt x="1150" y="360"/>
                  <a:pt x="850" y="93"/>
                  <a:pt x="483" y="27"/>
                </a:cubicBezTo>
                <a:cubicBezTo>
                  <a:pt x="424" y="9"/>
                  <a:pt x="370" y="0"/>
                  <a:pt x="32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1">
            <a:extLst>
              <a:ext uri="{FF2B5EF4-FFF2-40B4-BE49-F238E27FC236}">
                <a16:creationId xmlns:a16="http://schemas.microsoft.com/office/drawing/2014/main" id="{F9EBD678-7BFF-0787-32A9-6CD7C519717F}"/>
              </a:ext>
            </a:extLst>
          </p:cNvPr>
          <p:cNvSpPr/>
          <p:nvPr/>
        </p:nvSpPr>
        <p:spPr>
          <a:xfrm>
            <a:off x="2833720" y="3583715"/>
            <a:ext cx="145184" cy="151449"/>
          </a:xfrm>
          <a:custGeom>
            <a:avLst/>
            <a:gdLst/>
            <a:ahLst/>
            <a:cxnLst/>
            <a:rect l="l" t="t" r="r" b="b"/>
            <a:pathLst>
              <a:path w="9408" h="9814" extrusionOk="0">
                <a:moveTo>
                  <a:pt x="4066" y="1"/>
                </a:moveTo>
                <a:cubicBezTo>
                  <a:pt x="3650" y="1"/>
                  <a:pt x="3143" y="66"/>
                  <a:pt x="2636" y="106"/>
                </a:cubicBezTo>
                <a:cubicBezTo>
                  <a:pt x="1669" y="206"/>
                  <a:pt x="835" y="740"/>
                  <a:pt x="334" y="1607"/>
                </a:cubicBezTo>
                <a:cubicBezTo>
                  <a:pt x="34" y="2108"/>
                  <a:pt x="1" y="2241"/>
                  <a:pt x="768" y="3108"/>
                </a:cubicBezTo>
                <a:lnTo>
                  <a:pt x="1002" y="3409"/>
                </a:lnTo>
                <a:cubicBezTo>
                  <a:pt x="801" y="3776"/>
                  <a:pt x="701" y="4209"/>
                  <a:pt x="735" y="4609"/>
                </a:cubicBezTo>
                <a:cubicBezTo>
                  <a:pt x="768" y="5076"/>
                  <a:pt x="1035" y="5477"/>
                  <a:pt x="1469" y="5677"/>
                </a:cubicBezTo>
                <a:cubicBezTo>
                  <a:pt x="1335" y="6144"/>
                  <a:pt x="1302" y="6644"/>
                  <a:pt x="1369" y="7111"/>
                </a:cubicBezTo>
                <a:cubicBezTo>
                  <a:pt x="1464" y="7588"/>
                  <a:pt x="2036" y="7656"/>
                  <a:pt x="2355" y="7656"/>
                </a:cubicBezTo>
                <a:cubicBezTo>
                  <a:pt x="2482" y="7656"/>
                  <a:pt x="2569" y="7645"/>
                  <a:pt x="2569" y="7645"/>
                </a:cubicBezTo>
                <a:lnTo>
                  <a:pt x="2569" y="7645"/>
                </a:lnTo>
                <a:cubicBezTo>
                  <a:pt x="2436" y="8446"/>
                  <a:pt x="2903" y="8779"/>
                  <a:pt x="3437" y="9079"/>
                </a:cubicBezTo>
                <a:cubicBezTo>
                  <a:pt x="4171" y="9446"/>
                  <a:pt x="4971" y="9813"/>
                  <a:pt x="4971" y="9813"/>
                </a:cubicBezTo>
                <a:cubicBezTo>
                  <a:pt x="4537" y="9146"/>
                  <a:pt x="4804" y="8112"/>
                  <a:pt x="6639" y="7345"/>
                </a:cubicBezTo>
                <a:cubicBezTo>
                  <a:pt x="8540" y="6578"/>
                  <a:pt x="9141" y="6244"/>
                  <a:pt x="8974" y="5310"/>
                </a:cubicBezTo>
                <a:cubicBezTo>
                  <a:pt x="8937" y="5125"/>
                  <a:pt x="8622" y="5083"/>
                  <a:pt x="8349" y="5083"/>
                </a:cubicBezTo>
                <a:cubicBezTo>
                  <a:pt x="8131" y="5083"/>
                  <a:pt x="7940" y="5110"/>
                  <a:pt x="7940" y="5110"/>
                </a:cubicBezTo>
                <a:cubicBezTo>
                  <a:pt x="8240" y="5043"/>
                  <a:pt x="8507" y="4910"/>
                  <a:pt x="8740" y="4676"/>
                </a:cubicBezTo>
                <a:cubicBezTo>
                  <a:pt x="9408" y="4042"/>
                  <a:pt x="9041" y="3575"/>
                  <a:pt x="8107" y="3542"/>
                </a:cubicBezTo>
                <a:lnTo>
                  <a:pt x="6772" y="3475"/>
                </a:lnTo>
                <a:cubicBezTo>
                  <a:pt x="7940" y="3008"/>
                  <a:pt x="7706" y="2108"/>
                  <a:pt x="6973" y="2074"/>
                </a:cubicBezTo>
                <a:cubicBezTo>
                  <a:pt x="6404" y="2048"/>
                  <a:pt x="5576" y="1943"/>
                  <a:pt x="4937" y="1943"/>
                </a:cubicBezTo>
                <a:cubicBezTo>
                  <a:pt x="4751" y="1943"/>
                  <a:pt x="4580" y="1952"/>
                  <a:pt x="4437" y="1974"/>
                </a:cubicBezTo>
                <a:cubicBezTo>
                  <a:pt x="3704" y="2141"/>
                  <a:pt x="2970" y="2341"/>
                  <a:pt x="2269" y="2608"/>
                </a:cubicBezTo>
                <a:cubicBezTo>
                  <a:pt x="2269" y="2608"/>
                  <a:pt x="2202" y="2141"/>
                  <a:pt x="3870" y="1574"/>
                </a:cubicBezTo>
                <a:cubicBezTo>
                  <a:pt x="4938" y="1207"/>
                  <a:pt x="5205" y="273"/>
                  <a:pt x="4738" y="106"/>
                </a:cubicBezTo>
                <a:cubicBezTo>
                  <a:pt x="4567" y="28"/>
                  <a:pt x="4336" y="1"/>
                  <a:pt x="4066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1">
            <a:extLst>
              <a:ext uri="{FF2B5EF4-FFF2-40B4-BE49-F238E27FC236}">
                <a16:creationId xmlns:a16="http://schemas.microsoft.com/office/drawing/2014/main" id="{0CF5EBA9-277A-14BC-28FA-B4226F985966}"/>
              </a:ext>
            </a:extLst>
          </p:cNvPr>
          <p:cNvSpPr/>
          <p:nvPr/>
        </p:nvSpPr>
        <p:spPr>
          <a:xfrm>
            <a:off x="2871822" y="3636955"/>
            <a:ext cx="66419" cy="28703"/>
          </a:xfrm>
          <a:custGeom>
            <a:avLst/>
            <a:gdLst/>
            <a:ahLst/>
            <a:cxnLst/>
            <a:rect l="l" t="t" r="r" b="b"/>
            <a:pathLst>
              <a:path w="4304" h="1860" extrusionOk="0">
                <a:moveTo>
                  <a:pt x="3674" y="0"/>
                </a:moveTo>
                <a:cubicBezTo>
                  <a:pt x="3469" y="0"/>
                  <a:pt x="3269" y="9"/>
                  <a:pt x="3069" y="25"/>
                </a:cubicBezTo>
                <a:cubicBezTo>
                  <a:pt x="2702" y="125"/>
                  <a:pt x="2302" y="292"/>
                  <a:pt x="1968" y="526"/>
                </a:cubicBezTo>
                <a:cubicBezTo>
                  <a:pt x="1268" y="893"/>
                  <a:pt x="634" y="1360"/>
                  <a:pt x="0" y="1860"/>
                </a:cubicBezTo>
                <a:cubicBezTo>
                  <a:pt x="734" y="1560"/>
                  <a:pt x="1468" y="1226"/>
                  <a:pt x="2135" y="826"/>
                </a:cubicBezTo>
                <a:cubicBezTo>
                  <a:pt x="2469" y="592"/>
                  <a:pt x="2802" y="426"/>
                  <a:pt x="3169" y="292"/>
                </a:cubicBezTo>
                <a:cubicBezTo>
                  <a:pt x="3503" y="192"/>
                  <a:pt x="3903" y="125"/>
                  <a:pt x="4303" y="25"/>
                </a:cubicBezTo>
                <a:cubicBezTo>
                  <a:pt x="4087" y="9"/>
                  <a:pt x="3878" y="0"/>
                  <a:pt x="367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1">
            <a:extLst>
              <a:ext uri="{FF2B5EF4-FFF2-40B4-BE49-F238E27FC236}">
                <a16:creationId xmlns:a16="http://schemas.microsoft.com/office/drawing/2014/main" id="{BBA0A8FA-4B69-4DFA-0C07-128B7389B5D4}"/>
              </a:ext>
            </a:extLst>
          </p:cNvPr>
          <p:cNvSpPr/>
          <p:nvPr/>
        </p:nvSpPr>
        <p:spPr>
          <a:xfrm>
            <a:off x="2885201" y="3661538"/>
            <a:ext cx="71049" cy="32438"/>
          </a:xfrm>
          <a:custGeom>
            <a:avLst/>
            <a:gdLst/>
            <a:ahLst/>
            <a:cxnLst/>
            <a:rect l="l" t="t" r="r" b="b"/>
            <a:pathLst>
              <a:path w="4604" h="2102" extrusionOk="0">
                <a:moveTo>
                  <a:pt x="4163" y="0"/>
                </a:moveTo>
                <a:cubicBezTo>
                  <a:pt x="3866" y="0"/>
                  <a:pt x="3570" y="45"/>
                  <a:pt x="3303" y="134"/>
                </a:cubicBezTo>
                <a:cubicBezTo>
                  <a:pt x="2903" y="267"/>
                  <a:pt x="2502" y="467"/>
                  <a:pt x="2135" y="667"/>
                </a:cubicBezTo>
                <a:cubicBezTo>
                  <a:pt x="1368" y="1068"/>
                  <a:pt x="668" y="1568"/>
                  <a:pt x="1" y="2102"/>
                </a:cubicBezTo>
                <a:cubicBezTo>
                  <a:pt x="768" y="1768"/>
                  <a:pt x="1535" y="1401"/>
                  <a:pt x="2302" y="967"/>
                </a:cubicBezTo>
                <a:cubicBezTo>
                  <a:pt x="3003" y="534"/>
                  <a:pt x="3770" y="200"/>
                  <a:pt x="4604" y="33"/>
                </a:cubicBezTo>
                <a:cubicBezTo>
                  <a:pt x="4459" y="11"/>
                  <a:pt x="4311" y="0"/>
                  <a:pt x="416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41">
            <a:extLst>
              <a:ext uri="{FF2B5EF4-FFF2-40B4-BE49-F238E27FC236}">
                <a16:creationId xmlns:a16="http://schemas.microsoft.com/office/drawing/2014/main" id="{9CBF5F3C-3F04-7B08-0FAE-8AB902576A6D}"/>
              </a:ext>
            </a:extLst>
          </p:cNvPr>
          <p:cNvSpPr/>
          <p:nvPr/>
        </p:nvSpPr>
        <p:spPr>
          <a:xfrm>
            <a:off x="2907331" y="3306341"/>
            <a:ext cx="697014" cy="542772"/>
          </a:xfrm>
          <a:custGeom>
            <a:avLst/>
            <a:gdLst/>
            <a:ahLst/>
            <a:cxnLst/>
            <a:rect l="l" t="t" r="r" b="b"/>
            <a:pathLst>
              <a:path w="45167" h="35172" extrusionOk="0">
                <a:moveTo>
                  <a:pt x="38829" y="1"/>
                </a:moveTo>
                <a:cubicBezTo>
                  <a:pt x="35259" y="2502"/>
                  <a:pt x="33525" y="11142"/>
                  <a:pt x="33525" y="11142"/>
                </a:cubicBezTo>
                <a:lnTo>
                  <a:pt x="29856" y="25185"/>
                </a:lnTo>
                <a:cubicBezTo>
                  <a:pt x="29856" y="25185"/>
                  <a:pt x="18347" y="24185"/>
                  <a:pt x="16513" y="23718"/>
                </a:cubicBezTo>
                <a:cubicBezTo>
                  <a:pt x="14678" y="23251"/>
                  <a:pt x="13978" y="21616"/>
                  <a:pt x="12843" y="20449"/>
                </a:cubicBezTo>
                <a:cubicBezTo>
                  <a:pt x="11142" y="18681"/>
                  <a:pt x="11109" y="19081"/>
                  <a:pt x="9708" y="17113"/>
                </a:cubicBezTo>
                <a:cubicBezTo>
                  <a:pt x="9500" y="16816"/>
                  <a:pt x="9286" y="16695"/>
                  <a:pt x="9090" y="16695"/>
                </a:cubicBezTo>
                <a:cubicBezTo>
                  <a:pt x="8625" y="16695"/>
                  <a:pt x="8260" y="17371"/>
                  <a:pt x="8307" y="17980"/>
                </a:cubicBezTo>
                <a:cubicBezTo>
                  <a:pt x="8474" y="19748"/>
                  <a:pt x="9708" y="21249"/>
                  <a:pt x="9775" y="21850"/>
                </a:cubicBezTo>
                <a:cubicBezTo>
                  <a:pt x="9814" y="22075"/>
                  <a:pt x="9681" y="22168"/>
                  <a:pt x="9445" y="22168"/>
                </a:cubicBezTo>
                <a:cubicBezTo>
                  <a:pt x="9086" y="22168"/>
                  <a:pt x="8490" y="21951"/>
                  <a:pt x="7907" y="21649"/>
                </a:cubicBezTo>
                <a:cubicBezTo>
                  <a:pt x="6939" y="21149"/>
                  <a:pt x="4638" y="19681"/>
                  <a:pt x="2569" y="18681"/>
                </a:cubicBezTo>
                <a:cubicBezTo>
                  <a:pt x="2099" y="18446"/>
                  <a:pt x="1583" y="18234"/>
                  <a:pt x="1096" y="18234"/>
                </a:cubicBezTo>
                <a:cubicBezTo>
                  <a:pt x="753" y="18234"/>
                  <a:pt x="424" y="18338"/>
                  <a:pt x="134" y="18614"/>
                </a:cubicBezTo>
                <a:cubicBezTo>
                  <a:pt x="68" y="18647"/>
                  <a:pt x="34" y="18681"/>
                  <a:pt x="34" y="18747"/>
                </a:cubicBezTo>
                <a:cubicBezTo>
                  <a:pt x="1" y="18847"/>
                  <a:pt x="68" y="18981"/>
                  <a:pt x="134" y="19048"/>
                </a:cubicBezTo>
                <a:cubicBezTo>
                  <a:pt x="301" y="19281"/>
                  <a:pt x="468" y="19515"/>
                  <a:pt x="668" y="19715"/>
                </a:cubicBezTo>
                <a:cubicBezTo>
                  <a:pt x="802" y="19848"/>
                  <a:pt x="1235" y="20248"/>
                  <a:pt x="1235" y="20248"/>
                </a:cubicBezTo>
                <a:cubicBezTo>
                  <a:pt x="1102" y="20415"/>
                  <a:pt x="1068" y="20682"/>
                  <a:pt x="1168" y="20916"/>
                </a:cubicBezTo>
                <a:cubicBezTo>
                  <a:pt x="1369" y="21316"/>
                  <a:pt x="1602" y="21683"/>
                  <a:pt x="1936" y="22016"/>
                </a:cubicBezTo>
                <a:cubicBezTo>
                  <a:pt x="2036" y="22150"/>
                  <a:pt x="2136" y="22283"/>
                  <a:pt x="2236" y="22450"/>
                </a:cubicBezTo>
                <a:cubicBezTo>
                  <a:pt x="2303" y="22583"/>
                  <a:pt x="2369" y="22750"/>
                  <a:pt x="2436" y="22917"/>
                </a:cubicBezTo>
                <a:cubicBezTo>
                  <a:pt x="2536" y="23251"/>
                  <a:pt x="2703" y="23584"/>
                  <a:pt x="2870" y="23918"/>
                </a:cubicBezTo>
                <a:cubicBezTo>
                  <a:pt x="3070" y="24185"/>
                  <a:pt x="3337" y="24418"/>
                  <a:pt x="3604" y="24618"/>
                </a:cubicBezTo>
                <a:cubicBezTo>
                  <a:pt x="3737" y="24752"/>
                  <a:pt x="3870" y="24852"/>
                  <a:pt x="3970" y="24985"/>
                </a:cubicBezTo>
                <a:cubicBezTo>
                  <a:pt x="4104" y="25152"/>
                  <a:pt x="4171" y="25319"/>
                  <a:pt x="4237" y="25486"/>
                </a:cubicBezTo>
                <a:cubicBezTo>
                  <a:pt x="4704" y="26353"/>
                  <a:pt x="5371" y="27120"/>
                  <a:pt x="6172" y="27720"/>
                </a:cubicBezTo>
                <a:cubicBezTo>
                  <a:pt x="7073" y="28354"/>
                  <a:pt x="8040" y="28921"/>
                  <a:pt x="9074" y="29355"/>
                </a:cubicBezTo>
                <a:cubicBezTo>
                  <a:pt x="12043" y="30789"/>
                  <a:pt x="13277" y="30756"/>
                  <a:pt x="15879" y="31356"/>
                </a:cubicBezTo>
                <a:cubicBezTo>
                  <a:pt x="18481" y="31923"/>
                  <a:pt x="24719" y="33791"/>
                  <a:pt x="29222" y="34492"/>
                </a:cubicBezTo>
                <a:cubicBezTo>
                  <a:pt x="31790" y="34881"/>
                  <a:pt x="33457" y="35171"/>
                  <a:pt x="34638" y="35171"/>
                </a:cubicBezTo>
                <a:cubicBezTo>
                  <a:pt x="36296" y="35171"/>
                  <a:pt x="36999" y="34599"/>
                  <a:pt x="37895" y="32924"/>
                </a:cubicBezTo>
                <a:cubicBezTo>
                  <a:pt x="39096" y="30623"/>
                  <a:pt x="40730" y="26586"/>
                  <a:pt x="42398" y="20115"/>
                </a:cubicBezTo>
                <a:cubicBezTo>
                  <a:pt x="44399" y="12476"/>
                  <a:pt x="45167" y="9574"/>
                  <a:pt x="44766" y="6305"/>
                </a:cubicBezTo>
                <a:cubicBezTo>
                  <a:pt x="44533" y="4404"/>
                  <a:pt x="42531" y="1668"/>
                  <a:pt x="38829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1">
            <a:extLst>
              <a:ext uri="{FF2B5EF4-FFF2-40B4-BE49-F238E27FC236}">
                <a16:creationId xmlns:a16="http://schemas.microsoft.com/office/drawing/2014/main" id="{D7E3815F-6E10-DDB0-18C8-1962B0E1F975}"/>
              </a:ext>
            </a:extLst>
          </p:cNvPr>
          <p:cNvSpPr/>
          <p:nvPr/>
        </p:nvSpPr>
        <p:spPr>
          <a:xfrm>
            <a:off x="3368560" y="3683667"/>
            <a:ext cx="80323" cy="24213"/>
          </a:xfrm>
          <a:custGeom>
            <a:avLst/>
            <a:gdLst/>
            <a:ahLst/>
            <a:cxnLst/>
            <a:rect l="l" t="t" r="r" b="b"/>
            <a:pathLst>
              <a:path w="5205" h="1569" extrusionOk="0">
                <a:moveTo>
                  <a:pt x="201" y="0"/>
                </a:moveTo>
                <a:lnTo>
                  <a:pt x="1" y="734"/>
                </a:lnTo>
                <a:cubicBezTo>
                  <a:pt x="301" y="693"/>
                  <a:pt x="608" y="674"/>
                  <a:pt x="914" y="674"/>
                </a:cubicBezTo>
                <a:cubicBezTo>
                  <a:pt x="3059" y="674"/>
                  <a:pt x="5205" y="1568"/>
                  <a:pt x="5205" y="1568"/>
                </a:cubicBezTo>
                <a:cubicBezTo>
                  <a:pt x="3737" y="601"/>
                  <a:pt x="2002" y="34"/>
                  <a:pt x="201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41">
            <a:extLst>
              <a:ext uri="{FF2B5EF4-FFF2-40B4-BE49-F238E27FC236}">
                <a16:creationId xmlns:a16="http://schemas.microsoft.com/office/drawing/2014/main" id="{B5B31A1C-36BB-2737-F5FF-F3BD25011F4D}"/>
              </a:ext>
            </a:extLst>
          </p:cNvPr>
          <p:cNvSpPr/>
          <p:nvPr/>
        </p:nvSpPr>
        <p:spPr>
          <a:xfrm>
            <a:off x="2926898" y="3620350"/>
            <a:ext cx="87005" cy="62823"/>
          </a:xfrm>
          <a:custGeom>
            <a:avLst/>
            <a:gdLst/>
            <a:ahLst/>
            <a:cxnLst/>
            <a:rect l="l" t="t" r="r" b="b"/>
            <a:pathLst>
              <a:path w="5638" h="4071" extrusionOk="0">
                <a:moveTo>
                  <a:pt x="1" y="1"/>
                </a:moveTo>
                <a:cubicBezTo>
                  <a:pt x="434" y="401"/>
                  <a:pt x="868" y="768"/>
                  <a:pt x="1335" y="1135"/>
                </a:cubicBezTo>
                <a:cubicBezTo>
                  <a:pt x="1768" y="1502"/>
                  <a:pt x="2235" y="1869"/>
                  <a:pt x="2702" y="2235"/>
                </a:cubicBezTo>
                <a:cubicBezTo>
                  <a:pt x="2936" y="2402"/>
                  <a:pt x="3136" y="2602"/>
                  <a:pt x="3403" y="2769"/>
                </a:cubicBezTo>
                <a:cubicBezTo>
                  <a:pt x="3636" y="2936"/>
                  <a:pt x="3870" y="3103"/>
                  <a:pt x="4103" y="3236"/>
                </a:cubicBezTo>
                <a:cubicBezTo>
                  <a:pt x="4604" y="3536"/>
                  <a:pt x="5104" y="3837"/>
                  <a:pt x="5638" y="4070"/>
                </a:cubicBezTo>
                <a:lnTo>
                  <a:pt x="4904" y="3570"/>
                </a:lnTo>
                <a:cubicBezTo>
                  <a:pt x="4671" y="3436"/>
                  <a:pt x="4437" y="3270"/>
                  <a:pt x="4204" y="3103"/>
                </a:cubicBezTo>
                <a:cubicBezTo>
                  <a:pt x="3970" y="2936"/>
                  <a:pt x="3737" y="2769"/>
                  <a:pt x="3503" y="2602"/>
                </a:cubicBezTo>
                <a:cubicBezTo>
                  <a:pt x="3270" y="2402"/>
                  <a:pt x="3036" y="2235"/>
                  <a:pt x="2803" y="2035"/>
                </a:cubicBezTo>
                <a:cubicBezTo>
                  <a:pt x="2369" y="1668"/>
                  <a:pt x="1902" y="1335"/>
                  <a:pt x="1402" y="1001"/>
                </a:cubicBezTo>
                <a:lnTo>
                  <a:pt x="1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41">
            <a:extLst>
              <a:ext uri="{FF2B5EF4-FFF2-40B4-BE49-F238E27FC236}">
                <a16:creationId xmlns:a16="http://schemas.microsoft.com/office/drawing/2014/main" id="{B8F5860E-B58C-109F-A58F-60A02A192AC0}"/>
              </a:ext>
            </a:extLst>
          </p:cNvPr>
          <p:cNvSpPr/>
          <p:nvPr/>
        </p:nvSpPr>
        <p:spPr>
          <a:xfrm>
            <a:off x="2941312" y="3651754"/>
            <a:ext cx="62823" cy="54058"/>
          </a:xfrm>
          <a:custGeom>
            <a:avLst/>
            <a:gdLst/>
            <a:ahLst/>
            <a:cxnLst/>
            <a:rect l="l" t="t" r="r" b="b"/>
            <a:pathLst>
              <a:path w="4071" h="3503" extrusionOk="0">
                <a:moveTo>
                  <a:pt x="1" y="0"/>
                </a:moveTo>
                <a:lnTo>
                  <a:pt x="1" y="0"/>
                </a:lnTo>
                <a:cubicBezTo>
                  <a:pt x="267" y="367"/>
                  <a:pt x="568" y="734"/>
                  <a:pt x="901" y="1034"/>
                </a:cubicBezTo>
                <a:cubicBezTo>
                  <a:pt x="1201" y="1368"/>
                  <a:pt x="1568" y="1668"/>
                  <a:pt x="1902" y="1935"/>
                </a:cubicBezTo>
                <a:cubicBezTo>
                  <a:pt x="2235" y="2235"/>
                  <a:pt x="2602" y="2502"/>
                  <a:pt x="2969" y="2769"/>
                </a:cubicBezTo>
                <a:cubicBezTo>
                  <a:pt x="3303" y="3036"/>
                  <a:pt x="3703" y="3303"/>
                  <a:pt x="4070" y="3503"/>
                </a:cubicBezTo>
                <a:cubicBezTo>
                  <a:pt x="3737" y="3236"/>
                  <a:pt x="3403" y="2936"/>
                  <a:pt x="3036" y="2636"/>
                </a:cubicBezTo>
                <a:lnTo>
                  <a:pt x="2035" y="1802"/>
                </a:lnTo>
                <a:lnTo>
                  <a:pt x="1001" y="934"/>
                </a:lnTo>
                <a:cubicBezTo>
                  <a:pt x="668" y="634"/>
                  <a:pt x="334" y="301"/>
                  <a:pt x="1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41">
            <a:extLst>
              <a:ext uri="{FF2B5EF4-FFF2-40B4-BE49-F238E27FC236}">
                <a16:creationId xmlns:a16="http://schemas.microsoft.com/office/drawing/2014/main" id="{C4DC7EC7-9125-3FB4-D264-113EA354AFAD}"/>
              </a:ext>
            </a:extLst>
          </p:cNvPr>
          <p:cNvSpPr/>
          <p:nvPr/>
        </p:nvSpPr>
        <p:spPr>
          <a:xfrm>
            <a:off x="3287234" y="3306851"/>
            <a:ext cx="327928" cy="550303"/>
          </a:xfrm>
          <a:custGeom>
            <a:avLst/>
            <a:gdLst/>
            <a:ahLst/>
            <a:cxnLst/>
            <a:rect l="l" t="t" r="r" b="b"/>
            <a:pathLst>
              <a:path w="21250" h="35660" extrusionOk="0">
                <a:moveTo>
                  <a:pt x="14244" y="1"/>
                </a:moveTo>
                <a:cubicBezTo>
                  <a:pt x="12643" y="902"/>
                  <a:pt x="10141" y="3570"/>
                  <a:pt x="8573" y="10275"/>
                </a:cubicBezTo>
                <a:lnTo>
                  <a:pt x="5071" y="24885"/>
                </a:lnTo>
                <a:lnTo>
                  <a:pt x="1" y="24652"/>
                </a:lnTo>
                <a:lnTo>
                  <a:pt x="1" y="24652"/>
                </a:lnTo>
                <a:cubicBezTo>
                  <a:pt x="1135" y="26020"/>
                  <a:pt x="768" y="32291"/>
                  <a:pt x="1" y="33825"/>
                </a:cubicBezTo>
                <a:cubicBezTo>
                  <a:pt x="3603" y="34859"/>
                  <a:pt x="7339" y="35493"/>
                  <a:pt x="11142" y="35660"/>
                </a:cubicBezTo>
                <a:cubicBezTo>
                  <a:pt x="12509" y="35660"/>
                  <a:pt x="13210" y="34759"/>
                  <a:pt x="14478" y="31857"/>
                </a:cubicBezTo>
                <a:cubicBezTo>
                  <a:pt x="15712" y="28955"/>
                  <a:pt x="18314" y="21516"/>
                  <a:pt x="19481" y="16079"/>
                </a:cubicBezTo>
                <a:cubicBezTo>
                  <a:pt x="20615" y="10675"/>
                  <a:pt x="21249" y="6806"/>
                  <a:pt x="20048" y="4371"/>
                </a:cubicBezTo>
                <a:cubicBezTo>
                  <a:pt x="18847" y="1902"/>
                  <a:pt x="16712" y="935"/>
                  <a:pt x="1424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41">
            <a:extLst>
              <a:ext uri="{FF2B5EF4-FFF2-40B4-BE49-F238E27FC236}">
                <a16:creationId xmlns:a16="http://schemas.microsoft.com/office/drawing/2014/main" id="{073BE41D-8064-1FEC-1F36-DA4F87F261BC}"/>
              </a:ext>
            </a:extLst>
          </p:cNvPr>
          <p:cNvSpPr/>
          <p:nvPr/>
        </p:nvSpPr>
        <p:spPr>
          <a:xfrm>
            <a:off x="3287234" y="3306851"/>
            <a:ext cx="327941" cy="550323"/>
          </a:xfrm>
          <a:custGeom>
            <a:avLst/>
            <a:gdLst/>
            <a:ahLst/>
            <a:cxnLst/>
            <a:rect l="l" t="t" r="r" b="b"/>
            <a:pathLst>
              <a:path w="21250" h="35660" extrusionOk="0">
                <a:moveTo>
                  <a:pt x="14244" y="1"/>
                </a:moveTo>
                <a:cubicBezTo>
                  <a:pt x="12643" y="902"/>
                  <a:pt x="10141" y="3570"/>
                  <a:pt x="8573" y="10275"/>
                </a:cubicBezTo>
                <a:lnTo>
                  <a:pt x="5071" y="24885"/>
                </a:lnTo>
                <a:lnTo>
                  <a:pt x="1" y="24652"/>
                </a:lnTo>
                <a:lnTo>
                  <a:pt x="1" y="24652"/>
                </a:lnTo>
                <a:cubicBezTo>
                  <a:pt x="1135" y="26020"/>
                  <a:pt x="768" y="32291"/>
                  <a:pt x="1" y="33825"/>
                </a:cubicBezTo>
                <a:cubicBezTo>
                  <a:pt x="3603" y="34859"/>
                  <a:pt x="7339" y="35493"/>
                  <a:pt x="11142" y="35660"/>
                </a:cubicBezTo>
                <a:cubicBezTo>
                  <a:pt x="12509" y="35660"/>
                  <a:pt x="13210" y="34759"/>
                  <a:pt x="14478" y="31857"/>
                </a:cubicBezTo>
                <a:cubicBezTo>
                  <a:pt x="15712" y="28955"/>
                  <a:pt x="18314" y="21516"/>
                  <a:pt x="19481" y="16079"/>
                </a:cubicBezTo>
                <a:cubicBezTo>
                  <a:pt x="20615" y="10675"/>
                  <a:pt x="21249" y="6806"/>
                  <a:pt x="20048" y="4371"/>
                </a:cubicBezTo>
                <a:cubicBezTo>
                  <a:pt x="18847" y="1902"/>
                  <a:pt x="16712" y="935"/>
                  <a:pt x="14244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41">
            <a:extLst>
              <a:ext uri="{FF2B5EF4-FFF2-40B4-BE49-F238E27FC236}">
                <a16:creationId xmlns:a16="http://schemas.microsoft.com/office/drawing/2014/main" id="{2DEC1C94-15D5-DFAF-78C1-58214E8778C8}"/>
              </a:ext>
            </a:extLst>
          </p:cNvPr>
          <p:cNvSpPr/>
          <p:nvPr/>
        </p:nvSpPr>
        <p:spPr>
          <a:xfrm>
            <a:off x="3365474" y="3675952"/>
            <a:ext cx="77237" cy="44799"/>
          </a:xfrm>
          <a:custGeom>
            <a:avLst/>
            <a:gdLst/>
            <a:ahLst/>
            <a:cxnLst/>
            <a:rect l="l" t="t" r="r" b="b"/>
            <a:pathLst>
              <a:path w="5005" h="2903" extrusionOk="0">
                <a:moveTo>
                  <a:pt x="201" y="0"/>
                </a:moveTo>
                <a:lnTo>
                  <a:pt x="1" y="967"/>
                </a:lnTo>
                <a:cubicBezTo>
                  <a:pt x="1769" y="1301"/>
                  <a:pt x="3470" y="1968"/>
                  <a:pt x="5004" y="2902"/>
                </a:cubicBezTo>
                <a:cubicBezTo>
                  <a:pt x="5004" y="2902"/>
                  <a:pt x="3904" y="601"/>
                  <a:pt x="20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41">
            <a:extLst>
              <a:ext uri="{FF2B5EF4-FFF2-40B4-BE49-F238E27FC236}">
                <a16:creationId xmlns:a16="http://schemas.microsoft.com/office/drawing/2014/main" id="{0CC59180-9950-366A-9481-6430FC9ED3C3}"/>
              </a:ext>
            </a:extLst>
          </p:cNvPr>
          <p:cNvSpPr/>
          <p:nvPr/>
        </p:nvSpPr>
        <p:spPr>
          <a:xfrm>
            <a:off x="2995370" y="2180104"/>
            <a:ext cx="472557" cy="492047"/>
          </a:xfrm>
          <a:custGeom>
            <a:avLst/>
            <a:gdLst/>
            <a:ahLst/>
            <a:cxnLst/>
            <a:rect l="l" t="t" r="r" b="b"/>
            <a:pathLst>
              <a:path w="30622" h="31885" extrusionOk="0">
                <a:moveTo>
                  <a:pt x="29120" y="0"/>
                </a:moveTo>
                <a:cubicBezTo>
                  <a:pt x="28875" y="0"/>
                  <a:pt x="28625" y="62"/>
                  <a:pt x="28387" y="196"/>
                </a:cubicBezTo>
                <a:lnTo>
                  <a:pt x="2235" y="15340"/>
                </a:lnTo>
                <a:cubicBezTo>
                  <a:pt x="867" y="16141"/>
                  <a:pt x="0" y="17609"/>
                  <a:pt x="0" y="19176"/>
                </a:cubicBezTo>
                <a:lnTo>
                  <a:pt x="0" y="30284"/>
                </a:lnTo>
                <a:cubicBezTo>
                  <a:pt x="0" y="31303"/>
                  <a:pt x="505" y="31885"/>
                  <a:pt x="1240" y="31885"/>
                </a:cubicBezTo>
                <a:cubicBezTo>
                  <a:pt x="1540" y="31885"/>
                  <a:pt x="1878" y="31788"/>
                  <a:pt x="2235" y="31585"/>
                </a:cubicBezTo>
                <a:lnTo>
                  <a:pt x="28387" y="16441"/>
                </a:lnTo>
                <a:cubicBezTo>
                  <a:pt x="29621" y="15741"/>
                  <a:pt x="30622" y="14840"/>
                  <a:pt x="30622" y="13439"/>
                </a:cubicBezTo>
                <a:lnTo>
                  <a:pt x="30622" y="1497"/>
                </a:lnTo>
                <a:cubicBezTo>
                  <a:pt x="30622" y="632"/>
                  <a:pt x="29904" y="0"/>
                  <a:pt x="2912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41">
            <a:extLst>
              <a:ext uri="{FF2B5EF4-FFF2-40B4-BE49-F238E27FC236}">
                <a16:creationId xmlns:a16="http://schemas.microsoft.com/office/drawing/2014/main" id="{024FD484-E16D-F0B2-FA29-4A9E325C2CDF}"/>
              </a:ext>
            </a:extLst>
          </p:cNvPr>
          <p:cNvSpPr/>
          <p:nvPr/>
        </p:nvSpPr>
        <p:spPr>
          <a:xfrm>
            <a:off x="3059196" y="2210536"/>
            <a:ext cx="490072" cy="513359"/>
          </a:xfrm>
          <a:custGeom>
            <a:avLst/>
            <a:gdLst/>
            <a:ahLst/>
            <a:cxnLst/>
            <a:rect l="l" t="t" r="r" b="b"/>
            <a:pathLst>
              <a:path w="31757" h="33266" extrusionOk="0">
                <a:moveTo>
                  <a:pt x="28533" y="0"/>
                </a:moveTo>
                <a:cubicBezTo>
                  <a:pt x="28062" y="0"/>
                  <a:pt x="27587" y="109"/>
                  <a:pt x="27153" y="326"/>
                </a:cubicBezTo>
                <a:lnTo>
                  <a:pt x="1368" y="15236"/>
                </a:lnTo>
                <a:cubicBezTo>
                  <a:pt x="567" y="15770"/>
                  <a:pt x="34" y="16637"/>
                  <a:pt x="0" y="17605"/>
                </a:cubicBezTo>
                <a:lnTo>
                  <a:pt x="0" y="30280"/>
                </a:lnTo>
                <a:cubicBezTo>
                  <a:pt x="34" y="31248"/>
                  <a:pt x="567" y="32115"/>
                  <a:pt x="1368" y="32649"/>
                </a:cubicBezTo>
                <a:lnTo>
                  <a:pt x="1868" y="32916"/>
                </a:lnTo>
                <a:cubicBezTo>
                  <a:pt x="2302" y="33149"/>
                  <a:pt x="2769" y="33266"/>
                  <a:pt x="3236" y="33266"/>
                </a:cubicBezTo>
                <a:cubicBezTo>
                  <a:pt x="3703" y="33266"/>
                  <a:pt x="4170" y="33149"/>
                  <a:pt x="4604" y="32916"/>
                </a:cubicBezTo>
                <a:lnTo>
                  <a:pt x="4604" y="32916"/>
                </a:lnTo>
                <a:lnTo>
                  <a:pt x="4470" y="32982"/>
                </a:lnTo>
                <a:lnTo>
                  <a:pt x="15812" y="26478"/>
                </a:lnTo>
                <a:cubicBezTo>
                  <a:pt x="15978" y="26378"/>
                  <a:pt x="16179" y="26278"/>
                  <a:pt x="16412" y="26211"/>
                </a:cubicBezTo>
                <a:lnTo>
                  <a:pt x="18480" y="28079"/>
                </a:lnTo>
                <a:lnTo>
                  <a:pt x="18647" y="28179"/>
                </a:lnTo>
                <a:lnTo>
                  <a:pt x="19781" y="28846"/>
                </a:lnTo>
                <a:lnTo>
                  <a:pt x="21883" y="30047"/>
                </a:lnTo>
                <a:cubicBezTo>
                  <a:pt x="22102" y="30149"/>
                  <a:pt x="22340" y="30200"/>
                  <a:pt x="22577" y="30200"/>
                </a:cubicBezTo>
                <a:cubicBezTo>
                  <a:pt x="22883" y="30200"/>
                  <a:pt x="23188" y="30116"/>
                  <a:pt x="23450" y="29947"/>
                </a:cubicBezTo>
                <a:cubicBezTo>
                  <a:pt x="24051" y="29613"/>
                  <a:pt x="24518" y="28646"/>
                  <a:pt x="24518" y="27745"/>
                </a:cubicBezTo>
                <a:lnTo>
                  <a:pt x="24518" y="23009"/>
                </a:lnTo>
                <a:cubicBezTo>
                  <a:pt x="24551" y="22041"/>
                  <a:pt x="25085" y="21174"/>
                  <a:pt x="25885" y="20640"/>
                </a:cubicBezTo>
                <a:lnTo>
                  <a:pt x="30389" y="18038"/>
                </a:lnTo>
                <a:cubicBezTo>
                  <a:pt x="31223" y="17505"/>
                  <a:pt x="31723" y="16637"/>
                  <a:pt x="31756" y="15670"/>
                </a:cubicBezTo>
                <a:lnTo>
                  <a:pt x="31756" y="2994"/>
                </a:lnTo>
                <a:cubicBezTo>
                  <a:pt x="31756" y="2961"/>
                  <a:pt x="31756" y="2928"/>
                  <a:pt x="31756" y="2894"/>
                </a:cubicBezTo>
                <a:cubicBezTo>
                  <a:pt x="31690" y="1960"/>
                  <a:pt x="31189" y="1126"/>
                  <a:pt x="30389" y="626"/>
                </a:cubicBezTo>
                <a:lnTo>
                  <a:pt x="29888" y="326"/>
                </a:lnTo>
                <a:cubicBezTo>
                  <a:pt x="29471" y="109"/>
                  <a:pt x="29004" y="0"/>
                  <a:pt x="2853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1">
            <a:extLst>
              <a:ext uri="{FF2B5EF4-FFF2-40B4-BE49-F238E27FC236}">
                <a16:creationId xmlns:a16="http://schemas.microsoft.com/office/drawing/2014/main" id="{B614FF2A-4849-0D9B-760F-BEDE29FB6DCA}"/>
              </a:ext>
            </a:extLst>
          </p:cNvPr>
          <p:cNvSpPr/>
          <p:nvPr/>
        </p:nvSpPr>
        <p:spPr>
          <a:xfrm>
            <a:off x="3066912" y="2210536"/>
            <a:ext cx="482356" cy="276833"/>
          </a:xfrm>
          <a:custGeom>
            <a:avLst/>
            <a:gdLst/>
            <a:ahLst/>
            <a:cxnLst/>
            <a:rect l="l" t="t" r="r" b="b"/>
            <a:pathLst>
              <a:path w="31257" h="17939" extrusionOk="0">
                <a:moveTo>
                  <a:pt x="31231" y="2704"/>
                </a:moveTo>
                <a:cubicBezTo>
                  <a:pt x="31244" y="2799"/>
                  <a:pt x="31253" y="2896"/>
                  <a:pt x="31256" y="2994"/>
                </a:cubicBezTo>
                <a:cubicBezTo>
                  <a:pt x="31256" y="2890"/>
                  <a:pt x="31248" y="2793"/>
                  <a:pt x="31231" y="2704"/>
                </a:cubicBezTo>
                <a:close/>
                <a:moveTo>
                  <a:pt x="28021" y="0"/>
                </a:moveTo>
                <a:cubicBezTo>
                  <a:pt x="27554" y="0"/>
                  <a:pt x="27087" y="109"/>
                  <a:pt x="26653" y="326"/>
                </a:cubicBezTo>
                <a:lnTo>
                  <a:pt x="835" y="15236"/>
                </a:lnTo>
                <a:cubicBezTo>
                  <a:pt x="501" y="15470"/>
                  <a:pt x="234" y="15737"/>
                  <a:pt x="1" y="16070"/>
                </a:cubicBezTo>
                <a:lnTo>
                  <a:pt x="3236" y="17938"/>
                </a:lnTo>
                <a:cubicBezTo>
                  <a:pt x="3470" y="17605"/>
                  <a:pt x="3737" y="17304"/>
                  <a:pt x="4104" y="17104"/>
                </a:cubicBezTo>
                <a:lnTo>
                  <a:pt x="29889" y="2194"/>
                </a:lnTo>
                <a:cubicBezTo>
                  <a:pt x="30108" y="2070"/>
                  <a:pt x="30314" y="2011"/>
                  <a:pt x="30496" y="2011"/>
                </a:cubicBezTo>
                <a:cubicBezTo>
                  <a:pt x="30874" y="2011"/>
                  <a:pt x="31149" y="2263"/>
                  <a:pt x="31231" y="2704"/>
                </a:cubicBezTo>
                <a:lnTo>
                  <a:pt x="31231" y="2704"/>
                </a:lnTo>
                <a:cubicBezTo>
                  <a:pt x="31112" y="1855"/>
                  <a:pt x="30608" y="1106"/>
                  <a:pt x="29889" y="626"/>
                </a:cubicBezTo>
                <a:lnTo>
                  <a:pt x="29388" y="326"/>
                </a:lnTo>
                <a:cubicBezTo>
                  <a:pt x="28955" y="109"/>
                  <a:pt x="28488" y="0"/>
                  <a:pt x="2802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41">
            <a:extLst>
              <a:ext uri="{FF2B5EF4-FFF2-40B4-BE49-F238E27FC236}">
                <a16:creationId xmlns:a16="http://schemas.microsoft.com/office/drawing/2014/main" id="{9B5435E6-D069-6114-9C32-1DED906ABDFC}"/>
              </a:ext>
            </a:extLst>
          </p:cNvPr>
          <p:cNvSpPr/>
          <p:nvPr/>
        </p:nvSpPr>
        <p:spPr>
          <a:xfrm>
            <a:off x="3066912" y="2210536"/>
            <a:ext cx="482356" cy="276833"/>
          </a:xfrm>
          <a:custGeom>
            <a:avLst/>
            <a:gdLst/>
            <a:ahLst/>
            <a:cxnLst/>
            <a:rect l="l" t="t" r="r" b="b"/>
            <a:pathLst>
              <a:path w="31257" h="17939" extrusionOk="0">
                <a:moveTo>
                  <a:pt x="31231" y="2704"/>
                </a:moveTo>
                <a:cubicBezTo>
                  <a:pt x="31244" y="2799"/>
                  <a:pt x="31253" y="2896"/>
                  <a:pt x="31256" y="2994"/>
                </a:cubicBezTo>
                <a:cubicBezTo>
                  <a:pt x="31256" y="2890"/>
                  <a:pt x="31248" y="2793"/>
                  <a:pt x="31231" y="2704"/>
                </a:cubicBezTo>
                <a:close/>
                <a:moveTo>
                  <a:pt x="28021" y="0"/>
                </a:moveTo>
                <a:cubicBezTo>
                  <a:pt x="27554" y="0"/>
                  <a:pt x="27087" y="109"/>
                  <a:pt x="26653" y="326"/>
                </a:cubicBezTo>
                <a:lnTo>
                  <a:pt x="835" y="15236"/>
                </a:lnTo>
                <a:cubicBezTo>
                  <a:pt x="501" y="15470"/>
                  <a:pt x="234" y="15737"/>
                  <a:pt x="1" y="16070"/>
                </a:cubicBezTo>
                <a:lnTo>
                  <a:pt x="3236" y="17938"/>
                </a:lnTo>
                <a:cubicBezTo>
                  <a:pt x="3470" y="17605"/>
                  <a:pt x="3737" y="17304"/>
                  <a:pt x="4104" y="17104"/>
                </a:cubicBezTo>
                <a:lnTo>
                  <a:pt x="29889" y="2194"/>
                </a:lnTo>
                <a:cubicBezTo>
                  <a:pt x="30108" y="2070"/>
                  <a:pt x="30314" y="2011"/>
                  <a:pt x="30496" y="2011"/>
                </a:cubicBezTo>
                <a:cubicBezTo>
                  <a:pt x="30874" y="2011"/>
                  <a:pt x="31149" y="2263"/>
                  <a:pt x="31231" y="2704"/>
                </a:cubicBezTo>
                <a:lnTo>
                  <a:pt x="31231" y="2704"/>
                </a:lnTo>
                <a:cubicBezTo>
                  <a:pt x="31112" y="1855"/>
                  <a:pt x="30608" y="1106"/>
                  <a:pt x="29889" y="626"/>
                </a:cubicBezTo>
                <a:lnTo>
                  <a:pt x="29388" y="326"/>
                </a:lnTo>
                <a:cubicBezTo>
                  <a:pt x="28955" y="109"/>
                  <a:pt x="28488" y="0"/>
                  <a:pt x="28021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41">
            <a:extLst>
              <a:ext uri="{FF2B5EF4-FFF2-40B4-BE49-F238E27FC236}">
                <a16:creationId xmlns:a16="http://schemas.microsoft.com/office/drawing/2014/main" id="{F9102DC4-AD7D-403A-3D6F-64A33D831ABB}"/>
              </a:ext>
            </a:extLst>
          </p:cNvPr>
          <p:cNvSpPr/>
          <p:nvPr/>
        </p:nvSpPr>
        <p:spPr>
          <a:xfrm>
            <a:off x="3400998" y="2398574"/>
            <a:ext cx="48410" cy="62252"/>
          </a:xfrm>
          <a:custGeom>
            <a:avLst/>
            <a:gdLst/>
            <a:ahLst/>
            <a:cxnLst/>
            <a:rect l="l" t="t" r="r" b="b"/>
            <a:pathLst>
              <a:path w="3137" h="4034" extrusionOk="0">
                <a:moveTo>
                  <a:pt x="2272" y="1"/>
                </a:moveTo>
                <a:cubicBezTo>
                  <a:pt x="2061" y="1"/>
                  <a:pt x="1822" y="70"/>
                  <a:pt x="1568" y="216"/>
                </a:cubicBezTo>
                <a:cubicBezTo>
                  <a:pt x="668" y="816"/>
                  <a:pt x="67" y="1817"/>
                  <a:pt x="0" y="2918"/>
                </a:cubicBezTo>
                <a:cubicBezTo>
                  <a:pt x="0" y="3626"/>
                  <a:pt x="352" y="4034"/>
                  <a:pt x="865" y="4034"/>
                </a:cubicBezTo>
                <a:cubicBezTo>
                  <a:pt x="1076" y="4034"/>
                  <a:pt x="1315" y="3965"/>
                  <a:pt x="1568" y="3819"/>
                </a:cubicBezTo>
                <a:cubicBezTo>
                  <a:pt x="2502" y="3218"/>
                  <a:pt x="3103" y="2217"/>
                  <a:pt x="3136" y="1117"/>
                </a:cubicBezTo>
                <a:cubicBezTo>
                  <a:pt x="3136" y="408"/>
                  <a:pt x="2785" y="1"/>
                  <a:pt x="22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1">
            <a:extLst>
              <a:ext uri="{FF2B5EF4-FFF2-40B4-BE49-F238E27FC236}">
                <a16:creationId xmlns:a16="http://schemas.microsoft.com/office/drawing/2014/main" id="{CF5865CA-C874-AFE0-C519-76FFEA6E93FC}"/>
              </a:ext>
            </a:extLst>
          </p:cNvPr>
          <p:cNvSpPr/>
          <p:nvPr/>
        </p:nvSpPr>
        <p:spPr>
          <a:xfrm>
            <a:off x="3304225" y="2454175"/>
            <a:ext cx="48395" cy="62762"/>
          </a:xfrm>
          <a:custGeom>
            <a:avLst/>
            <a:gdLst/>
            <a:ahLst/>
            <a:cxnLst/>
            <a:rect l="l" t="t" r="r" b="b"/>
            <a:pathLst>
              <a:path w="3136" h="4067" extrusionOk="0">
                <a:moveTo>
                  <a:pt x="2272" y="0"/>
                </a:moveTo>
                <a:cubicBezTo>
                  <a:pt x="2060" y="0"/>
                  <a:pt x="1821" y="69"/>
                  <a:pt x="1568" y="216"/>
                </a:cubicBezTo>
                <a:cubicBezTo>
                  <a:pt x="667" y="816"/>
                  <a:pt x="67" y="1817"/>
                  <a:pt x="0" y="2918"/>
                </a:cubicBezTo>
                <a:cubicBezTo>
                  <a:pt x="0" y="3651"/>
                  <a:pt x="353" y="4066"/>
                  <a:pt x="868" y="4066"/>
                </a:cubicBezTo>
                <a:cubicBezTo>
                  <a:pt x="1079" y="4066"/>
                  <a:pt x="1316" y="3997"/>
                  <a:pt x="1568" y="3852"/>
                </a:cubicBezTo>
                <a:cubicBezTo>
                  <a:pt x="2502" y="3251"/>
                  <a:pt x="3069" y="2217"/>
                  <a:pt x="3136" y="1116"/>
                </a:cubicBezTo>
                <a:cubicBezTo>
                  <a:pt x="3136" y="408"/>
                  <a:pt x="2785" y="0"/>
                  <a:pt x="2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41">
            <a:extLst>
              <a:ext uri="{FF2B5EF4-FFF2-40B4-BE49-F238E27FC236}">
                <a16:creationId xmlns:a16="http://schemas.microsoft.com/office/drawing/2014/main" id="{71A389E4-FBEC-4536-051C-894D61967849}"/>
              </a:ext>
            </a:extLst>
          </p:cNvPr>
          <p:cNvSpPr/>
          <p:nvPr/>
        </p:nvSpPr>
        <p:spPr>
          <a:xfrm>
            <a:off x="3207451" y="2510285"/>
            <a:ext cx="48395" cy="62252"/>
          </a:xfrm>
          <a:custGeom>
            <a:avLst/>
            <a:gdLst/>
            <a:ahLst/>
            <a:cxnLst/>
            <a:rect l="l" t="t" r="r" b="b"/>
            <a:pathLst>
              <a:path w="3136" h="4034" extrusionOk="0">
                <a:moveTo>
                  <a:pt x="2272" y="0"/>
                </a:moveTo>
                <a:cubicBezTo>
                  <a:pt x="2060" y="0"/>
                  <a:pt x="1821" y="69"/>
                  <a:pt x="1568" y="216"/>
                </a:cubicBezTo>
                <a:cubicBezTo>
                  <a:pt x="634" y="816"/>
                  <a:pt x="67" y="1817"/>
                  <a:pt x="0" y="2917"/>
                </a:cubicBezTo>
                <a:cubicBezTo>
                  <a:pt x="0" y="3626"/>
                  <a:pt x="351" y="4033"/>
                  <a:pt x="864" y="4033"/>
                </a:cubicBezTo>
                <a:cubicBezTo>
                  <a:pt x="1076" y="4033"/>
                  <a:pt x="1315" y="3964"/>
                  <a:pt x="1568" y="3818"/>
                </a:cubicBezTo>
                <a:cubicBezTo>
                  <a:pt x="2502" y="3218"/>
                  <a:pt x="3069" y="2217"/>
                  <a:pt x="3136" y="1116"/>
                </a:cubicBezTo>
                <a:cubicBezTo>
                  <a:pt x="3136" y="408"/>
                  <a:pt x="2785" y="0"/>
                  <a:pt x="2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41">
            <a:extLst>
              <a:ext uri="{FF2B5EF4-FFF2-40B4-BE49-F238E27FC236}">
                <a16:creationId xmlns:a16="http://schemas.microsoft.com/office/drawing/2014/main" id="{70861E48-AFEE-B681-7024-54EB6F0FC1C3}"/>
              </a:ext>
            </a:extLst>
          </p:cNvPr>
          <p:cNvSpPr/>
          <p:nvPr/>
        </p:nvSpPr>
        <p:spPr>
          <a:xfrm>
            <a:off x="2246381" y="1601947"/>
            <a:ext cx="1081022" cy="1051161"/>
          </a:xfrm>
          <a:custGeom>
            <a:avLst/>
            <a:gdLst/>
            <a:ahLst/>
            <a:cxnLst/>
            <a:rect l="l" t="t" r="r" b="b"/>
            <a:pathLst>
              <a:path w="70051" h="68116" extrusionOk="0">
                <a:moveTo>
                  <a:pt x="68566" y="0"/>
                </a:moveTo>
                <a:cubicBezTo>
                  <a:pt x="68316" y="0"/>
                  <a:pt x="68059" y="63"/>
                  <a:pt x="67815" y="201"/>
                </a:cubicBezTo>
                <a:lnTo>
                  <a:pt x="2202" y="38095"/>
                </a:lnTo>
                <a:cubicBezTo>
                  <a:pt x="834" y="38895"/>
                  <a:pt x="0" y="40330"/>
                  <a:pt x="0" y="41931"/>
                </a:cubicBezTo>
                <a:lnTo>
                  <a:pt x="0" y="66515"/>
                </a:lnTo>
                <a:cubicBezTo>
                  <a:pt x="0" y="67534"/>
                  <a:pt x="505" y="68115"/>
                  <a:pt x="1229" y="68115"/>
                </a:cubicBezTo>
                <a:cubicBezTo>
                  <a:pt x="1523" y="68115"/>
                  <a:pt x="1854" y="68019"/>
                  <a:pt x="2202" y="67816"/>
                </a:cubicBezTo>
                <a:lnTo>
                  <a:pt x="67815" y="29922"/>
                </a:lnTo>
                <a:cubicBezTo>
                  <a:pt x="69050" y="29222"/>
                  <a:pt x="70050" y="28321"/>
                  <a:pt x="70050" y="26887"/>
                </a:cubicBezTo>
                <a:lnTo>
                  <a:pt x="70050" y="1469"/>
                </a:lnTo>
                <a:cubicBezTo>
                  <a:pt x="70050" y="610"/>
                  <a:pt x="69343" y="0"/>
                  <a:pt x="68566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1">
            <a:extLst>
              <a:ext uri="{FF2B5EF4-FFF2-40B4-BE49-F238E27FC236}">
                <a16:creationId xmlns:a16="http://schemas.microsoft.com/office/drawing/2014/main" id="{65A717B4-8A26-47E9-D196-DC0C20E415B0}"/>
              </a:ext>
            </a:extLst>
          </p:cNvPr>
          <p:cNvSpPr/>
          <p:nvPr/>
        </p:nvSpPr>
        <p:spPr>
          <a:xfrm>
            <a:off x="2309698" y="1632456"/>
            <a:ext cx="1099031" cy="1111423"/>
          </a:xfrm>
          <a:custGeom>
            <a:avLst/>
            <a:gdLst/>
            <a:ahLst/>
            <a:cxnLst/>
            <a:rect l="l" t="t" r="r" b="b"/>
            <a:pathLst>
              <a:path w="71218" h="72021" extrusionOk="0">
                <a:moveTo>
                  <a:pt x="67999" y="0"/>
                </a:moveTo>
                <a:cubicBezTo>
                  <a:pt x="67532" y="0"/>
                  <a:pt x="67065" y="109"/>
                  <a:pt x="66648" y="326"/>
                </a:cubicBezTo>
                <a:lnTo>
                  <a:pt x="1368" y="38019"/>
                </a:lnTo>
                <a:cubicBezTo>
                  <a:pt x="567" y="38520"/>
                  <a:pt x="67" y="39420"/>
                  <a:pt x="0" y="40388"/>
                </a:cubicBezTo>
                <a:lnTo>
                  <a:pt x="0" y="66506"/>
                </a:lnTo>
                <a:cubicBezTo>
                  <a:pt x="67" y="67474"/>
                  <a:pt x="567" y="68341"/>
                  <a:pt x="1368" y="68875"/>
                </a:cubicBezTo>
                <a:lnTo>
                  <a:pt x="1902" y="69175"/>
                </a:lnTo>
                <a:cubicBezTo>
                  <a:pt x="2319" y="69392"/>
                  <a:pt x="2777" y="69500"/>
                  <a:pt x="3240" y="69500"/>
                </a:cubicBezTo>
                <a:cubicBezTo>
                  <a:pt x="3703" y="69500"/>
                  <a:pt x="4170" y="69392"/>
                  <a:pt x="4604" y="69175"/>
                </a:cubicBezTo>
                <a:lnTo>
                  <a:pt x="11609" y="65139"/>
                </a:lnTo>
                <a:cubicBezTo>
                  <a:pt x="11828" y="65014"/>
                  <a:pt x="12034" y="64956"/>
                  <a:pt x="12216" y="64956"/>
                </a:cubicBezTo>
                <a:cubicBezTo>
                  <a:pt x="12670" y="64956"/>
                  <a:pt x="12976" y="65320"/>
                  <a:pt x="12976" y="65939"/>
                </a:cubicBezTo>
                <a:lnTo>
                  <a:pt x="12976" y="69075"/>
                </a:lnTo>
                <a:cubicBezTo>
                  <a:pt x="13043" y="70042"/>
                  <a:pt x="13543" y="70909"/>
                  <a:pt x="14344" y="71443"/>
                </a:cubicBezTo>
                <a:lnTo>
                  <a:pt x="14677" y="71643"/>
                </a:lnTo>
                <a:cubicBezTo>
                  <a:pt x="15119" y="71893"/>
                  <a:pt x="15661" y="72021"/>
                  <a:pt x="16155" y="72021"/>
                </a:cubicBezTo>
                <a:cubicBezTo>
                  <a:pt x="16519" y="72021"/>
                  <a:pt x="16858" y="71952"/>
                  <a:pt x="17113" y="71810"/>
                </a:cubicBezTo>
                <a:cubicBezTo>
                  <a:pt x="17846" y="71276"/>
                  <a:pt x="18447" y="70576"/>
                  <a:pt x="18847" y="69742"/>
                </a:cubicBezTo>
                <a:lnTo>
                  <a:pt x="23917" y="59068"/>
                </a:lnTo>
                <a:cubicBezTo>
                  <a:pt x="24384" y="58167"/>
                  <a:pt x="25085" y="57400"/>
                  <a:pt x="25952" y="56833"/>
                </a:cubicBezTo>
                <a:lnTo>
                  <a:pt x="69850" y="31481"/>
                </a:lnTo>
                <a:cubicBezTo>
                  <a:pt x="70684" y="30947"/>
                  <a:pt x="71184" y="30080"/>
                  <a:pt x="71218" y="29113"/>
                </a:cubicBezTo>
                <a:lnTo>
                  <a:pt x="71218" y="2961"/>
                </a:lnTo>
                <a:cubicBezTo>
                  <a:pt x="71184" y="1993"/>
                  <a:pt x="70651" y="1126"/>
                  <a:pt x="69850" y="626"/>
                </a:cubicBezTo>
                <a:lnTo>
                  <a:pt x="69350" y="326"/>
                </a:lnTo>
                <a:cubicBezTo>
                  <a:pt x="68933" y="109"/>
                  <a:pt x="68466" y="0"/>
                  <a:pt x="67999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1">
            <a:extLst>
              <a:ext uri="{FF2B5EF4-FFF2-40B4-BE49-F238E27FC236}">
                <a16:creationId xmlns:a16="http://schemas.microsoft.com/office/drawing/2014/main" id="{DFBA5B38-20E7-D22F-64D3-5906FCFCAB88}"/>
              </a:ext>
            </a:extLst>
          </p:cNvPr>
          <p:cNvSpPr/>
          <p:nvPr/>
        </p:nvSpPr>
        <p:spPr>
          <a:xfrm>
            <a:off x="2309698" y="1632456"/>
            <a:ext cx="1099031" cy="1111423"/>
          </a:xfrm>
          <a:custGeom>
            <a:avLst/>
            <a:gdLst/>
            <a:ahLst/>
            <a:cxnLst/>
            <a:rect l="l" t="t" r="r" b="b"/>
            <a:pathLst>
              <a:path w="71218" h="72021" extrusionOk="0">
                <a:moveTo>
                  <a:pt x="67999" y="0"/>
                </a:moveTo>
                <a:cubicBezTo>
                  <a:pt x="67532" y="0"/>
                  <a:pt x="67065" y="109"/>
                  <a:pt x="66648" y="326"/>
                </a:cubicBezTo>
                <a:lnTo>
                  <a:pt x="1368" y="38019"/>
                </a:lnTo>
                <a:cubicBezTo>
                  <a:pt x="567" y="38520"/>
                  <a:pt x="67" y="39420"/>
                  <a:pt x="0" y="40388"/>
                </a:cubicBezTo>
                <a:lnTo>
                  <a:pt x="0" y="66506"/>
                </a:lnTo>
                <a:cubicBezTo>
                  <a:pt x="67" y="67474"/>
                  <a:pt x="567" y="68341"/>
                  <a:pt x="1368" y="68875"/>
                </a:cubicBezTo>
                <a:lnTo>
                  <a:pt x="1902" y="69175"/>
                </a:lnTo>
                <a:cubicBezTo>
                  <a:pt x="2319" y="69392"/>
                  <a:pt x="2777" y="69500"/>
                  <a:pt x="3240" y="69500"/>
                </a:cubicBezTo>
                <a:cubicBezTo>
                  <a:pt x="3703" y="69500"/>
                  <a:pt x="4170" y="69392"/>
                  <a:pt x="4604" y="69175"/>
                </a:cubicBezTo>
                <a:lnTo>
                  <a:pt x="11609" y="65139"/>
                </a:lnTo>
                <a:cubicBezTo>
                  <a:pt x="11828" y="65014"/>
                  <a:pt x="12034" y="64956"/>
                  <a:pt x="12216" y="64956"/>
                </a:cubicBezTo>
                <a:cubicBezTo>
                  <a:pt x="12670" y="64956"/>
                  <a:pt x="12976" y="65320"/>
                  <a:pt x="12976" y="65939"/>
                </a:cubicBezTo>
                <a:lnTo>
                  <a:pt x="12976" y="69075"/>
                </a:lnTo>
                <a:cubicBezTo>
                  <a:pt x="13043" y="70042"/>
                  <a:pt x="13543" y="70909"/>
                  <a:pt x="14344" y="71443"/>
                </a:cubicBezTo>
                <a:lnTo>
                  <a:pt x="14677" y="71643"/>
                </a:lnTo>
                <a:cubicBezTo>
                  <a:pt x="15119" y="71893"/>
                  <a:pt x="15661" y="72021"/>
                  <a:pt x="16155" y="72021"/>
                </a:cubicBezTo>
                <a:cubicBezTo>
                  <a:pt x="16519" y="72021"/>
                  <a:pt x="16858" y="71952"/>
                  <a:pt x="17113" y="71810"/>
                </a:cubicBezTo>
                <a:cubicBezTo>
                  <a:pt x="17846" y="71276"/>
                  <a:pt x="18447" y="70576"/>
                  <a:pt x="18847" y="69742"/>
                </a:cubicBezTo>
                <a:lnTo>
                  <a:pt x="23917" y="59068"/>
                </a:lnTo>
                <a:cubicBezTo>
                  <a:pt x="24384" y="58167"/>
                  <a:pt x="25085" y="57400"/>
                  <a:pt x="25952" y="56833"/>
                </a:cubicBezTo>
                <a:lnTo>
                  <a:pt x="69850" y="31481"/>
                </a:lnTo>
                <a:cubicBezTo>
                  <a:pt x="70684" y="30947"/>
                  <a:pt x="71184" y="30080"/>
                  <a:pt x="71218" y="29113"/>
                </a:cubicBezTo>
                <a:lnTo>
                  <a:pt x="71218" y="2961"/>
                </a:lnTo>
                <a:cubicBezTo>
                  <a:pt x="71184" y="1993"/>
                  <a:pt x="70651" y="1126"/>
                  <a:pt x="69850" y="626"/>
                </a:cubicBezTo>
                <a:lnTo>
                  <a:pt x="69350" y="326"/>
                </a:lnTo>
                <a:cubicBezTo>
                  <a:pt x="68933" y="109"/>
                  <a:pt x="68466" y="0"/>
                  <a:pt x="6799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41">
            <a:extLst>
              <a:ext uri="{FF2B5EF4-FFF2-40B4-BE49-F238E27FC236}">
                <a16:creationId xmlns:a16="http://schemas.microsoft.com/office/drawing/2014/main" id="{78D36E5A-7400-34A6-0BE8-0EC1855A5D8D}"/>
              </a:ext>
            </a:extLst>
          </p:cNvPr>
          <p:cNvSpPr/>
          <p:nvPr/>
        </p:nvSpPr>
        <p:spPr>
          <a:xfrm>
            <a:off x="2317939" y="1632456"/>
            <a:ext cx="1090790" cy="627894"/>
          </a:xfrm>
          <a:custGeom>
            <a:avLst/>
            <a:gdLst/>
            <a:ahLst/>
            <a:cxnLst/>
            <a:rect l="l" t="t" r="r" b="b"/>
            <a:pathLst>
              <a:path w="70684" h="40688" extrusionOk="0">
                <a:moveTo>
                  <a:pt x="70662" y="2689"/>
                </a:moveTo>
                <a:cubicBezTo>
                  <a:pt x="70673" y="2778"/>
                  <a:pt x="70681" y="2869"/>
                  <a:pt x="70684" y="2961"/>
                </a:cubicBezTo>
                <a:cubicBezTo>
                  <a:pt x="70684" y="2864"/>
                  <a:pt x="70676" y="2773"/>
                  <a:pt x="70662" y="2689"/>
                </a:cubicBezTo>
                <a:close/>
                <a:moveTo>
                  <a:pt x="67465" y="0"/>
                </a:moveTo>
                <a:cubicBezTo>
                  <a:pt x="66998" y="0"/>
                  <a:pt x="66531" y="109"/>
                  <a:pt x="66114" y="326"/>
                </a:cubicBezTo>
                <a:lnTo>
                  <a:pt x="834" y="37986"/>
                </a:lnTo>
                <a:cubicBezTo>
                  <a:pt x="500" y="38219"/>
                  <a:pt x="234" y="38486"/>
                  <a:pt x="0" y="38820"/>
                </a:cubicBezTo>
                <a:lnTo>
                  <a:pt x="3236" y="40688"/>
                </a:lnTo>
                <a:cubicBezTo>
                  <a:pt x="3469" y="40354"/>
                  <a:pt x="3736" y="40087"/>
                  <a:pt x="4070" y="39854"/>
                </a:cubicBezTo>
                <a:lnTo>
                  <a:pt x="69350" y="2160"/>
                </a:lnTo>
                <a:cubicBezTo>
                  <a:pt x="69560" y="2036"/>
                  <a:pt x="69759" y="1978"/>
                  <a:pt x="69936" y="1978"/>
                </a:cubicBezTo>
                <a:cubicBezTo>
                  <a:pt x="70309" y="1978"/>
                  <a:pt x="70585" y="2236"/>
                  <a:pt x="70662" y="2689"/>
                </a:cubicBezTo>
                <a:lnTo>
                  <a:pt x="70662" y="2689"/>
                </a:lnTo>
                <a:cubicBezTo>
                  <a:pt x="70553" y="1832"/>
                  <a:pt x="70074" y="1079"/>
                  <a:pt x="69350" y="626"/>
                </a:cubicBezTo>
                <a:lnTo>
                  <a:pt x="68816" y="326"/>
                </a:lnTo>
                <a:cubicBezTo>
                  <a:pt x="68399" y="109"/>
                  <a:pt x="67932" y="0"/>
                  <a:pt x="6746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41">
            <a:extLst>
              <a:ext uri="{FF2B5EF4-FFF2-40B4-BE49-F238E27FC236}">
                <a16:creationId xmlns:a16="http://schemas.microsoft.com/office/drawing/2014/main" id="{2E4B53CB-39A5-7CEB-226E-C452AC59FA20}"/>
              </a:ext>
            </a:extLst>
          </p:cNvPr>
          <p:cNvSpPr/>
          <p:nvPr/>
        </p:nvSpPr>
        <p:spPr>
          <a:xfrm>
            <a:off x="2317939" y="1632456"/>
            <a:ext cx="1090790" cy="627894"/>
          </a:xfrm>
          <a:custGeom>
            <a:avLst/>
            <a:gdLst/>
            <a:ahLst/>
            <a:cxnLst/>
            <a:rect l="l" t="t" r="r" b="b"/>
            <a:pathLst>
              <a:path w="70684" h="40688" extrusionOk="0">
                <a:moveTo>
                  <a:pt x="70662" y="2689"/>
                </a:moveTo>
                <a:cubicBezTo>
                  <a:pt x="70673" y="2778"/>
                  <a:pt x="70681" y="2869"/>
                  <a:pt x="70684" y="2961"/>
                </a:cubicBezTo>
                <a:cubicBezTo>
                  <a:pt x="70684" y="2864"/>
                  <a:pt x="70676" y="2773"/>
                  <a:pt x="70662" y="2689"/>
                </a:cubicBezTo>
                <a:close/>
                <a:moveTo>
                  <a:pt x="67465" y="0"/>
                </a:moveTo>
                <a:cubicBezTo>
                  <a:pt x="66998" y="0"/>
                  <a:pt x="66531" y="109"/>
                  <a:pt x="66114" y="326"/>
                </a:cubicBezTo>
                <a:lnTo>
                  <a:pt x="834" y="37986"/>
                </a:lnTo>
                <a:cubicBezTo>
                  <a:pt x="500" y="38219"/>
                  <a:pt x="234" y="38486"/>
                  <a:pt x="0" y="38820"/>
                </a:cubicBezTo>
                <a:lnTo>
                  <a:pt x="3236" y="40688"/>
                </a:lnTo>
                <a:cubicBezTo>
                  <a:pt x="3469" y="40354"/>
                  <a:pt x="3736" y="40087"/>
                  <a:pt x="4070" y="39854"/>
                </a:cubicBezTo>
                <a:lnTo>
                  <a:pt x="69350" y="2160"/>
                </a:lnTo>
                <a:cubicBezTo>
                  <a:pt x="69560" y="2036"/>
                  <a:pt x="69759" y="1978"/>
                  <a:pt x="69936" y="1978"/>
                </a:cubicBezTo>
                <a:cubicBezTo>
                  <a:pt x="70309" y="1978"/>
                  <a:pt x="70585" y="2236"/>
                  <a:pt x="70662" y="2689"/>
                </a:cubicBezTo>
                <a:lnTo>
                  <a:pt x="70662" y="2689"/>
                </a:lnTo>
                <a:cubicBezTo>
                  <a:pt x="70553" y="1832"/>
                  <a:pt x="70074" y="1079"/>
                  <a:pt x="69350" y="626"/>
                </a:cubicBezTo>
                <a:lnTo>
                  <a:pt x="68816" y="326"/>
                </a:lnTo>
                <a:cubicBezTo>
                  <a:pt x="68399" y="109"/>
                  <a:pt x="67932" y="0"/>
                  <a:pt x="6746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41">
            <a:extLst>
              <a:ext uri="{FF2B5EF4-FFF2-40B4-BE49-F238E27FC236}">
                <a16:creationId xmlns:a16="http://schemas.microsoft.com/office/drawing/2014/main" id="{DF576122-329B-D175-43DD-FD9C1044D8B5}"/>
              </a:ext>
            </a:extLst>
          </p:cNvPr>
          <p:cNvSpPr/>
          <p:nvPr/>
        </p:nvSpPr>
        <p:spPr>
          <a:xfrm>
            <a:off x="2450746" y="2250489"/>
            <a:ext cx="55092" cy="152514"/>
          </a:xfrm>
          <a:custGeom>
            <a:avLst/>
            <a:gdLst/>
            <a:ahLst/>
            <a:cxnLst/>
            <a:rect l="l" t="t" r="r" b="b"/>
            <a:pathLst>
              <a:path w="3570" h="9883" extrusionOk="0">
                <a:moveTo>
                  <a:pt x="3427" y="1"/>
                </a:moveTo>
                <a:cubicBezTo>
                  <a:pt x="3357" y="1"/>
                  <a:pt x="3261" y="36"/>
                  <a:pt x="3136" y="105"/>
                </a:cubicBezTo>
                <a:lnTo>
                  <a:pt x="2836" y="272"/>
                </a:lnTo>
                <a:cubicBezTo>
                  <a:pt x="2602" y="372"/>
                  <a:pt x="2435" y="605"/>
                  <a:pt x="2435" y="906"/>
                </a:cubicBezTo>
                <a:lnTo>
                  <a:pt x="2435" y="3741"/>
                </a:lnTo>
                <a:lnTo>
                  <a:pt x="1134" y="4475"/>
                </a:lnTo>
                <a:lnTo>
                  <a:pt x="1134" y="1639"/>
                </a:lnTo>
                <a:cubicBezTo>
                  <a:pt x="1134" y="1480"/>
                  <a:pt x="1087" y="1404"/>
                  <a:pt x="992" y="1404"/>
                </a:cubicBezTo>
                <a:cubicBezTo>
                  <a:pt x="928" y="1404"/>
                  <a:pt x="842" y="1439"/>
                  <a:pt x="734" y="1506"/>
                </a:cubicBezTo>
                <a:lnTo>
                  <a:pt x="434" y="1673"/>
                </a:lnTo>
                <a:cubicBezTo>
                  <a:pt x="167" y="1806"/>
                  <a:pt x="0" y="2040"/>
                  <a:pt x="0" y="2307"/>
                </a:cubicBezTo>
                <a:lnTo>
                  <a:pt x="0" y="9679"/>
                </a:lnTo>
                <a:cubicBezTo>
                  <a:pt x="0" y="9815"/>
                  <a:pt x="57" y="9883"/>
                  <a:pt x="157" y="9883"/>
                </a:cubicBezTo>
                <a:cubicBezTo>
                  <a:pt x="229" y="9883"/>
                  <a:pt x="323" y="9848"/>
                  <a:pt x="434" y="9779"/>
                </a:cubicBezTo>
                <a:lnTo>
                  <a:pt x="734" y="9612"/>
                </a:lnTo>
                <a:cubicBezTo>
                  <a:pt x="968" y="9478"/>
                  <a:pt x="1134" y="9245"/>
                  <a:pt x="1134" y="8978"/>
                </a:cubicBezTo>
                <a:lnTo>
                  <a:pt x="1134" y="5976"/>
                </a:lnTo>
                <a:lnTo>
                  <a:pt x="2435" y="5242"/>
                </a:lnTo>
                <a:lnTo>
                  <a:pt x="2435" y="8244"/>
                </a:lnTo>
                <a:cubicBezTo>
                  <a:pt x="2435" y="8403"/>
                  <a:pt x="2483" y="8480"/>
                  <a:pt x="2578" y="8480"/>
                </a:cubicBezTo>
                <a:cubicBezTo>
                  <a:pt x="2642" y="8480"/>
                  <a:pt x="2728" y="8445"/>
                  <a:pt x="2836" y="8378"/>
                </a:cubicBezTo>
                <a:lnTo>
                  <a:pt x="3136" y="8177"/>
                </a:lnTo>
                <a:cubicBezTo>
                  <a:pt x="3403" y="8077"/>
                  <a:pt x="3536" y="7844"/>
                  <a:pt x="3569" y="7577"/>
                </a:cubicBezTo>
                <a:lnTo>
                  <a:pt x="3569" y="205"/>
                </a:lnTo>
                <a:cubicBezTo>
                  <a:pt x="3569" y="69"/>
                  <a:pt x="3524" y="1"/>
                  <a:pt x="34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1">
            <a:extLst>
              <a:ext uri="{FF2B5EF4-FFF2-40B4-BE49-F238E27FC236}">
                <a16:creationId xmlns:a16="http://schemas.microsoft.com/office/drawing/2014/main" id="{081A41B2-4D0B-B13E-523E-0A0C790369D2}"/>
              </a:ext>
            </a:extLst>
          </p:cNvPr>
          <p:cNvSpPr/>
          <p:nvPr/>
        </p:nvSpPr>
        <p:spPr>
          <a:xfrm>
            <a:off x="2522289" y="2232264"/>
            <a:ext cx="17006" cy="129520"/>
          </a:xfrm>
          <a:custGeom>
            <a:avLst/>
            <a:gdLst/>
            <a:ahLst/>
            <a:cxnLst/>
            <a:rect l="l" t="t" r="r" b="b"/>
            <a:pathLst>
              <a:path w="1102" h="8393" extrusionOk="0">
                <a:moveTo>
                  <a:pt x="921" y="1"/>
                </a:moveTo>
                <a:cubicBezTo>
                  <a:pt x="838" y="1"/>
                  <a:pt x="721" y="42"/>
                  <a:pt x="568" y="119"/>
                </a:cubicBezTo>
                <a:cubicBezTo>
                  <a:pt x="234" y="319"/>
                  <a:pt x="68" y="552"/>
                  <a:pt x="68" y="786"/>
                </a:cubicBezTo>
                <a:lnTo>
                  <a:pt x="68" y="1453"/>
                </a:lnTo>
                <a:cubicBezTo>
                  <a:pt x="68" y="1602"/>
                  <a:pt x="120" y="1668"/>
                  <a:pt x="229" y="1668"/>
                </a:cubicBezTo>
                <a:cubicBezTo>
                  <a:pt x="316" y="1668"/>
                  <a:pt x="439" y="1627"/>
                  <a:pt x="601" y="1553"/>
                </a:cubicBezTo>
                <a:cubicBezTo>
                  <a:pt x="935" y="1353"/>
                  <a:pt x="1068" y="1119"/>
                  <a:pt x="1068" y="886"/>
                </a:cubicBezTo>
                <a:lnTo>
                  <a:pt x="1068" y="185"/>
                </a:lnTo>
                <a:cubicBezTo>
                  <a:pt x="1068" y="59"/>
                  <a:pt x="1019" y="1"/>
                  <a:pt x="921" y="1"/>
                </a:cubicBezTo>
                <a:close/>
                <a:moveTo>
                  <a:pt x="952" y="1985"/>
                </a:moveTo>
                <a:cubicBezTo>
                  <a:pt x="883" y="1985"/>
                  <a:pt x="789" y="2019"/>
                  <a:pt x="668" y="2087"/>
                </a:cubicBezTo>
                <a:lnTo>
                  <a:pt x="468" y="2220"/>
                </a:lnTo>
                <a:cubicBezTo>
                  <a:pt x="201" y="2320"/>
                  <a:pt x="34" y="2554"/>
                  <a:pt x="1" y="2854"/>
                </a:cubicBezTo>
                <a:lnTo>
                  <a:pt x="1" y="8158"/>
                </a:lnTo>
                <a:cubicBezTo>
                  <a:pt x="1" y="8317"/>
                  <a:pt x="60" y="8393"/>
                  <a:pt x="172" y="8393"/>
                </a:cubicBezTo>
                <a:cubicBezTo>
                  <a:pt x="247" y="8393"/>
                  <a:pt x="347" y="8358"/>
                  <a:pt x="468" y="8291"/>
                </a:cubicBezTo>
                <a:lnTo>
                  <a:pt x="668" y="8158"/>
                </a:lnTo>
                <a:cubicBezTo>
                  <a:pt x="935" y="8058"/>
                  <a:pt x="1102" y="7791"/>
                  <a:pt x="1102" y="7524"/>
                </a:cubicBezTo>
                <a:lnTo>
                  <a:pt x="1102" y="2220"/>
                </a:lnTo>
                <a:cubicBezTo>
                  <a:pt x="1102" y="2061"/>
                  <a:pt x="1054" y="1985"/>
                  <a:pt x="952" y="198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1">
            <a:extLst>
              <a:ext uri="{FF2B5EF4-FFF2-40B4-BE49-F238E27FC236}">
                <a16:creationId xmlns:a16="http://schemas.microsoft.com/office/drawing/2014/main" id="{D2C0B3DD-5A76-2324-4D40-F7C5908037FA}"/>
              </a:ext>
            </a:extLst>
          </p:cNvPr>
          <p:cNvSpPr/>
          <p:nvPr/>
        </p:nvSpPr>
        <p:spPr>
          <a:xfrm>
            <a:off x="2553693" y="2210921"/>
            <a:ext cx="20602" cy="132715"/>
          </a:xfrm>
          <a:custGeom>
            <a:avLst/>
            <a:gdLst/>
            <a:ahLst/>
            <a:cxnLst/>
            <a:rect l="l" t="t" r="r" b="b"/>
            <a:pathLst>
              <a:path w="1335" h="8600" extrusionOk="0">
                <a:moveTo>
                  <a:pt x="1235" y="0"/>
                </a:moveTo>
                <a:cubicBezTo>
                  <a:pt x="1101" y="0"/>
                  <a:pt x="1001" y="34"/>
                  <a:pt x="901" y="101"/>
                </a:cubicBezTo>
                <a:lnTo>
                  <a:pt x="568" y="301"/>
                </a:lnTo>
                <a:cubicBezTo>
                  <a:pt x="334" y="401"/>
                  <a:pt x="167" y="634"/>
                  <a:pt x="167" y="934"/>
                </a:cubicBezTo>
                <a:lnTo>
                  <a:pt x="167" y="5705"/>
                </a:lnTo>
                <a:cubicBezTo>
                  <a:pt x="167" y="5838"/>
                  <a:pt x="167" y="5905"/>
                  <a:pt x="234" y="5938"/>
                </a:cubicBezTo>
                <a:cubicBezTo>
                  <a:pt x="251" y="5946"/>
                  <a:pt x="272" y="5951"/>
                  <a:pt x="295" y="5951"/>
                </a:cubicBezTo>
                <a:cubicBezTo>
                  <a:pt x="365" y="5951"/>
                  <a:pt x="459" y="5913"/>
                  <a:pt x="534" y="5838"/>
                </a:cubicBezTo>
                <a:lnTo>
                  <a:pt x="568" y="5805"/>
                </a:lnTo>
                <a:cubicBezTo>
                  <a:pt x="701" y="5738"/>
                  <a:pt x="801" y="5671"/>
                  <a:pt x="868" y="5571"/>
                </a:cubicBezTo>
                <a:cubicBezTo>
                  <a:pt x="935" y="5471"/>
                  <a:pt x="968" y="5338"/>
                  <a:pt x="968" y="5238"/>
                </a:cubicBezTo>
                <a:lnTo>
                  <a:pt x="1335" y="167"/>
                </a:lnTo>
                <a:cubicBezTo>
                  <a:pt x="1335" y="67"/>
                  <a:pt x="1302" y="0"/>
                  <a:pt x="1235" y="0"/>
                </a:cubicBezTo>
                <a:close/>
                <a:moveTo>
                  <a:pt x="927" y="6453"/>
                </a:moveTo>
                <a:cubicBezTo>
                  <a:pt x="862" y="6453"/>
                  <a:pt x="776" y="6491"/>
                  <a:pt x="668" y="6572"/>
                </a:cubicBezTo>
                <a:lnTo>
                  <a:pt x="434" y="6705"/>
                </a:lnTo>
                <a:cubicBezTo>
                  <a:pt x="167" y="6805"/>
                  <a:pt x="1" y="7039"/>
                  <a:pt x="1" y="7306"/>
                </a:cubicBezTo>
                <a:lnTo>
                  <a:pt x="1" y="8373"/>
                </a:lnTo>
                <a:cubicBezTo>
                  <a:pt x="1" y="8518"/>
                  <a:pt x="65" y="8599"/>
                  <a:pt x="178" y="8599"/>
                </a:cubicBezTo>
                <a:cubicBezTo>
                  <a:pt x="247" y="8599"/>
                  <a:pt x="334" y="8570"/>
                  <a:pt x="434" y="8507"/>
                </a:cubicBezTo>
                <a:lnTo>
                  <a:pt x="668" y="8340"/>
                </a:lnTo>
                <a:cubicBezTo>
                  <a:pt x="901" y="8240"/>
                  <a:pt x="1068" y="8006"/>
                  <a:pt x="1068" y="7739"/>
                </a:cubicBezTo>
                <a:lnTo>
                  <a:pt x="1068" y="6672"/>
                </a:lnTo>
                <a:cubicBezTo>
                  <a:pt x="1068" y="6533"/>
                  <a:pt x="1021" y="6453"/>
                  <a:pt x="927" y="64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41">
            <a:extLst>
              <a:ext uri="{FF2B5EF4-FFF2-40B4-BE49-F238E27FC236}">
                <a16:creationId xmlns:a16="http://schemas.microsoft.com/office/drawing/2014/main" id="{F43FFE6E-3FD0-F78F-E5C8-A0E5F7BDFD27}"/>
              </a:ext>
            </a:extLst>
          </p:cNvPr>
          <p:cNvSpPr/>
          <p:nvPr/>
        </p:nvSpPr>
        <p:spPr>
          <a:xfrm>
            <a:off x="2450746" y="2417833"/>
            <a:ext cx="55092" cy="152961"/>
          </a:xfrm>
          <a:custGeom>
            <a:avLst/>
            <a:gdLst/>
            <a:ahLst/>
            <a:cxnLst/>
            <a:rect l="l" t="t" r="r" b="b"/>
            <a:pathLst>
              <a:path w="3570" h="9912" extrusionOk="0">
                <a:moveTo>
                  <a:pt x="3420" y="0"/>
                </a:moveTo>
                <a:cubicBezTo>
                  <a:pt x="3351" y="0"/>
                  <a:pt x="3257" y="35"/>
                  <a:pt x="3136" y="102"/>
                </a:cubicBezTo>
                <a:lnTo>
                  <a:pt x="2836" y="302"/>
                </a:lnTo>
                <a:cubicBezTo>
                  <a:pt x="2602" y="402"/>
                  <a:pt x="2435" y="636"/>
                  <a:pt x="2435" y="903"/>
                </a:cubicBezTo>
                <a:lnTo>
                  <a:pt x="2435" y="3738"/>
                </a:lnTo>
                <a:lnTo>
                  <a:pt x="1134" y="4472"/>
                </a:lnTo>
                <a:lnTo>
                  <a:pt x="1134" y="1637"/>
                </a:lnTo>
                <a:cubicBezTo>
                  <a:pt x="1134" y="1500"/>
                  <a:pt x="1089" y="1432"/>
                  <a:pt x="998" y="1432"/>
                </a:cubicBezTo>
                <a:cubicBezTo>
                  <a:pt x="933" y="1432"/>
                  <a:pt x="845" y="1467"/>
                  <a:pt x="734" y="1536"/>
                </a:cubicBezTo>
                <a:lnTo>
                  <a:pt x="434" y="1703"/>
                </a:lnTo>
                <a:cubicBezTo>
                  <a:pt x="167" y="1803"/>
                  <a:pt x="0" y="2070"/>
                  <a:pt x="0" y="2337"/>
                </a:cubicBezTo>
                <a:lnTo>
                  <a:pt x="0" y="9676"/>
                </a:lnTo>
                <a:cubicBezTo>
                  <a:pt x="0" y="9835"/>
                  <a:pt x="60" y="9911"/>
                  <a:pt x="164" y="9911"/>
                </a:cubicBezTo>
                <a:cubicBezTo>
                  <a:pt x="235" y="9911"/>
                  <a:pt x="326" y="9876"/>
                  <a:pt x="434" y="9809"/>
                </a:cubicBezTo>
                <a:lnTo>
                  <a:pt x="734" y="9609"/>
                </a:lnTo>
                <a:cubicBezTo>
                  <a:pt x="968" y="9509"/>
                  <a:pt x="1134" y="9275"/>
                  <a:pt x="1134" y="9009"/>
                </a:cubicBezTo>
                <a:lnTo>
                  <a:pt x="1134" y="6006"/>
                </a:lnTo>
                <a:lnTo>
                  <a:pt x="2435" y="5273"/>
                </a:lnTo>
                <a:lnTo>
                  <a:pt x="2435" y="8275"/>
                </a:lnTo>
                <a:cubicBezTo>
                  <a:pt x="2435" y="8411"/>
                  <a:pt x="2481" y="8479"/>
                  <a:pt x="2571" y="8479"/>
                </a:cubicBezTo>
                <a:cubicBezTo>
                  <a:pt x="2636" y="8479"/>
                  <a:pt x="2724" y="8444"/>
                  <a:pt x="2836" y="8375"/>
                </a:cubicBezTo>
                <a:lnTo>
                  <a:pt x="3136" y="8208"/>
                </a:lnTo>
                <a:cubicBezTo>
                  <a:pt x="3403" y="8108"/>
                  <a:pt x="3536" y="7874"/>
                  <a:pt x="3569" y="7608"/>
                </a:cubicBezTo>
                <a:lnTo>
                  <a:pt x="3569" y="236"/>
                </a:lnTo>
                <a:cubicBezTo>
                  <a:pt x="3569" y="76"/>
                  <a:pt x="3522" y="0"/>
                  <a:pt x="342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41">
            <a:extLst>
              <a:ext uri="{FF2B5EF4-FFF2-40B4-BE49-F238E27FC236}">
                <a16:creationId xmlns:a16="http://schemas.microsoft.com/office/drawing/2014/main" id="{AFC1B94B-BB61-D6DA-7007-F2BE5A736CE3}"/>
              </a:ext>
            </a:extLst>
          </p:cNvPr>
          <p:cNvSpPr/>
          <p:nvPr/>
        </p:nvSpPr>
        <p:spPr>
          <a:xfrm>
            <a:off x="2519727" y="2421984"/>
            <a:ext cx="47885" cy="101341"/>
          </a:xfrm>
          <a:custGeom>
            <a:avLst/>
            <a:gdLst/>
            <a:ahLst/>
            <a:cxnLst/>
            <a:rect l="l" t="t" r="r" b="b"/>
            <a:pathLst>
              <a:path w="3103" h="6567" extrusionOk="0">
                <a:moveTo>
                  <a:pt x="1679" y="1489"/>
                </a:moveTo>
                <a:cubicBezTo>
                  <a:pt x="1758" y="1489"/>
                  <a:pt x="1821" y="1571"/>
                  <a:pt x="1868" y="1734"/>
                </a:cubicBezTo>
                <a:cubicBezTo>
                  <a:pt x="1968" y="2168"/>
                  <a:pt x="2001" y="2602"/>
                  <a:pt x="1968" y="3035"/>
                </a:cubicBezTo>
                <a:cubicBezTo>
                  <a:pt x="1968" y="3502"/>
                  <a:pt x="1935" y="3969"/>
                  <a:pt x="1868" y="4436"/>
                </a:cubicBezTo>
                <a:cubicBezTo>
                  <a:pt x="1868" y="4670"/>
                  <a:pt x="1735" y="4870"/>
                  <a:pt x="1568" y="5037"/>
                </a:cubicBezTo>
                <a:cubicBezTo>
                  <a:pt x="1527" y="5053"/>
                  <a:pt x="1491" y="5061"/>
                  <a:pt x="1458" y="5061"/>
                </a:cubicBezTo>
                <a:cubicBezTo>
                  <a:pt x="1354" y="5061"/>
                  <a:pt x="1285" y="4980"/>
                  <a:pt x="1234" y="4803"/>
                </a:cubicBezTo>
                <a:cubicBezTo>
                  <a:pt x="1168" y="4370"/>
                  <a:pt x="1134" y="3936"/>
                  <a:pt x="1168" y="3502"/>
                </a:cubicBezTo>
                <a:cubicBezTo>
                  <a:pt x="1134" y="3035"/>
                  <a:pt x="1168" y="2568"/>
                  <a:pt x="1234" y="2101"/>
                </a:cubicBezTo>
                <a:cubicBezTo>
                  <a:pt x="1268" y="1868"/>
                  <a:pt x="1368" y="1668"/>
                  <a:pt x="1568" y="1534"/>
                </a:cubicBezTo>
                <a:cubicBezTo>
                  <a:pt x="1608" y="1504"/>
                  <a:pt x="1645" y="1489"/>
                  <a:pt x="1679" y="1489"/>
                </a:cubicBezTo>
                <a:close/>
                <a:moveTo>
                  <a:pt x="2154" y="0"/>
                </a:moveTo>
                <a:cubicBezTo>
                  <a:pt x="1983" y="0"/>
                  <a:pt x="1788" y="68"/>
                  <a:pt x="1568" y="200"/>
                </a:cubicBezTo>
                <a:cubicBezTo>
                  <a:pt x="1001" y="534"/>
                  <a:pt x="600" y="1034"/>
                  <a:pt x="434" y="1634"/>
                </a:cubicBezTo>
                <a:cubicBezTo>
                  <a:pt x="133" y="2435"/>
                  <a:pt x="0" y="3302"/>
                  <a:pt x="33" y="4136"/>
                </a:cubicBezTo>
                <a:cubicBezTo>
                  <a:pt x="33" y="5170"/>
                  <a:pt x="167" y="5837"/>
                  <a:pt x="434" y="6238"/>
                </a:cubicBezTo>
                <a:cubicBezTo>
                  <a:pt x="572" y="6455"/>
                  <a:pt x="768" y="6567"/>
                  <a:pt x="1009" y="6567"/>
                </a:cubicBezTo>
                <a:cubicBezTo>
                  <a:pt x="1176" y="6567"/>
                  <a:pt x="1364" y="6513"/>
                  <a:pt x="1568" y="6405"/>
                </a:cubicBezTo>
                <a:cubicBezTo>
                  <a:pt x="2102" y="6071"/>
                  <a:pt x="2502" y="5537"/>
                  <a:pt x="2702" y="4937"/>
                </a:cubicBezTo>
                <a:cubicBezTo>
                  <a:pt x="2969" y="4136"/>
                  <a:pt x="3102" y="3269"/>
                  <a:pt x="3102" y="2402"/>
                </a:cubicBezTo>
                <a:cubicBezTo>
                  <a:pt x="3102" y="1401"/>
                  <a:pt x="2969" y="700"/>
                  <a:pt x="2702" y="333"/>
                </a:cubicBezTo>
                <a:cubicBezTo>
                  <a:pt x="2553" y="109"/>
                  <a:pt x="2372" y="0"/>
                  <a:pt x="21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41">
            <a:extLst>
              <a:ext uri="{FF2B5EF4-FFF2-40B4-BE49-F238E27FC236}">
                <a16:creationId xmlns:a16="http://schemas.microsoft.com/office/drawing/2014/main" id="{5A56A478-8FBA-90F9-0E6E-34E7260B121F}"/>
              </a:ext>
            </a:extLst>
          </p:cNvPr>
          <p:cNvSpPr/>
          <p:nvPr/>
        </p:nvSpPr>
        <p:spPr>
          <a:xfrm>
            <a:off x="2575822" y="2370997"/>
            <a:ext cx="67453" cy="121233"/>
          </a:xfrm>
          <a:custGeom>
            <a:avLst/>
            <a:gdLst/>
            <a:ahLst/>
            <a:cxnLst/>
            <a:rect l="l" t="t" r="r" b="b"/>
            <a:pathLst>
              <a:path w="4371" h="7856" extrusionOk="0">
                <a:moveTo>
                  <a:pt x="4248" y="1"/>
                </a:moveTo>
                <a:cubicBezTo>
                  <a:pt x="4177" y="1"/>
                  <a:pt x="4075" y="43"/>
                  <a:pt x="3937" y="135"/>
                </a:cubicBezTo>
                <a:cubicBezTo>
                  <a:pt x="3604" y="335"/>
                  <a:pt x="3437" y="502"/>
                  <a:pt x="3437" y="669"/>
                </a:cubicBezTo>
                <a:lnTo>
                  <a:pt x="3237" y="3637"/>
                </a:lnTo>
                <a:lnTo>
                  <a:pt x="3170" y="4271"/>
                </a:lnTo>
                <a:cubicBezTo>
                  <a:pt x="3170" y="4371"/>
                  <a:pt x="3203" y="4471"/>
                  <a:pt x="3170" y="4605"/>
                </a:cubicBezTo>
                <a:cubicBezTo>
                  <a:pt x="3170" y="4705"/>
                  <a:pt x="3170" y="4838"/>
                  <a:pt x="3170" y="4938"/>
                </a:cubicBezTo>
                <a:lnTo>
                  <a:pt x="3137" y="4938"/>
                </a:lnTo>
                <a:cubicBezTo>
                  <a:pt x="3103" y="4371"/>
                  <a:pt x="3070" y="3971"/>
                  <a:pt x="3003" y="3704"/>
                </a:cubicBezTo>
                <a:lnTo>
                  <a:pt x="2703" y="1069"/>
                </a:lnTo>
                <a:cubicBezTo>
                  <a:pt x="2703" y="1015"/>
                  <a:pt x="2658" y="960"/>
                  <a:pt x="2606" y="960"/>
                </a:cubicBezTo>
                <a:cubicBezTo>
                  <a:pt x="2594" y="960"/>
                  <a:pt x="2582" y="963"/>
                  <a:pt x="2569" y="969"/>
                </a:cubicBezTo>
                <a:cubicBezTo>
                  <a:pt x="2503" y="969"/>
                  <a:pt x="2403" y="1002"/>
                  <a:pt x="2303" y="1036"/>
                </a:cubicBezTo>
                <a:lnTo>
                  <a:pt x="2136" y="1169"/>
                </a:lnTo>
                <a:cubicBezTo>
                  <a:pt x="2002" y="1236"/>
                  <a:pt x="1936" y="1302"/>
                  <a:pt x="1836" y="1403"/>
                </a:cubicBezTo>
                <a:cubicBezTo>
                  <a:pt x="1769" y="1436"/>
                  <a:pt x="1736" y="1536"/>
                  <a:pt x="1736" y="1636"/>
                </a:cubicBezTo>
                <a:lnTo>
                  <a:pt x="1435" y="4605"/>
                </a:lnTo>
                <a:cubicBezTo>
                  <a:pt x="1369" y="5072"/>
                  <a:pt x="1335" y="5539"/>
                  <a:pt x="1302" y="6006"/>
                </a:cubicBezTo>
                <a:lnTo>
                  <a:pt x="1269" y="6006"/>
                </a:lnTo>
                <a:lnTo>
                  <a:pt x="1202" y="4738"/>
                </a:lnTo>
                <a:lnTo>
                  <a:pt x="1002" y="2036"/>
                </a:lnTo>
                <a:cubicBezTo>
                  <a:pt x="1002" y="1964"/>
                  <a:pt x="958" y="1930"/>
                  <a:pt x="884" y="1930"/>
                </a:cubicBezTo>
                <a:cubicBezTo>
                  <a:pt x="787" y="1930"/>
                  <a:pt x="638" y="1989"/>
                  <a:pt x="468" y="2103"/>
                </a:cubicBezTo>
                <a:cubicBezTo>
                  <a:pt x="168" y="2270"/>
                  <a:pt x="1" y="2437"/>
                  <a:pt x="1" y="2637"/>
                </a:cubicBezTo>
                <a:lnTo>
                  <a:pt x="1" y="2837"/>
                </a:lnTo>
                <a:lnTo>
                  <a:pt x="802" y="7707"/>
                </a:lnTo>
                <a:cubicBezTo>
                  <a:pt x="802" y="7807"/>
                  <a:pt x="835" y="7840"/>
                  <a:pt x="902" y="7840"/>
                </a:cubicBezTo>
                <a:cubicBezTo>
                  <a:pt x="924" y="7852"/>
                  <a:pt x="946" y="7855"/>
                  <a:pt x="968" y="7855"/>
                </a:cubicBezTo>
                <a:cubicBezTo>
                  <a:pt x="1013" y="7855"/>
                  <a:pt x="1057" y="7840"/>
                  <a:pt x="1102" y="7840"/>
                </a:cubicBezTo>
                <a:lnTo>
                  <a:pt x="1369" y="7674"/>
                </a:lnTo>
                <a:cubicBezTo>
                  <a:pt x="1435" y="7640"/>
                  <a:pt x="1502" y="7574"/>
                  <a:pt x="1569" y="7507"/>
                </a:cubicBezTo>
                <a:cubicBezTo>
                  <a:pt x="1635" y="7440"/>
                  <a:pt x="1669" y="7340"/>
                  <a:pt x="1669" y="7273"/>
                </a:cubicBezTo>
                <a:lnTo>
                  <a:pt x="2136" y="3971"/>
                </a:lnTo>
                <a:cubicBezTo>
                  <a:pt x="2169" y="3938"/>
                  <a:pt x="2169" y="3738"/>
                  <a:pt x="2169" y="3504"/>
                </a:cubicBezTo>
                <a:cubicBezTo>
                  <a:pt x="2169" y="3404"/>
                  <a:pt x="2169" y="3237"/>
                  <a:pt x="2169" y="3037"/>
                </a:cubicBezTo>
                <a:lnTo>
                  <a:pt x="2203" y="3037"/>
                </a:lnTo>
                <a:cubicBezTo>
                  <a:pt x="2236" y="3104"/>
                  <a:pt x="2236" y="3237"/>
                  <a:pt x="2236" y="3471"/>
                </a:cubicBezTo>
                <a:cubicBezTo>
                  <a:pt x="2236" y="3571"/>
                  <a:pt x="2269" y="3704"/>
                  <a:pt x="2269" y="3871"/>
                </a:cubicBezTo>
                <a:lnTo>
                  <a:pt x="2736" y="6640"/>
                </a:lnTo>
                <a:cubicBezTo>
                  <a:pt x="2736" y="6706"/>
                  <a:pt x="2770" y="6773"/>
                  <a:pt x="2836" y="6773"/>
                </a:cubicBezTo>
                <a:cubicBezTo>
                  <a:pt x="2903" y="6773"/>
                  <a:pt x="3003" y="6740"/>
                  <a:pt x="3070" y="6706"/>
                </a:cubicBezTo>
                <a:lnTo>
                  <a:pt x="3303" y="6573"/>
                </a:lnTo>
                <a:cubicBezTo>
                  <a:pt x="3470" y="6473"/>
                  <a:pt x="3570" y="6339"/>
                  <a:pt x="3604" y="6139"/>
                </a:cubicBezTo>
                <a:lnTo>
                  <a:pt x="4371" y="335"/>
                </a:lnTo>
                <a:lnTo>
                  <a:pt x="4371" y="168"/>
                </a:lnTo>
                <a:cubicBezTo>
                  <a:pt x="4371" y="60"/>
                  <a:pt x="4332" y="1"/>
                  <a:pt x="424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41">
            <a:extLst>
              <a:ext uri="{FF2B5EF4-FFF2-40B4-BE49-F238E27FC236}">
                <a16:creationId xmlns:a16="http://schemas.microsoft.com/office/drawing/2014/main" id="{D1F696DD-F2BA-05C9-8020-F4CF1123E5DC}"/>
              </a:ext>
            </a:extLst>
          </p:cNvPr>
          <p:cNvSpPr/>
          <p:nvPr/>
        </p:nvSpPr>
        <p:spPr>
          <a:xfrm>
            <a:off x="2670543" y="2333744"/>
            <a:ext cx="42222" cy="102468"/>
          </a:xfrm>
          <a:custGeom>
            <a:avLst/>
            <a:gdLst/>
            <a:ahLst/>
            <a:cxnLst/>
            <a:rect l="l" t="t" r="r" b="b"/>
            <a:pathLst>
              <a:path w="2736" h="6640" extrusionOk="0">
                <a:moveTo>
                  <a:pt x="2249" y="1"/>
                </a:moveTo>
                <a:cubicBezTo>
                  <a:pt x="2209" y="1"/>
                  <a:pt x="2171" y="5"/>
                  <a:pt x="2136" y="14"/>
                </a:cubicBezTo>
                <a:cubicBezTo>
                  <a:pt x="1969" y="47"/>
                  <a:pt x="1769" y="114"/>
                  <a:pt x="1635" y="214"/>
                </a:cubicBezTo>
                <a:cubicBezTo>
                  <a:pt x="534" y="848"/>
                  <a:pt x="1" y="2182"/>
                  <a:pt x="1" y="4250"/>
                </a:cubicBezTo>
                <a:cubicBezTo>
                  <a:pt x="1" y="5838"/>
                  <a:pt x="315" y="6639"/>
                  <a:pt x="944" y="6639"/>
                </a:cubicBezTo>
                <a:cubicBezTo>
                  <a:pt x="1135" y="6639"/>
                  <a:pt x="1354" y="6566"/>
                  <a:pt x="1602" y="6418"/>
                </a:cubicBezTo>
                <a:cubicBezTo>
                  <a:pt x="1769" y="6318"/>
                  <a:pt x="1935" y="6185"/>
                  <a:pt x="2069" y="6051"/>
                </a:cubicBezTo>
                <a:cubicBezTo>
                  <a:pt x="2269" y="5885"/>
                  <a:pt x="2402" y="5685"/>
                  <a:pt x="2536" y="5484"/>
                </a:cubicBezTo>
                <a:cubicBezTo>
                  <a:pt x="2636" y="5351"/>
                  <a:pt x="2703" y="5184"/>
                  <a:pt x="2736" y="4984"/>
                </a:cubicBezTo>
                <a:cubicBezTo>
                  <a:pt x="2703" y="4817"/>
                  <a:pt x="2669" y="4650"/>
                  <a:pt x="2603" y="4484"/>
                </a:cubicBezTo>
                <a:cubicBezTo>
                  <a:pt x="2547" y="4345"/>
                  <a:pt x="2491" y="4275"/>
                  <a:pt x="2436" y="4275"/>
                </a:cubicBezTo>
                <a:cubicBezTo>
                  <a:pt x="2425" y="4275"/>
                  <a:pt x="2414" y="4278"/>
                  <a:pt x="2402" y="4284"/>
                </a:cubicBezTo>
                <a:cubicBezTo>
                  <a:pt x="2336" y="4350"/>
                  <a:pt x="2302" y="4384"/>
                  <a:pt x="2269" y="4450"/>
                </a:cubicBezTo>
                <a:lnTo>
                  <a:pt x="2169" y="4584"/>
                </a:lnTo>
                <a:cubicBezTo>
                  <a:pt x="2102" y="4650"/>
                  <a:pt x="2035" y="4717"/>
                  <a:pt x="1969" y="4817"/>
                </a:cubicBezTo>
                <a:cubicBezTo>
                  <a:pt x="1902" y="4884"/>
                  <a:pt x="1802" y="4951"/>
                  <a:pt x="1735" y="5017"/>
                </a:cubicBezTo>
                <a:cubicBezTo>
                  <a:pt x="1684" y="5048"/>
                  <a:pt x="1626" y="5063"/>
                  <a:pt x="1569" y="5063"/>
                </a:cubicBezTo>
                <a:cubicBezTo>
                  <a:pt x="1443" y="5063"/>
                  <a:pt x="1325" y="4989"/>
                  <a:pt x="1302" y="4851"/>
                </a:cubicBezTo>
                <a:cubicBezTo>
                  <a:pt x="1168" y="4450"/>
                  <a:pt x="1135" y="4017"/>
                  <a:pt x="1135" y="3583"/>
                </a:cubicBezTo>
                <a:cubicBezTo>
                  <a:pt x="1135" y="3116"/>
                  <a:pt x="1168" y="2649"/>
                  <a:pt x="1302" y="2182"/>
                </a:cubicBezTo>
                <a:cubicBezTo>
                  <a:pt x="1368" y="1882"/>
                  <a:pt x="1502" y="1648"/>
                  <a:pt x="1735" y="1515"/>
                </a:cubicBezTo>
                <a:cubicBezTo>
                  <a:pt x="1835" y="1448"/>
                  <a:pt x="1902" y="1415"/>
                  <a:pt x="2002" y="1415"/>
                </a:cubicBezTo>
                <a:cubicBezTo>
                  <a:pt x="2069" y="1415"/>
                  <a:pt x="2169" y="1448"/>
                  <a:pt x="2236" y="1448"/>
                </a:cubicBezTo>
                <a:cubicBezTo>
                  <a:pt x="2252" y="1465"/>
                  <a:pt x="2277" y="1473"/>
                  <a:pt x="2302" y="1473"/>
                </a:cubicBezTo>
                <a:cubicBezTo>
                  <a:pt x="2327" y="1473"/>
                  <a:pt x="2352" y="1465"/>
                  <a:pt x="2369" y="1448"/>
                </a:cubicBezTo>
                <a:cubicBezTo>
                  <a:pt x="2436" y="1415"/>
                  <a:pt x="2536" y="1248"/>
                  <a:pt x="2603" y="981"/>
                </a:cubicBezTo>
                <a:cubicBezTo>
                  <a:pt x="2669" y="781"/>
                  <a:pt x="2703" y="581"/>
                  <a:pt x="2703" y="381"/>
                </a:cubicBezTo>
                <a:cubicBezTo>
                  <a:pt x="2736" y="247"/>
                  <a:pt x="2669" y="147"/>
                  <a:pt x="2569" y="81"/>
                </a:cubicBezTo>
                <a:cubicBezTo>
                  <a:pt x="2472" y="32"/>
                  <a:pt x="2356" y="1"/>
                  <a:pt x="224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41">
            <a:extLst>
              <a:ext uri="{FF2B5EF4-FFF2-40B4-BE49-F238E27FC236}">
                <a16:creationId xmlns:a16="http://schemas.microsoft.com/office/drawing/2014/main" id="{C29182FB-3931-6F22-A8DF-23D9EE00F579}"/>
              </a:ext>
            </a:extLst>
          </p:cNvPr>
          <p:cNvSpPr/>
          <p:nvPr/>
        </p:nvSpPr>
        <p:spPr>
          <a:xfrm>
            <a:off x="2719956" y="2306368"/>
            <a:ext cx="46358" cy="104567"/>
          </a:xfrm>
          <a:custGeom>
            <a:avLst/>
            <a:gdLst/>
            <a:ahLst/>
            <a:cxnLst/>
            <a:rect l="l" t="t" r="r" b="b"/>
            <a:pathLst>
              <a:path w="3004" h="6776" extrusionOk="0">
                <a:moveTo>
                  <a:pt x="1802" y="3289"/>
                </a:moveTo>
                <a:lnTo>
                  <a:pt x="1802" y="4623"/>
                </a:lnTo>
                <a:cubicBezTo>
                  <a:pt x="1769" y="4757"/>
                  <a:pt x="1736" y="4890"/>
                  <a:pt x="1635" y="4990"/>
                </a:cubicBezTo>
                <a:cubicBezTo>
                  <a:pt x="1602" y="5090"/>
                  <a:pt x="1535" y="5157"/>
                  <a:pt x="1435" y="5224"/>
                </a:cubicBezTo>
                <a:cubicBezTo>
                  <a:pt x="1375" y="5254"/>
                  <a:pt x="1329" y="5270"/>
                  <a:pt x="1290" y="5270"/>
                </a:cubicBezTo>
                <a:cubicBezTo>
                  <a:pt x="1242" y="5270"/>
                  <a:pt x="1205" y="5245"/>
                  <a:pt x="1168" y="5190"/>
                </a:cubicBezTo>
                <a:cubicBezTo>
                  <a:pt x="1068" y="5057"/>
                  <a:pt x="1035" y="4890"/>
                  <a:pt x="1068" y="4723"/>
                </a:cubicBezTo>
                <a:cubicBezTo>
                  <a:pt x="1002" y="4156"/>
                  <a:pt x="1302" y="3589"/>
                  <a:pt x="1802" y="3289"/>
                </a:cubicBezTo>
                <a:close/>
                <a:moveTo>
                  <a:pt x="2184" y="0"/>
                </a:moveTo>
                <a:cubicBezTo>
                  <a:pt x="1983" y="0"/>
                  <a:pt x="1736" y="85"/>
                  <a:pt x="1435" y="253"/>
                </a:cubicBezTo>
                <a:cubicBezTo>
                  <a:pt x="1235" y="387"/>
                  <a:pt x="1035" y="520"/>
                  <a:pt x="868" y="687"/>
                </a:cubicBezTo>
                <a:cubicBezTo>
                  <a:pt x="701" y="854"/>
                  <a:pt x="535" y="1021"/>
                  <a:pt x="401" y="1221"/>
                </a:cubicBezTo>
                <a:cubicBezTo>
                  <a:pt x="301" y="1354"/>
                  <a:pt x="234" y="1521"/>
                  <a:pt x="234" y="1688"/>
                </a:cubicBezTo>
                <a:cubicBezTo>
                  <a:pt x="234" y="1821"/>
                  <a:pt x="268" y="1921"/>
                  <a:pt x="301" y="2021"/>
                </a:cubicBezTo>
                <a:cubicBezTo>
                  <a:pt x="335" y="2121"/>
                  <a:pt x="401" y="2221"/>
                  <a:pt x="468" y="2322"/>
                </a:cubicBezTo>
                <a:cubicBezTo>
                  <a:pt x="517" y="2370"/>
                  <a:pt x="548" y="2401"/>
                  <a:pt x="587" y="2401"/>
                </a:cubicBezTo>
                <a:cubicBezTo>
                  <a:pt x="601" y="2401"/>
                  <a:pt x="617" y="2397"/>
                  <a:pt x="635" y="2388"/>
                </a:cubicBezTo>
                <a:cubicBezTo>
                  <a:pt x="701" y="2355"/>
                  <a:pt x="735" y="2288"/>
                  <a:pt x="768" y="2221"/>
                </a:cubicBezTo>
                <a:cubicBezTo>
                  <a:pt x="902" y="2088"/>
                  <a:pt x="968" y="1955"/>
                  <a:pt x="1068" y="1888"/>
                </a:cubicBezTo>
                <a:cubicBezTo>
                  <a:pt x="1135" y="1788"/>
                  <a:pt x="1235" y="1688"/>
                  <a:pt x="1369" y="1654"/>
                </a:cubicBezTo>
                <a:cubicBezTo>
                  <a:pt x="1442" y="1599"/>
                  <a:pt x="1516" y="1575"/>
                  <a:pt x="1578" y="1575"/>
                </a:cubicBezTo>
                <a:cubicBezTo>
                  <a:pt x="1629" y="1575"/>
                  <a:pt x="1672" y="1591"/>
                  <a:pt x="1702" y="1621"/>
                </a:cubicBezTo>
                <a:cubicBezTo>
                  <a:pt x="1802" y="1754"/>
                  <a:pt x="1836" y="1921"/>
                  <a:pt x="1802" y="2088"/>
                </a:cubicBezTo>
                <a:lnTo>
                  <a:pt x="1802" y="2288"/>
                </a:lnTo>
                <a:cubicBezTo>
                  <a:pt x="668" y="2922"/>
                  <a:pt x="1" y="4123"/>
                  <a:pt x="68" y="5424"/>
                </a:cubicBezTo>
                <a:cubicBezTo>
                  <a:pt x="34" y="5824"/>
                  <a:pt x="134" y="6258"/>
                  <a:pt x="335" y="6591"/>
                </a:cubicBezTo>
                <a:cubicBezTo>
                  <a:pt x="425" y="6718"/>
                  <a:pt x="545" y="6776"/>
                  <a:pt x="689" y="6776"/>
                </a:cubicBezTo>
                <a:cubicBezTo>
                  <a:pt x="810" y="6776"/>
                  <a:pt x="949" y="6734"/>
                  <a:pt x="1102" y="6658"/>
                </a:cubicBezTo>
                <a:cubicBezTo>
                  <a:pt x="1302" y="6525"/>
                  <a:pt x="1469" y="6358"/>
                  <a:pt x="1602" y="6158"/>
                </a:cubicBezTo>
                <a:cubicBezTo>
                  <a:pt x="1736" y="5957"/>
                  <a:pt x="1836" y="5757"/>
                  <a:pt x="1902" y="5524"/>
                </a:cubicBezTo>
                <a:cubicBezTo>
                  <a:pt x="1936" y="5657"/>
                  <a:pt x="1969" y="5791"/>
                  <a:pt x="2002" y="5924"/>
                </a:cubicBezTo>
                <a:cubicBezTo>
                  <a:pt x="2022" y="5963"/>
                  <a:pt x="2053" y="5979"/>
                  <a:pt x="2089" y="5979"/>
                </a:cubicBezTo>
                <a:cubicBezTo>
                  <a:pt x="2114" y="5979"/>
                  <a:pt x="2142" y="5971"/>
                  <a:pt x="2169" y="5957"/>
                </a:cubicBezTo>
                <a:cubicBezTo>
                  <a:pt x="2369" y="5824"/>
                  <a:pt x="2536" y="5691"/>
                  <a:pt x="2703" y="5557"/>
                </a:cubicBezTo>
                <a:cubicBezTo>
                  <a:pt x="2903" y="5357"/>
                  <a:pt x="3003" y="5224"/>
                  <a:pt x="3003" y="5090"/>
                </a:cubicBezTo>
                <a:cubicBezTo>
                  <a:pt x="3003" y="5023"/>
                  <a:pt x="3003" y="4923"/>
                  <a:pt x="2970" y="4857"/>
                </a:cubicBezTo>
                <a:cubicBezTo>
                  <a:pt x="2970" y="4657"/>
                  <a:pt x="2970" y="4456"/>
                  <a:pt x="2936" y="4256"/>
                </a:cubicBezTo>
                <a:cubicBezTo>
                  <a:pt x="2903" y="4089"/>
                  <a:pt x="2903" y="3823"/>
                  <a:pt x="2903" y="3489"/>
                </a:cubicBezTo>
                <a:lnTo>
                  <a:pt x="2903" y="1388"/>
                </a:lnTo>
                <a:cubicBezTo>
                  <a:pt x="2970" y="954"/>
                  <a:pt x="2836" y="487"/>
                  <a:pt x="2569" y="153"/>
                </a:cubicBezTo>
                <a:cubicBezTo>
                  <a:pt x="2467" y="51"/>
                  <a:pt x="2340" y="0"/>
                  <a:pt x="218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41">
            <a:extLst>
              <a:ext uri="{FF2B5EF4-FFF2-40B4-BE49-F238E27FC236}">
                <a16:creationId xmlns:a16="http://schemas.microsoft.com/office/drawing/2014/main" id="{92F0F646-5705-38EC-9FA8-C5B9E38F9627}"/>
              </a:ext>
            </a:extLst>
          </p:cNvPr>
          <p:cNvSpPr/>
          <p:nvPr/>
        </p:nvSpPr>
        <p:spPr>
          <a:xfrm>
            <a:off x="2779678" y="2267726"/>
            <a:ext cx="46342" cy="112499"/>
          </a:xfrm>
          <a:custGeom>
            <a:avLst/>
            <a:gdLst/>
            <a:ahLst/>
            <a:cxnLst/>
            <a:rect l="l" t="t" r="r" b="b"/>
            <a:pathLst>
              <a:path w="3003" h="7290" extrusionOk="0">
                <a:moveTo>
                  <a:pt x="2472" y="1"/>
                </a:moveTo>
                <a:cubicBezTo>
                  <a:pt x="2375" y="1"/>
                  <a:pt x="2263" y="43"/>
                  <a:pt x="2135" y="122"/>
                </a:cubicBezTo>
                <a:cubicBezTo>
                  <a:pt x="1902" y="256"/>
                  <a:pt x="1702" y="456"/>
                  <a:pt x="1568" y="689"/>
                </a:cubicBezTo>
                <a:cubicBezTo>
                  <a:pt x="1368" y="956"/>
                  <a:pt x="1235" y="1223"/>
                  <a:pt x="1135" y="1557"/>
                </a:cubicBezTo>
                <a:cubicBezTo>
                  <a:pt x="1135" y="1490"/>
                  <a:pt x="1101" y="1390"/>
                  <a:pt x="1101" y="1256"/>
                </a:cubicBezTo>
                <a:cubicBezTo>
                  <a:pt x="1101" y="1156"/>
                  <a:pt x="1068" y="1056"/>
                  <a:pt x="1034" y="956"/>
                </a:cubicBezTo>
                <a:cubicBezTo>
                  <a:pt x="1015" y="917"/>
                  <a:pt x="984" y="901"/>
                  <a:pt x="948" y="901"/>
                </a:cubicBezTo>
                <a:cubicBezTo>
                  <a:pt x="923" y="901"/>
                  <a:pt x="895" y="909"/>
                  <a:pt x="868" y="923"/>
                </a:cubicBezTo>
                <a:cubicBezTo>
                  <a:pt x="668" y="1056"/>
                  <a:pt x="467" y="1190"/>
                  <a:pt x="301" y="1356"/>
                </a:cubicBezTo>
                <a:cubicBezTo>
                  <a:pt x="134" y="1456"/>
                  <a:pt x="34" y="1657"/>
                  <a:pt x="0" y="1857"/>
                </a:cubicBezTo>
                <a:cubicBezTo>
                  <a:pt x="0" y="1890"/>
                  <a:pt x="0" y="2024"/>
                  <a:pt x="34" y="2257"/>
                </a:cubicBezTo>
                <a:cubicBezTo>
                  <a:pt x="67" y="2491"/>
                  <a:pt x="67" y="2857"/>
                  <a:pt x="67" y="3391"/>
                </a:cubicBezTo>
                <a:lnTo>
                  <a:pt x="67" y="7060"/>
                </a:lnTo>
                <a:cubicBezTo>
                  <a:pt x="67" y="7213"/>
                  <a:pt x="111" y="7289"/>
                  <a:pt x="210" y="7289"/>
                </a:cubicBezTo>
                <a:cubicBezTo>
                  <a:pt x="285" y="7289"/>
                  <a:pt x="391" y="7246"/>
                  <a:pt x="534" y="7161"/>
                </a:cubicBezTo>
                <a:lnTo>
                  <a:pt x="801" y="7027"/>
                </a:lnTo>
                <a:cubicBezTo>
                  <a:pt x="934" y="6960"/>
                  <a:pt x="1034" y="6860"/>
                  <a:pt x="1101" y="6760"/>
                </a:cubicBezTo>
                <a:cubicBezTo>
                  <a:pt x="1168" y="6660"/>
                  <a:pt x="1235" y="6527"/>
                  <a:pt x="1235" y="6427"/>
                </a:cubicBezTo>
                <a:lnTo>
                  <a:pt x="1235" y="2457"/>
                </a:lnTo>
                <a:cubicBezTo>
                  <a:pt x="1268" y="2224"/>
                  <a:pt x="1401" y="2024"/>
                  <a:pt x="1602" y="1857"/>
                </a:cubicBezTo>
                <a:cubicBezTo>
                  <a:pt x="1652" y="1823"/>
                  <a:pt x="1693" y="1807"/>
                  <a:pt x="1727" y="1807"/>
                </a:cubicBezTo>
                <a:cubicBezTo>
                  <a:pt x="1760" y="1807"/>
                  <a:pt x="1785" y="1823"/>
                  <a:pt x="1802" y="1857"/>
                </a:cubicBezTo>
                <a:cubicBezTo>
                  <a:pt x="1868" y="1990"/>
                  <a:pt x="1868" y="2157"/>
                  <a:pt x="1868" y="2290"/>
                </a:cubicBezTo>
                <a:lnTo>
                  <a:pt x="1868" y="6026"/>
                </a:lnTo>
                <a:cubicBezTo>
                  <a:pt x="1868" y="6186"/>
                  <a:pt x="1916" y="6262"/>
                  <a:pt x="2018" y="6262"/>
                </a:cubicBezTo>
                <a:cubicBezTo>
                  <a:pt x="2087" y="6262"/>
                  <a:pt x="2181" y="6227"/>
                  <a:pt x="2302" y="6160"/>
                </a:cubicBezTo>
                <a:lnTo>
                  <a:pt x="2536" y="5993"/>
                </a:lnTo>
                <a:cubicBezTo>
                  <a:pt x="2769" y="5893"/>
                  <a:pt x="2936" y="5659"/>
                  <a:pt x="2969" y="5393"/>
                </a:cubicBezTo>
                <a:lnTo>
                  <a:pt x="2969" y="1223"/>
                </a:lnTo>
                <a:cubicBezTo>
                  <a:pt x="3003" y="856"/>
                  <a:pt x="2902" y="489"/>
                  <a:pt x="2736" y="156"/>
                </a:cubicBezTo>
                <a:cubicBezTo>
                  <a:pt x="2666" y="51"/>
                  <a:pt x="2578" y="1"/>
                  <a:pt x="24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41">
            <a:extLst>
              <a:ext uri="{FF2B5EF4-FFF2-40B4-BE49-F238E27FC236}">
                <a16:creationId xmlns:a16="http://schemas.microsoft.com/office/drawing/2014/main" id="{BE230078-E410-657E-EB9C-869C88A2C97D}"/>
              </a:ext>
            </a:extLst>
          </p:cNvPr>
          <p:cNvSpPr/>
          <p:nvPr/>
        </p:nvSpPr>
        <p:spPr>
          <a:xfrm>
            <a:off x="2857918" y="2204718"/>
            <a:ext cx="18040" cy="130816"/>
          </a:xfrm>
          <a:custGeom>
            <a:avLst/>
            <a:gdLst/>
            <a:ahLst/>
            <a:cxnLst/>
            <a:rect l="l" t="t" r="r" b="b"/>
            <a:pathLst>
              <a:path w="1169" h="8477" extrusionOk="0">
                <a:moveTo>
                  <a:pt x="1018" y="0"/>
                </a:moveTo>
                <a:cubicBezTo>
                  <a:pt x="949" y="0"/>
                  <a:pt x="856" y="35"/>
                  <a:pt x="735" y="102"/>
                </a:cubicBezTo>
                <a:lnTo>
                  <a:pt x="434" y="269"/>
                </a:lnTo>
                <a:cubicBezTo>
                  <a:pt x="201" y="402"/>
                  <a:pt x="34" y="636"/>
                  <a:pt x="1" y="903"/>
                </a:cubicBezTo>
                <a:lnTo>
                  <a:pt x="1" y="8241"/>
                </a:lnTo>
                <a:cubicBezTo>
                  <a:pt x="1" y="8401"/>
                  <a:pt x="60" y="8477"/>
                  <a:pt x="165" y="8477"/>
                </a:cubicBezTo>
                <a:cubicBezTo>
                  <a:pt x="235" y="8477"/>
                  <a:pt x="327" y="8442"/>
                  <a:pt x="434" y="8375"/>
                </a:cubicBezTo>
                <a:lnTo>
                  <a:pt x="735" y="8208"/>
                </a:lnTo>
                <a:cubicBezTo>
                  <a:pt x="1001" y="8075"/>
                  <a:pt x="1135" y="7841"/>
                  <a:pt x="1168" y="7574"/>
                </a:cubicBezTo>
                <a:lnTo>
                  <a:pt x="1168" y="236"/>
                </a:lnTo>
                <a:cubicBezTo>
                  <a:pt x="1168" y="76"/>
                  <a:pt x="1121" y="0"/>
                  <a:pt x="10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41">
            <a:extLst>
              <a:ext uri="{FF2B5EF4-FFF2-40B4-BE49-F238E27FC236}">
                <a16:creationId xmlns:a16="http://schemas.microsoft.com/office/drawing/2014/main" id="{64632139-C221-6864-8825-EFFA618E7FD3}"/>
              </a:ext>
            </a:extLst>
          </p:cNvPr>
          <p:cNvSpPr/>
          <p:nvPr/>
        </p:nvSpPr>
        <p:spPr>
          <a:xfrm>
            <a:off x="2909908" y="2166107"/>
            <a:ext cx="44799" cy="139721"/>
          </a:xfrm>
          <a:custGeom>
            <a:avLst/>
            <a:gdLst/>
            <a:ahLst/>
            <a:cxnLst/>
            <a:rect l="l" t="t" r="r" b="b"/>
            <a:pathLst>
              <a:path w="2903" h="9054" extrusionOk="0">
                <a:moveTo>
                  <a:pt x="926" y="1"/>
                </a:moveTo>
                <a:cubicBezTo>
                  <a:pt x="861" y="1"/>
                  <a:pt x="775" y="35"/>
                  <a:pt x="668" y="102"/>
                </a:cubicBezTo>
                <a:lnTo>
                  <a:pt x="401" y="236"/>
                </a:lnTo>
                <a:cubicBezTo>
                  <a:pt x="168" y="369"/>
                  <a:pt x="1" y="603"/>
                  <a:pt x="1" y="870"/>
                </a:cubicBezTo>
                <a:lnTo>
                  <a:pt x="1" y="8842"/>
                </a:lnTo>
                <a:cubicBezTo>
                  <a:pt x="1" y="8986"/>
                  <a:pt x="51" y="9054"/>
                  <a:pt x="168" y="9054"/>
                </a:cubicBezTo>
                <a:cubicBezTo>
                  <a:pt x="241" y="9054"/>
                  <a:pt x="339" y="9027"/>
                  <a:pt x="468" y="8975"/>
                </a:cubicBezTo>
                <a:lnTo>
                  <a:pt x="701" y="8842"/>
                </a:lnTo>
                <a:cubicBezTo>
                  <a:pt x="968" y="8709"/>
                  <a:pt x="1102" y="8475"/>
                  <a:pt x="1135" y="8208"/>
                </a:cubicBezTo>
                <a:lnTo>
                  <a:pt x="1135" y="4205"/>
                </a:lnTo>
                <a:cubicBezTo>
                  <a:pt x="1168" y="4005"/>
                  <a:pt x="1302" y="3772"/>
                  <a:pt x="1502" y="3638"/>
                </a:cubicBezTo>
                <a:cubicBezTo>
                  <a:pt x="1552" y="3605"/>
                  <a:pt x="1594" y="3588"/>
                  <a:pt x="1627" y="3588"/>
                </a:cubicBezTo>
                <a:cubicBezTo>
                  <a:pt x="1660" y="3588"/>
                  <a:pt x="1685" y="3605"/>
                  <a:pt x="1702" y="3638"/>
                </a:cubicBezTo>
                <a:cubicBezTo>
                  <a:pt x="1769" y="3772"/>
                  <a:pt x="1802" y="3905"/>
                  <a:pt x="1769" y="4072"/>
                </a:cubicBezTo>
                <a:lnTo>
                  <a:pt x="1769" y="7808"/>
                </a:lnTo>
                <a:cubicBezTo>
                  <a:pt x="1769" y="7953"/>
                  <a:pt x="1820" y="8034"/>
                  <a:pt x="1932" y="8034"/>
                </a:cubicBezTo>
                <a:cubicBezTo>
                  <a:pt x="1999" y="8034"/>
                  <a:pt x="2089" y="8004"/>
                  <a:pt x="2202" y="7941"/>
                </a:cubicBezTo>
                <a:lnTo>
                  <a:pt x="2436" y="7775"/>
                </a:lnTo>
                <a:cubicBezTo>
                  <a:pt x="2703" y="7675"/>
                  <a:pt x="2869" y="7441"/>
                  <a:pt x="2869" y="7174"/>
                </a:cubicBezTo>
                <a:lnTo>
                  <a:pt x="2869" y="3005"/>
                </a:lnTo>
                <a:cubicBezTo>
                  <a:pt x="2903" y="2638"/>
                  <a:pt x="2836" y="2237"/>
                  <a:pt x="2669" y="1937"/>
                </a:cubicBezTo>
                <a:cubicBezTo>
                  <a:pt x="2578" y="1827"/>
                  <a:pt x="2476" y="1777"/>
                  <a:pt x="2358" y="1777"/>
                </a:cubicBezTo>
                <a:cubicBezTo>
                  <a:pt x="2262" y="1777"/>
                  <a:pt x="2156" y="1810"/>
                  <a:pt x="2036" y="1870"/>
                </a:cubicBezTo>
                <a:cubicBezTo>
                  <a:pt x="1802" y="2004"/>
                  <a:pt x="1635" y="2204"/>
                  <a:pt x="1502" y="2404"/>
                </a:cubicBezTo>
                <a:cubicBezTo>
                  <a:pt x="1335" y="2671"/>
                  <a:pt x="1168" y="2904"/>
                  <a:pt x="1068" y="3205"/>
                </a:cubicBezTo>
                <a:lnTo>
                  <a:pt x="1068" y="236"/>
                </a:lnTo>
                <a:cubicBezTo>
                  <a:pt x="1068" y="77"/>
                  <a:pt x="1021" y="1"/>
                  <a:pt x="9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1">
            <a:extLst>
              <a:ext uri="{FF2B5EF4-FFF2-40B4-BE49-F238E27FC236}">
                <a16:creationId xmlns:a16="http://schemas.microsoft.com/office/drawing/2014/main" id="{B8CCD08C-91A5-1551-2FE3-24C40122A643}"/>
              </a:ext>
            </a:extLst>
          </p:cNvPr>
          <p:cNvSpPr/>
          <p:nvPr/>
        </p:nvSpPr>
        <p:spPr>
          <a:xfrm>
            <a:off x="2966018" y="2164178"/>
            <a:ext cx="46867" cy="100817"/>
          </a:xfrm>
          <a:custGeom>
            <a:avLst/>
            <a:gdLst/>
            <a:ahLst/>
            <a:cxnLst/>
            <a:rect l="l" t="t" r="r" b="b"/>
            <a:pathLst>
              <a:path w="3037" h="6533" extrusionOk="0">
                <a:moveTo>
                  <a:pt x="1681" y="1370"/>
                </a:moveTo>
                <a:cubicBezTo>
                  <a:pt x="1781" y="1370"/>
                  <a:pt x="1844" y="1445"/>
                  <a:pt x="1869" y="1595"/>
                </a:cubicBezTo>
                <a:cubicBezTo>
                  <a:pt x="1969" y="1962"/>
                  <a:pt x="2002" y="2329"/>
                  <a:pt x="1969" y="2696"/>
                </a:cubicBezTo>
                <a:lnTo>
                  <a:pt x="1135" y="3163"/>
                </a:lnTo>
                <a:cubicBezTo>
                  <a:pt x="1135" y="2729"/>
                  <a:pt x="1202" y="2329"/>
                  <a:pt x="1268" y="1895"/>
                </a:cubicBezTo>
                <a:cubicBezTo>
                  <a:pt x="1302" y="1695"/>
                  <a:pt x="1402" y="1528"/>
                  <a:pt x="1568" y="1395"/>
                </a:cubicBezTo>
                <a:cubicBezTo>
                  <a:pt x="1610" y="1378"/>
                  <a:pt x="1648" y="1370"/>
                  <a:pt x="1681" y="1370"/>
                </a:cubicBezTo>
                <a:close/>
                <a:moveTo>
                  <a:pt x="2112" y="1"/>
                </a:moveTo>
                <a:cubicBezTo>
                  <a:pt x="1959" y="1"/>
                  <a:pt x="1789" y="54"/>
                  <a:pt x="1602" y="161"/>
                </a:cubicBezTo>
                <a:cubicBezTo>
                  <a:pt x="1068" y="494"/>
                  <a:pt x="668" y="961"/>
                  <a:pt x="434" y="1562"/>
                </a:cubicBezTo>
                <a:cubicBezTo>
                  <a:pt x="134" y="2396"/>
                  <a:pt x="1" y="3296"/>
                  <a:pt x="34" y="4197"/>
                </a:cubicBezTo>
                <a:cubicBezTo>
                  <a:pt x="34" y="5198"/>
                  <a:pt x="167" y="5898"/>
                  <a:pt x="434" y="6265"/>
                </a:cubicBezTo>
                <a:cubicBezTo>
                  <a:pt x="592" y="6440"/>
                  <a:pt x="777" y="6533"/>
                  <a:pt x="1000" y="6533"/>
                </a:cubicBezTo>
                <a:cubicBezTo>
                  <a:pt x="1201" y="6533"/>
                  <a:pt x="1433" y="6457"/>
                  <a:pt x="1702" y="6298"/>
                </a:cubicBezTo>
                <a:cubicBezTo>
                  <a:pt x="1902" y="6198"/>
                  <a:pt x="2069" y="6098"/>
                  <a:pt x="2202" y="5932"/>
                </a:cubicBezTo>
                <a:cubicBezTo>
                  <a:pt x="2369" y="5765"/>
                  <a:pt x="2536" y="5598"/>
                  <a:pt x="2669" y="5398"/>
                </a:cubicBezTo>
                <a:cubicBezTo>
                  <a:pt x="2803" y="5231"/>
                  <a:pt x="2869" y="5031"/>
                  <a:pt x="2869" y="4831"/>
                </a:cubicBezTo>
                <a:cubicBezTo>
                  <a:pt x="2869" y="4731"/>
                  <a:pt x="2836" y="4631"/>
                  <a:pt x="2803" y="4564"/>
                </a:cubicBezTo>
                <a:cubicBezTo>
                  <a:pt x="2769" y="4430"/>
                  <a:pt x="2736" y="4330"/>
                  <a:pt x="2669" y="4264"/>
                </a:cubicBezTo>
                <a:cubicBezTo>
                  <a:pt x="2620" y="4215"/>
                  <a:pt x="2572" y="4184"/>
                  <a:pt x="2536" y="4184"/>
                </a:cubicBezTo>
                <a:cubicBezTo>
                  <a:pt x="2523" y="4184"/>
                  <a:pt x="2511" y="4188"/>
                  <a:pt x="2502" y="4197"/>
                </a:cubicBezTo>
                <a:cubicBezTo>
                  <a:pt x="2436" y="4230"/>
                  <a:pt x="2369" y="4297"/>
                  <a:pt x="2336" y="4364"/>
                </a:cubicBezTo>
                <a:cubicBezTo>
                  <a:pt x="2236" y="4497"/>
                  <a:pt x="2169" y="4597"/>
                  <a:pt x="2069" y="4697"/>
                </a:cubicBezTo>
                <a:cubicBezTo>
                  <a:pt x="1969" y="4797"/>
                  <a:pt x="1869" y="4864"/>
                  <a:pt x="1769" y="4931"/>
                </a:cubicBezTo>
                <a:cubicBezTo>
                  <a:pt x="1685" y="4981"/>
                  <a:pt x="1610" y="5006"/>
                  <a:pt x="1543" y="5006"/>
                </a:cubicBezTo>
                <a:cubicBezTo>
                  <a:pt x="1477" y="5006"/>
                  <a:pt x="1418" y="4981"/>
                  <a:pt x="1368" y="4931"/>
                </a:cubicBezTo>
                <a:cubicBezTo>
                  <a:pt x="1235" y="4731"/>
                  <a:pt x="1168" y="4464"/>
                  <a:pt x="1168" y="4197"/>
                </a:cubicBezTo>
                <a:lnTo>
                  <a:pt x="2603" y="3363"/>
                </a:lnTo>
                <a:cubicBezTo>
                  <a:pt x="2703" y="3263"/>
                  <a:pt x="2803" y="3096"/>
                  <a:pt x="2836" y="2963"/>
                </a:cubicBezTo>
                <a:cubicBezTo>
                  <a:pt x="2903" y="2796"/>
                  <a:pt x="2969" y="2629"/>
                  <a:pt x="2969" y="2462"/>
                </a:cubicBezTo>
                <a:cubicBezTo>
                  <a:pt x="3036" y="1729"/>
                  <a:pt x="2936" y="1028"/>
                  <a:pt x="2669" y="361"/>
                </a:cubicBezTo>
                <a:cubicBezTo>
                  <a:pt x="2529" y="121"/>
                  <a:pt x="2341" y="1"/>
                  <a:pt x="211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41">
            <a:extLst>
              <a:ext uri="{FF2B5EF4-FFF2-40B4-BE49-F238E27FC236}">
                <a16:creationId xmlns:a16="http://schemas.microsoft.com/office/drawing/2014/main" id="{00C5683E-A040-32A4-31EB-ACB0B6E56E2A}"/>
              </a:ext>
            </a:extLst>
          </p:cNvPr>
          <p:cNvSpPr/>
          <p:nvPr/>
        </p:nvSpPr>
        <p:spPr>
          <a:xfrm>
            <a:off x="3023672" y="2100691"/>
            <a:ext cx="25247" cy="136032"/>
          </a:xfrm>
          <a:custGeom>
            <a:avLst/>
            <a:gdLst/>
            <a:ahLst/>
            <a:cxnLst/>
            <a:rect l="l" t="t" r="r" b="b"/>
            <a:pathLst>
              <a:path w="1636" h="8815" extrusionOk="0">
                <a:moveTo>
                  <a:pt x="938" y="1"/>
                </a:moveTo>
                <a:cubicBezTo>
                  <a:pt x="862" y="1"/>
                  <a:pt x="760" y="36"/>
                  <a:pt x="634" y="105"/>
                </a:cubicBezTo>
                <a:lnTo>
                  <a:pt x="434" y="205"/>
                </a:lnTo>
                <a:cubicBezTo>
                  <a:pt x="167" y="339"/>
                  <a:pt x="1" y="572"/>
                  <a:pt x="1" y="839"/>
                </a:cubicBezTo>
                <a:lnTo>
                  <a:pt x="1" y="7510"/>
                </a:lnTo>
                <a:cubicBezTo>
                  <a:pt x="1" y="8389"/>
                  <a:pt x="171" y="8814"/>
                  <a:pt x="525" y="8814"/>
                </a:cubicBezTo>
                <a:cubicBezTo>
                  <a:pt x="642" y="8814"/>
                  <a:pt x="778" y="8769"/>
                  <a:pt x="935" y="8678"/>
                </a:cubicBezTo>
                <a:cubicBezTo>
                  <a:pt x="1135" y="8578"/>
                  <a:pt x="1302" y="8444"/>
                  <a:pt x="1435" y="8278"/>
                </a:cubicBezTo>
                <a:cubicBezTo>
                  <a:pt x="1568" y="8111"/>
                  <a:pt x="1635" y="7944"/>
                  <a:pt x="1635" y="7744"/>
                </a:cubicBezTo>
                <a:cubicBezTo>
                  <a:pt x="1635" y="7544"/>
                  <a:pt x="1635" y="7377"/>
                  <a:pt x="1602" y="7210"/>
                </a:cubicBezTo>
                <a:cubicBezTo>
                  <a:pt x="1546" y="7071"/>
                  <a:pt x="1514" y="7002"/>
                  <a:pt x="1466" y="7002"/>
                </a:cubicBezTo>
                <a:cubicBezTo>
                  <a:pt x="1456" y="7002"/>
                  <a:pt x="1446" y="7004"/>
                  <a:pt x="1435" y="7010"/>
                </a:cubicBezTo>
                <a:cubicBezTo>
                  <a:pt x="1402" y="7010"/>
                  <a:pt x="1368" y="7043"/>
                  <a:pt x="1368" y="7077"/>
                </a:cubicBezTo>
                <a:cubicBezTo>
                  <a:pt x="1335" y="7110"/>
                  <a:pt x="1302" y="7143"/>
                  <a:pt x="1268" y="7143"/>
                </a:cubicBezTo>
                <a:cubicBezTo>
                  <a:pt x="1235" y="7177"/>
                  <a:pt x="1210" y="7193"/>
                  <a:pt x="1189" y="7193"/>
                </a:cubicBezTo>
                <a:cubicBezTo>
                  <a:pt x="1168" y="7193"/>
                  <a:pt x="1152" y="7177"/>
                  <a:pt x="1135" y="7143"/>
                </a:cubicBezTo>
                <a:cubicBezTo>
                  <a:pt x="1101" y="7077"/>
                  <a:pt x="1068" y="6977"/>
                  <a:pt x="1101" y="6877"/>
                </a:cubicBezTo>
                <a:lnTo>
                  <a:pt x="1101" y="205"/>
                </a:lnTo>
                <a:cubicBezTo>
                  <a:pt x="1101" y="69"/>
                  <a:pt x="1045" y="1"/>
                  <a:pt x="9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1">
            <a:extLst>
              <a:ext uri="{FF2B5EF4-FFF2-40B4-BE49-F238E27FC236}">
                <a16:creationId xmlns:a16="http://schemas.microsoft.com/office/drawing/2014/main" id="{98452E96-FDB4-2894-59EF-5E60C0B5301A}"/>
              </a:ext>
            </a:extLst>
          </p:cNvPr>
          <p:cNvSpPr/>
          <p:nvPr/>
        </p:nvSpPr>
        <p:spPr>
          <a:xfrm>
            <a:off x="3056619" y="2110089"/>
            <a:ext cx="47376" cy="146218"/>
          </a:xfrm>
          <a:custGeom>
            <a:avLst/>
            <a:gdLst/>
            <a:ahLst/>
            <a:cxnLst/>
            <a:rect l="l" t="t" r="r" b="b"/>
            <a:pathLst>
              <a:path w="3070" h="9475" extrusionOk="0">
                <a:moveTo>
                  <a:pt x="1641" y="1673"/>
                </a:moveTo>
                <a:cubicBezTo>
                  <a:pt x="1715" y="1673"/>
                  <a:pt x="1785" y="1754"/>
                  <a:pt x="1835" y="1931"/>
                </a:cubicBezTo>
                <a:cubicBezTo>
                  <a:pt x="1902" y="2331"/>
                  <a:pt x="1935" y="2765"/>
                  <a:pt x="1935" y="3199"/>
                </a:cubicBezTo>
                <a:cubicBezTo>
                  <a:pt x="1935" y="3666"/>
                  <a:pt x="1902" y="4133"/>
                  <a:pt x="1835" y="4600"/>
                </a:cubicBezTo>
                <a:cubicBezTo>
                  <a:pt x="1802" y="4833"/>
                  <a:pt x="1668" y="5067"/>
                  <a:pt x="1502" y="5200"/>
                </a:cubicBezTo>
                <a:cubicBezTo>
                  <a:pt x="1452" y="5234"/>
                  <a:pt x="1393" y="5250"/>
                  <a:pt x="1339" y="5250"/>
                </a:cubicBezTo>
                <a:cubicBezTo>
                  <a:pt x="1285" y="5250"/>
                  <a:pt x="1235" y="5234"/>
                  <a:pt x="1201" y="5200"/>
                </a:cubicBezTo>
                <a:lnTo>
                  <a:pt x="1201" y="2365"/>
                </a:lnTo>
                <a:cubicBezTo>
                  <a:pt x="1235" y="2098"/>
                  <a:pt x="1368" y="1864"/>
                  <a:pt x="1568" y="1698"/>
                </a:cubicBezTo>
                <a:cubicBezTo>
                  <a:pt x="1593" y="1681"/>
                  <a:pt x="1617" y="1673"/>
                  <a:pt x="1641" y="1673"/>
                </a:cubicBezTo>
                <a:close/>
                <a:moveTo>
                  <a:pt x="2217" y="0"/>
                </a:moveTo>
                <a:cubicBezTo>
                  <a:pt x="2115" y="0"/>
                  <a:pt x="2014" y="34"/>
                  <a:pt x="1935" y="97"/>
                </a:cubicBezTo>
                <a:cubicBezTo>
                  <a:pt x="1735" y="197"/>
                  <a:pt x="1568" y="363"/>
                  <a:pt x="1468" y="597"/>
                </a:cubicBezTo>
                <a:cubicBezTo>
                  <a:pt x="1335" y="830"/>
                  <a:pt x="1235" y="1064"/>
                  <a:pt x="1168" y="1364"/>
                </a:cubicBezTo>
                <a:cubicBezTo>
                  <a:pt x="1135" y="1197"/>
                  <a:pt x="1101" y="1031"/>
                  <a:pt x="1068" y="897"/>
                </a:cubicBezTo>
                <a:cubicBezTo>
                  <a:pt x="1025" y="832"/>
                  <a:pt x="982" y="796"/>
                  <a:pt x="930" y="796"/>
                </a:cubicBezTo>
                <a:cubicBezTo>
                  <a:pt x="901" y="796"/>
                  <a:pt x="870" y="807"/>
                  <a:pt x="834" y="830"/>
                </a:cubicBezTo>
                <a:cubicBezTo>
                  <a:pt x="668" y="930"/>
                  <a:pt x="468" y="1097"/>
                  <a:pt x="301" y="1231"/>
                </a:cubicBezTo>
                <a:cubicBezTo>
                  <a:pt x="101" y="1431"/>
                  <a:pt x="1" y="1564"/>
                  <a:pt x="1" y="1698"/>
                </a:cubicBezTo>
                <a:cubicBezTo>
                  <a:pt x="1" y="1764"/>
                  <a:pt x="34" y="1831"/>
                  <a:pt x="34" y="1931"/>
                </a:cubicBezTo>
                <a:cubicBezTo>
                  <a:pt x="67" y="2131"/>
                  <a:pt x="67" y="2331"/>
                  <a:pt x="67" y="2498"/>
                </a:cubicBezTo>
                <a:lnTo>
                  <a:pt x="67" y="3299"/>
                </a:lnTo>
                <a:lnTo>
                  <a:pt x="67" y="9270"/>
                </a:lnTo>
                <a:cubicBezTo>
                  <a:pt x="67" y="9406"/>
                  <a:pt x="124" y="9474"/>
                  <a:pt x="231" y="9474"/>
                </a:cubicBezTo>
                <a:cubicBezTo>
                  <a:pt x="307" y="9474"/>
                  <a:pt x="409" y="9439"/>
                  <a:pt x="534" y="9370"/>
                </a:cubicBezTo>
                <a:lnTo>
                  <a:pt x="768" y="9236"/>
                </a:lnTo>
                <a:cubicBezTo>
                  <a:pt x="1001" y="9136"/>
                  <a:pt x="1201" y="8903"/>
                  <a:pt x="1201" y="8603"/>
                </a:cubicBezTo>
                <a:lnTo>
                  <a:pt x="1201" y="6368"/>
                </a:lnTo>
                <a:cubicBezTo>
                  <a:pt x="1301" y="6434"/>
                  <a:pt x="1410" y="6468"/>
                  <a:pt x="1518" y="6468"/>
                </a:cubicBezTo>
                <a:cubicBezTo>
                  <a:pt x="1627" y="6468"/>
                  <a:pt x="1735" y="6434"/>
                  <a:pt x="1835" y="6368"/>
                </a:cubicBezTo>
                <a:cubicBezTo>
                  <a:pt x="2269" y="6034"/>
                  <a:pt x="2602" y="5567"/>
                  <a:pt x="2736" y="5033"/>
                </a:cubicBezTo>
                <a:cubicBezTo>
                  <a:pt x="2969" y="4233"/>
                  <a:pt x="3069" y="3399"/>
                  <a:pt x="3069" y="2565"/>
                </a:cubicBezTo>
                <a:cubicBezTo>
                  <a:pt x="3069" y="2031"/>
                  <a:pt x="3036" y="1464"/>
                  <a:pt x="2936" y="964"/>
                </a:cubicBezTo>
                <a:cubicBezTo>
                  <a:pt x="2869" y="630"/>
                  <a:pt x="2736" y="330"/>
                  <a:pt x="2536" y="130"/>
                </a:cubicBezTo>
                <a:cubicBezTo>
                  <a:pt x="2448" y="42"/>
                  <a:pt x="2332" y="0"/>
                  <a:pt x="22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1">
            <a:extLst>
              <a:ext uri="{FF2B5EF4-FFF2-40B4-BE49-F238E27FC236}">
                <a16:creationId xmlns:a16="http://schemas.microsoft.com/office/drawing/2014/main" id="{70B32631-3259-D5EC-F1C5-73C48613A132}"/>
              </a:ext>
            </a:extLst>
          </p:cNvPr>
          <p:cNvSpPr/>
          <p:nvPr/>
        </p:nvSpPr>
        <p:spPr>
          <a:xfrm>
            <a:off x="3130230" y="2062790"/>
            <a:ext cx="45833" cy="145955"/>
          </a:xfrm>
          <a:custGeom>
            <a:avLst/>
            <a:gdLst/>
            <a:ahLst/>
            <a:cxnLst/>
            <a:rect l="l" t="t" r="r" b="b"/>
            <a:pathLst>
              <a:path w="2970" h="9458" extrusionOk="0">
                <a:moveTo>
                  <a:pt x="2853" y="1"/>
                </a:moveTo>
                <a:cubicBezTo>
                  <a:pt x="2778" y="1"/>
                  <a:pt x="2669" y="43"/>
                  <a:pt x="2536" y="126"/>
                </a:cubicBezTo>
                <a:lnTo>
                  <a:pt x="2336" y="259"/>
                </a:lnTo>
                <a:cubicBezTo>
                  <a:pt x="2135" y="326"/>
                  <a:pt x="1969" y="493"/>
                  <a:pt x="1935" y="726"/>
                </a:cubicBezTo>
                <a:lnTo>
                  <a:pt x="1635" y="3262"/>
                </a:lnTo>
                <a:cubicBezTo>
                  <a:pt x="1602" y="3428"/>
                  <a:pt x="1602" y="3695"/>
                  <a:pt x="1568" y="4096"/>
                </a:cubicBezTo>
                <a:cubicBezTo>
                  <a:pt x="1535" y="4162"/>
                  <a:pt x="1535" y="4362"/>
                  <a:pt x="1502" y="4629"/>
                </a:cubicBezTo>
                <a:lnTo>
                  <a:pt x="1468" y="4629"/>
                </a:lnTo>
                <a:cubicBezTo>
                  <a:pt x="1435" y="4062"/>
                  <a:pt x="1368" y="3662"/>
                  <a:pt x="1368" y="3428"/>
                </a:cubicBezTo>
                <a:lnTo>
                  <a:pt x="1068" y="1227"/>
                </a:lnTo>
                <a:cubicBezTo>
                  <a:pt x="1068" y="1127"/>
                  <a:pt x="1035" y="1093"/>
                  <a:pt x="968" y="1093"/>
                </a:cubicBezTo>
                <a:cubicBezTo>
                  <a:pt x="868" y="1093"/>
                  <a:pt x="768" y="1127"/>
                  <a:pt x="701" y="1193"/>
                </a:cubicBezTo>
                <a:lnTo>
                  <a:pt x="368" y="1394"/>
                </a:lnTo>
                <a:cubicBezTo>
                  <a:pt x="134" y="1527"/>
                  <a:pt x="1" y="1694"/>
                  <a:pt x="1" y="1861"/>
                </a:cubicBezTo>
                <a:cubicBezTo>
                  <a:pt x="1" y="1927"/>
                  <a:pt x="34" y="2027"/>
                  <a:pt x="34" y="2094"/>
                </a:cubicBezTo>
                <a:lnTo>
                  <a:pt x="901" y="6364"/>
                </a:lnTo>
                <a:cubicBezTo>
                  <a:pt x="935" y="6464"/>
                  <a:pt x="935" y="6531"/>
                  <a:pt x="1001" y="6531"/>
                </a:cubicBezTo>
                <a:cubicBezTo>
                  <a:pt x="1035" y="6531"/>
                  <a:pt x="1101" y="6497"/>
                  <a:pt x="1168" y="6464"/>
                </a:cubicBezTo>
                <a:lnTo>
                  <a:pt x="1168" y="6464"/>
                </a:lnTo>
                <a:lnTo>
                  <a:pt x="734" y="9132"/>
                </a:lnTo>
                <a:cubicBezTo>
                  <a:pt x="734" y="9199"/>
                  <a:pt x="734" y="9266"/>
                  <a:pt x="734" y="9333"/>
                </a:cubicBezTo>
                <a:cubicBezTo>
                  <a:pt x="734" y="9416"/>
                  <a:pt x="768" y="9458"/>
                  <a:pt x="835" y="9458"/>
                </a:cubicBezTo>
                <a:cubicBezTo>
                  <a:pt x="901" y="9458"/>
                  <a:pt x="1001" y="9416"/>
                  <a:pt x="1135" y="9333"/>
                </a:cubicBezTo>
                <a:lnTo>
                  <a:pt x="1302" y="9266"/>
                </a:lnTo>
                <a:cubicBezTo>
                  <a:pt x="1502" y="9166"/>
                  <a:pt x="1635" y="8999"/>
                  <a:pt x="1702" y="8799"/>
                </a:cubicBezTo>
                <a:lnTo>
                  <a:pt x="2969" y="360"/>
                </a:lnTo>
                <a:lnTo>
                  <a:pt x="2969" y="126"/>
                </a:lnTo>
                <a:cubicBezTo>
                  <a:pt x="2969" y="43"/>
                  <a:pt x="2928" y="1"/>
                  <a:pt x="28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1">
            <a:extLst>
              <a:ext uri="{FF2B5EF4-FFF2-40B4-BE49-F238E27FC236}">
                <a16:creationId xmlns:a16="http://schemas.microsoft.com/office/drawing/2014/main" id="{7E423549-3ADC-10C2-A6DC-DDD176992E6D}"/>
              </a:ext>
            </a:extLst>
          </p:cNvPr>
          <p:cNvSpPr/>
          <p:nvPr/>
        </p:nvSpPr>
        <p:spPr>
          <a:xfrm>
            <a:off x="3182744" y="2039380"/>
            <a:ext cx="47885" cy="101125"/>
          </a:xfrm>
          <a:custGeom>
            <a:avLst/>
            <a:gdLst/>
            <a:ahLst/>
            <a:cxnLst/>
            <a:rect l="l" t="t" r="r" b="b"/>
            <a:pathLst>
              <a:path w="3103" h="6553" extrusionOk="0">
                <a:moveTo>
                  <a:pt x="1662" y="1485"/>
                </a:moveTo>
                <a:cubicBezTo>
                  <a:pt x="1749" y="1485"/>
                  <a:pt x="1818" y="1560"/>
                  <a:pt x="1868" y="1710"/>
                </a:cubicBezTo>
                <a:cubicBezTo>
                  <a:pt x="1935" y="2143"/>
                  <a:pt x="1968" y="2577"/>
                  <a:pt x="1968" y="3044"/>
                </a:cubicBezTo>
                <a:cubicBezTo>
                  <a:pt x="1968" y="3511"/>
                  <a:pt x="1935" y="3978"/>
                  <a:pt x="1868" y="4445"/>
                </a:cubicBezTo>
                <a:cubicBezTo>
                  <a:pt x="1835" y="4679"/>
                  <a:pt x="1735" y="4879"/>
                  <a:pt x="1568" y="5012"/>
                </a:cubicBezTo>
                <a:cubicBezTo>
                  <a:pt x="1518" y="5042"/>
                  <a:pt x="1474" y="5057"/>
                  <a:pt x="1435" y="5057"/>
                </a:cubicBezTo>
                <a:cubicBezTo>
                  <a:pt x="1344" y="5057"/>
                  <a:pt x="1281" y="4975"/>
                  <a:pt x="1234" y="4812"/>
                </a:cubicBezTo>
                <a:cubicBezTo>
                  <a:pt x="1168" y="4378"/>
                  <a:pt x="1134" y="3945"/>
                  <a:pt x="1134" y="3511"/>
                </a:cubicBezTo>
                <a:cubicBezTo>
                  <a:pt x="1134" y="3011"/>
                  <a:pt x="1168" y="2544"/>
                  <a:pt x="1234" y="2077"/>
                </a:cubicBezTo>
                <a:cubicBezTo>
                  <a:pt x="1268" y="1843"/>
                  <a:pt x="1368" y="1643"/>
                  <a:pt x="1568" y="1510"/>
                </a:cubicBezTo>
                <a:cubicBezTo>
                  <a:pt x="1601" y="1493"/>
                  <a:pt x="1632" y="1485"/>
                  <a:pt x="1662" y="1485"/>
                </a:cubicBezTo>
                <a:close/>
                <a:moveTo>
                  <a:pt x="2127" y="0"/>
                </a:moveTo>
                <a:cubicBezTo>
                  <a:pt x="1950" y="0"/>
                  <a:pt x="1752" y="59"/>
                  <a:pt x="1534" y="175"/>
                </a:cubicBezTo>
                <a:cubicBezTo>
                  <a:pt x="1001" y="509"/>
                  <a:pt x="600" y="1043"/>
                  <a:pt x="400" y="1643"/>
                </a:cubicBezTo>
                <a:cubicBezTo>
                  <a:pt x="133" y="2444"/>
                  <a:pt x="0" y="3278"/>
                  <a:pt x="33" y="4145"/>
                </a:cubicBezTo>
                <a:cubicBezTo>
                  <a:pt x="33" y="5146"/>
                  <a:pt x="167" y="5846"/>
                  <a:pt x="400" y="6213"/>
                </a:cubicBezTo>
                <a:cubicBezTo>
                  <a:pt x="554" y="6443"/>
                  <a:pt x="741" y="6552"/>
                  <a:pt x="967" y="6552"/>
                </a:cubicBezTo>
                <a:cubicBezTo>
                  <a:pt x="1134" y="6552"/>
                  <a:pt x="1322" y="6493"/>
                  <a:pt x="1534" y="6380"/>
                </a:cubicBezTo>
                <a:cubicBezTo>
                  <a:pt x="2068" y="6046"/>
                  <a:pt x="2502" y="5546"/>
                  <a:pt x="2702" y="4945"/>
                </a:cubicBezTo>
                <a:cubicBezTo>
                  <a:pt x="2969" y="4111"/>
                  <a:pt x="3102" y="3278"/>
                  <a:pt x="3069" y="2410"/>
                </a:cubicBezTo>
                <a:cubicBezTo>
                  <a:pt x="3069" y="1376"/>
                  <a:pt x="2969" y="709"/>
                  <a:pt x="2702" y="309"/>
                </a:cubicBezTo>
                <a:cubicBezTo>
                  <a:pt x="2551" y="101"/>
                  <a:pt x="2357" y="0"/>
                  <a:pt x="21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1">
            <a:extLst>
              <a:ext uri="{FF2B5EF4-FFF2-40B4-BE49-F238E27FC236}">
                <a16:creationId xmlns:a16="http://schemas.microsoft.com/office/drawing/2014/main" id="{E70C359C-FA74-2687-B13A-C67AD1CFCF8D}"/>
              </a:ext>
            </a:extLst>
          </p:cNvPr>
          <p:cNvSpPr/>
          <p:nvPr/>
        </p:nvSpPr>
        <p:spPr>
          <a:xfrm>
            <a:off x="3241941" y="1999319"/>
            <a:ext cx="45308" cy="112298"/>
          </a:xfrm>
          <a:custGeom>
            <a:avLst/>
            <a:gdLst/>
            <a:ahLst/>
            <a:cxnLst/>
            <a:rect l="l" t="t" r="r" b="b"/>
            <a:pathLst>
              <a:path w="2936" h="7277" extrusionOk="0">
                <a:moveTo>
                  <a:pt x="2719" y="1"/>
                </a:moveTo>
                <a:cubicBezTo>
                  <a:pt x="2650" y="1"/>
                  <a:pt x="2556" y="35"/>
                  <a:pt x="2435" y="103"/>
                </a:cubicBezTo>
                <a:lnTo>
                  <a:pt x="2202" y="270"/>
                </a:lnTo>
                <a:cubicBezTo>
                  <a:pt x="2068" y="336"/>
                  <a:pt x="1968" y="403"/>
                  <a:pt x="1868" y="536"/>
                </a:cubicBezTo>
                <a:cubicBezTo>
                  <a:pt x="1801" y="636"/>
                  <a:pt x="1768" y="737"/>
                  <a:pt x="1768" y="870"/>
                </a:cubicBezTo>
                <a:lnTo>
                  <a:pt x="1768" y="4873"/>
                </a:lnTo>
                <a:cubicBezTo>
                  <a:pt x="1701" y="5106"/>
                  <a:pt x="1568" y="5306"/>
                  <a:pt x="1401" y="5473"/>
                </a:cubicBezTo>
                <a:cubicBezTo>
                  <a:pt x="1351" y="5507"/>
                  <a:pt x="1301" y="5523"/>
                  <a:pt x="1259" y="5523"/>
                </a:cubicBezTo>
                <a:cubicBezTo>
                  <a:pt x="1218" y="5523"/>
                  <a:pt x="1184" y="5507"/>
                  <a:pt x="1168" y="5473"/>
                </a:cubicBezTo>
                <a:cubicBezTo>
                  <a:pt x="1134" y="5340"/>
                  <a:pt x="1101" y="5173"/>
                  <a:pt x="1101" y="5040"/>
                </a:cubicBezTo>
                <a:lnTo>
                  <a:pt x="1101" y="1237"/>
                </a:lnTo>
                <a:cubicBezTo>
                  <a:pt x="1101" y="1101"/>
                  <a:pt x="1067" y="1033"/>
                  <a:pt x="979" y="1033"/>
                </a:cubicBezTo>
                <a:cubicBezTo>
                  <a:pt x="916" y="1033"/>
                  <a:pt x="826" y="1067"/>
                  <a:pt x="701" y="1137"/>
                </a:cubicBezTo>
                <a:lnTo>
                  <a:pt x="434" y="1270"/>
                </a:lnTo>
                <a:cubicBezTo>
                  <a:pt x="200" y="1370"/>
                  <a:pt x="33" y="1637"/>
                  <a:pt x="33" y="1904"/>
                </a:cubicBezTo>
                <a:lnTo>
                  <a:pt x="33" y="6074"/>
                </a:lnTo>
                <a:cubicBezTo>
                  <a:pt x="0" y="6441"/>
                  <a:pt x="67" y="6808"/>
                  <a:pt x="234" y="7141"/>
                </a:cubicBezTo>
                <a:cubicBezTo>
                  <a:pt x="328" y="7235"/>
                  <a:pt x="432" y="7276"/>
                  <a:pt x="547" y="7276"/>
                </a:cubicBezTo>
                <a:cubicBezTo>
                  <a:pt x="637" y="7276"/>
                  <a:pt x="732" y="7251"/>
                  <a:pt x="834" y="7208"/>
                </a:cubicBezTo>
                <a:cubicBezTo>
                  <a:pt x="1068" y="7041"/>
                  <a:pt x="1234" y="6874"/>
                  <a:pt x="1368" y="6641"/>
                </a:cubicBezTo>
                <a:cubicBezTo>
                  <a:pt x="1535" y="6374"/>
                  <a:pt x="1701" y="6074"/>
                  <a:pt x="1801" y="5773"/>
                </a:cubicBezTo>
                <a:cubicBezTo>
                  <a:pt x="1801" y="5840"/>
                  <a:pt x="1835" y="5940"/>
                  <a:pt x="1835" y="6074"/>
                </a:cubicBezTo>
                <a:cubicBezTo>
                  <a:pt x="1835" y="6174"/>
                  <a:pt x="1868" y="6274"/>
                  <a:pt x="1901" y="6374"/>
                </a:cubicBezTo>
                <a:cubicBezTo>
                  <a:pt x="1918" y="6391"/>
                  <a:pt x="1943" y="6399"/>
                  <a:pt x="1972" y="6399"/>
                </a:cubicBezTo>
                <a:cubicBezTo>
                  <a:pt x="2002" y="6399"/>
                  <a:pt x="2035" y="6391"/>
                  <a:pt x="2068" y="6374"/>
                </a:cubicBezTo>
                <a:cubicBezTo>
                  <a:pt x="2268" y="6240"/>
                  <a:pt x="2469" y="6107"/>
                  <a:pt x="2635" y="5940"/>
                </a:cubicBezTo>
                <a:cubicBezTo>
                  <a:pt x="2835" y="5773"/>
                  <a:pt x="2936" y="5607"/>
                  <a:pt x="2936" y="5473"/>
                </a:cubicBezTo>
                <a:cubicBezTo>
                  <a:pt x="2936" y="5407"/>
                  <a:pt x="2936" y="5273"/>
                  <a:pt x="2902" y="5040"/>
                </a:cubicBezTo>
                <a:cubicBezTo>
                  <a:pt x="2869" y="4839"/>
                  <a:pt x="2869" y="4439"/>
                  <a:pt x="2869" y="3905"/>
                </a:cubicBezTo>
                <a:lnTo>
                  <a:pt x="2869" y="236"/>
                </a:lnTo>
                <a:cubicBezTo>
                  <a:pt x="2869" y="77"/>
                  <a:pt x="2821" y="1"/>
                  <a:pt x="271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1">
            <a:extLst>
              <a:ext uri="{FF2B5EF4-FFF2-40B4-BE49-F238E27FC236}">
                <a16:creationId xmlns:a16="http://schemas.microsoft.com/office/drawing/2014/main" id="{3E5220BA-5F7F-FE51-79DB-1EC5980630AA}"/>
              </a:ext>
            </a:extLst>
          </p:cNvPr>
          <p:cNvSpPr/>
          <p:nvPr/>
        </p:nvSpPr>
        <p:spPr>
          <a:xfrm>
            <a:off x="3297018" y="1943208"/>
            <a:ext cx="43256" cy="134057"/>
          </a:xfrm>
          <a:custGeom>
            <a:avLst/>
            <a:gdLst/>
            <a:ahLst/>
            <a:cxnLst/>
            <a:rect l="l" t="t" r="r" b="b"/>
            <a:pathLst>
              <a:path w="2803" h="8687" extrusionOk="0">
                <a:moveTo>
                  <a:pt x="1997" y="1"/>
                </a:moveTo>
                <a:cubicBezTo>
                  <a:pt x="1790" y="1"/>
                  <a:pt x="1547" y="77"/>
                  <a:pt x="1268" y="236"/>
                </a:cubicBezTo>
                <a:cubicBezTo>
                  <a:pt x="1068" y="336"/>
                  <a:pt x="868" y="503"/>
                  <a:pt x="701" y="670"/>
                </a:cubicBezTo>
                <a:cubicBezTo>
                  <a:pt x="501" y="870"/>
                  <a:pt x="334" y="1070"/>
                  <a:pt x="200" y="1270"/>
                </a:cubicBezTo>
                <a:cubicBezTo>
                  <a:pt x="100" y="1470"/>
                  <a:pt x="34" y="1671"/>
                  <a:pt x="0" y="1904"/>
                </a:cubicBezTo>
                <a:cubicBezTo>
                  <a:pt x="34" y="2004"/>
                  <a:pt x="34" y="2104"/>
                  <a:pt x="100" y="2204"/>
                </a:cubicBezTo>
                <a:cubicBezTo>
                  <a:pt x="134" y="2304"/>
                  <a:pt x="200" y="2404"/>
                  <a:pt x="267" y="2505"/>
                </a:cubicBezTo>
                <a:cubicBezTo>
                  <a:pt x="316" y="2553"/>
                  <a:pt x="383" y="2584"/>
                  <a:pt x="428" y="2584"/>
                </a:cubicBezTo>
                <a:cubicBezTo>
                  <a:pt x="445" y="2584"/>
                  <a:pt x="458" y="2580"/>
                  <a:pt x="467" y="2571"/>
                </a:cubicBezTo>
                <a:cubicBezTo>
                  <a:pt x="534" y="2505"/>
                  <a:pt x="601" y="2438"/>
                  <a:pt x="634" y="2371"/>
                </a:cubicBezTo>
                <a:cubicBezTo>
                  <a:pt x="701" y="2271"/>
                  <a:pt x="768" y="2138"/>
                  <a:pt x="868" y="2071"/>
                </a:cubicBezTo>
                <a:cubicBezTo>
                  <a:pt x="934" y="1971"/>
                  <a:pt x="1034" y="1904"/>
                  <a:pt x="1134" y="1837"/>
                </a:cubicBezTo>
                <a:cubicBezTo>
                  <a:pt x="1236" y="1776"/>
                  <a:pt x="1322" y="1746"/>
                  <a:pt x="1393" y="1746"/>
                </a:cubicBezTo>
                <a:cubicBezTo>
                  <a:pt x="1554" y="1746"/>
                  <a:pt x="1635" y="1903"/>
                  <a:pt x="1635" y="2204"/>
                </a:cubicBezTo>
                <a:cubicBezTo>
                  <a:pt x="1601" y="2371"/>
                  <a:pt x="1568" y="2505"/>
                  <a:pt x="1535" y="2671"/>
                </a:cubicBezTo>
                <a:cubicBezTo>
                  <a:pt x="1468" y="2871"/>
                  <a:pt x="1368" y="3138"/>
                  <a:pt x="1235" y="3472"/>
                </a:cubicBezTo>
                <a:lnTo>
                  <a:pt x="1068" y="3872"/>
                </a:lnTo>
                <a:cubicBezTo>
                  <a:pt x="934" y="4206"/>
                  <a:pt x="834" y="4539"/>
                  <a:pt x="734" y="4906"/>
                </a:cubicBezTo>
                <a:cubicBezTo>
                  <a:pt x="667" y="5240"/>
                  <a:pt x="634" y="5540"/>
                  <a:pt x="634" y="5874"/>
                </a:cubicBezTo>
                <a:cubicBezTo>
                  <a:pt x="634" y="6007"/>
                  <a:pt x="667" y="6074"/>
                  <a:pt x="734" y="6074"/>
                </a:cubicBezTo>
                <a:cubicBezTo>
                  <a:pt x="834" y="6074"/>
                  <a:pt x="934" y="6040"/>
                  <a:pt x="1001" y="5940"/>
                </a:cubicBezTo>
                <a:lnTo>
                  <a:pt x="1168" y="5840"/>
                </a:lnTo>
                <a:cubicBezTo>
                  <a:pt x="1301" y="5807"/>
                  <a:pt x="1368" y="5707"/>
                  <a:pt x="1468" y="5607"/>
                </a:cubicBezTo>
                <a:cubicBezTo>
                  <a:pt x="1535" y="5540"/>
                  <a:pt x="1568" y="5407"/>
                  <a:pt x="1568" y="5307"/>
                </a:cubicBezTo>
                <a:cubicBezTo>
                  <a:pt x="1601" y="5040"/>
                  <a:pt x="1668" y="4739"/>
                  <a:pt x="1768" y="4473"/>
                </a:cubicBezTo>
                <a:cubicBezTo>
                  <a:pt x="1868" y="4172"/>
                  <a:pt x="2002" y="3872"/>
                  <a:pt x="2169" y="3572"/>
                </a:cubicBezTo>
                <a:cubicBezTo>
                  <a:pt x="2302" y="3272"/>
                  <a:pt x="2435" y="3038"/>
                  <a:pt x="2502" y="2838"/>
                </a:cubicBezTo>
                <a:cubicBezTo>
                  <a:pt x="2602" y="2605"/>
                  <a:pt x="2669" y="2371"/>
                  <a:pt x="2702" y="2138"/>
                </a:cubicBezTo>
                <a:cubicBezTo>
                  <a:pt x="2769" y="1871"/>
                  <a:pt x="2802" y="1570"/>
                  <a:pt x="2802" y="1304"/>
                </a:cubicBezTo>
                <a:cubicBezTo>
                  <a:pt x="2802" y="703"/>
                  <a:pt x="2636" y="303"/>
                  <a:pt x="2369" y="103"/>
                </a:cubicBezTo>
                <a:cubicBezTo>
                  <a:pt x="2261" y="36"/>
                  <a:pt x="2137" y="1"/>
                  <a:pt x="1997" y="1"/>
                </a:cubicBezTo>
                <a:close/>
                <a:moveTo>
                  <a:pt x="1520" y="6556"/>
                </a:moveTo>
                <a:cubicBezTo>
                  <a:pt x="1451" y="6556"/>
                  <a:pt x="1356" y="6593"/>
                  <a:pt x="1235" y="6674"/>
                </a:cubicBezTo>
                <a:lnTo>
                  <a:pt x="1001" y="6808"/>
                </a:lnTo>
                <a:cubicBezTo>
                  <a:pt x="734" y="6908"/>
                  <a:pt x="567" y="7141"/>
                  <a:pt x="534" y="7441"/>
                </a:cubicBezTo>
                <a:lnTo>
                  <a:pt x="534" y="8475"/>
                </a:lnTo>
                <a:cubicBezTo>
                  <a:pt x="534" y="8619"/>
                  <a:pt x="597" y="8687"/>
                  <a:pt x="715" y="8687"/>
                </a:cubicBezTo>
                <a:cubicBezTo>
                  <a:pt x="790" y="8687"/>
                  <a:pt x="885" y="8660"/>
                  <a:pt x="1001" y="8609"/>
                </a:cubicBezTo>
                <a:lnTo>
                  <a:pt x="1235" y="8442"/>
                </a:lnTo>
                <a:cubicBezTo>
                  <a:pt x="1468" y="8342"/>
                  <a:pt x="1635" y="8109"/>
                  <a:pt x="1668" y="7842"/>
                </a:cubicBezTo>
                <a:lnTo>
                  <a:pt x="1668" y="6774"/>
                </a:lnTo>
                <a:cubicBezTo>
                  <a:pt x="1668" y="6635"/>
                  <a:pt x="1621" y="6556"/>
                  <a:pt x="1520" y="655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1">
            <a:extLst>
              <a:ext uri="{FF2B5EF4-FFF2-40B4-BE49-F238E27FC236}">
                <a16:creationId xmlns:a16="http://schemas.microsoft.com/office/drawing/2014/main" id="{A4142F93-054A-4512-FB5D-0F00EDB12AFB}"/>
              </a:ext>
            </a:extLst>
          </p:cNvPr>
          <p:cNvSpPr/>
          <p:nvPr/>
        </p:nvSpPr>
        <p:spPr>
          <a:xfrm>
            <a:off x="1750661" y="4161363"/>
            <a:ext cx="543605" cy="329981"/>
          </a:xfrm>
          <a:custGeom>
            <a:avLst/>
            <a:gdLst/>
            <a:ahLst/>
            <a:cxnLst/>
            <a:rect l="l" t="t" r="r" b="b"/>
            <a:pathLst>
              <a:path w="35226" h="21383" extrusionOk="0">
                <a:moveTo>
                  <a:pt x="17805" y="7838"/>
                </a:moveTo>
                <a:cubicBezTo>
                  <a:pt x="19273" y="7838"/>
                  <a:pt x="20704" y="8203"/>
                  <a:pt x="21983" y="8874"/>
                </a:cubicBezTo>
                <a:cubicBezTo>
                  <a:pt x="22917" y="9441"/>
                  <a:pt x="23451" y="10075"/>
                  <a:pt x="23451" y="10675"/>
                </a:cubicBezTo>
                <a:cubicBezTo>
                  <a:pt x="23451" y="11309"/>
                  <a:pt x="22917" y="11943"/>
                  <a:pt x="21983" y="12477"/>
                </a:cubicBezTo>
                <a:cubicBezTo>
                  <a:pt x="20615" y="13160"/>
                  <a:pt x="19114" y="13502"/>
                  <a:pt x="17613" y="13502"/>
                </a:cubicBezTo>
                <a:cubicBezTo>
                  <a:pt x="16112" y="13502"/>
                  <a:pt x="14611" y="13160"/>
                  <a:pt x="13243" y="12477"/>
                </a:cubicBezTo>
                <a:cubicBezTo>
                  <a:pt x="12309" y="11943"/>
                  <a:pt x="11809" y="11276"/>
                  <a:pt x="11809" y="10675"/>
                </a:cubicBezTo>
                <a:cubicBezTo>
                  <a:pt x="11809" y="10075"/>
                  <a:pt x="12309" y="9408"/>
                  <a:pt x="13243" y="8874"/>
                </a:cubicBezTo>
                <a:cubicBezTo>
                  <a:pt x="14522" y="8203"/>
                  <a:pt x="15953" y="7838"/>
                  <a:pt x="17421" y="7838"/>
                </a:cubicBezTo>
                <a:cubicBezTo>
                  <a:pt x="17485" y="7838"/>
                  <a:pt x="17549" y="7838"/>
                  <a:pt x="17613" y="7840"/>
                </a:cubicBezTo>
                <a:cubicBezTo>
                  <a:pt x="17677" y="7838"/>
                  <a:pt x="17741" y="7838"/>
                  <a:pt x="17805" y="7838"/>
                </a:cubicBezTo>
                <a:close/>
                <a:moveTo>
                  <a:pt x="15445" y="1"/>
                </a:moveTo>
                <a:cubicBezTo>
                  <a:pt x="14644" y="1"/>
                  <a:pt x="13944" y="568"/>
                  <a:pt x="13777" y="1369"/>
                </a:cubicBezTo>
                <a:lnTo>
                  <a:pt x="13510" y="2870"/>
                </a:lnTo>
                <a:cubicBezTo>
                  <a:pt x="12876" y="3003"/>
                  <a:pt x="12243" y="3137"/>
                  <a:pt x="11609" y="3337"/>
                </a:cubicBezTo>
                <a:lnTo>
                  <a:pt x="8707" y="2002"/>
                </a:lnTo>
                <a:cubicBezTo>
                  <a:pt x="8473" y="1869"/>
                  <a:pt x="8173" y="1836"/>
                  <a:pt x="7873" y="1836"/>
                </a:cubicBezTo>
                <a:cubicBezTo>
                  <a:pt x="7539" y="1836"/>
                  <a:pt x="7206" y="1902"/>
                  <a:pt x="6905" y="2069"/>
                </a:cubicBezTo>
                <a:lnTo>
                  <a:pt x="3937" y="3804"/>
                </a:lnTo>
                <a:cubicBezTo>
                  <a:pt x="2969" y="4304"/>
                  <a:pt x="2903" y="5672"/>
                  <a:pt x="3803" y="6305"/>
                </a:cubicBezTo>
                <a:lnTo>
                  <a:pt x="5338" y="7406"/>
                </a:lnTo>
                <a:cubicBezTo>
                  <a:pt x="5271" y="7506"/>
                  <a:pt x="5204" y="7606"/>
                  <a:pt x="5137" y="7706"/>
                </a:cubicBezTo>
                <a:lnTo>
                  <a:pt x="1535" y="7940"/>
                </a:lnTo>
                <a:cubicBezTo>
                  <a:pt x="668" y="8007"/>
                  <a:pt x="0" y="8707"/>
                  <a:pt x="0" y="9574"/>
                </a:cubicBezTo>
                <a:lnTo>
                  <a:pt x="0" y="11776"/>
                </a:lnTo>
                <a:cubicBezTo>
                  <a:pt x="0" y="12643"/>
                  <a:pt x="668" y="13344"/>
                  <a:pt x="1535" y="13411"/>
                </a:cubicBezTo>
                <a:lnTo>
                  <a:pt x="5137" y="13644"/>
                </a:lnTo>
                <a:cubicBezTo>
                  <a:pt x="5204" y="13744"/>
                  <a:pt x="5271" y="13878"/>
                  <a:pt x="5338" y="13978"/>
                </a:cubicBezTo>
                <a:lnTo>
                  <a:pt x="3803" y="15078"/>
                </a:lnTo>
                <a:cubicBezTo>
                  <a:pt x="2903" y="15712"/>
                  <a:pt x="2969" y="17080"/>
                  <a:pt x="3937" y="17580"/>
                </a:cubicBezTo>
                <a:lnTo>
                  <a:pt x="6872" y="19281"/>
                </a:lnTo>
                <a:cubicBezTo>
                  <a:pt x="7172" y="19448"/>
                  <a:pt x="7539" y="19548"/>
                  <a:pt x="7873" y="19548"/>
                </a:cubicBezTo>
                <a:cubicBezTo>
                  <a:pt x="8140" y="19548"/>
                  <a:pt x="8440" y="19482"/>
                  <a:pt x="8707" y="19381"/>
                </a:cubicBezTo>
                <a:lnTo>
                  <a:pt x="11609" y="18047"/>
                </a:lnTo>
                <a:cubicBezTo>
                  <a:pt x="12209" y="18214"/>
                  <a:pt x="12843" y="18381"/>
                  <a:pt x="13477" y="18514"/>
                </a:cubicBezTo>
                <a:lnTo>
                  <a:pt x="13777" y="19982"/>
                </a:lnTo>
                <a:cubicBezTo>
                  <a:pt x="13910" y="20782"/>
                  <a:pt x="14611" y="21350"/>
                  <a:pt x="15445" y="21383"/>
                </a:cubicBezTo>
                <a:lnTo>
                  <a:pt x="19781" y="21383"/>
                </a:lnTo>
                <a:cubicBezTo>
                  <a:pt x="20582" y="21350"/>
                  <a:pt x="21282" y="20782"/>
                  <a:pt x="21449" y="19982"/>
                </a:cubicBezTo>
                <a:lnTo>
                  <a:pt x="21716" y="18514"/>
                </a:lnTo>
                <a:cubicBezTo>
                  <a:pt x="22383" y="18381"/>
                  <a:pt x="22984" y="18214"/>
                  <a:pt x="23617" y="18047"/>
                </a:cubicBezTo>
                <a:lnTo>
                  <a:pt x="26519" y="19381"/>
                </a:lnTo>
                <a:cubicBezTo>
                  <a:pt x="26786" y="19482"/>
                  <a:pt x="27053" y="19548"/>
                  <a:pt x="27353" y="19548"/>
                </a:cubicBezTo>
                <a:cubicBezTo>
                  <a:pt x="27687" y="19548"/>
                  <a:pt x="28020" y="19448"/>
                  <a:pt x="28354" y="19281"/>
                </a:cubicBezTo>
                <a:lnTo>
                  <a:pt x="31289" y="17580"/>
                </a:lnTo>
                <a:cubicBezTo>
                  <a:pt x="32257" y="17080"/>
                  <a:pt x="32324" y="15712"/>
                  <a:pt x="31423" y="15078"/>
                </a:cubicBezTo>
                <a:lnTo>
                  <a:pt x="29855" y="13978"/>
                </a:lnTo>
                <a:cubicBezTo>
                  <a:pt x="29955" y="13878"/>
                  <a:pt x="30022" y="13744"/>
                  <a:pt x="30089" y="13644"/>
                </a:cubicBezTo>
                <a:lnTo>
                  <a:pt x="33691" y="13411"/>
                </a:lnTo>
                <a:cubicBezTo>
                  <a:pt x="34558" y="13344"/>
                  <a:pt x="35192" y="12643"/>
                  <a:pt x="35226" y="11809"/>
                </a:cubicBezTo>
                <a:lnTo>
                  <a:pt x="35226" y="9608"/>
                </a:lnTo>
                <a:cubicBezTo>
                  <a:pt x="35226" y="8741"/>
                  <a:pt x="34558" y="8007"/>
                  <a:pt x="33691" y="7973"/>
                </a:cubicBezTo>
                <a:lnTo>
                  <a:pt x="30089" y="7740"/>
                </a:lnTo>
                <a:cubicBezTo>
                  <a:pt x="30022" y="7606"/>
                  <a:pt x="29955" y="7506"/>
                  <a:pt x="29888" y="7406"/>
                </a:cubicBezTo>
                <a:lnTo>
                  <a:pt x="31456" y="6305"/>
                </a:lnTo>
                <a:cubicBezTo>
                  <a:pt x="32357" y="5672"/>
                  <a:pt x="32290" y="4304"/>
                  <a:pt x="31323" y="3804"/>
                </a:cubicBezTo>
                <a:lnTo>
                  <a:pt x="28354" y="2069"/>
                </a:lnTo>
                <a:cubicBezTo>
                  <a:pt x="28054" y="1902"/>
                  <a:pt x="27720" y="1836"/>
                  <a:pt x="27353" y="1836"/>
                </a:cubicBezTo>
                <a:cubicBezTo>
                  <a:pt x="27086" y="1836"/>
                  <a:pt x="26786" y="1869"/>
                  <a:pt x="26519" y="2002"/>
                </a:cubicBezTo>
                <a:lnTo>
                  <a:pt x="23651" y="3337"/>
                </a:lnTo>
                <a:cubicBezTo>
                  <a:pt x="23017" y="3137"/>
                  <a:pt x="22383" y="3003"/>
                  <a:pt x="21749" y="2870"/>
                </a:cubicBezTo>
                <a:lnTo>
                  <a:pt x="21482" y="1369"/>
                </a:lnTo>
                <a:cubicBezTo>
                  <a:pt x="21316" y="568"/>
                  <a:pt x="20615" y="1"/>
                  <a:pt x="19815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1">
            <a:extLst>
              <a:ext uri="{FF2B5EF4-FFF2-40B4-BE49-F238E27FC236}">
                <a16:creationId xmlns:a16="http://schemas.microsoft.com/office/drawing/2014/main" id="{DB8917D9-DFB6-E009-FDCD-E72CB5C66941}"/>
              </a:ext>
            </a:extLst>
          </p:cNvPr>
          <p:cNvSpPr/>
          <p:nvPr/>
        </p:nvSpPr>
        <p:spPr>
          <a:xfrm>
            <a:off x="1770229" y="4140777"/>
            <a:ext cx="504485" cy="331015"/>
          </a:xfrm>
          <a:custGeom>
            <a:avLst/>
            <a:gdLst/>
            <a:ahLst/>
            <a:cxnLst/>
            <a:rect l="l" t="t" r="r" b="b"/>
            <a:pathLst>
              <a:path w="32691" h="21450" extrusionOk="0">
                <a:moveTo>
                  <a:pt x="16345" y="7039"/>
                </a:moveTo>
                <a:cubicBezTo>
                  <a:pt x="18155" y="7039"/>
                  <a:pt x="19964" y="7439"/>
                  <a:pt x="21349" y="8240"/>
                </a:cubicBezTo>
                <a:cubicBezTo>
                  <a:pt x="22183" y="8640"/>
                  <a:pt x="22883" y="9307"/>
                  <a:pt x="23317" y="10141"/>
                </a:cubicBezTo>
                <a:cubicBezTo>
                  <a:pt x="23083" y="10942"/>
                  <a:pt x="22416" y="11709"/>
                  <a:pt x="21349" y="12343"/>
                </a:cubicBezTo>
                <a:cubicBezTo>
                  <a:pt x="19964" y="13143"/>
                  <a:pt x="18155" y="13544"/>
                  <a:pt x="16345" y="13544"/>
                </a:cubicBezTo>
                <a:cubicBezTo>
                  <a:pt x="14535" y="13544"/>
                  <a:pt x="12726" y="13143"/>
                  <a:pt x="11341" y="12343"/>
                </a:cubicBezTo>
                <a:cubicBezTo>
                  <a:pt x="10474" y="11909"/>
                  <a:pt x="9807" y="11175"/>
                  <a:pt x="9407" y="10275"/>
                </a:cubicBezTo>
                <a:cubicBezTo>
                  <a:pt x="9640" y="9574"/>
                  <a:pt x="10241" y="8874"/>
                  <a:pt x="11341" y="8240"/>
                </a:cubicBezTo>
                <a:cubicBezTo>
                  <a:pt x="12726" y="7439"/>
                  <a:pt x="14535" y="7039"/>
                  <a:pt x="16345" y="7039"/>
                </a:cubicBezTo>
                <a:close/>
                <a:moveTo>
                  <a:pt x="14177" y="1"/>
                </a:moveTo>
                <a:cubicBezTo>
                  <a:pt x="13943" y="1"/>
                  <a:pt x="13777" y="167"/>
                  <a:pt x="13743" y="368"/>
                </a:cubicBezTo>
                <a:lnTo>
                  <a:pt x="13343" y="2336"/>
                </a:lnTo>
                <a:cubicBezTo>
                  <a:pt x="13310" y="2569"/>
                  <a:pt x="13143" y="2703"/>
                  <a:pt x="12943" y="2769"/>
                </a:cubicBezTo>
                <a:cubicBezTo>
                  <a:pt x="12142" y="2903"/>
                  <a:pt x="11375" y="3070"/>
                  <a:pt x="10608" y="3336"/>
                </a:cubicBezTo>
                <a:cubicBezTo>
                  <a:pt x="10522" y="3349"/>
                  <a:pt x="10437" y="3356"/>
                  <a:pt x="10353" y="3356"/>
                </a:cubicBezTo>
                <a:cubicBezTo>
                  <a:pt x="10208" y="3356"/>
                  <a:pt x="10067" y="3333"/>
                  <a:pt x="9940" y="3270"/>
                </a:cubicBezTo>
                <a:lnTo>
                  <a:pt x="6938" y="1902"/>
                </a:lnTo>
                <a:cubicBezTo>
                  <a:pt x="6830" y="1856"/>
                  <a:pt x="6722" y="1831"/>
                  <a:pt x="6617" y="1831"/>
                </a:cubicBezTo>
                <a:cubicBezTo>
                  <a:pt x="6495" y="1831"/>
                  <a:pt x="6378" y="1864"/>
                  <a:pt x="6271" y="1935"/>
                </a:cubicBezTo>
                <a:lnTo>
                  <a:pt x="3302" y="3637"/>
                </a:lnTo>
                <a:cubicBezTo>
                  <a:pt x="3236" y="3670"/>
                  <a:pt x="3169" y="3737"/>
                  <a:pt x="3169" y="3837"/>
                </a:cubicBezTo>
                <a:lnTo>
                  <a:pt x="3169" y="6405"/>
                </a:lnTo>
                <a:cubicBezTo>
                  <a:pt x="3169" y="6472"/>
                  <a:pt x="3236" y="6539"/>
                  <a:pt x="3302" y="6605"/>
                </a:cubicBezTo>
                <a:lnTo>
                  <a:pt x="4637" y="7573"/>
                </a:lnTo>
                <a:cubicBezTo>
                  <a:pt x="4570" y="7639"/>
                  <a:pt x="4437" y="7706"/>
                  <a:pt x="4303" y="7706"/>
                </a:cubicBezTo>
                <a:lnTo>
                  <a:pt x="367" y="7973"/>
                </a:lnTo>
                <a:cubicBezTo>
                  <a:pt x="167" y="7973"/>
                  <a:pt x="33" y="8140"/>
                  <a:pt x="0" y="8340"/>
                </a:cubicBezTo>
                <a:lnTo>
                  <a:pt x="0" y="10008"/>
                </a:lnTo>
                <a:lnTo>
                  <a:pt x="0" y="13110"/>
                </a:lnTo>
                <a:cubicBezTo>
                  <a:pt x="33" y="13310"/>
                  <a:pt x="167" y="13477"/>
                  <a:pt x="367" y="13510"/>
                </a:cubicBezTo>
                <a:lnTo>
                  <a:pt x="4303" y="13744"/>
                </a:lnTo>
                <a:cubicBezTo>
                  <a:pt x="4437" y="13744"/>
                  <a:pt x="4570" y="13811"/>
                  <a:pt x="4670" y="13877"/>
                </a:cubicBezTo>
                <a:lnTo>
                  <a:pt x="3302" y="14878"/>
                </a:lnTo>
                <a:cubicBezTo>
                  <a:pt x="3236" y="14911"/>
                  <a:pt x="3202" y="14978"/>
                  <a:pt x="3202" y="15078"/>
                </a:cubicBezTo>
                <a:lnTo>
                  <a:pt x="3202" y="17647"/>
                </a:lnTo>
                <a:cubicBezTo>
                  <a:pt x="3202" y="17713"/>
                  <a:pt x="3236" y="17780"/>
                  <a:pt x="3336" y="17847"/>
                </a:cubicBezTo>
                <a:lnTo>
                  <a:pt x="6271" y="19548"/>
                </a:lnTo>
                <a:cubicBezTo>
                  <a:pt x="6400" y="19603"/>
                  <a:pt x="6528" y="19628"/>
                  <a:pt x="6651" y="19628"/>
                </a:cubicBezTo>
                <a:cubicBezTo>
                  <a:pt x="6752" y="19628"/>
                  <a:pt x="6848" y="19611"/>
                  <a:pt x="6938" y="19581"/>
                </a:cubicBezTo>
                <a:lnTo>
                  <a:pt x="9940" y="18180"/>
                </a:lnTo>
                <a:cubicBezTo>
                  <a:pt x="10069" y="18125"/>
                  <a:pt x="10198" y="18100"/>
                  <a:pt x="10321" y="18100"/>
                </a:cubicBezTo>
                <a:cubicBezTo>
                  <a:pt x="10421" y="18100"/>
                  <a:pt x="10518" y="18117"/>
                  <a:pt x="10608" y="18147"/>
                </a:cubicBezTo>
                <a:cubicBezTo>
                  <a:pt x="11375" y="18380"/>
                  <a:pt x="12175" y="18547"/>
                  <a:pt x="12943" y="18681"/>
                </a:cubicBezTo>
                <a:cubicBezTo>
                  <a:pt x="13143" y="18747"/>
                  <a:pt x="13310" y="18914"/>
                  <a:pt x="13376" y="19114"/>
                </a:cubicBezTo>
                <a:lnTo>
                  <a:pt x="13743" y="21082"/>
                </a:lnTo>
                <a:cubicBezTo>
                  <a:pt x="13777" y="21283"/>
                  <a:pt x="13977" y="21449"/>
                  <a:pt x="14177" y="21449"/>
                </a:cubicBezTo>
                <a:lnTo>
                  <a:pt x="18513" y="21449"/>
                </a:lnTo>
                <a:cubicBezTo>
                  <a:pt x="18747" y="21416"/>
                  <a:pt x="18914" y="21283"/>
                  <a:pt x="18947" y="21082"/>
                </a:cubicBezTo>
                <a:lnTo>
                  <a:pt x="19314" y="19114"/>
                </a:lnTo>
                <a:cubicBezTo>
                  <a:pt x="19381" y="18914"/>
                  <a:pt x="19547" y="18747"/>
                  <a:pt x="19747" y="18681"/>
                </a:cubicBezTo>
                <a:cubicBezTo>
                  <a:pt x="20515" y="18547"/>
                  <a:pt x="21315" y="18380"/>
                  <a:pt x="22082" y="18147"/>
                </a:cubicBezTo>
                <a:cubicBezTo>
                  <a:pt x="22172" y="18117"/>
                  <a:pt x="22276" y="18100"/>
                  <a:pt x="22381" y="18100"/>
                </a:cubicBezTo>
                <a:cubicBezTo>
                  <a:pt x="22509" y="18100"/>
                  <a:pt x="22639" y="18125"/>
                  <a:pt x="22750" y="18180"/>
                </a:cubicBezTo>
                <a:lnTo>
                  <a:pt x="25752" y="19581"/>
                </a:lnTo>
                <a:cubicBezTo>
                  <a:pt x="25842" y="19611"/>
                  <a:pt x="25945" y="19628"/>
                  <a:pt x="26050" y="19628"/>
                </a:cubicBezTo>
                <a:cubicBezTo>
                  <a:pt x="26178" y="19628"/>
                  <a:pt x="26309" y="19603"/>
                  <a:pt x="26419" y="19548"/>
                </a:cubicBezTo>
                <a:lnTo>
                  <a:pt x="29354" y="17847"/>
                </a:lnTo>
                <a:cubicBezTo>
                  <a:pt x="29454" y="17780"/>
                  <a:pt x="29488" y="17713"/>
                  <a:pt x="29521" y="17647"/>
                </a:cubicBezTo>
                <a:lnTo>
                  <a:pt x="29521" y="15045"/>
                </a:lnTo>
                <a:cubicBezTo>
                  <a:pt x="29488" y="14978"/>
                  <a:pt x="29454" y="14911"/>
                  <a:pt x="29388" y="14845"/>
                </a:cubicBezTo>
                <a:lnTo>
                  <a:pt x="28053" y="13877"/>
                </a:lnTo>
                <a:cubicBezTo>
                  <a:pt x="28153" y="13811"/>
                  <a:pt x="28254" y="13744"/>
                  <a:pt x="28387" y="13744"/>
                </a:cubicBezTo>
                <a:lnTo>
                  <a:pt x="32323" y="13477"/>
                </a:lnTo>
                <a:cubicBezTo>
                  <a:pt x="32523" y="13477"/>
                  <a:pt x="32690" y="13310"/>
                  <a:pt x="32690" y="13110"/>
                </a:cubicBezTo>
                <a:lnTo>
                  <a:pt x="32690" y="8340"/>
                </a:lnTo>
                <a:cubicBezTo>
                  <a:pt x="32690" y="8140"/>
                  <a:pt x="32523" y="7973"/>
                  <a:pt x="32323" y="7973"/>
                </a:cubicBezTo>
                <a:lnTo>
                  <a:pt x="28387" y="7706"/>
                </a:lnTo>
                <a:cubicBezTo>
                  <a:pt x="28254" y="7706"/>
                  <a:pt x="28153" y="7639"/>
                  <a:pt x="28053" y="7573"/>
                </a:cubicBezTo>
                <a:lnTo>
                  <a:pt x="29388" y="6605"/>
                </a:lnTo>
                <a:cubicBezTo>
                  <a:pt x="29454" y="6539"/>
                  <a:pt x="29521" y="6472"/>
                  <a:pt x="29521" y="6405"/>
                </a:cubicBezTo>
                <a:lnTo>
                  <a:pt x="29521" y="3837"/>
                </a:lnTo>
                <a:cubicBezTo>
                  <a:pt x="29521" y="3737"/>
                  <a:pt x="29454" y="3670"/>
                  <a:pt x="29388" y="3637"/>
                </a:cubicBezTo>
                <a:lnTo>
                  <a:pt x="26419" y="1935"/>
                </a:lnTo>
                <a:cubicBezTo>
                  <a:pt x="26312" y="1864"/>
                  <a:pt x="26195" y="1831"/>
                  <a:pt x="26079" y="1831"/>
                </a:cubicBezTo>
                <a:cubicBezTo>
                  <a:pt x="25978" y="1831"/>
                  <a:pt x="25878" y="1856"/>
                  <a:pt x="25785" y="1902"/>
                </a:cubicBezTo>
                <a:lnTo>
                  <a:pt x="22783" y="3270"/>
                </a:lnTo>
                <a:cubicBezTo>
                  <a:pt x="22635" y="3333"/>
                  <a:pt x="22487" y="3356"/>
                  <a:pt x="22339" y="3356"/>
                </a:cubicBezTo>
                <a:cubicBezTo>
                  <a:pt x="22253" y="3356"/>
                  <a:pt x="22168" y="3349"/>
                  <a:pt x="22082" y="3336"/>
                </a:cubicBezTo>
                <a:cubicBezTo>
                  <a:pt x="21315" y="3070"/>
                  <a:pt x="20548" y="2903"/>
                  <a:pt x="19747" y="2769"/>
                </a:cubicBezTo>
                <a:cubicBezTo>
                  <a:pt x="19547" y="2703"/>
                  <a:pt x="19381" y="2569"/>
                  <a:pt x="19347" y="2336"/>
                </a:cubicBezTo>
                <a:lnTo>
                  <a:pt x="18980" y="368"/>
                </a:lnTo>
                <a:cubicBezTo>
                  <a:pt x="18914" y="167"/>
                  <a:pt x="18747" y="1"/>
                  <a:pt x="1851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1">
            <a:extLst>
              <a:ext uri="{FF2B5EF4-FFF2-40B4-BE49-F238E27FC236}">
                <a16:creationId xmlns:a16="http://schemas.microsoft.com/office/drawing/2014/main" id="{7B01EF7C-770D-D150-58B2-95403B13A262}"/>
              </a:ext>
            </a:extLst>
          </p:cNvPr>
          <p:cNvSpPr/>
          <p:nvPr/>
        </p:nvSpPr>
        <p:spPr>
          <a:xfrm>
            <a:off x="1770229" y="4140777"/>
            <a:ext cx="504485" cy="331015"/>
          </a:xfrm>
          <a:custGeom>
            <a:avLst/>
            <a:gdLst/>
            <a:ahLst/>
            <a:cxnLst/>
            <a:rect l="l" t="t" r="r" b="b"/>
            <a:pathLst>
              <a:path w="32691" h="21450" extrusionOk="0">
                <a:moveTo>
                  <a:pt x="16345" y="7039"/>
                </a:moveTo>
                <a:cubicBezTo>
                  <a:pt x="18155" y="7039"/>
                  <a:pt x="19964" y="7439"/>
                  <a:pt x="21349" y="8240"/>
                </a:cubicBezTo>
                <a:cubicBezTo>
                  <a:pt x="22183" y="8640"/>
                  <a:pt x="22883" y="9307"/>
                  <a:pt x="23317" y="10141"/>
                </a:cubicBezTo>
                <a:cubicBezTo>
                  <a:pt x="23083" y="10942"/>
                  <a:pt x="22416" y="11709"/>
                  <a:pt x="21349" y="12343"/>
                </a:cubicBezTo>
                <a:cubicBezTo>
                  <a:pt x="19964" y="13143"/>
                  <a:pt x="18155" y="13544"/>
                  <a:pt x="16345" y="13544"/>
                </a:cubicBezTo>
                <a:cubicBezTo>
                  <a:pt x="14535" y="13544"/>
                  <a:pt x="12726" y="13143"/>
                  <a:pt x="11341" y="12343"/>
                </a:cubicBezTo>
                <a:cubicBezTo>
                  <a:pt x="10474" y="11909"/>
                  <a:pt x="9807" y="11175"/>
                  <a:pt x="9407" y="10275"/>
                </a:cubicBezTo>
                <a:cubicBezTo>
                  <a:pt x="9640" y="9574"/>
                  <a:pt x="10241" y="8874"/>
                  <a:pt x="11341" y="8240"/>
                </a:cubicBezTo>
                <a:cubicBezTo>
                  <a:pt x="12726" y="7439"/>
                  <a:pt x="14535" y="7039"/>
                  <a:pt x="16345" y="7039"/>
                </a:cubicBezTo>
                <a:close/>
                <a:moveTo>
                  <a:pt x="14177" y="1"/>
                </a:moveTo>
                <a:cubicBezTo>
                  <a:pt x="13943" y="1"/>
                  <a:pt x="13777" y="167"/>
                  <a:pt x="13743" y="368"/>
                </a:cubicBezTo>
                <a:lnTo>
                  <a:pt x="13343" y="2336"/>
                </a:lnTo>
                <a:cubicBezTo>
                  <a:pt x="13310" y="2569"/>
                  <a:pt x="13143" y="2703"/>
                  <a:pt x="12943" y="2769"/>
                </a:cubicBezTo>
                <a:cubicBezTo>
                  <a:pt x="12142" y="2903"/>
                  <a:pt x="11375" y="3070"/>
                  <a:pt x="10608" y="3336"/>
                </a:cubicBezTo>
                <a:cubicBezTo>
                  <a:pt x="10522" y="3349"/>
                  <a:pt x="10437" y="3356"/>
                  <a:pt x="10353" y="3356"/>
                </a:cubicBezTo>
                <a:cubicBezTo>
                  <a:pt x="10208" y="3356"/>
                  <a:pt x="10067" y="3333"/>
                  <a:pt x="9940" y="3270"/>
                </a:cubicBezTo>
                <a:lnTo>
                  <a:pt x="6938" y="1902"/>
                </a:lnTo>
                <a:cubicBezTo>
                  <a:pt x="6830" y="1856"/>
                  <a:pt x="6722" y="1831"/>
                  <a:pt x="6617" y="1831"/>
                </a:cubicBezTo>
                <a:cubicBezTo>
                  <a:pt x="6495" y="1831"/>
                  <a:pt x="6378" y="1864"/>
                  <a:pt x="6271" y="1935"/>
                </a:cubicBezTo>
                <a:lnTo>
                  <a:pt x="3302" y="3637"/>
                </a:lnTo>
                <a:cubicBezTo>
                  <a:pt x="3236" y="3670"/>
                  <a:pt x="3169" y="3737"/>
                  <a:pt x="3169" y="3837"/>
                </a:cubicBezTo>
                <a:lnTo>
                  <a:pt x="3169" y="6405"/>
                </a:lnTo>
                <a:cubicBezTo>
                  <a:pt x="3169" y="6472"/>
                  <a:pt x="3236" y="6539"/>
                  <a:pt x="3302" y="6605"/>
                </a:cubicBezTo>
                <a:lnTo>
                  <a:pt x="4637" y="7573"/>
                </a:lnTo>
                <a:cubicBezTo>
                  <a:pt x="4570" y="7639"/>
                  <a:pt x="4437" y="7706"/>
                  <a:pt x="4303" y="7706"/>
                </a:cubicBezTo>
                <a:lnTo>
                  <a:pt x="367" y="7973"/>
                </a:lnTo>
                <a:cubicBezTo>
                  <a:pt x="167" y="7973"/>
                  <a:pt x="33" y="8140"/>
                  <a:pt x="0" y="8340"/>
                </a:cubicBezTo>
                <a:lnTo>
                  <a:pt x="0" y="10008"/>
                </a:lnTo>
                <a:lnTo>
                  <a:pt x="0" y="13110"/>
                </a:lnTo>
                <a:cubicBezTo>
                  <a:pt x="33" y="13310"/>
                  <a:pt x="167" y="13477"/>
                  <a:pt x="367" y="13510"/>
                </a:cubicBezTo>
                <a:lnTo>
                  <a:pt x="4303" y="13744"/>
                </a:lnTo>
                <a:cubicBezTo>
                  <a:pt x="4437" y="13744"/>
                  <a:pt x="4570" y="13811"/>
                  <a:pt x="4670" y="13877"/>
                </a:cubicBezTo>
                <a:lnTo>
                  <a:pt x="3302" y="14878"/>
                </a:lnTo>
                <a:cubicBezTo>
                  <a:pt x="3236" y="14911"/>
                  <a:pt x="3202" y="14978"/>
                  <a:pt x="3202" y="15078"/>
                </a:cubicBezTo>
                <a:lnTo>
                  <a:pt x="3202" y="17647"/>
                </a:lnTo>
                <a:cubicBezTo>
                  <a:pt x="3202" y="17713"/>
                  <a:pt x="3236" y="17780"/>
                  <a:pt x="3336" y="17847"/>
                </a:cubicBezTo>
                <a:lnTo>
                  <a:pt x="6271" y="19548"/>
                </a:lnTo>
                <a:cubicBezTo>
                  <a:pt x="6400" y="19603"/>
                  <a:pt x="6528" y="19628"/>
                  <a:pt x="6651" y="19628"/>
                </a:cubicBezTo>
                <a:cubicBezTo>
                  <a:pt x="6752" y="19628"/>
                  <a:pt x="6848" y="19611"/>
                  <a:pt x="6938" y="19581"/>
                </a:cubicBezTo>
                <a:lnTo>
                  <a:pt x="9940" y="18180"/>
                </a:lnTo>
                <a:cubicBezTo>
                  <a:pt x="10069" y="18125"/>
                  <a:pt x="10198" y="18100"/>
                  <a:pt x="10321" y="18100"/>
                </a:cubicBezTo>
                <a:cubicBezTo>
                  <a:pt x="10421" y="18100"/>
                  <a:pt x="10518" y="18117"/>
                  <a:pt x="10608" y="18147"/>
                </a:cubicBezTo>
                <a:cubicBezTo>
                  <a:pt x="11375" y="18380"/>
                  <a:pt x="12175" y="18547"/>
                  <a:pt x="12943" y="18681"/>
                </a:cubicBezTo>
                <a:cubicBezTo>
                  <a:pt x="13143" y="18747"/>
                  <a:pt x="13310" y="18914"/>
                  <a:pt x="13376" y="19114"/>
                </a:cubicBezTo>
                <a:lnTo>
                  <a:pt x="13743" y="21082"/>
                </a:lnTo>
                <a:cubicBezTo>
                  <a:pt x="13777" y="21283"/>
                  <a:pt x="13977" y="21449"/>
                  <a:pt x="14177" y="21449"/>
                </a:cubicBezTo>
                <a:lnTo>
                  <a:pt x="18513" y="21449"/>
                </a:lnTo>
                <a:cubicBezTo>
                  <a:pt x="18747" y="21416"/>
                  <a:pt x="18914" y="21283"/>
                  <a:pt x="18947" y="21082"/>
                </a:cubicBezTo>
                <a:lnTo>
                  <a:pt x="19314" y="19114"/>
                </a:lnTo>
                <a:cubicBezTo>
                  <a:pt x="19381" y="18914"/>
                  <a:pt x="19547" y="18747"/>
                  <a:pt x="19747" y="18681"/>
                </a:cubicBezTo>
                <a:cubicBezTo>
                  <a:pt x="20515" y="18547"/>
                  <a:pt x="21315" y="18380"/>
                  <a:pt x="22082" y="18147"/>
                </a:cubicBezTo>
                <a:cubicBezTo>
                  <a:pt x="22172" y="18117"/>
                  <a:pt x="22276" y="18100"/>
                  <a:pt x="22381" y="18100"/>
                </a:cubicBezTo>
                <a:cubicBezTo>
                  <a:pt x="22509" y="18100"/>
                  <a:pt x="22639" y="18125"/>
                  <a:pt x="22750" y="18180"/>
                </a:cubicBezTo>
                <a:lnTo>
                  <a:pt x="25752" y="19581"/>
                </a:lnTo>
                <a:cubicBezTo>
                  <a:pt x="25842" y="19611"/>
                  <a:pt x="25945" y="19628"/>
                  <a:pt x="26050" y="19628"/>
                </a:cubicBezTo>
                <a:cubicBezTo>
                  <a:pt x="26178" y="19628"/>
                  <a:pt x="26309" y="19603"/>
                  <a:pt x="26419" y="19548"/>
                </a:cubicBezTo>
                <a:lnTo>
                  <a:pt x="29354" y="17847"/>
                </a:lnTo>
                <a:cubicBezTo>
                  <a:pt x="29454" y="17780"/>
                  <a:pt x="29488" y="17713"/>
                  <a:pt x="29521" y="17647"/>
                </a:cubicBezTo>
                <a:lnTo>
                  <a:pt x="29521" y="15045"/>
                </a:lnTo>
                <a:cubicBezTo>
                  <a:pt x="29488" y="14978"/>
                  <a:pt x="29454" y="14911"/>
                  <a:pt x="29388" y="14845"/>
                </a:cubicBezTo>
                <a:lnTo>
                  <a:pt x="28053" y="13877"/>
                </a:lnTo>
                <a:cubicBezTo>
                  <a:pt x="28153" y="13811"/>
                  <a:pt x="28254" y="13744"/>
                  <a:pt x="28387" y="13744"/>
                </a:cubicBezTo>
                <a:lnTo>
                  <a:pt x="32323" y="13477"/>
                </a:lnTo>
                <a:cubicBezTo>
                  <a:pt x="32523" y="13477"/>
                  <a:pt x="32690" y="13310"/>
                  <a:pt x="32690" y="13110"/>
                </a:cubicBezTo>
                <a:lnTo>
                  <a:pt x="32690" y="8340"/>
                </a:lnTo>
                <a:cubicBezTo>
                  <a:pt x="32690" y="8140"/>
                  <a:pt x="32523" y="7973"/>
                  <a:pt x="32323" y="7973"/>
                </a:cubicBezTo>
                <a:lnTo>
                  <a:pt x="28387" y="7706"/>
                </a:lnTo>
                <a:cubicBezTo>
                  <a:pt x="28254" y="7706"/>
                  <a:pt x="28153" y="7639"/>
                  <a:pt x="28053" y="7573"/>
                </a:cubicBezTo>
                <a:lnTo>
                  <a:pt x="29388" y="6605"/>
                </a:lnTo>
                <a:cubicBezTo>
                  <a:pt x="29454" y="6539"/>
                  <a:pt x="29521" y="6472"/>
                  <a:pt x="29521" y="6405"/>
                </a:cubicBezTo>
                <a:lnTo>
                  <a:pt x="29521" y="3837"/>
                </a:lnTo>
                <a:cubicBezTo>
                  <a:pt x="29521" y="3737"/>
                  <a:pt x="29454" y="3670"/>
                  <a:pt x="29388" y="3637"/>
                </a:cubicBezTo>
                <a:lnTo>
                  <a:pt x="26419" y="1935"/>
                </a:lnTo>
                <a:cubicBezTo>
                  <a:pt x="26312" y="1864"/>
                  <a:pt x="26195" y="1831"/>
                  <a:pt x="26079" y="1831"/>
                </a:cubicBezTo>
                <a:cubicBezTo>
                  <a:pt x="25978" y="1831"/>
                  <a:pt x="25878" y="1856"/>
                  <a:pt x="25785" y="1902"/>
                </a:cubicBezTo>
                <a:lnTo>
                  <a:pt x="22783" y="3270"/>
                </a:lnTo>
                <a:cubicBezTo>
                  <a:pt x="22635" y="3333"/>
                  <a:pt x="22487" y="3356"/>
                  <a:pt x="22339" y="3356"/>
                </a:cubicBezTo>
                <a:cubicBezTo>
                  <a:pt x="22253" y="3356"/>
                  <a:pt x="22168" y="3349"/>
                  <a:pt x="22082" y="3336"/>
                </a:cubicBezTo>
                <a:cubicBezTo>
                  <a:pt x="21315" y="3070"/>
                  <a:pt x="20548" y="2903"/>
                  <a:pt x="19747" y="2769"/>
                </a:cubicBezTo>
                <a:cubicBezTo>
                  <a:pt x="19547" y="2703"/>
                  <a:pt x="19381" y="2569"/>
                  <a:pt x="19347" y="2336"/>
                </a:cubicBezTo>
                <a:lnTo>
                  <a:pt x="18980" y="368"/>
                </a:lnTo>
                <a:cubicBezTo>
                  <a:pt x="18914" y="167"/>
                  <a:pt x="18747" y="1"/>
                  <a:pt x="18513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1">
            <a:extLst>
              <a:ext uri="{FF2B5EF4-FFF2-40B4-BE49-F238E27FC236}">
                <a16:creationId xmlns:a16="http://schemas.microsoft.com/office/drawing/2014/main" id="{EC2676E6-28F0-2C01-5D65-717199474F6F}"/>
              </a:ext>
            </a:extLst>
          </p:cNvPr>
          <p:cNvSpPr/>
          <p:nvPr/>
        </p:nvSpPr>
        <p:spPr>
          <a:xfrm>
            <a:off x="1770229" y="4200498"/>
            <a:ext cx="89582" cy="154952"/>
          </a:xfrm>
          <a:custGeom>
            <a:avLst/>
            <a:gdLst/>
            <a:ahLst/>
            <a:cxnLst/>
            <a:rect l="l" t="t" r="r" b="b"/>
            <a:pathLst>
              <a:path w="5805" h="10041" extrusionOk="0">
                <a:moveTo>
                  <a:pt x="3169" y="0"/>
                </a:moveTo>
                <a:lnTo>
                  <a:pt x="3169" y="2535"/>
                </a:lnTo>
                <a:cubicBezTo>
                  <a:pt x="3169" y="2602"/>
                  <a:pt x="3202" y="2669"/>
                  <a:pt x="3269" y="2735"/>
                </a:cubicBezTo>
                <a:lnTo>
                  <a:pt x="4637" y="3703"/>
                </a:lnTo>
                <a:cubicBezTo>
                  <a:pt x="4703" y="3636"/>
                  <a:pt x="4770" y="3569"/>
                  <a:pt x="4837" y="3503"/>
                </a:cubicBezTo>
                <a:cubicBezTo>
                  <a:pt x="5070" y="3069"/>
                  <a:pt x="5337" y="2669"/>
                  <a:pt x="5671" y="2335"/>
                </a:cubicBezTo>
                <a:cubicBezTo>
                  <a:pt x="5804" y="2168"/>
                  <a:pt x="5771" y="1935"/>
                  <a:pt x="5604" y="1835"/>
                </a:cubicBezTo>
                <a:lnTo>
                  <a:pt x="3269" y="167"/>
                </a:lnTo>
                <a:cubicBezTo>
                  <a:pt x="3202" y="134"/>
                  <a:pt x="3169" y="67"/>
                  <a:pt x="3169" y="0"/>
                </a:cubicBezTo>
                <a:close/>
                <a:moveTo>
                  <a:pt x="0" y="6672"/>
                </a:moveTo>
                <a:lnTo>
                  <a:pt x="0" y="9240"/>
                </a:lnTo>
                <a:cubicBezTo>
                  <a:pt x="0" y="9440"/>
                  <a:pt x="133" y="9607"/>
                  <a:pt x="367" y="9640"/>
                </a:cubicBezTo>
                <a:lnTo>
                  <a:pt x="4303" y="9874"/>
                </a:lnTo>
                <a:cubicBezTo>
                  <a:pt x="4437" y="9907"/>
                  <a:pt x="4537" y="9941"/>
                  <a:pt x="4637" y="10041"/>
                </a:cubicBezTo>
                <a:lnTo>
                  <a:pt x="5637" y="9307"/>
                </a:lnTo>
                <a:cubicBezTo>
                  <a:pt x="5804" y="9207"/>
                  <a:pt x="5804" y="8973"/>
                  <a:pt x="5671" y="8840"/>
                </a:cubicBezTo>
                <a:cubicBezTo>
                  <a:pt x="5337" y="8473"/>
                  <a:pt x="5070" y="8106"/>
                  <a:pt x="4837" y="7672"/>
                </a:cubicBezTo>
                <a:cubicBezTo>
                  <a:pt x="4703" y="7472"/>
                  <a:pt x="4503" y="7339"/>
                  <a:pt x="4303" y="7305"/>
                </a:cubicBezTo>
                <a:lnTo>
                  <a:pt x="367" y="7072"/>
                </a:lnTo>
                <a:cubicBezTo>
                  <a:pt x="133" y="7038"/>
                  <a:pt x="0" y="6872"/>
                  <a:pt x="0" y="6672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1">
            <a:extLst>
              <a:ext uri="{FF2B5EF4-FFF2-40B4-BE49-F238E27FC236}">
                <a16:creationId xmlns:a16="http://schemas.microsoft.com/office/drawing/2014/main" id="{397C384A-7062-CBEA-6A16-F956439FE654}"/>
              </a:ext>
            </a:extLst>
          </p:cNvPr>
          <p:cNvSpPr/>
          <p:nvPr/>
        </p:nvSpPr>
        <p:spPr>
          <a:xfrm>
            <a:off x="1908175" y="4223662"/>
            <a:ext cx="227544" cy="75678"/>
          </a:xfrm>
          <a:custGeom>
            <a:avLst/>
            <a:gdLst/>
            <a:ahLst/>
            <a:cxnLst/>
            <a:rect l="l" t="t" r="r" b="b"/>
            <a:pathLst>
              <a:path w="14745" h="4904" extrusionOk="0">
                <a:moveTo>
                  <a:pt x="7406" y="0"/>
                </a:moveTo>
                <a:cubicBezTo>
                  <a:pt x="5596" y="0"/>
                  <a:pt x="3787" y="400"/>
                  <a:pt x="2402" y="1201"/>
                </a:cubicBezTo>
                <a:cubicBezTo>
                  <a:pt x="635" y="2202"/>
                  <a:pt x="1" y="3603"/>
                  <a:pt x="468" y="4904"/>
                </a:cubicBezTo>
                <a:cubicBezTo>
                  <a:pt x="668" y="4203"/>
                  <a:pt x="1302" y="3503"/>
                  <a:pt x="2402" y="2869"/>
                </a:cubicBezTo>
                <a:cubicBezTo>
                  <a:pt x="3770" y="2068"/>
                  <a:pt x="5580" y="1668"/>
                  <a:pt x="7394" y="1668"/>
                </a:cubicBezTo>
                <a:cubicBezTo>
                  <a:pt x="9207" y="1668"/>
                  <a:pt x="11025" y="2068"/>
                  <a:pt x="12410" y="2869"/>
                </a:cubicBezTo>
                <a:cubicBezTo>
                  <a:pt x="13244" y="3303"/>
                  <a:pt x="13911" y="3936"/>
                  <a:pt x="14378" y="4770"/>
                </a:cubicBezTo>
                <a:cubicBezTo>
                  <a:pt x="14745" y="3503"/>
                  <a:pt x="14077" y="2168"/>
                  <a:pt x="12410" y="1201"/>
                </a:cubicBezTo>
                <a:cubicBezTo>
                  <a:pt x="11025" y="400"/>
                  <a:pt x="9216" y="0"/>
                  <a:pt x="7406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41">
            <a:extLst>
              <a:ext uri="{FF2B5EF4-FFF2-40B4-BE49-F238E27FC236}">
                <a16:creationId xmlns:a16="http://schemas.microsoft.com/office/drawing/2014/main" id="{387A2B03-720F-E842-CEFC-B49C8EA1F5ED}"/>
              </a:ext>
            </a:extLst>
          </p:cNvPr>
          <p:cNvSpPr/>
          <p:nvPr/>
        </p:nvSpPr>
        <p:spPr>
          <a:xfrm>
            <a:off x="1872666" y="4201007"/>
            <a:ext cx="402048" cy="271293"/>
          </a:xfrm>
          <a:custGeom>
            <a:avLst/>
            <a:gdLst/>
            <a:ahLst/>
            <a:cxnLst/>
            <a:rect l="l" t="t" r="r" b="b"/>
            <a:pathLst>
              <a:path w="26053" h="17580" extrusionOk="0">
                <a:moveTo>
                  <a:pt x="22883" y="0"/>
                </a:moveTo>
                <a:cubicBezTo>
                  <a:pt x="22850" y="34"/>
                  <a:pt x="22850" y="67"/>
                  <a:pt x="22816" y="67"/>
                </a:cubicBezTo>
                <a:cubicBezTo>
                  <a:pt x="22816" y="101"/>
                  <a:pt x="22783" y="101"/>
                  <a:pt x="22783" y="134"/>
                </a:cubicBezTo>
                <a:lnTo>
                  <a:pt x="20415" y="1802"/>
                </a:lnTo>
                <a:cubicBezTo>
                  <a:pt x="20415" y="1835"/>
                  <a:pt x="20381" y="1835"/>
                  <a:pt x="20381" y="1868"/>
                </a:cubicBezTo>
                <a:cubicBezTo>
                  <a:pt x="20315" y="1902"/>
                  <a:pt x="20315" y="1969"/>
                  <a:pt x="20281" y="2002"/>
                </a:cubicBezTo>
                <a:cubicBezTo>
                  <a:pt x="20281" y="2035"/>
                  <a:pt x="20281" y="2069"/>
                  <a:pt x="20281" y="2102"/>
                </a:cubicBezTo>
                <a:cubicBezTo>
                  <a:pt x="20281" y="2102"/>
                  <a:pt x="20281" y="2135"/>
                  <a:pt x="20281" y="2169"/>
                </a:cubicBezTo>
                <a:cubicBezTo>
                  <a:pt x="20315" y="2202"/>
                  <a:pt x="20348" y="2235"/>
                  <a:pt x="20381" y="2302"/>
                </a:cubicBezTo>
                <a:cubicBezTo>
                  <a:pt x="20381" y="2302"/>
                  <a:pt x="20415" y="2335"/>
                  <a:pt x="20415" y="2335"/>
                </a:cubicBezTo>
                <a:cubicBezTo>
                  <a:pt x="20715" y="2669"/>
                  <a:pt x="20982" y="3036"/>
                  <a:pt x="21215" y="3436"/>
                </a:cubicBezTo>
                <a:cubicBezTo>
                  <a:pt x="21249" y="3536"/>
                  <a:pt x="21315" y="3603"/>
                  <a:pt x="21382" y="3670"/>
                </a:cubicBezTo>
                <a:lnTo>
                  <a:pt x="22750" y="2702"/>
                </a:lnTo>
                <a:cubicBezTo>
                  <a:pt x="22816" y="2636"/>
                  <a:pt x="22850" y="2569"/>
                  <a:pt x="22883" y="2502"/>
                </a:cubicBezTo>
                <a:lnTo>
                  <a:pt x="22883" y="0"/>
                </a:lnTo>
                <a:close/>
                <a:moveTo>
                  <a:pt x="26052" y="6705"/>
                </a:moveTo>
                <a:cubicBezTo>
                  <a:pt x="26019" y="6872"/>
                  <a:pt x="25885" y="7005"/>
                  <a:pt x="25685" y="7039"/>
                </a:cubicBezTo>
                <a:lnTo>
                  <a:pt x="21749" y="7306"/>
                </a:lnTo>
                <a:cubicBezTo>
                  <a:pt x="21682" y="7306"/>
                  <a:pt x="21616" y="7306"/>
                  <a:pt x="21549" y="7339"/>
                </a:cubicBezTo>
                <a:lnTo>
                  <a:pt x="21549" y="9908"/>
                </a:lnTo>
                <a:cubicBezTo>
                  <a:pt x="21616" y="9874"/>
                  <a:pt x="21682" y="9874"/>
                  <a:pt x="21749" y="9841"/>
                </a:cubicBezTo>
                <a:lnTo>
                  <a:pt x="25685" y="9607"/>
                </a:lnTo>
                <a:cubicBezTo>
                  <a:pt x="25885" y="9574"/>
                  <a:pt x="26052" y="9407"/>
                  <a:pt x="26052" y="9207"/>
                </a:cubicBezTo>
                <a:lnTo>
                  <a:pt x="26052" y="6705"/>
                </a:lnTo>
                <a:close/>
                <a:moveTo>
                  <a:pt x="3569" y="11642"/>
                </a:moveTo>
                <a:cubicBezTo>
                  <a:pt x="3469" y="11642"/>
                  <a:pt x="3369" y="11675"/>
                  <a:pt x="3269" y="11709"/>
                </a:cubicBezTo>
                <a:lnTo>
                  <a:pt x="267" y="13110"/>
                </a:lnTo>
                <a:cubicBezTo>
                  <a:pt x="200" y="13143"/>
                  <a:pt x="100" y="13177"/>
                  <a:pt x="0" y="13177"/>
                </a:cubicBezTo>
                <a:lnTo>
                  <a:pt x="0" y="15712"/>
                </a:lnTo>
                <a:cubicBezTo>
                  <a:pt x="100" y="15712"/>
                  <a:pt x="167" y="15712"/>
                  <a:pt x="267" y="15678"/>
                </a:cubicBezTo>
                <a:lnTo>
                  <a:pt x="3269" y="14277"/>
                </a:lnTo>
                <a:cubicBezTo>
                  <a:pt x="3369" y="14244"/>
                  <a:pt x="3469" y="14211"/>
                  <a:pt x="3569" y="14211"/>
                </a:cubicBezTo>
                <a:lnTo>
                  <a:pt x="3569" y="11642"/>
                </a:lnTo>
                <a:close/>
                <a:moveTo>
                  <a:pt x="22883" y="11175"/>
                </a:moveTo>
                <a:cubicBezTo>
                  <a:pt x="22850" y="11242"/>
                  <a:pt x="22816" y="11309"/>
                  <a:pt x="22716" y="11375"/>
                </a:cubicBezTo>
                <a:lnTo>
                  <a:pt x="19781" y="13076"/>
                </a:lnTo>
                <a:cubicBezTo>
                  <a:pt x="19659" y="13125"/>
                  <a:pt x="19555" y="13156"/>
                  <a:pt x="19442" y="13156"/>
                </a:cubicBezTo>
                <a:cubicBezTo>
                  <a:pt x="19401" y="13156"/>
                  <a:pt x="19359" y="13152"/>
                  <a:pt x="19314" y="13143"/>
                </a:cubicBezTo>
                <a:lnTo>
                  <a:pt x="19314" y="15712"/>
                </a:lnTo>
                <a:cubicBezTo>
                  <a:pt x="19481" y="15712"/>
                  <a:pt x="19614" y="15712"/>
                  <a:pt x="19781" y="15612"/>
                </a:cubicBezTo>
                <a:lnTo>
                  <a:pt x="22716" y="13910"/>
                </a:lnTo>
                <a:cubicBezTo>
                  <a:pt x="22816" y="13877"/>
                  <a:pt x="22850" y="13810"/>
                  <a:pt x="22883" y="13744"/>
                </a:cubicBezTo>
                <a:lnTo>
                  <a:pt x="22883" y="11175"/>
                </a:lnTo>
                <a:close/>
                <a:moveTo>
                  <a:pt x="12242" y="14778"/>
                </a:moveTo>
                <a:cubicBezTo>
                  <a:pt x="12142" y="14911"/>
                  <a:pt x="12009" y="14978"/>
                  <a:pt x="11875" y="14978"/>
                </a:cubicBezTo>
                <a:lnTo>
                  <a:pt x="7539" y="14978"/>
                </a:lnTo>
                <a:cubicBezTo>
                  <a:pt x="7439" y="14978"/>
                  <a:pt x="7339" y="14944"/>
                  <a:pt x="7272" y="14878"/>
                </a:cubicBezTo>
                <a:lnTo>
                  <a:pt x="7272" y="17480"/>
                </a:lnTo>
                <a:cubicBezTo>
                  <a:pt x="7339" y="17546"/>
                  <a:pt x="7439" y="17580"/>
                  <a:pt x="7539" y="17580"/>
                </a:cubicBezTo>
                <a:lnTo>
                  <a:pt x="11875" y="17580"/>
                </a:lnTo>
                <a:cubicBezTo>
                  <a:pt x="12042" y="17580"/>
                  <a:pt x="12175" y="17480"/>
                  <a:pt x="12242" y="17346"/>
                </a:cubicBezTo>
                <a:lnTo>
                  <a:pt x="12242" y="14778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1">
            <a:extLst>
              <a:ext uri="{FF2B5EF4-FFF2-40B4-BE49-F238E27FC236}">
                <a16:creationId xmlns:a16="http://schemas.microsoft.com/office/drawing/2014/main" id="{8135C63A-421E-0051-242C-2DCE79E93A10}"/>
              </a:ext>
            </a:extLst>
          </p:cNvPr>
          <p:cNvSpPr/>
          <p:nvPr/>
        </p:nvSpPr>
        <p:spPr>
          <a:xfrm>
            <a:off x="1872666" y="4201007"/>
            <a:ext cx="402048" cy="271293"/>
          </a:xfrm>
          <a:custGeom>
            <a:avLst/>
            <a:gdLst/>
            <a:ahLst/>
            <a:cxnLst/>
            <a:rect l="l" t="t" r="r" b="b"/>
            <a:pathLst>
              <a:path w="26053" h="17580" extrusionOk="0">
                <a:moveTo>
                  <a:pt x="22883" y="0"/>
                </a:moveTo>
                <a:cubicBezTo>
                  <a:pt x="22850" y="34"/>
                  <a:pt x="22850" y="67"/>
                  <a:pt x="22816" y="67"/>
                </a:cubicBezTo>
                <a:cubicBezTo>
                  <a:pt x="22816" y="101"/>
                  <a:pt x="22783" y="101"/>
                  <a:pt x="22783" y="134"/>
                </a:cubicBezTo>
                <a:lnTo>
                  <a:pt x="20415" y="1802"/>
                </a:lnTo>
                <a:cubicBezTo>
                  <a:pt x="20415" y="1835"/>
                  <a:pt x="20381" y="1835"/>
                  <a:pt x="20381" y="1868"/>
                </a:cubicBezTo>
                <a:cubicBezTo>
                  <a:pt x="20315" y="1902"/>
                  <a:pt x="20315" y="1969"/>
                  <a:pt x="20281" y="2002"/>
                </a:cubicBezTo>
                <a:cubicBezTo>
                  <a:pt x="20281" y="2035"/>
                  <a:pt x="20281" y="2069"/>
                  <a:pt x="20281" y="2102"/>
                </a:cubicBezTo>
                <a:cubicBezTo>
                  <a:pt x="20281" y="2102"/>
                  <a:pt x="20281" y="2135"/>
                  <a:pt x="20281" y="2169"/>
                </a:cubicBezTo>
                <a:cubicBezTo>
                  <a:pt x="20315" y="2202"/>
                  <a:pt x="20348" y="2235"/>
                  <a:pt x="20381" y="2302"/>
                </a:cubicBezTo>
                <a:cubicBezTo>
                  <a:pt x="20381" y="2302"/>
                  <a:pt x="20415" y="2335"/>
                  <a:pt x="20415" y="2335"/>
                </a:cubicBezTo>
                <a:cubicBezTo>
                  <a:pt x="20715" y="2669"/>
                  <a:pt x="20982" y="3036"/>
                  <a:pt x="21215" y="3436"/>
                </a:cubicBezTo>
                <a:cubicBezTo>
                  <a:pt x="21249" y="3536"/>
                  <a:pt x="21315" y="3603"/>
                  <a:pt x="21382" y="3670"/>
                </a:cubicBezTo>
                <a:lnTo>
                  <a:pt x="22750" y="2702"/>
                </a:lnTo>
                <a:cubicBezTo>
                  <a:pt x="22816" y="2636"/>
                  <a:pt x="22850" y="2569"/>
                  <a:pt x="22883" y="2502"/>
                </a:cubicBezTo>
                <a:lnTo>
                  <a:pt x="22883" y="0"/>
                </a:lnTo>
                <a:close/>
                <a:moveTo>
                  <a:pt x="26052" y="6705"/>
                </a:moveTo>
                <a:cubicBezTo>
                  <a:pt x="26019" y="6872"/>
                  <a:pt x="25885" y="7005"/>
                  <a:pt x="25685" y="7039"/>
                </a:cubicBezTo>
                <a:lnTo>
                  <a:pt x="21749" y="7306"/>
                </a:lnTo>
                <a:cubicBezTo>
                  <a:pt x="21682" y="7306"/>
                  <a:pt x="21616" y="7306"/>
                  <a:pt x="21549" y="7339"/>
                </a:cubicBezTo>
                <a:lnTo>
                  <a:pt x="21549" y="9908"/>
                </a:lnTo>
                <a:cubicBezTo>
                  <a:pt x="21616" y="9874"/>
                  <a:pt x="21682" y="9874"/>
                  <a:pt x="21749" y="9841"/>
                </a:cubicBezTo>
                <a:lnTo>
                  <a:pt x="25685" y="9607"/>
                </a:lnTo>
                <a:cubicBezTo>
                  <a:pt x="25885" y="9574"/>
                  <a:pt x="26052" y="9407"/>
                  <a:pt x="26052" y="9207"/>
                </a:cubicBezTo>
                <a:lnTo>
                  <a:pt x="26052" y="6705"/>
                </a:lnTo>
                <a:close/>
                <a:moveTo>
                  <a:pt x="3569" y="11642"/>
                </a:moveTo>
                <a:cubicBezTo>
                  <a:pt x="3469" y="11642"/>
                  <a:pt x="3369" y="11675"/>
                  <a:pt x="3269" y="11709"/>
                </a:cubicBezTo>
                <a:lnTo>
                  <a:pt x="267" y="13110"/>
                </a:lnTo>
                <a:cubicBezTo>
                  <a:pt x="200" y="13143"/>
                  <a:pt x="100" y="13177"/>
                  <a:pt x="0" y="13177"/>
                </a:cubicBezTo>
                <a:lnTo>
                  <a:pt x="0" y="15712"/>
                </a:lnTo>
                <a:cubicBezTo>
                  <a:pt x="100" y="15712"/>
                  <a:pt x="167" y="15712"/>
                  <a:pt x="267" y="15678"/>
                </a:cubicBezTo>
                <a:lnTo>
                  <a:pt x="3269" y="14277"/>
                </a:lnTo>
                <a:cubicBezTo>
                  <a:pt x="3369" y="14244"/>
                  <a:pt x="3469" y="14211"/>
                  <a:pt x="3569" y="14211"/>
                </a:cubicBezTo>
                <a:lnTo>
                  <a:pt x="3569" y="11642"/>
                </a:lnTo>
                <a:close/>
                <a:moveTo>
                  <a:pt x="22883" y="11175"/>
                </a:moveTo>
                <a:cubicBezTo>
                  <a:pt x="22850" y="11242"/>
                  <a:pt x="22816" y="11309"/>
                  <a:pt x="22716" y="11375"/>
                </a:cubicBezTo>
                <a:lnTo>
                  <a:pt x="19781" y="13076"/>
                </a:lnTo>
                <a:cubicBezTo>
                  <a:pt x="19659" y="13125"/>
                  <a:pt x="19555" y="13156"/>
                  <a:pt x="19442" y="13156"/>
                </a:cubicBezTo>
                <a:cubicBezTo>
                  <a:pt x="19401" y="13156"/>
                  <a:pt x="19359" y="13152"/>
                  <a:pt x="19314" y="13143"/>
                </a:cubicBezTo>
                <a:lnTo>
                  <a:pt x="19314" y="15712"/>
                </a:lnTo>
                <a:cubicBezTo>
                  <a:pt x="19481" y="15712"/>
                  <a:pt x="19614" y="15712"/>
                  <a:pt x="19781" y="15612"/>
                </a:cubicBezTo>
                <a:lnTo>
                  <a:pt x="22716" y="13910"/>
                </a:lnTo>
                <a:cubicBezTo>
                  <a:pt x="22816" y="13877"/>
                  <a:pt x="22850" y="13810"/>
                  <a:pt x="22883" y="13744"/>
                </a:cubicBezTo>
                <a:lnTo>
                  <a:pt x="22883" y="11175"/>
                </a:lnTo>
                <a:close/>
                <a:moveTo>
                  <a:pt x="12242" y="14778"/>
                </a:moveTo>
                <a:cubicBezTo>
                  <a:pt x="12142" y="14911"/>
                  <a:pt x="12009" y="14978"/>
                  <a:pt x="11875" y="14978"/>
                </a:cubicBezTo>
                <a:lnTo>
                  <a:pt x="7539" y="14978"/>
                </a:lnTo>
                <a:cubicBezTo>
                  <a:pt x="7439" y="14978"/>
                  <a:pt x="7339" y="14944"/>
                  <a:pt x="7272" y="14878"/>
                </a:cubicBezTo>
                <a:lnTo>
                  <a:pt x="7272" y="17480"/>
                </a:lnTo>
                <a:cubicBezTo>
                  <a:pt x="7339" y="17546"/>
                  <a:pt x="7439" y="17580"/>
                  <a:pt x="7539" y="17580"/>
                </a:cubicBezTo>
                <a:lnTo>
                  <a:pt x="11875" y="17580"/>
                </a:lnTo>
                <a:cubicBezTo>
                  <a:pt x="12042" y="17580"/>
                  <a:pt x="12175" y="17480"/>
                  <a:pt x="12242" y="17346"/>
                </a:cubicBezTo>
                <a:lnTo>
                  <a:pt x="12242" y="1477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41">
            <a:extLst>
              <a:ext uri="{FF2B5EF4-FFF2-40B4-BE49-F238E27FC236}">
                <a16:creationId xmlns:a16="http://schemas.microsoft.com/office/drawing/2014/main" id="{6CB17C47-25D2-4F57-F6F5-CF5830BE0C84}"/>
              </a:ext>
            </a:extLst>
          </p:cNvPr>
          <p:cNvSpPr/>
          <p:nvPr/>
        </p:nvSpPr>
        <p:spPr>
          <a:xfrm>
            <a:off x="1770738" y="4140777"/>
            <a:ext cx="503451" cy="291895"/>
          </a:xfrm>
          <a:custGeom>
            <a:avLst/>
            <a:gdLst/>
            <a:ahLst/>
            <a:cxnLst/>
            <a:rect l="l" t="t" r="r" b="b"/>
            <a:pathLst>
              <a:path w="32624" h="18915" extrusionOk="0">
                <a:moveTo>
                  <a:pt x="16300" y="5371"/>
                </a:moveTo>
                <a:cubicBezTo>
                  <a:pt x="18113" y="5371"/>
                  <a:pt x="19931" y="5771"/>
                  <a:pt x="21316" y="6572"/>
                </a:cubicBezTo>
                <a:cubicBezTo>
                  <a:pt x="24051" y="8173"/>
                  <a:pt x="24051" y="10742"/>
                  <a:pt x="21316" y="12343"/>
                </a:cubicBezTo>
                <a:cubicBezTo>
                  <a:pt x="19939" y="13139"/>
                  <a:pt x="18141" y="13531"/>
                  <a:pt x="16341" y="13531"/>
                </a:cubicBezTo>
                <a:cubicBezTo>
                  <a:pt x="14521" y="13531"/>
                  <a:pt x="12700" y="13131"/>
                  <a:pt x="11308" y="12343"/>
                </a:cubicBezTo>
                <a:cubicBezTo>
                  <a:pt x="8540" y="10742"/>
                  <a:pt x="8540" y="8173"/>
                  <a:pt x="11308" y="6572"/>
                </a:cubicBezTo>
                <a:cubicBezTo>
                  <a:pt x="12676" y="5771"/>
                  <a:pt x="14486" y="5371"/>
                  <a:pt x="16300" y="5371"/>
                </a:cubicBezTo>
                <a:close/>
                <a:moveTo>
                  <a:pt x="14144" y="1"/>
                </a:moveTo>
                <a:cubicBezTo>
                  <a:pt x="13910" y="1"/>
                  <a:pt x="13744" y="167"/>
                  <a:pt x="13710" y="368"/>
                </a:cubicBezTo>
                <a:lnTo>
                  <a:pt x="13310" y="2336"/>
                </a:lnTo>
                <a:cubicBezTo>
                  <a:pt x="13277" y="2569"/>
                  <a:pt x="13110" y="2703"/>
                  <a:pt x="12910" y="2769"/>
                </a:cubicBezTo>
                <a:cubicBezTo>
                  <a:pt x="12109" y="2903"/>
                  <a:pt x="11342" y="3070"/>
                  <a:pt x="10575" y="3336"/>
                </a:cubicBezTo>
                <a:cubicBezTo>
                  <a:pt x="10489" y="3349"/>
                  <a:pt x="10404" y="3356"/>
                  <a:pt x="10320" y="3356"/>
                </a:cubicBezTo>
                <a:cubicBezTo>
                  <a:pt x="10175" y="3356"/>
                  <a:pt x="10034" y="3333"/>
                  <a:pt x="9907" y="3270"/>
                </a:cubicBezTo>
                <a:lnTo>
                  <a:pt x="6905" y="1902"/>
                </a:lnTo>
                <a:cubicBezTo>
                  <a:pt x="6797" y="1856"/>
                  <a:pt x="6689" y="1831"/>
                  <a:pt x="6584" y="1831"/>
                </a:cubicBezTo>
                <a:cubicBezTo>
                  <a:pt x="6462" y="1831"/>
                  <a:pt x="6345" y="1864"/>
                  <a:pt x="6238" y="1935"/>
                </a:cubicBezTo>
                <a:lnTo>
                  <a:pt x="3269" y="3637"/>
                </a:lnTo>
                <a:cubicBezTo>
                  <a:pt x="3069" y="3703"/>
                  <a:pt x="3069" y="3970"/>
                  <a:pt x="3269" y="4037"/>
                </a:cubicBezTo>
                <a:lnTo>
                  <a:pt x="5638" y="5738"/>
                </a:lnTo>
                <a:cubicBezTo>
                  <a:pt x="5771" y="5838"/>
                  <a:pt x="5805" y="6072"/>
                  <a:pt x="5671" y="6205"/>
                </a:cubicBezTo>
                <a:cubicBezTo>
                  <a:pt x="5338" y="6572"/>
                  <a:pt x="5071" y="6939"/>
                  <a:pt x="4837" y="7373"/>
                </a:cubicBezTo>
                <a:cubicBezTo>
                  <a:pt x="4704" y="7573"/>
                  <a:pt x="4537" y="7706"/>
                  <a:pt x="4303" y="7706"/>
                </a:cubicBezTo>
                <a:lnTo>
                  <a:pt x="367" y="7973"/>
                </a:lnTo>
                <a:cubicBezTo>
                  <a:pt x="167" y="8006"/>
                  <a:pt x="0" y="8173"/>
                  <a:pt x="0" y="8373"/>
                </a:cubicBezTo>
                <a:lnTo>
                  <a:pt x="0" y="10542"/>
                </a:lnTo>
                <a:cubicBezTo>
                  <a:pt x="0" y="10742"/>
                  <a:pt x="167" y="10908"/>
                  <a:pt x="367" y="10942"/>
                </a:cubicBezTo>
                <a:lnTo>
                  <a:pt x="4303" y="11175"/>
                </a:lnTo>
                <a:cubicBezTo>
                  <a:pt x="4537" y="11209"/>
                  <a:pt x="4704" y="11342"/>
                  <a:pt x="4837" y="11542"/>
                </a:cubicBezTo>
                <a:cubicBezTo>
                  <a:pt x="5071" y="11943"/>
                  <a:pt x="5338" y="12343"/>
                  <a:pt x="5671" y="12710"/>
                </a:cubicBezTo>
                <a:cubicBezTo>
                  <a:pt x="5805" y="12843"/>
                  <a:pt x="5771" y="13077"/>
                  <a:pt x="5638" y="13177"/>
                </a:cubicBezTo>
                <a:lnTo>
                  <a:pt x="3269" y="14878"/>
                </a:lnTo>
                <a:cubicBezTo>
                  <a:pt x="3069" y="14945"/>
                  <a:pt x="3069" y="15212"/>
                  <a:pt x="3269" y="15278"/>
                </a:cubicBezTo>
                <a:lnTo>
                  <a:pt x="6238" y="16979"/>
                </a:lnTo>
                <a:cubicBezTo>
                  <a:pt x="6354" y="17038"/>
                  <a:pt x="6482" y="17073"/>
                  <a:pt x="6608" y="17073"/>
                </a:cubicBezTo>
                <a:cubicBezTo>
                  <a:pt x="6698" y="17073"/>
                  <a:pt x="6788" y="17055"/>
                  <a:pt x="6872" y="17013"/>
                </a:cubicBezTo>
                <a:lnTo>
                  <a:pt x="9874" y="15645"/>
                </a:lnTo>
                <a:cubicBezTo>
                  <a:pt x="10022" y="15582"/>
                  <a:pt x="10170" y="15559"/>
                  <a:pt x="10318" y="15559"/>
                </a:cubicBezTo>
                <a:cubicBezTo>
                  <a:pt x="10404" y="15559"/>
                  <a:pt x="10489" y="15566"/>
                  <a:pt x="10575" y="15578"/>
                </a:cubicBezTo>
                <a:cubicBezTo>
                  <a:pt x="11342" y="15812"/>
                  <a:pt x="12109" y="16012"/>
                  <a:pt x="12910" y="16146"/>
                </a:cubicBezTo>
                <a:cubicBezTo>
                  <a:pt x="13110" y="16179"/>
                  <a:pt x="13277" y="16346"/>
                  <a:pt x="13310" y="16546"/>
                </a:cubicBezTo>
                <a:lnTo>
                  <a:pt x="13710" y="18547"/>
                </a:lnTo>
                <a:cubicBezTo>
                  <a:pt x="13744" y="18747"/>
                  <a:pt x="13910" y="18881"/>
                  <a:pt x="14144" y="18914"/>
                </a:cubicBezTo>
                <a:lnTo>
                  <a:pt x="18480" y="18914"/>
                </a:lnTo>
                <a:cubicBezTo>
                  <a:pt x="18680" y="18881"/>
                  <a:pt x="18881" y="18747"/>
                  <a:pt x="18914" y="18547"/>
                </a:cubicBezTo>
                <a:lnTo>
                  <a:pt x="19281" y="16546"/>
                </a:lnTo>
                <a:cubicBezTo>
                  <a:pt x="19348" y="16346"/>
                  <a:pt x="19514" y="16179"/>
                  <a:pt x="19714" y="16146"/>
                </a:cubicBezTo>
                <a:cubicBezTo>
                  <a:pt x="20482" y="16012"/>
                  <a:pt x="21282" y="15812"/>
                  <a:pt x="22049" y="15578"/>
                </a:cubicBezTo>
                <a:cubicBezTo>
                  <a:pt x="22123" y="15566"/>
                  <a:pt x="22205" y="15559"/>
                  <a:pt x="22290" y="15559"/>
                </a:cubicBezTo>
                <a:cubicBezTo>
                  <a:pt x="22436" y="15559"/>
                  <a:pt x="22590" y="15582"/>
                  <a:pt x="22717" y="15645"/>
                </a:cubicBezTo>
                <a:lnTo>
                  <a:pt x="25719" y="17013"/>
                </a:lnTo>
                <a:cubicBezTo>
                  <a:pt x="25803" y="17055"/>
                  <a:pt x="25898" y="17073"/>
                  <a:pt x="25996" y="17073"/>
                </a:cubicBezTo>
                <a:cubicBezTo>
                  <a:pt x="26131" y="17073"/>
                  <a:pt x="26270" y="17038"/>
                  <a:pt x="26386" y="16979"/>
                </a:cubicBezTo>
                <a:lnTo>
                  <a:pt x="29321" y="15278"/>
                </a:lnTo>
                <a:cubicBezTo>
                  <a:pt x="29521" y="15212"/>
                  <a:pt x="29521" y="14945"/>
                  <a:pt x="29321" y="14878"/>
                </a:cubicBezTo>
                <a:lnTo>
                  <a:pt x="26986" y="13177"/>
                </a:lnTo>
                <a:cubicBezTo>
                  <a:pt x="26820" y="13077"/>
                  <a:pt x="26786" y="12843"/>
                  <a:pt x="26953" y="12710"/>
                </a:cubicBezTo>
                <a:cubicBezTo>
                  <a:pt x="27253" y="12343"/>
                  <a:pt x="27553" y="11943"/>
                  <a:pt x="27787" y="11542"/>
                </a:cubicBezTo>
                <a:cubicBezTo>
                  <a:pt x="27887" y="11342"/>
                  <a:pt x="28087" y="11209"/>
                  <a:pt x="28321" y="11175"/>
                </a:cubicBezTo>
                <a:lnTo>
                  <a:pt x="32257" y="10942"/>
                </a:lnTo>
                <a:cubicBezTo>
                  <a:pt x="32457" y="10908"/>
                  <a:pt x="32624" y="10742"/>
                  <a:pt x="32624" y="10542"/>
                </a:cubicBezTo>
                <a:lnTo>
                  <a:pt x="32624" y="8340"/>
                </a:lnTo>
                <a:cubicBezTo>
                  <a:pt x="32624" y="8140"/>
                  <a:pt x="32457" y="7973"/>
                  <a:pt x="32257" y="7940"/>
                </a:cubicBezTo>
                <a:lnTo>
                  <a:pt x="28321" y="7706"/>
                </a:lnTo>
                <a:cubicBezTo>
                  <a:pt x="28087" y="7673"/>
                  <a:pt x="27887" y="7539"/>
                  <a:pt x="27787" y="7339"/>
                </a:cubicBezTo>
                <a:cubicBezTo>
                  <a:pt x="27553" y="6939"/>
                  <a:pt x="27253" y="6539"/>
                  <a:pt x="26953" y="6172"/>
                </a:cubicBezTo>
                <a:cubicBezTo>
                  <a:pt x="26786" y="6038"/>
                  <a:pt x="26820" y="5805"/>
                  <a:pt x="26986" y="5705"/>
                </a:cubicBezTo>
                <a:lnTo>
                  <a:pt x="29321" y="4004"/>
                </a:lnTo>
                <a:cubicBezTo>
                  <a:pt x="29521" y="3937"/>
                  <a:pt x="29521" y="3670"/>
                  <a:pt x="29321" y="3603"/>
                </a:cubicBezTo>
                <a:lnTo>
                  <a:pt x="26386" y="1902"/>
                </a:lnTo>
                <a:cubicBezTo>
                  <a:pt x="26286" y="1852"/>
                  <a:pt x="26177" y="1827"/>
                  <a:pt x="26069" y="1827"/>
                </a:cubicBezTo>
                <a:cubicBezTo>
                  <a:pt x="25961" y="1827"/>
                  <a:pt x="25852" y="1852"/>
                  <a:pt x="25752" y="1902"/>
                </a:cubicBezTo>
                <a:lnTo>
                  <a:pt x="22750" y="3270"/>
                </a:lnTo>
                <a:cubicBezTo>
                  <a:pt x="22602" y="3333"/>
                  <a:pt x="22454" y="3356"/>
                  <a:pt x="22306" y="3356"/>
                </a:cubicBezTo>
                <a:cubicBezTo>
                  <a:pt x="22220" y="3356"/>
                  <a:pt x="22135" y="3349"/>
                  <a:pt x="22049" y="3336"/>
                </a:cubicBezTo>
                <a:cubicBezTo>
                  <a:pt x="21282" y="3070"/>
                  <a:pt x="20515" y="2903"/>
                  <a:pt x="19714" y="2769"/>
                </a:cubicBezTo>
                <a:cubicBezTo>
                  <a:pt x="19514" y="2703"/>
                  <a:pt x="19348" y="2569"/>
                  <a:pt x="19314" y="2336"/>
                </a:cubicBezTo>
                <a:lnTo>
                  <a:pt x="18947" y="368"/>
                </a:lnTo>
                <a:cubicBezTo>
                  <a:pt x="18881" y="167"/>
                  <a:pt x="18714" y="1"/>
                  <a:pt x="1848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41">
            <a:extLst>
              <a:ext uri="{FF2B5EF4-FFF2-40B4-BE49-F238E27FC236}">
                <a16:creationId xmlns:a16="http://schemas.microsoft.com/office/drawing/2014/main" id="{854930B9-8E51-CB11-CA92-8D3AA631A6E1}"/>
              </a:ext>
            </a:extLst>
          </p:cNvPr>
          <p:cNvSpPr/>
          <p:nvPr/>
        </p:nvSpPr>
        <p:spPr>
          <a:xfrm>
            <a:off x="2164530" y="3968850"/>
            <a:ext cx="396385" cy="242466"/>
          </a:xfrm>
          <a:custGeom>
            <a:avLst/>
            <a:gdLst/>
            <a:ahLst/>
            <a:cxnLst/>
            <a:rect l="l" t="t" r="r" b="b"/>
            <a:pathLst>
              <a:path w="25686" h="15712" extrusionOk="0">
                <a:moveTo>
                  <a:pt x="12639" y="6301"/>
                </a:moveTo>
                <a:cubicBezTo>
                  <a:pt x="12707" y="6301"/>
                  <a:pt x="12775" y="6302"/>
                  <a:pt x="12843" y="6305"/>
                </a:cubicBezTo>
                <a:cubicBezTo>
                  <a:pt x="14144" y="6305"/>
                  <a:pt x="15378" y="6638"/>
                  <a:pt x="16079" y="7239"/>
                </a:cubicBezTo>
                <a:cubicBezTo>
                  <a:pt x="16246" y="7372"/>
                  <a:pt x="16546" y="7673"/>
                  <a:pt x="16479" y="7939"/>
                </a:cubicBezTo>
                <a:cubicBezTo>
                  <a:pt x="16446" y="8206"/>
                  <a:pt x="16079" y="8673"/>
                  <a:pt x="15178" y="9040"/>
                </a:cubicBezTo>
                <a:cubicBezTo>
                  <a:pt x="14507" y="9284"/>
                  <a:pt x="13780" y="9445"/>
                  <a:pt x="13048" y="9445"/>
                </a:cubicBezTo>
                <a:cubicBezTo>
                  <a:pt x="12979" y="9445"/>
                  <a:pt x="12911" y="9443"/>
                  <a:pt x="12843" y="9440"/>
                </a:cubicBezTo>
                <a:cubicBezTo>
                  <a:pt x="11542" y="9440"/>
                  <a:pt x="10308" y="9107"/>
                  <a:pt x="9607" y="8540"/>
                </a:cubicBezTo>
                <a:cubicBezTo>
                  <a:pt x="9441" y="8373"/>
                  <a:pt x="9140" y="8073"/>
                  <a:pt x="9207" y="7806"/>
                </a:cubicBezTo>
                <a:cubicBezTo>
                  <a:pt x="9241" y="7539"/>
                  <a:pt x="9607" y="7072"/>
                  <a:pt x="10508" y="6705"/>
                </a:cubicBezTo>
                <a:cubicBezTo>
                  <a:pt x="11210" y="6461"/>
                  <a:pt x="11912" y="6301"/>
                  <a:pt x="12639" y="6301"/>
                </a:cubicBezTo>
                <a:close/>
                <a:moveTo>
                  <a:pt x="13510" y="0"/>
                </a:moveTo>
                <a:cubicBezTo>
                  <a:pt x="12810" y="34"/>
                  <a:pt x="12143" y="434"/>
                  <a:pt x="11809" y="1068"/>
                </a:cubicBezTo>
                <a:lnTo>
                  <a:pt x="11409" y="1835"/>
                </a:lnTo>
                <a:cubicBezTo>
                  <a:pt x="11008" y="1868"/>
                  <a:pt x="10608" y="1902"/>
                  <a:pt x="10241" y="1968"/>
                </a:cubicBezTo>
                <a:lnTo>
                  <a:pt x="8907" y="1101"/>
                </a:lnTo>
                <a:cubicBezTo>
                  <a:pt x="8578" y="891"/>
                  <a:pt x="8221" y="762"/>
                  <a:pt x="7838" y="762"/>
                </a:cubicBezTo>
                <a:cubicBezTo>
                  <a:pt x="7794" y="762"/>
                  <a:pt x="7750" y="764"/>
                  <a:pt x="7706" y="768"/>
                </a:cubicBezTo>
                <a:cubicBezTo>
                  <a:pt x="7439" y="768"/>
                  <a:pt x="7172" y="801"/>
                  <a:pt x="6939" y="901"/>
                </a:cubicBezTo>
                <a:lnTo>
                  <a:pt x="4871" y="1735"/>
                </a:lnTo>
                <a:cubicBezTo>
                  <a:pt x="3870" y="2135"/>
                  <a:pt x="3570" y="3436"/>
                  <a:pt x="4337" y="4237"/>
                </a:cubicBezTo>
                <a:lnTo>
                  <a:pt x="4604" y="4537"/>
                </a:lnTo>
                <a:lnTo>
                  <a:pt x="4604" y="4537"/>
                </a:lnTo>
                <a:lnTo>
                  <a:pt x="2436" y="4437"/>
                </a:lnTo>
                <a:cubicBezTo>
                  <a:pt x="1635" y="4470"/>
                  <a:pt x="901" y="4971"/>
                  <a:pt x="668" y="5738"/>
                </a:cubicBezTo>
                <a:lnTo>
                  <a:pt x="301" y="6872"/>
                </a:lnTo>
                <a:cubicBezTo>
                  <a:pt x="1" y="7839"/>
                  <a:pt x="601" y="8840"/>
                  <a:pt x="1602" y="9007"/>
                </a:cubicBezTo>
                <a:lnTo>
                  <a:pt x="2803" y="9207"/>
                </a:lnTo>
                <a:lnTo>
                  <a:pt x="2369" y="9407"/>
                </a:lnTo>
                <a:cubicBezTo>
                  <a:pt x="1335" y="9907"/>
                  <a:pt x="1168" y="11308"/>
                  <a:pt x="2069" y="12009"/>
                </a:cubicBezTo>
                <a:lnTo>
                  <a:pt x="3370" y="13076"/>
                </a:lnTo>
                <a:cubicBezTo>
                  <a:pt x="3770" y="13410"/>
                  <a:pt x="4237" y="13577"/>
                  <a:pt x="4737" y="13577"/>
                </a:cubicBezTo>
                <a:cubicBezTo>
                  <a:pt x="4937" y="13577"/>
                  <a:pt x="5138" y="13543"/>
                  <a:pt x="5338" y="13477"/>
                </a:cubicBezTo>
                <a:lnTo>
                  <a:pt x="7306" y="12876"/>
                </a:lnTo>
                <a:cubicBezTo>
                  <a:pt x="7539" y="12943"/>
                  <a:pt x="7739" y="13043"/>
                  <a:pt x="7940" y="13110"/>
                </a:cubicBezTo>
                <a:lnTo>
                  <a:pt x="7906" y="13543"/>
                </a:lnTo>
                <a:cubicBezTo>
                  <a:pt x="7806" y="14477"/>
                  <a:pt x="8473" y="15345"/>
                  <a:pt x="9407" y="15445"/>
                </a:cubicBezTo>
                <a:lnTo>
                  <a:pt x="11976" y="15712"/>
                </a:lnTo>
                <a:lnTo>
                  <a:pt x="12176" y="15712"/>
                </a:lnTo>
                <a:cubicBezTo>
                  <a:pt x="12876" y="15712"/>
                  <a:pt x="13544" y="15311"/>
                  <a:pt x="13911" y="14678"/>
                </a:cubicBezTo>
                <a:lnTo>
                  <a:pt x="14311" y="13910"/>
                </a:lnTo>
                <a:cubicBezTo>
                  <a:pt x="14678" y="13877"/>
                  <a:pt x="15078" y="13844"/>
                  <a:pt x="15478" y="13777"/>
                </a:cubicBezTo>
                <a:lnTo>
                  <a:pt x="16779" y="14577"/>
                </a:lnTo>
                <a:cubicBezTo>
                  <a:pt x="17146" y="14811"/>
                  <a:pt x="17546" y="14944"/>
                  <a:pt x="17980" y="14944"/>
                </a:cubicBezTo>
                <a:cubicBezTo>
                  <a:pt x="18247" y="14944"/>
                  <a:pt x="18514" y="14878"/>
                  <a:pt x="18747" y="14811"/>
                </a:cubicBezTo>
                <a:lnTo>
                  <a:pt x="20782" y="13977"/>
                </a:lnTo>
                <a:cubicBezTo>
                  <a:pt x="21816" y="13577"/>
                  <a:pt x="22116" y="12242"/>
                  <a:pt x="21349" y="11475"/>
                </a:cubicBezTo>
                <a:lnTo>
                  <a:pt x="21082" y="11175"/>
                </a:lnTo>
                <a:lnTo>
                  <a:pt x="23251" y="11242"/>
                </a:lnTo>
                <a:cubicBezTo>
                  <a:pt x="24051" y="11242"/>
                  <a:pt x="24752" y="10708"/>
                  <a:pt x="25018" y="9941"/>
                </a:cubicBezTo>
                <a:lnTo>
                  <a:pt x="25385" y="8807"/>
                </a:lnTo>
                <a:cubicBezTo>
                  <a:pt x="25686" y="7873"/>
                  <a:pt x="25085" y="6872"/>
                  <a:pt x="24084" y="6705"/>
                </a:cubicBezTo>
                <a:lnTo>
                  <a:pt x="22884" y="6505"/>
                </a:lnTo>
                <a:lnTo>
                  <a:pt x="23317" y="6271"/>
                </a:lnTo>
                <a:cubicBezTo>
                  <a:pt x="24351" y="5804"/>
                  <a:pt x="24518" y="4403"/>
                  <a:pt x="23617" y="3703"/>
                </a:cubicBezTo>
                <a:lnTo>
                  <a:pt x="22317" y="2602"/>
                </a:lnTo>
                <a:cubicBezTo>
                  <a:pt x="21916" y="2302"/>
                  <a:pt x="21449" y="2135"/>
                  <a:pt x="20949" y="2135"/>
                </a:cubicBezTo>
                <a:cubicBezTo>
                  <a:pt x="20749" y="2135"/>
                  <a:pt x="20549" y="2169"/>
                  <a:pt x="20348" y="2202"/>
                </a:cubicBezTo>
                <a:lnTo>
                  <a:pt x="18380" y="2836"/>
                </a:lnTo>
                <a:cubicBezTo>
                  <a:pt x="18147" y="2736"/>
                  <a:pt x="17947" y="2669"/>
                  <a:pt x="17747" y="2569"/>
                </a:cubicBezTo>
                <a:lnTo>
                  <a:pt x="17780" y="2169"/>
                </a:lnTo>
                <a:cubicBezTo>
                  <a:pt x="17880" y="1235"/>
                  <a:pt x="17213" y="401"/>
                  <a:pt x="16279" y="267"/>
                </a:cubicBezTo>
                <a:lnTo>
                  <a:pt x="13710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41">
            <a:extLst>
              <a:ext uri="{FF2B5EF4-FFF2-40B4-BE49-F238E27FC236}">
                <a16:creationId xmlns:a16="http://schemas.microsoft.com/office/drawing/2014/main" id="{0993BA93-2FF5-119A-23E1-AAB63F61F1AA}"/>
              </a:ext>
            </a:extLst>
          </p:cNvPr>
          <p:cNvSpPr/>
          <p:nvPr/>
        </p:nvSpPr>
        <p:spPr>
          <a:xfrm>
            <a:off x="2187694" y="3955979"/>
            <a:ext cx="350567" cy="235769"/>
          </a:xfrm>
          <a:custGeom>
            <a:avLst/>
            <a:gdLst/>
            <a:ahLst/>
            <a:cxnLst/>
            <a:rect l="l" t="t" r="r" b="b"/>
            <a:pathLst>
              <a:path w="22717" h="15278" extrusionOk="0">
                <a:moveTo>
                  <a:pt x="11340" y="5863"/>
                </a:moveTo>
                <a:cubicBezTo>
                  <a:pt x="12899" y="5863"/>
                  <a:pt x="14431" y="6290"/>
                  <a:pt x="15378" y="7072"/>
                </a:cubicBezTo>
                <a:cubicBezTo>
                  <a:pt x="15578" y="7239"/>
                  <a:pt x="15745" y="7439"/>
                  <a:pt x="15912" y="7639"/>
                </a:cubicBezTo>
                <a:cubicBezTo>
                  <a:pt x="15445" y="8206"/>
                  <a:pt x="14845" y="8673"/>
                  <a:pt x="14144" y="8907"/>
                </a:cubicBezTo>
                <a:cubicBezTo>
                  <a:pt x="13289" y="9251"/>
                  <a:pt x="12316" y="9415"/>
                  <a:pt x="11354" y="9415"/>
                </a:cubicBezTo>
                <a:cubicBezTo>
                  <a:pt x="9801" y="9415"/>
                  <a:pt x="8274" y="8989"/>
                  <a:pt x="7306" y="8206"/>
                </a:cubicBezTo>
                <a:cubicBezTo>
                  <a:pt x="7106" y="8039"/>
                  <a:pt x="6939" y="7839"/>
                  <a:pt x="6806" y="7606"/>
                </a:cubicBezTo>
                <a:cubicBezTo>
                  <a:pt x="7239" y="7039"/>
                  <a:pt x="7873" y="6605"/>
                  <a:pt x="8540" y="6372"/>
                </a:cubicBezTo>
                <a:cubicBezTo>
                  <a:pt x="9395" y="6027"/>
                  <a:pt x="10373" y="5863"/>
                  <a:pt x="11340" y="5863"/>
                </a:cubicBezTo>
                <a:close/>
                <a:moveTo>
                  <a:pt x="12076" y="0"/>
                </a:moveTo>
                <a:cubicBezTo>
                  <a:pt x="11809" y="0"/>
                  <a:pt x="11542" y="134"/>
                  <a:pt x="11409" y="367"/>
                </a:cubicBezTo>
                <a:lnTo>
                  <a:pt x="10908" y="1368"/>
                </a:lnTo>
                <a:cubicBezTo>
                  <a:pt x="10775" y="1602"/>
                  <a:pt x="10508" y="1735"/>
                  <a:pt x="10241" y="1768"/>
                </a:cubicBezTo>
                <a:cubicBezTo>
                  <a:pt x="9808" y="1802"/>
                  <a:pt x="9374" y="1868"/>
                  <a:pt x="8907" y="1935"/>
                </a:cubicBezTo>
                <a:cubicBezTo>
                  <a:pt x="8847" y="1943"/>
                  <a:pt x="8785" y="1947"/>
                  <a:pt x="8723" y="1947"/>
                </a:cubicBezTo>
                <a:cubicBezTo>
                  <a:pt x="8507" y="1947"/>
                  <a:pt x="8280" y="1898"/>
                  <a:pt x="8073" y="1768"/>
                </a:cubicBezTo>
                <a:lnTo>
                  <a:pt x="6705" y="868"/>
                </a:lnTo>
                <a:cubicBezTo>
                  <a:pt x="6560" y="763"/>
                  <a:pt x="6388" y="711"/>
                  <a:pt x="6214" y="711"/>
                </a:cubicBezTo>
                <a:cubicBezTo>
                  <a:pt x="6110" y="711"/>
                  <a:pt x="6005" y="730"/>
                  <a:pt x="5905" y="768"/>
                </a:cubicBezTo>
                <a:lnTo>
                  <a:pt x="3837" y="1602"/>
                </a:lnTo>
                <a:cubicBezTo>
                  <a:pt x="3737" y="1635"/>
                  <a:pt x="3637" y="1735"/>
                  <a:pt x="3637" y="1868"/>
                </a:cubicBezTo>
                <a:lnTo>
                  <a:pt x="3637" y="1902"/>
                </a:lnTo>
                <a:lnTo>
                  <a:pt x="3637" y="3970"/>
                </a:lnTo>
                <a:cubicBezTo>
                  <a:pt x="3637" y="4070"/>
                  <a:pt x="3670" y="4137"/>
                  <a:pt x="3737" y="4203"/>
                </a:cubicBezTo>
                <a:lnTo>
                  <a:pt x="3870" y="4337"/>
                </a:lnTo>
                <a:cubicBezTo>
                  <a:pt x="3670" y="4437"/>
                  <a:pt x="3503" y="4504"/>
                  <a:pt x="3303" y="4504"/>
                </a:cubicBezTo>
                <a:lnTo>
                  <a:pt x="935" y="4404"/>
                </a:lnTo>
                <a:cubicBezTo>
                  <a:pt x="668" y="4404"/>
                  <a:pt x="434" y="4570"/>
                  <a:pt x="368" y="4837"/>
                </a:cubicBezTo>
                <a:lnTo>
                  <a:pt x="1" y="5971"/>
                </a:lnTo>
                <a:cubicBezTo>
                  <a:pt x="1" y="6005"/>
                  <a:pt x="1" y="6071"/>
                  <a:pt x="1" y="6105"/>
                </a:cubicBezTo>
                <a:lnTo>
                  <a:pt x="1" y="8240"/>
                </a:lnTo>
                <a:cubicBezTo>
                  <a:pt x="1" y="8406"/>
                  <a:pt x="134" y="8573"/>
                  <a:pt x="334" y="8607"/>
                </a:cubicBezTo>
                <a:lnTo>
                  <a:pt x="2136" y="8907"/>
                </a:lnTo>
                <a:lnTo>
                  <a:pt x="1435" y="9274"/>
                </a:lnTo>
                <a:cubicBezTo>
                  <a:pt x="1335" y="9307"/>
                  <a:pt x="1268" y="9407"/>
                  <a:pt x="1268" y="9507"/>
                </a:cubicBezTo>
                <a:lnTo>
                  <a:pt x="1268" y="11642"/>
                </a:lnTo>
                <a:cubicBezTo>
                  <a:pt x="1268" y="11742"/>
                  <a:pt x="1302" y="11809"/>
                  <a:pt x="1368" y="11876"/>
                </a:cubicBezTo>
                <a:lnTo>
                  <a:pt x="2703" y="12976"/>
                </a:lnTo>
                <a:cubicBezTo>
                  <a:pt x="2839" y="13090"/>
                  <a:pt x="3021" y="13157"/>
                  <a:pt x="3207" y="13157"/>
                </a:cubicBezTo>
                <a:cubicBezTo>
                  <a:pt x="3295" y="13157"/>
                  <a:pt x="3384" y="13142"/>
                  <a:pt x="3470" y="13110"/>
                </a:cubicBezTo>
                <a:lnTo>
                  <a:pt x="5471" y="12509"/>
                </a:lnTo>
                <a:cubicBezTo>
                  <a:pt x="5591" y="12479"/>
                  <a:pt x="5718" y="12463"/>
                  <a:pt x="5845" y="12463"/>
                </a:cubicBezTo>
                <a:cubicBezTo>
                  <a:pt x="6001" y="12463"/>
                  <a:pt x="6158" y="12488"/>
                  <a:pt x="6305" y="12543"/>
                </a:cubicBezTo>
                <a:cubicBezTo>
                  <a:pt x="6639" y="12710"/>
                  <a:pt x="7006" y="12843"/>
                  <a:pt x="7373" y="12943"/>
                </a:cubicBezTo>
                <a:cubicBezTo>
                  <a:pt x="7473" y="12976"/>
                  <a:pt x="7573" y="13043"/>
                  <a:pt x="7639" y="13143"/>
                </a:cubicBezTo>
                <a:lnTo>
                  <a:pt x="7639" y="14578"/>
                </a:lnTo>
                <a:cubicBezTo>
                  <a:pt x="7639" y="14811"/>
                  <a:pt x="7840" y="14978"/>
                  <a:pt x="8073" y="15011"/>
                </a:cubicBezTo>
                <a:lnTo>
                  <a:pt x="10608" y="15278"/>
                </a:lnTo>
                <a:cubicBezTo>
                  <a:pt x="10908" y="15278"/>
                  <a:pt x="11142" y="15145"/>
                  <a:pt x="11275" y="14911"/>
                </a:cubicBezTo>
                <a:lnTo>
                  <a:pt x="11809" y="13910"/>
                </a:lnTo>
                <a:cubicBezTo>
                  <a:pt x="11943" y="13677"/>
                  <a:pt x="12176" y="13543"/>
                  <a:pt x="12476" y="13510"/>
                </a:cubicBezTo>
                <a:cubicBezTo>
                  <a:pt x="12910" y="13477"/>
                  <a:pt x="13344" y="13410"/>
                  <a:pt x="13777" y="13343"/>
                </a:cubicBezTo>
                <a:cubicBezTo>
                  <a:pt x="13855" y="13326"/>
                  <a:pt x="13932" y="13318"/>
                  <a:pt x="14009" y="13318"/>
                </a:cubicBezTo>
                <a:cubicBezTo>
                  <a:pt x="14228" y="13318"/>
                  <a:pt x="14438" y="13386"/>
                  <a:pt x="14611" y="13510"/>
                </a:cubicBezTo>
                <a:lnTo>
                  <a:pt x="16012" y="14411"/>
                </a:lnTo>
                <a:cubicBezTo>
                  <a:pt x="16168" y="14500"/>
                  <a:pt x="16353" y="14544"/>
                  <a:pt x="16538" y="14544"/>
                </a:cubicBezTo>
                <a:cubicBezTo>
                  <a:pt x="16631" y="14544"/>
                  <a:pt x="16724" y="14533"/>
                  <a:pt x="16813" y="14511"/>
                </a:cubicBezTo>
                <a:lnTo>
                  <a:pt x="18847" y="13677"/>
                </a:lnTo>
                <a:cubicBezTo>
                  <a:pt x="18981" y="13644"/>
                  <a:pt x="19081" y="13510"/>
                  <a:pt x="19081" y="13410"/>
                </a:cubicBezTo>
                <a:lnTo>
                  <a:pt x="19081" y="11275"/>
                </a:lnTo>
                <a:cubicBezTo>
                  <a:pt x="19081" y="11175"/>
                  <a:pt x="19048" y="11075"/>
                  <a:pt x="18981" y="11042"/>
                </a:cubicBezTo>
                <a:lnTo>
                  <a:pt x="18847" y="10908"/>
                </a:lnTo>
                <a:cubicBezTo>
                  <a:pt x="19014" y="10808"/>
                  <a:pt x="19214" y="10741"/>
                  <a:pt x="19415" y="10741"/>
                </a:cubicBezTo>
                <a:lnTo>
                  <a:pt x="21750" y="10808"/>
                </a:lnTo>
                <a:cubicBezTo>
                  <a:pt x="22016" y="10808"/>
                  <a:pt x="22250" y="10641"/>
                  <a:pt x="22350" y="10408"/>
                </a:cubicBezTo>
                <a:lnTo>
                  <a:pt x="22717" y="9274"/>
                </a:lnTo>
                <a:cubicBezTo>
                  <a:pt x="22717" y="9240"/>
                  <a:pt x="22717" y="9174"/>
                  <a:pt x="22717" y="9140"/>
                </a:cubicBezTo>
                <a:lnTo>
                  <a:pt x="22717" y="7039"/>
                </a:lnTo>
                <a:cubicBezTo>
                  <a:pt x="22717" y="6839"/>
                  <a:pt x="22583" y="6672"/>
                  <a:pt x="22383" y="6638"/>
                </a:cubicBezTo>
                <a:lnTo>
                  <a:pt x="20582" y="6338"/>
                </a:lnTo>
                <a:lnTo>
                  <a:pt x="21283" y="5971"/>
                </a:lnTo>
                <a:cubicBezTo>
                  <a:pt x="21383" y="5938"/>
                  <a:pt x="21449" y="5838"/>
                  <a:pt x="21449" y="5704"/>
                </a:cubicBezTo>
                <a:lnTo>
                  <a:pt x="21449" y="3603"/>
                </a:lnTo>
                <a:cubicBezTo>
                  <a:pt x="21449" y="3503"/>
                  <a:pt x="21416" y="3403"/>
                  <a:pt x="21316" y="3369"/>
                </a:cubicBezTo>
                <a:lnTo>
                  <a:pt x="20015" y="2269"/>
                </a:lnTo>
                <a:cubicBezTo>
                  <a:pt x="19842" y="2145"/>
                  <a:pt x="19650" y="2076"/>
                  <a:pt x="19454" y="2076"/>
                </a:cubicBezTo>
                <a:cubicBezTo>
                  <a:pt x="19386" y="2076"/>
                  <a:pt x="19317" y="2085"/>
                  <a:pt x="19248" y="2102"/>
                </a:cubicBezTo>
                <a:lnTo>
                  <a:pt x="17246" y="2736"/>
                </a:lnTo>
                <a:cubicBezTo>
                  <a:pt x="17122" y="2763"/>
                  <a:pt x="17003" y="2780"/>
                  <a:pt x="16888" y="2780"/>
                </a:cubicBezTo>
                <a:cubicBezTo>
                  <a:pt x="16725" y="2780"/>
                  <a:pt x="16569" y="2747"/>
                  <a:pt x="16412" y="2669"/>
                </a:cubicBezTo>
                <a:cubicBezTo>
                  <a:pt x="16045" y="2536"/>
                  <a:pt x="15679" y="2402"/>
                  <a:pt x="15312" y="2302"/>
                </a:cubicBezTo>
                <a:cubicBezTo>
                  <a:pt x="15078" y="2235"/>
                  <a:pt x="14911" y="1968"/>
                  <a:pt x="14945" y="1735"/>
                </a:cubicBezTo>
                <a:lnTo>
                  <a:pt x="15045" y="734"/>
                </a:lnTo>
                <a:cubicBezTo>
                  <a:pt x="15078" y="501"/>
                  <a:pt x="14911" y="267"/>
                  <a:pt x="14644" y="234"/>
                </a:cubicBezTo>
                <a:lnTo>
                  <a:pt x="12076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1">
            <a:extLst>
              <a:ext uri="{FF2B5EF4-FFF2-40B4-BE49-F238E27FC236}">
                <a16:creationId xmlns:a16="http://schemas.microsoft.com/office/drawing/2014/main" id="{920DF36D-6CD9-A13A-7FBF-E5531DD2B9D3}"/>
              </a:ext>
            </a:extLst>
          </p:cNvPr>
          <p:cNvSpPr/>
          <p:nvPr/>
        </p:nvSpPr>
        <p:spPr>
          <a:xfrm>
            <a:off x="2187694" y="3955979"/>
            <a:ext cx="350567" cy="235769"/>
          </a:xfrm>
          <a:custGeom>
            <a:avLst/>
            <a:gdLst/>
            <a:ahLst/>
            <a:cxnLst/>
            <a:rect l="l" t="t" r="r" b="b"/>
            <a:pathLst>
              <a:path w="22717" h="15278" extrusionOk="0">
                <a:moveTo>
                  <a:pt x="11340" y="5863"/>
                </a:moveTo>
                <a:cubicBezTo>
                  <a:pt x="12899" y="5863"/>
                  <a:pt x="14431" y="6290"/>
                  <a:pt x="15378" y="7072"/>
                </a:cubicBezTo>
                <a:cubicBezTo>
                  <a:pt x="15578" y="7239"/>
                  <a:pt x="15745" y="7439"/>
                  <a:pt x="15912" y="7639"/>
                </a:cubicBezTo>
                <a:cubicBezTo>
                  <a:pt x="15445" y="8206"/>
                  <a:pt x="14845" y="8673"/>
                  <a:pt x="14144" y="8907"/>
                </a:cubicBezTo>
                <a:cubicBezTo>
                  <a:pt x="13289" y="9251"/>
                  <a:pt x="12316" y="9415"/>
                  <a:pt x="11354" y="9415"/>
                </a:cubicBezTo>
                <a:cubicBezTo>
                  <a:pt x="9801" y="9415"/>
                  <a:pt x="8274" y="8989"/>
                  <a:pt x="7306" y="8206"/>
                </a:cubicBezTo>
                <a:cubicBezTo>
                  <a:pt x="7106" y="8039"/>
                  <a:pt x="6939" y="7839"/>
                  <a:pt x="6806" y="7606"/>
                </a:cubicBezTo>
                <a:cubicBezTo>
                  <a:pt x="7239" y="7039"/>
                  <a:pt x="7873" y="6605"/>
                  <a:pt x="8540" y="6372"/>
                </a:cubicBezTo>
                <a:cubicBezTo>
                  <a:pt x="9395" y="6027"/>
                  <a:pt x="10373" y="5863"/>
                  <a:pt x="11340" y="5863"/>
                </a:cubicBezTo>
                <a:close/>
                <a:moveTo>
                  <a:pt x="12076" y="0"/>
                </a:moveTo>
                <a:cubicBezTo>
                  <a:pt x="11809" y="0"/>
                  <a:pt x="11542" y="134"/>
                  <a:pt x="11409" y="367"/>
                </a:cubicBezTo>
                <a:lnTo>
                  <a:pt x="10908" y="1368"/>
                </a:lnTo>
                <a:cubicBezTo>
                  <a:pt x="10775" y="1602"/>
                  <a:pt x="10508" y="1735"/>
                  <a:pt x="10241" y="1768"/>
                </a:cubicBezTo>
                <a:cubicBezTo>
                  <a:pt x="9808" y="1802"/>
                  <a:pt x="9374" y="1868"/>
                  <a:pt x="8907" y="1935"/>
                </a:cubicBezTo>
                <a:cubicBezTo>
                  <a:pt x="8847" y="1943"/>
                  <a:pt x="8785" y="1947"/>
                  <a:pt x="8723" y="1947"/>
                </a:cubicBezTo>
                <a:cubicBezTo>
                  <a:pt x="8507" y="1947"/>
                  <a:pt x="8280" y="1898"/>
                  <a:pt x="8073" y="1768"/>
                </a:cubicBezTo>
                <a:lnTo>
                  <a:pt x="6705" y="868"/>
                </a:lnTo>
                <a:cubicBezTo>
                  <a:pt x="6560" y="763"/>
                  <a:pt x="6388" y="711"/>
                  <a:pt x="6214" y="711"/>
                </a:cubicBezTo>
                <a:cubicBezTo>
                  <a:pt x="6110" y="711"/>
                  <a:pt x="6005" y="730"/>
                  <a:pt x="5905" y="768"/>
                </a:cubicBezTo>
                <a:lnTo>
                  <a:pt x="3837" y="1602"/>
                </a:lnTo>
                <a:cubicBezTo>
                  <a:pt x="3737" y="1635"/>
                  <a:pt x="3637" y="1735"/>
                  <a:pt x="3637" y="1868"/>
                </a:cubicBezTo>
                <a:lnTo>
                  <a:pt x="3637" y="1902"/>
                </a:lnTo>
                <a:lnTo>
                  <a:pt x="3637" y="3970"/>
                </a:lnTo>
                <a:cubicBezTo>
                  <a:pt x="3637" y="4070"/>
                  <a:pt x="3670" y="4137"/>
                  <a:pt x="3737" y="4203"/>
                </a:cubicBezTo>
                <a:lnTo>
                  <a:pt x="3870" y="4337"/>
                </a:lnTo>
                <a:cubicBezTo>
                  <a:pt x="3670" y="4437"/>
                  <a:pt x="3503" y="4504"/>
                  <a:pt x="3303" y="4504"/>
                </a:cubicBezTo>
                <a:lnTo>
                  <a:pt x="935" y="4404"/>
                </a:lnTo>
                <a:cubicBezTo>
                  <a:pt x="668" y="4404"/>
                  <a:pt x="434" y="4570"/>
                  <a:pt x="368" y="4837"/>
                </a:cubicBezTo>
                <a:lnTo>
                  <a:pt x="1" y="5971"/>
                </a:lnTo>
                <a:cubicBezTo>
                  <a:pt x="1" y="6005"/>
                  <a:pt x="1" y="6071"/>
                  <a:pt x="1" y="6105"/>
                </a:cubicBezTo>
                <a:lnTo>
                  <a:pt x="1" y="8240"/>
                </a:lnTo>
                <a:cubicBezTo>
                  <a:pt x="1" y="8406"/>
                  <a:pt x="134" y="8573"/>
                  <a:pt x="334" y="8607"/>
                </a:cubicBezTo>
                <a:lnTo>
                  <a:pt x="2136" y="8907"/>
                </a:lnTo>
                <a:lnTo>
                  <a:pt x="1435" y="9274"/>
                </a:lnTo>
                <a:cubicBezTo>
                  <a:pt x="1335" y="9307"/>
                  <a:pt x="1268" y="9407"/>
                  <a:pt x="1268" y="9507"/>
                </a:cubicBezTo>
                <a:lnTo>
                  <a:pt x="1268" y="11642"/>
                </a:lnTo>
                <a:cubicBezTo>
                  <a:pt x="1268" y="11742"/>
                  <a:pt x="1302" y="11809"/>
                  <a:pt x="1368" y="11876"/>
                </a:cubicBezTo>
                <a:lnTo>
                  <a:pt x="2703" y="12976"/>
                </a:lnTo>
                <a:cubicBezTo>
                  <a:pt x="2839" y="13090"/>
                  <a:pt x="3021" y="13157"/>
                  <a:pt x="3207" y="13157"/>
                </a:cubicBezTo>
                <a:cubicBezTo>
                  <a:pt x="3295" y="13157"/>
                  <a:pt x="3384" y="13142"/>
                  <a:pt x="3470" y="13110"/>
                </a:cubicBezTo>
                <a:lnTo>
                  <a:pt x="5471" y="12509"/>
                </a:lnTo>
                <a:cubicBezTo>
                  <a:pt x="5591" y="12479"/>
                  <a:pt x="5718" y="12463"/>
                  <a:pt x="5845" y="12463"/>
                </a:cubicBezTo>
                <a:cubicBezTo>
                  <a:pt x="6001" y="12463"/>
                  <a:pt x="6158" y="12488"/>
                  <a:pt x="6305" y="12543"/>
                </a:cubicBezTo>
                <a:cubicBezTo>
                  <a:pt x="6639" y="12710"/>
                  <a:pt x="7006" y="12843"/>
                  <a:pt x="7373" y="12943"/>
                </a:cubicBezTo>
                <a:cubicBezTo>
                  <a:pt x="7473" y="12976"/>
                  <a:pt x="7573" y="13043"/>
                  <a:pt x="7639" y="13143"/>
                </a:cubicBezTo>
                <a:lnTo>
                  <a:pt x="7639" y="14578"/>
                </a:lnTo>
                <a:cubicBezTo>
                  <a:pt x="7639" y="14811"/>
                  <a:pt x="7840" y="14978"/>
                  <a:pt x="8073" y="15011"/>
                </a:cubicBezTo>
                <a:lnTo>
                  <a:pt x="10608" y="15278"/>
                </a:lnTo>
                <a:cubicBezTo>
                  <a:pt x="10908" y="15278"/>
                  <a:pt x="11142" y="15145"/>
                  <a:pt x="11275" y="14911"/>
                </a:cubicBezTo>
                <a:lnTo>
                  <a:pt x="11809" y="13910"/>
                </a:lnTo>
                <a:cubicBezTo>
                  <a:pt x="11943" y="13677"/>
                  <a:pt x="12176" y="13543"/>
                  <a:pt x="12476" y="13510"/>
                </a:cubicBezTo>
                <a:cubicBezTo>
                  <a:pt x="12910" y="13477"/>
                  <a:pt x="13344" y="13410"/>
                  <a:pt x="13777" y="13343"/>
                </a:cubicBezTo>
                <a:cubicBezTo>
                  <a:pt x="13855" y="13326"/>
                  <a:pt x="13932" y="13318"/>
                  <a:pt x="14009" y="13318"/>
                </a:cubicBezTo>
                <a:cubicBezTo>
                  <a:pt x="14228" y="13318"/>
                  <a:pt x="14438" y="13386"/>
                  <a:pt x="14611" y="13510"/>
                </a:cubicBezTo>
                <a:lnTo>
                  <a:pt x="16012" y="14411"/>
                </a:lnTo>
                <a:cubicBezTo>
                  <a:pt x="16168" y="14500"/>
                  <a:pt x="16353" y="14544"/>
                  <a:pt x="16538" y="14544"/>
                </a:cubicBezTo>
                <a:cubicBezTo>
                  <a:pt x="16631" y="14544"/>
                  <a:pt x="16724" y="14533"/>
                  <a:pt x="16813" y="14511"/>
                </a:cubicBezTo>
                <a:lnTo>
                  <a:pt x="18847" y="13677"/>
                </a:lnTo>
                <a:cubicBezTo>
                  <a:pt x="18981" y="13644"/>
                  <a:pt x="19081" y="13510"/>
                  <a:pt x="19081" y="13410"/>
                </a:cubicBezTo>
                <a:lnTo>
                  <a:pt x="19081" y="11275"/>
                </a:lnTo>
                <a:cubicBezTo>
                  <a:pt x="19081" y="11175"/>
                  <a:pt x="19048" y="11075"/>
                  <a:pt x="18981" y="11042"/>
                </a:cubicBezTo>
                <a:lnTo>
                  <a:pt x="18847" y="10908"/>
                </a:lnTo>
                <a:cubicBezTo>
                  <a:pt x="19014" y="10808"/>
                  <a:pt x="19214" y="10741"/>
                  <a:pt x="19415" y="10741"/>
                </a:cubicBezTo>
                <a:lnTo>
                  <a:pt x="21750" y="10808"/>
                </a:lnTo>
                <a:cubicBezTo>
                  <a:pt x="22016" y="10808"/>
                  <a:pt x="22250" y="10641"/>
                  <a:pt x="22350" y="10408"/>
                </a:cubicBezTo>
                <a:lnTo>
                  <a:pt x="22717" y="9274"/>
                </a:lnTo>
                <a:cubicBezTo>
                  <a:pt x="22717" y="9240"/>
                  <a:pt x="22717" y="9174"/>
                  <a:pt x="22717" y="9140"/>
                </a:cubicBezTo>
                <a:lnTo>
                  <a:pt x="22717" y="7039"/>
                </a:lnTo>
                <a:cubicBezTo>
                  <a:pt x="22717" y="6839"/>
                  <a:pt x="22583" y="6672"/>
                  <a:pt x="22383" y="6638"/>
                </a:cubicBezTo>
                <a:lnTo>
                  <a:pt x="20582" y="6338"/>
                </a:lnTo>
                <a:lnTo>
                  <a:pt x="21283" y="5971"/>
                </a:lnTo>
                <a:cubicBezTo>
                  <a:pt x="21383" y="5938"/>
                  <a:pt x="21449" y="5838"/>
                  <a:pt x="21449" y="5704"/>
                </a:cubicBezTo>
                <a:lnTo>
                  <a:pt x="21449" y="3603"/>
                </a:lnTo>
                <a:cubicBezTo>
                  <a:pt x="21449" y="3503"/>
                  <a:pt x="21416" y="3403"/>
                  <a:pt x="21316" y="3369"/>
                </a:cubicBezTo>
                <a:lnTo>
                  <a:pt x="20015" y="2269"/>
                </a:lnTo>
                <a:cubicBezTo>
                  <a:pt x="19842" y="2145"/>
                  <a:pt x="19650" y="2076"/>
                  <a:pt x="19454" y="2076"/>
                </a:cubicBezTo>
                <a:cubicBezTo>
                  <a:pt x="19386" y="2076"/>
                  <a:pt x="19317" y="2085"/>
                  <a:pt x="19248" y="2102"/>
                </a:cubicBezTo>
                <a:lnTo>
                  <a:pt x="17246" y="2736"/>
                </a:lnTo>
                <a:cubicBezTo>
                  <a:pt x="17122" y="2763"/>
                  <a:pt x="17003" y="2780"/>
                  <a:pt x="16888" y="2780"/>
                </a:cubicBezTo>
                <a:cubicBezTo>
                  <a:pt x="16725" y="2780"/>
                  <a:pt x="16569" y="2747"/>
                  <a:pt x="16412" y="2669"/>
                </a:cubicBezTo>
                <a:cubicBezTo>
                  <a:pt x="16045" y="2536"/>
                  <a:pt x="15679" y="2402"/>
                  <a:pt x="15312" y="2302"/>
                </a:cubicBezTo>
                <a:cubicBezTo>
                  <a:pt x="15078" y="2235"/>
                  <a:pt x="14911" y="1968"/>
                  <a:pt x="14945" y="1735"/>
                </a:cubicBezTo>
                <a:lnTo>
                  <a:pt x="15045" y="734"/>
                </a:lnTo>
                <a:cubicBezTo>
                  <a:pt x="15078" y="501"/>
                  <a:pt x="14911" y="267"/>
                  <a:pt x="14644" y="234"/>
                </a:cubicBezTo>
                <a:lnTo>
                  <a:pt x="120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41">
            <a:extLst>
              <a:ext uri="{FF2B5EF4-FFF2-40B4-BE49-F238E27FC236}">
                <a16:creationId xmlns:a16="http://schemas.microsoft.com/office/drawing/2014/main" id="{73C3472C-B65F-AEC7-82CC-BDE8949B1118}"/>
              </a:ext>
            </a:extLst>
          </p:cNvPr>
          <p:cNvSpPr/>
          <p:nvPr/>
        </p:nvSpPr>
        <p:spPr>
          <a:xfrm>
            <a:off x="2187694" y="3984806"/>
            <a:ext cx="74660" cy="108625"/>
          </a:xfrm>
          <a:custGeom>
            <a:avLst/>
            <a:gdLst/>
            <a:ahLst/>
            <a:cxnLst/>
            <a:rect l="l" t="t" r="r" b="b"/>
            <a:pathLst>
              <a:path w="4838" h="7039" extrusionOk="0">
                <a:moveTo>
                  <a:pt x="3637" y="0"/>
                </a:moveTo>
                <a:lnTo>
                  <a:pt x="3637" y="2102"/>
                </a:lnTo>
                <a:cubicBezTo>
                  <a:pt x="3637" y="2202"/>
                  <a:pt x="3670" y="2269"/>
                  <a:pt x="3737" y="2335"/>
                </a:cubicBezTo>
                <a:lnTo>
                  <a:pt x="3870" y="2469"/>
                </a:lnTo>
                <a:cubicBezTo>
                  <a:pt x="3937" y="2435"/>
                  <a:pt x="4004" y="2369"/>
                  <a:pt x="4037" y="2302"/>
                </a:cubicBezTo>
                <a:cubicBezTo>
                  <a:pt x="4237" y="2135"/>
                  <a:pt x="4404" y="1968"/>
                  <a:pt x="4604" y="1802"/>
                </a:cubicBezTo>
                <a:cubicBezTo>
                  <a:pt x="4804" y="1668"/>
                  <a:pt x="4837" y="1401"/>
                  <a:pt x="4671" y="1201"/>
                </a:cubicBezTo>
                <a:lnTo>
                  <a:pt x="3737" y="234"/>
                </a:lnTo>
                <a:cubicBezTo>
                  <a:pt x="3670" y="167"/>
                  <a:pt x="3637" y="67"/>
                  <a:pt x="3637" y="0"/>
                </a:cubicBezTo>
                <a:close/>
                <a:moveTo>
                  <a:pt x="1" y="4270"/>
                </a:moveTo>
                <a:lnTo>
                  <a:pt x="1" y="6338"/>
                </a:lnTo>
                <a:cubicBezTo>
                  <a:pt x="1" y="6538"/>
                  <a:pt x="134" y="6705"/>
                  <a:pt x="301" y="6705"/>
                </a:cubicBezTo>
                <a:lnTo>
                  <a:pt x="2136" y="7039"/>
                </a:lnTo>
                <a:lnTo>
                  <a:pt x="3070" y="6572"/>
                </a:lnTo>
                <a:cubicBezTo>
                  <a:pt x="3303" y="6438"/>
                  <a:pt x="3370" y="6171"/>
                  <a:pt x="3270" y="5938"/>
                </a:cubicBezTo>
                <a:cubicBezTo>
                  <a:pt x="3203" y="5805"/>
                  <a:pt x="3136" y="5671"/>
                  <a:pt x="3103" y="5504"/>
                </a:cubicBezTo>
                <a:cubicBezTo>
                  <a:pt x="3003" y="5271"/>
                  <a:pt x="2803" y="5071"/>
                  <a:pt x="2536" y="5004"/>
                </a:cubicBezTo>
                <a:lnTo>
                  <a:pt x="301" y="4604"/>
                </a:lnTo>
                <a:cubicBezTo>
                  <a:pt x="134" y="4570"/>
                  <a:pt x="1" y="4437"/>
                  <a:pt x="1" y="427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41">
            <a:extLst>
              <a:ext uri="{FF2B5EF4-FFF2-40B4-BE49-F238E27FC236}">
                <a16:creationId xmlns:a16="http://schemas.microsoft.com/office/drawing/2014/main" id="{2141B6C9-EE0F-7112-4149-D6BEBF60088F}"/>
              </a:ext>
            </a:extLst>
          </p:cNvPr>
          <p:cNvSpPr/>
          <p:nvPr/>
        </p:nvSpPr>
        <p:spPr>
          <a:xfrm>
            <a:off x="2279838" y="4013540"/>
            <a:ext cx="162174" cy="60339"/>
          </a:xfrm>
          <a:custGeom>
            <a:avLst/>
            <a:gdLst/>
            <a:ahLst/>
            <a:cxnLst/>
            <a:rect l="l" t="t" r="r" b="b"/>
            <a:pathLst>
              <a:path w="10509" h="3910" extrusionOk="0">
                <a:moveTo>
                  <a:pt x="5367" y="0"/>
                </a:moveTo>
                <a:cubicBezTo>
                  <a:pt x="4406" y="0"/>
                  <a:pt x="3432" y="164"/>
                  <a:pt x="2569" y="507"/>
                </a:cubicBezTo>
                <a:cubicBezTo>
                  <a:pt x="668" y="1274"/>
                  <a:pt x="1" y="2708"/>
                  <a:pt x="835" y="3876"/>
                </a:cubicBezTo>
                <a:cubicBezTo>
                  <a:pt x="1268" y="3309"/>
                  <a:pt x="1902" y="2875"/>
                  <a:pt x="2569" y="2642"/>
                </a:cubicBezTo>
                <a:cubicBezTo>
                  <a:pt x="3424" y="2297"/>
                  <a:pt x="4402" y="2133"/>
                  <a:pt x="5369" y="2133"/>
                </a:cubicBezTo>
                <a:cubicBezTo>
                  <a:pt x="6928" y="2133"/>
                  <a:pt x="8460" y="2560"/>
                  <a:pt x="9407" y="3342"/>
                </a:cubicBezTo>
                <a:cubicBezTo>
                  <a:pt x="9607" y="3509"/>
                  <a:pt x="9774" y="3709"/>
                  <a:pt x="9941" y="3909"/>
                </a:cubicBezTo>
                <a:cubicBezTo>
                  <a:pt x="10508" y="3075"/>
                  <a:pt x="10375" y="2041"/>
                  <a:pt x="9407" y="1241"/>
                </a:cubicBezTo>
                <a:cubicBezTo>
                  <a:pt x="8457" y="435"/>
                  <a:pt x="6930" y="0"/>
                  <a:pt x="5367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41">
            <a:extLst>
              <a:ext uri="{FF2B5EF4-FFF2-40B4-BE49-F238E27FC236}">
                <a16:creationId xmlns:a16="http://schemas.microsoft.com/office/drawing/2014/main" id="{93765610-1288-3F1E-8AE0-2DA28C5189A5}"/>
              </a:ext>
            </a:extLst>
          </p:cNvPr>
          <p:cNvSpPr/>
          <p:nvPr/>
        </p:nvSpPr>
        <p:spPr>
          <a:xfrm>
            <a:off x="2233511" y="4012090"/>
            <a:ext cx="304750" cy="178640"/>
          </a:xfrm>
          <a:custGeom>
            <a:avLst/>
            <a:gdLst/>
            <a:ahLst/>
            <a:cxnLst/>
            <a:rect l="l" t="t" r="r" b="b"/>
            <a:pathLst>
              <a:path w="19748" h="11576" extrusionOk="0">
                <a:moveTo>
                  <a:pt x="18480" y="0"/>
                </a:moveTo>
                <a:cubicBezTo>
                  <a:pt x="18480" y="67"/>
                  <a:pt x="18447" y="134"/>
                  <a:pt x="18414" y="167"/>
                </a:cubicBezTo>
                <a:cubicBezTo>
                  <a:pt x="18380" y="200"/>
                  <a:pt x="18347" y="234"/>
                  <a:pt x="18314" y="234"/>
                </a:cubicBezTo>
                <a:lnTo>
                  <a:pt x="16646" y="1068"/>
                </a:lnTo>
                <a:cubicBezTo>
                  <a:pt x="16612" y="1101"/>
                  <a:pt x="16579" y="1101"/>
                  <a:pt x="16546" y="1134"/>
                </a:cubicBezTo>
                <a:cubicBezTo>
                  <a:pt x="16512" y="1201"/>
                  <a:pt x="16479" y="1268"/>
                  <a:pt x="16446" y="1335"/>
                </a:cubicBezTo>
                <a:cubicBezTo>
                  <a:pt x="16412" y="1368"/>
                  <a:pt x="16412" y="1435"/>
                  <a:pt x="16412" y="1468"/>
                </a:cubicBezTo>
                <a:cubicBezTo>
                  <a:pt x="16412" y="1501"/>
                  <a:pt x="16412" y="1535"/>
                  <a:pt x="16412" y="1568"/>
                </a:cubicBezTo>
                <a:cubicBezTo>
                  <a:pt x="16446" y="1601"/>
                  <a:pt x="16446" y="1635"/>
                  <a:pt x="16446" y="1668"/>
                </a:cubicBezTo>
                <a:cubicBezTo>
                  <a:pt x="16546" y="1835"/>
                  <a:pt x="16579" y="1968"/>
                  <a:pt x="16612" y="2135"/>
                </a:cubicBezTo>
                <a:cubicBezTo>
                  <a:pt x="16712" y="2369"/>
                  <a:pt x="16913" y="2569"/>
                  <a:pt x="17179" y="2636"/>
                </a:cubicBezTo>
                <a:lnTo>
                  <a:pt x="17580" y="2702"/>
                </a:lnTo>
                <a:lnTo>
                  <a:pt x="18314" y="2369"/>
                </a:lnTo>
                <a:cubicBezTo>
                  <a:pt x="18414" y="2302"/>
                  <a:pt x="18480" y="2202"/>
                  <a:pt x="18480" y="2102"/>
                </a:cubicBezTo>
                <a:lnTo>
                  <a:pt x="18480" y="0"/>
                </a:lnTo>
                <a:close/>
                <a:moveTo>
                  <a:pt x="19748" y="3403"/>
                </a:moveTo>
                <a:lnTo>
                  <a:pt x="19747" y="3432"/>
                </a:lnTo>
                <a:lnTo>
                  <a:pt x="19747" y="3432"/>
                </a:lnTo>
                <a:cubicBezTo>
                  <a:pt x="19748" y="3421"/>
                  <a:pt x="19748" y="3411"/>
                  <a:pt x="19748" y="3403"/>
                </a:cubicBezTo>
                <a:close/>
                <a:moveTo>
                  <a:pt x="19747" y="3432"/>
                </a:moveTo>
                <a:cubicBezTo>
                  <a:pt x="19746" y="3466"/>
                  <a:pt x="19740" y="3511"/>
                  <a:pt x="19715" y="3536"/>
                </a:cubicBezTo>
                <a:lnTo>
                  <a:pt x="19381" y="4670"/>
                </a:lnTo>
                <a:cubicBezTo>
                  <a:pt x="19281" y="4904"/>
                  <a:pt x="19047" y="5071"/>
                  <a:pt x="18781" y="5071"/>
                </a:cubicBezTo>
                <a:lnTo>
                  <a:pt x="16446" y="5004"/>
                </a:lnTo>
                <a:cubicBezTo>
                  <a:pt x="16410" y="4995"/>
                  <a:pt x="16374" y="4991"/>
                  <a:pt x="16339" y="4991"/>
                </a:cubicBezTo>
                <a:cubicBezTo>
                  <a:pt x="16243" y="4991"/>
                  <a:pt x="16152" y="5022"/>
                  <a:pt x="16079" y="5071"/>
                </a:cubicBezTo>
                <a:lnTo>
                  <a:pt x="16079" y="7172"/>
                </a:lnTo>
                <a:cubicBezTo>
                  <a:pt x="16179" y="7139"/>
                  <a:pt x="16312" y="7105"/>
                  <a:pt x="16446" y="7105"/>
                </a:cubicBezTo>
                <a:lnTo>
                  <a:pt x="18781" y="7206"/>
                </a:lnTo>
                <a:cubicBezTo>
                  <a:pt x="19047" y="7206"/>
                  <a:pt x="19281" y="7039"/>
                  <a:pt x="19381" y="6772"/>
                </a:cubicBezTo>
                <a:lnTo>
                  <a:pt x="19715" y="5638"/>
                </a:lnTo>
                <a:cubicBezTo>
                  <a:pt x="19715" y="5604"/>
                  <a:pt x="19715" y="5538"/>
                  <a:pt x="19715" y="5504"/>
                </a:cubicBezTo>
                <a:lnTo>
                  <a:pt x="19747" y="3432"/>
                </a:lnTo>
                <a:close/>
                <a:moveTo>
                  <a:pt x="2469" y="6739"/>
                </a:moveTo>
                <a:lnTo>
                  <a:pt x="501" y="7372"/>
                </a:lnTo>
                <a:cubicBezTo>
                  <a:pt x="417" y="7389"/>
                  <a:pt x="334" y="7397"/>
                  <a:pt x="251" y="7397"/>
                </a:cubicBezTo>
                <a:cubicBezTo>
                  <a:pt x="167" y="7397"/>
                  <a:pt x="84" y="7389"/>
                  <a:pt x="0" y="7372"/>
                </a:cubicBezTo>
                <a:lnTo>
                  <a:pt x="0" y="9474"/>
                </a:lnTo>
                <a:cubicBezTo>
                  <a:pt x="84" y="9490"/>
                  <a:pt x="167" y="9499"/>
                  <a:pt x="251" y="9499"/>
                </a:cubicBezTo>
                <a:cubicBezTo>
                  <a:pt x="334" y="9499"/>
                  <a:pt x="417" y="9490"/>
                  <a:pt x="501" y="9474"/>
                </a:cubicBezTo>
                <a:lnTo>
                  <a:pt x="2469" y="8873"/>
                </a:lnTo>
                <a:lnTo>
                  <a:pt x="2469" y="6739"/>
                </a:lnTo>
                <a:close/>
                <a:moveTo>
                  <a:pt x="16079" y="7639"/>
                </a:moveTo>
                <a:cubicBezTo>
                  <a:pt x="16079" y="7739"/>
                  <a:pt x="16012" y="7873"/>
                  <a:pt x="15878" y="7906"/>
                </a:cubicBezTo>
                <a:lnTo>
                  <a:pt x="13810" y="8740"/>
                </a:lnTo>
                <a:cubicBezTo>
                  <a:pt x="13713" y="8779"/>
                  <a:pt x="13615" y="8795"/>
                  <a:pt x="13511" y="8795"/>
                </a:cubicBezTo>
                <a:cubicBezTo>
                  <a:pt x="13437" y="8795"/>
                  <a:pt x="13360" y="8787"/>
                  <a:pt x="13277" y="8773"/>
                </a:cubicBezTo>
                <a:lnTo>
                  <a:pt x="13277" y="10875"/>
                </a:lnTo>
                <a:cubicBezTo>
                  <a:pt x="13360" y="10889"/>
                  <a:pt x="13437" y="10897"/>
                  <a:pt x="13511" y="10897"/>
                </a:cubicBezTo>
                <a:cubicBezTo>
                  <a:pt x="13615" y="10897"/>
                  <a:pt x="13713" y="10881"/>
                  <a:pt x="13810" y="10841"/>
                </a:cubicBezTo>
                <a:lnTo>
                  <a:pt x="15878" y="10008"/>
                </a:lnTo>
                <a:cubicBezTo>
                  <a:pt x="16012" y="9974"/>
                  <a:pt x="16079" y="9874"/>
                  <a:pt x="16079" y="9741"/>
                </a:cubicBezTo>
                <a:lnTo>
                  <a:pt x="16079" y="7639"/>
                </a:lnTo>
                <a:close/>
                <a:moveTo>
                  <a:pt x="9040" y="7906"/>
                </a:moveTo>
                <a:cubicBezTo>
                  <a:pt x="8940" y="7973"/>
                  <a:pt x="8873" y="8073"/>
                  <a:pt x="8807" y="8173"/>
                </a:cubicBezTo>
                <a:lnTo>
                  <a:pt x="8306" y="9140"/>
                </a:lnTo>
                <a:cubicBezTo>
                  <a:pt x="8206" y="9307"/>
                  <a:pt x="8073" y="9407"/>
                  <a:pt x="7939" y="9474"/>
                </a:cubicBezTo>
                <a:lnTo>
                  <a:pt x="7939" y="11575"/>
                </a:lnTo>
                <a:cubicBezTo>
                  <a:pt x="8073" y="11509"/>
                  <a:pt x="8240" y="11409"/>
                  <a:pt x="8306" y="11275"/>
                </a:cubicBezTo>
                <a:lnTo>
                  <a:pt x="8807" y="10274"/>
                </a:lnTo>
                <a:cubicBezTo>
                  <a:pt x="8873" y="10174"/>
                  <a:pt x="8940" y="10074"/>
                  <a:pt x="9040" y="10041"/>
                </a:cubicBezTo>
                <a:lnTo>
                  <a:pt x="9040" y="7906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41">
            <a:extLst>
              <a:ext uri="{FF2B5EF4-FFF2-40B4-BE49-F238E27FC236}">
                <a16:creationId xmlns:a16="http://schemas.microsoft.com/office/drawing/2014/main" id="{5DA99B0A-39EB-B754-07DE-F6F0513B788C}"/>
              </a:ext>
            </a:extLst>
          </p:cNvPr>
          <p:cNvSpPr/>
          <p:nvPr/>
        </p:nvSpPr>
        <p:spPr>
          <a:xfrm>
            <a:off x="2233511" y="4012090"/>
            <a:ext cx="304750" cy="178640"/>
          </a:xfrm>
          <a:custGeom>
            <a:avLst/>
            <a:gdLst/>
            <a:ahLst/>
            <a:cxnLst/>
            <a:rect l="l" t="t" r="r" b="b"/>
            <a:pathLst>
              <a:path w="19748" h="11576" extrusionOk="0">
                <a:moveTo>
                  <a:pt x="18480" y="0"/>
                </a:moveTo>
                <a:cubicBezTo>
                  <a:pt x="18480" y="67"/>
                  <a:pt x="18447" y="134"/>
                  <a:pt x="18414" y="167"/>
                </a:cubicBezTo>
                <a:cubicBezTo>
                  <a:pt x="18380" y="200"/>
                  <a:pt x="18347" y="234"/>
                  <a:pt x="18314" y="234"/>
                </a:cubicBezTo>
                <a:lnTo>
                  <a:pt x="16646" y="1068"/>
                </a:lnTo>
                <a:cubicBezTo>
                  <a:pt x="16612" y="1101"/>
                  <a:pt x="16579" y="1101"/>
                  <a:pt x="16546" y="1134"/>
                </a:cubicBezTo>
                <a:cubicBezTo>
                  <a:pt x="16512" y="1201"/>
                  <a:pt x="16479" y="1268"/>
                  <a:pt x="16446" y="1335"/>
                </a:cubicBezTo>
                <a:cubicBezTo>
                  <a:pt x="16412" y="1368"/>
                  <a:pt x="16412" y="1435"/>
                  <a:pt x="16412" y="1468"/>
                </a:cubicBezTo>
                <a:cubicBezTo>
                  <a:pt x="16412" y="1501"/>
                  <a:pt x="16412" y="1535"/>
                  <a:pt x="16412" y="1568"/>
                </a:cubicBezTo>
                <a:cubicBezTo>
                  <a:pt x="16446" y="1601"/>
                  <a:pt x="16446" y="1635"/>
                  <a:pt x="16446" y="1668"/>
                </a:cubicBezTo>
                <a:cubicBezTo>
                  <a:pt x="16546" y="1835"/>
                  <a:pt x="16579" y="1968"/>
                  <a:pt x="16612" y="2135"/>
                </a:cubicBezTo>
                <a:cubicBezTo>
                  <a:pt x="16712" y="2369"/>
                  <a:pt x="16913" y="2569"/>
                  <a:pt x="17179" y="2636"/>
                </a:cubicBezTo>
                <a:lnTo>
                  <a:pt x="17580" y="2702"/>
                </a:lnTo>
                <a:lnTo>
                  <a:pt x="18314" y="2369"/>
                </a:lnTo>
                <a:cubicBezTo>
                  <a:pt x="18414" y="2302"/>
                  <a:pt x="18480" y="2202"/>
                  <a:pt x="18480" y="2102"/>
                </a:cubicBezTo>
                <a:lnTo>
                  <a:pt x="18480" y="0"/>
                </a:lnTo>
                <a:close/>
                <a:moveTo>
                  <a:pt x="19748" y="3403"/>
                </a:moveTo>
                <a:lnTo>
                  <a:pt x="19747" y="3432"/>
                </a:lnTo>
                <a:lnTo>
                  <a:pt x="19747" y="3432"/>
                </a:lnTo>
                <a:cubicBezTo>
                  <a:pt x="19748" y="3421"/>
                  <a:pt x="19748" y="3411"/>
                  <a:pt x="19748" y="3403"/>
                </a:cubicBezTo>
                <a:close/>
                <a:moveTo>
                  <a:pt x="19747" y="3432"/>
                </a:moveTo>
                <a:cubicBezTo>
                  <a:pt x="19746" y="3466"/>
                  <a:pt x="19740" y="3511"/>
                  <a:pt x="19715" y="3536"/>
                </a:cubicBezTo>
                <a:lnTo>
                  <a:pt x="19381" y="4670"/>
                </a:lnTo>
                <a:cubicBezTo>
                  <a:pt x="19281" y="4904"/>
                  <a:pt x="19047" y="5071"/>
                  <a:pt x="18781" y="5071"/>
                </a:cubicBezTo>
                <a:lnTo>
                  <a:pt x="16446" y="5004"/>
                </a:lnTo>
                <a:cubicBezTo>
                  <a:pt x="16410" y="4995"/>
                  <a:pt x="16374" y="4991"/>
                  <a:pt x="16339" y="4991"/>
                </a:cubicBezTo>
                <a:cubicBezTo>
                  <a:pt x="16243" y="4991"/>
                  <a:pt x="16152" y="5022"/>
                  <a:pt x="16079" y="5071"/>
                </a:cubicBezTo>
                <a:lnTo>
                  <a:pt x="16079" y="7172"/>
                </a:lnTo>
                <a:cubicBezTo>
                  <a:pt x="16179" y="7139"/>
                  <a:pt x="16312" y="7105"/>
                  <a:pt x="16446" y="7105"/>
                </a:cubicBezTo>
                <a:lnTo>
                  <a:pt x="18781" y="7206"/>
                </a:lnTo>
                <a:cubicBezTo>
                  <a:pt x="19047" y="7206"/>
                  <a:pt x="19281" y="7039"/>
                  <a:pt x="19381" y="6772"/>
                </a:cubicBezTo>
                <a:lnTo>
                  <a:pt x="19715" y="5638"/>
                </a:lnTo>
                <a:cubicBezTo>
                  <a:pt x="19715" y="5604"/>
                  <a:pt x="19715" y="5538"/>
                  <a:pt x="19715" y="5504"/>
                </a:cubicBezTo>
                <a:lnTo>
                  <a:pt x="19747" y="3432"/>
                </a:lnTo>
                <a:close/>
                <a:moveTo>
                  <a:pt x="2469" y="6739"/>
                </a:moveTo>
                <a:lnTo>
                  <a:pt x="501" y="7372"/>
                </a:lnTo>
                <a:cubicBezTo>
                  <a:pt x="417" y="7389"/>
                  <a:pt x="334" y="7397"/>
                  <a:pt x="251" y="7397"/>
                </a:cubicBezTo>
                <a:cubicBezTo>
                  <a:pt x="167" y="7397"/>
                  <a:pt x="84" y="7389"/>
                  <a:pt x="0" y="7372"/>
                </a:cubicBezTo>
                <a:lnTo>
                  <a:pt x="0" y="9474"/>
                </a:lnTo>
                <a:cubicBezTo>
                  <a:pt x="84" y="9490"/>
                  <a:pt x="167" y="9499"/>
                  <a:pt x="251" y="9499"/>
                </a:cubicBezTo>
                <a:cubicBezTo>
                  <a:pt x="334" y="9499"/>
                  <a:pt x="417" y="9490"/>
                  <a:pt x="501" y="9474"/>
                </a:cubicBezTo>
                <a:lnTo>
                  <a:pt x="2469" y="8873"/>
                </a:lnTo>
                <a:lnTo>
                  <a:pt x="2469" y="6739"/>
                </a:lnTo>
                <a:close/>
                <a:moveTo>
                  <a:pt x="16079" y="7639"/>
                </a:moveTo>
                <a:cubicBezTo>
                  <a:pt x="16079" y="7739"/>
                  <a:pt x="16012" y="7873"/>
                  <a:pt x="15878" y="7906"/>
                </a:cubicBezTo>
                <a:lnTo>
                  <a:pt x="13810" y="8740"/>
                </a:lnTo>
                <a:cubicBezTo>
                  <a:pt x="13713" y="8779"/>
                  <a:pt x="13615" y="8795"/>
                  <a:pt x="13511" y="8795"/>
                </a:cubicBezTo>
                <a:cubicBezTo>
                  <a:pt x="13437" y="8795"/>
                  <a:pt x="13360" y="8787"/>
                  <a:pt x="13277" y="8773"/>
                </a:cubicBezTo>
                <a:lnTo>
                  <a:pt x="13277" y="10875"/>
                </a:lnTo>
                <a:cubicBezTo>
                  <a:pt x="13360" y="10889"/>
                  <a:pt x="13437" y="10897"/>
                  <a:pt x="13511" y="10897"/>
                </a:cubicBezTo>
                <a:cubicBezTo>
                  <a:pt x="13615" y="10897"/>
                  <a:pt x="13713" y="10881"/>
                  <a:pt x="13810" y="10841"/>
                </a:cubicBezTo>
                <a:lnTo>
                  <a:pt x="15878" y="10008"/>
                </a:lnTo>
                <a:cubicBezTo>
                  <a:pt x="16012" y="9974"/>
                  <a:pt x="16079" y="9874"/>
                  <a:pt x="16079" y="9741"/>
                </a:cubicBezTo>
                <a:lnTo>
                  <a:pt x="16079" y="7639"/>
                </a:lnTo>
                <a:close/>
                <a:moveTo>
                  <a:pt x="9040" y="7906"/>
                </a:moveTo>
                <a:cubicBezTo>
                  <a:pt x="8940" y="7973"/>
                  <a:pt x="8873" y="8073"/>
                  <a:pt x="8807" y="8173"/>
                </a:cubicBezTo>
                <a:lnTo>
                  <a:pt x="8306" y="9140"/>
                </a:lnTo>
                <a:cubicBezTo>
                  <a:pt x="8206" y="9307"/>
                  <a:pt x="8073" y="9407"/>
                  <a:pt x="7939" y="9474"/>
                </a:cubicBezTo>
                <a:lnTo>
                  <a:pt x="7939" y="11575"/>
                </a:lnTo>
                <a:cubicBezTo>
                  <a:pt x="8073" y="11509"/>
                  <a:pt x="8240" y="11409"/>
                  <a:pt x="8306" y="11275"/>
                </a:cubicBezTo>
                <a:lnTo>
                  <a:pt x="8807" y="10274"/>
                </a:lnTo>
                <a:cubicBezTo>
                  <a:pt x="8873" y="10174"/>
                  <a:pt x="8940" y="10074"/>
                  <a:pt x="9040" y="10041"/>
                </a:cubicBezTo>
                <a:lnTo>
                  <a:pt x="9040" y="7906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41">
            <a:extLst>
              <a:ext uri="{FF2B5EF4-FFF2-40B4-BE49-F238E27FC236}">
                <a16:creationId xmlns:a16="http://schemas.microsoft.com/office/drawing/2014/main" id="{F0A8AD93-D3BC-11B4-BBFE-DB72E939DF85}"/>
              </a:ext>
            </a:extLst>
          </p:cNvPr>
          <p:cNvSpPr/>
          <p:nvPr/>
        </p:nvSpPr>
        <p:spPr>
          <a:xfrm>
            <a:off x="2186150" y="3955979"/>
            <a:ext cx="353144" cy="203347"/>
          </a:xfrm>
          <a:custGeom>
            <a:avLst/>
            <a:gdLst/>
            <a:ahLst/>
            <a:cxnLst/>
            <a:rect l="l" t="t" r="r" b="b"/>
            <a:pathLst>
              <a:path w="22884" h="13177" extrusionOk="0">
                <a:moveTo>
                  <a:pt x="11454" y="3728"/>
                </a:moveTo>
                <a:cubicBezTo>
                  <a:pt x="13012" y="3728"/>
                  <a:pt x="14531" y="4155"/>
                  <a:pt x="15478" y="4937"/>
                </a:cubicBezTo>
                <a:cubicBezTo>
                  <a:pt x="17013" y="6238"/>
                  <a:pt x="16479" y="8006"/>
                  <a:pt x="14244" y="8907"/>
                </a:cubicBezTo>
                <a:cubicBezTo>
                  <a:pt x="13378" y="9238"/>
                  <a:pt x="12400" y="9399"/>
                  <a:pt x="11436" y="9399"/>
                </a:cubicBezTo>
                <a:cubicBezTo>
                  <a:pt x="9877" y="9399"/>
                  <a:pt x="8354" y="8977"/>
                  <a:pt x="7406" y="8173"/>
                </a:cubicBezTo>
                <a:cubicBezTo>
                  <a:pt x="5871" y="6905"/>
                  <a:pt x="6405" y="5137"/>
                  <a:pt x="8640" y="4237"/>
                </a:cubicBezTo>
                <a:cubicBezTo>
                  <a:pt x="9508" y="3892"/>
                  <a:pt x="10489" y="3728"/>
                  <a:pt x="11454" y="3728"/>
                </a:cubicBezTo>
                <a:close/>
                <a:moveTo>
                  <a:pt x="12176" y="0"/>
                </a:moveTo>
                <a:cubicBezTo>
                  <a:pt x="11909" y="0"/>
                  <a:pt x="11642" y="134"/>
                  <a:pt x="11509" y="367"/>
                </a:cubicBezTo>
                <a:lnTo>
                  <a:pt x="11008" y="1368"/>
                </a:lnTo>
                <a:cubicBezTo>
                  <a:pt x="10875" y="1602"/>
                  <a:pt x="10608" y="1735"/>
                  <a:pt x="10341" y="1768"/>
                </a:cubicBezTo>
                <a:cubicBezTo>
                  <a:pt x="9908" y="1802"/>
                  <a:pt x="9474" y="1868"/>
                  <a:pt x="9007" y="1935"/>
                </a:cubicBezTo>
                <a:cubicBezTo>
                  <a:pt x="8947" y="1943"/>
                  <a:pt x="8885" y="1947"/>
                  <a:pt x="8823" y="1947"/>
                </a:cubicBezTo>
                <a:cubicBezTo>
                  <a:pt x="8607" y="1947"/>
                  <a:pt x="8380" y="1898"/>
                  <a:pt x="8173" y="1768"/>
                </a:cubicBezTo>
                <a:lnTo>
                  <a:pt x="6805" y="868"/>
                </a:lnTo>
                <a:cubicBezTo>
                  <a:pt x="6660" y="763"/>
                  <a:pt x="6488" y="711"/>
                  <a:pt x="6314" y="711"/>
                </a:cubicBezTo>
                <a:cubicBezTo>
                  <a:pt x="6210" y="711"/>
                  <a:pt x="6105" y="730"/>
                  <a:pt x="6005" y="768"/>
                </a:cubicBezTo>
                <a:lnTo>
                  <a:pt x="3937" y="1602"/>
                </a:lnTo>
                <a:cubicBezTo>
                  <a:pt x="3737" y="1668"/>
                  <a:pt x="3670" y="1968"/>
                  <a:pt x="3837" y="2102"/>
                </a:cubicBezTo>
                <a:lnTo>
                  <a:pt x="4771" y="3103"/>
                </a:lnTo>
                <a:cubicBezTo>
                  <a:pt x="4937" y="3269"/>
                  <a:pt x="4904" y="3536"/>
                  <a:pt x="4704" y="3703"/>
                </a:cubicBezTo>
                <a:cubicBezTo>
                  <a:pt x="4504" y="3836"/>
                  <a:pt x="4337" y="4037"/>
                  <a:pt x="4137" y="4203"/>
                </a:cubicBezTo>
                <a:cubicBezTo>
                  <a:pt x="3937" y="4404"/>
                  <a:pt x="3670" y="4504"/>
                  <a:pt x="3403" y="4537"/>
                </a:cubicBezTo>
                <a:lnTo>
                  <a:pt x="1035" y="4437"/>
                </a:lnTo>
                <a:cubicBezTo>
                  <a:pt x="768" y="4437"/>
                  <a:pt x="534" y="4604"/>
                  <a:pt x="468" y="4837"/>
                </a:cubicBezTo>
                <a:lnTo>
                  <a:pt x="101" y="5971"/>
                </a:lnTo>
                <a:cubicBezTo>
                  <a:pt x="1" y="6205"/>
                  <a:pt x="167" y="6472"/>
                  <a:pt x="401" y="6505"/>
                </a:cubicBezTo>
                <a:lnTo>
                  <a:pt x="2636" y="6872"/>
                </a:lnTo>
                <a:cubicBezTo>
                  <a:pt x="2903" y="6939"/>
                  <a:pt x="3103" y="7139"/>
                  <a:pt x="3203" y="7406"/>
                </a:cubicBezTo>
                <a:cubicBezTo>
                  <a:pt x="3236" y="7539"/>
                  <a:pt x="3303" y="7706"/>
                  <a:pt x="3370" y="7839"/>
                </a:cubicBezTo>
                <a:cubicBezTo>
                  <a:pt x="3470" y="8073"/>
                  <a:pt x="3370" y="8340"/>
                  <a:pt x="3170" y="8440"/>
                </a:cubicBezTo>
                <a:lnTo>
                  <a:pt x="1535" y="9274"/>
                </a:lnTo>
                <a:cubicBezTo>
                  <a:pt x="1302" y="9340"/>
                  <a:pt x="1268" y="9641"/>
                  <a:pt x="1468" y="9774"/>
                </a:cubicBezTo>
                <a:lnTo>
                  <a:pt x="2769" y="10875"/>
                </a:lnTo>
                <a:cubicBezTo>
                  <a:pt x="2929" y="10989"/>
                  <a:pt x="3104" y="11041"/>
                  <a:pt x="3295" y="11041"/>
                </a:cubicBezTo>
                <a:cubicBezTo>
                  <a:pt x="3383" y="11041"/>
                  <a:pt x="3475" y="11029"/>
                  <a:pt x="3570" y="11008"/>
                </a:cubicBezTo>
                <a:lnTo>
                  <a:pt x="5571" y="10408"/>
                </a:lnTo>
                <a:cubicBezTo>
                  <a:pt x="5691" y="10378"/>
                  <a:pt x="5818" y="10361"/>
                  <a:pt x="5945" y="10361"/>
                </a:cubicBezTo>
                <a:cubicBezTo>
                  <a:pt x="6101" y="10361"/>
                  <a:pt x="6258" y="10386"/>
                  <a:pt x="6405" y="10441"/>
                </a:cubicBezTo>
                <a:cubicBezTo>
                  <a:pt x="6739" y="10608"/>
                  <a:pt x="7106" y="10741"/>
                  <a:pt x="7473" y="10842"/>
                </a:cubicBezTo>
                <a:cubicBezTo>
                  <a:pt x="7706" y="10908"/>
                  <a:pt x="7873" y="11175"/>
                  <a:pt x="7840" y="11409"/>
                </a:cubicBezTo>
                <a:lnTo>
                  <a:pt x="7739" y="12409"/>
                </a:lnTo>
                <a:cubicBezTo>
                  <a:pt x="7706" y="12643"/>
                  <a:pt x="7873" y="12876"/>
                  <a:pt x="8140" y="12910"/>
                </a:cubicBezTo>
                <a:lnTo>
                  <a:pt x="10708" y="13177"/>
                </a:lnTo>
                <a:cubicBezTo>
                  <a:pt x="10975" y="13177"/>
                  <a:pt x="11242" y="13043"/>
                  <a:pt x="11375" y="12810"/>
                </a:cubicBezTo>
                <a:lnTo>
                  <a:pt x="11876" y="11809"/>
                </a:lnTo>
                <a:cubicBezTo>
                  <a:pt x="12009" y="11575"/>
                  <a:pt x="12276" y="11442"/>
                  <a:pt x="12543" y="11409"/>
                </a:cubicBezTo>
                <a:cubicBezTo>
                  <a:pt x="12977" y="11375"/>
                  <a:pt x="13444" y="11309"/>
                  <a:pt x="13877" y="11242"/>
                </a:cubicBezTo>
                <a:cubicBezTo>
                  <a:pt x="13945" y="11234"/>
                  <a:pt x="14010" y="11230"/>
                  <a:pt x="14075" y="11230"/>
                </a:cubicBezTo>
                <a:cubicBezTo>
                  <a:pt x="14297" y="11230"/>
                  <a:pt x="14504" y="11279"/>
                  <a:pt x="14711" y="11409"/>
                </a:cubicBezTo>
                <a:lnTo>
                  <a:pt x="16079" y="12309"/>
                </a:lnTo>
                <a:cubicBezTo>
                  <a:pt x="16257" y="12398"/>
                  <a:pt x="16435" y="12443"/>
                  <a:pt x="16612" y="12443"/>
                </a:cubicBezTo>
                <a:cubicBezTo>
                  <a:pt x="16701" y="12443"/>
                  <a:pt x="16790" y="12432"/>
                  <a:pt x="16879" y="12409"/>
                </a:cubicBezTo>
                <a:lnTo>
                  <a:pt x="18947" y="11575"/>
                </a:lnTo>
                <a:cubicBezTo>
                  <a:pt x="19181" y="11509"/>
                  <a:pt x="19248" y="11208"/>
                  <a:pt x="19048" y="11042"/>
                </a:cubicBezTo>
                <a:lnTo>
                  <a:pt x="18114" y="10074"/>
                </a:lnTo>
                <a:cubicBezTo>
                  <a:pt x="17980" y="9874"/>
                  <a:pt x="17980" y="9607"/>
                  <a:pt x="18180" y="9474"/>
                </a:cubicBezTo>
                <a:cubicBezTo>
                  <a:pt x="18380" y="9307"/>
                  <a:pt x="18581" y="9140"/>
                  <a:pt x="18747" y="8974"/>
                </a:cubicBezTo>
                <a:cubicBezTo>
                  <a:pt x="18947" y="8773"/>
                  <a:pt x="19214" y="8640"/>
                  <a:pt x="19515" y="8640"/>
                </a:cubicBezTo>
                <a:lnTo>
                  <a:pt x="21850" y="8740"/>
                </a:lnTo>
                <a:cubicBezTo>
                  <a:pt x="22116" y="8740"/>
                  <a:pt x="22350" y="8573"/>
                  <a:pt x="22450" y="8340"/>
                </a:cubicBezTo>
                <a:lnTo>
                  <a:pt x="22784" y="7172"/>
                </a:lnTo>
                <a:cubicBezTo>
                  <a:pt x="22884" y="6972"/>
                  <a:pt x="22717" y="6705"/>
                  <a:pt x="22483" y="6672"/>
                </a:cubicBezTo>
                <a:lnTo>
                  <a:pt x="20248" y="6305"/>
                </a:lnTo>
                <a:cubicBezTo>
                  <a:pt x="19982" y="6238"/>
                  <a:pt x="19781" y="6038"/>
                  <a:pt x="19715" y="5771"/>
                </a:cubicBezTo>
                <a:cubicBezTo>
                  <a:pt x="19648" y="5604"/>
                  <a:pt x="19615" y="5471"/>
                  <a:pt x="19548" y="5338"/>
                </a:cubicBezTo>
                <a:cubicBezTo>
                  <a:pt x="19414" y="5104"/>
                  <a:pt x="19515" y="4837"/>
                  <a:pt x="19715" y="4704"/>
                </a:cubicBezTo>
                <a:lnTo>
                  <a:pt x="21383" y="3870"/>
                </a:lnTo>
                <a:cubicBezTo>
                  <a:pt x="21583" y="3803"/>
                  <a:pt x="21616" y="3503"/>
                  <a:pt x="21416" y="3403"/>
                </a:cubicBezTo>
                <a:lnTo>
                  <a:pt x="20115" y="2302"/>
                </a:lnTo>
                <a:cubicBezTo>
                  <a:pt x="19942" y="2178"/>
                  <a:pt x="19750" y="2110"/>
                  <a:pt x="19554" y="2110"/>
                </a:cubicBezTo>
                <a:cubicBezTo>
                  <a:pt x="19486" y="2110"/>
                  <a:pt x="19417" y="2118"/>
                  <a:pt x="19348" y="2135"/>
                </a:cubicBezTo>
                <a:lnTo>
                  <a:pt x="17346" y="2769"/>
                </a:lnTo>
                <a:cubicBezTo>
                  <a:pt x="17240" y="2793"/>
                  <a:pt x="17138" y="2804"/>
                  <a:pt x="17038" y="2804"/>
                </a:cubicBezTo>
                <a:cubicBezTo>
                  <a:pt x="16857" y="2804"/>
                  <a:pt x="16685" y="2767"/>
                  <a:pt x="16512" y="2702"/>
                </a:cubicBezTo>
                <a:cubicBezTo>
                  <a:pt x="16145" y="2536"/>
                  <a:pt x="15779" y="2402"/>
                  <a:pt x="15445" y="2269"/>
                </a:cubicBezTo>
                <a:cubicBezTo>
                  <a:pt x="15178" y="2202"/>
                  <a:pt x="15011" y="1968"/>
                  <a:pt x="15045" y="1702"/>
                </a:cubicBezTo>
                <a:lnTo>
                  <a:pt x="15145" y="734"/>
                </a:lnTo>
                <a:cubicBezTo>
                  <a:pt x="15178" y="467"/>
                  <a:pt x="15011" y="267"/>
                  <a:pt x="14778" y="234"/>
                </a:cubicBezTo>
                <a:lnTo>
                  <a:pt x="121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41">
            <a:extLst>
              <a:ext uri="{FF2B5EF4-FFF2-40B4-BE49-F238E27FC236}">
                <a16:creationId xmlns:a16="http://schemas.microsoft.com/office/drawing/2014/main" id="{BF84EA27-024A-9E4C-7483-C67E3328435D}"/>
              </a:ext>
            </a:extLst>
          </p:cNvPr>
          <p:cNvSpPr/>
          <p:nvPr/>
        </p:nvSpPr>
        <p:spPr>
          <a:xfrm>
            <a:off x="1254432" y="1539586"/>
            <a:ext cx="230105" cy="323438"/>
          </a:xfrm>
          <a:custGeom>
            <a:avLst/>
            <a:gdLst/>
            <a:ahLst/>
            <a:cxnLst/>
            <a:rect l="l" t="t" r="r" b="b"/>
            <a:pathLst>
              <a:path w="14911" h="20959" extrusionOk="0">
                <a:moveTo>
                  <a:pt x="9164" y="5970"/>
                </a:moveTo>
                <a:cubicBezTo>
                  <a:pt x="9783" y="5970"/>
                  <a:pt x="10281" y="6298"/>
                  <a:pt x="10541" y="6977"/>
                </a:cubicBezTo>
                <a:cubicBezTo>
                  <a:pt x="11141" y="8545"/>
                  <a:pt x="10241" y="11380"/>
                  <a:pt x="8540" y="13315"/>
                </a:cubicBezTo>
                <a:cubicBezTo>
                  <a:pt x="7580" y="14407"/>
                  <a:pt x="6567" y="14967"/>
                  <a:pt x="5759" y="14967"/>
                </a:cubicBezTo>
                <a:cubicBezTo>
                  <a:pt x="5134" y="14967"/>
                  <a:pt x="4632" y="14632"/>
                  <a:pt x="4370" y="13949"/>
                </a:cubicBezTo>
                <a:cubicBezTo>
                  <a:pt x="3770" y="12381"/>
                  <a:pt x="4670" y="9546"/>
                  <a:pt x="6371" y="7611"/>
                </a:cubicBezTo>
                <a:cubicBezTo>
                  <a:pt x="7336" y="6533"/>
                  <a:pt x="8354" y="5970"/>
                  <a:pt x="9164" y="5970"/>
                </a:cubicBezTo>
                <a:close/>
                <a:moveTo>
                  <a:pt x="11386" y="1"/>
                </a:moveTo>
                <a:cubicBezTo>
                  <a:pt x="11361" y="1"/>
                  <a:pt x="11335" y="2"/>
                  <a:pt x="11308" y="6"/>
                </a:cubicBezTo>
                <a:lnTo>
                  <a:pt x="10107" y="206"/>
                </a:lnTo>
                <a:cubicBezTo>
                  <a:pt x="9841" y="239"/>
                  <a:pt x="9607" y="439"/>
                  <a:pt x="9474" y="673"/>
                </a:cubicBezTo>
                <a:lnTo>
                  <a:pt x="8640" y="2841"/>
                </a:lnTo>
                <a:cubicBezTo>
                  <a:pt x="8506" y="3108"/>
                  <a:pt x="8306" y="3341"/>
                  <a:pt x="8073" y="3508"/>
                </a:cubicBezTo>
                <a:cubicBezTo>
                  <a:pt x="7839" y="3642"/>
                  <a:pt x="7606" y="3775"/>
                  <a:pt x="7372" y="3942"/>
                </a:cubicBezTo>
                <a:cubicBezTo>
                  <a:pt x="7255" y="4025"/>
                  <a:pt x="7130" y="4067"/>
                  <a:pt x="7022" y="4067"/>
                </a:cubicBezTo>
                <a:cubicBezTo>
                  <a:pt x="6913" y="4067"/>
                  <a:pt x="6822" y="4025"/>
                  <a:pt x="6772" y="3942"/>
                </a:cubicBezTo>
                <a:lnTo>
                  <a:pt x="6238" y="2974"/>
                </a:lnTo>
                <a:cubicBezTo>
                  <a:pt x="6177" y="2883"/>
                  <a:pt x="6102" y="2840"/>
                  <a:pt x="6019" y="2840"/>
                </a:cubicBezTo>
                <a:cubicBezTo>
                  <a:pt x="5921" y="2840"/>
                  <a:pt x="5813" y="2899"/>
                  <a:pt x="5704" y="3008"/>
                </a:cubicBezTo>
                <a:lnTo>
                  <a:pt x="4136" y="4776"/>
                </a:lnTo>
                <a:cubicBezTo>
                  <a:pt x="3970" y="4976"/>
                  <a:pt x="3870" y="5243"/>
                  <a:pt x="3903" y="5543"/>
                </a:cubicBezTo>
                <a:lnTo>
                  <a:pt x="4237" y="6911"/>
                </a:lnTo>
                <a:cubicBezTo>
                  <a:pt x="4270" y="7177"/>
                  <a:pt x="4203" y="7444"/>
                  <a:pt x="4070" y="7678"/>
                </a:cubicBezTo>
                <a:cubicBezTo>
                  <a:pt x="3803" y="8078"/>
                  <a:pt x="3603" y="8478"/>
                  <a:pt x="3369" y="8879"/>
                </a:cubicBezTo>
                <a:cubicBezTo>
                  <a:pt x="3236" y="9146"/>
                  <a:pt x="3002" y="9346"/>
                  <a:pt x="2735" y="9446"/>
                </a:cubicBezTo>
                <a:lnTo>
                  <a:pt x="1601" y="9779"/>
                </a:lnTo>
                <a:cubicBezTo>
                  <a:pt x="1334" y="9879"/>
                  <a:pt x="1101" y="10080"/>
                  <a:pt x="1001" y="10346"/>
                </a:cubicBezTo>
                <a:lnTo>
                  <a:pt x="267" y="12748"/>
                </a:lnTo>
                <a:cubicBezTo>
                  <a:pt x="173" y="12935"/>
                  <a:pt x="313" y="13152"/>
                  <a:pt x="523" y="13152"/>
                </a:cubicBezTo>
                <a:cubicBezTo>
                  <a:pt x="537" y="13152"/>
                  <a:pt x="552" y="13151"/>
                  <a:pt x="567" y="13148"/>
                </a:cubicBezTo>
                <a:lnTo>
                  <a:pt x="1535" y="13148"/>
                </a:lnTo>
                <a:cubicBezTo>
                  <a:pt x="1552" y="13146"/>
                  <a:pt x="1569" y="13145"/>
                  <a:pt x="1585" y="13145"/>
                </a:cubicBezTo>
                <a:cubicBezTo>
                  <a:pt x="1796" y="13145"/>
                  <a:pt x="1966" y="13335"/>
                  <a:pt x="1935" y="13582"/>
                </a:cubicBezTo>
                <a:cubicBezTo>
                  <a:pt x="1902" y="13916"/>
                  <a:pt x="1902" y="14249"/>
                  <a:pt x="1902" y="14583"/>
                </a:cubicBezTo>
                <a:cubicBezTo>
                  <a:pt x="1902" y="14883"/>
                  <a:pt x="1801" y="15150"/>
                  <a:pt x="1635" y="15383"/>
                </a:cubicBezTo>
                <a:lnTo>
                  <a:pt x="234" y="17151"/>
                </a:lnTo>
                <a:cubicBezTo>
                  <a:pt x="67" y="17351"/>
                  <a:pt x="0" y="17618"/>
                  <a:pt x="67" y="17885"/>
                </a:cubicBezTo>
                <a:lnTo>
                  <a:pt x="601" y="19219"/>
                </a:lnTo>
                <a:cubicBezTo>
                  <a:pt x="634" y="19319"/>
                  <a:pt x="701" y="19370"/>
                  <a:pt x="784" y="19370"/>
                </a:cubicBezTo>
                <a:cubicBezTo>
                  <a:pt x="867" y="19370"/>
                  <a:pt x="968" y="19319"/>
                  <a:pt x="1068" y="19219"/>
                </a:cubicBezTo>
                <a:lnTo>
                  <a:pt x="2502" y="17818"/>
                </a:lnTo>
                <a:cubicBezTo>
                  <a:pt x="2599" y="17721"/>
                  <a:pt x="2730" y="17669"/>
                  <a:pt x="2862" y="17669"/>
                </a:cubicBezTo>
                <a:cubicBezTo>
                  <a:pt x="2957" y="17669"/>
                  <a:pt x="3052" y="17696"/>
                  <a:pt x="3136" y="17752"/>
                </a:cubicBezTo>
                <a:cubicBezTo>
                  <a:pt x="3236" y="17818"/>
                  <a:pt x="3369" y="17885"/>
                  <a:pt x="3469" y="17952"/>
                </a:cubicBezTo>
                <a:cubicBezTo>
                  <a:pt x="3703" y="18052"/>
                  <a:pt x="3803" y="18285"/>
                  <a:pt x="3770" y="18519"/>
                </a:cubicBezTo>
                <a:lnTo>
                  <a:pt x="3236" y="20587"/>
                </a:lnTo>
                <a:cubicBezTo>
                  <a:pt x="3205" y="20801"/>
                  <a:pt x="3314" y="20958"/>
                  <a:pt x="3537" y="20958"/>
                </a:cubicBezTo>
                <a:cubicBezTo>
                  <a:pt x="3558" y="20958"/>
                  <a:pt x="3580" y="20957"/>
                  <a:pt x="3603" y="20954"/>
                </a:cubicBezTo>
                <a:lnTo>
                  <a:pt x="4804" y="20754"/>
                </a:lnTo>
                <a:cubicBezTo>
                  <a:pt x="5070" y="20687"/>
                  <a:pt x="5304" y="20487"/>
                  <a:pt x="5437" y="20253"/>
                </a:cubicBezTo>
                <a:lnTo>
                  <a:pt x="6271" y="18085"/>
                </a:lnTo>
                <a:cubicBezTo>
                  <a:pt x="6405" y="17818"/>
                  <a:pt x="6605" y="17585"/>
                  <a:pt x="6872" y="17418"/>
                </a:cubicBezTo>
                <a:cubicBezTo>
                  <a:pt x="7105" y="17285"/>
                  <a:pt x="7305" y="17118"/>
                  <a:pt x="7539" y="16984"/>
                </a:cubicBezTo>
                <a:cubicBezTo>
                  <a:pt x="7656" y="16901"/>
                  <a:pt x="7772" y="16859"/>
                  <a:pt x="7877" y="16859"/>
                </a:cubicBezTo>
                <a:cubicBezTo>
                  <a:pt x="7981" y="16859"/>
                  <a:pt x="8073" y="16901"/>
                  <a:pt x="8139" y="16984"/>
                </a:cubicBezTo>
                <a:lnTo>
                  <a:pt x="8706" y="17952"/>
                </a:lnTo>
                <a:cubicBezTo>
                  <a:pt x="8752" y="18028"/>
                  <a:pt x="8826" y="18070"/>
                  <a:pt x="8909" y="18070"/>
                </a:cubicBezTo>
                <a:cubicBezTo>
                  <a:pt x="9006" y="18070"/>
                  <a:pt x="9116" y="18012"/>
                  <a:pt x="9207" y="17885"/>
                </a:cubicBezTo>
                <a:lnTo>
                  <a:pt x="10775" y="16117"/>
                </a:lnTo>
                <a:cubicBezTo>
                  <a:pt x="10941" y="15917"/>
                  <a:pt x="11041" y="15650"/>
                  <a:pt x="11008" y="15383"/>
                </a:cubicBezTo>
                <a:lnTo>
                  <a:pt x="10674" y="13982"/>
                </a:lnTo>
                <a:cubicBezTo>
                  <a:pt x="10641" y="13715"/>
                  <a:pt x="10708" y="13449"/>
                  <a:pt x="10841" y="13215"/>
                </a:cubicBezTo>
                <a:cubicBezTo>
                  <a:pt x="11108" y="12815"/>
                  <a:pt x="11308" y="12415"/>
                  <a:pt x="11508" y="12014"/>
                </a:cubicBezTo>
                <a:cubicBezTo>
                  <a:pt x="11675" y="11747"/>
                  <a:pt x="11909" y="11547"/>
                  <a:pt x="12176" y="11447"/>
                </a:cubicBezTo>
                <a:lnTo>
                  <a:pt x="13310" y="11114"/>
                </a:lnTo>
                <a:cubicBezTo>
                  <a:pt x="13577" y="11014"/>
                  <a:pt x="13810" y="10813"/>
                  <a:pt x="13910" y="10547"/>
                </a:cubicBezTo>
                <a:lnTo>
                  <a:pt x="14644" y="8178"/>
                </a:lnTo>
                <a:cubicBezTo>
                  <a:pt x="14744" y="7945"/>
                  <a:pt x="14577" y="7745"/>
                  <a:pt x="14344" y="7745"/>
                </a:cubicBezTo>
                <a:lnTo>
                  <a:pt x="13376" y="7745"/>
                </a:lnTo>
                <a:cubicBezTo>
                  <a:pt x="13143" y="7745"/>
                  <a:pt x="12976" y="7544"/>
                  <a:pt x="13009" y="7344"/>
                </a:cubicBezTo>
                <a:cubicBezTo>
                  <a:pt x="13043" y="6977"/>
                  <a:pt x="13043" y="6644"/>
                  <a:pt x="13043" y="6310"/>
                </a:cubicBezTo>
                <a:cubicBezTo>
                  <a:pt x="13043" y="6010"/>
                  <a:pt x="13143" y="5743"/>
                  <a:pt x="13310" y="5510"/>
                </a:cubicBezTo>
                <a:lnTo>
                  <a:pt x="14677" y="3775"/>
                </a:lnTo>
                <a:cubicBezTo>
                  <a:pt x="14844" y="3542"/>
                  <a:pt x="14911" y="3275"/>
                  <a:pt x="14844" y="3041"/>
                </a:cubicBezTo>
                <a:lnTo>
                  <a:pt x="14310" y="1707"/>
                </a:lnTo>
                <a:cubicBezTo>
                  <a:pt x="14277" y="1607"/>
                  <a:pt x="14210" y="1557"/>
                  <a:pt x="14127" y="1557"/>
                </a:cubicBezTo>
                <a:cubicBezTo>
                  <a:pt x="14044" y="1557"/>
                  <a:pt x="13943" y="1607"/>
                  <a:pt x="13843" y="1707"/>
                </a:cubicBezTo>
                <a:lnTo>
                  <a:pt x="12409" y="3108"/>
                </a:lnTo>
                <a:cubicBezTo>
                  <a:pt x="12309" y="3228"/>
                  <a:pt x="12173" y="3288"/>
                  <a:pt x="12037" y="3288"/>
                </a:cubicBezTo>
                <a:cubicBezTo>
                  <a:pt x="11946" y="3288"/>
                  <a:pt x="11855" y="3261"/>
                  <a:pt x="11775" y="3208"/>
                </a:cubicBezTo>
                <a:cubicBezTo>
                  <a:pt x="11675" y="3141"/>
                  <a:pt x="11542" y="3075"/>
                  <a:pt x="11442" y="3008"/>
                </a:cubicBezTo>
                <a:cubicBezTo>
                  <a:pt x="11208" y="2908"/>
                  <a:pt x="11108" y="2674"/>
                  <a:pt x="11141" y="2441"/>
                </a:cubicBezTo>
                <a:lnTo>
                  <a:pt x="11675" y="339"/>
                </a:lnTo>
                <a:cubicBezTo>
                  <a:pt x="11705" y="130"/>
                  <a:pt x="11601" y="1"/>
                  <a:pt x="113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41">
            <a:extLst>
              <a:ext uri="{FF2B5EF4-FFF2-40B4-BE49-F238E27FC236}">
                <a16:creationId xmlns:a16="http://schemas.microsoft.com/office/drawing/2014/main" id="{B4FEEEFD-1433-2A3A-68C4-03B7660C0685}"/>
              </a:ext>
            </a:extLst>
          </p:cNvPr>
          <p:cNvSpPr/>
          <p:nvPr/>
        </p:nvSpPr>
        <p:spPr>
          <a:xfrm>
            <a:off x="884822" y="1591777"/>
            <a:ext cx="326385" cy="455983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1">
            <a:extLst>
              <a:ext uri="{FF2B5EF4-FFF2-40B4-BE49-F238E27FC236}">
                <a16:creationId xmlns:a16="http://schemas.microsoft.com/office/drawing/2014/main" id="{D95BE3FD-DA49-4F1C-7100-21A3E52B7562}"/>
              </a:ext>
            </a:extLst>
          </p:cNvPr>
          <p:cNvSpPr/>
          <p:nvPr/>
        </p:nvSpPr>
        <p:spPr>
          <a:xfrm>
            <a:off x="2776591" y="3079970"/>
            <a:ext cx="123548" cy="175615"/>
          </a:xfrm>
          <a:custGeom>
            <a:avLst/>
            <a:gdLst/>
            <a:ahLst/>
            <a:cxnLst/>
            <a:rect l="l" t="t" r="r" b="b"/>
            <a:pathLst>
              <a:path w="8006" h="11380" extrusionOk="0">
                <a:moveTo>
                  <a:pt x="1935" y="1"/>
                </a:moveTo>
                <a:cubicBezTo>
                  <a:pt x="1877" y="1"/>
                  <a:pt x="1818" y="9"/>
                  <a:pt x="1768" y="26"/>
                </a:cubicBezTo>
                <a:lnTo>
                  <a:pt x="467" y="526"/>
                </a:lnTo>
                <a:cubicBezTo>
                  <a:pt x="367" y="560"/>
                  <a:pt x="267" y="626"/>
                  <a:pt x="234" y="760"/>
                </a:cubicBezTo>
                <a:cubicBezTo>
                  <a:pt x="167" y="860"/>
                  <a:pt x="167" y="960"/>
                  <a:pt x="234" y="1093"/>
                </a:cubicBezTo>
                <a:lnTo>
                  <a:pt x="734" y="2428"/>
                </a:lnTo>
                <a:cubicBezTo>
                  <a:pt x="767" y="2528"/>
                  <a:pt x="834" y="2594"/>
                  <a:pt x="934" y="2661"/>
                </a:cubicBezTo>
                <a:cubicBezTo>
                  <a:pt x="1001" y="2678"/>
                  <a:pt x="1059" y="2686"/>
                  <a:pt x="1118" y="2686"/>
                </a:cubicBezTo>
                <a:cubicBezTo>
                  <a:pt x="1176" y="2686"/>
                  <a:pt x="1234" y="2678"/>
                  <a:pt x="1301" y="2661"/>
                </a:cubicBezTo>
                <a:lnTo>
                  <a:pt x="2602" y="2161"/>
                </a:lnTo>
                <a:cubicBezTo>
                  <a:pt x="2702" y="2127"/>
                  <a:pt x="2769" y="2027"/>
                  <a:pt x="2836" y="1927"/>
                </a:cubicBezTo>
                <a:cubicBezTo>
                  <a:pt x="2869" y="1827"/>
                  <a:pt x="2869" y="1694"/>
                  <a:pt x="2836" y="1594"/>
                </a:cubicBezTo>
                <a:lnTo>
                  <a:pt x="2335" y="259"/>
                </a:lnTo>
                <a:cubicBezTo>
                  <a:pt x="2302" y="159"/>
                  <a:pt x="2202" y="59"/>
                  <a:pt x="2102" y="26"/>
                </a:cubicBezTo>
                <a:cubicBezTo>
                  <a:pt x="2052" y="9"/>
                  <a:pt x="1993" y="1"/>
                  <a:pt x="1935" y="1"/>
                </a:cubicBezTo>
                <a:close/>
                <a:moveTo>
                  <a:pt x="3036" y="3078"/>
                </a:moveTo>
                <a:cubicBezTo>
                  <a:pt x="2977" y="3078"/>
                  <a:pt x="2919" y="3095"/>
                  <a:pt x="2869" y="3128"/>
                </a:cubicBezTo>
                <a:lnTo>
                  <a:pt x="1701" y="3528"/>
                </a:lnTo>
                <a:cubicBezTo>
                  <a:pt x="1601" y="3562"/>
                  <a:pt x="1535" y="3662"/>
                  <a:pt x="1501" y="3762"/>
                </a:cubicBezTo>
                <a:cubicBezTo>
                  <a:pt x="1435" y="3862"/>
                  <a:pt x="1435" y="3995"/>
                  <a:pt x="1468" y="4095"/>
                </a:cubicBezTo>
                <a:cubicBezTo>
                  <a:pt x="1501" y="4329"/>
                  <a:pt x="1501" y="4596"/>
                  <a:pt x="1401" y="4829"/>
                </a:cubicBezTo>
                <a:cubicBezTo>
                  <a:pt x="1335" y="5096"/>
                  <a:pt x="1201" y="5330"/>
                  <a:pt x="1068" y="5596"/>
                </a:cubicBezTo>
                <a:cubicBezTo>
                  <a:pt x="934" y="5830"/>
                  <a:pt x="801" y="6097"/>
                  <a:pt x="634" y="6397"/>
                </a:cubicBezTo>
                <a:cubicBezTo>
                  <a:pt x="467" y="6664"/>
                  <a:pt x="334" y="6964"/>
                  <a:pt x="200" y="7298"/>
                </a:cubicBezTo>
                <a:cubicBezTo>
                  <a:pt x="100" y="7598"/>
                  <a:pt x="34" y="7931"/>
                  <a:pt x="34" y="8265"/>
                </a:cubicBezTo>
                <a:cubicBezTo>
                  <a:pt x="0" y="8665"/>
                  <a:pt x="100" y="9032"/>
                  <a:pt x="234" y="9399"/>
                </a:cubicBezTo>
                <a:cubicBezTo>
                  <a:pt x="401" y="9866"/>
                  <a:pt x="667" y="10266"/>
                  <a:pt x="1034" y="10600"/>
                </a:cubicBezTo>
                <a:cubicBezTo>
                  <a:pt x="1401" y="10900"/>
                  <a:pt x="1802" y="11100"/>
                  <a:pt x="2235" y="11234"/>
                </a:cubicBezTo>
                <a:cubicBezTo>
                  <a:pt x="2592" y="11336"/>
                  <a:pt x="2949" y="11379"/>
                  <a:pt x="3320" y="11379"/>
                </a:cubicBezTo>
                <a:cubicBezTo>
                  <a:pt x="3435" y="11379"/>
                  <a:pt x="3551" y="11375"/>
                  <a:pt x="3670" y="11367"/>
                </a:cubicBezTo>
                <a:cubicBezTo>
                  <a:pt x="4170" y="11334"/>
                  <a:pt x="4637" y="11234"/>
                  <a:pt x="5104" y="11034"/>
                </a:cubicBezTo>
                <a:cubicBezTo>
                  <a:pt x="5638" y="10867"/>
                  <a:pt x="6138" y="10567"/>
                  <a:pt x="6538" y="10200"/>
                </a:cubicBezTo>
                <a:cubicBezTo>
                  <a:pt x="6905" y="9833"/>
                  <a:pt x="7239" y="9433"/>
                  <a:pt x="7506" y="8999"/>
                </a:cubicBezTo>
                <a:cubicBezTo>
                  <a:pt x="7706" y="8599"/>
                  <a:pt x="7873" y="8132"/>
                  <a:pt x="7939" y="7665"/>
                </a:cubicBezTo>
                <a:cubicBezTo>
                  <a:pt x="8006" y="7264"/>
                  <a:pt x="8006" y="6864"/>
                  <a:pt x="7873" y="6464"/>
                </a:cubicBezTo>
                <a:cubicBezTo>
                  <a:pt x="7839" y="6364"/>
                  <a:pt x="7772" y="6297"/>
                  <a:pt x="7672" y="6264"/>
                </a:cubicBezTo>
                <a:cubicBezTo>
                  <a:pt x="7639" y="6247"/>
                  <a:pt x="7597" y="6239"/>
                  <a:pt x="7551" y="6239"/>
                </a:cubicBezTo>
                <a:cubicBezTo>
                  <a:pt x="7506" y="6239"/>
                  <a:pt x="7456" y="6247"/>
                  <a:pt x="7406" y="6264"/>
                </a:cubicBezTo>
                <a:lnTo>
                  <a:pt x="6171" y="6731"/>
                </a:lnTo>
                <a:cubicBezTo>
                  <a:pt x="6071" y="6764"/>
                  <a:pt x="5971" y="6831"/>
                  <a:pt x="5938" y="6931"/>
                </a:cubicBezTo>
                <a:cubicBezTo>
                  <a:pt x="5904" y="7031"/>
                  <a:pt x="5871" y="7131"/>
                  <a:pt x="5871" y="7231"/>
                </a:cubicBezTo>
                <a:cubicBezTo>
                  <a:pt x="5871" y="8132"/>
                  <a:pt x="5304" y="8932"/>
                  <a:pt x="4437" y="9232"/>
                </a:cubicBezTo>
                <a:cubicBezTo>
                  <a:pt x="4177" y="9352"/>
                  <a:pt x="3892" y="9413"/>
                  <a:pt x="3606" y="9413"/>
                </a:cubicBezTo>
                <a:cubicBezTo>
                  <a:pt x="3415" y="9413"/>
                  <a:pt x="3223" y="9386"/>
                  <a:pt x="3036" y="9332"/>
                </a:cubicBezTo>
                <a:cubicBezTo>
                  <a:pt x="2635" y="9232"/>
                  <a:pt x="2335" y="8932"/>
                  <a:pt x="2202" y="8565"/>
                </a:cubicBezTo>
                <a:cubicBezTo>
                  <a:pt x="2102" y="8365"/>
                  <a:pt x="2102" y="8132"/>
                  <a:pt x="2168" y="7898"/>
                </a:cubicBezTo>
                <a:cubicBezTo>
                  <a:pt x="2235" y="7665"/>
                  <a:pt x="2335" y="7431"/>
                  <a:pt x="2469" y="7198"/>
                </a:cubicBezTo>
                <a:cubicBezTo>
                  <a:pt x="2602" y="6931"/>
                  <a:pt x="2769" y="6664"/>
                  <a:pt x="2936" y="6397"/>
                </a:cubicBezTo>
                <a:cubicBezTo>
                  <a:pt x="3102" y="6097"/>
                  <a:pt x="3236" y="5797"/>
                  <a:pt x="3336" y="5496"/>
                </a:cubicBezTo>
                <a:cubicBezTo>
                  <a:pt x="3469" y="5163"/>
                  <a:pt x="3536" y="4829"/>
                  <a:pt x="3569" y="4496"/>
                </a:cubicBezTo>
                <a:cubicBezTo>
                  <a:pt x="3603" y="4129"/>
                  <a:pt x="3569" y="3728"/>
                  <a:pt x="3436" y="3362"/>
                </a:cubicBezTo>
                <a:cubicBezTo>
                  <a:pt x="3403" y="3261"/>
                  <a:pt x="3336" y="3161"/>
                  <a:pt x="3203" y="3128"/>
                </a:cubicBezTo>
                <a:cubicBezTo>
                  <a:pt x="3153" y="3095"/>
                  <a:pt x="3094" y="3078"/>
                  <a:pt x="3036" y="3078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41">
            <a:extLst>
              <a:ext uri="{FF2B5EF4-FFF2-40B4-BE49-F238E27FC236}">
                <a16:creationId xmlns:a16="http://schemas.microsoft.com/office/drawing/2014/main" id="{22D006A0-43F6-A9FE-97BF-F643AAA23EFF}"/>
              </a:ext>
            </a:extLst>
          </p:cNvPr>
          <p:cNvSpPr/>
          <p:nvPr/>
        </p:nvSpPr>
        <p:spPr>
          <a:xfrm>
            <a:off x="2776591" y="3079970"/>
            <a:ext cx="123548" cy="175615"/>
          </a:xfrm>
          <a:custGeom>
            <a:avLst/>
            <a:gdLst/>
            <a:ahLst/>
            <a:cxnLst/>
            <a:rect l="l" t="t" r="r" b="b"/>
            <a:pathLst>
              <a:path w="8006" h="11380" extrusionOk="0">
                <a:moveTo>
                  <a:pt x="1935" y="1"/>
                </a:moveTo>
                <a:cubicBezTo>
                  <a:pt x="1877" y="1"/>
                  <a:pt x="1818" y="9"/>
                  <a:pt x="1768" y="26"/>
                </a:cubicBezTo>
                <a:lnTo>
                  <a:pt x="467" y="526"/>
                </a:lnTo>
                <a:cubicBezTo>
                  <a:pt x="367" y="560"/>
                  <a:pt x="267" y="626"/>
                  <a:pt x="234" y="760"/>
                </a:cubicBezTo>
                <a:cubicBezTo>
                  <a:pt x="167" y="860"/>
                  <a:pt x="167" y="960"/>
                  <a:pt x="234" y="1093"/>
                </a:cubicBezTo>
                <a:lnTo>
                  <a:pt x="734" y="2428"/>
                </a:lnTo>
                <a:cubicBezTo>
                  <a:pt x="767" y="2528"/>
                  <a:pt x="834" y="2594"/>
                  <a:pt x="934" y="2661"/>
                </a:cubicBezTo>
                <a:cubicBezTo>
                  <a:pt x="1001" y="2678"/>
                  <a:pt x="1059" y="2686"/>
                  <a:pt x="1118" y="2686"/>
                </a:cubicBezTo>
                <a:cubicBezTo>
                  <a:pt x="1176" y="2686"/>
                  <a:pt x="1234" y="2678"/>
                  <a:pt x="1301" y="2661"/>
                </a:cubicBezTo>
                <a:lnTo>
                  <a:pt x="2602" y="2161"/>
                </a:lnTo>
                <a:cubicBezTo>
                  <a:pt x="2702" y="2127"/>
                  <a:pt x="2769" y="2027"/>
                  <a:pt x="2836" y="1927"/>
                </a:cubicBezTo>
                <a:cubicBezTo>
                  <a:pt x="2869" y="1827"/>
                  <a:pt x="2869" y="1694"/>
                  <a:pt x="2836" y="1594"/>
                </a:cubicBezTo>
                <a:lnTo>
                  <a:pt x="2335" y="259"/>
                </a:lnTo>
                <a:cubicBezTo>
                  <a:pt x="2302" y="159"/>
                  <a:pt x="2202" y="59"/>
                  <a:pt x="2102" y="26"/>
                </a:cubicBezTo>
                <a:cubicBezTo>
                  <a:pt x="2052" y="9"/>
                  <a:pt x="1993" y="1"/>
                  <a:pt x="1935" y="1"/>
                </a:cubicBezTo>
                <a:close/>
                <a:moveTo>
                  <a:pt x="3036" y="3078"/>
                </a:moveTo>
                <a:cubicBezTo>
                  <a:pt x="2977" y="3078"/>
                  <a:pt x="2919" y="3095"/>
                  <a:pt x="2869" y="3128"/>
                </a:cubicBezTo>
                <a:lnTo>
                  <a:pt x="1701" y="3528"/>
                </a:lnTo>
                <a:cubicBezTo>
                  <a:pt x="1601" y="3562"/>
                  <a:pt x="1535" y="3662"/>
                  <a:pt x="1501" y="3762"/>
                </a:cubicBezTo>
                <a:cubicBezTo>
                  <a:pt x="1435" y="3862"/>
                  <a:pt x="1435" y="3995"/>
                  <a:pt x="1468" y="4095"/>
                </a:cubicBezTo>
                <a:cubicBezTo>
                  <a:pt x="1501" y="4329"/>
                  <a:pt x="1501" y="4596"/>
                  <a:pt x="1401" y="4829"/>
                </a:cubicBezTo>
                <a:cubicBezTo>
                  <a:pt x="1335" y="5096"/>
                  <a:pt x="1201" y="5330"/>
                  <a:pt x="1068" y="5596"/>
                </a:cubicBezTo>
                <a:cubicBezTo>
                  <a:pt x="934" y="5830"/>
                  <a:pt x="801" y="6097"/>
                  <a:pt x="634" y="6397"/>
                </a:cubicBezTo>
                <a:cubicBezTo>
                  <a:pt x="467" y="6664"/>
                  <a:pt x="334" y="6964"/>
                  <a:pt x="200" y="7298"/>
                </a:cubicBezTo>
                <a:cubicBezTo>
                  <a:pt x="100" y="7598"/>
                  <a:pt x="34" y="7931"/>
                  <a:pt x="34" y="8265"/>
                </a:cubicBezTo>
                <a:cubicBezTo>
                  <a:pt x="0" y="8665"/>
                  <a:pt x="100" y="9032"/>
                  <a:pt x="234" y="9399"/>
                </a:cubicBezTo>
                <a:cubicBezTo>
                  <a:pt x="401" y="9866"/>
                  <a:pt x="667" y="10266"/>
                  <a:pt x="1034" y="10600"/>
                </a:cubicBezTo>
                <a:cubicBezTo>
                  <a:pt x="1401" y="10900"/>
                  <a:pt x="1802" y="11100"/>
                  <a:pt x="2235" y="11234"/>
                </a:cubicBezTo>
                <a:cubicBezTo>
                  <a:pt x="2592" y="11336"/>
                  <a:pt x="2949" y="11379"/>
                  <a:pt x="3320" y="11379"/>
                </a:cubicBezTo>
                <a:cubicBezTo>
                  <a:pt x="3435" y="11379"/>
                  <a:pt x="3551" y="11375"/>
                  <a:pt x="3670" y="11367"/>
                </a:cubicBezTo>
                <a:cubicBezTo>
                  <a:pt x="4170" y="11334"/>
                  <a:pt x="4637" y="11234"/>
                  <a:pt x="5104" y="11034"/>
                </a:cubicBezTo>
                <a:cubicBezTo>
                  <a:pt x="5638" y="10867"/>
                  <a:pt x="6138" y="10567"/>
                  <a:pt x="6538" y="10200"/>
                </a:cubicBezTo>
                <a:cubicBezTo>
                  <a:pt x="6905" y="9833"/>
                  <a:pt x="7239" y="9433"/>
                  <a:pt x="7506" y="8999"/>
                </a:cubicBezTo>
                <a:cubicBezTo>
                  <a:pt x="7706" y="8599"/>
                  <a:pt x="7873" y="8132"/>
                  <a:pt x="7939" y="7665"/>
                </a:cubicBezTo>
                <a:cubicBezTo>
                  <a:pt x="8006" y="7264"/>
                  <a:pt x="8006" y="6864"/>
                  <a:pt x="7873" y="6464"/>
                </a:cubicBezTo>
                <a:cubicBezTo>
                  <a:pt x="7839" y="6364"/>
                  <a:pt x="7772" y="6297"/>
                  <a:pt x="7672" y="6264"/>
                </a:cubicBezTo>
                <a:cubicBezTo>
                  <a:pt x="7639" y="6247"/>
                  <a:pt x="7597" y="6239"/>
                  <a:pt x="7551" y="6239"/>
                </a:cubicBezTo>
                <a:cubicBezTo>
                  <a:pt x="7506" y="6239"/>
                  <a:pt x="7456" y="6247"/>
                  <a:pt x="7406" y="6264"/>
                </a:cubicBezTo>
                <a:lnTo>
                  <a:pt x="6171" y="6731"/>
                </a:lnTo>
                <a:cubicBezTo>
                  <a:pt x="6071" y="6764"/>
                  <a:pt x="5971" y="6831"/>
                  <a:pt x="5938" y="6931"/>
                </a:cubicBezTo>
                <a:cubicBezTo>
                  <a:pt x="5904" y="7031"/>
                  <a:pt x="5871" y="7131"/>
                  <a:pt x="5871" y="7231"/>
                </a:cubicBezTo>
                <a:cubicBezTo>
                  <a:pt x="5871" y="8132"/>
                  <a:pt x="5304" y="8932"/>
                  <a:pt x="4437" y="9232"/>
                </a:cubicBezTo>
                <a:cubicBezTo>
                  <a:pt x="4177" y="9352"/>
                  <a:pt x="3892" y="9413"/>
                  <a:pt x="3606" y="9413"/>
                </a:cubicBezTo>
                <a:cubicBezTo>
                  <a:pt x="3415" y="9413"/>
                  <a:pt x="3223" y="9386"/>
                  <a:pt x="3036" y="9332"/>
                </a:cubicBezTo>
                <a:cubicBezTo>
                  <a:pt x="2635" y="9232"/>
                  <a:pt x="2335" y="8932"/>
                  <a:pt x="2202" y="8565"/>
                </a:cubicBezTo>
                <a:cubicBezTo>
                  <a:pt x="2102" y="8365"/>
                  <a:pt x="2102" y="8132"/>
                  <a:pt x="2168" y="7898"/>
                </a:cubicBezTo>
                <a:cubicBezTo>
                  <a:pt x="2235" y="7665"/>
                  <a:pt x="2335" y="7431"/>
                  <a:pt x="2469" y="7198"/>
                </a:cubicBezTo>
                <a:cubicBezTo>
                  <a:pt x="2602" y="6931"/>
                  <a:pt x="2769" y="6664"/>
                  <a:pt x="2936" y="6397"/>
                </a:cubicBezTo>
                <a:cubicBezTo>
                  <a:pt x="3102" y="6097"/>
                  <a:pt x="3236" y="5797"/>
                  <a:pt x="3336" y="5496"/>
                </a:cubicBezTo>
                <a:cubicBezTo>
                  <a:pt x="3469" y="5163"/>
                  <a:pt x="3536" y="4829"/>
                  <a:pt x="3569" y="4496"/>
                </a:cubicBezTo>
                <a:cubicBezTo>
                  <a:pt x="3603" y="4129"/>
                  <a:pt x="3569" y="3728"/>
                  <a:pt x="3436" y="3362"/>
                </a:cubicBezTo>
                <a:cubicBezTo>
                  <a:pt x="3403" y="3261"/>
                  <a:pt x="3336" y="3161"/>
                  <a:pt x="3203" y="3128"/>
                </a:cubicBezTo>
                <a:cubicBezTo>
                  <a:pt x="3153" y="3095"/>
                  <a:pt x="3094" y="3078"/>
                  <a:pt x="3036" y="307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41">
            <a:extLst>
              <a:ext uri="{FF2B5EF4-FFF2-40B4-BE49-F238E27FC236}">
                <a16:creationId xmlns:a16="http://schemas.microsoft.com/office/drawing/2014/main" id="{DB785EB9-9DA3-64C3-C57F-C0768F151F7C}"/>
              </a:ext>
            </a:extLst>
          </p:cNvPr>
          <p:cNvSpPr/>
          <p:nvPr/>
        </p:nvSpPr>
        <p:spPr>
          <a:xfrm>
            <a:off x="2854322" y="2797242"/>
            <a:ext cx="168331" cy="198887"/>
          </a:xfrm>
          <a:custGeom>
            <a:avLst/>
            <a:gdLst/>
            <a:ahLst/>
            <a:cxnLst/>
            <a:rect l="l" t="t" r="r" b="b"/>
            <a:pathLst>
              <a:path w="10908" h="12888" extrusionOk="0">
                <a:moveTo>
                  <a:pt x="5604" y="0"/>
                </a:moveTo>
                <a:cubicBezTo>
                  <a:pt x="5037" y="0"/>
                  <a:pt x="4470" y="67"/>
                  <a:pt x="3936" y="267"/>
                </a:cubicBezTo>
                <a:cubicBezTo>
                  <a:pt x="3369" y="434"/>
                  <a:pt x="2836" y="701"/>
                  <a:pt x="2335" y="1034"/>
                </a:cubicBezTo>
                <a:lnTo>
                  <a:pt x="2335" y="1001"/>
                </a:lnTo>
                <a:cubicBezTo>
                  <a:pt x="1768" y="1401"/>
                  <a:pt x="1301" y="1902"/>
                  <a:pt x="968" y="2469"/>
                </a:cubicBezTo>
                <a:cubicBezTo>
                  <a:pt x="601" y="2969"/>
                  <a:pt x="367" y="3503"/>
                  <a:pt x="200" y="4103"/>
                </a:cubicBezTo>
                <a:cubicBezTo>
                  <a:pt x="34" y="4637"/>
                  <a:pt x="0" y="5204"/>
                  <a:pt x="34" y="5738"/>
                </a:cubicBezTo>
                <a:cubicBezTo>
                  <a:pt x="67" y="6238"/>
                  <a:pt x="200" y="6705"/>
                  <a:pt x="434" y="7105"/>
                </a:cubicBezTo>
                <a:cubicBezTo>
                  <a:pt x="501" y="7205"/>
                  <a:pt x="601" y="7272"/>
                  <a:pt x="734" y="7306"/>
                </a:cubicBezTo>
                <a:cubicBezTo>
                  <a:pt x="834" y="7306"/>
                  <a:pt x="934" y="7272"/>
                  <a:pt x="1034" y="7205"/>
                </a:cubicBezTo>
                <a:lnTo>
                  <a:pt x="2335" y="6338"/>
                </a:lnTo>
                <a:cubicBezTo>
                  <a:pt x="2435" y="6305"/>
                  <a:pt x="2502" y="6171"/>
                  <a:pt x="2569" y="6071"/>
                </a:cubicBezTo>
                <a:cubicBezTo>
                  <a:pt x="2569" y="5938"/>
                  <a:pt x="2569" y="5804"/>
                  <a:pt x="2569" y="5671"/>
                </a:cubicBezTo>
                <a:cubicBezTo>
                  <a:pt x="2302" y="4637"/>
                  <a:pt x="2735" y="3570"/>
                  <a:pt x="3636" y="3002"/>
                </a:cubicBezTo>
                <a:cubicBezTo>
                  <a:pt x="4103" y="2636"/>
                  <a:pt x="4670" y="2469"/>
                  <a:pt x="5237" y="2469"/>
                </a:cubicBezTo>
                <a:cubicBezTo>
                  <a:pt x="5704" y="2469"/>
                  <a:pt x="6138" y="2702"/>
                  <a:pt x="6405" y="3103"/>
                </a:cubicBezTo>
                <a:cubicBezTo>
                  <a:pt x="6572" y="3336"/>
                  <a:pt x="6638" y="3603"/>
                  <a:pt x="6638" y="3870"/>
                </a:cubicBezTo>
                <a:cubicBezTo>
                  <a:pt x="6605" y="4170"/>
                  <a:pt x="6572" y="4470"/>
                  <a:pt x="6471" y="4770"/>
                </a:cubicBezTo>
                <a:cubicBezTo>
                  <a:pt x="6405" y="5104"/>
                  <a:pt x="6305" y="5471"/>
                  <a:pt x="6171" y="5838"/>
                </a:cubicBezTo>
                <a:cubicBezTo>
                  <a:pt x="6071" y="6205"/>
                  <a:pt x="5971" y="6572"/>
                  <a:pt x="5938" y="6972"/>
                </a:cubicBezTo>
                <a:cubicBezTo>
                  <a:pt x="5871" y="7372"/>
                  <a:pt x="5871" y="7806"/>
                  <a:pt x="5938" y="8206"/>
                </a:cubicBezTo>
                <a:cubicBezTo>
                  <a:pt x="6004" y="8640"/>
                  <a:pt x="6171" y="9073"/>
                  <a:pt x="6405" y="9440"/>
                </a:cubicBezTo>
                <a:cubicBezTo>
                  <a:pt x="6471" y="9574"/>
                  <a:pt x="6605" y="9641"/>
                  <a:pt x="6738" y="9674"/>
                </a:cubicBezTo>
                <a:cubicBezTo>
                  <a:pt x="6772" y="9682"/>
                  <a:pt x="6805" y="9686"/>
                  <a:pt x="6838" y="9686"/>
                </a:cubicBezTo>
                <a:cubicBezTo>
                  <a:pt x="6938" y="9686"/>
                  <a:pt x="7039" y="9649"/>
                  <a:pt x="7139" y="9574"/>
                </a:cubicBezTo>
                <a:lnTo>
                  <a:pt x="8339" y="8740"/>
                </a:lnTo>
                <a:cubicBezTo>
                  <a:pt x="8440" y="8673"/>
                  <a:pt x="8540" y="8573"/>
                  <a:pt x="8540" y="8440"/>
                </a:cubicBezTo>
                <a:cubicBezTo>
                  <a:pt x="8573" y="8273"/>
                  <a:pt x="8540" y="8139"/>
                  <a:pt x="8473" y="8006"/>
                </a:cubicBezTo>
                <a:cubicBezTo>
                  <a:pt x="8339" y="7739"/>
                  <a:pt x="8306" y="7472"/>
                  <a:pt x="8339" y="7172"/>
                </a:cubicBezTo>
                <a:cubicBezTo>
                  <a:pt x="8373" y="6839"/>
                  <a:pt x="8406" y="6538"/>
                  <a:pt x="8506" y="6205"/>
                </a:cubicBezTo>
                <a:lnTo>
                  <a:pt x="8806" y="5137"/>
                </a:lnTo>
                <a:cubicBezTo>
                  <a:pt x="8907" y="4770"/>
                  <a:pt x="8973" y="4403"/>
                  <a:pt x="9007" y="4003"/>
                </a:cubicBezTo>
                <a:cubicBezTo>
                  <a:pt x="9040" y="3603"/>
                  <a:pt x="9040" y="3203"/>
                  <a:pt x="8973" y="2836"/>
                </a:cubicBezTo>
                <a:cubicBezTo>
                  <a:pt x="8873" y="2369"/>
                  <a:pt x="8673" y="1935"/>
                  <a:pt x="8406" y="1568"/>
                </a:cubicBezTo>
                <a:cubicBezTo>
                  <a:pt x="8106" y="1101"/>
                  <a:pt x="7672" y="701"/>
                  <a:pt x="7172" y="434"/>
                </a:cubicBezTo>
                <a:cubicBezTo>
                  <a:pt x="6672" y="167"/>
                  <a:pt x="6138" y="34"/>
                  <a:pt x="5604" y="0"/>
                </a:cubicBezTo>
                <a:close/>
                <a:moveTo>
                  <a:pt x="9366" y="9548"/>
                </a:moveTo>
                <a:cubicBezTo>
                  <a:pt x="9264" y="9548"/>
                  <a:pt x="9161" y="9578"/>
                  <a:pt x="9073" y="9641"/>
                </a:cubicBezTo>
                <a:lnTo>
                  <a:pt x="7706" y="10541"/>
                </a:lnTo>
                <a:cubicBezTo>
                  <a:pt x="7606" y="10608"/>
                  <a:pt x="7539" y="10741"/>
                  <a:pt x="7506" y="10875"/>
                </a:cubicBezTo>
                <a:cubicBezTo>
                  <a:pt x="7472" y="11008"/>
                  <a:pt x="7506" y="11142"/>
                  <a:pt x="7572" y="11275"/>
                </a:cubicBezTo>
                <a:lnTo>
                  <a:pt x="8540" y="12676"/>
                </a:lnTo>
                <a:cubicBezTo>
                  <a:pt x="8622" y="12820"/>
                  <a:pt x="8779" y="12888"/>
                  <a:pt x="8943" y="12888"/>
                </a:cubicBezTo>
                <a:cubicBezTo>
                  <a:pt x="9045" y="12888"/>
                  <a:pt x="9150" y="12861"/>
                  <a:pt x="9240" y="12809"/>
                </a:cubicBezTo>
                <a:lnTo>
                  <a:pt x="10608" y="11875"/>
                </a:lnTo>
                <a:cubicBezTo>
                  <a:pt x="10841" y="11709"/>
                  <a:pt x="10908" y="11408"/>
                  <a:pt x="10741" y="11175"/>
                </a:cubicBezTo>
                <a:lnTo>
                  <a:pt x="9807" y="9774"/>
                </a:lnTo>
                <a:cubicBezTo>
                  <a:pt x="9703" y="9629"/>
                  <a:pt x="9535" y="9548"/>
                  <a:pt x="9366" y="9548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41">
            <a:extLst>
              <a:ext uri="{FF2B5EF4-FFF2-40B4-BE49-F238E27FC236}">
                <a16:creationId xmlns:a16="http://schemas.microsoft.com/office/drawing/2014/main" id="{067D7EBD-BA3F-520F-3B93-5C03A7C574EF}"/>
              </a:ext>
            </a:extLst>
          </p:cNvPr>
          <p:cNvSpPr/>
          <p:nvPr/>
        </p:nvSpPr>
        <p:spPr>
          <a:xfrm>
            <a:off x="2854322" y="2797242"/>
            <a:ext cx="168331" cy="198887"/>
          </a:xfrm>
          <a:custGeom>
            <a:avLst/>
            <a:gdLst/>
            <a:ahLst/>
            <a:cxnLst/>
            <a:rect l="l" t="t" r="r" b="b"/>
            <a:pathLst>
              <a:path w="10908" h="12888" extrusionOk="0">
                <a:moveTo>
                  <a:pt x="5604" y="0"/>
                </a:moveTo>
                <a:cubicBezTo>
                  <a:pt x="5037" y="0"/>
                  <a:pt x="4470" y="67"/>
                  <a:pt x="3936" y="267"/>
                </a:cubicBezTo>
                <a:cubicBezTo>
                  <a:pt x="3369" y="434"/>
                  <a:pt x="2836" y="701"/>
                  <a:pt x="2335" y="1034"/>
                </a:cubicBezTo>
                <a:lnTo>
                  <a:pt x="2335" y="1001"/>
                </a:lnTo>
                <a:cubicBezTo>
                  <a:pt x="1768" y="1401"/>
                  <a:pt x="1301" y="1902"/>
                  <a:pt x="968" y="2469"/>
                </a:cubicBezTo>
                <a:cubicBezTo>
                  <a:pt x="601" y="2969"/>
                  <a:pt x="367" y="3503"/>
                  <a:pt x="200" y="4103"/>
                </a:cubicBezTo>
                <a:cubicBezTo>
                  <a:pt x="34" y="4637"/>
                  <a:pt x="0" y="5204"/>
                  <a:pt x="34" y="5738"/>
                </a:cubicBezTo>
                <a:cubicBezTo>
                  <a:pt x="67" y="6238"/>
                  <a:pt x="200" y="6705"/>
                  <a:pt x="434" y="7105"/>
                </a:cubicBezTo>
                <a:cubicBezTo>
                  <a:pt x="501" y="7205"/>
                  <a:pt x="601" y="7272"/>
                  <a:pt x="734" y="7306"/>
                </a:cubicBezTo>
                <a:cubicBezTo>
                  <a:pt x="834" y="7306"/>
                  <a:pt x="934" y="7272"/>
                  <a:pt x="1034" y="7205"/>
                </a:cubicBezTo>
                <a:lnTo>
                  <a:pt x="2335" y="6338"/>
                </a:lnTo>
                <a:cubicBezTo>
                  <a:pt x="2435" y="6305"/>
                  <a:pt x="2502" y="6171"/>
                  <a:pt x="2569" y="6071"/>
                </a:cubicBezTo>
                <a:cubicBezTo>
                  <a:pt x="2569" y="5938"/>
                  <a:pt x="2569" y="5804"/>
                  <a:pt x="2569" y="5671"/>
                </a:cubicBezTo>
                <a:cubicBezTo>
                  <a:pt x="2302" y="4637"/>
                  <a:pt x="2735" y="3570"/>
                  <a:pt x="3636" y="3002"/>
                </a:cubicBezTo>
                <a:cubicBezTo>
                  <a:pt x="4103" y="2636"/>
                  <a:pt x="4670" y="2469"/>
                  <a:pt x="5237" y="2469"/>
                </a:cubicBezTo>
                <a:cubicBezTo>
                  <a:pt x="5704" y="2469"/>
                  <a:pt x="6138" y="2702"/>
                  <a:pt x="6405" y="3103"/>
                </a:cubicBezTo>
                <a:cubicBezTo>
                  <a:pt x="6572" y="3336"/>
                  <a:pt x="6638" y="3603"/>
                  <a:pt x="6638" y="3870"/>
                </a:cubicBezTo>
                <a:cubicBezTo>
                  <a:pt x="6605" y="4170"/>
                  <a:pt x="6572" y="4470"/>
                  <a:pt x="6471" y="4770"/>
                </a:cubicBezTo>
                <a:cubicBezTo>
                  <a:pt x="6405" y="5104"/>
                  <a:pt x="6305" y="5471"/>
                  <a:pt x="6171" y="5838"/>
                </a:cubicBezTo>
                <a:cubicBezTo>
                  <a:pt x="6071" y="6205"/>
                  <a:pt x="5971" y="6572"/>
                  <a:pt x="5938" y="6972"/>
                </a:cubicBezTo>
                <a:cubicBezTo>
                  <a:pt x="5871" y="7372"/>
                  <a:pt x="5871" y="7806"/>
                  <a:pt x="5938" y="8206"/>
                </a:cubicBezTo>
                <a:cubicBezTo>
                  <a:pt x="6004" y="8640"/>
                  <a:pt x="6171" y="9073"/>
                  <a:pt x="6405" y="9440"/>
                </a:cubicBezTo>
                <a:cubicBezTo>
                  <a:pt x="6471" y="9574"/>
                  <a:pt x="6605" y="9641"/>
                  <a:pt x="6738" y="9674"/>
                </a:cubicBezTo>
                <a:cubicBezTo>
                  <a:pt x="6772" y="9682"/>
                  <a:pt x="6805" y="9686"/>
                  <a:pt x="6838" y="9686"/>
                </a:cubicBezTo>
                <a:cubicBezTo>
                  <a:pt x="6938" y="9686"/>
                  <a:pt x="7039" y="9649"/>
                  <a:pt x="7139" y="9574"/>
                </a:cubicBezTo>
                <a:lnTo>
                  <a:pt x="8339" y="8740"/>
                </a:lnTo>
                <a:cubicBezTo>
                  <a:pt x="8440" y="8673"/>
                  <a:pt x="8540" y="8573"/>
                  <a:pt x="8540" y="8440"/>
                </a:cubicBezTo>
                <a:cubicBezTo>
                  <a:pt x="8573" y="8273"/>
                  <a:pt x="8540" y="8139"/>
                  <a:pt x="8473" y="8006"/>
                </a:cubicBezTo>
                <a:cubicBezTo>
                  <a:pt x="8339" y="7739"/>
                  <a:pt x="8306" y="7472"/>
                  <a:pt x="8339" y="7172"/>
                </a:cubicBezTo>
                <a:cubicBezTo>
                  <a:pt x="8373" y="6839"/>
                  <a:pt x="8406" y="6538"/>
                  <a:pt x="8506" y="6205"/>
                </a:cubicBezTo>
                <a:lnTo>
                  <a:pt x="8806" y="5137"/>
                </a:lnTo>
                <a:cubicBezTo>
                  <a:pt x="8907" y="4770"/>
                  <a:pt x="8973" y="4403"/>
                  <a:pt x="9007" y="4003"/>
                </a:cubicBezTo>
                <a:cubicBezTo>
                  <a:pt x="9040" y="3603"/>
                  <a:pt x="9040" y="3203"/>
                  <a:pt x="8973" y="2836"/>
                </a:cubicBezTo>
                <a:cubicBezTo>
                  <a:pt x="8873" y="2369"/>
                  <a:pt x="8673" y="1935"/>
                  <a:pt x="8406" y="1568"/>
                </a:cubicBezTo>
                <a:cubicBezTo>
                  <a:pt x="8106" y="1101"/>
                  <a:pt x="7672" y="701"/>
                  <a:pt x="7172" y="434"/>
                </a:cubicBezTo>
                <a:cubicBezTo>
                  <a:pt x="6672" y="167"/>
                  <a:pt x="6138" y="34"/>
                  <a:pt x="5604" y="0"/>
                </a:cubicBezTo>
                <a:close/>
                <a:moveTo>
                  <a:pt x="9366" y="9548"/>
                </a:moveTo>
                <a:cubicBezTo>
                  <a:pt x="9264" y="9548"/>
                  <a:pt x="9161" y="9578"/>
                  <a:pt x="9073" y="9641"/>
                </a:cubicBezTo>
                <a:lnTo>
                  <a:pt x="7706" y="10541"/>
                </a:lnTo>
                <a:cubicBezTo>
                  <a:pt x="7606" y="10608"/>
                  <a:pt x="7539" y="10741"/>
                  <a:pt x="7506" y="10875"/>
                </a:cubicBezTo>
                <a:cubicBezTo>
                  <a:pt x="7472" y="11008"/>
                  <a:pt x="7506" y="11142"/>
                  <a:pt x="7572" y="11275"/>
                </a:cubicBezTo>
                <a:lnTo>
                  <a:pt x="8540" y="12676"/>
                </a:lnTo>
                <a:cubicBezTo>
                  <a:pt x="8622" y="12820"/>
                  <a:pt x="8779" y="12888"/>
                  <a:pt x="8943" y="12888"/>
                </a:cubicBezTo>
                <a:cubicBezTo>
                  <a:pt x="9045" y="12888"/>
                  <a:pt x="9150" y="12861"/>
                  <a:pt x="9240" y="12809"/>
                </a:cubicBezTo>
                <a:lnTo>
                  <a:pt x="10608" y="11875"/>
                </a:lnTo>
                <a:cubicBezTo>
                  <a:pt x="10841" y="11709"/>
                  <a:pt x="10908" y="11408"/>
                  <a:pt x="10741" y="11175"/>
                </a:cubicBezTo>
                <a:lnTo>
                  <a:pt x="9807" y="9774"/>
                </a:lnTo>
                <a:cubicBezTo>
                  <a:pt x="9703" y="9629"/>
                  <a:pt x="9535" y="9548"/>
                  <a:pt x="9366" y="95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41">
            <a:extLst>
              <a:ext uri="{FF2B5EF4-FFF2-40B4-BE49-F238E27FC236}">
                <a16:creationId xmlns:a16="http://schemas.microsoft.com/office/drawing/2014/main" id="{6469EE79-FA03-83D5-92FD-387D2A387248}"/>
              </a:ext>
            </a:extLst>
          </p:cNvPr>
          <p:cNvSpPr/>
          <p:nvPr/>
        </p:nvSpPr>
        <p:spPr>
          <a:xfrm>
            <a:off x="3578589" y="3005589"/>
            <a:ext cx="151356" cy="204797"/>
          </a:xfrm>
          <a:custGeom>
            <a:avLst/>
            <a:gdLst/>
            <a:ahLst/>
            <a:cxnLst/>
            <a:rect l="l" t="t" r="r" b="b"/>
            <a:pathLst>
              <a:path w="9808" h="13271" extrusionOk="0">
                <a:moveTo>
                  <a:pt x="4504" y="1"/>
                </a:moveTo>
                <a:cubicBezTo>
                  <a:pt x="4004" y="1"/>
                  <a:pt x="3503" y="70"/>
                  <a:pt x="3003" y="209"/>
                </a:cubicBezTo>
                <a:cubicBezTo>
                  <a:pt x="2469" y="376"/>
                  <a:pt x="1969" y="609"/>
                  <a:pt x="1535" y="943"/>
                </a:cubicBezTo>
                <a:cubicBezTo>
                  <a:pt x="1135" y="1210"/>
                  <a:pt x="801" y="1610"/>
                  <a:pt x="601" y="2044"/>
                </a:cubicBezTo>
                <a:cubicBezTo>
                  <a:pt x="534" y="2144"/>
                  <a:pt x="534" y="2244"/>
                  <a:pt x="601" y="2344"/>
                </a:cubicBezTo>
                <a:cubicBezTo>
                  <a:pt x="635" y="2444"/>
                  <a:pt x="701" y="2544"/>
                  <a:pt x="801" y="2578"/>
                </a:cubicBezTo>
                <a:lnTo>
                  <a:pt x="2236" y="3211"/>
                </a:lnTo>
                <a:cubicBezTo>
                  <a:pt x="2309" y="3260"/>
                  <a:pt x="2400" y="3291"/>
                  <a:pt x="2496" y="3291"/>
                </a:cubicBezTo>
                <a:cubicBezTo>
                  <a:pt x="2531" y="3291"/>
                  <a:pt x="2567" y="3287"/>
                  <a:pt x="2603" y="3278"/>
                </a:cubicBezTo>
                <a:cubicBezTo>
                  <a:pt x="2703" y="3211"/>
                  <a:pt x="2836" y="3145"/>
                  <a:pt x="2903" y="3078"/>
                </a:cubicBezTo>
                <a:cubicBezTo>
                  <a:pt x="3493" y="2572"/>
                  <a:pt x="4083" y="2319"/>
                  <a:pt x="4689" y="2319"/>
                </a:cubicBezTo>
                <a:cubicBezTo>
                  <a:pt x="5043" y="2319"/>
                  <a:pt x="5403" y="2405"/>
                  <a:pt x="5772" y="2578"/>
                </a:cubicBezTo>
                <a:cubicBezTo>
                  <a:pt x="6305" y="2778"/>
                  <a:pt x="6772" y="3145"/>
                  <a:pt x="7072" y="3645"/>
                </a:cubicBezTo>
                <a:cubicBezTo>
                  <a:pt x="7306" y="4079"/>
                  <a:pt x="7339" y="4579"/>
                  <a:pt x="7139" y="5013"/>
                </a:cubicBezTo>
                <a:cubicBezTo>
                  <a:pt x="7039" y="5246"/>
                  <a:pt x="6839" y="5446"/>
                  <a:pt x="6605" y="5580"/>
                </a:cubicBezTo>
                <a:cubicBezTo>
                  <a:pt x="6339" y="5713"/>
                  <a:pt x="6072" y="5847"/>
                  <a:pt x="5772" y="5947"/>
                </a:cubicBezTo>
                <a:cubicBezTo>
                  <a:pt x="5438" y="6013"/>
                  <a:pt x="5104" y="6113"/>
                  <a:pt x="4737" y="6213"/>
                </a:cubicBezTo>
                <a:cubicBezTo>
                  <a:pt x="4337" y="6347"/>
                  <a:pt x="3970" y="6480"/>
                  <a:pt x="3637" y="6647"/>
                </a:cubicBezTo>
                <a:cubicBezTo>
                  <a:pt x="3236" y="6814"/>
                  <a:pt x="2903" y="7047"/>
                  <a:pt x="2603" y="7314"/>
                </a:cubicBezTo>
                <a:cubicBezTo>
                  <a:pt x="2236" y="7581"/>
                  <a:pt x="1969" y="7948"/>
                  <a:pt x="1769" y="8382"/>
                </a:cubicBezTo>
                <a:cubicBezTo>
                  <a:pt x="1669" y="8482"/>
                  <a:pt x="1669" y="8615"/>
                  <a:pt x="1735" y="8749"/>
                </a:cubicBezTo>
                <a:cubicBezTo>
                  <a:pt x="1802" y="8882"/>
                  <a:pt x="1902" y="8982"/>
                  <a:pt x="2002" y="9049"/>
                </a:cubicBezTo>
                <a:lnTo>
                  <a:pt x="3336" y="9649"/>
                </a:lnTo>
                <a:cubicBezTo>
                  <a:pt x="3386" y="9666"/>
                  <a:pt x="3453" y="9674"/>
                  <a:pt x="3520" y="9674"/>
                </a:cubicBezTo>
                <a:cubicBezTo>
                  <a:pt x="3587" y="9674"/>
                  <a:pt x="3653" y="9666"/>
                  <a:pt x="3703" y="9649"/>
                </a:cubicBezTo>
                <a:cubicBezTo>
                  <a:pt x="3837" y="9583"/>
                  <a:pt x="3937" y="9482"/>
                  <a:pt x="4004" y="9382"/>
                </a:cubicBezTo>
                <a:cubicBezTo>
                  <a:pt x="4170" y="9116"/>
                  <a:pt x="4404" y="8915"/>
                  <a:pt x="4671" y="8815"/>
                </a:cubicBezTo>
                <a:cubicBezTo>
                  <a:pt x="4971" y="8649"/>
                  <a:pt x="5271" y="8548"/>
                  <a:pt x="5571" y="8448"/>
                </a:cubicBezTo>
                <a:lnTo>
                  <a:pt x="6639" y="8148"/>
                </a:lnTo>
                <a:cubicBezTo>
                  <a:pt x="7006" y="8048"/>
                  <a:pt x="7373" y="7881"/>
                  <a:pt x="7706" y="7715"/>
                </a:cubicBezTo>
                <a:cubicBezTo>
                  <a:pt x="8073" y="7548"/>
                  <a:pt x="8407" y="7314"/>
                  <a:pt x="8674" y="7047"/>
                </a:cubicBezTo>
                <a:cubicBezTo>
                  <a:pt x="9007" y="6714"/>
                  <a:pt x="9274" y="6347"/>
                  <a:pt x="9441" y="5947"/>
                </a:cubicBezTo>
                <a:cubicBezTo>
                  <a:pt x="9708" y="5413"/>
                  <a:pt x="9808" y="4846"/>
                  <a:pt x="9774" y="4279"/>
                </a:cubicBezTo>
                <a:cubicBezTo>
                  <a:pt x="9708" y="3712"/>
                  <a:pt x="9574" y="3211"/>
                  <a:pt x="9274" y="2711"/>
                </a:cubicBezTo>
                <a:cubicBezTo>
                  <a:pt x="9007" y="2244"/>
                  <a:pt x="8640" y="1777"/>
                  <a:pt x="8207" y="1443"/>
                </a:cubicBezTo>
                <a:cubicBezTo>
                  <a:pt x="7773" y="1043"/>
                  <a:pt x="7239" y="709"/>
                  <a:pt x="6706" y="476"/>
                </a:cubicBezTo>
                <a:lnTo>
                  <a:pt x="6739" y="476"/>
                </a:lnTo>
                <a:cubicBezTo>
                  <a:pt x="6138" y="209"/>
                  <a:pt x="5471" y="42"/>
                  <a:pt x="4804" y="9"/>
                </a:cubicBezTo>
                <a:cubicBezTo>
                  <a:pt x="4704" y="3"/>
                  <a:pt x="4604" y="1"/>
                  <a:pt x="4504" y="1"/>
                </a:cubicBezTo>
                <a:close/>
                <a:moveTo>
                  <a:pt x="1252" y="9999"/>
                </a:moveTo>
                <a:cubicBezTo>
                  <a:pt x="1185" y="9999"/>
                  <a:pt x="1118" y="10016"/>
                  <a:pt x="1068" y="10050"/>
                </a:cubicBezTo>
                <a:cubicBezTo>
                  <a:pt x="935" y="10116"/>
                  <a:pt x="835" y="10183"/>
                  <a:pt x="768" y="10316"/>
                </a:cubicBezTo>
                <a:lnTo>
                  <a:pt x="67" y="11851"/>
                </a:lnTo>
                <a:cubicBezTo>
                  <a:pt x="1" y="11984"/>
                  <a:pt x="1" y="12118"/>
                  <a:pt x="67" y="12251"/>
                </a:cubicBezTo>
                <a:cubicBezTo>
                  <a:pt x="101" y="12385"/>
                  <a:pt x="201" y="12485"/>
                  <a:pt x="334" y="12551"/>
                </a:cubicBezTo>
                <a:lnTo>
                  <a:pt x="1835" y="13218"/>
                </a:lnTo>
                <a:cubicBezTo>
                  <a:pt x="1907" y="13254"/>
                  <a:pt x="1981" y="13271"/>
                  <a:pt x="2053" y="13271"/>
                </a:cubicBezTo>
                <a:cubicBezTo>
                  <a:pt x="2251" y="13271"/>
                  <a:pt x="2438" y="13147"/>
                  <a:pt x="2536" y="12952"/>
                </a:cubicBezTo>
                <a:lnTo>
                  <a:pt x="3236" y="11417"/>
                </a:lnTo>
                <a:cubicBezTo>
                  <a:pt x="3336" y="11150"/>
                  <a:pt x="3203" y="10850"/>
                  <a:pt x="2970" y="10750"/>
                </a:cubicBezTo>
                <a:lnTo>
                  <a:pt x="1435" y="10050"/>
                </a:lnTo>
                <a:cubicBezTo>
                  <a:pt x="1385" y="10016"/>
                  <a:pt x="1318" y="9999"/>
                  <a:pt x="1252" y="9999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41">
            <a:extLst>
              <a:ext uri="{FF2B5EF4-FFF2-40B4-BE49-F238E27FC236}">
                <a16:creationId xmlns:a16="http://schemas.microsoft.com/office/drawing/2014/main" id="{F5DB8590-DBDD-B825-FBDF-C084041D2A8E}"/>
              </a:ext>
            </a:extLst>
          </p:cNvPr>
          <p:cNvSpPr/>
          <p:nvPr/>
        </p:nvSpPr>
        <p:spPr>
          <a:xfrm>
            <a:off x="3578589" y="3005589"/>
            <a:ext cx="151356" cy="204797"/>
          </a:xfrm>
          <a:custGeom>
            <a:avLst/>
            <a:gdLst/>
            <a:ahLst/>
            <a:cxnLst/>
            <a:rect l="l" t="t" r="r" b="b"/>
            <a:pathLst>
              <a:path w="9808" h="13271" extrusionOk="0">
                <a:moveTo>
                  <a:pt x="4504" y="1"/>
                </a:moveTo>
                <a:cubicBezTo>
                  <a:pt x="4004" y="1"/>
                  <a:pt x="3503" y="70"/>
                  <a:pt x="3003" y="209"/>
                </a:cubicBezTo>
                <a:cubicBezTo>
                  <a:pt x="2469" y="376"/>
                  <a:pt x="1969" y="609"/>
                  <a:pt x="1535" y="943"/>
                </a:cubicBezTo>
                <a:cubicBezTo>
                  <a:pt x="1135" y="1210"/>
                  <a:pt x="801" y="1610"/>
                  <a:pt x="601" y="2044"/>
                </a:cubicBezTo>
                <a:cubicBezTo>
                  <a:pt x="534" y="2144"/>
                  <a:pt x="534" y="2244"/>
                  <a:pt x="601" y="2344"/>
                </a:cubicBezTo>
                <a:cubicBezTo>
                  <a:pt x="635" y="2444"/>
                  <a:pt x="701" y="2544"/>
                  <a:pt x="801" y="2578"/>
                </a:cubicBezTo>
                <a:lnTo>
                  <a:pt x="2236" y="3211"/>
                </a:lnTo>
                <a:cubicBezTo>
                  <a:pt x="2309" y="3260"/>
                  <a:pt x="2400" y="3291"/>
                  <a:pt x="2496" y="3291"/>
                </a:cubicBezTo>
                <a:cubicBezTo>
                  <a:pt x="2531" y="3291"/>
                  <a:pt x="2567" y="3287"/>
                  <a:pt x="2603" y="3278"/>
                </a:cubicBezTo>
                <a:cubicBezTo>
                  <a:pt x="2703" y="3211"/>
                  <a:pt x="2836" y="3145"/>
                  <a:pt x="2903" y="3078"/>
                </a:cubicBezTo>
                <a:cubicBezTo>
                  <a:pt x="3493" y="2572"/>
                  <a:pt x="4083" y="2319"/>
                  <a:pt x="4689" y="2319"/>
                </a:cubicBezTo>
                <a:cubicBezTo>
                  <a:pt x="5043" y="2319"/>
                  <a:pt x="5403" y="2405"/>
                  <a:pt x="5772" y="2578"/>
                </a:cubicBezTo>
                <a:cubicBezTo>
                  <a:pt x="6305" y="2778"/>
                  <a:pt x="6772" y="3145"/>
                  <a:pt x="7072" y="3645"/>
                </a:cubicBezTo>
                <a:cubicBezTo>
                  <a:pt x="7306" y="4079"/>
                  <a:pt x="7339" y="4579"/>
                  <a:pt x="7139" y="5013"/>
                </a:cubicBezTo>
                <a:cubicBezTo>
                  <a:pt x="7039" y="5246"/>
                  <a:pt x="6839" y="5446"/>
                  <a:pt x="6605" y="5580"/>
                </a:cubicBezTo>
                <a:cubicBezTo>
                  <a:pt x="6339" y="5713"/>
                  <a:pt x="6072" y="5847"/>
                  <a:pt x="5772" y="5947"/>
                </a:cubicBezTo>
                <a:cubicBezTo>
                  <a:pt x="5438" y="6013"/>
                  <a:pt x="5104" y="6113"/>
                  <a:pt x="4737" y="6213"/>
                </a:cubicBezTo>
                <a:cubicBezTo>
                  <a:pt x="4337" y="6347"/>
                  <a:pt x="3970" y="6480"/>
                  <a:pt x="3637" y="6647"/>
                </a:cubicBezTo>
                <a:cubicBezTo>
                  <a:pt x="3236" y="6814"/>
                  <a:pt x="2903" y="7047"/>
                  <a:pt x="2603" y="7314"/>
                </a:cubicBezTo>
                <a:cubicBezTo>
                  <a:pt x="2236" y="7581"/>
                  <a:pt x="1969" y="7948"/>
                  <a:pt x="1769" y="8382"/>
                </a:cubicBezTo>
                <a:cubicBezTo>
                  <a:pt x="1669" y="8482"/>
                  <a:pt x="1669" y="8615"/>
                  <a:pt x="1735" y="8749"/>
                </a:cubicBezTo>
                <a:cubicBezTo>
                  <a:pt x="1802" y="8882"/>
                  <a:pt x="1902" y="8982"/>
                  <a:pt x="2002" y="9049"/>
                </a:cubicBezTo>
                <a:lnTo>
                  <a:pt x="3336" y="9649"/>
                </a:lnTo>
                <a:cubicBezTo>
                  <a:pt x="3386" y="9666"/>
                  <a:pt x="3453" y="9674"/>
                  <a:pt x="3520" y="9674"/>
                </a:cubicBezTo>
                <a:cubicBezTo>
                  <a:pt x="3587" y="9674"/>
                  <a:pt x="3653" y="9666"/>
                  <a:pt x="3703" y="9649"/>
                </a:cubicBezTo>
                <a:cubicBezTo>
                  <a:pt x="3837" y="9583"/>
                  <a:pt x="3937" y="9482"/>
                  <a:pt x="4004" y="9382"/>
                </a:cubicBezTo>
                <a:cubicBezTo>
                  <a:pt x="4170" y="9116"/>
                  <a:pt x="4404" y="8915"/>
                  <a:pt x="4671" y="8815"/>
                </a:cubicBezTo>
                <a:cubicBezTo>
                  <a:pt x="4971" y="8649"/>
                  <a:pt x="5271" y="8548"/>
                  <a:pt x="5571" y="8448"/>
                </a:cubicBezTo>
                <a:lnTo>
                  <a:pt x="6639" y="8148"/>
                </a:lnTo>
                <a:cubicBezTo>
                  <a:pt x="7006" y="8048"/>
                  <a:pt x="7373" y="7881"/>
                  <a:pt x="7706" y="7715"/>
                </a:cubicBezTo>
                <a:cubicBezTo>
                  <a:pt x="8073" y="7548"/>
                  <a:pt x="8407" y="7314"/>
                  <a:pt x="8674" y="7047"/>
                </a:cubicBezTo>
                <a:cubicBezTo>
                  <a:pt x="9007" y="6714"/>
                  <a:pt x="9274" y="6347"/>
                  <a:pt x="9441" y="5947"/>
                </a:cubicBezTo>
                <a:cubicBezTo>
                  <a:pt x="9708" y="5413"/>
                  <a:pt x="9808" y="4846"/>
                  <a:pt x="9774" y="4279"/>
                </a:cubicBezTo>
                <a:cubicBezTo>
                  <a:pt x="9708" y="3712"/>
                  <a:pt x="9574" y="3211"/>
                  <a:pt x="9274" y="2711"/>
                </a:cubicBezTo>
                <a:cubicBezTo>
                  <a:pt x="9007" y="2244"/>
                  <a:pt x="8640" y="1777"/>
                  <a:pt x="8207" y="1443"/>
                </a:cubicBezTo>
                <a:cubicBezTo>
                  <a:pt x="7773" y="1043"/>
                  <a:pt x="7239" y="709"/>
                  <a:pt x="6706" y="476"/>
                </a:cubicBezTo>
                <a:lnTo>
                  <a:pt x="6739" y="476"/>
                </a:lnTo>
                <a:cubicBezTo>
                  <a:pt x="6138" y="209"/>
                  <a:pt x="5471" y="42"/>
                  <a:pt x="4804" y="9"/>
                </a:cubicBezTo>
                <a:cubicBezTo>
                  <a:pt x="4704" y="3"/>
                  <a:pt x="4604" y="1"/>
                  <a:pt x="4504" y="1"/>
                </a:cubicBezTo>
                <a:close/>
                <a:moveTo>
                  <a:pt x="1252" y="9999"/>
                </a:moveTo>
                <a:cubicBezTo>
                  <a:pt x="1185" y="9999"/>
                  <a:pt x="1118" y="10016"/>
                  <a:pt x="1068" y="10050"/>
                </a:cubicBezTo>
                <a:cubicBezTo>
                  <a:pt x="935" y="10116"/>
                  <a:pt x="835" y="10183"/>
                  <a:pt x="768" y="10316"/>
                </a:cubicBezTo>
                <a:lnTo>
                  <a:pt x="67" y="11851"/>
                </a:lnTo>
                <a:cubicBezTo>
                  <a:pt x="1" y="11984"/>
                  <a:pt x="1" y="12118"/>
                  <a:pt x="67" y="12251"/>
                </a:cubicBezTo>
                <a:cubicBezTo>
                  <a:pt x="101" y="12385"/>
                  <a:pt x="201" y="12485"/>
                  <a:pt x="334" y="12551"/>
                </a:cubicBezTo>
                <a:lnTo>
                  <a:pt x="1835" y="13218"/>
                </a:lnTo>
                <a:cubicBezTo>
                  <a:pt x="1907" y="13254"/>
                  <a:pt x="1981" y="13271"/>
                  <a:pt x="2053" y="13271"/>
                </a:cubicBezTo>
                <a:cubicBezTo>
                  <a:pt x="2251" y="13271"/>
                  <a:pt x="2438" y="13147"/>
                  <a:pt x="2536" y="12952"/>
                </a:cubicBezTo>
                <a:lnTo>
                  <a:pt x="3236" y="11417"/>
                </a:lnTo>
                <a:cubicBezTo>
                  <a:pt x="3336" y="11150"/>
                  <a:pt x="3203" y="10850"/>
                  <a:pt x="2970" y="10750"/>
                </a:cubicBezTo>
                <a:lnTo>
                  <a:pt x="1435" y="10050"/>
                </a:lnTo>
                <a:cubicBezTo>
                  <a:pt x="1385" y="10016"/>
                  <a:pt x="1318" y="9999"/>
                  <a:pt x="1252" y="999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41">
            <a:extLst>
              <a:ext uri="{FF2B5EF4-FFF2-40B4-BE49-F238E27FC236}">
                <a16:creationId xmlns:a16="http://schemas.microsoft.com/office/drawing/2014/main" id="{577957FC-DC7E-FD59-F656-56905D1D0963}"/>
              </a:ext>
            </a:extLst>
          </p:cNvPr>
          <p:cNvSpPr/>
          <p:nvPr/>
        </p:nvSpPr>
        <p:spPr>
          <a:xfrm>
            <a:off x="2164530" y="1593274"/>
            <a:ext cx="274904" cy="381308"/>
          </a:xfrm>
          <a:custGeom>
            <a:avLst/>
            <a:gdLst/>
            <a:ahLst/>
            <a:cxnLst/>
            <a:rect l="l" t="t" r="r" b="b"/>
            <a:pathLst>
              <a:path w="17814" h="24709" extrusionOk="0">
                <a:moveTo>
                  <a:pt x="17280" y="930"/>
                </a:moveTo>
                <a:cubicBezTo>
                  <a:pt x="17346" y="1097"/>
                  <a:pt x="17380" y="1263"/>
                  <a:pt x="17380" y="1464"/>
                </a:cubicBezTo>
                <a:lnTo>
                  <a:pt x="17380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6850" y="650"/>
                </a:moveTo>
                <a:cubicBezTo>
                  <a:pt x="16894" y="650"/>
                  <a:pt x="16938" y="655"/>
                  <a:pt x="16979" y="663"/>
                </a:cubicBezTo>
                <a:lnTo>
                  <a:pt x="9474" y="14273"/>
                </a:lnTo>
                <a:cubicBezTo>
                  <a:pt x="9243" y="14735"/>
                  <a:pt x="8874" y="15019"/>
                  <a:pt x="8579" y="15019"/>
                </a:cubicBezTo>
                <a:cubicBezTo>
                  <a:pt x="8491" y="15019"/>
                  <a:pt x="8409" y="14994"/>
                  <a:pt x="8340" y="14940"/>
                </a:cubicBezTo>
                <a:lnTo>
                  <a:pt x="835" y="10003"/>
                </a:lnTo>
                <a:cubicBezTo>
                  <a:pt x="968" y="9769"/>
                  <a:pt x="1135" y="9603"/>
                  <a:pt x="1368" y="9469"/>
                </a:cubicBezTo>
                <a:lnTo>
                  <a:pt x="16479" y="763"/>
                </a:lnTo>
                <a:cubicBezTo>
                  <a:pt x="16579" y="688"/>
                  <a:pt x="16717" y="650"/>
                  <a:pt x="16850" y="650"/>
                </a:cubicBezTo>
                <a:close/>
                <a:moveTo>
                  <a:pt x="534" y="10603"/>
                </a:moveTo>
                <a:lnTo>
                  <a:pt x="5805" y="14106"/>
                </a:lnTo>
                <a:lnTo>
                  <a:pt x="401" y="22679"/>
                </a:lnTo>
                <a:lnTo>
                  <a:pt x="401" y="11237"/>
                </a:lnTo>
                <a:cubicBezTo>
                  <a:pt x="401" y="11037"/>
                  <a:pt x="468" y="10804"/>
                  <a:pt x="534" y="10603"/>
                </a:cubicBezTo>
                <a:close/>
                <a:moveTo>
                  <a:pt x="11676" y="11137"/>
                </a:moveTo>
                <a:lnTo>
                  <a:pt x="17380" y="13606"/>
                </a:lnTo>
                <a:cubicBezTo>
                  <a:pt x="17346" y="14239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3"/>
                  <a:pt x="9574" y="14940"/>
                  <a:pt x="9808" y="14540"/>
                </a:cubicBezTo>
                <a:lnTo>
                  <a:pt x="11676" y="11137"/>
                </a:lnTo>
                <a:close/>
                <a:moveTo>
                  <a:pt x="17005" y="0"/>
                </a:moveTo>
                <a:cubicBezTo>
                  <a:pt x="16843" y="0"/>
                  <a:pt x="16665" y="53"/>
                  <a:pt x="16479" y="163"/>
                </a:cubicBezTo>
                <a:lnTo>
                  <a:pt x="1368" y="8902"/>
                </a:lnTo>
                <a:cubicBezTo>
                  <a:pt x="501" y="9503"/>
                  <a:pt x="1" y="10470"/>
                  <a:pt x="1" y="11504"/>
                </a:cubicBezTo>
                <a:lnTo>
                  <a:pt x="1" y="23513"/>
                </a:lnTo>
                <a:cubicBezTo>
                  <a:pt x="1" y="24259"/>
                  <a:pt x="335" y="24709"/>
                  <a:pt x="823" y="24709"/>
                </a:cubicBezTo>
                <a:cubicBezTo>
                  <a:pt x="989" y="24709"/>
                  <a:pt x="1173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13" y="13205"/>
                </a:cubicBezTo>
                <a:lnTo>
                  <a:pt x="17813" y="1197"/>
                </a:lnTo>
                <a:cubicBezTo>
                  <a:pt x="17813" y="450"/>
                  <a:pt x="17479" y="0"/>
                  <a:pt x="1700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41">
            <a:extLst>
              <a:ext uri="{FF2B5EF4-FFF2-40B4-BE49-F238E27FC236}">
                <a16:creationId xmlns:a16="http://schemas.microsoft.com/office/drawing/2014/main" id="{0DC905DB-2104-4B2E-F316-686DD2FFF4D4}"/>
              </a:ext>
            </a:extLst>
          </p:cNvPr>
          <p:cNvSpPr/>
          <p:nvPr/>
        </p:nvSpPr>
        <p:spPr>
          <a:xfrm>
            <a:off x="2164530" y="1593274"/>
            <a:ext cx="274904" cy="381308"/>
          </a:xfrm>
          <a:custGeom>
            <a:avLst/>
            <a:gdLst/>
            <a:ahLst/>
            <a:cxnLst/>
            <a:rect l="l" t="t" r="r" b="b"/>
            <a:pathLst>
              <a:path w="17814" h="24709" extrusionOk="0">
                <a:moveTo>
                  <a:pt x="17280" y="930"/>
                </a:moveTo>
                <a:cubicBezTo>
                  <a:pt x="17346" y="1097"/>
                  <a:pt x="17380" y="1263"/>
                  <a:pt x="17380" y="1464"/>
                </a:cubicBezTo>
                <a:lnTo>
                  <a:pt x="17380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6850" y="650"/>
                </a:moveTo>
                <a:cubicBezTo>
                  <a:pt x="16894" y="650"/>
                  <a:pt x="16938" y="655"/>
                  <a:pt x="16979" y="663"/>
                </a:cubicBezTo>
                <a:lnTo>
                  <a:pt x="9474" y="14273"/>
                </a:lnTo>
                <a:cubicBezTo>
                  <a:pt x="9243" y="14735"/>
                  <a:pt x="8874" y="15019"/>
                  <a:pt x="8579" y="15019"/>
                </a:cubicBezTo>
                <a:cubicBezTo>
                  <a:pt x="8491" y="15019"/>
                  <a:pt x="8409" y="14994"/>
                  <a:pt x="8340" y="14940"/>
                </a:cubicBezTo>
                <a:lnTo>
                  <a:pt x="835" y="10003"/>
                </a:lnTo>
                <a:cubicBezTo>
                  <a:pt x="968" y="9769"/>
                  <a:pt x="1135" y="9603"/>
                  <a:pt x="1368" y="9469"/>
                </a:cubicBezTo>
                <a:lnTo>
                  <a:pt x="16479" y="763"/>
                </a:lnTo>
                <a:cubicBezTo>
                  <a:pt x="16579" y="688"/>
                  <a:pt x="16717" y="650"/>
                  <a:pt x="16850" y="650"/>
                </a:cubicBezTo>
                <a:close/>
                <a:moveTo>
                  <a:pt x="534" y="10603"/>
                </a:moveTo>
                <a:lnTo>
                  <a:pt x="5805" y="14106"/>
                </a:lnTo>
                <a:lnTo>
                  <a:pt x="401" y="22679"/>
                </a:lnTo>
                <a:lnTo>
                  <a:pt x="401" y="11237"/>
                </a:lnTo>
                <a:cubicBezTo>
                  <a:pt x="401" y="11037"/>
                  <a:pt x="468" y="10804"/>
                  <a:pt x="534" y="10603"/>
                </a:cubicBezTo>
                <a:close/>
                <a:moveTo>
                  <a:pt x="11676" y="11137"/>
                </a:moveTo>
                <a:lnTo>
                  <a:pt x="17380" y="13606"/>
                </a:lnTo>
                <a:cubicBezTo>
                  <a:pt x="17346" y="14239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3"/>
                  <a:pt x="9574" y="14940"/>
                  <a:pt x="9808" y="14540"/>
                </a:cubicBezTo>
                <a:lnTo>
                  <a:pt x="11676" y="11137"/>
                </a:lnTo>
                <a:close/>
                <a:moveTo>
                  <a:pt x="17005" y="0"/>
                </a:moveTo>
                <a:cubicBezTo>
                  <a:pt x="16843" y="0"/>
                  <a:pt x="16665" y="53"/>
                  <a:pt x="16479" y="163"/>
                </a:cubicBezTo>
                <a:lnTo>
                  <a:pt x="1368" y="8902"/>
                </a:lnTo>
                <a:cubicBezTo>
                  <a:pt x="501" y="9503"/>
                  <a:pt x="1" y="10470"/>
                  <a:pt x="1" y="11504"/>
                </a:cubicBezTo>
                <a:lnTo>
                  <a:pt x="1" y="23513"/>
                </a:lnTo>
                <a:cubicBezTo>
                  <a:pt x="1" y="24259"/>
                  <a:pt x="335" y="24709"/>
                  <a:pt x="823" y="24709"/>
                </a:cubicBezTo>
                <a:cubicBezTo>
                  <a:pt x="989" y="24709"/>
                  <a:pt x="1173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13" y="13205"/>
                </a:cubicBezTo>
                <a:lnTo>
                  <a:pt x="17813" y="1197"/>
                </a:lnTo>
                <a:cubicBezTo>
                  <a:pt x="17813" y="450"/>
                  <a:pt x="17479" y="0"/>
                  <a:pt x="1700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41">
            <a:extLst>
              <a:ext uri="{FF2B5EF4-FFF2-40B4-BE49-F238E27FC236}">
                <a16:creationId xmlns:a16="http://schemas.microsoft.com/office/drawing/2014/main" id="{B9FA6563-982E-14DC-2674-568832A154A8}"/>
              </a:ext>
            </a:extLst>
          </p:cNvPr>
          <p:cNvSpPr/>
          <p:nvPr/>
        </p:nvSpPr>
        <p:spPr>
          <a:xfrm>
            <a:off x="2402352" y="1574740"/>
            <a:ext cx="275414" cy="381308"/>
          </a:xfrm>
          <a:custGeom>
            <a:avLst/>
            <a:gdLst/>
            <a:ahLst/>
            <a:cxnLst/>
            <a:rect l="l" t="t" r="r" b="b"/>
            <a:pathLst>
              <a:path w="17847" h="24709" extrusionOk="0">
                <a:moveTo>
                  <a:pt x="17280" y="930"/>
                </a:moveTo>
                <a:cubicBezTo>
                  <a:pt x="17380" y="1097"/>
                  <a:pt x="17413" y="1264"/>
                  <a:pt x="17413" y="1464"/>
                </a:cubicBezTo>
                <a:lnTo>
                  <a:pt x="17413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1642" y="11171"/>
                </a:moveTo>
                <a:lnTo>
                  <a:pt x="17380" y="13606"/>
                </a:lnTo>
                <a:cubicBezTo>
                  <a:pt x="17346" y="14273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4"/>
                  <a:pt x="9574" y="14940"/>
                  <a:pt x="9774" y="14573"/>
                </a:cubicBezTo>
                <a:lnTo>
                  <a:pt x="11642" y="11171"/>
                </a:lnTo>
                <a:close/>
                <a:moveTo>
                  <a:pt x="17010" y="1"/>
                </a:moveTo>
                <a:cubicBezTo>
                  <a:pt x="16845" y="1"/>
                  <a:pt x="16665" y="53"/>
                  <a:pt x="16479" y="163"/>
                </a:cubicBezTo>
                <a:lnTo>
                  <a:pt x="3570" y="7635"/>
                </a:lnTo>
                <a:lnTo>
                  <a:pt x="3570" y="8202"/>
                </a:lnTo>
                <a:lnTo>
                  <a:pt x="16479" y="763"/>
                </a:lnTo>
                <a:cubicBezTo>
                  <a:pt x="16604" y="688"/>
                  <a:pt x="16729" y="651"/>
                  <a:pt x="16868" y="651"/>
                </a:cubicBezTo>
                <a:cubicBezTo>
                  <a:pt x="16915" y="651"/>
                  <a:pt x="16963" y="655"/>
                  <a:pt x="17013" y="663"/>
                </a:cubicBezTo>
                <a:lnTo>
                  <a:pt x="9507" y="14273"/>
                </a:lnTo>
                <a:cubicBezTo>
                  <a:pt x="9251" y="14735"/>
                  <a:pt x="8895" y="15019"/>
                  <a:pt x="8593" y="15019"/>
                </a:cubicBezTo>
                <a:cubicBezTo>
                  <a:pt x="8502" y="15019"/>
                  <a:pt x="8417" y="14994"/>
                  <a:pt x="8340" y="14940"/>
                </a:cubicBezTo>
                <a:lnTo>
                  <a:pt x="3570" y="11771"/>
                </a:lnTo>
                <a:lnTo>
                  <a:pt x="3570" y="12572"/>
                </a:lnTo>
                <a:lnTo>
                  <a:pt x="5838" y="14106"/>
                </a:lnTo>
                <a:lnTo>
                  <a:pt x="434" y="22679"/>
                </a:lnTo>
                <a:lnTo>
                  <a:pt x="434" y="18676"/>
                </a:lnTo>
                <a:lnTo>
                  <a:pt x="1" y="18943"/>
                </a:lnTo>
                <a:lnTo>
                  <a:pt x="1" y="23513"/>
                </a:lnTo>
                <a:cubicBezTo>
                  <a:pt x="1" y="24259"/>
                  <a:pt x="353" y="24709"/>
                  <a:pt x="837" y="24709"/>
                </a:cubicBezTo>
                <a:cubicBezTo>
                  <a:pt x="1002" y="24709"/>
                  <a:pt x="1182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47" y="13205"/>
                </a:cubicBezTo>
                <a:lnTo>
                  <a:pt x="17847" y="1197"/>
                </a:lnTo>
                <a:cubicBezTo>
                  <a:pt x="17847" y="450"/>
                  <a:pt x="17494" y="1"/>
                  <a:pt x="17010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1">
            <a:extLst>
              <a:ext uri="{FF2B5EF4-FFF2-40B4-BE49-F238E27FC236}">
                <a16:creationId xmlns:a16="http://schemas.microsoft.com/office/drawing/2014/main" id="{86F6A185-5411-ED20-51B2-17224C424766}"/>
              </a:ext>
            </a:extLst>
          </p:cNvPr>
          <p:cNvSpPr/>
          <p:nvPr/>
        </p:nvSpPr>
        <p:spPr>
          <a:xfrm>
            <a:off x="5973719" y="401695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>
            <a:extLst>
              <a:ext uri="{FF2B5EF4-FFF2-40B4-BE49-F238E27FC236}">
                <a16:creationId xmlns:a16="http://schemas.microsoft.com/office/drawing/2014/main" id="{07FB327D-8DE6-4A19-2FA9-22CFEAA20E8F}"/>
              </a:ext>
            </a:extLst>
          </p:cNvPr>
          <p:cNvSpPr/>
          <p:nvPr/>
        </p:nvSpPr>
        <p:spPr>
          <a:xfrm>
            <a:off x="7346449" y="3370383"/>
            <a:ext cx="631645" cy="631740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41">
            <a:extLst>
              <a:ext uri="{FF2B5EF4-FFF2-40B4-BE49-F238E27FC236}">
                <a16:creationId xmlns:a16="http://schemas.microsoft.com/office/drawing/2014/main" id="{822CD4DA-D3F6-1DB1-1B84-E77AF462FDA4}"/>
              </a:ext>
            </a:extLst>
          </p:cNvPr>
          <p:cNvSpPr/>
          <p:nvPr/>
        </p:nvSpPr>
        <p:spPr>
          <a:xfrm rot="2036805">
            <a:off x="4947780" y="3366771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41">
            <a:extLst>
              <a:ext uri="{FF2B5EF4-FFF2-40B4-BE49-F238E27FC236}">
                <a16:creationId xmlns:a16="http://schemas.microsoft.com/office/drawing/2014/main" id="{6A9E0073-6E5E-9B46-74C7-2B064C6E00ED}"/>
              </a:ext>
            </a:extLst>
          </p:cNvPr>
          <p:cNvSpPr/>
          <p:nvPr/>
        </p:nvSpPr>
        <p:spPr>
          <a:xfrm>
            <a:off x="6692777" y="4059949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41">
            <a:extLst>
              <a:ext uri="{FF2B5EF4-FFF2-40B4-BE49-F238E27FC236}">
                <a16:creationId xmlns:a16="http://schemas.microsoft.com/office/drawing/2014/main" id="{B36842D8-E4AE-2497-3138-718A27092B18}"/>
              </a:ext>
            </a:extLst>
          </p:cNvPr>
          <p:cNvSpPr/>
          <p:nvPr/>
        </p:nvSpPr>
        <p:spPr>
          <a:xfrm>
            <a:off x="1961244" y="93240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1">
            <a:extLst>
              <a:ext uri="{FF2B5EF4-FFF2-40B4-BE49-F238E27FC236}">
                <a16:creationId xmlns:a16="http://schemas.microsoft.com/office/drawing/2014/main" id="{10F5D20B-5FB7-BFE9-26FE-0D3F887DABA3}"/>
              </a:ext>
            </a:extLst>
          </p:cNvPr>
          <p:cNvSpPr/>
          <p:nvPr/>
        </p:nvSpPr>
        <p:spPr>
          <a:xfrm>
            <a:off x="2762265" y="786574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A75F7-F75C-5890-E43D-CFD7A02E7CC3}"/>
              </a:ext>
            </a:extLst>
          </p:cNvPr>
          <p:cNvSpPr txBox="1"/>
          <p:nvPr/>
        </p:nvSpPr>
        <p:spPr>
          <a:xfrm>
            <a:off x="4361550" y="182080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Wasting time on known courses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47F9B-72DE-17EC-153B-EF22686944E8}"/>
              </a:ext>
            </a:extLst>
          </p:cNvPr>
          <p:cNvSpPr txBox="1"/>
          <p:nvPr/>
        </p:nvSpPr>
        <p:spPr>
          <a:xfrm>
            <a:off x="4361550" y="139194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70% learners quit online courses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CEC6C-C32D-4959-6ACB-BB9FEEF350DA}"/>
              </a:ext>
            </a:extLst>
          </p:cNvPr>
          <p:cNvSpPr txBox="1"/>
          <p:nvPr/>
        </p:nvSpPr>
        <p:spPr>
          <a:xfrm rot="10204966">
            <a:off x="-822828" y="-81336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Memorizing syntax, not thinking</a:t>
            </a:r>
          </a:p>
        </p:txBody>
      </p:sp>
    </p:spTree>
    <p:extLst>
      <p:ext uri="{BB962C8B-B14F-4D97-AF65-F5344CB8AC3E}">
        <p14:creationId xmlns:p14="http://schemas.microsoft.com/office/powerpoint/2010/main" val="4165286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72">
          <a:extLst>
            <a:ext uri="{FF2B5EF4-FFF2-40B4-BE49-F238E27FC236}">
              <a16:creationId xmlns:a16="http://schemas.microsoft.com/office/drawing/2014/main" id="{E0DE7F84-DC74-2FEE-B3EE-5F59D3B0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">
            <a:extLst>
              <a:ext uri="{FF2B5EF4-FFF2-40B4-BE49-F238E27FC236}">
                <a16:creationId xmlns:a16="http://schemas.microsoft.com/office/drawing/2014/main" id="{DC8003CE-A8EE-0CAC-C957-E24B7C0769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1550" y="432361"/>
            <a:ext cx="4067400" cy="8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</a:t>
            </a:r>
            <a:r>
              <a:rPr lang="en-US" b="0" dirty="0"/>
              <a:t>PROBLEM</a:t>
            </a:r>
          </a:p>
        </p:txBody>
      </p:sp>
      <p:sp>
        <p:nvSpPr>
          <p:cNvPr id="575" name="Google Shape;575;p41">
            <a:extLst>
              <a:ext uri="{FF2B5EF4-FFF2-40B4-BE49-F238E27FC236}">
                <a16:creationId xmlns:a16="http://schemas.microsoft.com/office/drawing/2014/main" id="{F0346BF0-8BFD-944D-5FB9-CA60C97BB4DE}"/>
              </a:ext>
            </a:extLst>
          </p:cNvPr>
          <p:cNvSpPr/>
          <p:nvPr/>
        </p:nvSpPr>
        <p:spPr>
          <a:xfrm>
            <a:off x="720102" y="2785406"/>
            <a:ext cx="3126694" cy="1823313"/>
          </a:xfrm>
          <a:custGeom>
            <a:avLst/>
            <a:gdLst/>
            <a:ahLst/>
            <a:cxnLst/>
            <a:rect l="l" t="t" r="r" b="b"/>
            <a:pathLst>
              <a:path w="202612" h="118152" extrusionOk="0">
                <a:moveTo>
                  <a:pt x="101306" y="0"/>
                </a:moveTo>
                <a:cubicBezTo>
                  <a:pt x="45366" y="0"/>
                  <a:pt x="0" y="26452"/>
                  <a:pt x="0" y="59076"/>
                </a:cubicBezTo>
                <a:cubicBezTo>
                  <a:pt x="0" y="91732"/>
                  <a:pt x="45366" y="118151"/>
                  <a:pt x="101306" y="118151"/>
                </a:cubicBezTo>
                <a:cubicBezTo>
                  <a:pt x="157246" y="118151"/>
                  <a:pt x="202612" y="91732"/>
                  <a:pt x="202612" y="59076"/>
                </a:cubicBezTo>
                <a:cubicBezTo>
                  <a:pt x="202612" y="26452"/>
                  <a:pt x="157246" y="0"/>
                  <a:pt x="10130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C68C2CE8-1209-24E7-BC48-74F9ADEB1D18}"/>
              </a:ext>
            </a:extLst>
          </p:cNvPr>
          <p:cNvSpPr/>
          <p:nvPr/>
        </p:nvSpPr>
        <p:spPr>
          <a:xfrm>
            <a:off x="2663337" y="3761907"/>
            <a:ext cx="908061" cy="524562"/>
          </a:xfrm>
          <a:custGeom>
            <a:avLst/>
            <a:gdLst/>
            <a:ahLst/>
            <a:cxnLst/>
            <a:rect l="l" t="t" r="r" b="b"/>
            <a:pathLst>
              <a:path w="58843" h="33992" extrusionOk="0">
                <a:moveTo>
                  <a:pt x="29422" y="1"/>
                </a:moveTo>
                <a:cubicBezTo>
                  <a:pt x="13177" y="1"/>
                  <a:pt x="1" y="7606"/>
                  <a:pt x="1" y="17013"/>
                </a:cubicBezTo>
                <a:cubicBezTo>
                  <a:pt x="1" y="26386"/>
                  <a:pt x="13177" y="33992"/>
                  <a:pt x="29422" y="33992"/>
                </a:cubicBezTo>
                <a:cubicBezTo>
                  <a:pt x="45667" y="33992"/>
                  <a:pt x="58843" y="26386"/>
                  <a:pt x="58843" y="17013"/>
                </a:cubicBezTo>
                <a:cubicBezTo>
                  <a:pt x="58843" y="7606"/>
                  <a:pt x="45667" y="1"/>
                  <a:pt x="29422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1">
            <a:extLst>
              <a:ext uri="{FF2B5EF4-FFF2-40B4-BE49-F238E27FC236}">
                <a16:creationId xmlns:a16="http://schemas.microsoft.com/office/drawing/2014/main" id="{6275A7B1-7316-961E-6BF4-CDE5E8FF22CA}"/>
              </a:ext>
            </a:extLst>
          </p:cNvPr>
          <p:cNvSpPr/>
          <p:nvPr/>
        </p:nvSpPr>
        <p:spPr>
          <a:xfrm>
            <a:off x="896149" y="1660341"/>
            <a:ext cx="1051686" cy="2745340"/>
          </a:xfrm>
          <a:custGeom>
            <a:avLst/>
            <a:gdLst/>
            <a:ahLst/>
            <a:cxnLst/>
            <a:rect l="l" t="t" r="r" b="b"/>
            <a:pathLst>
              <a:path w="68150" h="177900" extrusionOk="0">
                <a:moveTo>
                  <a:pt x="61543" y="1"/>
                </a:moveTo>
                <a:cubicBezTo>
                  <a:pt x="60609" y="1"/>
                  <a:pt x="59632" y="214"/>
                  <a:pt x="58709" y="753"/>
                </a:cubicBezTo>
                <a:lnTo>
                  <a:pt x="3870" y="32376"/>
                </a:lnTo>
                <a:cubicBezTo>
                  <a:pt x="1735" y="33644"/>
                  <a:pt x="1" y="36646"/>
                  <a:pt x="1" y="39114"/>
                </a:cubicBezTo>
                <a:lnTo>
                  <a:pt x="1" y="171909"/>
                </a:lnTo>
                <a:cubicBezTo>
                  <a:pt x="1" y="174411"/>
                  <a:pt x="1535" y="175845"/>
                  <a:pt x="3069" y="176713"/>
                </a:cubicBezTo>
                <a:cubicBezTo>
                  <a:pt x="4058" y="177284"/>
                  <a:pt x="5540" y="177899"/>
                  <a:pt x="7046" y="177899"/>
                </a:cubicBezTo>
                <a:cubicBezTo>
                  <a:pt x="7826" y="177899"/>
                  <a:pt x="8612" y="177734"/>
                  <a:pt x="9341" y="177313"/>
                </a:cubicBezTo>
                <a:lnTo>
                  <a:pt x="64180" y="145624"/>
                </a:lnTo>
                <a:cubicBezTo>
                  <a:pt x="66648" y="144323"/>
                  <a:pt x="68149" y="141721"/>
                  <a:pt x="68049" y="138919"/>
                </a:cubicBezTo>
                <a:lnTo>
                  <a:pt x="68049" y="6124"/>
                </a:lnTo>
                <a:cubicBezTo>
                  <a:pt x="68049" y="2688"/>
                  <a:pt x="66348" y="1754"/>
                  <a:pt x="64847" y="887"/>
                </a:cubicBezTo>
                <a:cubicBezTo>
                  <a:pt x="63985" y="389"/>
                  <a:pt x="62804" y="1"/>
                  <a:pt x="6154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41">
            <a:extLst>
              <a:ext uri="{FF2B5EF4-FFF2-40B4-BE49-F238E27FC236}">
                <a16:creationId xmlns:a16="http://schemas.microsoft.com/office/drawing/2014/main" id="{83C9CF9F-48D0-4CB8-C9F6-5D4616C202F2}"/>
              </a:ext>
            </a:extLst>
          </p:cNvPr>
          <p:cNvSpPr/>
          <p:nvPr/>
        </p:nvSpPr>
        <p:spPr>
          <a:xfrm>
            <a:off x="896149" y="2204749"/>
            <a:ext cx="1042411" cy="2200933"/>
          </a:xfrm>
          <a:custGeom>
            <a:avLst/>
            <a:gdLst/>
            <a:ahLst/>
            <a:cxnLst/>
            <a:rect l="l" t="t" r="r" b="b"/>
            <a:pathLst>
              <a:path w="67549" h="142622" extrusionOk="0">
                <a:moveTo>
                  <a:pt x="1135" y="0"/>
                </a:moveTo>
                <a:cubicBezTo>
                  <a:pt x="434" y="1168"/>
                  <a:pt x="34" y="2469"/>
                  <a:pt x="1" y="3836"/>
                </a:cubicBezTo>
                <a:lnTo>
                  <a:pt x="1" y="136631"/>
                </a:lnTo>
                <a:cubicBezTo>
                  <a:pt x="1" y="139133"/>
                  <a:pt x="1535" y="140567"/>
                  <a:pt x="3069" y="141435"/>
                </a:cubicBezTo>
                <a:cubicBezTo>
                  <a:pt x="4058" y="142006"/>
                  <a:pt x="5540" y="142621"/>
                  <a:pt x="7046" y="142621"/>
                </a:cubicBezTo>
                <a:cubicBezTo>
                  <a:pt x="7826" y="142621"/>
                  <a:pt x="8612" y="142456"/>
                  <a:pt x="9341" y="142035"/>
                </a:cubicBezTo>
                <a:lnTo>
                  <a:pt x="64180" y="110346"/>
                </a:lnTo>
                <a:cubicBezTo>
                  <a:pt x="65714" y="109512"/>
                  <a:pt x="66882" y="108211"/>
                  <a:pt x="67549" y="106610"/>
                </a:cubicBezTo>
                <a:lnTo>
                  <a:pt x="67315" y="106476"/>
                </a:lnTo>
                <a:lnTo>
                  <a:pt x="64580" y="104909"/>
                </a:lnTo>
                <a:lnTo>
                  <a:pt x="8173" y="137465"/>
                </a:lnTo>
                <a:lnTo>
                  <a:pt x="8173" y="4070"/>
                </a:lnTo>
                <a:lnTo>
                  <a:pt x="1135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8D8C6919-E0F4-7395-3253-55A7A9A242ED}"/>
              </a:ext>
            </a:extLst>
          </p:cNvPr>
          <p:cNvSpPr/>
          <p:nvPr/>
        </p:nvSpPr>
        <p:spPr>
          <a:xfrm>
            <a:off x="993957" y="1730495"/>
            <a:ext cx="938431" cy="2648150"/>
          </a:xfrm>
          <a:custGeom>
            <a:avLst/>
            <a:gdLst/>
            <a:ahLst/>
            <a:cxnLst/>
            <a:rect l="l" t="t" r="r" b="b"/>
            <a:pathLst>
              <a:path w="60811" h="171602" extrusionOk="0">
                <a:moveTo>
                  <a:pt x="59102" y="0"/>
                </a:moveTo>
                <a:cubicBezTo>
                  <a:pt x="58693" y="0"/>
                  <a:pt x="58231" y="132"/>
                  <a:pt x="57742" y="410"/>
                </a:cubicBezTo>
                <a:lnTo>
                  <a:pt x="2736" y="32167"/>
                </a:lnTo>
                <a:cubicBezTo>
                  <a:pt x="1135" y="33234"/>
                  <a:pt x="101" y="34969"/>
                  <a:pt x="0" y="36903"/>
                </a:cubicBezTo>
                <a:lnTo>
                  <a:pt x="0" y="168631"/>
                </a:lnTo>
                <a:cubicBezTo>
                  <a:pt x="0" y="170503"/>
                  <a:pt x="960" y="171601"/>
                  <a:pt x="2330" y="171601"/>
                </a:cubicBezTo>
                <a:cubicBezTo>
                  <a:pt x="2888" y="171601"/>
                  <a:pt x="3513" y="171419"/>
                  <a:pt x="4170" y="171033"/>
                </a:cubicBezTo>
                <a:lnTo>
                  <a:pt x="57742" y="140144"/>
                </a:lnTo>
                <a:cubicBezTo>
                  <a:pt x="59543" y="138943"/>
                  <a:pt x="60710" y="136942"/>
                  <a:pt x="60811" y="134773"/>
                </a:cubicBezTo>
                <a:lnTo>
                  <a:pt x="60811" y="2212"/>
                </a:lnTo>
                <a:cubicBezTo>
                  <a:pt x="60811" y="810"/>
                  <a:pt x="60117" y="0"/>
                  <a:pt x="59102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5AD19482-3294-3922-DD6F-4FE9F849B8E1}"/>
              </a:ext>
            </a:extLst>
          </p:cNvPr>
          <p:cNvSpPr/>
          <p:nvPr/>
        </p:nvSpPr>
        <p:spPr>
          <a:xfrm>
            <a:off x="1035654" y="1820802"/>
            <a:ext cx="855546" cy="2467689"/>
          </a:xfrm>
          <a:custGeom>
            <a:avLst/>
            <a:gdLst/>
            <a:ahLst/>
            <a:cxnLst/>
            <a:rect l="l" t="t" r="r" b="b"/>
            <a:pathLst>
              <a:path w="55440" h="159908" extrusionOk="0">
                <a:moveTo>
                  <a:pt x="53387" y="0"/>
                </a:moveTo>
                <a:cubicBezTo>
                  <a:pt x="52897" y="0"/>
                  <a:pt x="52348" y="159"/>
                  <a:pt x="51771" y="496"/>
                </a:cubicBezTo>
                <a:lnTo>
                  <a:pt x="51470" y="663"/>
                </a:lnTo>
                <a:lnTo>
                  <a:pt x="37827" y="8535"/>
                </a:lnTo>
                <a:lnTo>
                  <a:pt x="37727" y="8602"/>
                </a:lnTo>
                <a:cubicBezTo>
                  <a:pt x="37227" y="8935"/>
                  <a:pt x="36927" y="9502"/>
                  <a:pt x="36893" y="10103"/>
                </a:cubicBezTo>
                <a:cubicBezTo>
                  <a:pt x="36860" y="10770"/>
                  <a:pt x="36493" y="11371"/>
                  <a:pt x="35926" y="11737"/>
                </a:cubicBezTo>
                <a:lnTo>
                  <a:pt x="19681" y="21111"/>
                </a:lnTo>
                <a:cubicBezTo>
                  <a:pt x="19506" y="21204"/>
                  <a:pt x="19343" y="21249"/>
                  <a:pt x="19202" y="21249"/>
                </a:cubicBezTo>
                <a:cubicBezTo>
                  <a:pt x="18887" y="21249"/>
                  <a:pt x="18680" y="21025"/>
                  <a:pt x="18680" y="20610"/>
                </a:cubicBezTo>
                <a:cubicBezTo>
                  <a:pt x="18680" y="20212"/>
                  <a:pt x="18483" y="19979"/>
                  <a:pt x="18192" y="19979"/>
                </a:cubicBezTo>
                <a:cubicBezTo>
                  <a:pt x="18069" y="19979"/>
                  <a:pt x="17929" y="20021"/>
                  <a:pt x="17780" y="20110"/>
                </a:cubicBezTo>
                <a:lnTo>
                  <a:pt x="16879" y="20610"/>
                </a:lnTo>
                <a:lnTo>
                  <a:pt x="2936" y="28683"/>
                </a:lnTo>
                <a:cubicBezTo>
                  <a:pt x="2702" y="28783"/>
                  <a:pt x="2502" y="28950"/>
                  <a:pt x="2335" y="29083"/>
                </a:cubicBezTo>
                <a:lnTo>
                  <a:pt x="2069" y="29350"/>
                </a:lnTo>
                <a:cubicBezTo>
                  <a:pt x="834" y="30484"/>
                  <a:pt x="100" y="32085"/>
                  <a:pt x="0" y="33753"/>
                </a:cubicBezTo>
                <a:lnTo>
                  <a:pt x="0" y="157809"/>
                </a:lnTo>
                <a:cubicBezTo>
                  <a:pt x="0" y="159136"/>
                  <a:pt x="658" y="159908"/>
                  <a:pt x="1624" y="159908"/>
                </a:cubicBezTo>
                <a:cubicBezTo>
                  <a:pt x="2018" y="159908"/>
                  <a:pt x="2463" y="159780"/>
                  <a:pt x="2936" y="159510"/>
                </a:cubicBezTo>
                <a:lnTo>
                  <a:pt x="52505" y="130856"/>
                </a:lnTo>
                <a:cubicBezTo>
                  <a:pt x="54239" y="129722"/>
                  <a:pt x="55307" y="127854"/>
                  <a:pt x="55440" y="125786"/>
                </a:cubicBezTo>
                <a:lnTo>
                  <a:pt x="55440" y="2631"/>
                </a:lnTo>
                <a:cubicBezTo>
                  <a:pt x="55440" y="969"/>
                  <a:pt x="54595" y="0"/>
                  <a:pt x="53387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BCE659AA-988F-81FE-5838-75917D51CA88}"/>
              </a:ext>
            </a:extLst>
          </p:cNvPr>
          <p:cNvSpPr/>
          <p:nvPr/>
        </p:nvSpPr>
        <p:spPr>
          <a:xfrm>
            <a:off x="1035654" y="1833595"/>
            <a:ext cx="789667" cy="2386471"/>
          </a:xfrm>
          <a:custGeom>
            <a:avLst/>
            <a:gdLst/>
            <a:ahLst/>
            <a:cxnLst/>
            <a:rect l="l" t="t" r="r" b="b"/>
            <a:pathLst>
              <a:path w="51171" h="154645" extrusionOk="0">
                <a:moveTo>
                  <a:pt x="51170" y="1"/>
                </a:moveTo>
                <a:lnTo>
                  <a:pt x="37794" y="7706"/>
                </a:lnTo>
                <a:lnTo>
                  <a:pt x="37694" y="7773"/>
                </a:lnTo>
                <a:cubicBezTo>
                  <a:pt x="37194" y="8140"/>
                  <a:pt x="36893" y="8673"/>
                  <a:pt x="36860" y="9307"/>
                </a:cubicBezTo>
                <a:cubicBezTo>
                  <a:pt x="36793" y="9941"/>
                  <a:pt x="36460" y="10542"/>
                  <a:pt x="35893" y="10908"/>
                </a:cubicBezTo>
                <a:lnTo>
                  <a:pt x="19614" y="20282"/>
                </a:lnTo>
                <a:cubicBezTo>
                  <a:pt x="19447" y="20387"/>
                  <a:pt x="19289" y="20436"/>
                  <a:pt x="19151" y="20436"/>
                </a:cubicBezTo>
                <a:cubicBezTo>
                  <a:pt x="18851" y="20436"/>
                  <a:pt x="18647" y="20204"/>
                  <a:pt x="18647" y="19815"/>
                </a:cubicBezTo>
                <a:cubicBezTo>
                  <a:pt x="18647" y="19391"/>
                  <a:pt x="18448" y="19150"/>
                  <a:pt x="18155" y="19150"/>
                </a:cubicBezTo>
                <a:cubicBezTo>
                  <a:pt x="18033" y="19150"/>
                  <a:pt x="17894" y="19193"/>
                  <a:pt x="17746" y="19281"/>
                </a:cubicBezTo>
                <a:lnTo>
                  <a:pt x="16846" y="19815"/>
                </a:lnTo>
                <a:lnTo>
                  <a:pt x="2936" y="27887"/>
                </a:lnTo>
                <a:cubicBezTo>
                  <a:pt x="2702" y="27987"/>
                  <a:pt x="2502" y="28121"/>
                  <a:pt x="2335" y="28288"/>
                </a:cubicBezTo>
                <a:lnTo>
                  <a:pt x="2035" y="28554"/>
                </a:lnTo>
                <a:cubicBezTo>
                  <a:pt x="834" y="29689"/>
                  <a:pt x="67" y="31290"/>
                  <a:pt x="0" y="32958"/>
                </a:cubicBezTo>
                <a:lnTo>
                  <a:pt x="0" y="154645"/>
                </a:lnTo>
                <a:lnTo>
                  <a:pt x="48268" y="126758"/>
                </a:lnTo>
                <a:cubicBezTo>
                  <a:pt x="49969" y="125624"/>
                  <a:pt x="51070" y="123723"/>
                  <a:pt x="51170" y="121688"/>
                </a:cubicBezTo>
                <a:lnTo>
                  <a:pt x="51170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1">
            <a:extLst>
              <a:ext uri="{FF2B5EF4-FFF2-40B4-BE49-F238E27FC236}">
                <a16:creationId xmlns:a16="http://schemas.microsoft.com/office/drawing/2014/main" id="{AE49FB47-4CEA-1552-CCBA-445B09069EE6}"/>
              </a:ext>
            </a:extLst>
          </p:cNvPr>
          <p:cNvSpPr/>
          <p:nvPr/>
        </p:nvSpPr>
        <p:spPr>
          <a:xfrm>
            <a:off x="1364585" y="2002035"/>
            <a:ext cx="140029" cy="96974"/>
          </a:xfrm>
          <a:custGeom>
            <a:avLst/>
            <a:gdLst/>
            <a:ahLst/>
            <a:cxnLst/>
            <a:rect l="l" t="t" r="r" b="b"/>
            <a:pathLst>
              <a:path w="9074" h="6284" extrusionOk="0">
                <a:moveTo>
                  <a:pt x="8659" y="1"/>
                </a:moveTo>
                <a:cubicBezTo>
                  <a:pt x="8543" y="1"/>
                  <a:pt x="8412" y="42"/>
                  <a:pt x="8273" y="127"/>
                </a:cubicBezTo>
                <a:lnTo>
                  <a:pt x="801" y="4430"/>
                </a:lnTo>
                <a:cubicBezTo>
                  <a:pt x="334" y="4697"/>
                  <a:pt x="34" y="5197"/>
                  <a:pt x="1" y="5731"/>
                </a:cubicBezTo>
                <a:cubicBezTo>
                  <a:pt x="1" y="6080"/>
                  <a:pt x="179" y="6283"/>
                  <a:pt x="435" y="6283"/>
                </a:cubicBezTo>
                <a:cubicBezTo>
                  <a:pt x="545" y="6283"/>
                  <a:pt x="670" y="6245"/>
                  <a:pt x="801" y="6165"/>
                </a:cubicBezTo>
                <a:lnTo>
                  <a:pt x="8273" y="1861"/>
                </a:lnTo>
                <a:cubicBezTo>
                  <a:pt x="8707" y="1561"/>
                  <a:pt x="9007" y="1061"/>
                  <a:pt x="9074" y="527"/>
                </a:cubicBezTo>
                <a:cubicBezTo>
                  <a:pt x="9074" y="187"/>
                  <a:pt x="8904" y="1"/>
                  <a:pt x="865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1">
            <a:extLst>
              <a:ext uri="{FF2B5EF4-FFF2-40B4-BE49-F238E27FC236}">
                <a16:creationId xmlns:a16="http://schemas.microsoft.com/office/drawing/2014/main" id="{BBB59291-6D12-865C-C5B2-52736E3CA05B}"/>
              </a:ext>
            </a:extLst>
          </p:cNvPr>
          <p:cNvSpPr/>
          <p:nvPr/>
        </p:nvSpPr>
        <p:spPr>
          <a:xfrm>
            <a:off x="1537037" y="1962328"/>
            <a:ext cx="28318" cy="36157"/>
          </a:xfrm>
          <a:custGeom>
            <a:avLst/>
            <a:gdLst/>
            <a:ahLst/>
            <a:cxnLst/>
            <a:rect l="l" t="t" r="r" b="b"/>
            <a:pathLst>
              <a:path w="1835" h="2343" extrusionOk="0">
                <a:moveTo>
                  <a:pt x="1317" y="1"/>
                </a:moveTo>
                <a:cubicBezTo>
                  <a:pt x="1190" y="1"/>
                  <a:pt x="1048" y="43"/>
                  <a:pt x="901" y="131"/>
                </a:cubicBezTo>
                <a:cubicBezTo>
                  <a:pt x="367" y="465"/>
                  <a:pt x="34" y="1065"/>
                  <a:pt x="0" y="1699"/>
                </a:cubicBezTo>
                <a:cubicBezTo>
                  <a:pt x="0" y="2108"/>
                  <a:pt x="208" y="2343"/>
                  <a:pt x="511" y="2343"/>
                </a:cubicBezTo>
                <a:cubicBezTo>
                  <a:pt x="629" y="2343"/>
                  <a:pt x="761" y="2308"/>
                  <a:pt x="901" y="2233"/>
                </a:cubicBezTo>
                <a:cubicBezTo>
                  <a:pt x="1435" y="1866"/>
                  <a:pt x="1768" y="1299"/>
                  <a:pt x="1835" y="665"/>
                </a:cubicBezTo>
                <a:cubicBezTo>
                  <a:pt x="1835" y="242"/>
                  <a:pt x="1619" y="1"/>
                  <a:pt x="131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41">
            <a:extLst>
              <a:ext uri="{FF2B5EF4-FFF2-40B4-BE49-F238E27FC236}">
                <a16:creationId xmlns:a16="http://schemas.microsoft.com/office/drawing/2014/main" id="{411A1B44-60FE-2F2C-B090-C4F3ED1612D7}"/>
              </a:ext>
            </a:extLst>
          </p:cNvPr>
          <p:cNvSpPr/>
          <p:nvPr/>
        </p:nvSpPr>
        <p:spPr>
          <a:xfrm>
            <a:off x="913140" y="2466690"/>
            <a:ext cx="62299" cy="237081"/>
          </a:xfrm>
          <a:custGeom>
            <a:avLst/>
            <a:gdLst/>
            <a:ahLst/>
            <a:cxnLst/>
            <a:rect l="l" t="t" r="r" b="b"/>
            <a:pathLst>
              <a:path w="4037" h="15363" extrusionOk="0">
                <a:moveTo>
                  <a:pt x="1979" y="1"/>
                </a:moveTo>
                <a:cubicBezTo>
                  <a:pt x="1836" y="1"/>
                  <a:pt x="1693" y="36"/>
                  <a:pt x="1568" y="105"/>
                </a:cubicBezTo>
                <a:cubicBezTo>
                  <a:pt x="1401" y="205"/>
                  <a:pt x="668" y="605"/>
                  <a:pt x="501" y="739"/>
                </a:cubicBezTo>
                <a:cubicBezTo>
                  <a:pt x="167" y="972"/>
                  <a:pt x="0" y="1339"/>
                  <a:pt x="34" y="1740"/>
                </a:cubicBezTo>
                <a:lnTo>
                  <a:pt x="34" y="12581"/>
                </a:lnTo>
                <a:cubicBezTo>
                  <a:pt x="67" y="13615"/>
                  <a:pt x="601" y="14582"/>
                  <a:pt x="1468" y="15183"/>
                </a:cubicBezTo>
                <a:cubicBezTo>
                  <a:pt x="1648" y="15303"/>
                  <a:pt x="1840" y="15363"/>
                  <a:pt x="2037" y="15363"/>
                </a:cubicBezTo>
                <a:cubicBezTo>
                  <a:pt x="2169" y="15363"/>
                  <a:pt x="2302" y="15336"/>
                  <a:pt x="2435" y="15283"/>
                </a:cubicBezTo>
                <a:cubicBezTo>
                  <a:pt x="2636" y="15183"/>
                  <a:pt x="3336" y="14749"/>
                  <a:pt x="3536" y="14649"/>
                </a:cubicBezTo>
                <a:cubicBezTo>
                  <a:pt x="3870" y="14415"/>
                  <a:pt x="4037" y="14015"/>
                  <a:pt x="3970" y="13615"/>
                </a:cubicBezTo>
                <a:lnTo>
                  <a:pt x="3970" y="2774"/>
                </a:lnTo>
                <a:cubicBezTo>
                  <a:pt x="3937" y="1740"/>
                  <a:pt x="3403" y="772"/>
                  <a:pt x="2536" y="205"/>
                </a:cubicBezTo>
                <a:cubicBezTo>
                  <a:pt x="2380" y="69"/>
                  <a:pt x="2179" y="1"/>
                  <a:pt x="1979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41">
            <a:extLst>
              <a:ext uri="{FF2B5EF4-FFF2-40B4-BE49-F238E27FC236}">
                <a16:creationId xmlns:a16="http://schemas.microsoft.com/office/drawing/2014/main" id="{B56BFE89-32E9-12D9-9BAC-5DF83E3831C1}"/>
              </a:ext>
            </a:extLst>
          </p:cNvPr>
          <p:cNvSpPr/>
          <p:nvPr/>
        </p:nvSpPr>
        <p:spPr>
          <a:xfrm>
            <a:off x="913649" y="2476196"/>
            <a:ext cx="44290" cy="227714"/>
          </a:xfrm>
          <a:custGeom>
            <a:avLst/>
            <a:gdLst/>
            <a:ahLst/>
            <a:cxnLst/>
            <a:rect l="l" t="t" r="r" b="b"/>
            <a:pathLst>
              <a:path w="2870" h="14756" extrusionOk="0">
                <a:moveTo>
                  <a:pt x="823" y="1"/>
                </a:moveTo>
                <a:cubicBezTo>
                  <a:pt x="334" y="1"/>
                  <a:pt x="1" y="422"/>
                  <a:pt x="1" y="1124"/>
                </a:cubicBezTo>
                <a:lnTo>
                  <a:pt x="1" y="11965"/>
                </a:lnTo>
                <a:cubicBezTo>
                  <a:pt x="34" y="12999"/>
                  <a:pt x="568" y="13966"/>
                  <a:pt x="1435" y="14567"/>
                </a:cubicBezTo>
                <a:cubicBezTo>
                  <a:pt x="1655" y="14695"/>
                  <a:pt x="1862" y="14755"/>
                  <a:pt x="2047" y="14755"/>
                </a:cubicBezTo>
                <a:cubicBezTo>
                  <a:pt x="2536" y="14755"/>
                  <a:pt x="2869" y="14334"/>
                  <a:pt x="2869" y="13633"/>
                </a:cubicBezTo>
                <a:lnTo>
                  <a:pt x="2869" y="2791"/>
                </a:lnTo>
                <a:cubicBezTo>
                  <a:pt x="2836" y="1724"/>
                  <a:pt x="2302" y="790"/>
                  <a:pt x="1435" y="190"/>
                </a:cubicBezTo>
                <a:cubicBezTo>
                  <a:pt x="1215" y="61"/>
                  <a:pt x="1008" y="1"/>
                  <a:pt x="82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1">
            <a:extLst>
              <a:ext uri="{FF2B5EF4-FFF2-40B4-BE49-F238E27FC236}">
                <a16:creationId xmlns:a16="http://schemas.microsoft.com/office/drawing/2014/main" id="{7C5E484A-A293-59FF-F566-51001805DC95}"/>
              </a:ext>
            </a:extLst>
          </p:cNvPr>
          <p:cNvSpPr/>
          <p:nvPr/>
        </p:nvSpPr>
        <p:spPr>
          <a:xfrm>
            <a:off x="913140" y="2759048"/>
            <a:ext cx="62299" cy="237112"/>
          </a:xfrm>
          <a:custGeom>
            <a:avLst/>
            <a:gdLst/>
            <a:ahLst/>
            <a:cxnLst/>
            <a:rect l="l" t="t" r="r" b="b"/>
            <a:pathLst>
              <a:path w="4037" h="15365" extrusionOk="0">
                <a:moveTo>
                  <a:pt x="1995" y="0"/>
                </a:moveTo>
                <a:cubicBezTo>
                  <a:pt x="1846" y="0"/>
                  <a:pt x="1698" y="35"/>
                  <a:pt x="1568" y="107"/>
                </a:cubicBezTo>
                <a:cubicBezTo>
                  <a:pt x="1401" y="207"/>
                  <a:pt x="668" y="607"/>
                  <a:pt x="501" y="741"/>
                </a:cubicBezTo>
                <a:cubicBezTo>
                  <a:pt x="167" y="974"/>
                  <a:pt x="0" y="1341"/>
                  <a:pt x="34" y="1741"/>
                </a:cubicBezTo>
                <a:lnTo>
                  <a:pt x="34" y="12583"/>
                </a:lnTo>
                <a:cubicBezTo>
                  <a:pt x="100" y="13617"/>
                  <a:pt x="601" y="14584"/>
                  <a:pt x="1468" y="15184"/>
                </a:cubicBezTo>
                <a:cubicBezTo>
                  <a:pt x="1648" y="15305"/>
                  <a:pt x="1840" y="15365"/>
                  <a:pt x="2037" y="15365"/>
                </a:cubicBezTo>
                <a:cubicBezTo>
                  <a:pt x="2169" y="15365"/>
                  <a:pt x="2302" y="15338"/>
                  <a:pt x="2435" y="15284"/>
                </a:cubicBezTo>
                <a:cubicBezTo>
                  <a:pt x="2636" y="15184"/>
                  <a:pt x="3336" y="14751"/>
                  <a:pt x="3536" y="14651"/>
                </a:cubicBezTo>
                <a:cubicBezTo>
                  <a:pt x="3870" y="14417"/>
                  <a:pt x="4037" y="14017"/>
                  <a:pt x="3970" y="13617"/>
                </a:cubicBezTo>
                <a:lnTo>
                  <a:pt x="3970" y="2776"/>
                </a:lnTo>
                <a:cubicBezTo>
                  <a:pt x="3937" y="1741"/>
                  <a:pt x="3403" y="774"/>
                  <a:pt x="2536" y="174"/>
                </a:cubicBezTo>
                <a:cubicBezTo>
                  <a:pt x="2384" y="60"/>
                  <a:pt x="2189" y="0"/>
                  <a:pt x="1995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1">
            <a:extLst>
              <a:ext uri="{FF2B5EF4-FFF2-40B4-BE49-F238E27FC236}">
                <a16:creationId xmlns:a16="http://schemas.microsoft.com/office/drawing/2014/main" id="{115BFC84-58FB-C212-FDA9-DC78A709C716}"/>
              </a:ext>
            </a:extLst>
          </p:cNvPr>
          <p:cNvSpPr/>
          <p:nvPr/>
        </p:nvSpPr>
        <p:spPr>
          <a:xfrm>
            <a:off x="913649" y="2768585"/>
            <a:ext cx="44290" cy="227698"/>
          </a:xfrm>
          <a:custGeom>
            <a:avLst/>
            <a:gdLst/>
            <a:ahLst/>
            <a:cxnLst/>
            <a:rect l="l" t="t" r="r" b="b"/>
            <a:pathLst>
              <a:path w="2870" h="14755" extrusionOk="0">
                <a:moveTo>
                  <a:pt x="823" y="1"/>
                </a:moveTo>
                <a:cubicBezTo>
                  <a:pt x="334" y="1"/>
                  <a:pt x="1" y="422"/>
                  <a:pt x="1" y="1123"/>
                </a:cubicBezTo>
                <a:lnTo>
                  <a:pt x="1" y="11965"/>
                </a:lnTo>
                <a:cubicBezTo>
                  <a:pt x="34" y="12999"/>
                  <a:pt x="568" y="13966"/>
                  <a:pt x="1435" y="14566"/>
                </a:cubicBezTo>
                <a:cubicBezTo>
                  <a:pt x="1655" y="14695"/>
                  <a:pt x="1862" y="14755"/>
                  <a:pt x="2047" y="14755"/>
                </a:cubicBezTo>
                <a:cubicBezTo>
                  <a:pt x="2536" y="14755"/>
                  <a:pt x="2869" y="14334"/>
                  <a:pt x="2869" y="13632"/>
                </a:cubicBezTo>
                <a:lnTo>
                  <a:pt x="2869" y="2791"/>
                </a:lnTo>
                <a:cubicBezTo>
                  <a:pt x="2836" y="1724"/>
                  <a:pt x="2302" y="757"/>
                  <a:pt x="1435" y="189"/>
                </a:cubicBezTo>
                <a:cubicBezTo>
                  <a:pt x="1215" y="61"/>
                  <a:pt x="1008" y="1"/>
                  <a:pt x="82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41">
            <a:extLst>
              <a:ext uri="{FF2B5EF4-FFF2-40B4-BE49-F238E27FC236}">
                <a16:creationId xmlns:a16="http://schemas.microsoft.com/office/drawing/2014/main" id="{47CB5890-0682-F4FC-E6F8-216AF6AFCF9B}"/>
              </a:ext>
            </a:extLst>
          </p:cNvPr>
          <p:cNvSpPr/>
          <p:nvPr/>
        </p:nvSpPr>
        <p:spPr>
          <a:xfrm>
            <a:off x="1187504" y="1921650"/>
            <a:ext cx="883864" cy="2513198"/>
          </a:xfrm>
          <a:custGeom>
            <a:avLst/>
            <a:gdLst/>
            <a:ahLst/>
            <a:cxnLst/>
            <a:rect l="l" t="t" r="r" b="b"/>
            <a:pathLst>
              <a:path w="57275" h="162857" extrusionOk="0">
                <a:moveTo>
                  <a:pt x="54171" y="0"/>
                </a:moveTo>
                <a:cubicBezTo>
                  <a:pt x="53679" y="0"/>
                  <a:pt x="53125" y="158"/>
                  <a:pt x="52538" y="499"/>
                </a:cubicBezTo>
                <a:lnTo>
                  <a:pt x="52238" y="699"/>
                </a:lnTo>
                <a:lnTo>
                  <a:pt x="38395" y="8672"/>
                </a:lnTo>
                <a:cubicBezTo>
                  <a:pt x="38328" y="8705"/>
                  <a:pt x="38328" y="8705"/>
                  <a:pt x="38295" y="8738"/>
                </a:cubicBezTo>
                <a:cubicBezTo>
                  <a:pt x="37794" y="9105"/>
                  <a:pt x="37494" y="9672"/>
                  <a:pt x="37461" y="10273"/>
                </a:cubicBezTo>
                <a:cubicBezTo>
                  <a:pt x="37394" y="10940"/>
                  <a:pt x="37027" y="11540"/>
                  <a:pt x="36460" y="11907"/>
                </a:cubicBezTo>
                <a:lnTo>
                  <a:pt x="19948" y="21447"/>
                </a:lnTo>
                <a:lnTo>
                  <a:pt x="19915" y="21447"/>
                </a:lnTo>
                <a:cubicBezTo>
                  <a:pt x="19948" y="21214"/>
                  <a:pt x="19848" y="21014"/>
                  <a:pt x="19648" y="20880"/>
                </a:cubicBezTo>
                <a:lnTo>
                  <a:pt x="18714" y="20313"/>
                </a:lnTo>
                <a:cubicBezTo>
                  <a:pt x="18622" y="20274"/>
                  <a:pt x="18530" y="20255"/>
                  <a:pt x="18440" y="20255"/>
                </a:cubicBezTo>
                <a:cubicBezTo>
                  <a:pt x="18302" y="20255"/>
                  <a:pt x="18168" y="20299"/>
                  <a:pt x="18047" y="20380"/>
                </a:cubicBezTo>
                <a:lnTo>
                  <a:pt x="17113" y="20914"/>
                </a:lnTo>
                <a:lnTo>
                  <a:pt x="2970" y="29086"/>
                </a:lnTo>
                <a:cubicBezTo>
                  <a:pt x="2769" y="29220"/>
                  <a:pt x="2569" y="29353"/>
                  <a:pt x="2369" y="29520"/>
                </a:cubicBezTo>
                <a:lnTo>
                  <a:pt x="2069" y="29753"/>
                </a:lnTo>
                <a:cubicBezTo>
                  <a:pt x="835" y="30954"/>
                  <a:pt x="101" y="32555"/>
                  <a:pt x="1" y="34257"/>
                </a:cubicBezTo>
                <a:lnTo>
                  <a:pt x="1" y="160180"/>
                </a:lnTo>
                <a:cubicBezTo>
                  <a:pt x="1" y="161114"/>
                  <a:pt x="334" y="161781"/>
                  <a:pt x="868" y="162115"/>
                </a:cubicBezTo>
                <a:lnTo>
                  <a:pt x="1835" y="162648"/>
                </a:lnTo>
                <a:cubicBezTo>
                  <a:pt x="2058" y="162787"/>
                  <a:pt x="2315" y="162857"/>
                  <a:pt x="2597" y="162857"/>
                </a:cubicBezTo>
                <a:cubicBezTo>
                  <a:pt x="2992" y="162857"/>
                  <a:pt x="3437" y="162721"/>
                  <a:pt x="3904" y="162448"/>
                </a:cubicBezTo>
                <a:lnTo>
                  <a:pt x="54239" y="133394"/>
                </a:lnTo>
                <a:cubicBezTo>
                  <a:pt x="56007" y="132260"/>
                  <a:pt x="57142" y="130325"/>
                  <a:pt x="57275" y="128257"/>
                </a:cubicBezTo>
                <a:lnTo>
                  <a:pt x="57275" y="3234"/>
                </a:lnTo>
                <a:cubicBezTo>
                  <a:pt x="57275" y="2033"/>
                  <a:pt x="56841" y="1200"/>
                  <a:pt x="56174" y="799"/>
                </a:cubicBezTo>
                <a:lnTo>
                  <a:pt x="55173" y="266"/>
                </a:lnTo>
                <a:cubicBezTo>
                  <a:pt x="54885" y="92"/>
                  <a:pt x="54546" y="0"/>
                  <a:pt x="541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41">
            <a:extLst>
              <a:ext uri="{FF2B5EF4-FFF2-40B4-BE49-F238E27FC236}">
                <a16:creationId xmlns:a16="http://schemas.microsoft.com/office/drawing/2014/main" id="{81A56981-3EC3-B990-1C8A-A5C93D224060}"/>
              </a:ext>
            </a:extLst>
          </p:cNvPr>
          <p:cNvSpPr/>
          <p:nvPr/>
        </p:nvSpPr>
        <p:spPr>
          <a:xfrm>
            <a:off x="1188029" y="2401382"/>
            <a:ext cx="64351" cy="2033728"/>
          </a:xfrm>
          <a:custGeom>
            <a:avLst/>
            <a:gdLst/>
            <a:ahLst/>
            <a:cxnLst/>
            <a:rect l="l" t="t" r="r" b="b"/>
            <a:pathLst>
              <a:path w="4170" h="131787" extrusionOk="0">
                <a:moveTo>
                  <a:pt x="1001" y="1"/>
                </a:moveTo>
                <a:cubicBezTo>
                  <a:pt x="367" y="935"/>
                  <a:pt x="33" y="2035"/>
                  <a:pt x="0" y="3170"/>
                </a:cubicBezTo>
                <a:lnTo>
                  <a:pt x="0" y="129126"/>
                </a:lnTo>
                <a:cubicBezTo>
                  <a:pt x="0" y="130060"/>
                  <a:pt x="300" y="130728"/>
                  <a:pt x="867" y="131028"/>
                </a:cubicBezTo>
                <a:lnTo>
                  <a:pt x="1801" y="131595"/>
                </a:lnTo>
                <a:cubicBezTo>
                  <a:pt x="2023" y="131720"/>
                  <a:pt x="2279" y="131787"/>
                  <a:pt x="2563" y="131787"/>
                </a:cubicBezTo>
                <a:cubicBezTo>
                  <a:pt x="2962" y="131787"/>
                  <a:pt x="3415" y="131654"/>
                  <a:pt x="3903" y="131361"/>
                </a:cubicBezTo>
                <a:lnTo>
                  <a:pt x="4170" y="131228"/>
                </a:lnTo>
                <a:lnTo>
                  <a:pt x="4170" y="130961"/>
                </a:lnTo>
                <a:lnTo>
                  <a:pt x="3803" y="131228"/>
                </a:lnTo>
                <a:cubicBezTo>
                  <a:pt x="3436" y="131428"/>
                  <a:pt x="3002" y="131561"/>
                  <a:pt x="2569" y="131595"/>
                </a:cubicBezTo>
                <a:cubicBezTo>
                  <a:pt x="2168" y="131595"/>
                  <a:pt x="1801" y="131428"/>
                  <a:pt x="1568" y="131094"/>
                </a:cubicBezTo>
                <a:cubicBezTo>
                  <a:pt x="1268" y="130694"/>
                  <a:pt x="1101" y="130160"/>
                  <a:pt x="1134" y="129660"/>
                </a:cubicBezTo>
                <a:lnTo>
                  <a:pt x="1134" y="3737"/>
                </a:lnTo>
                <a:cubicBezTo>
                  <a:pt x="1168" y="2636"/>
                  <a:pt x="1535" y="1568"/>
                  <a:pt x="2135" y="668"/>
                </a:cubicBezTo>
                <a:lnTo>
                  <a:pt x="1001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1">
            <a:extLst>
              <a:ext uri="{FF2B5EF4-FFF2-40B4-BE49-F238E27FC236}">
                <a16:creationId xmlns:a16="http://schemas.microsoft.com/office/drawing/2014/main" id="{83CC739F-5016-7E19-CC42-BCF6D9AA13DF}"/>
              </a:ext>
            </a:extLst>
          </p:cNvPr>
          <p:cNvSpPr/>
          <p:nvPr/>
        </p:nvSpPr>
        <p:spPr>
          <a:xfrm>
            <a:off x="1759921" y="2063701"/>
            <a:ext cx="28842" cy="42222"/>
          </a:xfrm>
          <a:custGeom>
            <a:avLst/>
            <a:gdLst/>
            <a:ahLst/>
            <a:cxnLst/>
            <a:rect l="l" t="t" r="r" b="b"/>
            <a:pathLst>
              <a:path w="1869" h="2736" extrusionOk="0">
                <a:moveTo>
                  <a:pt x="735" y="0"/>
                </a:moveTo>
                <a:cubicBezTo>
                  <a:pt x="501" y="301"/>
                  <a:pt x="368" y="701"/>
                  <a:pt x="368" y="1068"/>
                </a:cubicBezTo>
                <a:cubicBezTo>
                  <a:pt x="334" y="1435"/>
                  <a:pt x="234" y="1768"/>
                  <a:pt x="1" y="2068"/>
                </a:cubicBezTo>
                <a:lnTo>
                  <a:pt x="1168" y="2736"/>
                </a:lnTo>
                <a:cubicBezTo>
                  <a:pt x="1369" y="2402"/>
                  <a:pt x="1502" y="2002"/>
                  <a:pt x="1535" y="1635"/>
                </a:cubicBezTo>
                <a:cubicBezTo>
                  <a:pt x="1535" y="1268"/>
                  <a:pt x="1669" y="934"/>
                  <a:pt x="1869" y="667"/>
                </a:cubicBezTo>
                <a:lnTo>
                  <a:pt x="73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1">
            <a:extLst>
              <a:ext uri="{FF2B5EF4-FFF2-40B4-BE49-F238E27FC236}">
                <a16:creationId xmlns:a16="http://schemas.microsoft.com/office/drawing/2014/main" id="{286FBEE4-E9D5-9A9C-46D9-1A8461C16AB4}"/>
              </a:ext>
            </a:extLst>
          </p:cNvPr>
          <p:cNvSpPr/>
          <p:nvPr/>
        </p:nvSpPr>
        <p:spPr>
          <a:xfrm>
            <a:off x="1205004" y="1933455"/>
            <a:ext cx="862768" cy="2498244"/>
          </a:xfrm>
          <a:custGeom>
            <a:avLst/>
            <a:gdLst/>
            <a:ahLst/>
            <a:cxnLst/>
            <a:rect l="l" t="t" r="r" b="b"/>
            <a:pathLst>
              <a:path w="55908" h="161888" extrusionOk="0">
                <a:moveTo>
                  <a:pt x="54039" y="1"/>
                </a:moveTo>
                <a:cubicBezTo>
                  <a:pt x="53472" y="34"/>
                  <a:pt x="52939" y="201"/>
                  <a:pt x="52472" y="501"/>
                </a:cubicBezTo>
                <a:lnTo>
                  <a:pt x="52171" y="668"/>
                </a:lnTo>
                <a:lnTo>
                  <a:pt x="38328" y="8674"/>
                </a:lnTo>
                <a:cubicBezTo>
                  <a:pt x="38295" y="8674"/>
                  <a:pt x="38262" y="8674"/>
                  <a:pt x="38262" y="8707"/>
                </a:cubicBezTo>
                <a:cubicBezTo>
                  <a:pt x="37828" y="9041"/>
                  <a:pt x="37528" y="9541"/>
                  <a:pt x="37494" y="10075"/>
                </a:cubicBezTo>
                <a:cubicBezTo>
                  <a:pt x="37461" y="10842"/>
                  <a:pt x="37061" y="11509"/>
                  <a:pt x="36427" y="11909"/>
                </a:cubicBezTo>
                <a:lnTo>
                  <a:pt x="19915" y="21416"/>
                </a:lnTo>
                <a:cubicBezTo>
                  <a:pt x="19748" y="21516"/>
                  <a:pt x="19548" y="21583"/>
                  <a:pt x="19348" y="21583"/>
                </a:cubicBezTo>
                <a:cubicBezTo>
                  <a:pt x="18881" y="21583"/>
                  <a:pt x="18547" y="21183"/>
                  <a:pt x="18614" y="20749"/>
                </a:cubicBezTo>
                <a:cubicBezTo>
                  <a:pt x="18614" y="20616"/>
                  <a:pt x="18581" y="20282"/>
                  <a:pt x="18314" y="20282"/>
                </a:cubicBezTo>
                <a:cubicBezTo>
                  <a:pt x="18214" y="20315"/>
                  <a:pt x="18114" y="20349"/>
                  <a:pt x="18014" y="20382"/>
                </a:cubicBezTo>
                <a:lnTo>
                  <a:pt x="17080" y="20916"/>
                </a:lnTo>
                <a:lnTo>
                  <a:pt x="2903" y="29088"/>
                </a:lnTo>
                <a:cubicBezTo>
                  <a:pt x="2703" y="29222"/>
                  <a:pt x="2503" y="29355"/>
                  <a:pt x="2336" y="29489"/>
                </a:cubicBezTo>
                <a:lnTo>
                  <a:pt x="2136" y="29655"/>
                </a:lnTo>
                <a:lnTo>
                  <a:pt x="2069" y="29756"/>
                </a:lnTo>
                <a:cubicBezTo>
                  <a:pt x="868" y="30856"/>
                  <a:pt x="134" y="32424"/>
                  <a:pt x="34" y="34059"/>
                </a:cubicBezTo>
                <a:lnTo>
                  <a:pt x="34" y="159982"/>
                </a:lnTo>
                <a:cubicBezTo>
                  <a:pt x="1" y="160482"/>
                  <a:pt x="134" y="160983"/>
                  <a:pt x="435" y="161416"/>
                </a:cubicBezTo>
                <a:cubicBezTo>
                  <a:pt x="682" y="161695"/>
                  <a:pt x="1015" y="161887"/>
                  <a:pt x="1382" y="161887"/>
                </a:cubicBezTo>
                <a:cubicBezTo>
                  <a:pt x="1410" y="161887"/>
                  <a:pt x="1439" y="161886"/>
                  <a:pt x="1469" y="161883"/>
                </a:cubicBezTo>
                <a:cubicBezTo>
                  <a:pt x="1902" y="161883"/>
                  <a:pt x="2336" y="161750"/>
                  <a:pt x="2703" y="161517"/>
                </a:cubicBezTo>
                <a:lnTo>
                  <a:pt x="53039" y="132462"/>
                </a:lnTo>
                <a:cubicBezTo>
                  <a:pt x="54740" y="131328"/>
                  <a:pt x="55807" y="129494"/>
                  <a:pt x="55907" y="127492"/>
                </a:cubicBezTo>
                <a:lnTo>
                  <a:pt x="55907" y="2469"/>
                </a:lnTo>
                <a:cubicBezTo>
                  <a:pt x="55907" y="968"/>
                  <a:pt x="55207" y="1"/>
                  <a:pt x="54039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41">
            <a:extLst>
              <a:ext uri="{FF2B5EF4-FFF2-40B4-BE49-F238E27FC236}">
                <a16:creationId xmlns:a16="http://schemas.microsoft.com/office/drawing/2014/main" id="{7551DACB-408A-A103-4288-F5ED9DAEA3A8}"/>
              </a:ext>
            </a:extLst>
          </p:cNvPr>
          <p:cNvSpPr/>
          <p:nvPr/>
        </p:nvSpPr>
        <p:spPr>
          <a:xfrm>
            <a:off x="2094531" y="3013443"/>
            <a:ext cx="427773" cy="186850"/>
          </a:xfrm>
          <a:custGeom>
            <a:avLst/>
            <a:gdLst/>
            <a:ahLst/>
            <a:cxnLst/>
            <a:rect l="l" t="t" r="r" b="b"/>
            <a:pathLst>
              <a:path w="27720" h="12108" extrusionOk="0">
                <a:moveTo>
                  <a:pt x="24217" y="0"/>
                </a:moveTo>
                <a:cubicBezTo>
                  <a:pt x="18850" y="5244"/>
                  <a:pt x="13338" y="7108"/>
                  <a:pt x="8726" y="7108"/>
                </a:cubicBezTo>
                <a:cubicBezTo>
                  <a:pt x="7090" y="7108"/>
                  <a:pt x="5566" y="6874"/>
                  <a:pt x="4203" y="6472"/>
                </a:cubicBezTo>
                <a:cubicBezTo>
                  <a:pt x="4032" y="6423"/>
                  <a:pt x="3861" y="6392"/>
                  <a:pt x="3690" y="6392"/>
                </a:cubicBezTo>
                <a:cubicBezTo>
                  <a:pt x="3628" y="6392"/>
                  <a:pt x="3565" y="6396"/>
                  <a:pt x="3503" y="6405"/>
                </a:cubicBezTo>
                <a:cubicBezTo>
                  <a:pt x="2102" y="6672"/>
                  <a:pt x="934" y="7539"/>
                  <a:pt x="334" y="8807"/>
                </a:cubicBezTo>
                <a:cubicBezTo>
                  <a:pt x="0" y="9574"/>
                  <a:pt x="167" y="10208"/>
                  <a:pt x="701" y="10508"/>
                </a:cubicBezTo>
                <a:cubicBezTo>
                  <a:pt x="767" y="10508"/>
                  <a:pt x="801" y="10541"/>
                  <a:pt x="834" y="10541"/>
                </a:cubicBezTo>
                <a:cubicBezTo>
                  <a:pt x="3114" y="11506"/>
                  <a:pt x="5831" y="12107"/>
                  <a:pt x="8805" y="12107"/>
                </a:cubicBezTo>
                <a:cubicBezTo>
                  <a:pt x="14575" y="12107"/>
                  <a:pt x="21315" y="9843"/>
                  <a:pt x="27720" y="3570"/>
                </a:cubicBezTo>
                <a:lnTo>
                  <a:pt x="24217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41">
            <a:extLst>
              <a:ext uri="{FF2B5EF4-FFF2-40B4-BE49-F238E27FC236}">
                <a16:creationId xmlns:a16="http://schemas.microsoft.com/office/drawing/2014/main" id="{0B544942-78E2-043F-9240-89F6A69CA0ED}"/>
              </a:ext>
            </a:extLst>
          </p:cNvPr>
          <p:cNvSpPr/>
          <p:nvPr/>
        </p:nvSpPr>
        <p:spPr>
          <a:xfrm>
            <a:off x="2506131" y="3036869"/>
            <a:ext cx="132514" cy="51111"/>
          </a:xfrm>
          <a:custGeom>
            <a:avLst/>
            <a:gdLst/>
            <a:ahLst/>
            <a:cxnLst/>
            <a:rect l="l" t="t" r="r" b="b"/>
            <a:pathLst>
              <a:path w="8587" h="3312" extrusionOk="0">
                <a:moveTo>
                  <a:pt x="7526" y="0"/>
                </a:moveTo>
                <a:cubicBezTo>
                  <a:pt x="7293" y="0"/>
                  <a:pt x="7056" y="79"/>
                  <a:pt x="6852" y="250"/>
                </a:cubicBezTo>
                <a:cubicBezTo>
                  <a:pt x="6099" y="890"/>
                  <a:pt x="5155" y="1222"/>
                  <a:pt x="4206" y="1222"/>
                </a:cubicBezTo>
                <a:cubicBezTo>
                  <a:pt x="3472" y="1222"/>
                  <a:pt x="2736" y="1024"/>
                  <a:pt x="2082" y="617"/>
                </a:cubicBezTo>
                <a:cubicBezTo>
                  <a:pt x="1895" y="508"/>
                  <a:pt x="1711" y="461"/>
                  <a:pt x="1539" y="461"/>
                </a:cubicBezTo>
                <a:cubicBezTo>
                  <a:pt x="604" y="461"/>
                  <a:pt x="1" y="1860"/>
                  <a:pt x="1014" y="2452"/>
                </a:cubicBezTo>
                <a:cubicBezTo>
                  <a:pt x="1993" y="3028"/>
                  <a:pt x="3084" y="3311"/>
                  <a:pt x="4171" y="3311"/>
                </a:cubicBezTo>
                <a:cubicBezTo>
                  <a:pt x="5603" y="3311"/>
                  <a:pt x="7029" y="2819"/>
                  <a:pt x="8186" y="1851"/>
                </a:cubicBezTo>
                <a:cubicBezTo>
                  <a:pt x="8453" y="1618"/>
                  <a:pt x="8587" y="1251"/>
                  <a:pt x="8553" y="917"/>
                </a:cubicBezTo>
                <a:cubicBezTo>
                  <a:pt x="8485" y="351"/>
                  <a:pt x="8018" y="0"/>
                  <a:pt x="7526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41">
            <a:extLst>
              <a:ext uri="{FF2B5EF4-FFF2-40B4-BE49-F238E27FC236}">
                <a16:creationId xmlns:a16="http://schemas.microsoft.com/office/drawing/2014/main" id="{C76FE009-AA88-7292-C183-759E5F6EA012}"/>
              </a:ext>
            </a:extLst>
          </p:cNvPr>
          <p:cNvSpPr/>
          <p:nvPr/>
        </p:nvSpPr>
        <p:spPr>
          <a:xfrm>
            <a:off x="2420886" y="2966592"/>
            <a:ext cx="148270" cy="148270"/>
          </a:xfrm>
          <a:custGeom>
            <a:avLst/>
            <a:gdLst/>
            <a:ahLst/>
            <a:cxnLst/>
            <a:rect l="l" t="t" r="r" b="b"/>
            <a:pathLst>
              <a:path w="9608" h="9608" extrusionOk="0">
                <a:moveTo>
                  <a:pt x="4804" y="1"/>
                </a:moveTo>
                <a:cubicBezTo>
                  <a:pt x="2169" y="1"/>
                  <a:pt x="0" y="2136"/>
                  <a:pt x="0" y="4804"/>
                </a:cubicBezTo>
                <a:cubicBezTo>
                  <a:pt x="0" y="7473"/>
                  <a:pt x="2169" y="9608"/>
                  <a:pt x="4804" y="9608"/>
                </a:cubicBezTo>
                <a:cubicBezTo>
                  <a:pt x="7472" y="9608"/>
                  <a:pt x="9607" y="7473"/>
                  <a:pt x="9607" y="4804"/>
                </a:cubicBezTo>
                <a:cubicBezTo>
                  <a:pt x="9607" y="2136"/>
                  <a:pt x="7472" y="1"/>
                  <a:pt x="480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41">
            <a:extLst>
              <a:ext uri="{FF2B5EF4-FFF2-40B4-BE49-F238E27FC236}">
                <a16:creationId xmlns:a16="http://schemas.microsoft.com/office/drawing/2014/main" id="{9E84064D-2DA6-79DF-DF3E-24671595E627}"/>
              </a:ext>
            </a:extLst>
          </p:cNvPr>
          <p:cNvSpPr/>
          <p:nvPr/>
        </p:nvSpPr>
        <p:spPr>
          <a:xfrm>
            <a:off x="2414373" y="2978953"/>
            <a:ext cx="171248" cy="136156"/>
          </a:xfrm>
          <a:custGeom>
            <a:avLst/>
            <a:gdLst/>
            <a:ahLst/>
            <a:cxnLst/>
            <a:rect l="l" t="t" r="r" b="b"/>
            <a:pathLst>
              <a:path w="11097" h="8823" extrusionOk="0">
                <a:moveTo>
                  <a:pt x="7894" y="0"/>
                </a:moveTo>
                <a:lnTo>
                  <a:pt x="7894" y="0"/>
                </a:lnTo>
                <a:cubicBezTo>
                  <a:pt x="8595" y="534"/>
                  <a:pt x="9496" y="2969"/>
                  <a:pt x="7461" y="4937"/>
                </a:cubicBezTo>
                <a:cubicBezTo>
                  <a:pt x="6617" y="5733"/>
                  <a:pt x="5533" y="6081"/>
                  <a:pt x="4471" y="6081"/>
                </a:cubicBezTo>
                <a:cubicBezTo>
                  <a:pt x="2551" y="6081"/>
                  <a:pt x="704" y="4945"/>
                  <a:pt x="489" y="3269"/>
                </a:cubicBezTo>
                <a:lnTo>
                  <a:pt x="489" y="3269"/>
                </a:lnTo>
                <a:cubicBezTo>
                  <a:pt x="0" y="6311"/>
                  <a:pt x="2452" y="8822"/>
                  <a:pt x="5253" y="8822"/>
                </a:cubicBezTo>
                <a:cubicBezTo>
                  <a:pt x="5892" y="8822"/>
                  <a:pt x="6549" y="8692"/>
                  <a:pt x="7194" y="8406"/>
                </a:cubicBezTo>
                <a:cubicBezTo>
                  <a:pt x="10696" y="6872"/>
                  <a:pt x="11097" y="2069"/>
                  <a:pt x="7894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41">
            <a:extLst>
              <a:ext uri="{FF2B5EF4-FFF2-40B4-BE49-F238E27FC236}">
                <a16:creationId xmlns:a16="http://schemas.microsoft.com/office/drawing/2014/main" id="{9CB5E798-931D-11A8-4B72-6A8AD3D79CFC}"/>
              </a:ext>
            </a:extLst>
          </p:cNvPr>
          <p:cNvSpPr/>
          <p:nvPr/>
        </p:nvSpPr>
        <p:spPr>
          <a:xfrm>
            <a:off x="2431179" y="2985450"/>
            <a:ext cx="40169" cy="54459"/>
          </a:xfrm>
          <a:custGeom>
            <a:avLst/>
            <a:gdLst/>
            <a:ahLst/>
            <a:cxnLst/>
            <a:rect l="l" t="t" r="r" b="b"/>
            <a:pathLst>
              <a:path w="2603" h="3529" extrusionOk="0">
                <a:moveTo>
                  <a:pt x="2381" y="1"/>
                </a:moveTo>
                <a:cubicBezTo>
                  <a:pt x="2354" y="1"/>
                  <a:pt x="2327" y="5"/>
                  <a:pt x="2302" y="13"/>
                </a:cubicBezTo>
                <a:cubicBezTo>
                  <a:pt x="1602" y="46"/>
                  <a:pt x="1068" y="580"/>
                  <a:pt x="601" y="1114"/>
                </a:cubicBezTo>
                <a:cubicBezTo>
                  <a:pt x="568" y="1147"/>
                  <a:pt x="534" y="1181"/>
                  <a:pt x="534" y="1247"/>
                </a:cubicBezTo>
                <a:cubicBezTo>
                  <a:pt x="368" y="1481"/>
                  <a:pt x="234" y="1748"/>
                  <a:pt x="167" y="2048"/>
                </a:cubicBezTo>
                <a:cubicBezTo>
                  <a:pt x="34" y="2348"/>
                  <a:pt x="1" y="2715"/>
                  <a:pt x="101" y="3015"/>
                </a:cubicBezTo>
                <a:cubicBezTo>
                  <a:pt x="188" y="3335"/>
                  <a:pt x="453" y="3528"/>
                  <a:pt x="762" y="3528"/>
                </a:cubicBezTo>
                <a:cubicBezTo>
                  <a:pt x="808" y="3528"/>
                  <a:pt x="854" y="3524"/>
                  <a:pt x="901" y="3516"/>
                </a:cubicBezTo>
                <a:cubicBezTo>
                  <a:pt x="1235" y="3416"/>
                  <a:pt x="1368" y="3049"/>
                  <a:pt x="1468" y="2715"/>
                </a:cubicBezTo>
                <a:cubicBezTo>
                  <a:pt x="1735" y="1914"/>
                  <a:pt x="2102" y="1114"/>
                  <a:pt x="2536" y="380"/>
                </a:cubicBezTo>
                <a:cubicBezTo>
                  <a:pt x="2569" y="313"/>
                  <a:pt x="2602" y="213"/>
                  <a:pt x="2569" y="113"/>
                </a:cubicBezTo>
                <a:cubicBezTo>
                  <a:pt x="2544" y="38"/>
                  <a:pt x="2463" y="1"/>
                  <a:pt x="2381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41">
            <a:extLst>
              <a:ext uri="{FF2B5EF4-FFF2-40B4-BE49-F238E27FC236}">
                <a16:creationId xmlns:a16="http://schemas.microsoft.com/office/drawing/2014/main" id="{D22CCC2C-4549-E133-A328-41A9BB2306C7}"/>
              </a:ext>
            </a:extLst>
          </p:cNvPr>
          <p:cNvSpPr/>
          <p:nvPr/>
        </p:nvSpPr>
        <p:spPr>
          <a:xfrm>
            <a:off x="2478153" y="2907519"/>
            <a:ext cx="96666" cy="100817"/>
          </a:xfrm>
          <a:custGeom>
            <a:avLst/>
            <a:gdLst/>
            <a:ahLst/>
            <a:cxnLst/>
            <a:rect l="l" t="t" r="r" b="b"/>
            <a:pathLst>
              <a:path w="6264" h="6533" extrusionOk="0">
                <a:moveTo>
                  <a:pt x="5160" y="0"/>
                </a:moveTo>
                <a:cubicBezTo>
                  <a:pt x="5084" y="0"/>
                  <a:pt x="5007" y="9"/>
                  <a:pt x="4929" y="26"/>
                </a:cubicBezTo>
                <a:cubicBezTo>
                  <a:pt x="2327" y="593"/>
                  <a:pt x="392" y="2728"/>
                  <a:pt x="92" y="5363"/>
                </a:cubicBezTo>
                <a:cubicBezTo>
                  <a:pt x="1" y="6113"/>
                  <a:pt x="591" y="6532"/>
                  <a:pt x="1171" y="6532"/>
                </a:cubicBezTo>
                <a:cubicBezTo>
                  <a:pt x="1648" y="6532"/>
                  <a:pt x="2118" y="6248"/>
                  <a:pt x="2194" y="5630"/>
                </a:cubicBezTo>
                <a:cubicBezTo>
                  <a:pt x="2394" y="3862"/>
                  <a:pt x="3661" y="2428"/>
                  <a:pt x="5396" y="2061"/>
                </a:cubicBezTo>
                <a:cubicBezTo>
                  <a:pt x="5930" y="1927"/>
                  <a:pt x="6263" y="1460"/>
                  <a:pt x="6197" y="927"/>
                </a:cubicBezTo>
                <a:lnTo>
                  <a:pt x="6163" y="927"/>
                </a:lnTo>
                <a:cubicBezTo>
                  <a:pt x="6105" y="375"/>
                  <a:pt x="5668" y="0"/>
                  <a:pt x="516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41">
            <a:extLst>
              <a:ext uri="{FF2B5EF4-FFF2-40B4-BE49-F238E27FC236}">
                <a16:creationId xmlns:a16="http://schemas.microsoft.com/office/drawing/2014/main" id="{4CE15081-5524-D72B-B29F-BBDBB9FCC5E9}"/>
              </a:ext>
            </a:extLst>
          </p:cNvPr>
          <p:cNvSpPr/>
          <p:nvPr/>
        </p:nvSpPr>
        <p:spPr>
          <a:xfrm>
            <a:off x="1413489" y="3040727"/>
            <a:ext cx="818494" cy="854003"/>
          </a:xfrm>
          <a:custGeom>
            <a:avLst/>
            <a:gdLst/>
            <a:ahLst/>
            <a:cxnLst/>
            <a:rect l="l" t="t" r="r" b="b"/>
            <a:pathLst>
              <a:path w="53039" h="55340" extrusionOk="0"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45166" y="55340"/>
                  <a:pt x="53038" y="17913"/>
                  <a:pt x="53038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A3B49F36-97EB-CE6B-3889-F997F67A05DC}"/>
              </a:ext>
            </a:extLst>
          </p:cNvPr>
          <p:cNvSpPr/>
          <p:nvPr/>
        </p:nvSpPr>
        <p:spPr>
          <a:xfrm>
            <a:off x="1413489" y="3040727"/>
            <a:ext cx="818494" cy="854003"/>
          </a:xfrm>
          <a:custGeom>
            <a:avLst/>
            <a:gdLst/>
            <a:ahLst/>
            <a:cxnLst/>
            <a:rect l="l" t="t" r="r" b="b"/>
            <a:pathLst>
              <a:path w="53039" h="55340" extrusionOk="0"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45166" y="55340"/>
                  <a:pt x="53038" y="17913"/>
                  <a:pt x="53038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41">
            <a:extLst>
              <a:ext uri="{FF2B5EF4-FFF2-40B4-BE49-F238E27FC236}">
                <a16:creationId xmlns:a16="http://schemas.microsoft.com/office/drawing/2014/main" id="{CF8B27FC-D15B-72D2-2DFF-8F4C90A15D50}"/>
              </a:ext>
            </a:extLst>
          </p:cNvPr>
          <p:cNvSpPr/>
          <p:nvPr/>
        </p:nvSpPr>
        <p:spPr>
          <a:xfrm>
            <a:off x="1867512" y="3040727"/>
            <a:ext cx="364981" cy="348515"/>
          </a:xfrm>
          <a:custGeom>
            <a:avLst/>
            <a:gdLst/>
            <a:ahLst/>
            <a:cxnLst/>
            <a:rect l="l" t="t" r="r" b="b"/>
            <a:pathLst>
              <a:path w="23651" h="22584" extrusionOk="0">
                <a:moveTo>
                  <a:pt x="23617" y="0"/>
                </a:moveTo>
                <a:cubicBezTo>
                  <a:pt x="22884" y="10775"/>
                  <a:pt x="19915" y="18113"/>
                  <a:pt x="15211" y="20715"/>
                </a:cubicBezTo>
                <a:cubicBezTo>
                  <a:pt x="14244" y="21249"/>
                  <a:pt x="13068" y="21516"/>
                  <a:pt x="11838" y="21516"/>
                </a:cubicBezTo>
                <a:cubicBezTo>
                  <a:pt x="10608" y="21516"/>
                  <a:pt x="9324" y="21249"/>
                  <a:pt x="8140" y="20715"/>
                </a:cubicBezTo>
                <a:cubicBezTo>
                  <a:pt x="4170" y="18847"/>
                  <a:pt x="1435" y="14411"/>
                  <a:pt x="1035" y="12276"/>
                </a:cubicBezTo>
                <a:lnTo>
                  <a:pt x="1" y="12476"/>
                </a:lnTo>
                <a:cubicBezTo>
                  <a:pt x="468" y="14878"/>
                  <a:pt x="3370" y="19648"/>
                  <a:pt x="7706" y="21649"/>
                </a:cubicBezTo>
                <a:cubicBezTo>
                  <a:pt x="9107" y="22250"/>
                  <a:pt x="10608" y="22550"/>
                  <a:pt x="12143" y="22583"/>
                </a:cubicBezTo>
                <a:cubicBezTo>
                  <a:pt x="13410" y="22583"/>
                  <a:pt x="14644" y="22250"/>
                  <a:pt x="15712" y="21649"/>
                </a:cubicBezTo>
                <a:cubicBezTo>
                  <a:pt x="18947" y="19881"/>
                  <a:pt x="21382" y="16078"/>
                  <a:pt x="22917" y="10641"/>
                </a:cubicBezTo>
                <a:cubicBezTo>
                  <a:pt x="23384" y="7105"/>
                  <a:pt x="23617" y="3570"/>
                  <a:pt x="2365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3F67A314-888F-635C-534C-0098915CE346}"/>
              </a:ext>
            </a:extLst>
          </p:cNvPr>
          <p:cNvSpPr/>
          <p:nvPr/>
        </p:nvSpPr>
        <p:spPr>
          <a:xfrm>
            <a:off x="1963776" y="3196698"/>
            <a:ext cx="154952" cy="646042"/>
          </a:xfrm>
          <a:custGeom>
            <a:avLst/>
            <a:gdLst/>
            <a:ahLst/>
            <a:cxnLst/>
            <a:rect l="l" t="t" r="r" b="b"/>
            <a:pathLst>
              <a:path w="10041" h="41864" extrusionOk="0">
                <a:moveTo>
                  <a:pt x="9207" y="1"/>
                </a:moveTo>
                <a:cubicBezTo>
                  <a:pt x="9207" y="18714"/>
                  <a:pt x="6105" y="32724"/>
                  <a:pt x="0" y="41864"/>
                </a:cubicBezTo>
                <a:cubicBezTo>
                  <a:pt x="801" y="41230"/>
                  <a:pt x="1535" y="40530"/>
                  <a:pt x="2235" y="39829"/>
                </a:cubicBezTo>
                <a:cubicBezTo>
                  <a:pt x="7406" y="30556"/>
                  <a:pt x="10041" y="17280"/>
                  <a:pt x="10041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1">
            <a:extLst>
              <a:ext uri="{FF2B5EF4-FFF2-40B4-BE49-F238E27FC236}">
                <a16:creationId xmlns:a16="http://schemas.microsoft.com/office/drawing/2014/main" id="{89CBD538-FAE0-F039-925A-D4C070CDF0F0}"/>
              </a:ext>
            </a:extLst>
          </p:cNvPr>
          <p:cNvSpPr/>
          <p:nvPr/>
        </p:nvSpPr>
        <p:spPr>
          <a:xfrm>
            <a:off x="1413489" y="3040727"/>
            <a:ext cx="644515" cy="854003"/>
          </a:xfrm>
          <a:custGeom>
            <a:avLst/>
            <a:gdLst/>
            <a:ahLst/>
            <a:cxnLst/>
            <a:rect l="l" t="t" r="r" b="b"/>
            <a:pathLst>
              <a:path w="41765" h="55340" extrusionOk="0">
                <a:moveTo>
                  <a:pt x="41764" y="44832"/>
                </a:moveTo>
                <a:cubicBezTo>
                  <a:pt x="41763" y="44834"/>
                  <a:pt x="41762" y="44836"/>
                  <a:pt x="41760" y="44838"/>
                </a:cubicBezTo>
                <a:lnTo>
                  <a:pt x="41760" y="44838"/>
                </a:lnTo>
                <a:cubicBezTo>
                  <a:pt x="41763" y="44834"/>
                  <a:pt x="41764" y="44832"/>
                  <a:pt x="41764" y="44832"/>
                </a:cubicBezTo>
                <a:close/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32789" y="55340"/>
                  <a:pt x="37825" y="51139"/>
                  <a:pt x="41760" y="44838"/>
                </a:cubicBezTo>
                <a:lnTo>
                  <a:pt x="41760" y="44838"/>
                </a:lnTo>
                <a:cubicBezTo>
                  <a:pt x="41617" y="45028"/>
                  <a:pt x="36831" y="50438"/>
                  <a:pt x="31144" y="50438"/>
                </a:cubicBezTo>
                <a:cubicBezTo>
                  <a:pt x="29083" y="50438"/>
                  <a:pt x="26904" y="49728"/>
                  <a:pt x="24785" y="47801"/>
                </a:cubicBezTo>
                <a:cubicBezTo>
                  <a:pt x="16679" y="40463"/>
                  <a:pt x="15145" y="19047"/>
                  <a:pt x="17413" y="14377"/>
                </a:cubicBezTo>
                <a:lnTo>
                  <a:pt x="17413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41">
            <a:extLst>
              <a:ext uri="{FF2B5EF4-FFF2-40B4-BE49-F238E27FC236}">
                <a16:creationId xmlns:a16="http://schemas.microsoft.com/office/drawing/2014/main" id="{6BBE7414-D781-A01F-B126-5936DC9EF000}"/>
              </a:ext>
            </a:extLst>
          </p:cNvPr>
          <p:cNvSpPr/>
          <p:nvPr/>
        </p:nvSpPr>
        <p:spPr>
          <a:xfrm>
            <a:off x="1413489" y="2803801"/>
            <a:ext cx="818494" cy="472834"/>
          </a:xfrm>
          <a:custGeom>
            <a:avLst/>
            <a:gdLst/>
            <a:ahLst/>
            <a:cxnLst/>
            <a:rect l="l" t="t" r="r" b="b"/>
            <a:pathLst>
              <a:path w="53039" h="30640" extrusionOk="0">
                <a:moveTo>
                  <a:pt x="26532" y="1"/>
                </a:moveTo>
                <a:cubicBezTo>
                  <a:pt x="19748" y="1"/>
                  <a:pt x="12960" y="1493"/>
                  <a:pt x="7773" y="4479"/>
                </a:cubicBezTo>
                <a:cubicBezTo>
                  <a:pt x="2602" y="7481"/>
                  <a:pt x="1" y="11384"/>
                  <a:pt x="1" y="15320"/>
                </a:cubicBezTo>
                <a:cubicBezTo>
                  <a:pt x="1" y="19256"/>
                  <a:pt x="2602" y="23192"/>
                  <a:pt x="7773" y="26161"/>
                </a:cubicBezTo>
                <a:cubicBezTo>
                  <a:pt x="12943" y="29146"/>
                  <a:pt x="19731" y="30639"/>
                  <a:pt x="26519" y="30639"/>
                </a:cubicBezTo>
                <a:cubicBezTo>
                  <a:pt x="33308" y="30639"/>
                  <a:pt x="40096" y="29146"/>
                  <a:pt x="45266" y="26161"/>
                </a:cubicBezTo>
                <a:cubicBezTo>
                  <a:pt x="50470" y="23192"/>
                  <a:pt x="53038" y="19256"/>
                  <a:pt x="53038" y="15320"/>
                </a:cubicBezTo>
                <a:cubicBezTo>
                  <a:pt x="53038" y="11384"/>
                  <a:pt x="50470" y="7481"/>
                  <a:pt x="45266" y="4479"/>
                </a:cubicBezTo>
                <a:cubicBezTo>
                  <a:pt x="40096" y="1493"/>
                  <a:pt x="33316" y="1"/>
                  <a:pt x="26532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41">
            <a:extLst>
              <a:ext uri="{FF2B5EF4-FFF2-40B4-BE49-F238E27FC236}">
                <a16:creationId xmlns:a16="http://schemas.microsoft.com/office/drawing/2014/main" id="{B42C1FF4-95D6-B6C5-1627-70E028B8B827}"/>
              </a:ext>
            </a:extLst>
          </p:cNvPr>
          <p:cNvSpPr/>
          <p:nvPr/>
        </p:nvSpPr>
        <p:spPr>
          <a:xfrm>
            <a:off x="1413489" y="2803801"/>
            <a:ext cx="818494" cy="472834"/>
          </a:xfrm>
          <a:custGeom>
            <a:avLst/>
            <a:gdLst/>
            <a:ahLst/>
            <a:cxnLst/>
            <a:rect l="l" t="t" r="r" b="b"/>
            <a:pathLst>
              <a:path w="53039" h="30640" extrusionOk="0">
                <a:moveTo>
                  <a:pt x="26532" y="1"/>
                </a:moveTo>
                <a:cubicBezTo>
                  <a:pt x="19748" y="1"/>
                  <a:pt x="12960" y="1493"/>
                  <a:pt x="7773" y="4479"/>
                </a:cubicBezTo>
                <a:cubicBezTo>
                  <a:pt x="2602" y="7481"/>
                  <a:pt x="1" y="11384"/>
                  <a:pt x="1" y="15320"/>
                </a:cubicBezTo>
                <a:cubicBezTo>
                  <a:pt x="1" y="19256"/>
                  <a:pt x="2602" y="23192"/>
                  <a:pt x="7773" y="26161"/>
                </a:cubicBezTo>
                <a:cubicBezTo>
                  <a:pt x="12943" y="29146"/>
                  <a:pt x="19731" y="30639"/>
                  <a:pt x="26519" y="30639"/>
                </a:cubicBezTo>
                <a:cubicBezTo>
                  <a:pt x="33308" y="30639"/>
                  <a:pt x="40096" y="29146"/>
                  <a:pt x="45266" y="26161"/>
                </a:cubicBezTo>
                <a:cubicBezTo>
                  <a:pt x="50470" y="23192"/>
                  <a:pt x="53038" y="19256"/>
                  <a:pt x="53038" y="15320"/>
                </a:cubicBezTo>
                <a:cubicBezTo>
                  <a:pt x="53038" y="11384"/>
                  <a:pt x="50470" y="7481"/>
                  <a:pt x="45266" y="4479"/>
                </a:cubicBezTo>
                <a:cubicBezTo>
                  <a:pt x="40096" y="1493"/>
                  <a:pt x="33316" y="1"/>
                  <a:pt x="26532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41">
            <a:extLst>
              <a:ext uri="{FF2B5EF4-FFF2-40B4-BE49-F238E27FC236}">
                <a16:creationId xmlns:a16="http://schemas.microsoft.com/office/drawing/2014/main" id="{B3CEF040-1061-B3B7-08CD-B28BE0A6A9FA}"/>
              </a:ext>
            </a:extLst>
          </p:cNvPr>
          <p:cNvSpPr/>
          <p:nvPr/>
        </p:nvSpPr>
        <p:spPr>
          <a:xfrm>
            <a:off x="1413489" y="2804310"/>
            <a:ext cx="771643" cy="472927"/>
          </a:xfrm>
          <a:custGeom>
            <a:avLst/>
            <a:gdLst/>
            <a:ahLst/>
            <a:cxnLst/>
            <a:rect l="l" t="t" r="r" b="b"/>
            <a:pathLst>
              <a:path w="50003" h="30646" extrusionOk="0">
                <a:moveTo>
                  <a:pt x="26503" y="1"/>
                </a:moveTo>
                <a:cubicBezTo>
                  <a:pt x="19715" y="1"/>
                  <a:pt x="12926" y="1494"/>
                  <a:pt x="7739" y="4479"/>
                </a:cubicBezTo>
                <a:cubicBezTo>
                  <a:pt x="2569" y="7481"/>
                  <a:pt x="1" y="11384"/>
                  <a:pt x="1" y="15320"/>
                </a:cubicBezTo>
                <a:cubicBezTo>
                  <a:pt x="1" y="19256"/>
                  <a:pt x="2569" y="23159"/>
                  <a:pt x="7739" y="26161"/>
                </a:cubicBezTo>
                <a:cubicBezTo>
                  <a:pt x="12925" y="29155"/>
                  <a:pt x="19717" y="30645"/>
                  <a:pt x="26500" y="30645"/>
                </a:cubicBezTo>
                <a:cubicBezTo>
                  <a:pt x="31281" y="30645"/>
                  <a:pt x="36057" y="29905"/>
                  <a:pt x="40263" y="28430"/>
                </a:cubicBezTo>
                <a:lnTo>
                  <a:pt x="40263" y="28430"/>
                </a:lnTo>
                <a:cubicBezTo>
                  <a:pt x="37286" y="29345"/>
                  <a:pt x="34054" y="29765"/>
                  <a:pt x="30928" y="29765"/>
                </a:cubicBezTo>
                <a:cubicBezTo>
                  <a:pt x="23124" y="29765"/>
                  <a:pt x="15988" y="27151"/>
                  <a:pt x="15178" y="23126"/>
                </a:cubicBezTo>
                <a:lnTo>
                  <a:pt x="15178" y="23126"/>
                </a:lnTo>
                <a:cubicBezTo>
                  <a:pt x="17785" y="24208"/>
                  <a:pt x="22064" y="25024"/>
                  <a:pt x="26762" y="25024"/>
                </a:cubicBezTo>
                <a:cubicBezTo>
                  <a:pt x="33363" y="25024"/>
                  <a:pt x="40791" y="23411"/>
                  <a:pt x="45566" y="18656"/>
                </a:cubicBezTo>
                <a:cubicBezTo>
                  <a:pt x="48569" y="15787"/>
                  <a:pt x="50003" y="11684"/>
                  <a:pt x="49436" y="7581"/>
                </a:cubicBezTo>
                <a:cubicBezTo>
                  <a:pt x="48168" y="6381"/>
                  <a:pt x="46767" y="5346"/>
                  <a:pt x="45266" y="4479"/>
                </a:cubicBezTo>
                <a:cubicBezTo>
                  <a:pt x="40079" y="1494"/>
                  <a:pt x="33291" y="1"/>
                  <a:pt x="2650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41">
            <a:extLst>
              <a:ext uri="{FF2B5EF4-FFF2-40B4-BE49-F238E27FC236}">
                <a16:creationId xmlns:a16="http://schemas.microsoft.com/office/drawing/2014/main" id="{53144970-4D47-3EAB-4CF3-8D93B7372981}"/>
              </a:ext>
            </a:extLst>
          </p:cNvPr>
          <p:cNvSpPr/>
          <p:nvPr/>
        </p:nvSpPr>
        <p:spPr>
          <a:xfrm>
            <a:off x="1334215" y="3210910"/>
            <a:ext cx="267698" cy="280321"/>
          </a:xfrm>
          <a:custGeom>
            <a:avLst/>
            <a:gdLst/>
            <a:ahLst/>
            <a:cxnLst/>
            <a:rect l="l" t="t" r="r" b="b"/>
            <a:pathLst>
              <a:path w="17347" h="18165" extrusionOk="0">
                <a:moveTo>
                  <a:pt x="7548" y="1"/>
                </a:moveTo>
                <a:cubicBezTo>
                  <a:pt x="6888" y="1"/>
                  <a:pt x="6289" y="154"/>
                  <a:pt x="5771" y="447"/>
                </a:cubicBezTo>
                <a:cubicBezTo>
                  <a:pt x="1402" y="3182"/>
                  <a:pt x="1" y="8887"/>
                  <a:pt x="2569" y="13356"/>
                </a:cubicBezTo>
                <a:cubicBezTo>
                  <a:pt x="4336" y="16432"/>
                  <a:pt x="7572" y="18165"/>
                  <a:pt x="10896" y="18165"/>
                </a:cubicBezTo>
                <a:cubicBezTo>
                  <a:pt x="12404" y="18165"/>
                  <a:pt x="13929" y="17808"/>
                  <a:pt x="15345" y="17059"/>
                </a:cubicBezTo>
                <a:cubicBezTo>
                  <a:pt x="16579" y="16325"/>
                  <a:pt x="17346" y="14824"/>
                  <a:pt x="17346" y="12656"/>
                </a:cubicBezTo>
                <a:cubicBezTo>
                  <a:pt x="17346" y="8319"/>
                  <a:pt x="14311" y="3082"/>
                  <a:pt x="10575" y="914"/>
                </a:cubicBezTo>
                <a:cubicBezTo>
                  <a:pt x="9490" y="294"/>
                  <a:pt x="8461" y="1"/>
                  <a:pt x="7548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41">
            <a:extLst>
              <a:ext uri="{FF2B5EF4-FFF2-40B4-BE49-F238E27FC236}">
                <a16:creationId xmlns:a16="http://schemas.microsoft.com/office/drawing/2014/main" id="{BC1B8CDD-81BD-7205-AC47-B50C9836DE3C}"/>
              </a:ext>
            </a:extLst>
          </p:cNvPr>
          <p:cNvSpPr/>
          <p:nvPr/>
        </p:nvSpPr>
        <p:spPr>
          <a:xfrm>
            <a:off x="1338737" y="3327452"/>
            <a:ext cx="263176" cy="166649"/>
          </a:xfrm>
          <a:custGeom>
            <a:avLst/>
            <a:gdLst/>
            <a:ahLst/>
            <a:cxnLst/>
            <a:rect l="l" t="t" r="r" b="b"/>
            <a:pathLst>
              <a:path w="17054" h="10799" extrusionOk="0">
                <a:moveTo>
                  <a:pt x="775" y="0"/>
                </a:moveTo>
                <a:lnTo>
                  <a:pt x="775" y="0"/>
                </a:lnTo>
                <a:cubicBezTo>
                  <a:pt x="0" y="6069"/>
                  <a:pt x="4863" y="10798"/>
                  <a:pt x="10288" y="10798"/>
                </a:cubicBezTo>
                <a:cubicBezTo>
                  <a:pt x="11870" y="10798"/>
                  <a:pt x="13500" y="10396"/>
                  <a:pt x="15052" y="9507"/>
                </a:cubicBezTo>
                <a:cubicBezTo>
                  <a:pt x="16286" y="8773"/>
                  <a:pt x="17053" y="7272"/>
                  <a:pt x="17053" y="5104"/>
                </a:cubicBezTo>
                <a:cubicBezTo>
                  <a:pt x="17020" y="4170"/>
                  <a:pt x="16920" y="3269"/>
                  <a:pt x="16686" y="2369"/>
                </a:cubicBezTo>
                <a:cubicBezTo>
                  <a:pt x="16686" y="5104"/>
                  <a:pt x="15018" y="7906"/>
                  <a:pt x="9781" y="8373"/>
                </a:cubicBezTo>
                <a:cubicBezTo>
                  <a:pt x="9531" y="8395"/>
                  <a:pt x="9285" y="8406"/>
                  <a:pt x="9042" y="8406"/>
                </a:cubicBezTo>
                <a:cubicBezTo>
                  <a:pt x="4525" y="8406"/>
                  <a:pt x="1313" y="4654"/>
                  <a:pt x="775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41">
            <a:extLst>
              <a:ext uri="{FF2B5EF4-FFF2-40B4-BE49-F238E27FC236}">
                <a16:creationId xmlns:a16="http://schemas.microsoft.com/office/drawing/2014/main" id="{179243D3-1D80-8C5C-CF80-D33081E8C2B7}"/>
              </a:ext>
            </a:extLst>
          </p:cNvPr>
          <p:cNvSpPr/>
          <p:nvPr/>
        </p:nvSpPr>
        <p:spPr>
          <a:xfrm>
            <a:off x="1369215" y="3341264"/>
            <a:ext cx="83934" cy="108270"/>
          </a:xfrm>
          <a:custGeom>
            <a:avLst/>
            <a:gdLst/>
            <a:ahLst/>
            <a:cxnLst/>
            <a:rect l="l" t="t" r="r" b="b"/>
            <a:pathLst>
              <a:path w="5439" h="7016" extrusionOk="0">
                <a:moveTo>
                  <a:pt x="1517" y="1"/>
                </a:moveTo>
                <a:cubicBezTo>
                  <a:pt x="621" y="1"/>
                  <a:pt x="1" y="711"/>
                  <a:pt x="1" y="1941"/>
                </a:cubicBezTo>
                <a:cubicBezTo>
                  <a:pt x="101" y="3842"/>
                  <a:pt x="1135" y="5610"/>
                  <a:pt x="2736" y="6644"/>
                </a:cubicBezTo>
                <a:cubicBezTo>
                  <a:pt x="3173" y="6896"/>
                  <a:pt x="3584" y="7016"/>
                  <a:pt x="3948" y="7016"/>
                </a:cubicBezTo>
                <a:cubicBezTo>
                  <a:pt x="4834" y="7016"/>
                  <a:pt x="5438" y="6306"/>
                  <a:pt x="5438" y="5076"/>
                </a:cubicBezTo>
                <a:cubicBezTo>
                  <a:pt x="5338" y="3175"/>
                  <a:pt x="4337" y="1407"/>
                  <a:pt x="2736" y="373"/>
                </a:cubicBezTo>
                <a:cubicBezTo>
                  <a:pt x="2299" y="120"/>
                  <a:pt x="1885" y="1"/>
                  <a:pt x="151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41">
            <a:extLst>
              <a:ext uri="{FF2B5EF4-FFF2-40B4-BE49-F238E27FC236}">
                <a16:creationId xmlns:a16="http://schemas.microsoft.com/office/drawing/2014/main" id="{3D4805E3-D825-CCA0-6547-4AA8908360FF}"/>
              </a:ext>
            </a:extLst>
          </p:cNvPr>
          <p:cNvSpPr/>
          <p:nvPr/>
        </p:nvSpPr>
        <p:spPr>
          <a:xfrm>
            <a:off x="1384153" y="3341341"/>
            <a:ext cx="69505" cy="99443"/>
          </a:xfrm>
          <a:custGeom>
            <a:avLst/>
            <a:gdLst/>
            <a:ahLst/>
            <a:cxnLst/>
            <a:rect l="l" t="t" r="r" b="b"/>
            <a:pathLst>
              <a:path w="4504" h="6444" extrusionOk="0">
                <a:moveTo>
                  <a:pt x="400" y="1"/>
                </a:moveTo>
                <a:cubicBezTo>
                  <a:pt x="134" y="435"/>
                  <a:pt x="0" y="902"/>
                  <a:pt x="34" y="1369"/>
                </a:cubicBezTo>
                <a:cubicBezTo>
                  <a:pt x="134" y="3270"/>
                  <a:pt x="1134" y="5038"/>
                  <a:pt x="2735" y="6072"/>
                </a:cubicBezTo>
                <a:cubicBezTo>
                  <a:pt x="3095" y="6312"/>
                  <a:pt x="3509" y="6444"/>
                  <a:pt x="3953" y="6444"/>
                </a:cubicBezTo>
                <a:cubicBezTo>
                  <a:pt x="4002" y="6444"/>
                  <a:pt x="4053" y="6442"/>
                  <a:pt x="4103" y="6439"/>
                </a:cubicBezTo>
                <a:cubicBezTo>
                  <a:pt x="4370" y="6039"/>
                  <a:pt x="4503" y="5538"/>
                  <a:pt x="4470" y="5071"/>
                </a:cubicBezTo>
                <a:cubicBezTo>
                  <a:pt x="4370" y="3170"/>
                  <a:pt x="3369" y="1402"/>
                  <a:pt x="1768" y="368"/>
                </a:cubicBezTo>
                <a:cubicBezTo>
                  <a:pt x="1334" y="101"/>
                  <a:pt x="867" y="1"/>
                  <a:pt x="400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1">
            <a:extLst>
              <a:ext uri="{FF2B5EF4-FFF2-40B4-BE49-F238E27FC236}">
                <a16:creationId xmlns:a16="http://schemas.microsoft.com/office/drawing/2014/main" id="{31FEA9CE-A265-D085-8A0A-EDC47FACCC78}"/>
              </a:ext>
            </a:extLst>
          </p:cNvPr>
          <p:cNvSpPr/>
          <p:nvPr/>
        </p:nvSpPr>
        <p:spPr>
          <a:xfrm>
            <a:off x="1386206" y="3377899"/>
            <a:ext cx="67453" cy="62885"/>
          </a:xfrm>
          <a:custGeom>
            <a:avLst/>
            <a:gdLst/>
            <a:ahLst/>
            <a:cxnLst/>
            <a:rect l="l" t="t" r="r" b="b"/>
            <a:pathLst>
              <a:path w="4371" h="4075" extrusionOk="0">
                <a:moveTo>
                  <a:pt x="1" y="0"/>
                </a:moveTo>
                <a:cubicBezTo>
                  <a:pt x="368" y="1535"/>
                  <a:pt x="1302" y="2836"/>
                  <a:pt x="2602" y="3703"/>
                </a:cubicBezTo>
                <a:cubicBezTo>
                  <a:pt x="2962" y="3943"/>
                  <a:pt x="3376" y="4075"/>
                  <a:pt x="3820" y="4075"/>
                </a:cubicBezTo>
                <a:cubicBezTo>
                  <a:pt x="3869" y="4075"/>
                  <a:pt x="3920" y="4073"/>
                  <a:pt x="3970" y="4070"/>
                </a:cubicBezTo>
                <a:cubicBezTo>
                  <a:pt x="4237" y="3670"/>
                  <a:pt x="4370" y="3169"/>
                  <a:pt x="4337" y="2702"/>
                </a:cubicBezTo>
                <a:cubicBezTo>
                  <a:pt x="4337" y="2235"/>
                  <a:pt x="4237" y="1768"/>
                  <a:pt x="4104" y="1335"/>
                </a:cubicBezTo>
                <a:cubicBezTo>
                  <a:pt x="3847" y="1807"/>
                  <a:pt x="3401" y="2001"/>
                  <a:pt x="2894" y="2001"/>
                </a:cubicBezTo>
                <a:cubicBezTo>
                  <a:pt x="1753" y="2001"/>
                  <a:pt x="301" y="1017"/>
                  <a:pt x="1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41">
            <a:extLst>
              <a:ext uri="{FF2B5EF4-FFF2-40B4-BE49-F238E27FC236}">
                <a16:creationId xmlns:a16="http://schemas.microsoft.com/office/drawing/2014/main" id="{87859544-9369-F707-0168-E0AB7DB36B69}"/>
              </a:ext>
            </a:extLst>
          </p:cNvPr>
          <p:cNvSpPr/>
          <p:nvPr/>
        </p:nvSpPr>
        <p:spPr>
          <a:xfrm>
            <a:off x="1312595" y="3358486"/>
            <a:ext cx="189442" cy="433807"/>
          </a:xfrm>
          <a:custGeom>
            <a:avLst/>
            <a:gdLst/>
            <a:ahLst/>
            <a:cxnLst/>
            <a:rect l="l" t="t" r="r" b="b"/>
            <a:pathLst>
              <a:path w="12276" h="28111" extrusionOk="0">
                <a:moveTo>
                  <a:pt x="5505" y="0"/>
                </a:moveTo>
                <a:cubicBezTo>
                  <a:pt x="5150" y="0"/>
                  <a:pt x="4861" y="153"/>
                  <a:pt x="4671" y="458"/>
                </a:cubicBezTo>
                <a:cubicBezTo>
                  <a:pt x="4637" y="491"/>
                  <a:pt x="4604" y="524"/>
                  <a:pt x="4570" y="591"/>
                </a:cubicBezTo>
                <a:cubicBezTo>
                  <a:pt x="1001" y="6896"/>
                  <a:pt x="1" y="17303"/>
                  <a:pt x="8306" y="28111"/>
                </a:cubicBezTo>
                <a:lnTo>
                  <a:pt x="12276" y="25042"/>
                </a:lnTo>
                <a:cubicBezTo>
                  <a:pt x="6072" y="16970"/>
                  <a:pt x="6072" y="9397"/>
                  <a:pt x="8240" y="4427"/>
                </a:cubicBezTo>
                <a:cubicBezTo>
                  <a:pt x="8340" y="4194"/>
                  <a:pt x="8373" y="3927"/>
                  <a:pt x="8373" y="3693"/>
                </a:cubicBezTo>
                <a:cubicBezTo>
                  <a:pt x="8306" y="2292"/>
                  <a:pt x="7573" y="1025"/>
                  <a:pt x="6405" y="258"/>
                </a:cubicBezTo>
                <a:cubicBezTo>
                  <a:pt x="6076" y="86"/>
                  <a:pt x="5772" y="0"/>
                  <a:pt x="550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1">
            <a:extLst>
              <a:ext uri="{FF2B5EF4-FFF2-40B4-BE49-F238E27FC236}">
                <a16:creationId xmlns:a16="http://schemas.microsoft.com/office/drawing/2014/main" id="{38777463-CD27-C759-378F-1247002DD00E}"/>
              </a:ext>
            </a:extLst>
          </p:cNvPr>
          <p:cNvSpPr/>
          <p:nvPr/>
        </p:nvSpPr>
        <p:spPr>
          <a:xfrm>
            <a:off x="1407826" y="3784114"/>
            <a:ext cx="61851" cy="125029"/>
          </a:xfrm>
          <a:custGeom>
            <a:avLst/>
            <a:gdLst/>
            <a:ahLst/>
            <a:cxnLst/>
            <a:rect l="l" t="t" r="r" b="b"/>
            <a:pathLst>
              <a:path w="4008" h="8102" extrusionOk="0">
                <a:moveTo>
                  <a:pt x="2544" y="1"/>
                </a:moveTo>
                <a:cubicBezTo>
                  <a:pt x="2257" y="1"/>
                  <a:pt x="1965" y="127"/>
                  <a:pt x="1735" y="430"/>
                </a:cubicBezTo>
                <a:cubicBezTo>
                  <a:pt x="101" y="2531"/>
                  <a:pt x="1" y="5400"/>
                  <a:pt x="1468" y="7602"/>
                </a:cubicBezTo>
                <a:cubicBezTo>
                  <a:pt x="1668" y="7902"/>
                  <a:pt x="2002" y="8102"/>
                  <a:pt x="2336" y="8102"/>
                </a:cubicBezTo>
                <a:cubicBezTo>
                  <a:pt x="3170" y="8069"/>
                  <a:pt x="3670" y="7168"/>
                  <a:pt x="3236" y="6467"/>
                </a:cubicBezTo>
                <a:cubicBezTo>
                  <a:pt x="2236" y="5000"/>
                  <a:pt x="2302" y="3065"/>
                  <a:pt x="3403" y="1697"/>
                </a:cubicBezTo>
                <a:cubicBezTo>
                  <a:pt x="4007" y="875"/>
                  <a:pt x="3298" y="1"/>
                  <a:pt x="2544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41">
            <a:extLst>
              <a:ext uri="{FF2B5EF4-FFF2-40B4-BE49-F238E27FC236}">
                <a16:creationId xmlns:a16="http://schemas.microsoft.com/office/drawing/2014/main" id="{1460FF6B-F900-08D6-0448-694CD7E80189}"/>
              </a:ext>
            </a:extLst>
          </p:cNvPr>
          <p:cNvSpPr/>
          <p:nvPr/>
        </p:nvSpPr>
        <p:spPr>
          <a:xfrm>
            <a:off x="1387749" y="3694192"/>
            <a:ext cx="166804" cy="148332"/>
          </a:xfrm>
          <a:custGeom>
            <a:avLst/>
            <a:gdLst/>
            <a:ahLst/>
            <a:cxnLst/>
            <a:rect l="l" t="t" r="r" b="b"/>
            <a:pathLst>
              <a:path w="10809" h="9612" extrusionOk="0">
                <a:moveTo>
                  <a:pt x="5423" y="0"/>
                </a:moveTo>
                <a:cubicBezTo>
                  <a:pt x="4049" y="0"/>
                  <a:pt x="2684" y="585"/>
                  <a:pt x="1735" y="1720"/>
                </a:cubicBezTo>
                <a:cubicBezTo>
                  <a:pt x="1" y="3755"/>
                  <a:pt x="301" y="6790"/>
                  <a:pt x="2336" y="8492"/>
                </a:cubicBezTo>
                <a:cubicBezTo>
                  <a:pt x="3235" y="9244"/>
                  <a:pt x="4331" y="9611"/>
                  <a:pt x="5420" y="9611"/>
                </a:cubicBezTo>
                <a:cubicBezTo>
                  <a:pt x="6794" y="9611"/>
                  <a:pt x="8158" y="9026"/>
                  <a:pt x="9107" y="7891"/>
                </a:cubicBezTo>
                <a:cubicBezTo>
                  <a:pt x="10808" y="5856"/>
                  <a:pt x="10542" y="2821"/>
                  <a:pt x="8507" y="1120"/>
                </a:cubicBezTo>
                <a:cubicBezTo>
                  <a:pt x="7607" y="368"/>
                  <a:pt x="6512" y="0"/>
                  <a:pt x="5423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1">
            <a:extLst>
              <a:ext uri="{FF2B5EF4-FFF2-40B4-BE49-F238E27FC236}">
                <a16:creationId xmlns:a16="http://schemas.microsoft.com/office/drawing/2014/main" id="{68332E86-71F9-8277-2778-F334E07476A4}"/>
              </a:ext>
            </a:extLst>
          </p:cNvPr>
          <p:cNvSpPr/>
          <p:nvPr/>
        </p:nvSpPr>
        <p:spPr>
          <a:xfrm>
            <a:off x="1385264" y="3694007"/>
            <a:ext cx="143039" cy="148748"/>
          </a:xfrm>
          <a:custGeom>
            <a:avLst/>
            <a:gdLst/>
            <a:ahLst/>
            <a:cxnLst/>
            <a:rect l="l" t="t" r="r" b="b"/>
            <a:pathLst>
              <a:path w="9269" h="9639" extrusionOk="0">
                <a:moveTo>
                  <a:pt x="5535" y="0"/>
                </a:moveTo>
                <a:cubicBezTo>
                  <a:pt x="2452" y="0"/>
                  <a:pt x="0" y="3029"/>
                  <a:pt x="962" y="6235"/>
                </a:cubicBezTo>
                <a:cubicBezTo>
                  <a:pt x="1643" y="8418"/>
                  <a:pt x="3609" y="9639"/>
                  <a:pt x="5607" y="9639"/>
                </a:cubicBezTo>
                <a:cubicBezTo>
                  <a:pt x="6937" y="9639"/>
                  <a:pt x="8281" y="9097"/>
                  <a:pt x="9268" y="7937"/>
                </a:cubicBezTo>
                <a:lnTo>
                  <a:pt x="9235" y="7937"/>
                </a:lnTo>
                <a:cubicBezTo>
                  <a:pt x="8958" y="8229"/>
                  <a:pt x="8270" y="8514"/>
                  <a:pt x="7441" y="8514"/>
                </a:cubicBezTo>
                <a:cubicBezTo>
                  <a:pt x="6473" y="8514"/>
                  <a:pt x="5315" y="8125"/>
                  <a:pt x="4398" y="6903"/>
                </a:cubicBezTo>
                <a:cubicBezTo>
                  <a:pt x="2463" y="4301"/>
                  <a:pt x="4265" y="198"/>
                  <a:pt x="6900" y="198"/>
                </a:cubicBezTo>
                <a:cubicBezTo>
                  <a:pt x="6437" y="63"/>
                  <a:pt x="5980" y="0"/>
                  <a:pt x="5535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41">
            <a:extLst>
              <a:ext uri="{FF2B5EF4-FFF2-40B4-BE49-F238E27FC236}">
                <a16:creationId xmlns:a16="http://schemas.microsoft.com/office/drawing/2014/main" id="{80DEF8C5-02A7-3946-5064-5E8E1C69038A}"/>
              </a:ext>
            </a:extLst>
          </p:cNvPr>
          <p:cNvSpPr/>
          <p:nvPr/>
        </p:nvSpPr>
        <p:spPr>
          <a:xfrm>
            <a:off x="1477840" y="3707170"/>
            <a:ext cx="52515" cy="43425"/>
          </a:xfrm>
          <a:custGeom>
            <a:avLst/>
            <a:gdLst/>
            <a:ahLst/>
            <a:cxnLst/>
            <a:rect l="l" t="t" r="r" b="b"/>
            <a:pathLst>
              <a:path w="3403" h="2814" extrusionOk="0">
                <a:moveTo>
                  <a:pt x="825" y="0"/>
                </a:moveTo>
                <a:cubicBezTo>
                  <a:pt x="751" y="0"/>
                  <a:pt x="676" y="4"/>
                  <a:pt x="601" y="12"/>
                </a:cubicBezTo>
                <a:cubicBezTo>
                  <a:pt x="267" y="79"/>
                  <a:pt x="0" y="379"/>
                  <a:pt x="34" y="746"/>
                </a:cubicBezTo>
                <a:cubicBezTo>
                  <a:pt x="100" y="1079"/>
                  <a:pt x="434" y="1246"/>
                  <a:pt x="734" y="1380"/>
                </a:cubicBezTo>
                <a:cubicBezTo>
                  <a:pt x="1535" y="1780"/>
                  <a:pt x="2268" y="2213"/>
                  <a:pt x="2969" y="2747"/>
                </a:cubicBezTo>
                <a:cubicBezTo>
                  <a:pt x="3036" y="2781"/>
                  <a:pt x="3102" y="2814"/>
                  <a:pt x="3202" y="2814"/>
                </a:cubicBezTo>
                <a:cubicBezTo>
                  <a:pt x="3303" y="2781"/>
                  <a:pt x="3336" y="2647"/>
                  <a:pt x="3336" y="2547"/>
                </a:cubicBezTo>
                <a:cubicBezTo>
                  <a:pt x="3403" y="1847"/>
                  <a:pt x="2902" y="1246"/>
                  <a:pt x="2435" y="746"/>
                </a:cubicBezTo>
                <a:cubicBezTo>
                  <a:pt x="2402" y="712"/>
                  <a:pt x="2369" y="679"/>
                  <a:pt x="2335" y="646"/>
                </a:cubicBezTo>
                <a:cubicBezTo>
                  <a:pt x="2102" y="446"/>
                  <a:pt x="1868" y="279"/>
                  <a:pt x="1568" y="179"/>
                </a:cubicBezTo>
                <a:cubicBezTo>
                  <a:pt x="1335" y="49"/>
                  <a:pt x="1082" y="0"/>
                  <a:pt x="82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41">
            <a:extLst>
              <a:ext uri="{FF2B5EF4-FFF2-40B4-BE49-F238E27FC236}">
                <a16:creationId xmlns:a16="http://schemas.microsoft.com/office/drawing/2014/main" id="{6A4BE954-060A-E970-1A07-56AF4123EFC2}"/>
              </a:ext>
            </a:extLst>
          </p:cNvPr>
          <p:cNvSpPr/>
          <p:nvPr/>
        </p:nvSpPr>
        <p:spPr>
          <a:xfrm>
            <a:off x="1496374" y="3758775"/>
            <a:ext cx="100909" cy="101990"/>
          </a:xfrm>
          <a:custGeom>
            <a:avLst/>
            <a:gdLst/>
            <a:ahLst/>
            <a:cxnLst/>
            <a:rect l="l" t="t" r="r" b="b"/>
            <a:pathLst>
              <a:path w="6539" h="6609" extrusionOk="0">
                <a:moveTo>
                  <a:pt x="1448" y="0"/>
                </a:moveTo>
                <a:cubicBezTo>
                  <a:pt x="335" y="0"/>
                  <a:pt x="0" y="1763"/>
                  <a:pt x="1234" y="2072"/>
                </a:cubicBezTo>
                <a:cubicBezTo>
                  <a:pt x="2969" y="2472"/>
                  <a:pt x="4236" y="3940"/>
                  <a:pt x="4370" y="5708"/>
                </a:cubicBezTo>
                <a:cubicBezTo>
                  <a:pt x="4470" y="6208"/>
                  <a:pt x="4904" y="6608"/>
                  <a:pt x="5437" y="6608"/>
                </a:cubicBezTo>
                <a:lnTo>
                  <a:pt x="5537" y="6608"/>
                </a:lnTo>
                <a:cubicBezTo>
                  <a:pt x="6104" y="6542"/>
                  <a:pt x="6538" y="6041"/>
                  <a:pt x="6471" y="5474"/>
                </a:cubicBezTo>
                <a:cubicBezTo>
                  <a:pt x="6204" y="2839"/>
                  <a:pt x="4303" y="671"/>
                  <a:pt x="1735" y="37"/>
                </a:cubicBezTo>
                <a:cubicBezTo>
                  <a:pt x="1634" y="12"/>
                  <a:pt x="1538" y="0"/>
                  <a:pt x="144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1">
            <a:extLst>
              <a:ext uri="{FF2B5EF4-FFF2-40B4-BE49-F238E27FC236}">
                <a16:creationId xmlns:a16="http://schemas.microsoft.com/office/drawing/2014/main" id="{9AE6E78C-401D-466D-9BCD-C7CDC8A7697C}"/>
              </a:ext>
            </a:extLst>
          </p:cNvPr>
          <p:cNvSpPr/>
          <p:nvPr/>
        </p:nvSpPr>
        <p:spPr>
          <a:xfrm>
            <a:off x="1493272" y="2724141"/>
            <a:ext cx="659946" cy="441554"/>
          </a:xfrm>
          <a:custGeom>
            <a:avLst/>
            <a:gdLst/>
            <a:ahLst/>
            <a:cxnLst/>
            <a:rect l="l" t="t" r="r" b="b"/>
            <a:pathLst>
              <a:path w="42765" h="28613" extrusionOk="0">
                <a:moveTo>
                  <a:pt x="21379" y="1"/>
                </a:moveTo>
                <a:cubicBezTo>
                  <a:pt x="15904" y="1"/>
                  <a:pt x="10425" y="1201"/>
                  <a:pt x="6239" y="3603"/>
                </a:cubicBezTo>
                <a:cubicBezTo>
                  <a:pt x="2069" y="6038"/>
                  <a:pt x="1" y="9174"/>
                  <a:pt x="1" y="12343"/>
                </a:cubicBezTo>
                <a:lnTo>
                  <a:pt x="1" y="16246"/>
                </a:lnTo>
                <a:cubicBezTo>
                  <a:pt x="1" y="19414"/>
                  <a:pt x="2069" y="22583"/>
                  <a:pt x="6239" y="24985"/>
                </a:cubicBezTo>
                <a:cubicBezTo>
                  <a:pt x="10408" y="27404"/>
                  <a:pt x="15887" y="28613"/>
                  <a:pt x="21366" y="28613"/>
                </a:cubicBezTo>
                <a:cubicBezTo>
                  <a:pt x="26845" y="28613"/>
                  <a:pt x="32324" y="27404"/>
                  <a:pt x="36494" y="24985"/>
                </a:cubicBezTo>
                <a:cubicBezTo>
                  <a:pt x="40663" y="22583"/>
                  <a:pt x="42765" y="19414"/>
                  <a:pt x="42765" y="16246"/>
                </a:cubicBezTo>
                <a:lnTo>
                  <a:pt x="42765" y="12343"/>
                </a:lnTo>
                <a:cubicBezTo>
                  <a:pt x="42765" y="9174"/>
                  <a:pt x="40663" y="6038"/>
                  <a:pt x="36494" y="3603"/>
                </a:cubicBezTo>
                <a:cubicBezTo>
                  <a:pt x="32324" y="1201"/>
                  <a:pt x="26853" y="1"/>
                  <a:pt x="21379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41">
            <a:extLst>
              <a:ext uri="{FF2B5EF4-FFF2-40B4-BE49-F238E27FC236}">
                <a16:creationId xmlns:a16="http://schemas.microsoft.com/office/drawing/2014/main" id="{88A22857-32E0-6119-2C8C-6C573B269334}"/>
              </a:ext>
            </a:extLst>
          </p:cNvPr>
          <p:cNvSpPr/>
          <p:nvPr/>
        </p:nvSpPr>
        <p:spPr>
          <a:xfrm>
            <a:off x="1493272" y="2733925"/>
            <a:ext cx="381462" cy="431693"/>
          </a:xfrm>
          <a:custGeom>
            <a:avLst/>
            <a:gdLst/>
            <a:ahLst/>
            <a:cxnLst/>
            <a:rect l="l" t="t" r="r" b="b"/>
            <a:pathLst>
              <a:path w="24719" h="27974" extrusionOk="0">
                <a:moveTo>
                  <a:pt x="14578" y="0"/>
                </a:moveTo>
                <a:cubicBezTo>
                  <a:pt x="11643" y="534"/>
                  <a:pt x="8841" y="1535"/>
                  <a:pt x="6239" y="2969"/>
                </a:cubicBezTo>
                <a:cubicBezTo>
                  <a:pt x="2069" y="5404"/>
                  <a:pt x="1" y="8540"/>
                  <a:pt x="1" y="11709"/>
                </a:cubicBezTo>
                <a:lnTo>
                  <a:pt x="1" y="15612"/>
                </a:lnTo>
                <a:cubicBezTo>
                  <a:pt x="1" y="18780"/>
                  <a:pt x="2069" y="21949"/>
                  <a:pt x="6239" y="24351"/>
                </a:cubicBezTo>
                <a:cubicBezTo>
                  <a:pt x="10419" y="26760"/>
                  <a:pt x="15886" y="27973"/>
                  <a:pt x="21362" y="27973"/>
                </a:cubicBezTo>
                <a:cubicBezTo>
                  <a:pt x="22484" y="27973"/>
                  <a:pt x="23607" y="27922"/>
                  <a:pt x="24719" y="27820"/>
                </a:cubicBezTo>
                <a:lnTo>
                  <a:pt x="24719" y="27820"/>
                </a:lnTo>
                <a:cubicBezTo>
                  <a:pt x="24614" y="27822"/>
                  <a:pt x="24508" y="27823"/>
                  <a:pt x="24402" y="27823"/>
                </a:cubicBezTo>
                <a:cubicBezTo>
                  <a:pt x="19311" y="27823"/>
                  <a:pt x="12912" y="25462"/>
                  <a:pt x="14578" y="19548"/>
                </a:cubicBezTo>
                <a:lnTo>
                  <a:pt x="14578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41">
            <a:extLst>
              <a:ext uri="{FF2B5EF4-FFF2-40B4-BE49-F238E27FC236}">
                <a16:creationId xmlns:a16="http://schemas.microsoft.com/office/drawing/2014/main" id="{A1FDC071-19E4-42B3-EBF8-79A8E7E9A4B5}"/>
              </a:ext>
            </a:extLst>
          </p:cNvPr>
          <p:cNvSpPr/>
          <p:nvPr/>
        </p:nvSpPr>
        <p:spPr>
          <a:xfrm>
            <a:off x="1492763" y="2723755"/>
            <a:ext cx="659946" cy="381524"/>
          </a:xfrm>
          <a:custGeom>
            <a:avLst/>
            <a:gdLst/>
            <a:ahLst/>
            <a:cxnLst/>
            <a:rect l="l" t="t" r="r" b="b"/>
            <a:pathLst>
              <a:path w="42765" h="24723" extrusionOk="0">
                <a:moveTo>
                  <a:pt x="21387" y="1"/>
                </a:moveTo>
                <a:cubicBezTo>
                  <a:pt x="15912" y="1"/>
                  <a:pt x="10441" y="1210"/>
                  <a:pt x="6272" y="3628"/>
                </a:cubicBezTo>
                <a:cubicBezTo>
                  <a:pt x="2102" y="6030"/>
                  <a:pt x="1" y="9165"/>
                  <a:pt x="1" y="12334"/>
                </a:cubicBezTo>
                <a:cubicBezTo>
                  <a:pt x="1" y="15537"/>
                  <a:pt x="2102" y="18706"/>
                  <a:pt x="6272" y="21107"/>
                </a:cubicBezTo>
                <a:cubicBezTo>
                  <a:pt x="10449" y="23513"/>
                  <a:pt x="15939" y="24722"/>
                  <a:pt x="21428" y="24722"/>
                </a:cubicBezTo>
                <a:cubicBezTo>
                  <a:pt x="26897" y="24722"/>
                  <a:pt x="32364" y="23522"/>
                  <a:pt x="36527" y="21107"/>
                </a:cubicBezTo>
                <a:cubicBezTo>
                  <a:pt x="40696" y="18706"/>
                  <a:pt x="42764" y="15503"/>
                  <a:pt x="42764" y="12334"/>
                </a:cubicBezTo>
                <a:cubicBezTo>
                  <a:pt x="42764" y="9199"/>
                  <a:pt x="40696" y="6030"/>
                  <a:pt x="36527" y="3628"/>
                </a:cubicBezTo>
                <a:cubicBezTo>
                  <a:pt x="32340" y="1210"/>
                  <a:pt x="26861" y="1"/>
                  <a:pt x="213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41">
            <a:extLst>
              <a:ext uri="{FF2B5EF4-FFF2-40B4-BE49-F238E27FC236}">
                <a16:creationId xmlns:a16="http://schemas.microsoft.com/office/drawing/2014/main" id="{1FEBE883-E9AC-33EB-F78B-681FB63DD78A}"/>
              </a:ext>
            </a:extLst>
          </p:cNvPr>
          <p:cNvSpPr/>
          <p:nvPr/>
        </p:nvSpPr>
        <p:spPr>
          <a:xfrm>
            <a:off x="2152185" y="2808569"/>
            <a:ext cx="150322" cy="195106"/>
          </a:xfrm>
          <a:custGeom>
            <a:avLst/>
            <a:gdLst/>
            <a:ahLst/>
            <a:cxnLst/>
            <a:rect l="l" t="t" r="r" b="b"/>
            <a:pathLst>
              <a:path w="9741" h="12643" extrusionOk="0">
                <a:moveTo>
                  <a:pt x="0" y="0"/>
                </a:moveTo>
                <a:lnTo>
                  <a:pt x="0" y="0"/>
                </a:lnTo>
                <a:cubicBezTo>
                  <a:pt x="67" y="234"/>
                  <a:pt x="300" y="1001"/>
                  <a:pt x="400" y="1468"/>
                </a:cubicBezTo>
                <a:cubicBezTo>
                  <a:pt x="2335" y="2168"/>
                  <a:pt x="4136" y="3102"/>
                  <a:pt x="5838" y="4270"/>
                </a:cubicBezTo>
                <a:cubicBezTo>
                  <a:pt x="7305" y="5271"/>
                  <a:pt x="8106" y="6405"/>
                  <a:pt x="8239" y="7639"/>
                </a:cubicBezTo>
                <a:cubicBezTo>
                  <a:pt x="8439" y="9307"/>
                  <a:pt x="7405" y="10808"/>
                  <a:pt x="6505" y="11809"/>
                </a:cubicBezTo>
                <a:lnTo>
                  <a:pt x="7439" y="12643"/>
                </a:lnTo>
                <a:cubicBezTo>
                  <a:pt x="8506" y="11475"/>
                  <a:pt x="9740" y="9607"/>
                  <a:pt x="9507" y="7506"/>
                </a:cubicBezTo>
                <a:cubicBezTo>
                  <a:pt x="9307" y="5904"/>
                  <a:pt x="8306" y="4470"/>
                  <a:pt x="6538" y="3236"/>
                </a:cubicBezTo>
                <a:cubicBezTo>
                  <a:pt x="4537" y="1835"/>
                  <a:pt x="2335" y="734"/>
                  <a:pt x="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41">
            <a:extLst>
              <a:ext uri="{FF2B5EF4-FFF2-40B4-BE49-F238E27FC236}">
                <a16:creationId xmlns:a16="http://schemas.microsoft.com/office/drawing/2014/main" id="{3117A88C-3494-02D2-C89C-DA6AB747287D}"/>
              </a:ext>
            </a:extLst>
          </p:cNvPr>
          <p:cNvSpPr/>
          <p:nvPr/>
        </p:nvSpPr>
        <p:spPr>
          <a:xfrm>
            <a:off x="2191814" y="2972055"/>
            <a:ext cx="103487" cy="91450"/>
          </a:xfrm>
          <a:custGeom>
            <a:avLst/>
            <a:gdLst/>
            <a:ahLst/>
            <a:cxnLst/>
            <a:rect l="l" t="t" r="r" b="b"/>
            <a:pathLst>
              <a:path w="6706" h="5926" extrusionOk="0">
                <a:moveTo>
                  <a:pt x="4181" y="1"/>
                </a:moveTo>
                <a:cubicBezTo>
                  <a:pt x="3444" y="1"/>
                  <a:pt x="2725" y="676"/>
                  <a:pt x="1635" y="2015"/>
                </a:cubicBezTo>
                <a:cubicBezTo>
                  <a:pt x="1" y="3983"/>
                  <a:pt x="468" y="4784"/>
                  <a:pt x="1468" y="5551"/>
                </a:cubicBezTo>
                <a:cubicBezTo>
                  <a:pt x="1782" y="5802"/>
                  <a:pt x="2107" y="5926"/>
                  <a:pt x="2443" y="5926"/>
                </a:cubicBezTo>
                <a:cubicBezTo>
                  <a:pt x="3177" y="5926"/>
                  <a:pt x="3968" y="5338"/>
                  <a:pt x="4837" y="4217"/>
                </a:cubicBezTo>
                <a:cubicBezTo>
                  <a:pt x="6238" y="2382"/>
                  <a:pt x="6705" y="1582"/>
                  <a:pt x="5271" y="447"/>
                </a:cubicBezTo>
                <a:cubicBezTo>
                  <a:pt x="4877" y="149"/>
                  <a:pt x="4527" y="1"/>
                  <a:pt x="4181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41">
            <a:extLst>
              <a:ext uri="{FF2B5EF4-FFF2-40B4-BE49-F238E27FC236}">
                <a16:creationId xmlns:a16="http://schemas.microsoft.com/office/drawing/2014/main" id="{2051484E-F441-63BB-A39E-C0BCB02555C1}"/>
              </a:ext>
            </a:extLst>
          </p:cNvPr>
          <p:cNvSpPr/>
          <p:nvPr/>
        </p:nvSpPr>
        <p:spPr>
          <a:xfrm>
            <a:off x="2209314" y="2983505"/>
            <a:ext cx="44799" cy="68039"/>
          </a:xfrm>
          <a:custGeom>
            <a:avLst/>
            <a:gdLst/>
            <a:ahLst/>
            <a:cxnLst/>
            <a:rect l="l" t="t" r="r" b="b"/>
            <a:pathLst>
              <a:path w="2903" h="4409" extrusionOk="0">
                <a:moveTo>
                  <a:pt x="2668" y="0"/>
                </a:moveTo>
                <a:cubicBezTo>
                  <a:pt x="2533" y="0"/>
                  <a:pt x="2370" y="65"/>
                  <a:pt x="2269" y="106"/>
                </a:cubicBezTo>
                <a:cubicBezTo>
                  <a:pt x="2202" y="172"/>
                  <a:pt x="2136" y="239"/>
                  <a:pt x="2102" y="306"/>
                </a:cubicBezTo>
                <a:cubicBezTo>
                  <a:pt x="1969" y="406"/>
                  <a:pt x="1869" y="506"/>
                  <a:pt x="1769" y="639"/>
                </a:cubicBezTo>
                <a:lnTo>
                  <a:pt x="1335" y="1073"/>
                </a:lnTo>
                <a:cubicBezTo>
                  <a:pt x="901" y="1473"/>
                  <a:pt x="534" y="1907"/>
                  <a:pt x="268" y="2441"/>
                </a:cubicBezTo>
                <a:cubicBezTo>
                  <a:pt x="67" y="2774"/>
                  <a:pt x="1" y="3175"/>
                  <a:pt x="134" y="3542"/>
                </a:cubicBezTo>
                <a:cubicBezTo>
                  <a:pt x="201" y="3708"/>
                  <a:pt x="334" y="3842"/>
                  <a:pt x="468" y="3975"/>
                </a:cubicBezTo>
                <a:cubicBezTo>
                  <a:pt x="735" y="4209"/>
                  <a:pt x="1068" y="4375"/>
                  <a:pt x="1435" y="4409"/>
                </a:cubicBezTo>
                <a:cubicBezTo>
                  <a:pt x="1502" y="4409"/>
                  <a:pt x="1568" y="4409"/>
                  <a:pt x="1635" y="4375"/>
                </a:cubicBezTo>
                <a:cubicBezTo>
                  <a:pt x="1702" y="4309"/>
                  <a:pt x="1735" y="4209"/>
                  <a:pt x="1735" y="4142"/>
                </a:cubicBezTo>
                <a:cubicBezTo>
                  <a:pt x="1769" y="3742"/>
                  <a:pt x="1669" y="3341"/>
                  <a:pt x="1735" y="2974"/>
                </a:cubicBezTo>
                <a:cubicBezTo>
                  <a:pt x="1835" y="1974"/>
                  <a:pt x="2869" y="1273"/>
                  <a:pt x="2903" y="272"/>
                </a:cubicBezTo>
                <a:cubicBezTo>
                  <a:pt x="2903" y="206"/>
                  <a:pt x="2869" y="172"/>
                  <a:pt x="2869" y="106"/>
                </a:cubicBezTo>
                <a:cubicBezTo>
                  <a:pt x="2830" y="27"/>
                  <a:pt x="2755" y="0"/>
                  <a:pt x="2668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1">
            <a:extLst>
              <a:ext uri="{FF2B5EF4-FFF2-40B4-BE49-F238E27FC236}">
                <a16:creationId xmlns:a16="http://schemas.microsoft.com/office/drawing/2014/main" id="{2E9E77B8-472E-D34C-A051-6A0BDF427038}"/>
              </a:ext>
            </a:extLst>
          </p:cNvPr>
          <p:cNvSpPr/>
          <p:nvPr/>
        </p:nvSpPr>
        <p:spPr>
          <a:xfrm>
            <a:off x="1450557" y="2524930"/>
            <a:ext cx="744884" cy="588126"/>
          </a:xfrm>
          <a:custGeom>
            <a:avLst/>
            <a:gdLst/>
            <a:ahLst/>
            <a:cxnLst/>
            <a:rect l="l" t="t" r="r" b="b"/>
            <a:pathLst>
              <a:path w="48269" h="38111" extrusionOk="0">
                <a:moveTo>
                  <a:pt x="24117" y="0"/>
                </a:moveTo>
                <a:cubicBezTo>
                  <a:pt x="10775" y="0"/>
                  <a:pt x="0" y="10908"/>
                  <a:pt x="167" y="24284"/>
                </a:cubicBezTo>
                <a:cubicBezTo>
                  <a:pt x="167" y="27820"/>
                  <a:pt x="2502" y="31356"/>
                  <a:pt x="7205" y="34058"/>
                </a:cubicBezTo>
                <a:cubicBezTo>
                  <a:pt x="11875" y="36760"/>
                  <a:pt x="18005" y="38111"/>
                  <a:pt x="24134" y="38111"/>
                </a:cubicBezTo>
                <a:cubicBezTo>
                  <a:pt x="30264" y="38111"/>
                  <a:pt x="36393" y="36760"/>
                  <a:pt x="41063" y="34058"/>
                </a:cubicBezTo>
                <a:cubicBezTo>
                  <a:pt x="45733" y="31356"/>
                  <a:pt x="48068" y="27820"/>
                  <a:pt x="48068" y="24284"/>
                </a:cubicBezTo>
                <a:cubicBezTo>
                  <a:pt x="48268" y="10908"/>
                  <a:pt x="37494" y="0"/>
                  <a:pt x="24117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1">
            <a:extLst>
              <a:ext uri="{FF2B5EF4-FFF2-40B4-BE49-F238E27FC236}">
                <a16:creationId xmlns:a16="http://schemas.microsoft.com/office/drawing/2014/main" id="{291FA091-2417-B2EC-6048-A529B55FA79F}"/>
              </a:ext>
            </a:extLst>
          </p:cNvPr>
          <p:cNvSpPr/>
          <p:nvPr/>
        </p:nvSpPr>
        <p:spPr>
          <a:xfrm>
            <a:off x="1450557" y="2524930"/>
            <a:ext cx="744884" cy="588126"/>
          </a:xfrm>
          <a:custGeom>
            <a:avLst/>
            <a:gdLst/>
            <a:ahLst/>
            <a:cxnLst/>
            <a:rect l="l" t="t" r="r" b="b"/>
            <a:pathLst>
              <a:path w="48269" h="38111" extrusionOk="0">
                <a:moveTo>
                  <a:pt x="24117" y="0"/>
                </a:moveTo>
                <a:cubicBezTo>
                  <a:pt x="10775" y="0"/>
                  <a:pt x="0" y="10908"/>
                  <a:pt x="167" y="24284"/>
                </a:cubicBezTo>
                <a:cubicBezTo>
                  <a:pt x="167" y="27820"/>
                  <a:pt x="2502" y="31356"/>
                  <a:pt x="7205" y="34058"/>
                </a:cubicBezTo>
                <a:cubicBezTo>
                  <a:pt x="11875" y="36760"/>
                  <a:pt x="18005" y="38111"/>
                  <a:pt x="24134" y="38111"/>
                </a:cubicBezTo>
                <a:cubicBezTo>
                  <a:pt x="30264" y="38111"/>
                  <a:pt x="36393" y="36760"/>
                  <a:pt x="41063" y="34058"/>
                </a:cubicBezTo>
                <a:cubicBezTo>
                  <a:pt x="45733" y="31356"/>
                  <a:pt x="48068" y="27820"/>
                  <a:pt x="48068" y="24284"/>
                </a:cubicBezTo>
                <a:cubicBezTo>
                  <a:pt x="48268" y="10908"/>
                  <a:pt x="37494" y="0"/>
                  <a:pt x="24117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41">
            <a:extLst>
              <a:ext uri="{FF2B5EF4-FFF2-40B4-BE49-F238E27FC236}">
                <a16:creationId xmlns:a16="http://schemas.microsoft.com/office/drawing/2014/main" id="{7B1EF366-BDFE-5D0B-9F15-C86B9FDADFDA}"/>
              </a:ext>
            </a:extLst>
          </p:cNvPr>
          <p:cNvSpPr/>
          <p:nvPr/>
        </p:nvSpPr>
        <p:spPr>
          <a:xfrm>
            <a:off x="1453134" y="2532646"/>
            <a:ext cx="690826" cy="580410"/>
          </a:xfrm>
          <a:custGeom>
            <a:avLst/>
            <a:gdLst/>
            <a:ahLst/>
            <a:cxnLst/>
            <a:rect l="l" t="t" r="r" b="b"/>
            <a:pathLst>
              <a:path w="44766" h="37611" extrusionOk="0">
                <a:moveTo>
                  <a:pt x="21115" y="1"/>
                </a:moveTo>
                <a:cubicBezTo>
                  <a:pt x="9073" y="1435"/>
                  <a:pt x="0" y="11642"/>
                  <a:pt x="0" y="23784"/>
                </a:cubicBezTo>
                <a:cubicBezTo>
                  <a:pt x="0" y="27320"/>
                  <a:pt x="2335" y="30856"/>
                  <a:pt x="7038" y="33558"/>
                </a:cubicBezTo>
                <a:cubicBezTo>
                  <a:pt x="11708" y="36260"/>
                  <a:pt x="17838" y="37611"/>
                  <a:pt x="23967" y="37611"/>
                </a:cubicBezTo>
                <a:cubicBezTo>
                  <a:pt x="30097" y="37611"/>
                  <a:pt x="36226" y="36260"/>
                  <a:pt x="40896" y="33558"/>
                </a:cubicBezTo>
                <a:cubicBezTo>
                  <a:pt x="41930" y="32958"/>
                  <a:pt x="42864" y="32290"/>
                  <a:pt x="43765" y="31557"/>
                </a:cubicBezTo>
                <a:lnTo>
                  <a:pt x="44732" y="30656"/>
                </a:lnTo>
                <a:lnTo>
                  <a:pt x="44765" y="30623"/>
                </a:lnTo>
                <a:lnTo>
                  <a:pt x="44765" y="30623"/>
                </a:lnTo>
                <a:cubicBezTo>
                  <a:pt x="38950" y="34208"/>
                  <a:pt x="32261" y="35943"/>
                  <a:pt x="26743" y="35943"/>
                </a:cubicBezTo>
                <a:cubicBezTo>
                  <a:pt x="20456" y="35943"/>
                  <a:pt x="15691" y="33690"/>
                  <a:pt x="15478" y="29355"/>
                </a:cubicBezTo>
                <a:cubicBezTo>
                  <a:pt x="15244" y="23784"/>
                  <a:pt x="12376" y="19148"/>
                  <a:pt x="8640" y="16980"/>
                </a:cubicBezTo>
                <a:cubicBezTo>
                  <a:pt x="9006" y="8240"/>
                  <a:pt x="14811" y="1302"/>
                  <a:pt x="21115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1">
            <a:extLst>
              <a:ext uri="{FF2B5EF4-FFF2-40B4-BE49-F238E27FC236}">
                <a16:creationId xmlns:a16="http://schemas.microsoft.com/office/drawing/2014/main" id="{3F8552DE-6BD4-A86B-92AF-48ED0D8DC095}"/>
              </a:ext>
            </a:extLst>
          </p:cNvPr>
          <p:cNvSpPr/>
          <p:nvPr/>
        </p:nvSpPr>
        <p:spPr>
          <a:xfrm>
            <a:off x="1700724" y="2637151"/>
            <a:ext cx="480813" cy="379008"/>
          </a:xfrm>
          <a:custGeom>
            <a:avLst/>
            <a:gdLst/>
            <a:ahLst/>
            <a:cxnLst/>
            <a:rect l="l" t="t" r="r" b="b"/>
            <a:pathLst>
              <a:path w="31157" h="24560" extrusionOk="0">
                <a:moveTo>
                  <a:pt x="24785" y="0"/>
                </a:moveTo>
                <a:cubicBezTo>
                  <a:pt x="24785" y="2502"/>
                  <a:pt x="23151" y="5004"/>
                  <a:pt x="19848" y="6905"/>
                </a:cubicBezTo>
                <a:cubicBezTo>
                  <a:pt x="16560" y="8804"/>
                  <a:pt x="12237" y="9764"/>
                  <a:pt x="7901" y="9764"/>
                </a:cubicBezTo>
                <a:cubicBezTo>
                  <a:pt x="7134" y="9764"/>
                  <a:pt x="6367" y="9734"/>
                  <a:pt x="5605" y="9674"/>
                </a:cubicBezTo>
                <a:cubicBezTo>
                  <a:pt x="5475" y="9663"/>
                  <a:pt x="5345" y="9657"/>
                  <a:pt x="5217" y="9657"/>
                </a:cubicBezTo>
                <a:cubicBezTo>
                  <a:pt x="3078" y="9657"/>
                  <a:pt x="1248" y="11203"/>
                  <a:pt x="901" y="13343"/>
                </a:cubicBezTo>
                <a:cubicBezTo>
                  <a:pt x="535" y="15611"/>
                  <a:pt x="301" y="17780"/>
                  <a:pt x="201" y="19748"/>
                </a:cubicBezTo>
                <a:cubicBezTo>
                  <a:pt x="1" y="22083"/>
                  <a:pt x="1735" y="24117"/>
                  <a:pt x="4070" y="24384"/>
                </a:cubicBezTo>
                <a:cubicBezTo>
                  <a:pt x="5319" y="24501"/>
                  <a:pt x="6582" y="24560"/>
                  <a:pt x="7845" y="24560"/>
                </a:cubicBezTo>
                <a:cubicBezTo>
                  <a:pt x="13806" y="24560"/>
                  <a:pt x="19783" y="23257"/>
                  <a:pt x="24352" y="20615"/>
                </a:cubicBezTo>
                <a:cubicBezTo>
                  <a:pt x="28888" y="18013"/>
                  <a:pt x="31156" y="14577"/>
                  <a:pt x="31156" y="11142"/>
                </a:cubicBezTo>
                <a:cubicBezTo>
                  <a:pt x="30089" y="6939"/>
                  <a:pt x="27887" y="3069"/>
                  <a:pt x="24785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1">
            <a:extLst>
              <a:ext uri="{FF2B5EF4-FFF2-40B4-BE49-F238E27FC236}">
                <a16:creationId xmlns:a16="http://schemas.microsoft.com/office/drawing/2014/main" id="{C2C3EB4B-4787-AF8A-13E5-3B8756A10354}"/>
              </a:ext>
            </a:extLst>
          </p:cNvPr>
          <p:cNvSpPr/>
          <p:nvPr/>
        </p:nvSpPr>
        <p:spPr>
          <a:xfrm>
            <a:off x="1838685" y="2845729"/>
            <a:ext cx="142282" cy="78024"/>
          </a:xfrm>
          <a:custGeom>
            <a:avLst/>
            <a:gdLst/>
            <a:ahLst/>
            <a:cxnLst/>
            <a:rect l="l" t="t" r="r" b="b"/>
            <a:pathLst>
              <a:path w="9220" h="5056" extrusionOk="0">
                <a:moveTo>
                  <a:pt x="4768" y="1"/>
                </a:moveTo>
                <a:cubicBezTo>
                  <a:pt x="2655" y="1"/>
                  <a:pt x="574" y="1385"/>
                  <a:pt x="101" y="3830"/>
                </a:cubicBezTo>
                <a:cubicBezTo>
                  <a:pt x="1" y="4397"/>
                  <a:pt x="367" y="4931"/>
                  <a:pt x="935" y="5031"/>
                </a:cubicBezTo>
                <a:cubicBezTo>
                  <a:pt x="968" y="5048"/>
                  <a:pt x="1001" y="5056"/>
                  <a:pt x="1035" y="5056"/>
                </a:cubicBezTo>
                <a:cubicBezTo>
                  <a:pt x="1068" y="5056"/>
                  <a:pt x="1101" y="5048"/>
                  <a:pt x="1135" y="5031"/>
                </a:cubicBezTo>
                <a:cubicBezTo>
                  <a:pt x="1635" y="5031"/>
                  <a:pt x="2069" y="4697"/>
                  <a:pt x="2169" y="4230"/>
                </a:cubicBezTo>
                <a:cubicBezTo>
                  <a:pt x="2424" y="2854"/>
                  <a:pt x="3584" y="2080"/>
                  <a:pt x="4760" y="2080"/>
                </a:cubicBezTo>
                <a:cubicBezTo>
                  <a:pt x="5579" y="2080"/>
                  <a:pt x="6405" y="2455"/>
                  <a:pt x="6939" y="3263"/>
                </a:cubicBezTo>
                <a:cubicBezTo>
                  <a:pt x="7170" y="3590"/>
                  <a:pt x="7476" y="3726"/>
                  <a:pt x="7776" y="3726"/>
                </a:cubicBezTo>
                <a:cubicBezTo>
                  <a:pt x="8516" y="3726"/>
                  <a:pt x="9219" y="2902"/>
                  <a:pt x="8673" y="2095"/>
                </a:cubicBezTo>
                <a:cubicBezTo>
                  <a:pt x="7705" y="663"/>
                  <a:pt x="6229" y="1"/>
                  <a:pt x="4768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1">
            <a:extLst>
              <a:ext uri="{FF2B5EF4-FFF2-40B4-BE49-F238E27FC236}">
                <a16:creationId xmlns:a16="http://schemas.microsoft.com/office/drawing/2014/main" id="{64B4348C-B5CD-5E5F-A39F-FDD46CE058F0}"/>
              </a:ext>
            </a:extLst>
          </p:cNvPr>
          <p:cNvSpPr/>
          <p:nvPr/>
        </p:nvSpPr>
        <p:spPr>
          <a:xfrm>
            <a:off x="1838685" y="2845729"/>
            <a:ext cx="142282" cy="78024"/>
          </a:xfrm>
          <a:custGeom>
            <a:avLst/>
            <a:gdLst/>
            <a:ahLst/>
            <a:cxnLst/>
            <a:rect l="l" t="t" r="r" b="b"/>
            <a:pathLst>
              <a:path w="9220" h="5056" extrusionOk="0">
                <a:moveTo>
                  <a:pt x="4768" y="1"/>
                </a:moveTo>
                <a:cubicBezTo>
                  <a:pt x="2655" y="1"/>
                  <a:pt x="574" y="1385"/>
                  <a:pt x="101" y="3830"/>
                </a:cubicBezTo>
                <a:cubicBezTo>
                  <a:pt x="1" y="4397"/>
                  <a:pt x="367" y="4931"/>
                  <a:pt x="935" y="5031"/>
                </a:cubicBezTo>
                <a:cubicBezTo>
                  <a:pt x="968" y="5048"/>
                  <a:pt x="1001" y="5056"/>
                  <a:pt x="1035" y="5056"/>
                </a:cubicBezTo>
                <a:cubicBezTo>
                  <a:pt x="1068" y="5056"/>
                  <a:pt x="1101" y="5048"/>
                  <a:pt x="1135" y="5031"/>
                </a:cubicBezTo>
                <a:cubicBezTo>
                  <a:pt x="1635" y="5031"/>
                  <a:pt x="2069" y="4697"/>
                  <a:pt x="2169" y="4230"/>
                </a:cubicBezTo>
                <a:cubicBezTo>
                  <a:pt x="2424" y="2854"/>
                  <a:pt x="3584" y="2080"/>
                  <a:pt x="4760" y="2080"/>
                </a:cubicBezTo>
                <a:cubicBezTo>
                  <a:pt x="5579" y="2080"/>
                  <a:pt x="6405" y="2455"/>
                  <a:pt x="6939" y="3263"/>
                </a:cubicBezTo>
                <a:cubicBezTo>
                  <a:pt x="7170" y="3590"/>
                  <a:pt x="7476" y="3726"/>
                  <a:pt x="7776" y="3726"/>
                </a:cubicBezTo>
                <a:cubicBezTo>
                  <a:pt x="8516" y="3726"/>
                  <a:pt x="9219" y="2902"/>
                  <a:pt x="8673" y="2095"/>
                </a:cubicBezTo>
                <a:cubicBezTo>
                  <a:pt x="7705" y="663"/>
                  <a:pt x="6229" y="1"/>
                  <a:pt x="47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41">
            <a:extLst>
              <a:ext uri="{FF2B5EF4-FFF2-40B4-BE49-F238E27FC236}">
                <a16:creationId xmlns:a16="http://schemas.microsoft.com/office/drawing/2014/main" id="{C226D6A1-4BD5-2637-08E0-EA8F6890C442}"/>
              </a:ext>
            </a:extLst>
          </p:cNvPr>
          <p:cNvSpPr/>
          <p:nvPr/>
        </p:nvSpPr>
        <p:spPr>
          <a:xfrm>
            <a:off x="2107386" y="2731857"/>
            <a:ext cx="58194" cy="77623"/>
          </a:xfrm>
          <a:custGeom>
            <a:avLst/>
            <a:gdLst/>
            <a:ahLst/>
            <a:cxnLst/>
            <a:rect l="l" t="t" r="r" b="b"/>
            <a:pathLst>
              <a:path w="3771" h="5030" extrusionOk="0">
                <a:moveTo>
                  <a:pt x="2903" y="1"/>
                </a:moveTo>
                <a:cubicBezTo>
                  <a:pt x="1335" y="668"/>
                  <a:pt x="234" y="2169"/>
                  <a:pt x="68" y="3870"/>
                </a:cubicBezTo>
                <a:cubicBezTo>
                  <a:pt x="1" y="4437"/>
                  <a:pt x="435" y="4971"/>
                  <a:pt x="1002" y="5005"/>
                </a:cubicBezTo>
                <a:cubicBezTo>
                  <a:pt x="1035" y="5021"/>
                  <a:pt x="1068" y="5030"/>
                  <a:pt x="1102" y="5030"/>
                </a:cubicBezTo>
                <a:cubicBezTo>
                  <a:pt x="1135" y="5030"/>
                  <a:pt x="1168" y="5021"/>
                  <a:pt x="1202" y="5005"/>
                </a:cubicBezTo>
                <a:cubicBezTo>
                  <a:pt x="1702" y="4971"/>
                  <a:pt x="2069" y="4571"/>
                  <a:pt x="2136" y="4071"/>
                </a:cubicBezTo>
                <a:cubicBezTo>
                  <a:pt x="2236" y="3103"/>
                  <a:pt x="2870" y="2269"/>
                  <a:pt x="3770" y="1902"/>
                </a:cubicBezTo>
                <a:cubicBezTo>
                  <a:pt x="3503" y="1269"/>
                  <a:pt x="3237" y="635"/>
                  <a:pt x="290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1">
            <a:extLst>
              <a:ext uri="{FF2B5EF4-FFF2-40B4-BE49-F238E27FC236}">
                <a16:creationId xmlns:a16="http://schemas.microsoft.com/office/drawing/2014/main" id="{E717A755-ECD2-0719-074B-3A106A7523C6}"/>
              </a:ext>
            </a:extLst>
          </p:cNvPr>
          <p:cNvSpPr/>
          <p:nvPr/>
        </p:nvSpPr>
        <p:spPr>
          <a:xfrm>
            <a:off x="2107386" y="2731857"/>
            <a:ext cx="58194" cy="77623"/>
          </a:xfrm>
          <a:custGeom>
            <a:avLst/>
            <a:gdLst/>
            <a:ahLst/>
            <a:cxnLst/>
            <a:rect l="l" t="t" r="r" b="b"/>
            <a:pathLst>
              <a:path w="3771" h="5030" extrusionOk="0">
                <a:moveTo>
                  <a:pt x="2903" y="1"/>
                </a:moveTo>
                <a:cubicBezTo>
                  <a:pt x="1335" y="668"/>
                  <a:pt x="234" y="2169"/>
                  <a:pt x="68" y="3870"/>
                </a:cubicBezTo>
                <a:cubicBezTo>
                  <a:pt x="1" y="4437"/>
                  <a:pt x="435" y="4971"/>
                  <a:pt x="1002" y="5005"/>
                </a:cubicBezTo>
                <a:cubicBezTo>
                  <a:pt x="1035" y="5021"/>
                  <a:pt x="1068" y="5030"/>
                  <a:pt x="1102" y="5030"/>
                </a:cubicBezTo>
                <a:cubicBezTo>
                  <a:pt x="1135" y="5030"/>
                  <a:pt x="1168" y="5021"/>
                  <a:pt x="1202" y="5005"/>
                </a:cubicBezTo>
                <a:cubicBezTo>
                  <a:pt x="1702" y="4971"/>
                  <a:pt x="2069" y="4571"/>
                  <a:pt x="2136" y="4071"/>
                </a:cubicBezTo>
                <a:cubicBezTo>
                  <a:pt x="2236" y="3103"/>
                  <a:pt x="2870" y="2269"/>
                  <a:pt x="3770" y="1902"/>
                </a:cubicBezTo>
                <a:cubicBezTo>
                  <a:pt x="3503" y="1269"/>
                  <a:pt x="3237" y="635"/>
                  <a:pt x="29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41">
            <a:extLst>
              <a:ext uri="{FF2B5EF4-FFF2-40B4-BE49-F238E27FC236}">
                <a16:creationId xmlns:a16="http://schemas.microsoft.com/office/drawing/2014/main" id="{284AB998-2150-CCEF-A8AF-A89926A1335A}"/>
              </a:ext>
            </a:extLst>
          </p:cNvPr>
          <p:cNvSpPr/>
          <p:nvPr/>
        </p:nvSpPr>
        <p:spPr>
          <a:xfrm>
            <a:off x="2009069" y="2717968"/>
            <a:ext cx="116357" cy="232173"/>
          </a:xfrm>
          <a:custGeom>
            <a:avLst/>
            <a:gdLst/>
            <a:ahLst/>
            <a:cxnLst/>
            <a:rect l="l" t="t" r="r" b="b"/>
            <a:pathLst>
              <a:path w="7540" h="15045" extrusionOk="0">
                <a:moveTo>
                  <a:pt x="2169" y="0"/>
                </a:moveTo>
                <a:cubicBezTo>
                  <a:pt x="1502" y="601"/>
                  <a:pt x="768" y="1134"/>
                  <a:pt x="1" y="1568"/>
                </a:cubicBezTo>
                <a:cubicBezTo>
                  <a:pt x="2269" y="5804"/>
                  <a:pt x="3937" y="10341"/>
                  <a:pt x="4904" y="15044"/>
                </a:cubicBezTo>
                <a:cubicBezTo>
                  <a:pt x="5838" y="14477"/>
                  <a:pt x="6706" y="13844"/>
                  <a:pt x="7539" y="13110"/>
                </a:cubicBezTo>
                <a:cubicBezTo>
                  <a:pt x="6572" y="9440"/>
                  <a:pt x="4904" y="4504"/>
                  <a:pt x="2169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1">
            <a:extLst>
              <a:ext uri="{FF2B5EF4-FFF2-40B4-BE49-F238E27FC236}">
                <a16:creationId xmlns:a16="http://schemas.microsoft.com/office/drawing/2014/main" id="{305F9765-7EB8-17A9-CFD5-53F8618F4785}"/>
              </a:ext>
            </a:extLst>
          </p:cNvPr>
          <p:cNvSpPr/>
          <p:nvPr/>
        </p:nvSpPr>
        <p:spPr>
          <a:xfrm>
            <a:off x="1906632" y="2757597"/>
            <a:ext cx="131279" cy="248655"/>
          </a:xfrm>
          <a:custGeom>
            <a:avLst/>
            <a:gdLst/>
            <a:ahLst/>
            <a:cxnLst/>
            <a:rect l="l" t="t" r="r" b="b"/>
            <a:pathLst>
              <a:path w="8507" h="16113" extrusionOk="0">
                <a:moveTo>
                  <a:pt x="4737" y="1"/>
                </a:moveTo>
                <a:cubicBezTo>
                  <a:pt x="3203" y="635"/>
                  <a:pt x="1602" y="1135"/>
                  <a:pt x="1" y="1435"/>
                </a:cubicBezTo>
                <a:cubicBezTo>
                  <a:pt x="901" y="6272"/>
                  <a:pt x="1435" y="11175"/>
                  <a:pt x="1669" y="16112"/>
                </a:cubicBezTo>
                <a:cubicBezTo>
                  <a:pt x="4004" y="15679"/>
                  <a:pt x="6305" y="15012"/>
                  <a:pt x="8507" y="14044"/>
                </a:cubicBezTo>
                <a:cubicBezTo>
                  <a:pt x="7639" y="9274"/>
                  <a:pt x="6372" y="4571"/>
                  <a:pt x="4737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41">
            <a:extLst>
              <a:ext uri="{FF2B5EF4-FFF2-40B4-BE49-F238E27FC236}">
                <a16:creationId xmlns:a16="http://schemas.microsoft.com/office/drawing/2014/main" id="{106B1B53-6A28-882E-30BF-A9688017B3C2}"/>
              </a:ext>
            </a:extLst>
          </p:cNvPr>
          <p:cNvSpPr/>
          <p:nvPr/>
        </p:nvSpPr>
        <p:spPr>
          <a:xfrm>
            <a:off x="1294586" y="2721055"/>
            <a:ext cx="85462" cy="63842"/>
          </a:xfrm>
          <a:custGeom>
            <a:avLst/>
            <a:gdLst/>
            <a:ahLst/>
            <a:cxnLst/>
            <a:rect l="l" t="t" r="r" b="b"/>
            <a:pathLst>
              <a:path w="5538" h="4137" extrusionOk="0">
                <a:moveTo>
                  <a:pt x="2781" y="0"/>
                </a:moveTo>
                <a:cubicBezTo>
                  <a:pt x="2252" y="0"/>
                  <a:pt x="1718" y="201"/>
                  <a:pt x="1301" y="601"/>
                </a:cubicBezTo>
                <a:cubicBezTo>
                  <a:pt x="0" y="1902"/>
                  <a:pt x="934" y="4137"/>
                  <a:pt x="2769" y="4137"/>
                </a:cubicBezTo>
                <a:cubicBezTo>
                  <a:pt x="4603" y="4137"/>
                  <a:pt x="5537" y="1902"/>
                  <a:pt x="4236" y="601"/>
                </a:cubicBezTo>
                <a:cubicBezTo>
                  <a:pt x="3836" y="201"/>
                  <a:pt x="3311" y="0"/>
                  <a:pt x="278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41">
            <a:extLst>
              <a:ext uri="{FF2B5EF4-FFF2-40B4-BE49-F238E27FC236}">
                <a16:creationId xmlns:a16="http://schemas.microsoft.com/office/drawing/2014/main" id="{FA881343-C8AA-B1C9-B17F-349EE35117BE}"/>
              </a:ext>
            </a:extLst>
          </p:cNvPr>
          <p:cNvSpPr/>
          <p:nvPr/>
        </p:nvSpPr>
        <p:spPr>
          <a:xfrm>
            <a:off x="1298521" y="2727227"/>
            <a:ext cx="79459" cy="57700"/>
          </a:xfrm>
          <a:custGeom>
            <a:avLst/>
            <a:gdLst/>
            <a:ahLst/>
            <a:cxnLst/>
            <a:rect l="l" t="t" r="r" b="b"/>
            <a:pathLst>
              <a:path w="5149" h="3739" extrusionOk="0">
                <a:moveTo>
                  <a:pt x="3715" y="1"/>
                </a:moveTo>
                <a:cubicBezTo>
                  <a:pt x="3915" y="601"/>
                  <a:pt x="3381" y="1302"/>
                  <a:pt x="2547" y="1569"/>
                </a:cubicBezTo>
                <a:cubicBezTo>
                  <a:pt x="2328" y="1639"/>
                  <a:pt x="2108" y="1672"/>
                  <a:pt x="1901" y="1672"/>
                </a:cubicBezTo>
                <a:cubicBezTo>
                  <a:pt x="1318" y="1672"/>
                  <a:pt x="827" y="1411"/>
                  <a:pt x="679" y="968"/>
                </a:cubicBezTo>
                <a:cubicBezTo>
                  <a:pt x="646" y="901"/>
                  <a:pt x="646" y="868"/>
                  <a:pt x="646" y="801"/>
                </a:cubicBezTo>
                <a:lnTo>
                  <a:pt x="646" y="801"/>
                </a:lnTo>
                <a:cubicBezTo>
                  <a:pt x="1" y="2214"/>
                  <a:pt x="1052" y="3739"/>
                  <a:pt x="2497" y="3739"/>
                </a:cubicBezTo>
                <a:cubicBezTo>
                  <a:pt x="2622" y="3739"/>
                  <a:pt x="2750" y="3727"/>
                  <a:pt x="2881" y="3703"/>
                </a:cubicBezTo>
                <a:cubicBezTo>
                  <a:pt x="4515" y="3403"/>
                  <a:pt x="5149" y="1368"/>
                  <a:pt x="3981" y="201"/>
                </a:cubicBezTo>
                <a:cubicBezTo>
                  <a:pt x="3915" y="134"/>
                  <a:pt x="3815" y="67"/>
                  <a:pt x="3715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41">
            <a:extLst>
              <a:ext uri="{FF2B5EF4-FFF2-40B4-BE49-F238E27FC236}">
                <a16:creationId xmlns:a16="http://schemas.microsoft.com/office/drawing/2014/main" id="{4B5C5BBA-930A-84F7-3CD1-C04B3721E0AD}"/>
              </a:ext>
            </a:extLst>
          </p:cNvPr>
          <p:cNvSpPr/>
          <p:nvPr/>
        </p:nvSpPr>
        <p:spPr>
          <a:xfrm>
            <a:off x="1343475" y="2759125"/>
            <a:ext cx="152390" cy="152406"/>
          </a:xfrm>
          <a:custGeom>
            <a:avLst/>
            <a:gdLst/>
            <a:ahLst/>
            <a:cxnLst/>
            <a:rect l="l" t="t" r="r" b="b"/>
            <a:pathLst>
              <a:path w="9875" h="9876" extrusionOk="0">
                <a:moveTo>
                  <a:pt x="908" y="1"/>
                </a:moveTo>
                <a:cubicBezTo>
                  <a:pt x="863" y="1"/>
                  <a:pt x="815" y="12"/>
                  <a:pt x="768" y="35"/>
                </a:cubicBezTo>
                <a:cubicBezTo>
                  <a:pt x="435" y="135"/>
                  <a:pt x="168" y="402"/>
                  <a:pt x="34" y="769"/>
                </a:cubicBezTo>
                <a:cubicBezTo>
                  <a:pt x="1" y="869"/>
                  <a:pt x="34" y="1003"/>
                  <a:pt x="101" y="1136"/>
                </a:cubicBezTo>
                <a:lnTo>
                  <a:pt x="8874" y="9876"/>
                </a:lnTo>
                <a:lnTo>
                  <a:pt x="9875" y="8842"/>
                </a:lnTo>
                <a:lnTo>
                  <a:pt x="1135" y="102"/>
                </a:lnTo>
                <a:cubicBezTo>
                  <a:pt x="1070" y="37"/>
                  <a:pt x="992" y="1"/>
                  <a:pt x="90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41">
            <a:extLst>
              <a:ext uri="{FF2B5EF4-FFF2-40B4-BE49-F238E27FC236}">
                <a16:creationId xmlns:a16="http://schemas.microsoft.com/office/drawing/2014/main" id="{7795ACEC-2110-CB8D-F702-82585B5E5271}"/>
              </a:ext>
            </a:extLst>
          </p:cNvPr>
          <p:cNvSpPr/>
          <p:nvPr/>
        </p:nvSpPr>
        <p:spPr>
          <a:xfrm>
            <a:off x="1315172" y="2723493"/>
            <a:ext cx="38101" cy="15077"/>
          </a:xfrm>
          <a:custGeom>
            <a:avLst/>
            <a:gdLst/>
            <a:ahLst/>
            <a:cxnLst/>
            <a:rect l="l" t="t" r="r" b="b"/>
            <a:pathLst>
              <a:path w="2469" h="977" extrusionOk="0">
                <a:moveTo>
                  <a:pt x="1410" y="1"/>
                </a:moveTo>
                <a:cubicBezTo>
                  <a:pt x="1361" y="1"/>
                  <a:pt x="1314" y="4"/>
                  <a:pt x="1268" y="9"/>
                </a:cubicBezTo>
                <a:cubicBezTo>
                  <a:pt x="1001" y="9"/>
                  <a:pt x="734" y="76"/>
                  <a:pt x="501" y="209"/>
                </a:cubicBezTo>
                <a:cubicBezTo>
                  <a:pt x="367" y="309"/>
                  <a:pt x="234" y="443"/>
                  <a:pt x="134" y="576"/>
                </a:cubicBezTo>
                <a:cubicBezTo>
                  <a:pt x="34" y="676"/>
                  <a:pt x="0" y="776"/>
                  <a:pt x="67" y="910"/>
                </a:cubicBezTo>
                <a:cubicBezTo>
                  <a:pt x="100" y="960"/>
                  <a:pt x="167" y="977"/>
                  <a:pt x="242" y="977"/>
                </a:cubicBezTo>
                <a:cubicBezTo>
                  <a:pt x="317" y="977"/>
                  <a:pt x="401" y="960"/>
                  <a:pt x="467" y="943"/>
                </a:cubicBezTo>
                <a:cubicBezTo>
                  <a:pt x="1001" y="843"/>
                  <a:pt x="1535" y="776"/>
                  <a:pt x="2035" y="776"/>
                </a:cubicBezTo>
                <a:cubicBezTo>
                  <a:pt x="2169" y="776"/>
                  <a:pt x="2269" y="776"/>
                  <a:pt x="2369" y="710"/>
                </a:cubicBezTo>
                <a:cubicBezTo>
                  <a:pt x="2469" y="643"/>
                  <a:pt x="2469" y="510"/>
                  <a:pt x="2402" y="410"/>
                </a:cubicBezTo>
                <a:cubicBezTo>
                  <a:pt x="2335" y="309"/>
                  <a:pt x="2235" y="243"/>
                  <a:pt x="2102" y="176"/>
                </a:cubicBezTo>
                <a:cubicBezTo>
                  <a:pt x="1908" y="65"/>
                  <a:pt x="1646" y="1"/>
                  <a:pt x="1410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41">
            <a:extLst>
              <a:ext uri="{FF2B5EF4-FFF2-40B4-BE49-F238E27FC236}">
                <a16:creationId xmlns:a16="http://schemas.microsoft.com/office/drawing/2014/main" id="{4B0D8176-D5C5-4C18-6E16-BA82FDC10C85}"/>
              </a:ext>
            </a:extLst>
          </p:cNvPr>
          <p:cNvSpPr/>
          <p:nvPr/>
        </p:nvSpPr>
        <p:spPr>
          <a:xfrm>
            <a:off x="1398567" y="2794758"/>
            <a:ext cx="267682" cy="280151"/>
          </a:xfrm>
          <a:custGeom>
            <a:avLst/>
            <a:gdLst/>
            <a:ahLst/>
            <a:cxnLst/>
            <a:rect l="l" t="t" r="r" b="b"/>
            <a:pathLst>
              <a:path w="17346" h="18154" extrusionOk="0">
                <a:moveTo>
                  <a:pt x="7524" y="1"/>
                </a:moveTo>
                <a:cubicBezTo>
                  <a:pt x="6874" y="1"/>
                  <a:pt x="6285" y="156"/>
                  <a:pt x="5771" y="462"/>
                </a:cubicBezTo>
                <a:cubicBezTo>
                  <a:pt x="1401" y="3197"/>
                  <a:pt x="0" y="8901"/>
                  <a:pt x="2569" y="13371"/>
                </a:cubicBezTo>
                <a:cubicBezTo>
                  <a:pt x="4331" y="16437"/>
                  <a:pt x="7553" y="18154"/>
                  <a:pt x="10867" y="18154"/>
                </a:cubicBezTo>
                <a:cubicBezTo>
                  <a:pt x="12384" y="18154"/>
                  <a:pt x="13920" y="17794"/>
                  <a:pt x="15344" y="17040"/>
                </a:cubicBezTo>
                <a:cubicBezTo>
                  <a:pt x="16579" y="16340"/>
                  <a:pt x="17346" y="14805"/>
                  <a:pt x="17346" y="12670"/>
                </a:cubicBezTo>
                <a:cubicBezTo>
                  <a:pt x="17346" y="8334"/>
                  <a:pt x="14310" y="3063"/>
                  <a:pt x="10574" y="929"/>
                </a:cubicBezTo>
                <a:cubicBezTo>
                  <a:pt x="9465" y="306"/>
                  <a:pt x="8435" y="1"/>
                  <a:pt x="7524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1">
            <a:extLst>
              <a:ext uri="{FF2B5EF4-FFF2-40B4-BE49-F238E27FC236}">
                <a16:creationId xmlns:a16="http://schemas.microsoft.com/office/drawing/2014/main" id="{77226521-988C-B74F-6ADC-149FF262EDA9}"/>
              </a:ext>
            </a:extLst>
          </p:cNvPr>
          <p:cNvSpPr/>
          <p:nvPr/>
        </p:nvSpPr>
        <p:spPr>
          <a:xfrm>
            <a:off x="1403088" y="2911006"/>
            <a:ext cx="263161" cy="166711"/>
          </a:xfrm>
          <a:custGeom>
            <a:avLst/>
            <a:gdLst/>
            <a:ahLst/>
            <a:cxnLst/>
            <a:rect l="l" t="t" r="r" b="b"/>
            <a:pathLst>
              <a:path w="17053" h="10803" extrusionOk="0">
                <a:moveTo>
                  <a:pt x="775" y="0"/>
                </a:moveTo>
                <a:cubicBezTo>
                  <a:pt x="0" y="6090"/>
                  <a:pt x="4855" y="10802"/>
                  <a:pt x="10274" y="10802"/>
                </a:cubicBezTo>
                <a:cubicBezTo>
                  <a:pt x="11861" y="10802"/>
                  <a:pt x="13495" y="10398"/>
                  <a:pt x="15051" y="9507"/>
                </a:cubicBezTo>
                <a:cubicBezTo>
                  <a:pt x="16286" y="8807"/>
                  <a:pt x="17053" y="7272"/>
                  <a:pt x="17053" y="5137"/>
                </a:cubicBezTo>
                <a:cubicBezTo>
                  <a:pt x="17020" y="4203"/>
                  <a:pt x="16919" y="3303"/>
                  <a:pt x="16686" y="2402"/>
                </a:cubicBezTo>
                <a:cubicBezTo>
                  <a:pt x="16653" y="5137"/>
                  <a:pt x="15018" y="7906"/>
                  <a:pt x="9781" y="8406"/>
                </a:cubicBezTo>
                <a:cubicBezTo>
                  <a:pt x="9531" y="8428"/>
                  <a:pt x="9285" y="8439"/>
                  <a:pt x="9043" y="8439"/>
                </a:cubicBezTo>
                <a:cubicBezTo>
                  <a:pt x="4497" y="8439"/>
                  <a:pt x="1313" y="4656"/>
                  <a:pt x="775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1">
            <a:extLst>
              <a:ext uri="{FF2B5EF4-FFF2-40B4-BE49-F238E27FC236}">
                <a16:creationId xmlns:a16="http://schemas.microsoft.com/office/drawing/2014/main" id="{F82C2B07-3847-CDB3-31CA-68AD8669CE99}"/>
              </a:ext>
            </a:extLst>
          </p:cNvPr>
          <p:cNvSpPr/>
          <p:nvPr/>
        </p:nvSpPr>
        <p:spPr>
          <a:xfrm>
            <a:off x="1433566" y="2925343"/>
            <a:ext cx="83919" cy="108270"/>
          </a:xfrm>
          <a:custGeom>
            <a:avLst/>
            <a:gdLst/>
            <a:ahLst/>
            <a:cxnLst/>
            <a:rect l="l" t="t" r="r" b="b"/>
            <a:pathLst>
              <a:path w="5438" h="7016" extrusionOk="0">
                <a:moveTo>
                  <a:pt x="1517" y="0"/>
                </a:moveTo>
                <a:cubicBezTo>
                  <a:pt x="621" y="0"/>
                  <a:pt x="0" y="710"/>
                  <a:pt x="0" y="1940"/>
                </a:cubicBezTo>
                <a:cubicBezTo>
                  <a:pt x="101" y="3841"/>
                  <a:pt x="1101" y="5576"/>
                  <a:pt x="2736" y="6643"/>
                </a:cubicBezTo>
                <a:cubicBezTo>
                  <a:pt x="3163" y="6896"/>
                  <a:pt x="3570" y="7015"/>
                  <a:pt x="3933" y="7015"/>
                </a:cubicBezTo>
                <a:cubicBezTo>
                  <a:pt x="4817" y="7015"/>
                  <a:pt x="5438" y="6305"/>
                  <a:pt x="5438" y="5076"/>
                </a:cubicBezTo>
                <a:cubicBezTo>
                  <a:pt x="5338" y="3174"/>
                  <a:pt x="4304" y="1406"/>
                  <a:pt x="2736" y="372"/>
                </a:cubicBezTo>
                <a:cubicBezTo>
                  <a:pt x="2299" y="120"/>
                  <a:pt x="1885" y="0"/>
                  <a:pt x="151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1">
            <a:extLst>
              <a:ext uri="{FF2B5EF4-FFF2-40B4-BE49-F238E27FC236}">
                <a16:creationId xmlns:a16="http://schemas.microsoft.com/office/drawing/2014/main" id="{D4AD255F-01CB-1741-D213-83D1FA859F31}"/>
              </a:ext>
            </a:extLst>
          </p:cNvPr>
          <p:cNvSpPr/>
          <p:nvPr/>
        </p:nvSpPr>
        <p:spPr>
          <a:xfrm>
            <a:off x="1448489" y="2925343"/>
            <a:ext cx="68996" cy="99443"/>
          </a:xfrm>
          <a:custGeom>
            <a:avLst/>
            <a:gdLst/>
            <a:ahLst/>
            <a:cxnLst/>
            <a:rect l="l" t="t" r="r" b="b"/>
            <a:pathLst>
              <a:path w="4471" h="6444" extrusionOk="0">
                <a:moveTo>
                  <a:pt x="543" y="0"/>
                </a:moveTo>
                <a:cubicBezTo>
                  <a:pt x="495" y="0"/>
                  <a:pt x="448" y="2"/>
                  <a:pt x="401" y="5"/>
                </a:cubicBezTo>
                <a:cubicBezTo>
                  <a:pt x="134" y="406"/>
                  <a:pt x="1" y="873"/>
                  <a:pt x="1" y="1373"/>
                </a:cubicBezTo>
                <a:cubicBezTo>
                  <a:pt x="134" y="3274"/>
                  <a:pt x="1135" y="5009"/>
                  <a:pt x="2736" y="6076"/>
                </a:cubicBezTo>
                <a:cubicBezTo>
                  <a:pt x="3136" y="6343"/>
                  <a:pt x="3603" y="6443"/>
                  <a:pt x="4104" y="6443"/>
                </a:cubicBezTo>
                <a:cubicBezTo>
                  <a:pt x="4371" y="6010"/>
                  <a:pt x="4471" y="5543"/>
                  <a:pt x="4471" y="5076"/>
                </a:cubicBezTo>
                <a:cubicBezTo>
                  <a:pt x="4371" y="3174"/>
                  <a:pt x="3337" y="1406"/>
                  <a:pt x="1769" y="372"/>
                </a:cubicBezTo>
                <a:cubicBezTo>
                  <a:pt x="1379" y="132"/>
                  <a:pt x="962" y="0"/>
                  <a:pt x="543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1">
            <a:extLst>
              <a:ext uri="{FF2B5EF4-FFF2-40B4-BE49-F238E27FC236}">
                <a16:creationId xmlns:a16="http://schemas.microsoft.com/office/drawing/2014/main" id="{A855CF95-8FFC-F6EA-1FB7-14D9D831413F}"/>
              </a:ext>
            </a:extLst>
          </p:cNvPr>
          <p:cNvSpPr/>
          <p:nvPr/>
        </p:nvSpPr>
        <p:spPr>
          <a:xfrm>
            <a:off x="1450557" y="2961453"/>
            <a:ext cx="66928" cy="63333"/>
          </a:xfrm>
          <a:custGeom>
            <a:avLst/>
            <a:gdLst/>
            <a:ahLst/>
            <a:cxnLst/>
            <a:rect l="l" t="t" r="r" b="b"/>
            <a:pathLst>
              <a:path w="4337" h="4104" extrusionOk="0">
                <a:moveTo>
                  <a:pt x="0" y="0"/>
                </a:moveTo>
                <a:cubicBezTo>
                  <a:pt x="367" y="1535"/>
                  <a:pt x="1268" y="2869"/>
                  <a:pt x="2602" y="3736"/>
                </a:cubicBezTo>
                <a:cubicBezTo>
                  <a:pt x="3002" y="4003"/>
                  <a:pt x="3469" y="4103"/>
                  <a:pt x="3970" y="4103"/>
                </a:cubicBezTo>
                <a:cubicBezTo>
                  <a:pt x="4237" y="3670"/>
                  <a:pt x="4337" y="3203"/>
                  <a:pt x="4337" y="2736"/>
                </a:cubicBezTo>
                <a:cubicBezTo>
                  <a:pt x="4337" y="2269"/>
                  <a:pt x="4237" y="1802"/>
                  <a:pt x="4103" y="1368"/>
                </a:cubicBezTo>
                <a:cubicBezTo>
                  <a:pt x="3848" y="1828"/>
                  <a:pt x="3404" y="2018"/>
                  <a:pt x="2900" y="2018"/>
                </a:cubicBezTo>
                <a:cubicBezTo>
                  <a:pt x="1757" y="2018"/>
                  <a:pt x="301" y="1041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1">
            <a:extLst>
              <a:ext uri="{FF2B5EF4-FFF2-40B4-BE49-F238E27FC236}">
                <a16:creationId xmlns:a16="http://schemas.microsoft.com/office/drawing/2014/main" id="{56A7F86C-AC42-56D3-6123-C294ED10C906}"/>
              </a:ext>
            </a:extLst>
          </p:cNvPr>
          <p:cNvSpPr/>
          <p:nvPr/>
        </p:nvSpPr>
        <p:spPr>
          <a:xfrm>
            <a:off x="1517470" y="2417987"/>
            <a:ext cx="496245" cy="402310"/>
          </a:xfrm>
          <a:custGeom>
            <a:avLst/>
            <a:gdLst/>
            <a:ahLst/>
            <a:cxnLst/>
            <a:rect l="l" t="t" r="r" b="b"/>
            <a:pathLst>
              <a:path w="32157" h="26070" extrusionOk="0">
                <a:moveTo>
                  <a:pt x="22337" y="0"/>
                </a:moveTo>
                <a:cubicBezTo>
                  <a:pt x="20640" y="0"/>
                  <a:pt x="18948" y="442"/>
                  <a:pt x="17446" y="1326"/>
                </a:cubicBezTo>
                <a:lnTo>
                  <a:pt x="12276" y="4328"/>
                </a:lnTo>
                <a:cubicBezTo>
                  <a:pt x="4671" y="8732"/>
                  <a:pt x="1" y="16837"/>
                  <a:pt x="1" y="25610"/>
                </a:cubicBezTo>
                <a:cubicBezTo>
                  <a:pt x="1" y="25744"/>
                  <a:pt x="101" y="25877"/>
                  <a:pt x="234" y="25944"/>
                </a:cubicBezTo>
                <a:cubicBezTo>
                  <a:pt x="418" y="26027"/>
                  <a:pt x="618" y="26069"/>
                  <a:pt x="822" y="26069"/>
                </a:cubicBezTo>
                <a:cubicBezTo>
                  <a:pt x="1026" y="26069"/>
                  <a:pt x="1235" y="26027"/>
                  <a:pt x="1435" y="25944"/>
                </a:cubicBezTo>
                <a:cubicBezTo>
                  <a:pt x="1568" y="25877"/>
                  <a:pt x="1635" y="25744"/>
                  <a:pt x="1669" y="25610"/>
                </a:cubicBezTo>
                <a:cubicBezTo>
                  <a:pt x="1669" y="17438"/>
                  <a:pt x="6038" y="9866"/>
                  <a:pt x="13110" y="5796"/>
                </a:cubicBezTo>
                <a:lnTo>
                  <a:pt x="18280" y="2794"/>
                </a:lnTo>
                <a:cubicBezTo>
                  <a:pt x="19583" y="2047"/>
                  <a:pt x="20968" y="1705"/>
                  <a:pt x="22319" y="1705"/>
                </a:cubicBezTo>
                <a:cubicBezTo>
                  <a:pt x="26402" y="1705"/>
                  <a:pt x="30180" y="4829"/>
                  <a:pt x="30456" y="9365"/>
                </a:cubicBezTo>
                <a:lnTo>
                  <a:pt x="30456" y="9766"/>
                </a:lnTo>
                <a:cubicBezTo>
                  <a:pt x="31256" y="10166"/>
                  <a:pt x="32124" y="10700"/>
                  <a:pt x="32124" y="10700"/>
                </a:cubicBezTo>
                <a:lnTo>
                  <a:pt x="32124" y="9866"/>
                </a:lnTo>
                <a:cubicBezTo>
                  <a:pt x="32157" y="6330"/>
                  <a:pt x="30289" y="3094"/>
                  <a:pt x="27253" y="1326"/>
                </a:cubicBezTo>
                <a:cubicBezTo>
                  <a:pt x="25736" y="442"/>
                  <a:pt x="24034" y="0"/>
                  <a:pt x="2233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1">
            <a:extLst>
              <a:ext uri="{FF2B5EF4-FFF2-40B4-BE49-F238E27FC236}">
                <a16:creationId xmlns:a16="http://schemas.microsoft.com/office/drawing/2014/main" id="{AB5E23C6-8B60-10C7-F2D9-EDC420E79476}"/>
              </a:ext>
            </a:extLst>
          </p:cNvPr>
          <p:cNvSpPr/>
          <p:nvPr/>
        </p:nvSpPr>
        <p:spPr>
          <a:xfrm>
            <a:off x="1457239" y="2816655"/>
            <a:ext cx="170924" cy="255491"/>
          </a:xfrm>
          <a:custGeom>
            <a:avLst/>
            <a:gdLst/>
            <a:ahLst/>
            <a:cxnLst/>
            <a:rect l="l" t="t" r="r" b="b"/>
            <a:pathLst>
              <a:path w="11076" h="16556" extrusionOk="0">
                <a:moveTo>
                  <a:pt x="938" y="1"/>
                </a:moveTo>
                <a:cubicBezTo>
                  <a:pt x="826" y="1"/>
                  <a:pt x="714" y="4"/>
                  <a:pt x="601" y="10"/>
                </a:cubicBezTo>
                <a:cubicBezTo>
                  <a:pt x="401" y="177"/>
                  <a:pt x="168" y="343"/>
                  <a:pt x="1" y="510"/>
                </a:cubicBezTo>
                <a:cubicBezTo>
                  <a:pt x="334" y="444"/>
                  <a:pt x="668" y="377"/>
                  <a:pt x="1002" y="377"/>
                </a:cubicBezTo>
                <a:cubicBezTo>
                  <a:pt x="2036" y="410"/>
                  <a:pt x="3036" y="744"/>
                  <a:pt x="3904" y="1277"/>
                </a:cubicBezTo>
                <a:cubicBezTo>
                  <a:pt x="7606" y="3412"/>
                  <a:pt x="10575" y="8583"/>
                  <a:pt x="10575" y="12819"/>
                </a:cubicBezTo>
                <a:cubicBezTo>
                  <a:pt x="10575" y="14487"/>
                  <a:pt x="10141" y="15755"/>
                  <a:pt x="9341" y="16555"/>
                </a:cubicBezTo>
                <a:cubicBezTo>
                  <a:pt x="9574" y="16488"/>
                  <a:pt x="9841" y="16422"/>
                  <a:pt x="10108" y="16322"/>
                </a:cubicBezTo>
                <a:cubicBezTo>
                  <a:pt x="10742" y="15288"/>
                  <a:pt x="11075" y="14053"/>
                  <a:pt x="11009" y="12819"/>
                </a:cubicBezTo>
                <a:cubicBezTo>
                  <a:pt x="11009" y="8449"/>
                  <a:pt x="7907" y="3112"/>
                  <a:pt x="4137" y="911"/>
                </a:cubicBezTo>
                <a:cubicBezTo>
                  <a:pt x="3167" y="304"/>
                  <a:pt x="2059" y="1"/>
                  <a:pt x="938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1">
            <a:extLst>
              <a:ext uri="{FF2B5EF4-FFF2-40B4-BE49-F238E27FC236}">
                <a16:creationId xmlns:a16="http://schemas.microsoft.com/office/drawing/2014/main" id="{E15F4FFB-7FC0-6B77-4B68-0CF95CBF8BAB}"/>
              </a:ext>
            </a:extLst>
          </p:cNvPr>
          <p:cNvSpPr/>
          <p:nvPr/>
        </p:nvSpPr>
        <p:spPr>
          <a:xfrm>
            <a:off x="1457239" y="2816655"/>
            <a:ext cx="170924" cy="255491"/>
          </a:xfrm>
          <a:custGeom>
            <a:avLst/>
            <a:gdLst/>
            <a:ahLst/>
            <a:cxnLst/>
            <a:rect l="l" t="t" r="r" b="b"/>
            <a:pathLst>
              <a:path w="11076" h="16556" extrusionOk="0">
                <a:moveTo>
                  <a:pt x="938" y="1"/>
                </a:moveTo>
                <a:cubicBezTo>
                  <a:pt x="826" y="1"/>
                  <a:pt x="714" y="4"/>
                  <a:pt x="601" y="10"/>
                </a:cubicBezTo>
                <a:cubicBezTo>
                  <a:pt x="401" y="177"/>
                  <a:pt x="168" y="343"/>
                  <a:pt x="1" y="510"/>
                </a:cubicBezTo>
                <a:cubicBezTo>
                  <a:pt x="334" y="444"/>
                  <a:pt x="668" y="377"/>
                  <a:pt x="1002" y="377"/>
                </a:cubicBezTo>
                <a:cubicBezTo>
                  <a:pt x="2036" y="410"/>
                  <a:pt x="3036" y="744"/>
                  <a:pt x="3904" y="1277"/>
                </a:cubicBezTo>
                <a:cubicBezTo>
                  <a:pt x="7606" y="3412"/>
                  <a:pt x="10575" y="8583"/>
                  <a:pt x="10575" y="12819"/>
                </a:cubicBezTo>
                <a:cubicBezTo>
                  <a:pt x="10575" y="14487"/>
                  <a:pt x="10141" y="15755"/>
                  <a:pt x="9341" y="16555"/>
                </a:cubicBezTo>
                <a:cubicBezTo>
                  <a:pt x="9574" y="16488"/>
                  <a:pt x="9841" y="16422"/>
                  <a:pt x="10108" y="16322"/>
                </a:cubicBezTo>
                <a:cubicBezTo>
                  <a:pt x="10742" y="15288"/>
                  <a:pt x="11075" y="14053"/>
                  <a:pt x="11009" y="12819"/>
                </a:cubicBezTo>
                <a:cubicBezTo>
                  <a:pt x="11009" y="8449"/>
                  <a:pt x="7907" y="3112"/>
                  <a:pt x="4137" y="911"/>
                </a:cubicBezTo>
                <a:cubicBezTo>
                  <a:pt x="3167" y="304"/>
                  <a:pt x="2059" y="1"/>
                  <a:pt x="93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41">
            <a:extLst>
              <a:ext uri="{FF2B5EF4-FFF2-40B4-BE49-F238E27FC236}">
                <a16:creationId xmlns:a16="http://schemas.microsoft.com/office/drawing/2014/main" id="{B7AE5F38-74FE-93F4-53DE-04E73B08040A}"/>
              </a:ext>
            </a:extLst>
          </p:cNvPr>
          <p:cNvSpPr/>
          <p:nvPr/>
        </p:nvSpPr>
        <p:spPr>
          <a:xfrm>
            <a:off x="3190970" y="3392019"/>
            <a:ext cx="631629" cy="601953"/>
          </a:xfrm>
          <a:custGeom>
            <a:avLst/>
            <a:gdLst/>
            <a:ahLst/>
            <a:cxnLst/>
            <a:rect l="l" t="t" r="r" b="b"/>
            <a:pathLst>
              <a:path w="40930" h="39007" extrusionOk="0">
                <a:moveTo>
                  <a:pt x="11858" y="0"/>
                </a:moveTo>
                <a:cubicBezTo>
                  <a:pt x="11543" y="0"/>
                  <a:pt x="11239" y="47"/>
                  <a:pt x="10942" y="153"/>
                </a:cubicBezTo>
                <a:cubicBezTo>
                  <a:pt x="8940" y="887"/>
                  <a:pt x="9307" y="3355"/>
                  <a:pt x="8040" y="4889"/>
                </a:cubicBezTo>
                <a:cubicBezTo>
                  <a:pt x="5171" y="8492"/>
                  <a:pt x="2803" y="14563"/>
                  <a:pt x="1935" y="20634"/>
                </a:cubicBezTo>
                <a:cubicBezTo>
                  <a:pt x="1402" y="24303"/>
                  <a:pt x="1" y="25237"/>
                  <a:pt x="468" y="26271"/>
                </a:cubicBezTo>
                <a:cubicBezTo>
                  <a:pt x="1335" y="28273"/>
                  <a:pt x="3170" y="27606"/>
                  <a:pt x="5204" y="29407"/>
                </a:cubicBezTo>
                <a:cubicBezTo>
                  <a:pt x="10408" y="34010"/>
                  <a:pt x="14478" y="35978"/>
                  <a:pt x="23417" y="37046"/>
                </a:cubicBezTo>
                <a:cubicBezTo>
                  <a:pt x="26766" y="37457"/>
                  <a:pt x="27425" y="39006"/>
                  <a:pt x="29014" y="39006"/>
                </a:cubicBezTo>
                <a:cubicBezTo>
                  <a:pt x="29230" y="39006"/>
                  <a:pt x="29463" y="38978"/>
                  <a:pt x="29722" y="38914"/>
                </a:cubicBezTo>
                <a:cubicBezTo>
                  <a:pt x="31790" y="38413"/>
                  <a:pt x="30456" y="35978"/>
                  <a:pt x="34025" y="31108"/>
                </a:cubicBezTo>
                <a:cubicBezTo>
                  <a:pt x="36027" y="28306"/>
                  <a:pt x="37628" y="24303"/>
                  <a:pt x="38295" y="18733"/>
                </a:cubicBezTo>
                <a:cubicBezTo>
                  <a:pt x="38728" y="15430"/>
                  <a:pt x="40930" y="13863"/>
                  <a:pt x="39496" y="11995"/>
                </a:cubicBezTo>
                <a:cubicBezTo>
                  <a:pt x="38061" y="10093"/>
                  <a:pt x="37127" y="10960"/>
                  <a:pt x="33325" y="8292"/>
                </a:cubicBezTo>
                <a:cubicBezTo>
                  <a:pt x="29555" y="5657"/>
                  <a:pt x="26019" y="3588"/>
                  <a:pt x="18981" y="2121"/>
                </a:cubicBezTo>
                <a:cubicBezTo>
                  <a:pt x="15752" y="1469"/>
                  <a:pt x="13630" y="0"/>
                  <a:pt x="11858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41">
            <a:extLst>
              <a:ext uri="{FF2B5EF4-FFF2-40B4-BE49-F238E27FC236}">
                <a16:creationId xmlns:a16="http://schemas.microsoft.com/office/drawing/2014/main" id="{E48CBC86-2457-A146-9ACA-3E9F5C0730A5}"/>
              </a:ext>
            </a:extLst>
          </p:cNvPr>
          <p:cNvSpPr/>
          <p:nvPr/>
        </p:nvSpPr>
        <p:spPr>
          <a:xfrm>
            <a:off x="3618233" y="3592989"/>
            <a:ext cx="171727" cy="384687"/>
          </a:xfrm>
          <a:custGeom>
            <a:avLst/>
            <a:gdLst/>
            <a:ahLst/>
            <a:cxnLst/>
            <a:rect l="l" t="t" r="r" b="b"/>
            <a:pathLst>
              <a:path w="11128" h="24928" extrusionOk="0">
                <a:moveTo>
                  <a:pt x="10021" y="1"/>
                </a:moveTo>
                <a:cubicBezTo>
                  <a:pt x="9626" y="1"/>
                  <a:pt x="9090" y="231"/>
                  <a:pt x="8406" y="773"/>
                </a:cubicBezTo>
                <a:cubicBezTo>
                  <a:pt x="6905" y="1974"/>
                  <a:pt x="4904" y="4642"/>
                  <a:pt x="2335" y="10947"/>
                </a:cubicBezTo>
                <a:cubicBezTo>
                  <a:pt x="100" y="16451"/>
                  <a:pt x="0" y="22188"/>
                  <a:pt x="734" y="23989"/>
                </a:cubicBezTo>
                <a:cubicBezTo>
                  <a:pt x="1015" y="24648"/>
                  <a:pt x="1322" y="24928"/>
                  <a:pt x="1620" y="24928"/>
                </a:cubicBezTo>
                <a:cubicBezTo>
                  <a:pt x="2137" y="24928"/>
                  <a:pt x="2627" y="24086"/>
                  <a:pt x="2902" y="22922"/>
                </a:cubicBezTo>
                <a:cubicBezTo>
                  <a:pt x="3436" y="20754"/>
                  <a:pt x="5571" y="18886"/>
                  <a:pt x="7873" y="13715"/>
                </a:cubicBezTo>
                <a:cubicBezTo>
                  <a:pt x="10274" y="8312"/>
                  <a:pt x="9407" y="5943"/>
                  <a:pt x="10508" y="3074"/>
                </a:cubicBezTo>
                <a:cubicBezTo>
                  <a:pt x="11128" y="1452"/>
                  <a:pt x="11015" y="1"/>
                  <a:pt x="10021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41">
            <a:extLst>
              <a:ext uri="{FF2B5EF4-FFF2-40B4-BE49-F238E27FC236}">
                <a16:creationId xmlns:a16="http://schemas.microsoft.com/office/drawing/2014/main" id="{7AE135C4-D751-9320-040C-DC7963FC4E0B}"/>
              </a:ext>
            </a:extLst>
          </p:cNvPr>
          <p:cNvSpPr/>
          <p:nvPr/>
        </p:nvSpPr>
        <p:spPr>
          <a:xfrm>
            <a:off x="3201787" y="3804638"/>
            <a:ext cx="411307" cy="180692"/>
          </a:xfrm>
          <a:custGeom>
            <a:avLst/>
            <a:gdLst/>
            <a:ahLst/>
            <a:cxnLst/>
            <a:rect l="l" t="t" r="r" b="b"/>
            <a:pathLst>
              <a:path w="26653" h="11709" extrusionOk="0">
                <a:moveTo>
                  <a:pt x="0" y="0"/>
                </a:moveTo>
                <a:cubicBezTo>
                  <a:pt x="968" y="1435"/>
                  <a:pt x="2635" y="1034"/>
                  <a:pt x="4503" y="2669"/>
                </a:cubicBezTo>
                <a:cubicBezTo>
                  <a:pt x="6105" y="4137"/>
                  <a:pt x="7873" y="5471"/>
                  <a:pt x="9741" y="6605"/>
                </a:cubicBezTo>
                <a:cubicBezTo>
                  <a:pt x="7506" y="4804"/>
                  <a:pt x="7039" y="2502"/>
                  <a:pt x="5337" y="1602"/>
                </a:cubicBezTo>
                <a:cubicBezTo>
                  <a:pt x="3269" y="434"/>
                  <a:pt x="1635" y="1235"/>
                  <a:pt x="0" y="0"/>
                </a:cubicBezTo>
                <a:close/>
                <a:moveTo>
                  <a:pt x="12943" y="8140"/>
                </a:moveTo>
                <a:cubicBezTo>
                  <a:pt x="15578" y="9174"/>
                  <a:pt x="18647" y="9841"/>
                  <a:pt x="22716" y="10341"/>
                </a:cubicBezTo>
                <a:cubicBezTo>
                  <a:pt x="24118" y="10475"/>
                  <a:pt x="25452" y="10975"/>
                  <a:pt x="26653" y="11709"/>
                </a:cubicBezTo>
                <a:cubicBezTo>
                  <a:pt x="25118" y="10475"/>
                  <a:pt x="24518" y="8506"/>
                  <a:pt x="22049" y="8306"/>
                </a:cubicBezTo>
                <a:cubicBezTo>
                  <a:pt x="21867" y="8289"/>
                  <a:pt x="21659" y="8282"/>
                  <a:pt x="21430" y="8282"/>
                </a:cubicBezTo>
                <a:cubicBezTo>
                  <a:pt x="20215" y="8282"/>
                  <a:pt x="18400" y="8487"/>
                  <a:pt x="16502" y="8487"/>
                </a:cubicBezTo>
                <a:cubicBezTo>
                  <a:pt x="15306" y="8487"/>
                  <a:pt x="14076" y="8406"/>
                  <a:pt x="12943" y="814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1">
            <a:extLst>
              <a:ext uri="{FF2B5EF4-FFF2-40B4-BE49-F238E27FC236}">
                <a16:creationId xmlns:a16="http://schemas.microsoft.com/office/drawing/2014/main" id="{79E990F2-5D21-44D6-A2E0-6FDBF877FCEE}"/>
              </a:ext>
            </a:extLst>
          </p:cNvPr>
          <p:cNvSpPr/>
          <p:nvPr/>
        </p:nvSpPr>
        <p:spPr>
          <a:xfrm>
            <a:off x="3240907" y="3457389"/>
            <a:ext cx="436538" cy="295552"/>
          </a:xfrm>
          <a:custGeom>
            <a:avLst/>
            <a:gdLst/>
            <a:ahLst/>
            <a:cxnLst/>
            <a:rect l="l" t="t" r="r" b="b"/>
            <a:pathLst>
              <a:path w="28288" h="19152" extrusionOk="0">
                <a:moveTo>
                  <a:pt x="13353" y="1"/>
                </a:moveTo>
                <a:cubicBezTo>
                  <a:pt x="12824" y="1"/>
                  <a:pt x="12297" y="18"/>
                  <a:pt x="11775" y="53"/>
                </a:cubicBezTo>
                <a:cubicBezTo>
                  <a:pt x="5037" y="1054"/>
                  <a:pt x="1668" y="7358"/>
                  <a:pt x="534" y="13262"/>
                </a:cubicBezTo>
                <a:cubicBezTo>
                  <a:pt x="0" y="15931"/>
                  <a:pt x="768" y="17766"/>
                  <a:pt x="2335" y="18700"/>
                </a:cubicBezTo>
                <a:cubicBezTo>
                  <a:pt x="2861" y="19003"/>
                  <a:pt x="3632" y="19152"/>
                  <a:pt x="4482" y="19152"/>
                </a:cubicBezTo>
                <a:cubicBezTo>
                  <a:pt x="6060" y="19152"/>
                  <a:pt x="7911" y="18641"/>
                  <a:pt x="8973" y="17666"/>
                </a:cubicBezTo>
                <a:cubicBezTo>
                  <a:pt x="10174" y="16565"/>
                  <a:pt x="11108" y="15264"/>
                  <a:pt x="12476" y="13963"/>
                </a:cubicBezTo>
                <a:cubicBezTo>
                  <a:pt x="13377" y="13129"/>
                  <a:pt x="14477" y="12562"/>
                  <a:pt x="15645" y="12228"/>
                </a:cubicBezTo>
                <a:cubicBezTo>
                  <a:pt x="18881" y="11461"/>
                  <a:pt x="20515" y="11728"/>
                  <a:pt x="23084" y="11394"/>
                </a:cubicBezTo>
                <a:cubicBezTo>
                  <a:pt x="24284" y="11261"/>
                  <a:pt x="25952" y="10827"/>
                  <a:pt x="26886" y="9893"/>
                </a:cubicBezTo>
                <a:cubicBezTo>
                  <a:pt x="27854" y="8993"/>
                  <a:pt x="28287" y="7658"/>
                  <a:pt x="28054" y="6391"/>
                </a:cubicBezTo>
                <a:cubicBezTo>
                  <a:pt x="27887" y="5357"/>
                  <a:pt x="27320" y="4423"/>
                  <a:pt x="26486" y="3822"/>
                </a:cubicBezTo>
                <a:cubicBezTo>
                  <a:pt x="22662" y="1283"/>
                  <a:pt x="17900" y="1"/>
                  <a:pt x="13353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1">
            <a:extLst>
              <a:ext uri="{FF2B5EF4-FFF2-40B4-BE49-F238E27FC236}">
                <a16:creationId xmlns:a16="http://schemas.microsoft.com/office/drawing/2014/main" id="{8019CD4F-B9DE-D0CA-48B6-0A606E41E1F0}"/>
              </a:ext>
            </a:extLst>
          </p:cNvPr>
          <p:cNvSpPr/>
          <p:nvPr/>
        </p:nvSpPr>
        <p:spPr>
          <a:xfrm>
            <a:off x="2583553" y="3324536"/>
            <a:ext cx="526105" cy="483019"/>
          </a:xfrm>
          <a:custGeom>
            <a:avLst/>
            <a:gdLst/>
            <a:ahLst/>
            <a:cxnLst/>
            <a:rect l="l" t="t" r="r" b="b"/>
            <a:pathLst>
              <a:path w="34092" h="31300" extrusionOk="0">
                <a:moveTo>
                  <a:pt x="24960" y="0"/>
                </a:moveTo>
                <a:cubicBezTo>
                  <a:pt x="23573" y="0"/>
                  <a:pt x="21855" y="1087"/>
                  <a:pt x="19314" y="1557"/>
                </a:cubicBezTo>
                <a:cubicBezTo>
                  <a:pt x="13643" y="2591"/>
                  <a:pt x="9307" y="4492"/>
                  <a:pt x="6205" y="6560"/>
                </a:cubicBezTo>
                <a:cubicBezTo>
                  <a:pt x="3103" y="8629"/>
                  <a:pt x="2369" y="7928"/>
                  <a:pt x="1168" y="9396"/>
                </a:cubicBezTo>
                <a:cubicBezTo>
                  <a:pt x="0" y="10897"/>
                  <a:pt x="1735" y="12164"/>
                  <a:pt x="2002" y="14833"/>
                </a:cubicBezTo>
                <a:cubicBezTo>
                  <a:pt x="2435" y="19303"/>
                  <a:pt x="3636" y="22605"/>
                  <a:pt x="5204" y="24840"/>
                </a:cubicBezTo>
                <a:cubicBezTo>
                  <a:pt x="7973" y="28843"/>
                  <a:pt x="6839" y="30778"/>
                  <a:pt x="8506" y="31211"/>
                </a:cubicBezTo>
                <a:cubicBezTo>
                  <a:pt x="8733" y="31272"/>
                  <a:pt x="8934" y="31299"/>
                  <a:pt x="9121" y="31299"/>
                </a:cubicBezTo>
                <a:cubicBezTo>
                  <a:pt x="10366" y="31299"/>
                  <a:pt x="10941" y="30105"/>
                  <a:pt x="13610" y="29844"/>
                </a:cubicBezTo>
                <a:cubicBezTo>
                  <a:pt x="20815" y="29177"/>
                  <a:pt x="25585" y="27342"/>
                  <a:pt x="29822" y="23739"/>
                </a:cubicBezTo>
                <a:cubicBezTo>
                  <a:pt x="31489" y="22338"/>
                  <a:pt x="32957" y="22906"/>
                  <a:pt x="33724" y="21304"/>
                </a:cubicBezTo>
                <a:cubicBezTo>
                  <a:pt x="34091" y="20504"/>
                  <a:pt x="32991" y="19737"/>
                  <a:pt x="32657" y="16768"/>
                </a:cubicBezTo>
                <a:cubicBezTo>
                  <a:pt x="32057" y="11864"/>
                  <a:pt x="30289" y="6961"/>
                  <a:pt x="28054" y="3992"/>
                </a:cubicBezTo>
                <a:cubicBezTo>
                  <a:pt x="27053" y="2724"/>
                  <a:pt x="27387" y="790"/>
                  <a:pt x="25785" y="156"/>
                </a:cubicBezTo>
                <a:cubicBezTo>
                  <a:pt x="25522" y="47"/>
                  <a:pt x="25248" y="0"/>
                  <a:pt x="24960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1">
            <a:extLst>
              <a:ext uri="{FF2B5EF4-FFF2-40B4-BE49-F238E27FC236}">
                <a16:creationId xmlns:a16="http://schemas.microsoft.com/office/drawing/2014/main" id="{D1DB2076-5CE7-F0D3-7889-CD9248D76A21}"/>
              </a:ext>
            </a:extLst>
          </p:cNvPr>
          <p:cNvSpPr/>
          <p:nvPr/>
        </p:nvSpPr>
        <p:spPr>
          <a:xfrm>
            <a:off x="2583553" y="3324536"/>
            <a:ext cx="526105" cy="483019"/>
          </a:xfrm>
          <a:custGeom>
            <a:avLst/>
            <a:gdLst/>
            <a:ahLst/>
            <a:cxnLst/>
            <a:rect l="l" t="t" r="r" b="b"/>
            <a:pathLst>
              <a:path w="34092" h="31300" extrusionOk="0">
                <a:moveTo>
                  <a:pt x="24960" y="0"/>
                </a:moveTo>
                <a:cubicBezTo>
                  <a:pt x="23573" y="0"/>
                  <a:pt x="21855" y="1087"/>
                  <a:pt x="19314" y="1557"/>
                </a:cubicBezTo>
                <a:cubicBezTo>
                  <a:pt x="13643" y="2591"/>
                  <a:pt x="9307" y="4492"/>
                  <a:pt x="6205" y="6560"/>
                </a:cubicBezTo>
                <a:cubicBezTo>
                  <a:pt x="3103" y="8629"/>
                  <a:pt x="2369" y="7928"/>
                  <a:pt x="1168" y="9396"/>
                </a:cubicBezTo>
                <a:cubicBezTo>
                  <a:pt x="0" y="10897"/>
                  <a:pt x="1735" y="12164"/>
                  <a:pt x="2002" y="14833"/>
                </a:cubicBezTo>
                <a:cubicBezTo>
                  <a:pt x="2435" y="19303"/>
                  <a:pt x="3636" y="22605"/>
                  <a:pt x="5204" y="24840"/>
                </a:cubicBezTo>
                <a:cubicBezTo>
                  <a:pt x="7973" y="28843"/>
                  <a:pt x="6839" y="30778"/>
                  <a:pt x="8506" y="31211"/>
                </a:cubicBezTo>
                <a:cubicBezTo>
                  <a:pt x="8733" y="31272"/>
                  <a:pt x="8934" y="31299"/>
                  <a:pt x="9121" y="31299"/>
                </a:cubicBezTo>
                <a:cubicBezTo>
                  <a:pt x="10366" y="31299"/>
                  <a:pt x="10941" y="30105"/>
                  <a:pt x="13610" y="29844"/>
                </a:cubicBezTo>
                <a:cubicBezTo>
                  <a:pt x="20815" y="29177"/>
                  <a:pt x="25585" y="27342"/>
                  <a:pt x="29822" y="23739"/>
                </a:cubicBezTo>
                <a:cubicBezTo>
                  <a:pt x="31489" y="22338"/>
                  <a:pt x="32957" y="22906"/>
                  <a:pt x="33724" y="21304"/>
                </a:cubicBezTo>
                <a:cubicBezTo>
                  <a:pt x="34091" y="20504"/>
                  <a:pt x="32991" y="19737"/>
                  <a:pt x="32657" y="16768"/>
                </a:cubicBezTo>
                <a:cubicBezTo>
                  <a:pt x="32057" y="11864"/>
                  <a:pt x="30289" y="6961"/>
                  <a:pt x="28054" y="3992"/>
                </a:cubicBezTo>
                <a:cubicBezTo>
                  <a:pt x="27053" y="2724"/>
                  <a:pt x="27387" y="790"/>
                  <a:pt x="25785" y="156"/>
                </a:cubicBezTo>
                <a:cubicBezTo>
                  <a:pt x="25522" y="47"/>
                  <a:pt x="25248" y="0"/>
                  <a:pt x="2496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1">
            <a:extLst>
              <a:ext uri="{FF2B5EF4-FFF2-40B4-BE49-F238E27FC236}">
                <a16:creationId xmlns:a16="http://schemas.microsoft.com/office/drawing/2014/main" id="{C12CF06B-C4B1-E394-64BD-7F9D86A3F5BD}"/>
              </a:ext>
            </a:extLst>
          </p:cNvPr>
          <p:cNvSpPr/>
          <p:nvPr/>
        </p:nvSpPr>
        <p:spPr>
          <a:xfrm>
            <a:off x="2609525" y="3482775"/>
            <a:ext cx="132591" cy="312095"/>
          </a:xfrm>
          <a:custGeom>
            <a:avLst/>
            <a:gdLst/>
            <a:ahLst/>
            <a:cxnLst/>
            <a:rect l="l" t="t" r="r" b="b"/>
            <a:pathLst>
              <a:path w="8592" h="20224" extrusionOk="0">
                <a:moveTo>
                  <a:pt x="908" y="0"/>
                </a:moveTo>
                <a:cubicBezTo>
                  <a:pt x="125" y="0"/>
                  <a:pt x="1" y="1171"/>
                  <a:pt x="452" y="2478"/>
                </a:cubicBezTo>
                <a:cubicBezTo>
                  <a:pt x="1286" y="4813"/>
                  <a:pt x="552" y="6714"/>
                  <a:pt x="2387" y="11084"/>
                </a:cubicBezTo>
                <a:cubicBezTo>
                  <a:pt x="4121" y="15287"/>
                  <a:pt x="5823" y="16821"/>
                  <a:pt x="6190" y="18589"/>
                </a:cubicBezTo>
                <a:cubicBezTo>
                  <a:pt x="6382" y="19529"/>
                  <a:pt x="6766" y="20223"/>
                  <a:pt x="7184" y="20223"/>
                </a:cubicBezTo>
                <a:cubicBezTo>
                  <a:pt x="7418" y="20223"/>
                  <a:pt x="7663" y="20005"/>
                  <a:pt x="7891" y="19490"/>
                </a:cubicBezTo>
                <a:cubicBezTo>
                  <a:pt x="8558" y="18055"/>
                  <a:pt x="8591" y="13419"/>
                  <a:pt x="6890" y="8982"/>
                </a:cubicBezTo>
                <a:cubicBezTo>
                  <a:pt x="4922" y="3845"/>
                  <a:pt x="3354" y="1677"/>
                  <a:pt x="2187" y="643"/>
                </a:cubicBezTo>
                <a:cubicBezTo>
                  <a:pt x="1649" y="192"/>
                  <a:pt x="1224" y="0"/>
                  <a:pt x="908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1">
            <a:extLst>
              <a:ext uri="{FF2B5EF4-FFF2-40B4-BE49-F238E27FC236}">
                <a16:creationId xmlns:a16="http://schemas.microsoft.com/office/drawing/2014/main" id="{0B0522CD-DCC6-5929-3F49-7DD7857D2BAD}"/>
              </a:ext>
            </a:extLst>
          </p:cNvPr>
          <p:cNvSpPr/>
          <p:nvPr/>
        </p:nvSpPr>
        <p:spPr>
          <a:xfrm>
            <a:off x="2744154" y="3658961"/>
            <a:ext cx="356231" cy="142606"/>
          </a:xfrm>
          <a:custGeom>
            <a:avLst/>
            <a:gdLst/>
            <a:ahLst/>
            <a:cxnLst/>
            <a:rect l="l" t="t" r="r" b="b"/>
            <a:pathLst>
              <a:path w="23084" h="9241" extrusionOk="0">
                <a:moveTo>
                  <a:pt x="23084" y="0"/>
                </a:moveTo>
                <a:lnTo>
                  <a:pt x="23084" y="0"/>
                </a:lnTo>
                <a:cubicBezTo>
                  <a:pt x="21750" y="1001"/>
                  <a:pt x="20482" y="334"/>
                  <a:pt x="18781" y="1201"/>
                </a:cubicBezTo>
                <a:cubicBezTo>
                  <a:pt x="17380" y="1902"/>
                  <a:pt x="16980" y="3736"/>
                  <a:pt x="15145" y="5137"/>
                </a:cubicBezTo>
                <a:cubicBezTo>
                  <a:pt x="16646" y="4270"/>
                  <a:pt x="18080" y="3236"/>
                  <a:pt x="19415" y="2102"/>
                </a:cubicBezTo>
                <a:cubicBezTo>
                  <a:pt x="20949" y="801"/>
                  <a:pt x="22283" y="1168"/>
                  <a:pt x="23084" y="0"/>
                </a:cubicBezTo>
                <a:close/>
                <a:moveTo>
                  <a:pt x="3981" y="6567"/>
                </a:moveTo>
                <a:cubicBezTo>
                  <a:pt x="3907" y="6567"/>
                  <a:pt x="3837" y="6569"/>
                  <a:pt x="3770" y="6572"/>
                </a:cubicBezTo>
                <a:cubicBezTo>
                  <a:pt x="1802" y="6705"/>
                  <a:pt x="1268" y="8240"/>
                  <a:pt x="1" y="9240"/>
                </a:cubicBezTo>
                <a:cubicBezTo>
                  <a:pt x="968" y="8640"/>
                  <a:pt x="2069" y="8306"/>
                  <a:pt x="3203" y="8206"/>
                </a:cubicBezTo>
                <a:cubicBezTo>
                  <a:pt x="6472" y="7873"/>
                  <a:pt x="8940" y="7406"/>
                  <a:pt x="11075" y="6638"/>
                </a:cubicBezTo>
                <a:lnTo>
                  <a:pt x="11075" y="6638"/>
                </a:lnTo>
                <a:cubicBezTo>
                  <a:pt x="10305" y="6804"/>
                  <a:pt x="9484" y="6862"/>
                  <a:pt x="8671" y="6862"/>
                </a:cubicBezTo>
                <a:cubicBezTo>
                  <a:pt x="6832" y="6862"/>
                  <a:pt x="5037" y="6567"/>
                  <a:pt x="3981" y="65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41">
            <a:extLst>
              <a:ext uri="{FF2B5EF4-FFF2-40B4-BE49-F238E27FC236}">
                <a16:creationId xmlns:a16="http://schemas.microsoft.com/office/drawing/2014/main" id="{03B10040-5712-5584-BA11-B5F055C981EC}"/>
              </a:ext>
            </a:extLst>
          </p:cNvPr>
          <p:cNvSpPr/>
          <p:nvPr/>
        </p:nvSpPr>
        <p:spPr>
          <a:xfrm>
            <a:off x="2700404" y="3375584"/>
            <a:ext cx="370644" cy="239936"/>
          </a:xfrm>
          <a:custGeom>
            <a:avLst/>
            <a:gdLst/>
            <a:ahLst/>
            <a:cxnLst/>
            <a:rect l="l" t="t" r="r" b="b"/>
            <a:pathLst>
              <a:path w="24018" h="15548" extrusionOk="0">
                <a:moveTo>
                  <a:pt x="12977" y="0"/>
                </a:moveTo>
                <a:cubicBezTo>
                  <a:pt x="9308" y="0"/>
                  <a:pt x="5113" y="883"/>
                  <a:pt x="2169" y="2752"/>
                </a:cubicBezTo>
                <a:cubicBezTo>
                  <a:pt x="1535" y="3186"/>
                  <a:pt x="367" y="4320"/>
                  <a:pt x="234" y="5154"/>
                </a:cubicBezTo>
                <a:cubicBezTo>
                  <a:pt x="0" y="6188"/>
                  <a:pt x="334" y="7255"/>
                  <a:pt x="1068" y="8023"/>
                </a:cubicBezTo>
                <a:cubicBezTo>
                  <a:pt x="1835" y="8756"/>
                  <a:pt x="3169" y="9157"/>
                  <a:pt x="4137" y="9290"/>
                </a:cubicBezTo>
                <a:cubicBezTo>
                  <a:pt x="4693" y="9371"/>
                  <a:pt x="5239" y="9394"/>
                  <a:pt x="5793" y="9394"/>
                </a:cubicBezTo>
                <a:cubicBezTo>
                  <a:pt x="6519" y="9394"/>
                  <a:pt x="7258" y="9355"/>
                  <a:pt x="8053" y="9355"/>
                </a:cubicBezTo>
                <a:cubicBezTo>
                  <a:pt x="8912" y="9355"/>
                  <a:pt x="9836" y="9400"/>
                  <a:pt x="10875" y="9590"/>
                </a:cubicBezTo>
                <a:cubicBezTo>
                  <a:pt x="12042" y="9891"/>
                  <a:pt x="13110" y="10458"/>
                  <a:pt x="14044" y="11225"/>
                </a:cubicBezTo>
                <a:cubicBezTo>
                  <a:pt x="15111" y="12292"/>
                  <a:pt x="15812" y="13360"/>
                  <a:pt x="16779" y="14260"/>
                </a:cubicBezTo>
                <a:cubicBezTo>
                  <a:pt x="17636" y="15095"/>
                  <a:pt x="19209" y="15548"/>
                  <a:pt x="20510" y="15548"/>
                </a:cubicBezTo>
                <a:cubicBezTo>
                  <a:pt x="21133" y="15548"/>
                  <a:pt x="21694" y="15444"/>
                  <a:pt x="22083" y="15228"/>
                </a:cubicBezTo>
                <a:cubicBezTo>
                  <a:pt x="23384" y="14494"/>
                  <a:pt x="24018" y="13060"/>
                  <a:pt x="23651" y="10891"/>
                </a:cubicBezTo>
                <a:cubicBezTo>
                  <a:pt x="22850" y="6155"/>
                  <a:pt x="20282" y="984"/>
                  <a:pt x="14878" y="84"/>
                </a:cubicBezTo>
                <a:cubicBezTo>
                  <a:pt x="14267" y="28"/>
                  <a:pt x="13631" y="0"/>
                  <a:pt x="12977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41">
            <a:extLst>
              <a:ext uri="{FF2B5EF4-FFF2-40B4-BE49-F238E27FC236}">
                <a16:creationId xmlns:a16="http://schemas.microsoft.com/office/drawing/2014/main" id="{93E7E179-7B55-95BC-D091-F21C7786EED4}"/>
              </a:ext>
            </a:extLst>
          </p:cNvPr>
          <p:cNvSpPr/>
          <p:nvPr/>
        </p:nvSpPr>
        <p:spPr>
          <a:xfrm>
            <a:off x="2797687" y="3994065"/>
            <a:ext cx="246078" cy="243500"/>
          </a:xfrm>
          <a:custGeom>
            <a:avLst/>
            <a:gdLst/>
            <a:ahLst/>
            <a:cxnLst/>
            <a:rect l="l" t="t" r="r" b="b"/>
            <a:pathLst>
              <a:path w="15946" h="15779" extrusionOk="0">
                <a:moveTo>
                  <a:pt x="8474" y="1"/>
                </a:moveTo>
                <a:lnTo>
                  <a:pt x="1" y="5071"/>
                </a:lnTo>
                <a:lnTo>
                  <a:pt x="9141" y="15779"/>
                </a:lnTo>
                <a:cubicBezTo>
                  <a:pt x="9141" y="15779"/>
                  <a:pt x="14211" y="15512"/>
                  <a:pt x="15078" y="13077"/>
                </a:cubicBezTo>
                <a:cubicBezTo>
                  <a:pt x="15946" y="10675"/>
                  <a:pt x="13777" y="8173"/>
                  <a:pt x="12510" y="7306"/>
                </a:cubicBezTo>
                <a:lnTo>
                  <a:pt x="8474" y="1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1">
            <a:extLst>
              <a:ext uri="{FF2B5EF4-FFF2-40B4-BE49-F238E27FC236}">
                <a16:creationId xmlns:a16="http://schemas.microsoft.com/office/drawing/2014/main" id="{4D5F80E2-9A68-B021-3328-147E2C6079AB}"/>
              </a:ext>
            </a:extLst>
          </p:cNvPr>
          <p:cNvSpPr/>
          <p:nvPr/>
        </p:nvSpPr>
        <p:spPr>
          <a:xfrm>
            <a:off x="2965509" y="4161888"/>
            <a:ext cx="153933" cy="316154"/>
          </a:xfrm>
          <a:custGeom>
            <a:avLst/>
            <a:gdLst/>
            <a:ahLst/>
            <a:cxnLst/>
            <a:rect l="l" t="t" r="r" b="b"/>
            <a:pathLst>
              <a:path w="9975" h="20487" extrusionOk="0">
                <a:moveTo>
                  <a:pt x="6305" y="0"/>
                </a:moveTo>
                <a:cubicBezTo>
                  <a:pt x="6305" y="0"/>
                  <a:pt x="734" y="17279"/>
                  <a:pt x="367" y="18447"/>
                </a:cubicBezTo>
                <a:cubicBezTo>
                  <a:pt x="0" y="19614"/>
                  <a:pt x="1968" y="20482"/>
                  <a:pt x="1968" y="20482"/>
                </a:cubicBezTo>
                <a:cubicBezTo>
                  <a:pt x="2036" y="20485"/>
                  <a:pt x="2103" y="20487"/>
                  <a:pt x="2170" y="20487"/>
                </a:cubicBezTo>
                <a:cubicBezTo>
                  <a:pt x="2763" y="20487"/>
                  <a:pt x="3330" y="20355"/>
                  <a:pt x="3870" y="20115"/>
                </a:cubicBezTo>
                <a:cubicBezTo>
                  <a:pt x="5438" y="19281"/>
                  <a:pt x="7339" y="17613"/>
                  <a:pt x="8673" y="14010"/>
                </a:cubicBezTo>
                <a:cubicBezTo>
                  <a:pt x="9974" y="10374"/>
                  <a:pt x="9007" y="9040"/>
                  <a:pt x="8540" y="7572"/>
                </a:cubicBezTo>
                <a:cubicBezTo>
                  <a:pt x="8106" y="6271"/>
                  <a:pt x="7906" y="5971"/>
                  <a:pt x="7639" y="4937"/>
                </a:cubicBezTo>
                <a:cubicBezTo>
                  <a:pt x="7406" y="3903"/>
                  <a:pt x="7606" y="1668"/>
                  <a:pt x="7306" y="1201"/>
                </a:cubicBezTo>
                <a:cubicBezTo>
                  <a:pt x="7072" y="734"/>
                  <a:pt x="6705" y="334"/>
                  <a:pt x="630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1">
            <a:extLst>
              <a:ext uri="{FF2B5EF4-FFF2-40B4-BE49-F238E27FC236}">
                <a16:creationId xmlns:a16="http://schemas.microsoft.com/office/drawing/2014/main" id="{C0D22AF5-BCC1-5951-A90F-97EF7D209527}"/>
              </a:ext>
            </a:extLst>
          </p:cNvPr>
          <p:cNvSpPr/>
          <p:nvPr/>
        </p:nvSpPr>
        <p:spPr>
          <a:xfrm>
            <a:off x="2922778" y="4104311"/>
            <a:ext cx="181726" cy="366231"/>
          </a:xfrm>
          <a:custGeom>
            <a:avLst/>
            <a:gdLst/>
            <a:ahLst/>
            <a:cxnLst/>
            <a:rect l="l" t="t" r="r" b="b"/>
            <a:pathLst>
              <a:path w="11776" h="23732" extrusionOk="0">
                <a:moveTo>
                  <a:pt x="4745" y="1"/>
                </a:moveTo>
                <a:cubicBezTo>
                  <a:pt x="4643" y="1"/>
                  <a:pt x="4543" y="47"/>
                  <a:pt x="4437" y="162"/>
                </a:cubicBezTo>
                <a:lnTo>
                  <a:pt x="5038" y="996"/>
                </a:lnTo>
                <a:cubicBezTo>
                  <a:pt x="6005" y="2464"/>
                  <a:pt x="5104" y="3031"/>
                  <a:pt x="5038" y="3765"/>
                </a:cubicBezTo>
                <a:cubicBezTo>
                  <a:pt x="5038" y="4599"/>
                  <a:pt x="5138" y="5399"/>
                  <a:pt x="5304" y="6200"/>
                </a:cubicBezTo>
                <a:cubicBezTo>
                  <a:pt x="4675" y="5287"/>
                  <a:pt x="4402" y="4523"/>
                  <a:pt x="3702" y="4523"/>
                </a:cubicBezTo>
                <a:cubicBezTo>
                  <a:pt x="3659" y="4523"/>
                  <a:pt x="3615" y="4526"/>
                  <a:pt x="3570" y="4532"/>
                </a:cubicBezTo>
                <a:cubicBezTo>
                  <a:pt x="2769" y="4599"/>
                  <a:pt x="2669" y="4565"/>
                  <a:pt x="1468" y="5599"/>
                </a:cubicBezTo>
                <a:cubicBezTo>
                  <a:pt x="301" y="6600"/>
                  <a:pt x="1" y="7000"/>
                  <a:pt x="34" y="7334"/>
                </a:cubicBezTo>
                <a:cubicBezTo>
                  <a:pt x="67" y="7734"/>
                  <a:pt x="568" y="8335"/>
                  <a:pt x="768" y="8668"/>
                </a:cubicBezTo>
                <a:cubicBezTo>
                  <a:pt x="1468" y="9736"/>
                  <a:pt x="1702" y="11170"/>
                  <a:pt x="1902" y="12404"/>
                </a:cubicBezTo>
                <a:cubicBezTo>
                  <a:pt x="2836" y="18242"/>
                  <a:pt x="401" y="21110"/>
                  <a:pt x="3403" y="23445"/>
                </a:cubicBezTo>
                <a:cubicBezTo>
                  <a:pt x="3658" y="23615"/>
                  <a:pt x="3989" y="23731"/>
                  <a:pt x="4402" y="23731"/>
                </a:cubicBezTo>
                <a:cubicBezTo>
                  <a:pt x="5452" y="23731"/>
                  <a:pt x="7029" y="22980"/>
                  <a:pt x="9207" y="20443"/>
                </a:cubicBezTo>
                <a:cubicBezTo>
                  <a:pt x="10742" y="18642"/>
                  <a:pt x="11776" y="14839"/>
                  <a:pt x="11309" y="13071"/>
                </a:cubicBezTo>
                <a:cubicBezTo>
                  <a:pt x="10808" y="11303"/>
                  <a:pt x="10075" y="10136"/>
                  <a:pt x="9774" y="8768"/>
                </a:cubicBezTo>
                <a:cubicBezTo>
                  <a:pt x="9474" y="7401"/>
                  <a:pt x="9774" y="4899"/>
                  <a:pt x="9107" y="3731"/>
                </a:cubicBezTo>
                <a:cubicBezTo>
                  <a:pt x="8640" y="3064"/>
                  <a:pt x="8040" y="2497"/>
                  <a:pt x="7339" y="2097"/>
                </a:cubicBezTo>
                <a:cubicBezTo>
                  <a:pt x="6806" y="1730"/>
                  <a:pt x="6205" y="829"/>
                  <a:pt x="5638" y="496"/>
                </a:cubicBezTo>
                <a:cubicBezTo>
                  <a:pt x="5258" y="282"/>
                  <a:pt x="4997" y="1"/>
                  <a:pt x="4745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41">
            <a:extLst>
              <a:ext uri="{FF2B5EF4-FFF2-40B4-BE49-F238E27FC236}">
                <a16:creationId xmlns:a16="http://schemas.microsoft.com/office/drawing/2014/main" id="{A17CE0B1-6C80-BDDD-B420-30AED5F3FA01}"/>
              </a:ext>
            </a:extLst>
          </p:cNvPr>
          <p:cNvSpPr/>
          <p:nvPr/>
        </p:nvSpPr>
        <p:spPr>
          <a:xfrm>
            <a:off x="2922778" y="4104311"/>
            <a:ext cx="181726" cy="366231"/>
          </a:xfrm>
          <a:custGeom>
            <a:avLst/>
            <a:gdLst/>
            <a:ahLst/>
            <a:cxnLst/>
            <a:rect l="l" t="t" r="r" b="b"/>
            <a:pathLst>
              <a:path w="11776" h="23732" extrusionOk="0">
                <a:moveTo>
                  <a:pt x="4745" y="1"/>
                </a:moveTo>
                <a:cubicBezTo>
                  <a:pt x="4643" y="1"/>
                  <a:pt x="4543" y="47"/>
                  <a:pt x="4437" y="162"/>
                </a:cubicBezTo>
                <a:lnTo>
                  <a:pt x="5038" y="996"/>
                </a:lnTo>
                <a:cubicBezTo>
                  <a:pt x="6005" y="2464"/>
                  <a:pt x="5104" y="3031"/>
                  <a:pt x="5038" y="3765"/>
                </a:cubicBezTo>
                <a:cubicBezTo>
                  <a:pt x="5038" y="4599"/>
                  <a:pt x="5138" y="5399"/>
                  <a:pt x="5304" y="6200"/>
                </a:cubicBezTo>
                <a:cubicBezTo>
                  <a:pt x="4675" y="5287"/>
                  <a:pt x="4402" y="4523"/>
                  <a:pt x="3702" y="4523"/>
                </a:cubicBezTo>
                <a:cubicBezTo>
                  <a:pt x="3659" y="4523"/>
                  <a:pt x="3615" y="4526"/>
                  <a:pt x="3570" y="4532"/>
                </a:cubicBezTo>
                <a:cubicBezTo>
                  <a:pt x="2769" y="4599"/>
                  <a:pt x="2669" y="4565"/>
                  <a:pt x="1468" y="5599"/>
                </a:cubicBezTo>
                <a:cubicBezTo>
                  <a:pt x="301" y="6600"/>
                  <a:pt x="1" y="7000"/>
                  <a:pt x="34" y="7334"/>
                </a:cubicBezTo>
                <a:cubicBezTo>
                  <a:pt x="67" y="7734"/>
                  <a:pt x="568" y="8335"/>
                  <a:pt x="768" y="8668"/>
                </a:cubicBezTo>
                <a:cubicBezTo>
                  <a:pt x="1468" y="9736"/>
                  <a:pt x="1702" y="11170"/>
                  <a:pt x="1902" y="12404"/>
                </a:cubicBezTo>
                <a:cubicBezTo>
                  <a:pt x="2836" y="18242"/>
                  <a:pt x="401" y="21110"/>
                  <a:pt x="3403" y="23445"/>
                </a:cubicBezTo>
                <a:cubicBezTo>
                  <a:pt x="3658" y="23615"/>
                  <a:pt x="3989" y="23731"/>
                  <a:pt x="4402" y="23731"/>
                </a:cubicBezTo>
                <a:cubicBezTo>
                  <a:pt x="5452" y="23731"/>
                  <a:pt x="7029" y="22980"/>
                  <a:pt x="9207" y="20443"/>
                </a:cubicBezTo>
                <a:cubicBezTo>
                  <a:pt x="10742" y="18642"/>
                  <a:pt x="11776" y="14839"/>
                  <a:pt x="11309" y="13071"/>
                </a:cubicBezTo>
                <a:cubicBezTo>
                  <a:pt x="10808" y="11303"/>
                  <a:pt x="10075" y="10136"/>
                  <a:pt x="9774" y="8768"/>
                </a:cubicBezTo>
                <a:cubicBezTo>
                  <a:pt x="9474" y="7401"/>
                  <a:pt x="9774" y="4899"/>
                  <a:pt x="9107" y="3731"/>
                </a:cubicBezTo>
                <a:cubicBezTo>
                  <a:pt x="8640" y="3064"/>
                  <a:pt x="8040" y="2497"/>
                  <a:pt x="7339" y="2097"/>
                </a:cubicBezTo>
                <a:cubicBezTo>
                  <a:pt x="6806" y="1730"/>
                  <a:pt x="6205" y="829"/>
                  <a:pt x="5638" y="496"/>
                </a:cubicBezTo>
                <a:cubicBezTo>
                  <a:pt x="5258" y="282"/>
                  <a:pt x="4997" y="1"/>
                  <a:pt x="474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41">
            <a:extLst>
              <a:ext uri="{FF2B5EF4-FFF2-40B4-BE49-F238E27FC236}">
                <a16:creationId xmlns:a16="http://schemas.microsoft.com/office/drawing/2014/main" id="{65288E76-16AD-1499-8DE0-0A0A569CEA2D}"/>
              </a:ext>
            </a:extLst>
          </p:cNvPr>
          <p:cNvSpPr/>
          <p:nvPr/>
        </p:nvSpPr>
        <p:spPr>
          <a:xfrm>
            <a:off x="2951605" y="4279247"/>
            <a:ext cx="152900" cy="191294"/>
          </a:xfrm>
          <a:custGeom>
            <a:avLst/>
            <a:gdLst/>
            <a:ahLst/>
            <a:cxnLst/>
            <a:rect l="l" t="t" r="r" b="b"/>
            <a:pathLst>
              <a:path w="9908" h="12396" extrusionOk="0">
                <a:moveTo>
                  <a:pt x="8840" y="1"/>
                </a:moveTo>
                <a:cubicBezTo>
                  <a:pt x="8840" y="134"/>
                  <a:pt x="8874" y="234"/>
                  <a:pt x="8907" y="334"/>
                </a:cubicBezTo>
                <a:cubicBezTo>
                  <a:pt x="8907" y="568"/>
                  <a:pt x="8940" y="801"/>
                  <a:pt x="8940" y="1035"/>
                </a:cubicBezTo>
                <a:cubicBezTo>
                  <a:pt x="9040" y="1935"/>
                  <a:pt x="8907" y="2836"/>
                  <a:pt x="8540" y="3670"/>
                </a:cubicBezTo>
                <a:cubicBezTo>
                  <a:pt x="8173" y="4371"/>
                  <a:pt x="7339" y="6172"/>
                  <a:pt x="6339" y="6172"/>
                </a:cubicBezTo>
                <a:cubicBezTo>
                  <a:pt x="5805" y="6172"/>
                  <a:pt x="5338" y="5605"/>
                  <a:pt x="5171" y="4971"/>
                </a:cubicBezTo>
                <a:cubicBezTo>
                  <a:pt x="5104" y="4704"/>
                  <a:pt x="4971" y="3970"/>
                  <a:pt x="4971" y="3970"/>
                </a:cubicBezTo>
                <a:cubicBezTo>
                  <a:pt x="4070" y="4137"/>
                  <a:pt x="3203" y="4471"/>
                  <a:pt x="2369" y="4904"/>
                </a:cubicBezTo>
                <a:cubicBezTo>
                  <a:pt x="935" y="5772"/>
                  <a:pt x="968" y="5972"/>
                  <a:pt x="968" y="5972"/>
                </a:cubicBezTo>
                <a:cubicBezTo>
                  <a:pt x="1035" y="6405"/>
                  <a:pt x="1035" y="6806"/>
                  <a:pt x="968" y="7239"/>
                </a:cubicBezTo>
                <a:cubicBezTo>
                  <a:pt x="868" y="7673"/>
                  <a:pt x="668" y="8107"/>
                  <a:pt x="368" y="8440"/>
                </a:cubicBezTo>
                <a:cubicBezTo>
                  <a:pt x="268" y="8574"/>
                  <a:pt x="134" y="8640"/>
                  <a:pt x="1" y="8740"/>
                </a:cubicBezTo>
                <a:cubicBezTo>
                  <a:pt x="1" y="10075"/>
                  <a:pt x="301" y="11142"/>
                  <a:pt x="1568" y="12109"/>
                </a:cubicBezTo>
                <a:cubicBezTo>
                  <a:pt x="1813" y="12279"/>
                  <a:pt x="2138" y="12395"/>
                  <a:pt x="2547" y="12395"/>
                </a:cubicBezTo>
                <a:cubicBezTo>
                  <a:pt x="3584" y="12395"/>
                  <a:pt x="5161" y="11644"/>
                  <a:pt x="7339" y="9107"/>
                </a:cubicBezTo>
                <a:cubicBezTo>
                  <a:pt x="8874" y="7306"/>
                  <a:pt x="9908" y="3503"/>
                  <a:pt x="9441" y="1735"/>
                </a:cubicBezTo>
                <a:cubicBezTo>
                  <a:pt x="9274" y="1135"/>
                  <a:pt x="9074" y="568"/>
                  <a:pt x="88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41">
            <a:extLst>
              <a:ext uri="{FF2B5EF4-FFF2-40B4-BE49-F238E27FC236}">
                <a16:creationId xmlns:a16="http://schemas.microsoft.com/office/drawing/2014/main" id="{5AE08EE4-2AF9-B39D-D28D-D4DEA1CB6F3F}"/>
              </a:ext>
            </a:extLst>
          </p:cNvPr>
          <p:cNvSpPr/>
          <p:nvPr/>
        </p:nvSpPr>
        <p:spPr>
          <a:xfrm>
            <a:off x="2948519" y="4275127"/>
            <a:ext cx="23688" cy="111465"/>
          </a:xfrm>
          <a:custGeom>
            <a:avLst/>
            <a:gdLst/>
            <a:ahLst/>
            <a:cxnLst/>
            <a:rect l="l" t="t" r="r" b="b"/>
            <a:pathLst>
              <a:path w="1535" h="7223" extrusionOk="0">
                <a:moveTo>
                  <a:pt x="1" y="1"/>
                </a:moveTo>
                <a:cubicBezTo>
                  <a:pt x="101" y="468"/>
                  <a:pt x="167" y="902"/>
                  <a:pt x="234" y="1335"/>
                </a:cubicBezTo>
                <a:cubicBezTo>
                  <a:pt x="468" y="2870"/>
                  <a:pt x="534" y="4437"/>
                  <a:pt x="401" y="5972"/>
                </a:cubicBezTo>
                <a:cubicBezTo>
                  <a:pt x="671" y="6859"/>
                  <a:pt x="941" y="7222"/>
                  <a:pt x="1140" y="7222"/>
                </a:cubicBezTo>
                <a:cubicBezTo>
                  <a:pt x="1285" y="7222"/>
                  <a:pt x="1393" y="7029"/>
                  <a:pt x="1435" y="6706"/>
                </a:cubicBezTo>
                <a:cubicBezTo>
                  <a:pt x="1535" y="5938"/>
                  <a:pt x="634" y="2703"/>
                  <a:pt x="1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41">
            <a:extLst>
              <a:ext uri="{FF2B5EF4-FFF2-40B4-BE49-F238E27FC236}">
                <a16:creationId xmlns:a16="http://schemas.microsoft.com/office/drawing/2014/main" id="{345BB78B-D12A-AB87-224C-A920B98F9BE8}"/>
              </a:ext>
            </a:extLst>
          </p:cNvPr>
          <p:cNvSpPr/>
          <p:nvPr/>
        </p:nvSpPr>
        <p:spPr>
          <a:xfrm>
            <a:off x="2990725" y="4104126"/>
            <a:ext cx="53549" cy="249750"/>
          </a:xfrm>
          <a:custGeom>
            <a:avLst/>
            <a:gdLst/>
            <a:ahLst/>
            <a:cxnLst/>
            <a:rect l="l" t="t" r="r" b="b"/>
            <a:pathLst>
              <a:path w="3470" h="16184" extrusionOk="0">
                <a:moveTo>
                  <a:pt x="339" y="0"/>
                </a:moveTo>
                <a:cubicBezTo>
                  <a:pt x="232" y="0"/>
                  <a:pt x="124" y="51"/>
                  <a:pt x="1" y="174"/>
                </a:cubicBezTo>
                <a:lnTo>
                  <a:pt x="635" y="1008"/>
                </a:lnTo>
                <a:cubicBezTo>
                  <a:pt x="1569" y="2476"/>
                  <a:pt x="701" y="3043"/>
                  <a:pt x="635" y="3777"/>
                </a:cubicBezTo>
                <a:cubicBezTo>
                  <a:pt x="635" y="4611"/>
                  <a:pt x="701" y="5411"/>
                  <a:pt x="901" y="6178"/>
                </a:cubicBezTo>
                <a:cubicBezTo>
                  <a:pt x="1368" y="8747"/>
                  <a:pt x="1869" y="9614"/>
                  <a:pt x="2036" y="12016"/>
                </a:cubicBezTo>
                <a:cubicBezTo>
                  <a:pt x="2202" y="14418"/>
                  <a:pt x="1635" y="15985"/>
                  <a:pt x="1969" y="16152"/>
                </a:cubicBezTo>
                <a:cubicBezTo>
                  <a:pt x="2017" y="16171"/>
                  <a:pt x="2073" y="16183"/>
                  <a:pt x="2134" y="16183"/>
                </a:cubicBezTo>
                <a:cubicBezTo>
                  <a:pt x="2495" y="16183"/>
                  <a:pt x="3037" y="15777"/>
                  <a:pt x="3236" y="14151"/>
                </a:cubicBezTo>
                <a:cubicBezTo>
                  <a:pt x="3470" y="12249"/>
                  <a:pt x="2736" y="8980"/>
                  <a:pt x="2236" y="7446"/>
                </a:cubicBezTo>
                <a:cubicBezTo>
                  <a:pt x="1702" y="5878"/>
                  <a:pt x="1302" y="4244"/>
                  <a:pt x="1469" y="3243"/>
                </a:cubicBezTo>
                <a:cubicBezTo>
                  <a:pt x="1602" y="2509"/>
                  <a:pt x="2002" y="1408"/>
                  <a:pt x="1602" y="708"/>
                </a:cubicBezTo>
                <a:cubicBezTo>
                  <a:pt x="1469" y="641"/>
                  <a:pt x="1335" y="574"/>
                  <a:pt x="1235" y="508"/>
                </a:cubicBezTo>
                <a:cubicBezTo>
                  <a:pt x="820" y="254"/>
                  <a:pt x="580" y="0"/>
                  <a:pt x="339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41">
            <a:extLst>
              <a:ext uri="{FF2B5EF4-FFF2-40B4-BE49-F238E27FC236}">
                <a16:creationId xmlns:a16="http://schemas.microsoft.com/office/drawing/2014/main" id="{65C630DB-814C-6951-4F30-2E4BE4EA8669}"/>
              </a:ext>
            </a:extLst>
          </p:cNvPr>
          <p:cNvSpPr/>
          <p:nvPr/>
        </p:nvSpPr>
        <p:spPr>
          <a:xfrm>
            <a:off x="2961898" y="4336392"/>
            <a:ext cx="70030" cy="40416"/>
          </a:xfrm>
          <a:custGeom>
            <a:avLst/>
            <a:gdLst/>
            <a:ahLst/>
            <a:cxnLst/>
            <a:rect l="l" t="t" r="r" b="b"/>
            <a:pathLst>
              <a:path w="4538" h="2619" extrusionOk="0">
                <a:moveTo>
                  <a:pt x="4271" y="0"/>
                </a:moveTo>
                <a:cubicBezTo>
                  <a:pt x="2469" y="301"/>
                  <a:pt x="1469" y="734"/>
                  <a:pt x="68" y="2202"/>
                </a:cubicBezTo>
                <a:cubicBezTo>
                  <a:pt x="1" y="2302"/>
                  <a:pt x="1" y="2469"/>
                  <a:pt x="68" y="2569"/>
                </a:cubicBezTo>
                <a:cubicBezTo>
                  <a:pt x="118" y="2602"/>
                  <a:pt x="184" y="2619"/>
                  <a:pt x="247" y="2619"/>
                </a:cubicBezTo>
                <a:cubicBezTo>
                  <a:pt x="309" y="2619"/>
                  <a:pt x="368" y="2602"/>
                  <a:pt x="401" y="2569"/>
                </a:cubicBezTo>
                <a:cubicBezTo>
                  <a:pt x="1735" y="1135"/>
                  <a:pt x="2636" y="768"/>
                  <a:pt x="4337" y="501"/>
                </a:cubicBezTo>
                <a:cubicBezTo>
                  <a:pt x="4371" y="501"/>
                  <a:pt x="4404" y="467"/>
                  <a:pt x="4471" y="434"/>
                </a:cubicBezTo>
                <a:cubicBezTo>
                  <a:pt x="4504" y="367"/>
                  <a:pt x="4537" y="301"/>
                  <a:pt x="4537" y="201"/>
                </a:cubicBezTo>
                <a:cubicBezTo>
                  <a:pt x="4504" y="67"/>
                  <a:pt x="4404" y="0"/>
                  <a:pt x="4271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41">
            <a:extLst>
              <a:ext uri="{FF2B5EF4-FFF2-40B4-BE49-F238E27FC236}">
                <a16:creationId xmlns:a16="http://schemas.microsoft.com/office/drawing/2014/main" id="{76CD5DD8-B2B3-57F9-91F3-3A68E0E4E0FF}"/>
              </a:ext>
            </a:extLst>
          </p:cNvPr>
          <p:cNvSpPr/>
          <p:nvPr/>
        </p:nvSpPr>
        <p:spPr>
          <a:xfrm>
            <a:off x="2955216" y="4305466"/>
            <a:ext cx="75030" cy="43425"/>
          </a:xfrm>
          <a:custGeom>
            <a:avLst/>
            <a:gdLst/>
            <a:ahLst/>
            <a:cxnLst/>
            <a:rect l="l" t="t" r="r" b="b"/>
            <a:pathLst>
              <a:path w="4862" h="2814" extrusionOk="0">
                <a:moveTo>
                  <a:pt x="4506" y="0"/>
                </a:moveTo>
                <a:cubicBezTo>
                  <a:pt x="4494" y="0"/>
                  <a:pt x="4482" y="1"/>
                  <a:pt x="4470" y="3"/>
                </a:cubicBezTo>
                <a:cubicBezTo>
                  <a:pt x="2635" y="337"/>
                  <a:pt x="1568" y="837"/>
                  <a:pt x="67" y="2405"/>
                </a:cubicBezTo>
                <a:cubicBezTo>
                  <a:pt x="0" y="2505"/>
                  <a:pt x="0" y="2672"/>
                  <a:pt x="67" y="2738"/>
                </a:cubicBezTo>
                <a:cubicBezTo>
                  <a:pt x="117" y="2788"/>
                  <a:pt x="184" y="2813"/>
                  <a:pt x="250" y="2813"/>
                </a:cubicBezTo>
                <a:cubicBezTo>
                  <a:pt x="317" y="2813"/>
                  <a:pt x="384" y="2788"/>
                  <a:pt x="434" y="2738"/>
                </a:cubicBezTo>
                <a:cubicBezTo>
                  <a:pt x="1468" y="1504"/>
                  <a:pt x="2936" y="703"/>
                  <a:pt x="4570" y="503"/>
                </a:cubicBezTo>
                <a:cubicBezTo>
                  <a:pt x="4603" y="503"/>
                  <a:pt x="4637" y="470"/>
                  <a:pt x="4670" y="437"/>
                </a:cubicBezTo>
                <a:lnTo>
                  <a:pt x="4704" y="437"/>
                </a:lnTo>
                <a:cubicBezTo>
                  <a:pt x="4862" y="278"/>
                  <a:pt x="4720" y="0"/>
                  <a:pt x="4506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41">
            <a:extLst>
              <a:ext uri="{FF2B5EF4-FFF2-40B4-BE49-F238E27FC236}">
                <a16:creationId xmlns:a16="http://schemas.microsoft.com/office/drawing/2014/main" id="{401659CD-4B22-4324-0CDB-FF69C15FF8A0}"/>
              </a:ext>
            </a:extLst>
          </p:cNvPr>
          <p:cNvSpPr/>
          <p:nvPr/>
        </p:nvSpPr>
        <p:spPr>
          <a:xfrm>
            <a:off x="2949028" y="4270976"/>
            <a:ext cx="84274" cy="48564"/>
          </a:xfrm>
          <a:custGeom>
            <a:avLst/>
            <a:gdLst/>
            <a:ahLst/>
            <a:cxnLst/>
            <a:rect l="l" t="t" r="r" b="b"/>
            <a:pathLst>
              <a:path w="5461" h="3147" extrusionOk="0">
                <a:moveTo>
                  <a:pt x="5046" y="1"/>
                </a:moveTo>
                <a:cubicBezTo>
                  <a:pt x="5032" y="1"/>
                  <a:pt x="5019" y="1"/>
                  <a:pt x="5004" y="3"/>
                </a:cubicBezTo>
                <a:cubicBezTo>
                  <a:pt x="2970" y="403"/>
                  <a:pt x="1735" y="970"/>
                  <a:pt x="101" y="2705"/>
                </a:cubicBezTo>
                <a:cubicBezTo>
                  <a:pt x="1" y="2805"/>
                  <a:pt x="1" y="2972"/>
                  <a:pt x="101" y="3072"/>
                </a:cubicBezTo>
                <a:cubicBezTo>
                  <a:pt x="151" y="3122"/>
                  <a:pt x="218" y="3147"/>
                  <a:pt x="289" y="3147"/>
                </a:cubicBezTo>
                <a:cubicBezTo>
                  <a:pt x="360" y="3147"/>
                  <a:pt x="435" y="3122"/>
                  <a:pt x="501" y="3072"/>
                </a:cubicBezTo>
                <a:cubicBezTo>
                  <a:pt x="2036" y="1437"/>
                  <a:pt x="3170" y="904"/>
                  <a:pt x="5105" y="570"/>
                </a:cubicBezTo>
                <a:cubicBezTo>
                  <a:pt x="5138" y="537"/>
                  <a:pt x="5205" y="537"/>
                  <a:pt x="5238" y="503"/>
                </a:cubicBezTo>
                <a:lnTo>
                  <a:pt x="5238" y="470"/>
                </a:lnTo>
                <a:cubicBezTo>
                  <a:pt x="5460" y="311"/>
                  <a:pt x="5320" y="1"/>
                  <a:pt x="5046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1">
            <a:extLst>
              <a:ext uri="{FF2B5EF4-FFF2-40B4-BE49-F238E27FC236}">
                <a16:creationId xmlns:a16="http://schemas.microsoft.com/office/drawing/2014/main" id="{1C82097C-9725-0877-3223-68E1C2AA5D93}"/>
              </a:ext>
            </a:extLst>
          </p:cNvPr>
          <p:cNvSpPr/>
          <p:nvPr/>
        </p:nvSpPr>
        <p:spPr>
          <a:xfrm>
            <a:off x="2946975" y="4242087"/>
            <a:ext cx="80832" cy="47608"/>
          </a:xfrm>
          <a:custGeom>
            <a:avLst/>
            <a:gdLst/>
            <a:ahLst/>
            <a:cxnLst/>
            <a:rect l="l" t="t" r="r" b="b"/>
            <a:pathLst>
              <a:path w="5238" h="3085" extrusionOk="0">
                <a:moveTo>
                  <a:pt x="4958" y="1"/>
                </a:moveTo>
                <a:cubicBezTo>
                  <a:pt x="4940" y="1"/>
                  <a:pt x="4922" y="3"/>
                  <a:pt x="4904" y="7"/>
                </a:cubicBezTo>
                <a:cubicBezTo>
                  <a:pt x="2903" y="374"/>
                  <a:pt x="1702" y="974"/>
                  <a:pt x="101" y="2642"/>
                </a:cubicBezTo>
                <a:cubicBezTo>
                  <a:pt x="0" y="2742"/>
                  <a:pt x="0" y="2909"/>
                  <a:pt x="101" y="3009"/>
                </a:cubicBezTo>
                <a:cubicBezTo>
                  <a:pt x="151" y="3059"/>
                  <a:pt x="217" y="3084"/>
                  <a:pt x="284" y="3084"/>
                </a:cubicBezTo>
                <a:cubicBezTo>
                  <a:pt x="351" y="3084"/>
                  <a:pt x="417" y="3059"/>
                  <a:pt x="467" y="3009"/>
                </a:cubicBezTo>
                <a:cubicBezTo>
                  <a:pt x="2002" y="1408"/>
                  <a:pt x="3103" y="874"/>
                  <a:pt x="5004" y="541"/>
                </a:cubicBezTo>
                <a:cubicBezTo>
                  <a:pt x="5037" y="541"/>
                  <a:pt x="5071" y="507"/>
                  <a:pt x="5137" y="474"/>
                </a:cubicBezTo>
                <a:cubicBezTo>
                  <a:pt x="5204" y="407"/>
                  <a:pt x="5238" y="307"/>
                  <a:pt x="5204" y="207"/>
                </a:cubicBezTo>
                <a:cubicBezTo>
                  <a:pt x="5204" y="91"/>
                  <a:pt x="5078" y="1"/>
                  <a:pt x="4958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41">
            <a:extLst>
              <a:ext uri="{FF2B5EF4-FFF2-40B4-BE49-F238E27FC236}">
                <a16:creationId xmlns:a16="http://schemas.microsoft.com/office/drawing/2014/main" id="{819C62D1-4893-3F52-C797-F21F58FEFD89}"/>
              </a:ext>
            </a:extLst>
          </p:cNvPr>
          <p:cNvSpPr/>
          <p:nvPr/>
        </p:nvSpPr>
        <p:spPr>
          <a:xfrm>
            <a:off x="2937716" y="4213739"/>
            <a:ext cx="82098" cy="47638"/>
          </a:xfrm>
          <a:custGeom>
            <a:avLst/>
            <a:gdLst/>
            <a:ahLst/>
            <a:cxnLst/>
            <a:rect l="l" t="t" r="r" b="b"/>
            <a:pathLst>
              <a:path w="5320" h="3087" extrusionOk="0">
                <a:moveTo>
                  <a:pt x="4972" y="1"/>
                </a:moveTo>
                <a:cubicBezTo>
                  <a:pt x="4950" y="1"/>
                  <a:pt x="4927" y="3"/>
                  <a:pt x="4904" y="9"/>
                </a:cubicBezTo>
                <a:cubicBezTo>
                  <a:pt x="2902" y="376"/>
                  <a:pt x="1701" y="943"/>
                  <a:pt x="133" y="2611"/>
                </a:cubicBezTo>
                <a:cubicBezTo>
                  <a:pt x="0" y="2711"/>
                  <a:pt x="0" y="2878"/>
                  <a:pt x="133" y="3012"/>
                </a:cubicBezTo>
                <a:cubicBezTo>
                  <a:pt x="184" y="3062"/>
                  <a:pt x="250" y="3087"/>
                  <a:pt x="317" y="3087"/>
                </a:cubicBezTo>
                <a:cubicBezTo>
                  <a:pt x="384" y="3087"/>
                  <a:pt x="450" y="3062"/>
                  <a:pt x="500" y="3012"/>
                </a:cubicBezTo>
                <a:cubicBezTo>
                  <a:pt x="2001" y="1377"/>
                  <a:pt x="3102" y="877"/>
                  <a:pt x="5004" y="510"/>
                </a:cubicBezTo>
                <a:cubicBezTo>
                  <a:pt x="5037" y="510"/>
                  <a:pt x="5104" y="476"/>
                  <a:pt x="5137" y="443"/>
                </a:cubicBezTo>
                <a:cubicBezTo>
                  <a:pt x="5319" y="291"/>
                  <a:pt x="5197" y="1"/>
                  <a:pt x="4972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41">
            <a:extLst>
              <a:ext uri="{FF2B5EF4-FFF2-40B4-BE49-F238E27FC236}">
                <a16:creationId xmlns:a16="http://schemas.microsoft.com/office/drawing/2014/main" id="{7C122940-68F8-BEF7-205C-0CC6C9AFB517}"/>
              </a:ext>
            </a:extLst>
          </p:cNvPr>
          <p:cNvSpPr/>
          <p:nvPr/>
        </p:nvSpPr>
        <p:spPr>
          <a:xfrm>
            <a:off x="2609294" y="3686090"/>
            <a:ext cx="494701" cy="493312"/>
          </a:xfrm>
          <a:custGeom>
            <a:avLst/>
            <a:gdLst/>
            <a:ahLst/>
            <a:cxnLst/>
            <a:rect l="l" t="t" r="r" b="b"/>
            <a:pathLst>
              <a:path w="32057" h="31967" extrusionOk="0">
                <a:moveTo>
                  <a:pt x="16236" y="0"/>
                </a:moveTo>
                <a:cubicBezTo>
                  <a:pt x="13415" y="0"/>
                  <a:pt x="10503" y="175"/>
                  <a:pt x="7772" y="644"/>
                </a:cubicBezTo>
                <a:cubicBezTo>
                  <a:pt x="0" y="2012"/>
                  <a:pt x="701" y="8316"/>
                  <a:pt x="2102" y="12186"/>
                </a:cubicBezTo>
                <a:cubicBezTo>
                  <a:pt x="4837" y="19858"/>
                  <a:pt x="17479" y="31966"/>
                  <a:pt x="17479" y="31966"/>
                </a:cubicBezTo>
                <a:cubicBezTo>
                  <a:pt x="17479" y="31966"/>
                  <a:pt x="23317" y="29431"/>
                  <a:pt x="24584" y="25562"/>
                </a:cubicBezTo>
                <a:lnTo>
                  <a:pt x="21382" y="18790"/>
                </a:lnTo>
                <a:lnTo>
                  <a:pt x="31022" y="21559"/>
                </a:lnTo>
                <a:lnTo>
                  <a:pt x="32056" y="20158"/>
                </a:lnTo>
                <a:lnTo>
                  <a:pt x="31890" y="1478"/>
                </a:lnTo>
                <a:cubicBezTo>
                  <a:pt x="31890" y="1478"/>
                  <a:pt x="24445" y="0"/>
                  <a:pt x="16236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41">
            <a:extLst>
              <a:ext uri="{FF2B5EF4-FFF2-40B4-BE49-F238E27FC236}">
                <a16:creationId xmlns:a16="http://schemas.microsoft.com/office/drawing/2014/main" id="{78959649-93C4-ACD4-51FA-B8465CDB9C7B}"/>
              </a:ext>
            </a:extLst>
          </p:cNvPr>
          <p:cNvSpPr/>
          <p:nvPr/>
        </p:nvSpPr>
        <p:spPr>
          <a:xfrm>
            <a:off x="2843504" y="4037830"/>
            <a:ext cx="145184" cy="141573"/>
          </a:xfrm>
          <a:custGeom>
            <a:avLst/>
            <a:gdLst/>
            <a:ahLst/>
            <a:cxnLst/>
            <a:rect l="l" t="t" r="r" b="b"/>
            <a:pathLst>
              <a:path w="9408" h="9174" extrusionOk="0">
                <a:moveTo>
                  <a:pt x="8106" y="0"/>
                </a:moveTo>
                <a:lnTo>
                  <a:pt x="1" y="6872"/>
                </a:lnTo>
                <a:cubicBezTo>
                  <a:pt x="1402" y="8273"/>
                  <a:pt x="2302" y="9173"/>
                  <a:pt x="2302" y="9173"/>
                </a:cubicBezTo>
                <a:cubicBezTo>
                  <a:pt x="2302" y="9173"/>
                  <a:pt x="8140" y="6638"/>
                  <a:pt x="9407" y="2769"/>
                </a:cubicBezTo>
                <a:lnTo>
                  <a:pt x="8106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41">
            <a:extLst>
              <a:ext uri="{FF2B5EF4-FFF2-40B4-BE49-F238E27FC236}">
                <a16:creationId xmlns:a16="http://schemas.microsoft.com/office/drawing/2014/main" id="{3B71A821-7265-A534-295B-0F92EBCCF041}"/>
              </a:ext>
            </a:extLst>
          </p:cNvPr>
          <p:cNvSpPr/>
          <p:nvPr/>
        </p:nvSpPr>
        <p:spPr>
          <a:xfrm>
            <a:off x="2816221" y="3804129"/>
            <a:ext cx="160106" cy="182745"/>
          </a:xfrm>
          <a:custGeom>
            <a:avLst/>
            <a:gdLst/>
            <a:ahLst/>
            <a:cxnLst/>
            <a:rect l="l" t="t" r="r" b="b"/>
            <a:pathLst>
              <a:path w="10375" h="11842" extrusionOk="0">
                <a:moveTo>
                  <a:pt x="1" y="0"/>
                </a:moveTo>
                <a:lnTo>
                  <a:pt x="1" y="0"/>
                </a:lnTo>
                <a:cubicBezTo>
                  <a:pt x="4404" y="2902"/>
                  <a:pt x="5038" y="4770"/>
                  <a:pt x="7940" y="11141"/>
                </a:cubicBezTo>
                <a:lnTo>
                  <a:pt x="10375" y="11842"/>
                </a:lnTo>
                <a:cubicBezTo>
                  <a:pt x="9107" y="9607"/>
                  <a:pt x="7706" y="7439"/>
                  <a:pt x="6205" y="5337"/>
                </a:cubicBezTo>
                <a:cubicBezTo>
                  <a:pt x="3137" y="1101"/>
                  <a:pt x="1" y="0"/>
                  <a:pt x="1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41">
            <a:extLst>
              <a:ext uri="{FF2B5EF4-FFF2-40B4-BE49-F238E27FC236}">
                <a16:creationId xmlns:a16="http://schemas.microsoft.com/office/drawing/2014/main" id="{C0748122-D06E-0561-07CE-B25EA2304089}"/>
              </a:ext>
            </a:extLst>
          </p:cNvPr>
          <p:cNvSpPr/>
          <p:nvPr/>
        </p:nvSpPr>
        <p:spPr>
          <a:xfrm>
            <a:off x="2812625" y="4124311"/>
            <a:ext cx="188933" cy="185322"/>
          </a:xfrm>
          <a:custGeom>
            <a:avLst/>
            <a:gdLst/>
            <a:ahLst/>
            <a:cxnLst/>
            <a:rect l="l" t="t" r="r" b="b"/>
            <a:pathLst>
              <a:path w="12243" h="12009" extrusionOk="0">
                <a:moveTo>
                  <a:pt x="7772" y="0"/>
                </a:moveTo>
                <a:lnTo>
                  <a:pt x="2802" y="4036"/>
                </a:lnTo>
                <a:lnTo>
                  <a:pt x="0" y="5804"/>
                </a:lnTo>
                <a:lnTo>
                  <a:pt x="2936" y="12009"/>
                </a:lnTo>
                <a:lnTo>
                  <a:pt x="12242" y="7539"/>
                </a:lnTo>
                <a:lnTo>
                  <a:pt x="7772" y="0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1">
            <a:extLst>
              <a:ext uri="{FF2B5EF4-FFF2-40B4-BE49-F238E27FC236}">
                <a16:creationId xmlns:a16="http://schemas.microsoft.com/office/drawing/2014/main" id="{218094B9-7BC0-CB7D-96CE-D5A7B79BB2B2}"/>
              </a:ext>
            </a:extLst>
          </p:cNvPr>
          <p:cNvSpPr/>
          <p:nvPr/>
        </p:nvSpPr>
        <p:spPr>
          <a:xfrm>
            <a:off x="2549572" y="4262257"/>
            <a:ext cx="166294" cy="160183"/>
          </a:xfrm>
          <a:custGeom>
            <a:avLst/>
            <a:gdLst/>
            <a:ahLst/>
            <a:cxnLst/>
            <a:rect l="l" t="t" r="r" b="b"/>
            <a:pathLst>
              <a:path w="10776" h="10380" extrusionOk="0">
                <a:moveTo>
                  <a:pt x="5705" y="1"/>
                </a:moveTo>
                <a:cubicBezTo>
                  <a:pt x="3570" y="835"/>
                  <a:pt x="2269" y="1669"/>
                  <a:pt x="1268" y="2970"/>
                </a:cubicBezTo>
                <a:cubicBezTo>
                  <a:pt x="301" y="4271"/>
                  <a:pt x="1" y="5572"/>
                  <a:pt x="935" y="7106"/>
                </a:cubicBezTo>
                <a:cubicBezTo>
                  <a:pt x="1844" y="8632"/>
                  <a:pt x="3480" y="10379"/>
                  <a:pt x="5442" y="10379"/>
                </a:cubicBezTo>
                <a:cubicBezTo>
                  <a:pt x="5496" y="10379"/>
                  <a:pt x="5550" y="10378"/>
                  <a:pt x="5605" y="10375"/>
                </a:cubicBezTo>
                <a:cubicBezTo>
                  <a:pt x="7640" y="10242"/>
                  <a:pt x="8874" y="9741"/>
                  <a:pt x="10775" y="8707"/>
                </a:cubicBezTo>
                <a:lnTo>
                  <a:pt x="5705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1">
            <a:extLst>
              <a:ext uri="{FF2B5EF4-FFF2-40B4-BE49-F238E27FC236}">
                <a16:creationId xmlns:a16="http://schemas.microsoft.com/office/drawing/2014/main" id="{03AD4E78-B705-17FD-CD68-25FCFE5D07A1}"/>
              </a:ext>
            </a:extLst>
          </p:cNvPr>
          <p:cNvSpPr/>
          <p:nvPr/>
        </p:nvSpPr>
        <p:spPr>
          <a:xfrm>
            <a:off x="2553183" y="4184542"/>
            <a:ext cx="346447" cy="228979"/>
          </a:xfrm>
          <a:custGeom>
            <a:avLst/>
            <a:gdLst/>
            <a:ahLst/>
            <a:cxnLst/>
            <a:rect l="l" t="t" r="r" b="b"/>
            <a:pathLst>
              <a:path w="22450" h="14838" extrusionOk="0">
                <a:moveTo>
                  <a:pt x="19395" y="0"/>
                </a:moveTo>
                <a:cubicBezTo>
                  <a:pt x="18720" y="0"/>
                  <a:pt x="17148" y="1216"/>
                  <a:pt x="15278" y="1935"/>
                </a:cubicBezTo>
                <a:cubicBezTo>
                  <a:pt x="13010" y="2835"/>
                  <a:pt x="10675" y="3569"/>
                  <a:pt x="8306" y="4170"/>
                </a:cubicBezTo>
                <a:cubicBezTo>
                  <a:pt x="5337" y="4970"/>
                  <a:pt x="3369" y="5604"/>
                  <a:pt x="1868" y="7939"/>
                </a:cubicBezTo>
                <a:cubicBezTo>
                  <a:pt x="0" y="10774"/>
                  <a:pt x="2669" y="13843"/>
                  <a:pt x="4837" y="14477"/>
                </a:cubicBezTo>
                <a:cubicBezTo>
                  <a:pt x="5663" y="14706"/>
                  <a:pt x="6325" y="14838"/>
                  <a:pt x="6982" y="14838"/>
                </a:cubicBezTo>
                <a:cubicBezTo>
                  <a:pt x="8050" y="14838"/>
                  <a:pt x="9107" y="14490"/>
                  <a:pt x="10841" y="13643"/>
                </a:cubicBezTo>
                <a:cubicBezTo>
                  <a:pt x="13276" y="12442"/>
                  <a:pt x="14010" y="11508"/>
                  <a:pt x="17012" y="10074"/>
                </a:cubicBezTo>
                <a:cubicBezTo>
                  <a:pt x="19781" y="8740"/>
                  <a:pt x="22450" y="7472"/>
                  <a:pt x="22416" y="6838"/>
                </a:cubicBezTo>
                <a:lnTo>
                  <a:pt x="22416" y="6838"/>
                </a:lnTo>
                <a:cubicBezTo>
                  <a:pt x="21916" y="7072"/>
                  <a:pt x="21482" y="7272"/>
                  <a:pt x="21282" y="7339"/>
                </a:cubicBezTo>
                <a:cubicBezTo>
                  <a:pt x="21049" y="7405"/>
                  <a:pt x="20848" y="7472"/>
                  <a:pt x="20648" y="7539"/>
                </a:cubicBezTo>
                <a:cubicBezTo>
                  <a:pt x="20448" y="7614"/>
                  <a:pt x="20229" y="7651"/>
                  <a:pt x="20020" y="7651"/>
                </a:cubicBezTo>
                <a:cubicBezTo>
                  <a:pt x="19950" y="7651"/>
                  <a:pt x="19881" y="7647"/>
                  <a:pt x="19814" y="7639"/>
                </a:cubicBezTo>
                <a:cubicBezTo>
                  <a:pt x="19548" y="7505"/>
                  <a:pt x="20348" y="6905"/>
                  <a:pt x="20482" y="6671"/>
                </a:cubicBezTo>
                <a:cubicBezTo>
                  <a:pt x="20782" y="6138"/>
                  <a:pt x="20215" y="4837"/>
                  <a:pt x="20048" y="4437"/>
                </a:cubicBezTo>
                <a:cubicBezTo>
                  <a:pt x="19781" y="3769"/>
                  <a:pt x="18880" y="2435"/>
                  <a:pt x="18647" y="2302"/>
                </a:cubicBezTo>
                <a:cubicBezTo>
                  <a:pt x="18528" y="2262"/>
                  <a:pt x="18405" y="2243"/>
                  <a:pt x="18282" y="2243"/>
                </a:cubicBezTo>
                <a:cubicBezTo>
                  <a:pt x="18094" y="2243"/>
                  <a:pt x="17908" y="2288"/>
                  <a:pt x="17746" y="2368"/>
                </a:cubicBezTo>
                <a:cubicBezTo>
                  <a:pt x="17624" y="2419"/>
                  <a:pt x="17538" y="2440"/>
                  <a:pt x="17481" y="2440"/>
                </a:cubicBezTo>
                <a:cubicBezTo>
                  <a:pt x="17274" y="2440"/>
                  <a:pt x="17434" y="2166"/>
                  <a:pt x="17513" y="2035"/>
                </a:cubicBezTo>
                <a:cubicBezTo>
                  <a:pt x="18180" y="1334"/>
                  <a:pt x="18880" y="667"/>
                  <a:pt x="19648" y="100"/>
                </a:cubicBezTo>
                <a:cubicBezTo>
                  <a:pt x="19588" y="31"/>
                  <a:pt x="19503" y="0"/>
                  <a:pt x="1939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1">
            <a:extLst>
              <a:ext uri="{FF2B5EF4-FFF2-40B4-BE49-F238E27FC236}">
                <a16:creationId xmlns:a16="http://schemas.microsoft.com/office/drawing/2014/main" id="{C0F53A9E-0E6E-0497-B263-129DC9A91A21}"/>
              </a:ext>
            </a:extLst>
          </p:cNvPr>
          <p:cNvSpPr/>
          <p:nvPr/>
        </p:nvSpPr>
        <p:spPr>
          <a:xfrm>
            <a:off x="2553183" y="4184542"/>
            <a:ext cx="346447" cy="228979"/>
          </a:xfrm>
          <a:custGeom>
            <a:avLst/>
            <a:gdLst/>
            <a:ahLst/>
            <a:cxnLst/>
            <a:rect l="l" t="t" r="r" b="b"/>
            <a:pathLst>
              <a:path w="22450" h="14838" extrusionOk="0">
                <a:moveTo>
                  <a:pt x="19395" y="0"/>
                </a:moveTo>
                <a:cubicBezTo>
                  <a:pt x="18720" y="0"/>
                  <a:pt x="17148" y="1216"/>
                  <a:pt x="15278" y="1935"/>
                </a:cubicBezTo>
                <a:cubicBezTo>
                  <a:pt x="13010" y="2835"/>
                  <a:pt x="10675" y="3569"/>
                  <a:pt x="8306" y="4170"/>
                </a:cubicBezTo>
                <a:cubicBezTo>
                  <a:pt x="5337" y="4970"/>
                  <a:pt x="3369" y="5604"/>
                  <a:pt x="1868" y="7939"/>
                </a:cubicBezTo>
                <a:cubicBezTo>
                  <a:pt x="0" y="10774"/>
                  <a:pt x="2669" y="13843"/>
                  <a:pt x="4837" y="14477"/>
                </a:cubicBezTo>
                <a:cubicBezTo>
                  <a:pt x="5663" y="14706"/>
                  <a:pt x="6325" y="14838"/>
                  <a:pt x="6982" y="14838"/>
                </a:cubicBezTo>
                <a:cubicBezTo>
                  <a:pt x="8050" y="14838"/>
                  <a:pt x="9107" y="14490"/>
                  <a:pt x="10841" y="13643"/>
                </a:cubicBezTo>
                <a:cubicBezTo>
                  <a:pt x="13276" y="12442"/>
                  <a:pt x="14010" y="11508"/>
                  <a:pt x="17012" y="10074"/>
                </a:cubicBezTo>
                <a:cubicBezTo>
                  <a:pt x="19781" y="8740"/>
                  <a:pt x="22450" y="7472"/>
                  <a:pt x="22416" y="6838"/>
                </a:cubicBezTo>
                <a:lnTo>
                  <a:pt x="22416" y="6838"/>
                </a:lnTo>
                <a:cubicBezTo>
                  <a:pt x="21916" y="7072"/>
                  <a:pt x="21482" y="7272"/>
                  <a:pt x="21282" y="7339"/>
                </a:cubicBezTo>
                <a:cubicBezTo>
                  <a:pt x="21049" y="7405"/>
                  <a:pt x="20848" y="7472"/>
                  <a:pt x="20648" y="7539"/>
                </a:cubicBezTo>
                <a:cubicBezTo>
                  <a:pt x="20448" y="7614"/>
                  <a:pt x="20229" y="7651"/>
                  <a:pt x="20020" y="7651"/>
                </a:cubicBezTo>
                <a:cubicBezTo>
                  <a:pt x="19950" y="7651"/>
                  <a:pt x="19881" y="7647"/>
                  <a:pt x="19814" y="7639"/>
                </a:cubicBezTo>
                <a:cubicBezTo>
                  <a:pt x="19548" y="7505"/>
                  <a:pt x="20348" y="6905"/>
                  <a:pt x="20482" y="6671"/>
                </a:cubicBezTo>
                <a:cubicBezTo>
                  <a:pt x="20782" y="6138"/>
                  <a:pt x="20215" y="4837"/>
                  <a:pt x="20048" y="4437"/>
                </a:cubicBezTo>
                <a:cubicBezTo>
                  <a:pt x="19781" y="3769"/>
                  <a:pt x="18880" y="2435"/>
                  <a:pt x="18647" y="2302"/>
                </a:cubicBezTo>
                <a:cubicBezTo>
                  <a:pt x="18528" y="2262"/>
                  <a:pt x="18405" y="2243"/>
                  <a:pt x="18282" y="2243"/>
                </a:cubicBezTo>
                <a:cubicBezTo>
                  <a:pt x="18094" y="2243"/>
                  <a:pt x="17908" y="2288"/>
                  <a:pt x="17746" y="2368"/>
                </a:cubicBezTo>
                <a:cubicBezTo>
                  <a:pt x="17624" y="2419"/>
                  <a:pt x="17538" y="2440"/>
                  <a:pt x="17481" y="2440"/>
                </a:cubicBezTo>
                <a:cubicBezTo>
                  <a:pt x="17274" y="2440"/>
                  <a:pt x="17434" y="2166"/>
                  <a:pt x="17513" y="2035"/>
                </a:cubicBezTo>
                <a:cubicBezTo>
                  <a:pt x="18180" y="1334"/>
                  <a:pt x="18880" y="667"/>
                  <a:pt x="19648" y="100"/>
                </a:cubicBezTo>
                <a:cubicBezTo>
                  <a:pt x="19588" y="31"/>
                  <a:pt x="19503" y="0"/>
                  <a:pt x="193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41">
            <a:extLst>
              <a:ext uri="{FF2B5EF4-FFF2-40B4-BE49-F238E27FC236}">
                <a16:creationId xmlns:a16="http://schemas.microsoft.com/office/drawing/2014/main" id="{1EDAB113-196E-5C12-908A-B15A3CBDA9E5}"/>
              </a:ext>
            </a:extLst>
          </p:cNvPr>
          <p:cNvSpPr/>
          <p:nvPr/>
        </p:nvSpPr>
        <p:spPr>
          <a:xfrm>
            <a:off x="2553183" y="4250421"/>
            <a:ext cx="181726" cy="163100"/>
          </a:xfrm>
          <a:custGeom>
            <a:avLst/>
            <a:gdLst/>
            <a:ahLst/>
            <a:cxnLst/>
            <a:rect l="l" t="t" r="r" b="b"/>
            <a:pathLst>
              <a:path w="11776" h="10569" extrusionOk="0">
                <a:moveTo>
                  <a:pt x="8039" y="1"/>
                </a:moveTo>
                <a:lnTo>
                  <a:pt x="8039" y="1"/>
                </a:lnTo>
                <a:cubicBezTo>
                  <a:pt x="5204" y="768"/>
                  <a:pt x="3303" y="1435"/>
                  <a:pt x="1835" y="3670"/>
                </a:cubicBezTo>
                <a:cubicBezTo>
                  <a:pt x="0" y="6505"/>
                  <a:pt x="2669" y="9608"/>
                  <a:pt x="4804" y="10208"/>
                </a:cubicBezTo>
                <a:cubicBezTo>
                  <a:pt x="5630" y="10437"/>
                  <a:pt x="6296" y="10569"/>
                  <a:pt x="6958" y="10569"/>
                </a:cubicBezTo>
                <a:cubicBezTo>
                  <a:pt x="8032" y="10569"/>
                  <a:pt x="9094" y="10221"/>
                  <a:pt x="10808" y="9374"/>
                </a:cubicBezTo>
                <a:cubicBezTo>
                  <a:pt x="11108" y="9241"/>
                  <a:pt x="11542" y="9041"/>
                  <a:pt x="11775" y="8907"/>
                </a:cubicBezTo>
                <a:lnTo>
                  <a:pt x="11775" y="8907"/>
                </a:lnTo>
                <a:cubicBezTo>
                  <a:pt x="11466" y="9062"/>
                  <a:pt x="9898" y="9796"/>
                  <a:pt x="8834" y="9796"/>
                </a:cubicBezTo>
                <a:cubicBezTo>
                  <a:pt x="8522" y="9796"/>
                  <a:pt x="8254" y="9733"/>
                  <a:pt x="8073" y="9574"/>
                </a:cubicBezTo>
                <a:cubicBezTo>
                  <a:pt x="7205" y="8807"/>
                  <a:pt x="9240" y="7606"/>
                  <a:pt x="9240" y="7606"/>
                </a:cubicBezTo>
                <a:cubicBezTo>
                  <a:pt x="9240" y="7606"/>
                  <a:pt x="9540" y="5705"/>
                  <a:pt x="7239" y="2869"/>
                </a:cubicBezTo>
                <a:cubicBezTo>
                  <a:pt x="7084" y="2988"/>
                  <a:pt x="6777" y="3061"/>
                  <a:pt x="6447" y="3061"/>
                </a:cubicBezTo>
                <a:cubicBezTo>
                  <a:pt x="5852" y="3061"/>
                  <a:pt x="5183" y="2825"/>
                  <a:pt x="5204" y="2202"/>
                </a:cubicBezTo>
                <a:cubicBezTo>
                  <a:pt x="5204" y="1202"/>
                  <a:pt x="8006" y="34"/>
                  <a:pt x="803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1">
            <a:extLst>
              <a:ext uri="{FF2B5EF4-FFF2-40B4-BE49-F238E27FC236}">
                <a16:creationId xmlns:a16="http://schemas.microsoft.com/office/drawing/2014/main" id="{534C0656-8333-BE7C-109C-15CFD374C531}"/>
              </a:ext>
            </a:extLst>
          </p:cNvPr>
          <p:cNvSpPr/>
          <p:nvPr/>
        </p:nvSpPr>
        <p:spPr>
          <a:xfrm>
            <a:off x="2677333" y="4289540"/>
            <a:ext cx="224874" cy="91527"/>
          </a:xfrm>
          <a:custGeom>
            <a:avLst/>
            <a:gdLst/>
            <a:ahLst/>
            <a:cxnLst/>
            <a:rect l="l" t="t" r="r" b="b"/>
            <a:pathLst>
              <a:path w="14572" h="5931" extrusionOk="0">
                <a:moveTo>
                  <a:pt x="14371" y="1"/>
                </a:moveTo>
                <a:lnTo>
                  <a:pt x="14371" y="1"/>
                </a:lnTo>
                <a:cubicBezTo>
                  <a:pt x="13871" y="201"/>
                  <a:pt x="12803" y="635"/>
                  <a:pt x="12803" y="635"/>
                </a:cubicBezTo>
                <a:cubicBezTo>
                  <a:pt x="12603" y="735"/>
                  <a:pt x="12070" y="935"/>
                  <a:pt x="12070" y="935"/>
                </a:cubicBezTo>
                <a:cubicBezTo>
                  <a:pt x="9968" y="1836"/>
                  <a:pt x="7600" y="3303"/>
                  <a:pt x="5331" y="3904"/>
                </a:cubicBezTo>
                <a:cubicBezTo>
                  <a:pt x="3330" y="4471"/>
                  <a:pt x="1962" y="4504"/>
                  <a:pt x="895" y="4871"/>
                </a:cubicBezTo>
                <a:cubicBezTo>
                  <a:pt x="0" y="5188"/>
                  <a:pt x="404" y="5930"/>
                  <a:pt x="1544" y="5930"/>
                </a:cubicBezTo>
                <a:cubicBezTo>
                  <a:pt x="1722" y="5930"/>
                  <a:pt x="1918" y="5912"/>
                  <a:pt x="2129" y="5872"/>
                </a:cubicBezTo>
                <a:cubicBezTo>
                  <a:pt x="4431" y="5405"/>
                  <a:pt x="6366" y="4104"/>
                  <a:pt x="8934" y="3270"/>
                </a:cubicBezTo>
                <a:cubicBezTo>
                  <a:pt x="11736" y="1936"/>
                  <a:pt x="14571" y="701"/>
                  <a:pt x="14371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41">
            <a:extLst>
              <a:ext uri="{FF2B5EF4-FFF2-40B4-BE49-F238E27FC236}">
                <a16:creationId xmlns:a16="http://schemas.microsoft.com/office/drawing/2014/main" id="{B8787A05-7FA6-E252-F9B8-F52D98F01714}"/>
              </a:ext>
            </a:extLst>
          </p:cNvPr>
          <p:cNvSpPr/>
          <p:nvPr/>
        </p:nvSpPr>
        <p:spPr>
          <a:xfrm>
            <a:off x="2651300" y="4184295"/>
            <a:ext cx="204581" cy="118224"/>
          </a:xfrm>
          <a:custGeom>
            <a:avLst/>
            <a:gdLst/>
            <a:ahLst/>
            <a:cxnLst/>
            <a:rect l="l" t="t" r="r" b="b"/>
            <a:pathLst>
              <a:path w="13257" h="7661" extrusionOk="0">
                <a:moveTo>
                  <a:pt x="12799" y="0"/>
                </a:moveTo>
                <a:cubicBezTo>
                  <a:pt x="12259" y="0"/>
                  <a:pt x="11390" y="328"/>
                  <a:pt x="10521" y="883"/>
                </a:cubicBezTo>
                <a:cubicBezTo>
                  <a:pt x="9320" y="1651"/>
                  <a:pt x="8586" y="2151"/>
                  <a:pt x="7385" y="2751"/>
                </a:cubicBezTo>
                <a:cubicBezTo>
                  <a:pt x="5084" y="4152"/>
                  <a:pt x="2415" y="5086"/>
                  <a:pt x="1081" y="5954"/>
                </a:cubicBezTo>
                <a:cubicBezTo>
                  <a:pt x="1" y="6646"/>
                  <a:pt x="1" y="7660"/>
                  <a:pt x="586" y="7660"/>
                </a:cubicBezTo>
                <a:cubicBezTo>
                  <a:pt x="706" y="7660"/>
                  <a:pt x="850" y="7618"/>
                  <a:pt x="1014" y="7521"/>
                </a:cubicBezTo>
                <a:cubicBezTo>
                  <a:pt x="1982" y="6954"/>
                  <a:pt x="2148" y="6487"/>
                  <a:pt x="4050" y="5620"/>
                </a:cubicBezTo>
                <a:cubicBezTo>
                  <a:pt x="5951" y="4753"/>
                  <a:pt x="9153" y="2885"/>
                  <a:pt x="11121" y="1751"/>
                </a:cubicBezTo>
                <a:cubicBezTo>
                  <a:pt x="11855" y="1250"/>
                  <a:pt x="12589" y="717"/>
                  <a:pt x="13256" y="149"/>
                </a:cubicBezTo>
                <a:cubicBezTo>
                  <a:pt x="13164" y="48"/>
                  <a:pt x="13006" y="0"/>
                  <a:pt x="12799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1">
            <a:extLst>
              <a:ext uri="{FF2B5EF4-FFF2-40B4-BE49-F238E27FC236}">
                <a16:creationId xmlns:a16="http://schemas.microsoft.com/office/drawing/2014/main" id="{B3DEB47E-163A-43E8-91F2-3A08C38BBAB0}"/>
              </a:ext>
            </a:extLst>
          </p:cNvPr>
          <p:cNvSpPr/>
          <p:nvPr/>
        </p:nvSpPr>
        <p:spPr>
          <a:xfrm>
            <a:off x="2664370" y="4290960"/>
            <a:ext cx="37083" cy="83024"/>
          </a:xfrm>
          <a:custGeom>
            <a:avLst/>
            <a:gdLst/>
            <a:ahLst/>
            <a:cxnLst/>
            <a:rect l="l" t="t" r="r" b="b"/>
            <a:pathLst>
              <a:path w="2403" h="5380" extrusionOk="0">
                <a:moveTo>
                  <a:pt x="246" y="1"/>
                </a:moveTo>
                <a:cubicBezTo>
                  <a:pt x="184" y="1"/>
                  <a:pt x="117" y="26"/>
                  <a:pt x="67" y="76"/>
                </a:cubicBezTo>
                <a:cubicBezTo>
                  <a:pt x="0" y="176"/>
                  <a:pt x="0" y="276"/>
                  <a:pt x="34" y="376"/>
                </a:cubicBezTo>
                <a:cubicBezTo>
                  <a:pt x="67" y="376"/>
                  <a:pt x="67" y="409"/>
                  <a:pt x="100" y="443"/>
                </a:cubicBezTo>
                <a:cubicBezTo>
                  <a:pt x="1168" y="1777"/>
                  <a:pt x="1768" y="3411"/>
                  <a:pt x="1902" y="5113"/>
                </a:cubicBezTo>
                <a:cubicBezTo>
                  <a:pt x="1902" y="5246"/>
                  <a:pt x="2035" y="5379"/>
                  <a:pt x="2169" y="5379"/>
                </a:cubicBezTo>
                <a:cubicBezTo>
                  <a:pt x="2302" y="5379"/>
                  <a:pt x="2402" y="5246"/>
                  <a:pt x="2369" y="5113"/>
                </a:cubicBezTo>
                <a:cubicBezTo>
                  <a:pt x="2069" y="1910"/>
                  <a:pt x="501" y="176"/>
                  <a:pt x="401" y="76"/>
                </a:cubicBezTo>
                <a:cubicBezTo>
                  <a:pt x="367" y="26"/>
                  <a:pt x="309" y="1"/>
                  <a:pt x="246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1">
            <a:extLst>
              <a:ext uri="{FF2B5EF4-FFF2-40B4-BE49-F238E27FC236}">
                <a16:creationId xmlns:a16="http://schemas.microsoft.com/office/drawing/2014/main" id="{84F023E5-6214-B67F-4760-7973C3A8ADFC}"/>
              </a:ext>
            </a:extLst>
          </p:cNvPr>
          <p:cNvSpPr/>
          <p:nvPr/>
        </p:nvSpPr>
        <p:spPr>
          <a:xfrm>
            <a:off x="2693197" y="4269849"/>
            <a:ext cx="43765" cy="95894"/>
          </a:xfrm>
          <a:custGeom>
            <a:avLst/>
            <a:gdLst/>
            <a:ahLst/>
            <a:cxnLst/>
            <a:rect l="l" t="t" r="r" b="b"/>
            <a:pathLst>
              <a:path w="2836" h="6214" extrusionOk="0">
                <a:moveTo>
                  <a:pt x="251" y="1"/>
                </a:moveTo>
                <a:cubicBezTo>
                  <a:pt x="184" y="1"/>
                  <a:pt x="117" y="26"/>
                  <a:pt x="67" y="76"/>
                </a:cubicBezTo>
                <a:cubicBezTo>
                  <a:pt x="0" y="143"/>
                  <a:pt x="0" y="276"/>
                  <a:pt x="34" y="376"/>
                </a:cubicBezTo>
                <a:cubicBezTo>
                  <a:pt x="67" y="376"/>
                  <a:pt x="67" y="410"/>
                  <a:pt x="100" y="443"/>
                </a:cubicBezTo>
                <a:cubicBezTo>
                  <a:pt x="1301" y="2044"/>
                  <a:pt x="2069" y="3945"/>
                  <a:pt x="2335" y="5947"/>
                </a:cubicBezTo>
                <a:cubicBezTo>
                  <a:pt x="2335" y="6080"/>
                  <a:pt x="2469" y="6214"/>
                  <a:pt x="2602" y="6214"/>
                </a:cubicBezTo>
                <a:cubicBezTo>
                  <a:pt x="2736" y="6180"/>
                  <a:pt x="2836" y="6047"/>
                  <a:pt x="2802" y="5914"/>
                </a:cubicBezTo>
                <a:cubicBezTo>
                  <a:pt x="2536" y="3812"/>
                  <a:pt x="1735" y="1777"/>
                  <a:pt x="434" y="76"/>
                </a:cubicBezTo>
                <a:cubicBezTo>
                  <a:pt x="384" y="26"/>
                  <a:pt x="317" y="1"/>
                  <a:pt x="251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41">
            <a:extLst>
              <a:ext uri="{FF2B5EF4-FFF2-40B4-BE49-F238E27FC236}">
                <a16:creationId xmlns:a16="http://schemas.microsoft.com/office/drawing/2014/main" id="{442DF610-A3DC-1B2F-8B59-3516D8EC0D7F}"/>
              </a:ext>
            </a:extLst>
          </p:cNvPr>
          <p:cNvSpPr/>
          <p:nvPr/>
        </p:nvSpPr>
        <p:spPr>
          <a:xfrm>
            <a:off x="2720990" y="4253383"/>
            <a:ext cx="43780" cy="107730"/>
          </a:xfrm>
          <a:custGeom>
            <a:avLst/>
            <a:gdLst/>
            <a:ahLst/>
            <a:cxnLst/>
            <a:rect l="l" t="t" r="r" b="b"/>
            <a:pathLst>
              <a:path w="2837" h="6981" extrusionOk="0">
                <a:moveTo>
                  <a:pt x="255" y="1"/>
                </a:moveTo>
                <a:cubicBezTo>
                  <a:pt x="192" y="1"/>
                  <a:pt x="134" y="26"/>
                  <a:pt x="101" y="76"/>
                </a:cubicBezTo>
                <a:cubicBezTo>
                  <a:pt x="1" y="176"/>
                  <a:pt x="1" y="342"/>
                  <a:pt x="101" y="443"/>
                </a:cubicBezTo>
                <a:cubicBezTo>
                  <a:pt x="134" y="476"/>
                  <a:pt x="2236" y="3578"/>
                  <a:pt x="2336" y="6714"/>
                </a:cubicBezTo>
                <a:cubicBezTo>
                  <a:pt x="2336" y="6747"/>
                  <a:pt x="2336" y="6780"/>
                  <a:pt x="2369" y="6814"/>
                </a:cubicBezTo>
                <a:cubicBezTo>
                  <a:pt x="2402" y="6914"/>
                  <a:pt x="2502" y="6981"/>
                  <a:pt x="2603" y="6981"/>
                </a:cubicBezTo>
                <a:cubicBezTo>
                  <a:pt x="2736" y="6981"/>
                  <a:pt x="2836" y="6880"/>
                  <a:pt x="2836" y="6747"/>
                </a:cubicBezTo>
                <a:cubicBezTo>
                  <a:pt x="2703" y="3345"/>
                  <a:pt x="534" y="176"/>
                  <a:pt x="434" y="76"/>
                </a:cubicBezTo>
                <a:cubicBezTo>
                  <a:pt x="384" y="26"/>
                  <a:pt x="318" y="1"/>
                  <a:pt x="255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1">
            <a:extLst>
              <a:ext uri="{FF2B5EF4-FFF2-40B4-BE49-F238E27FC236}">
                <a16:creationId xmlns:a16="http://schemas.microsoft.com/office/drawing/2014/main" id="{99949B38-8D59-4A77-CB5A-836B4C520692}"/>
              </a:ext>
            </a:extLst>
          </p:cNvPr>
          <p:cNvSpPr/>
          <p:nvPr/>
        </p:nvSpPr>
        <p:spPr>
          <a:xfrm>
            <a:off x="2745697" y="4241547"/>
            <a:ext cx="45833" cy="102576"/>
          </a:xfrm>
          <a:custGeom>
            <a:avLst/>
            <a:gdLst/>
            <a:ahLst/>
            <a:cxnLst/>
            <a:rect l="l" t="t" r="r" b="b"/>
            <a:pathLst>
              <a:path w="2970" h="6647" extrusionOk="0">
                <a:moveTo>
                  <a:pt x="255" y="0"/>
                </a:moveTo>
                <a:cubicBezTo>
                  <a:pt x="193" y="0"/>
                  <a:pt x="134" y="25"/>
                  <a:pt x="101" y="75"/>
                </a:cubicBezTo>
                <a:cubicBezTo>
                  <a:pt x="1" y="209"/>
                  <a:pt x="34" y="342"/>
                  <a:pt x="134" y="442"/>
                </a:cubicBezTo>
                <a:cubicBezTo>
                  <a:pt x="1569" y="2110"/>
                  <a:pt x="2369" y="4178"/>
                  <a:pt x="2469" y="6347"/>
                </a:cubicBezTo>
                <a:cubicBezTo>
                  <a:pt x="2469" y="6413"/>
                  <a:pt x="2469" y="6447"/>
                  <a:pt x="2503" y="6480"/>
                </a:cubicBezTo>
                <a:cubicBezTo>
                  <a:pt x="2536" y="6580"/>
                  <a:pt x="2603" y="6647"/>
                  <a:pt x="2703" y="6647"/>
                </a:cubicBezTo>
                <a:cubicBezTo>
                  <a:pt x="2836" y="6647"/>
                  <a:pt x="2970" y="6547"/>
                  <a:pt x="2936" y="6413"/>
                </a:cubicBezTo>
                <a:cubicBezTo>
                  <a:pt x="2870" y="4078"/>
                  <a:pt x="1969" y="1810"/>
                  <a:pt x="434" y="75"/>
                </a:cubicBezTo>
                <a:cubicBezTo>
                  <a:pt x="384" y="25"/>
                  <a:pt x="318" y="0"/>
                  <a:pt x="25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1">
            <a:extLst>
              <a:ext uri="{FF2B5EF4-FFF2-40B4-BE49-F238E27FC236}">
                <a16:creationId xmlns:a16="http://schemas.microsoft.com/office/drawing/2014/main" id="{01B8A6C8-473C-2BDA-D8DD-47AE3C597D57}"/>
              </a:ext>
            </a:extLst>
          </p:cNvPr>
          <p:cNvSpPr/>
          <p:nvPr/>
        </p:nvSpPr>
        <p:spPr>
          <a:xfrm>
            <a:off x="2779169" y="4226609"/>
            <a:ext cx="46851" cy="103101"/>
          </a:xfrm>
          <a:custGeom>
            <a:avLst/>
            <a:gdLst/>
            <a:ahLst/>
            <a:cxnLst/>
            <a:rect l="l" t="t" r="r" b="b"/>
            <a:pathLst>
              <a:path w="3036" h="6681" extrusionOk="0">
                <a:moveTo>
                  <a:pt x="254" y="1"/>
                </a:moveTo>
                <a:cubicBezTo>
                  <a:pt x="192" y="1"/>
                  <a:pt x="133" y="26"/>
                  <a:pt x="100" y="76"/>
                </a:cubicBezTo>
                <a:cubicBezTo>
                  <a:pt x="0" y="209"/>
                  <a:pt x="0" y="343"/>
                  <a:pt x="133" y="443"/>
                </a:cubicBezTo>
                <a:cubicBezTo>
                  <a:pt x="133" y="476"/>
                  <a:pt x="2535" y="3112"/>
                  <a:pt x="2535" y="6381"/>
                </a:cubicBezTo>
                <a:cubicBezTo>
                  <a:pt x="2535" y="6414"/>
                  <a:pt x="2535" y="6481"/>
                  <a:pt x="2569" y="6514"/>
                </a:cubicBezTo>
                <a:cubicBezTo>
                  <a:pt x="2602" y="6581"/>
                  <a:pt x="2702" y="6647"/>
                  <a:pt x="2802" y="6681"/>
                </a:cubicBezTo>
                <a:cubicBezTo>
                  <a:pt x="2935" y="6681"/>
                  <a:pt x="3036" y="6581"/>
                  <a:pt x="3036" y="6447"/>
                </a:cubicBezTo>
                <a:cubicBezTo>
                  <a:pt x="3036" y="2911"/>
                  <a:pt x="534" y="176"/>
                  <a:pt x="434" y="76"/>
                </a:cubicBezTo>
                <a:cubicBezTo>
                  <a:pt x="384" y="26"/>
                  <a:pt x="317" y="1"/>
                  <a:pt x="254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41">
            <a:extLst>
              <a:ext uri="{FF2B5EF4-FFF2-40B4-BE49-F238E27FC236}">
                <a16:creationId xmlns:a16="http://schemas.microsoft.com/office/drawing/2014/main" id="{939845AA-84F4-944F-B4D2-6F2875DE0611}"/>
              </a:ext>
            </a:extLst>
          </p:cNvPr>
          <p:cNvSpPr/>
          <p:nvPr/>
        </p:nvSpPr>
        <p:spPr>
          <a:xfrm>
            <a:off x="2853288" y="3706322"/>
            <a:ext cx="707307" cy="579129"/>
          </a:xfrm>
          <a:custGeom>
            <a:avLst/>
            <a:gdLst/>
            <a:ahLst/>
            <a:cxnLst/>
            <a:rect l="l" t="t" r="r" b="b"/>
            <a:pathLst>
              <a:path w="45834" h="37528" extrusionOk="0">
                <a:moveTo>
                  <a:pt x="15245" y="0"/>
                </a:moveTo>
                <a:lnTo>
                  <a:pt x="13177" y="17279"/>
                </a:lnTo>
                <a:lnTo>
                  <a:pt x="334" y="30689"/>
                </a:lnTo>
                <a:cubicBezTo>
                  <a:pt x="0" y="36093"/>
                  <a:pt x="4437" y="37527"/>
                  <a:pt x="4437" y="37527"/>
                </a:cubicBezTo>
                <a:cubicBezTo>
                  <a:pt x="4437" y="37527"/>
                  <a:pt x="15311" y="32957"/>
                  <a:pt x="17813" y="31956"/>
                </a:cubicBezTo>
                <a:cubicBezTo>
                  <a:pt x="19548" y="31189"/>
                  <a:pt x="21216" y="30222"/>
                  <a:pt x="22750" y="29054"/>
                </a:cubicBezTo>
                <a:cubicBezTo>
                  <a:pt x="22750" y="29054"/>
                  <a:pt x="26602" y="30076"/>
                  <a:pt x="30451" y="30076"/>
                </a:cubicBezTo>
                <a:cubicBezTo>
                  <a:pt x="30945" y="30076"/>
                  <a:pt x="31438" y="30060"/>
                  <a:pt x="31923" y="30022"/>
                </a:cubicBezTo>
                <a:cubicBezTo>
                  <a:pt x="34892" y="29822"/>
                  <a:pt x="41096" y="27887"/>
                  <a:pt x="43465" y="21682"/>
                </a:cubicBezTo>
                <a:cubicBezTo>
                  <a:pt x="45833" y="15511"/>
                  <a:pt x="43065" y="5104"/>
                  <a:pt x="43065" y="5104"/>
                </a:cubicBezTo>
                <a:lnTo>
                  <a:pt x="15245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41">
            <a:extLst>
              <a:ext uri="{FF2B5EF4-FFF2-40B4-BE49-F238E27FC236}">
                <a16:creationId xmlns:a16="http://schemas.microsoft.com/office/drawing/2014/main" id="{696EBD8A-53E9-DAE7-62A2-AC912CE87F0D}"/>
              </a:ext>
            </a:extLst>
          </p:cNvPr>
          <p:cNvSpPr/>
          <p:nvPr/>
        </p:nvSpPr>
        <p:spPr>
          <a:xfrm>
            <a:off x="2896528" y="4099080"/>
            <a:ext cx="343360" cy="186371"/>
          </a:xfrm>
          <a:custGeom>
            <a:avLst/>
            <a:gdLst/>
            <a:ahLst/>
            <a:cxnLst/>
            <a:rect l="l" t="t" r="r" b="b"/>
            <a:pathLst>
              <a:path w="22250" h="12077" extrusionOk="0">
                <a:moveTo>
                  <a:pt x="22216" y="1"/>
                </a:moveTo>
                <a:cubicBezTo>
                  <a:pt x="22216" y="1"/>
                  <a:pt x="20582" y="2369"/>
                  <a:pt x="15245" y="4637"/>
                </a:cubicBezTo>
                <a:cubicBezTo>
                  <a:pt x="12409" y="5838"/>
                  <a:pt x="3370" y="10141"/>
                  <a:pt x="0" y="11175"/>
                </a:cubicBezTo>
                <a:cubicBezTo>
                  <a:pt x="501" y="11542"/>
                  <a:pt x="1035" y="11843"/>
                  <a:pt x="1602" y="12076"/>
                </a:cubicBezTo>
                <a:cubicBezTo>
                  <a:pt x="1602" y="12076"/>
                  <a:pt x="12476" y="7506"/>
                  <a:pt x="14978" y="6539"/>
                </a:cubicBezTo>
                <a:cubicBezTo>
                  <a:pt x="16746" y="5772"/>
                  <a:pt x="18380" y="4771"/>
                  <a:pt x="19915" y="3603"/>
                </a:cubicBezTo>
                <a:cubicBezTo>
                  <a:pt x="22250" y="1569"/>
                  <a:pt x="22216" y="1"/>
                  <a:pt x="22216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41">
            <a:extLst>
              <a:ext uri="{FF2B5EF4-FFF2-40B4-BE49-F238E27FC236}">
                <a16:creationId xmlns:a16="http://schemas.microsoft.com/office/drawing/2014/main" id="{DADB7927-E053-CF7F-95C7-6CD52B035ED4}"/>
              </a:ext>
            </a:extLst>
          </p:cNvPr>
          <p:cNvSpPr/>
          <p:nvPr/>
        </p:nvSpPr>
        <p:spPr>
          <a:xfrm>
            <a:off x="3204365" y="3801552"/>
            <a:ext cx="347990" cy="368916"/>
          </a:xfrm>
          <a:custGeom>
            <a:avLst/>
            <a:gdLst/>
            <a:ahLst/>
            <a:cxnLst/>
            <a:rect l="l" t="t" r="r" b="b"/>
            <a:pathLst>
              <a:path w="22550" h="23906" extrusionOk="0">
                <a:moveTo>
                  <a:pt x="18813" y="0"/>
                </a:moveTo>
                <a:cubicBezTo>
                  <a:pt x="19347" y="5104"/>
                  <a:pt x="20114" y="10975"/>
                  <a:pt x="17813" y="15945"/>
                </a:cubicBezTo>
                <a:cubicBezTo>
                  <a:pt x="15765" y="20426"/>
                  <a:pt x="9863" y="21950"/>
                  <a:pt x="6706" y="21950"/>
                </a:cubicBezTo>
                <a:cubicBezTo>
                  <a:pt x="6315" y="21950"/>
                  <a:pt x="5965" y="21927"/>
                  <a:pt x="5671" y="21883"/>
                </a:cubicBezTo>
                <a:cubicBezTo>
                  <a:pt x="4203" y="21649"/>
                  <a:pt x="2769" y="21249"/>
                  <a:pt x="1401" y="20682"/>
                </a:cubicBezTo>
                <a:lnTo>
                  <a:pt x="0" y="22883"/>
                </a:lnTo>
                <a:cubicBezTo>
                  <a:pt x="0" y="22883"/>
                  <a:pt x="3852" y="23905"/>
                  <a:pt x="7701" y="23905"/>
                </a:cubicBezTo>
                <a:cubicBezTo>
                  <a:pt x="8195" y="23905"/>
                  <a:pt x="8688" y="23889"/>
                  <a:pt x="9173" y="23851"/>
                </a:cubicBezTo>
                <a:cubicBezTo>
                  <a:pt x="12142" y="23651"/>
                  <a:pt x="18346" y="21682"/>
                  <a:pt x="20715" y="15511"/>
                </a:cubicBezTo>
                <a:cubicBezTo>
                  <a:pt x="22549" y="10808"/>
                  <a:pt x="21349" y="3569"/>
                  <a:pt x="20681" y="434"/>
                </a:cubicBezTo>
                <a:lnTo>
                  <a:pt x="19681" y="200"/>
                </a:lnTo>
                <a:lnTo>
                  <a:pt x="18813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41">
            <a:extLst>
              <a:ext uri="{FF2B5EF4-FFF2-40B4-BE49-F238E27FC236}">
                <a16:creationId xmlns:a16="http://schemas.microsoft.com/office/drawing/2014/main" id="{B006E05E-AC4D-8C9E-CC16-125E06660412}"/>
              </a:ext>
            </a:extLst>
          </p:cNvPr>
          <p:cNvSpPr/>
          <p:nvPr/>
        </p:nvSpPr>
        <p:spPr>
          <a:xfrm>
            <a:off x="3007715" y="3892924"/>
            <a:ext cx="360351" cy="108888"/>
          </a:xfrm>
          <a:custGeom>
            <a:avLst/>
            <a:gdLst/>
            <a:ahLst/>
            <a:cxnLst/>
            <a:rect l="l" t="t" r="r" b="b"/>
            <a:pathLst>
              <a:path w="23351" h="7056" extrusionOk="0">
                <a:moveTo>
                  <a:pt x="9234" y="1"/>
                </a:moveTo>
                <a:cubicBezTo>
                  <a:pt x="7431" y="1"/>
                  <a:pt x="6049" y="484"/>
                  <a:pt x="4804" y="1585"/>
                </a:cubicBezTo>
                <a:cubicBezTo>
                  <a:pt x="3069" y="3119"/>
                  <a:pt x="1" y="6655"/>
                  <a:pt x="1" y="6655"/>
                </a:cubicBezTo>
                <a:lnTo>
                  <a:pt x="1368" y="7055"/>
                </a:lnTo>
                <a:cubicBezTo>
                  <a:pt x="1368" y="7055"/>
                  <a:pt x="2436" y="5921"/>
                  <a:pt x="3470" y="4687"/>
                </a:cubicBezTo>
                <a:cubicBezTo>
                  <a:pt x="4469" y="3495"/>
                  <a:pt x="6090" y="1276"/>
                  <a:pt x="10136" y="1276"/>
                </a:cubicBezTo>
                <a:cubicBezTo>
                  <a:pt x="10279" y="1276"/>
                  <a:pt x="10426" y="1279"/>
                  <a:pt x="10575" y="1284"/>
                </a:cubicBezTo>
                <a:cubicBezTo>
                  <a:pt x="14945" y="1451"/>
                  <a:pt x="23351" y="2218"/>
                  <a:pt x="23351" y="2218"/>
                </a:cubicBezTo>
                <a:cubicBezTo>
                  <a:pt x="23351" y="2218"/>
                  <a:pt x="14611" y="717"/>
                  <a:pt x="11576" y="217"/>
                </a:cubicBezTo>
                <a:cubicBezTo>
                  <a:pt x="10718" y="76"/>
                  <a:pt x="9943" y="1"/>
                  <a:pt x="9234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41">
            <a:extLst>
              <a:ext uri="{FF2B5EF4-FFF2-40B4-BE49-F238E27FC236}">
                <a16:creationId xmlns:a16="http://schemas.microsoft.com/office/drawing/2014/main" id="{9083013D-7EF7-8C2D-E359-AF6BEADE7345}"/>
              </a:ext>
            </a:extLst>
          </p:cNvPr>
          <p:cNvSpPr/>
          <p:nvPr/>
        </p:nvSpPr>
        <p:spPr>
          <a:xfrm>
            <a:off x="3080307" y="3813388"/>
            <a:ext cx="47361" cy="106573"/>
          </a:xfrm>
          <a:custGeom>
            <a:avLst/>
            <a:gdLst/>
            <a:ahLst/>
            <a:cxnLst/>
            <a:rect l="l" t="t" r="r" b="b"/>
            <a:pathLst>
              <a:path w="3069" h="6906" extrusionOk="0">
                <a:moveTo>
                  <a:pt x="1034" y="0"/>
                </a:moveTo>
                <a:cubicBezTo>
                  <a:pt x="1034" y="1"/>
                  <a:pt x="0" y="4004"/>
                  <a:pt x="1668" y="6905"/>
                </a:cubicBezTo>
                <a:lnTo>
                  <a:pt x="3069" y="6071"/>
                </a:lnTo>
                <a:cubicBezTo>
                  <a:pt x="1634" y="4370"/>
                  <a:pt x="901" y="2202"/>
                  <a:pt x="1034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41">
            <a:extLst>
              <a:ext uri="{FF2B5EF4-FFF2-40B4-BE49-F238E27FC236}">
                <a16:creationId xmlns:a16="http://schemas.microsoft.com/office/drawing/2014/main" id="{4A7CAF24-B1B1-FCAA-0D5C-E7B08981AD09}"/>
              </a:ext>
            </a:extLst>
          </p:cNvPr>
          <p:cNvSpPr/>
          <p:nvPr/>
        </p:nvSpPr>
        <p:spPr>
          <a:xfrm>
            <a:off x="2885201" y="3245601"/>
            <a:ext cx="276957" cy="416461"/>
          </a:xfrm>
          <a:custGeom>
            <a:avLst/>
            <a:gdLst/>
            <a:ahLst/>
            <a:cxnLst/>
            <a:rect l="l" t="t" r="r" b="b"/>
            <a:pathLst>
              <a:path w="17947" h="26987" extrusionOk="0">
                <a:moveTo>
                  <a:pt x="17947" y="0"/>
                </a:moveTo>
                <a:cubicBezTo>
                  <a:pt x="14611" y="601"/>
                  <a:pt x="11876" y="1468"/>
                  <a:pt x="9874" y="4937"/>
                </a:cubicBezTo>
                <a:cubicBezTo>
                  <a:pt x="7973" y="8240"/>
                  <a:pt x="1" y="22116"/>
                  <a:pt x="1" y="22116"/>
                </a:cubicBezTo>
                <a:lnTo>
                  <a:pt x="9241" y="26986"/>
                </a:lnTo>
                <a:lnTo>
                  <a:pt x="15979" y="15378"/>
                </a:lnTo>
                <a:lnTo>
                  <a:pt x="17947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41">
            <a:extLst>
              <a:ext uri="{FF2B5EF4-FFF2-40B4-BE49-F238E27FC236}">
                <a16:creationId xmlns:a16="http://schemas.microsoft.com/office/drawing/2014/main" id="{36E0269A-DF3E-0179-C0EE-835B8B3D9C7A}"/>
              </a:ext>
            </a:extLst>
          </p:cNvPr>
          <p:cNvSpPr/>
          <p:nvPr/>
        </p:nvSpPr>
        <p:spPr>
          <a:xfrm>
            <a:off x="2885201" y="3245601"/>
            <a:ext cx="276957" cy="416461"/>
          </a:xfrm>
          <a:custGeom>
            <a:avLst/>
            <a:gdLst/>
            <a:ahLst/>
            <a:cxnLst/>
            <a:rect l="l" t="t" r="r" b="b"/>
            <a:pathLst>
              <a:path w="17947" h="26987" extrusionOk="0">
                <a:moveTo>
                  <a:pt x="17947" y="0"/>
                </a:moveTo>
                <a:cubicBezTo>
                  <a:pt x="14611" y="601"/>
                  <a:pt x="11876" y="1468"/>
                  <a:pt x="9874" y="4937"/>
                </a:cubicBezTo>
                <a:cubicBezTo>
                  <a:pt x="7973" y="8240"/>
                  <a:pt x="1" y="22116"/>
                  <a:pt x="1" y="22116"/>
                </a:cubicBezTo>
                <a:lnTo>
                  <a:pt x="9241" y="26986"/>
                </a:lnTo>
                <a:lnTo>
                  <a:pt x="15979" y="15378"/>
                </a:lnTo>
                <a:lnTo>
                  <a:pt x="17947" y="0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41">
            <a:extLst>
              <a:ext uri="{FF2B5EF4-FFF2-40B4-BE49-F238E27FC236}">
                <a16:creationId xmlns:a16="http://schemas.microsoft.com/office/drawing/2014/main" id="{B5863C42-2BAA-1796-7461-90D3218A6ED2}"/>
              </a:ext>
            </a:extLst>
          </p:cNvPr>
          <p:cNvSpPr/>
          <p:nvPr/>
        </p:nvSpPr>
        <p:spPr>
          <a:xfrm>
            <a:off x="3065878" y="3230679"/>
            <a:ext cx="471029" cy="682122"/>
          </a:xfrm>
          <a:custGeom>
            <a:avLst/>
            <a:gdLst/>
            <a:ahLst/>
            <a:cxnLst/>
            <a:rect l="l" t="t" r="r" b="b"/>
            <a:pathLst>
              <a:path w="30523" h="44202" extrusionOk="0">
                <a:moveTo>
                  <a:pt x="14778" y="0"/>
                </a:moveTo>
                <a:lnTo>
                  <a:pt x="7873" y="734"/>
                </a:lnTo>
                <a:cubicBezTo>
                  <a:pt x="6139" y="1268"/>
                  <a:pt x="2703" y="3703"/>
                  <a:pt x="1569" y="13210"/>
                </a:cubicBezTo>
                <a:cubicBezTo>
                  <a:pt x="1235" y="15778"/>
                  <a:pt x="902" y="20648"/>
                  <a:pt x="668" y="23917"/>
                </a:cubicBezTo>
                <a:cubicBezTo>
                  <a:pt x="435" y="27186"/>
                  <a:pt x="301" y="28854"/>
                  <a:pt x="1" y="30155"/>
                </a:cubicBezTo>
                <a:cubicBezTo>
                  <a:pt x="4660" y="39221"/>
                  <a:pt x="14020" y="44201"/>
                  <a:pt x="23428" y="44201"/>
                </a:cubicBezTo>
                <a:cubicBezTo>
                  <a:pt x="25201" y="44201"/>
                  <a:pt x="26976" y="44024"/>
                  <a:pt x="28721" y="43665"/>
                </a:cubicBezTo>
                <a:cubicBezTo>
                  <a:pt x="30156" y="37027"/>
                  <a:pt x="30289" y="31589"/>
                  <a:pt x="30389" y="26819"/>
                </a:cubicBezTo>
                <a:cubicBezTo>
                  <a:pt x="30523" y="21115"/>
                  <a:pt x="30489" y="17679"/>
                  <a:pt x="30223" y="13543"/>
                </a:cubicBezTo>
                <a:cubicBezTo>
                  <a:pt x="29922" y="8439"/>
                  <a:pt x="29255" y="5237"/>
                  <a:pt x="27721" y="4703"/>
                </a:cubicBezTo>
                <a:cubicBezTo>
                  <a:pt x="25352" y="3870"/>
                  <a:pt x="16813" y="434"/>
                  <a:pt x="1477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41">
            <a:extLst>
              <a:ext uri="{FF2B5EF4-FFF2-40B4-BE49-F238E27FC236}">
                <a16:creationId xmlns:a16="http://schemas.microsoft.com/office/drawing/2014/main" id="{4AA21BFE-E6D7-FF2F-E45F-B002C4D75C26}"/>
              </a:ext>
            </a:extLst>
          </p:cNvPr>
          <p:cNvSpPr/>
          <p:nvPr/>
        </p:nvSpPr>
        <p:spPr>
          <a:xfrm>
            <a:off x="3300613" y="3255385"/>
            <a:ext cx="262034" cy="702029"/>
          </a:xfrm>
          <a:custGeom>
            <a:avLst/>
            <a:gdLst/>
            <a:ahLst/>
            <a:cxnLst/>
            <a:rect l="l" t="t" r="r" b="b"/>
            <a:pathLst>
              <a:path w="16980" h="45492" extrusionOk="0">
                <a:moveTo>
                  <a:pt x="6005" y="0"/>
                </a:moveTo>
                <a:cubicBezTo>
                  <a:pt x="6005" y="0"/>
                  <a:pt x="5071" y="2135"/>
                  <a:pt x="3103" y="6305"/>
                </a:cubicBezTo>
                <a:cubicBezTo>
                  <a:pt x="1102" y="10441"/>
                  <a:pt x="1002" y="12309"/>
                  <a:pt x="835" y="19548"/>
                </a:cubicBezTo>
                <a:cubicBezTo>
                  <a:pt x="668" y="26786"/>
                  <a:pt x="835" y="42431"/>
                  <a:pt x="1" y="45366"/>
                </a:cubicBezTo>
                <a:cubicBezTo>
                  <a:pt x="633" y="45452"/>
                  <a:pt x="1552" y="45492"/>
                  <a:pt x="2636" y="45492"/>
                </a:cubicBezTo>
                <a:cubicBezTo>
                  <a:pt x="7040" y="45492"/>
                  <a:pt x="14153" y="44829"/>
                  <a:pt x="15679" y="43865"/>
                </a:cubicBezTo>
                <a:cubicBezTo>
                  <a:pt x="15679" y="43865"/>
                  <a:pt x="15879" y="32023"/>
                  <a:pt x="16146" y="24651"/>
                </a:cubicBezTo>
                <a:cubicBezTo>
                  <a:pt x="16413" y="17246"/>
                  <a:pt x="16980" y="5404"/>
                  <a:pt x="13377" y="3336"/>
                </a:cubicBezTo>
                <a:lnTo>
                  <a:pt x="6005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1">
            <a:extLst>
              <a:ext uri="{FF2B5EF4-FFF2-40B4-BE49-F238E27FC236}">
                <a16:creationId xmlns:a16="http://schemas.microsoft.com/office/drawing/2014/main" id="{98C1EFC0-82C2-41B8-2F09-3DB1926811E5}"/>
              </a:ext>
            </a:extLst>
          </p:cNvPr>
          <p:cNvSpPr/>
          <p:nvPr/>
        </p:nvSpPr>
        <p:spPr>
          <a:xfrm>
            <a:off x="3300613" y="3255385"/>
            <a:ext cx="262034" cy="702029"/>
          </a:xfrm>
          <a:custGeom>
            <a:avLst/>
            <a:gdLst/>
            <a:ahLst/>
            <a:cxnLst/>
            <a:rect l="l" t="t" r="r" b="b"/>
            <a:pathLst>
              <a:path w="16980" h="45492" extrusionOk="0">
                <a:moveTo>
                  <a:pt x="6005" y="0"/>
                </a:moveTo>
                <a:cubicBezTo>
                  <a:pt x="6005" y="0"/>
                  <a:pt x="5071" y="2135"/>
                  <a:pt x="3103" y="6305"/>
                </a:cubicBezTo>
                <a:cubicBezTo>
                  <a:pt x="1102" y="10441"/>
                  <a:pt x="1002" y="12309"/>
                  <a:pt x="835" y="19548"/>
                </a:cubicBezTo>
                <a:cubicBezTo>
                  <a:pt x="668" y="26786"/>
                  <a:pt x="835" y="42431"/>
                  <a:pt x="1" y="45366"/>
                </a:cubicBezTo>
                <a:cubicBezTo>
                  <a:pt x="633" y="45452"/>
                  <a:pt x="1552" y="45492"/>
                  <a:pt x="2636" y="45492"/>
                </a:cubicBezTo>
                <a:cubicBezTo>
                  <a:pt x="7040" y="45492"/>
                  <a:pt x="14153" y="44829"/>
                  <a:pt x="15679" y="43865"/>
                </a:cubicBezTo>
                <a:cubicBezTo>
                  <a:pt x="15679" y="43865"/>
                  <a:pt x="15879" y="32023"/>
                  <a:pt x="16146" y="24651"/>
                </a:cubicBezTo>
                <a:cubicBezTo>
                  <a:pt x="16413" y="17246"/>
                  <a:pt x="16980" y="5404"/>
                  <a:pt x="13377" y="3336"/>
                </a:cubicBezTo>
                <a:lnTo>
                  <a:pt x="6005" y="0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1">
            <a:extLst>
              <a:ext uri="{FF2B5EF4-FFF2-40B4-BE49-F238E27FC236}">
                <a16:creationId xmlns:a16="http://schemas.microsoft.com/office/drawing/2014/main" id="{08934245-F371-0C82-B854-415ED3FF5E79}"/>
              </a:ext>
            </a:extLst>
          </p:cNvPr>
          <p:cNvSpPr/>
          <p:nvPr/>
        </p:nvSpPr>
        <p:spPr>
          <a:xfrm>
            <a:off x="3048379" y="3233240"/>
            <a:ext cx="197174" cy="542587"/>
          </a:xfrm>
          <a:custGeom>
            <a:avLst/>
            <a:gdLst/>
            <a:ahLst/>
            <a:cxnLst/>
            <a:rect l="l" t="t" r="r" b="b"/>
            <a:pathLst>
              <a:path w="12777" h="35160" extrusionOk="0">
                <a:moveTo>
                  <a:pt x="12743" y="1"/>
                </a:moveTo>
                <a:cubicBezTo>
                  <a:pt x="10942" y="101"/>
                  <a:pt x="9141" y="368"/>
                  <a:pt x="7373" y="768"/>
                </a:cubicBezTo>
                <a:cubicBezTo>
                  <a:pt x="4271" y="2870"/>
                  <a:pt x="3036" y="7139"/>
                  <a:pt x="2603" y="10608"/>
                </a:cubicBezTo>
                <a:cubicBezTo>
                  <a:pt x="2169" y="14044"/>
                  <a:pt x="1435" y="20582"/>
                  <a:pt x="1135" y="23418"/>
                </a:cubicBezTo>
                <a:cubicBezTo>
                  <a:pt x="835" y="26253"/>
                  <a:pt x="701" y="27254"/>
                  <a:pt x="1" y="29322"/>
                </a:cubicBezTo>
                <a:cubicBezTo>
                  <a:pt x="68" y="31423"/>
                  <a:pt x="1469" y="34325"/>
                  <a:pt x="2803" y="35159"/>
                </a:cubicBezTo>
                <a:cubicBezTo>
                  <a:pt x="2803" y="35159"/>
                  <a:pt x="4671" y="30156"/>
                  <a:pt x="5138" y="26753"/>
                </a:cubicBezTo>
                <a:cubicBezTo>
                  <a:pt x="5638" y="23351"/>
                  <a:pt x="6305" y="14178"/>
                  <a:pt x="7006" y="9674"/>
                </a:cubicBezTo>
                <a:cubicBezTo>
                  <a:pt x="7706" y="5205"/>
                  <a:pt x="9875" y="1936"/>
                  <a:pt x="12777" y="801"/>
                </a:cubicBezTo>
                <a:lnTo>
                  <a:pt x="12743" y="1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1">
            <a:extLst>
              <a:ext uri="{FF2B5EF4-FFF2-40B4-BE49-F238E27FC236}">
                <a16:creationId xmlns:a16="http://schemas.microsoft.com/office/drawing/2014/main" id="{104F6853-1CC0-4ED8-4857-ADF6824888B0}"/>
              </a:ext>
            </a:extLst>
          </p:cNvPr>
          <p:cNvSpPr/>
          <p:nvPr/>
        </p:nvSpPr>
        <p:spPr>
          <a:xfrm>
            <a:off x="3048379" y="3233240"/>
            <a:ext cx="197174" cy="542587"/>
          </a:xfrm>
          <a:custGeom>
            <a:avLst/>
            <a:gdLst/>
            <a:ahLst/>
            <a:cxnLst/>
            <a:rect l="l" t="t" r="r" b="b"/>
            <a:pathLst>
              <a:path w="12777" h="35160" extrusionOk="0">
                <a:moveTo>
                  <a:pt x="12743" y="1"/>
                </a:moveTo>
                <a:cubicBezTo>
                  <a:pt x="10942" y="101"/>
                  <a:pt x="9141" y="368"/>
                  <a:pt x="7373" y="768"/>
                </a:cubicBezTo>
                <a:cubicBezTo>
                  <a:pt x="4271" y="2870"/>
                  <a:pt x="3036" y="7139"/>
                  <a:pt x="2603" y="10608"/>
                </a:cubicBezTo>
                <a:cubicBezTo>
                  <a:pt x="2169" y="14044"/>
                  <a:pt x="1435" y="20582"/>
                  <a:pt x="1135" y="23418"/>
                </a:cubicBezTo>
                <a:cubicBezTo>
                  <a:pt x="835" y="26253"/>
                  <a:pt x="701" y="27254"/>
                  <a:pt x="1" y="29322"/>
                </a:cubicBezTo>
                <a:cubicBezTo>
                  <a:pt x="68" y="31423"/>
                  <a:pt x="1469" y="34325"/>
                  <a:pt x="2803" y="35159"/>
                </a:cubicBezTo>
                <a:cubicBezTo>
                  <a:pt x="2803" y="35159"/>
                  <a:pt x="4671" y="30156"/>
                  <a:pt x="5138" y="26753"/>
                </a:cubicBezTo>
                <a:cubicBezTo>
                  <a:pt x="5638" y="23351"/>
                  <a:pt x="6305" y="14178"/>
                  <a:pt x="7006" y="9674"/>
                </a:cubicBezTo>
                <a:cubicBezTo>
                  <a:pt x="7706" y="5205"/>
                  <a:pt x="9875" y="1936"/>
                  <a:pt x="12777" y="801"/>
                </a:cubicBezTo>
                <a:lnTo>
                  <a:pt x="12743" y="1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1">
            <a:extLst>
              <a:ext uri="{FF2B5EF4-FFF2-40B4-BE49-F238E27FC236}">
                <a16:creationId xmlns:a16="http://schemas.microsoft.com/office/drawing/2014/main" id="{4D196F2D-076C-63FB-36FE-C5D8BC7332C5}"/>
              </a:ext>
            </a:extLst>
          </p:cNvPr>
          <p:cNvSpPr/>
          <p:nvPr/>
        </p:nvSpPr>
        <p:spPr>
          <a:xfrm>
            <a:off x="3121989" y="3219352"/>
            <a:ext cx="123563" cy="203347"/>
          </a:xfrm>
          <a:custGeom>
            <a:avLst/>
            <a:gdLst/>
            <a:ahLst/>
            <a:cxnLst/>
            <a:rect l="l" t="t" r="r" b="b"/>
            <a:pathLst>
              <a:path w="8007" h="13177" extrusionOk="0">
                <a:moveTo>
                  <a:pt x="7973" y="0"/>
                </a:moveTo>
                <a:cubicBezTo>
                  <a:pt x="6906" y="367"/>
                  <a:pt x="5872" y="868"/>
                  <a:pt x="4904" y="1501"/>
                </a:cubicBezTo>
                <a:cubicBezTo>
                  <a:pt x="3370" y="2502"/>
                  <a:pt x="701" y="5671"/>
                  <a:pt x="1" y="8273"/>
                </a:cubicBezTo>
                <a:cubicBezTo>
                  <a:pt x="316" y="8005"/>
                  <a:pt x="592" y="7877"/>
                  <a:pt x="830" y="7877"/>
                </a:cubicBezTo>
                <a:cubicBezTo>
                  <a:pt x="1776" y="7877"/>
                  <a:pt x="2122" y="9898"/>
                  <a:pt x="1936" y="13176"/>
                </a:cubicBezTo>
                <a:cubicBezTo>
                  <a:pt x="2336" y="9874"/>
                  <a:pt x="4204" y="3970"/>
                  <a:pt x="7806" y="2769"/>
                </a:cubicBezTo>
                <a:cubicBezTo>
                  <a:pt x="7940" y="2435"/>
                  <a:pt x="8007" y="2068"/>
                  <a:pt x="8007" y="1701"/>
                </a:cubicBezTo>
                <a:lnTo>
                  <a:pt x="7973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1">
            <a:extLst>
              <a:ext uri="{FF2B5EF4-FFF2-40B4-BE49-F238E27FC236}">
                <a16:creationId xmlns:a16="http://schemas.microsoft.com/office/drawing/2014/main" id="{EC532938-4B4E-301D-3DA6-37190A3C6B86}"/>
              </a:ext>
            </a:extLst>
          </p:cNvPr>
          <p:cNvSpPr/>
          <p:nvPr/>
        </p:nvSpPr>
        <p:spPr>
          <a:xfrm>
            <a:off x="3121989" y="3219352"/>
            <a:ext cx="123563" cy="203347"/>
          </a:xfrm>
          <a:custGeom>
            <a:avLst/>
            <a:gdLst/>
            <a:ahLst/>
            <a:cxnLst/>
            <a:rect l="l" t="t" r="r" b="b"/>
            <a:pathLst>
              <a:path w="8007" h="13177" extrusionOk="0">
                <a:moveTo>
                  <a:pt x="7973" y="0"/>
                </a:moveTo>
                <a:cubicBezTo>
                  <a:pt x="6906" y="367"/>
                  <a:pt x="5872" y="868"/>
                  <a:pt x="4904" y="1501"/>
                </a:cubicBezTo>
                <a:cubicBezTo>
                  <a:pt x="3370" y="2502"/>
                  <a:pt x="701" y="5671"/>
                  <a:pt x="1" y="8273"/>
                </a:cubicBezTo>
                <a:cubicBezTo>
                  <a:pt x="316" y="8005"/>
                  <a:pt x="592" y="7877"/>
                  <a:pt x="830" y="7877"/>
                </a:cubicBezTo>
                <a:cubicBezTo>
                  <a:pt x="1776" y="7877"/>
                  <a:pt x="2122" y="9898"/>
                  <a:pt x="1936" y="13176"/>
                </a:cubicBezTo>
                <a:cubicBezTo>
                  <a:pt x="2336" y="9874"/>
                  <a:pt x="4204" y="3970"/>
                  <a:pt x="7806" y="2769"/>
                </a:cubicBezTo>
                <a:cubicBezTo>
                  <a:pt x="7940" y="2435"/>
                  <a:pt x="8007" y="2068"/>
                  <a:pt x="8007" y="1701"/>
                </a:cubicBezTo>
                <a:lnTo>
                  <a:pt x="7973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41">
            <a:extLst>
              <a:ext uri="{FF2B5EF4-FFF2-40B4-BE49-F238E27FC236}">
                <a16:creationId xmlns:a16="http://schemas.microsoft.com/office/drawing/2014/main" id="{2E49522E-8D68-0DD5-0260-2040B9664034}"/>
              </a:ext>
            </a:extLst>
          </p:cNvPr>
          <p:cNvSpPr/>
          <p:nvPr/>
        </p:nvSpPr>
        <p:spPr>
          <a:xfrm>
            <a:off x="3123532" y="2812952"/>
            <a:ext cx="361910" cy="381184"/>
          </a:xfrm>
          <a:custGeom>
            <a:avLst/>
            <a:gdLst/>
            <a:ahLst/>
            <a:cxnLst/>
            <a:rect l="l" t="t" r="r" b="b"/>
            <a:pathLst>
              <a:path w="23452" h="24701" extrusionOk="0">
                <a:moveTo>
                  <a:pt x="9098" y="0"/>
                </a:moveTo>
                <a:cubicBezTo>
                  <a:pt x="8794" y="0"/>
                  <a:pt x="8474" y="32"/>
                  <a:pt x="8140" y="83"/>
                </a:cubicBezTo>
                <a:cubicBezTo>
                  <a:pt x="7039" y="250"/>
                  <a:pt x="6205" y="1217"/>
                  <a:pt x="6272" y="2351"/>
                </a:cubicBezTo>
                <a:cubicBezTo>
                  <a:pt x="5790" y="2020"/>
                  <a:pt x="5304" y="1885"/>
                  <a:pt x="4854" y="1885"/>
                </a:cubicBezTo>
                <a:cubicBezTo>
                  <a:pt x="3810" y="1885"/>
                  <a:pt x="2956" y="2610"/>
                  <a:pt x="2770" y="3285"/>
                </a:cubicBezTo>
                <a:cubicBezTo>
                  <a:pt x="2603" y="3986"/>
                  <a:pt x="2703" y="4620"/>
                  <a:pt x="2136" y="5253"/>
                </a:cubicBezTo>
                <a:cubicBezTo>
                  <a:pt x="1855" y="5566"/>
                  <a:pt x="1486" y="5710"/>
                  <a:pt x="1146" y="5710"/>
                </a:cubicBezTo>
                <a:cubicBezTo>
                  <a:pt x="759" y="5710"/>
                  <a:pt x="410" y="5524"/>
                  <a:pt x="268" y="5187"/>
                </a:cubicBezTo>
                <a:lnTo>
                  <a:pt x="268" y="5187"/>
                </a:lnTo>
                <a:cubicBezTo>
                  <a:pt x="1" y="6221"/>
                  <a:pt x="335" y="7055"/>
                  <a:pt x="1469" y="7088"/>
                </a:cubicBezTo>
                <a:cubicBezTo>
                  <a:pt x="1002" y="7622"/>
                  <a:pt x="835" y="8356"/>
                  <a:pt x="968" y="9056"/>
                </a:cubicBezTo>
                <a:cubicBezTo>
                  <a:pt x="1168" y="9923"/>
                  <a:pt x="1902" y="10591"/>
                  <a:pt x="2770" y="10724"/>
                </a:cubicBezTo>
                <a:cubicBezTo>
                  <a:pt x="2770" y="11258"/>
                  <a:pt x="2903" y="11825"/>
                  <a:pt x="3137" y="12325"/>
                </a:cubicBezTo>
                <a:cubicBezTo>
                  <a:pt x="3437" y="12859"/>
                  <a:pt x="3837" y="13326"/>
                  <a:pt x="4337" y="13659"/>
                </a:cubicBezTo>
                <a:cubicBezTo>
                  <a:pt x="5972" y="14627"/>
                  <a:pt x="7840" y="15061"/>
                  <a:pt x="9641" y="15628"/>
                </a:cubicBezTo>
                <a:lnTo>
                  <a:pt x="11776" y="16295"/>
                </a:lnTo>
                <a:cubicBezTo>
                  <a:pt x="11876" y="16328"/>
                  <a:pt x="12543" y="16428"/>
                  <a:pt x="12610" y="16528"/>
                </a:cubicBezTo>
                <a:lnTo>
                  <a:pt x="17113" y="24701"/>
                </a:lnTo>
                <a:cubicBezTo>
                  <a:pt x="17714" y="22432"/>
                  <a:pt x="20215" y="20264"/>
                  <a:pt x="21450" y="18330"/>
                </a:cubicBezTo>
                <a:cubicBezTo>
                  <a:pt x="22650" y="16495"/>
                  <a:pt x="23384" y="15061"/>
                  <a:pt x="23418" y="13226"/>
                </a:cubicBezTo>
                <a:cubicBezTo>
                  <a:pt x="23451" y="12125"/>
                  <a:pt x="22917" y="10591"/>
                  <a:pt x="22150" y="10224"/>
                </a:cubicBezTo>
                <a:cubicBezTo>
                  <a:pt x="23451" y="6288"/>
                  <a:pt x="20616" y="4153"/>
                  <a:pt x="19048" y="3619"/>
                </a:cubicBezTo>
                <a:cubicBezTo>
                  <a:pt x="18314" y="3385"/>
                  <a:pt x="17614" y="3119"/>
                  <a:pt x="16913" y="2785"/>
                </a:cubicBezTo>
                <a:cubicBezTo>
                  <a:pt x="16079" y="2351"/>
                  <a:pt x="15946" y="1618"/>
                  <a:pt x="15279" y="950"/>
                </a:cubicBezTo>
                <a:cubicBezTo>
                  <a:pt x="14721" y="376"/>
                  <a:pt x="13924" y="41"/>
                  <a:pt x="13156" y="41"/>
                </a:cubicBezTo>
                <a:cubicBezTo>
                  <a:pt x="12408" y="41"/>
                  <a:pt x="11687" y="359"/>
                  <a:pt x="11242" y="1084"/>
                </a:cubicBezTo>
                <a:cubicBezTo>
                  <a:pt x="10722" y="265"/>
                  <a:pt x="9980" y="0"/>
                  <a:pt x="909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41">
            <a:extLst>
              <a:ext uri="{FF2B5EF4-FFF2-40B4-BE49-F238E27FC236}">
                <a16:creationId xmlns:a16="http://schemas.microsoft.com/office/drawing/2014/main" id="{5051A6BF-031B-57C7-B3DF-77BBF2956F4B}"/>
              </a:ext>
            </a:extLst>
          </p:cNvPr>
          <p:cNvSpPr/>
          <p:nvPr/>
        </p:nvSpPr>
        <p:spPr>
          <a:xfrm>
            <a:off x="3140013" y="2920605"/>
            <a:ext cx="338731" cy="428684"/>
          </a:xfrm>
          <a:custGeom>
            <a:avLst/>
            <a:gdLst/>
            <a:ahLst/>
            <a:cxnLst/>
            <a:rect l="l" t="t" r="r" b="b"/>
            <a:pathLst>
              <a:path w="21950" h="27779" extrusionOk="0">
                <a:moveTo>
                  <a:pt x="5857" y="1"/>
                </a:moveTo>
                <a:cubicBezTo>
                  <a:pt x="4296" y="1"/>
                  <a:pt x="2949" y="354"/>
                  <a:pt x="2069" y="946"/>
                </a:cubicBezTo>
                <a:cubicBezTo>
                  <a:pt x="1501" y="2314"/>
                  <a:pt x="1135" y="3248"/>
                  <a:pt x="1135" y="4949"/>
                </a:cubicBezTo>
                <a:cubicBezTo>
                  <a:pt x="1135" y="5583"/>
                  <a:pt x="1034" y="6250"/>
                  <a:pt x="868" y="6850"/>
                </a:cubicBezTo>
                <a:cubicBezTo>
                  <a:pt x="201" y="9419"/>
                  <a:pt x="0" y="12087"/>
                  <a:pt x="367" y="14723"/>
                </a:cubicBezTo>
                <a:cubicBezTo>
                  <a:pt x="601" y="16624"/>
                  <a:pt x="2002" y="18225"/>
                  <a:pt x="3870" y="18725"/>
                </a:cubicBezTo>
                <a:cubicBezTo>
                  <a:pt x="4770" y="18892"/>
                  <a:pt x="5671" y="19026"/>
                  <a:pt x="6605" y="19092"/>
                </a:cubicBezTo>
                <a:lnTo>
                  <a:pt x="6438" y="22695"/>
                </a:lnTo>
                <a:cubicBezTo>
                  <a:pt x="5438" y="23896"/>
                  <a:pt x="4971" y="26364"/>
                  <a:pt x="5304" y="27765"/>
                </a:cubicBezTo>
                <a:cubicBezTo>
                  <a:pt x="5489" y="27774"/>
                  <a:pt x="5673" y="27779"/>
                  <a:pt x="5856" y="27779"/>
                </a:cubicBezTo>
                <a:cubicBezTo>
                  <a:pt x="11811" y="27779"/>
                  <a:pt x="16145" y="23162"/>
                  <a:pt x="16145" y="23162"/>
                </a:cubicBezTo>
                <a:lnTo>
                  <a:pt x="16145" y="19359"/>
                </a:lnTo>
                <a:lnTo>
                  <a:pt x="16412" y="14689"/>
                </a:lnTo>
                <a:cubicBezTo>
                  <a:pt x="16412" y="14689"/>
                  <a:pt x="16937" y="15323"/>
                  <a:pt x="17908" y="15323"/>
                </a:cubicBezTo>
                <a:cubicBezTo>
                  <a:pt x="18254" y="15323"/>
                  <a:pt x="18658" y="15242"/>
                  <a:pt x="19114" y="15023"/>
                </a:cubicBezTo>
                <a:cubicBezTo>
                  <a:pt x="20982" y="14156"/>
                  <a:pt x="21949" y="11454"/>
                  <a:pt x="21082" y="9519"/>
                </a:cubicBezTo>
                <a:cubicBezTo>
                  <a:pt x="20750" y="8727"/>
                  <a:pt x="19991" y="8392"/>
                  <a:pt x="19221" y="8392"/>
                </a:cubicBezTo>
                <a:cubicBezTo>
                  <a:pt x="18596" y="8392"/>
                  <a:pt x="17964" y="8612"/>
                  <a:pt x="17546" y="8985"/>
                </a:cubicBezTo>
                <a:cubicBezTo>
                  <a:pt x="16674" y="9793"/>
                  <a:pt x="16490" y="10756"/>
                  <a:pt x="15723" y="10756"/>
                </a:cubicBezTo>
                <a:cubicBezTo>
                  <a:pt x="15697" y="10756"/>
                  <a:pt x="15671" y="10755"/>
                  <a:pt x="15645" y="10753"/>
                </a:cubicBezTo>
                <a:cubicBezTo>
                  <a:pt x="14511" y="10686"/>
                  <a:pt x="14778" y="8952"/>
                  <a:pt x="14911" y="8251"/>
                </a:cubicBezTo>
                <a:cubicBezTo>
                  <a:pt x="13176" y="7117"/>
                  <a:pt x="12376" y="4982"/>
                  <a:pt x="13110" y="2480"/>
                </a:cubicBezTo>
                <a:cubicBezTo>
                  <a:pt x="10739" y="717"/>
                  <a:pt x="8080" y="1"/>
                  <a:pt x="5857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41">
            <a:extLst>
              <a:ext uri="{FF2B5EF4-FFF2-40B4-BE49-F238E27FC236}">
                <a16:creationId xmlns:a16="http://schemas.microsoft.com/office/drawing/2014/main" id="{F724390A-CB48-95E9-04EE-1CB877E215FB}"/>
              </a:ext>
            </a:extLst>
          </p:cNvPr>
          <p:cNvSpPr/>
          <p:nvPr/>
        </p:nvSpPr>
        <p:spPr>
          <a:xfrm>
            <a:off x="3240907" y="3132871"/>
            <a:ext cx="136943" cy="97314"/>
          </a:xfrm>
          <a:custGeom>
            <a:avLst/>
            <a:gdLst/>
            <a:ahLst/>
            <a:cxnLst/>
            <a:rect l="l" t="t" r="r" b="b"/>
            <a:pathLst>
              <a:path w="8874" h="6306" extrusionOk="0">
                <a:moveTo>
                  <a:pt x="8873" y="0"/>
                </a:moveTo>
                <a:cubicBezTo>
                  <a:pt x="8306" y="1134"/>
                  <a:pt x="7639" y="2235"/>
                  <a:pt x="6839" y="3236"/>
                </a:cubicBezTo>
                <a:cubicBezTo>
                  <a:pt x="5137" y="5171"/>
                  <a:pt x="2936" y="5271"/>
                  <a:pt x="34" y="5337"/>
                </a:cubicBezTo>
                <a:lnTo>
                  <a:pt x="0" y="6305"/>
                </a:lnTo>
                <a:cubicBezTo>
                  <a:pt x="79" y="6305"/>
                  <a:pt x="157" y="6306"/>
                  <a:pt x="234" y="6306"/>
                </a:cubicBezTo>
                <a:cubicBezTo>
                  <a:pt x="4601" y="6306"/>
                  <a:pt x="6419" y="5382"/>
                  <a:pt x="7239" y="4137"/>
                </a:cubicBezTo>
                <a:cubicBezTo>
                  <a:pt x="8340" y="2502"/>
                  <a:pt x="8873" y="1"/>
                  <a:pt x="887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41">
            <a:extLst>
              <a:ext uri="{FF2B5EF4-FFF2-40B4-BE49-F238E27FC236}">
                <a16:creationId xmlns:a16="http://schemas.microsoft.com/office/drawing/2014/main" id="{803C18E2-4820-CB79-4C2F-F050A518889A}"/>
              </a:ext>
            </a:extLst>
          </p:cNvPr>
          <p:cNvSpPr/>
          <p:nvPr/>
        </p:nvSpPr>
        <p:spPr>
          <a:xfrm>
            <a:off x="3270012" y="3030295"/>
            <a:ext cx="29598" cy="24953"/>
          </a:xfrm>
          <a:custGeom>
            <a:avLst/>
            <a:gdLst/>
            <a:ahLst/>
            <a:cxnLst/>
            <a:rect l="l" t="t" r="r" b="b"/>
            <a:pathLst>
              <a:path w="1918" h="1617" extrusionOk="0">
                <a:moveTo>
                  <a:pt x="839" y="1"/>
                </a:moveTo>
                <a:cubicBezTo>
                  <a:pt x="450" y="1"/>
                  <a:pt x="110" y="316"/>
                  <a:pt x="49" y="743"/>
                </a:cubicBezTo>
                <a:cubicBezTo>
                  <a:pt x="1" y="1250"/>
                  <a:pt x="424" y="1617"/>
                  <a:pt x="877" y="1617"/>
                </a:cubicBezTo>
                <a:cubicBezTo>
                  <a:pt x="1049" y="1617"/>
                  <a:pt x="1227" y="1563"/>
                  <a:pt x="1383" y="1444"/>
                </a:cubicBezTo>
                <a:cubicBezTo>
                  <a:pt x="1917" y="977"/>
                  <a:pt x="1684" y="76"/>
                  <a:pt x="950" y="9"/>
                </a:cubicBezTo>
                <a:cubicBezTo>
                  <a:pt x="913" y="3"/>
                  <a:pt x="876" y="1"/>
                  <a:pt x="83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1">
            <a:extLst>
              <a:ext uri="{FF2B5EF4-FFF2-40B4-BE49-F238E27FC236}">
                <a16:creationId xmlns:a16="http://schemas.microsoft.com/office/drawing/2014/main" id="{9CA2317F-4F4F-C16D-5DB3-A1D828868D8B}"/>
              </a:ext>
            </a:extLst>
          </p:cNvPr>
          <p:cNvSpPr/>
          <p:nvPr/>
        </p:nvSpPr>
        <p:spPr>
          <a:xfrm>
            <a:off x="3284657" y="2997873"/>
            <a:ext cx="28842" cy="25370"/>
          </a:xfrm>
          <a:custGeom>
            <a:avLst/>
            <a:gdLst/>
            <a:ahLst/>
            <a:cxnLst/>
            <a:rect l="l" t="t" r="r" b="b"/>
            <a:pathLst>
              <a:path w="1869" h="1644" extrusionOk="0">
                <a:moveTo>
                  <a:pt x="785" y="0"/>
                </a:moveTo>
                <a:cubicBezTo>
                  <a:pt x="492" y="0"/>
                  <a:pt x="195" y="137"/>
                  <a:pt x="1" y="409"/>
                </a:cubicBezTo>
                <a:lnTo>
                  <a:pt x="1535" y="1643"/>
                </a:lnTo>
                <a:cubicBezTo>
                  <a:pt x="1869" y="1209"/>
                  <a:pt x="1802" y="576"/>
                  <a:pt x="1368" y="209"/>
                </a:cubicBezTo>
                <a:cubicBezTo>
                  <a:pt x="1202" y="70"/>
                  <a:pt x="994" y="0"/>
                  <a:pt x="78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41">
            <a:extLst>
              <a:ext uri="{FF2B5EF4-FFF2-40B4-BE49-F238E27FC236}">
                <a16:creationId xmlns:a16="http://schemas.microsoft.com/office/drawing/2014/main" id="{52EB9F69-5836-7D02-FEFB-3552A16F0A7A}"/>
              </a:ext>
            </a:extLst>
          </p:cNvPr>
          <p:cNvSpPr/>
          <p:nvPr/>
        </p:nvSpPr>
        <p:spPr>
          <a:xfrm>
            <a:off x="3168331" y="2978197"/>
            <a:ext cx="30895" cy="17237"/>
          </a:xfrm>
          <a:custGeom>
            <a:avLst/>
            <a:gdLst/>
            <a:ahLst/>
            <a:cxnLst/>
            <a:rect l="l" t="t" r="r" b="b"/>
            <a:pathLst>
              <a:path w="2002" h="1117" extrusionOk="0">
                <a:moveTo>
                  <a:pt x="1098" y="1"/>
                </a:moveTo>
                <a:cubicBezTo>
                  <a:pt x="1044" y="1"/>
                  <a:pt x="989" y="6"/>
                  <a:pt x="934" y="16"/>
                </a:cubicBezTo>
                <a:cubicBezTo>
                  <a:pt x="367" y="83"/>
                  <a:pt x="0" y="583"/>
                  <a:pt x="33" y="1117"/>
                </a:cubicBezTo>
                <a:lnTo>
                  <a:pt x="2001" y="883"/>
                </a:lnTo>
                <a:cubicBezTo>
                  <a:pt x="1972" y="375"/>
                  <a:pt x="1566" y="1"/>
                  <a:pt x="109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1">
            <a:extLst>
              <a:ext uri="{FF2B5EF4-FFF2-40B4-BE49-F238E27FC236}">
                <a16:creationId xmlns:a16="http://schemas.microsoft.com/office/drawing/2014/main" id="{24361657-4FE7-0564-B389-FA571470D89E}"/>
              </a:ext>
            </a:extLst>
          </p:cNvPr>
          <p:cNvSpPr/>
          <p:nvPr/>
        </p:nvSpPr>
        <p:spPr>
          <a:xfrm>
            <a:off x="3168609" y="3014431"/>
            <a:ext cx="29583" cy="25092"/>
          </a:xfrm>
          <a:custGeom>
            <a:avLst/>
            <a:gdLst/>
            <a:ahLst/>
            <a:cxnLst/>
            <a:rect l="l" t="t" r="r" b="b"/>
            <a:pathLst>
              <a:path w="1917" h="1626" extrusionOk="0">
                <a:moveTo>
                  <a:pt x="879" y="1"/>
                </a:moveTo>
                <a:cubicBezTo>
                  <a:pt x="443" y="1"/>
                  <a:pt x="80" y="294"/>
                  <a:pt x="49" y="737"/>
                </a:cubicBezTo>
                <a:cubicBezTo>
                  <a:pt x="1" y="1242"/>
                  <a:pt x="420" y="1625"/>
                  <a:pt x="859" y="1625"/>
                </a:cubicBezTo>
                <a:cubicBezTo>
                  <a:pt x="1028" y="1625"/>
                  <a:pt x="1201" y="1568"/>
                  <a:pt x="1350" y="1437"/>
                </a:cubicBezTo>
                <a:cubicBezTo>
                  <a:pt x="1917" y="1004"/>
                  <a:pt x="1650" y="103"/>
                  <a:pt x="949" y="3"/>
                </a:cubicBezTo>
                <a:cubicBezTo>
                  <a:pt x="926" y="1"/>
                  <a:pt x="902" y="1"/>
                  <a:pt x="87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1">
            <a:extLst>
              <a:ext uri="{FF2B5EF4-FFF2-40B4-BE49-F238E27FC236}">
                <a16:creationId xmlns:a16="http://schemas.microsoft.com/office/drawing/2014/main" id="{23FA05DE-455E-F15C-38D6-CC7E73360C4B}"/>
              </a:ext>
            </a:extLst>
          </p:cNvPr>
          <p:cNvSpPr/>
          <p:nvPr/>
        </p:nvSpPr>
        <p:spPr>
          <a:xfrm>
            <a:off x="3180167" y="3016360"/>
            <a:ext cx="65894" cy="83579"/>
          </a:xfrm>
          <a:custGeom>
            <a:avLst/>
            <a:gdLst/>
            <a:ahLst/>
            <a:cxnLst/>
            <a:rect l="l" t="t" r="r" b="b"/>
            <a:pathLst>
              <a:path w="4270" h="5416" extrusionOk="0">
                <a:moveTo>
                  <a:pt x="3954" y="1"/>
                </a:moveTo>
                <a:cubicBezTo>
                  <a:pt x="2935" y="1"/>
                  <a:pt x="1413" y="2067"/>
                  <a:pt x="0" y="3781"/>
                </a:cubicBezTo>
                <a:lnTo>
                  <a:pt x="2635" y="5415"/>
                </a:lnTo>
                <a:lnTo>
                  <a:pt x="4270" y="78"/>
                </a:lnTo>
                <a:cubicBezTo>
                  <a:pt x="4171" y="26"/>
                  <a:pt x="4066" y="1"/>
                  <a:pt x="3954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1">
            <a:extLst>
              <a:ext uri="{FF2B5EF4-FFF2-40B4-BE49-F238E27FC236}">
                <a16:creationId xmlns:a16="http://schemas.microsoft.com/office/drawing/2014/main" id="{2BBFB14A-BF0E-E4B4-E9F9-97C617CBA75D}"/>
              </a:ext>
            </a:extLst>
          </p:cNvPr>
          <p:cNvSpPr/>
          <p:nvPr/>
        </p:nvSpPr>
        <p:spPr>
          <a:xfrm>
            <a:off x="3215676" y="3127208"/>
            <a:ext cx="54073" cy="29413"/>
          </a:xfrm>
          <a:custGeom>
            <a:avLst/>
            <a:gdLst/>
            <a:ahLst/>
            <a:cxnLst/>
            <a:rect l="l" t="t" r="r" b="b"/>
            <a:pathLst>
              <a:path w="3504" h="1906" extrusionOk="0">
                <a:moveTo>
                  <a:pt x="3470" y="0"/>
                </a:moveTo>
                <a:lnTo>
                  <a:pt x="1" y="234"/>
                </a:lnTo>
                <a:cubicBezTo>
                  <a:pt x="1" y="1162"/>
                  <a:pt x="768" y="1906"/>
                  <a:pt x="1685" y="1906"/>
                </a:cubicBezTo>
                <a:cubicBezTo>
                  <a:pt x="1724" y="1906"/>
                  <a:pt x="1763" y="1904"/>
                  <a:pt x="1802" y="1902"/>
                </a:cubicBezTo>
                <a:cubicBezTo>
                  <a:pt x="2770" y="1802"/>
                  <a:pt x="3503" y="968"/>
                  <a:pt x="3470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41">
            <a:extLst>
              <a:ext uri="{FF2B5EF4-FFF2-40B4-BE49-F238E27FC236}">
                <a16:creationId xmlns:a16="http://schemas.microsoft.com/office/drawing/2014/main" id="{3D51EB61-30C8-5047-7B8C-E0F53251AA63}"/>
              </a:ext>
            </a:extLst>
          </p:cNvPr>
          <p:cNvSpPr/>
          <p:nvPr/>
        </p:nvSpPr>
        <p:spPr>
          <a:xfrm>
            <a:off x="3235244" y="3134337"/>
            <a:ext cx="32963" cy="22222"/>
          </a:xfrm>
          <a:custGeom>
            <a:avLst/>
            <a:gdLst/>
            <a:ahLst/>
            <a:cxnLst/>
            <a:rect l="l" t="t" r="r" b="b"/>
            <a:pathLst>
              <a:path w="2136" h="1440" extrusionOk="0">
                <a:moveTo>
                  <a:pt x="1575" y="0"/>
                </a:moveTo>
                <a:cubicBezTo>
                  <a:pt x="791" y="0"/>
                  <a:pt x="95" y="581"/>
                  <a:pt x="0" y="1373"/>
                </a:cubicBezTo>
                <a:cubicBezTo>
                  <a:pt x="167" y="1406"/>
                  <a:pt x="334" y="1440"/>
                  <a:pt x="534" y="1440"/>
                </a:cubicBezTo>
                <a:cubicBezTo>
                  <a:pt x="1301" y="1373"/>
                  <a:pt x="1935" y="839"/>
                  <a:pt x="2135" y="72"/>
                </a:cubicBezTo>
                <a:cubicBezTo>
                  <a:pt x="1969" y="39"/>
                  <a:pt x="1835" y="39"/>
                  <a:pt x="1702" y="5"/>
                </a:cubicBezTo>
                <a:cubicBezTo>
                  <a:pt x="1659" y="2"/>
                  <a:pt x="1617" y="0"/>
                  <a:pt x="1575" y="0"/>
                </a:cubicBez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58123A5A-70E6-73C0-4C91-8EE9E8E09921}"/>
              </a:ext>
            </a:extLst>
          </p:cNvPr>
          <p:cNvSpPr/>
          <p:nvPr/>
        </p:nvSpPr>
        <p:spPr>
          <a:xfrm>
            <a:off x="3318113" y="3219136"/>
            <a:ext cx="102468" cy="238053"/>
          </a:xfrm>
          <a:custGeom>
            <a:avLst/>
            <a:gdLst/>
            <a:ahLst/>
            <a:cxnLst/>
            <a:rect l="l" t="t" r="r" b="b"/>
            <a:pathLst>
              <a:path w="6640" h="15426" extrusionOk="0">
                <a:moveTo>
                  <a:pt x="4694" y="1"/>
                </a:moveTo>
                <a:cubicBezTo>
                  <a:pt x="4638" y="1"/>
                  <a:pt x="4604" y="14"/>
                  <a:pt x="4604" y="14"/>
                </a:cubicBezTo>
                <a:lnTo>
                  <a:pt x="4604" y="1682"/>
                </a:lnTo>
                <a:cubicBezTo>
                  <a:pt x="4604" y="1682"/>
                  <a:pt x="4237" y="3550"/>
                  <a:pt x="2303" y="5952"/>
                </a:cubicBezTo>
                <a:cubicBezTo>
                  <a:pt x="835" y="7686"/>
                  <a:pt x="335" y="9921"/>
                  <a:pt x="1" y="15425"/>
                </a:cubicBezTo>
                <a:cubicBezTo>
                  <a:pt x="526" y="11157"/>
                  <a:pt x="1870" y="9546"/>
                  <a:pt x="2921" y="9546"/>
                </a:cubicBezTo>
                <a:cubicBezTo>
                  <a:pt x="3471" y="9546"/>
                  <a:pt x="3941" y="9988"/>
                  <a:pt x="4171" y="10722"/>
                </a:cubicBezTo>
                <a:cubicBezTo>
                  <a:pt x="6506" y="7186"/>
                  <a:pt x="6639" y="4151"/>
                  <a:pt x="6572" y="2916"/>
                </a:cubicBezTo>
                <a:cubicBezTo>
                  <a:pt x="5939" y="1816"/>
                  <a:pt x="5438" y="882"/>
                  <a:pt x="5205" y="448"/>
                </a:cubicBezTo>
                <a:cubicBezTo>
                  <a:pt x="5023" y="62"/>
                  <a:pt x="4811" y="1"/>
                  <a:pt x="469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1">
            <a:extLst>
              <a:ext uri="{FF2B5EF4-FFF2-40B4-BE49-F238E27FC236}">
                <a16:creationId xmlns:a16="http://schemas.microsoft.com/office/drawing/2014/main" id="{CA4F8DB0-ABA8-88B8-BF5E-7BC091A50FC7}"/>
              </a:ext>
            </a:extLst>
          </p:cNvPr>
          <p:cNvSpPr/>
          <p:nvPr/>
        </p:nvSpPr>
        <p:spPr>
          <a:xfrm>
            <a:off x="3318113" y="3219136"/>
            <a:ext cx="102468" cy="238053"/>
          </a:xfrm>
          <a:custGeom>
            <a:avLst/>
            <a:gdLst/>
            <a:ahLst/>
            <a:cxnLst/>
            <a:rect l="l" t="t" r="r" b="b"/>
            <a:pathLst>
              <a:path w="6640" h="15426" extrusionOk="0">
                <a:moveTo>
                  <a:pt x="4694" y="1"/>
                </a:moveTo>
                <a:cubicBezTo>
                  <a:pt x="4638" y="1"/>
                  <a:pt x="4604" y="14"/>
                  <a:pt x="4604" y="14"/>
                </a:cubicBezTo>
                <a:lnTo>
                  <a:pt x="4604" y="1682"/>
                </a:lnTo>
                <a:cubicBezTo>
                  <a:pt x="4604" y="1682"/>
                  <a:pt x="4237" y="3550"/>
                  <a:pt x="2303" y="5952"/>
                </a:cubicBezTo>
                <a:cubicBezTo>
                  <a:pt x="835" y="7686"/>
                  <a:pt x="335" y="9921"/>
                  <a:pt x="1" y="15425"/>
                </a:cubicBezTo>
                <a:cubicBezTo>
                  <a:pt x="526" y="11157"/>
                  <a:pt x="1870" y="9546"/>
                  <a:pt x="2921" y="9546"/>
                </a:cubicBezTo>
                <a:cubicBezTo>
                  <a:pt x="3471" y="9546"/>
                  <a:pt x="3941" y="9988"/>
                  <a:pt x="4171" y="10722"/>
                </a:cubicBezTo>
                <a:cubicBezTo>
                  <a:pt x="6506" y="7186"/>
                  <a:pt x="6639" y="4151"/>
                  <a:pt x="6572" y="2916"/>
                </a:cubicBezTo>
                <a:cubicBezTo>
                  <a:pt x="5939" y="1816"/>
                  <a:pt x="5438" y="882"/>
                  <a:pt x="5205" y="448"/>
                </a:cubicBezTo>
                <a:cubicBezTo>
                  <a:pt x="5023" y="62"/>
                  <a:pt x="4811" y="1"/>
                  <a:pt x="4694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D880923-5BCA-9834-94FB-DFF093C8ACBA}"/>
              </a:ext>
            </a:extLst>
          </p:cNvPr>
          <p:cNvSpPr/>
          <p:nvPr/>
        </p:nvSpPr>
        <p:spPr>
          <a:xfrm>
            <a:off x="2813644" y="3473145"/>
            <a:ext cx="266154" cy="306632"/>
          </a:xfrm>
          <a:custGeom>
            <a:avLst/>
            <a:gdLst/>
            <a:ahLst/>
            <a:cxnLst/>
            <a:rect l="l" t="t" r="r" b="b"/>
            <a:pathLst>
              <a:path w="17247" h="19870" extrusionOk="0">
                <a:moveTo>
                  <a:pt x="1373" y="0"/>
                </a:moveTo>
                <a:cubicBezTo>
                  <a:pt x="1206" y="0"/>
                  <a:pt x="1038" y="52"/>
                  <a:pt x="902" y="166"/>
                </a:cubicBezTo>
                <a:lnTo>
                  <a:pt x="268" y="767"/>
                </a:lnTo>
                <a:cubicBezTo>
                  <a:pt x="34" y="967"/>
                  <a:pt x="1" y="1300"/>
                  <a:pt x="134" y="1567"/>
                </a:cubicBezTo>
                <a:lnTo>
                  <a:pt x="5972" y="16511"/>
                </a:lnTo>
                <a:cubicBezTo>
                  <a:pt x="6305" y="17212"/>
                  <a:pt x="6939" y="17745"/>
                  <a:pt x="7673" y="17979"/>
                </a:cubicBezTo>
                <a:lnTo>
                  <a:pt x="15679" y="19814"/>
                </a:lnTo>
                <a:cubicBezTo>
                  <a:pt x="15766" y="19851"/>
                  <a:pt x="15859" y="19870"/>
                  <a:pt x="15950" y="19870"/>
                </a:cubicBezTo>
                <a:cubicBezTo>
                  <a:pt x="16103" y="19870"/>
                  <a:pt x="16254" y="19818"/>
                  <a:pt x="16379" y="19713"/>
                </a:cubicBezTo>
                <a:lnTo>
                  <a:pt x="17046" y="19080"/>
                </a:lnTo>
                <a:cubicBezTo>
                  <a:pt x="17213" y="18880"/>
                  <a:pt x="17247" y="18546"/>
                  <a:pt x="17113" y="18312"/>
                </a:cubicBezTo>
                <a:lnTo>
                  <a:pt x="11276" y="3368"/>
                </a:lnTo>
                <a:cubicBezTo>
                  <a:pt x="10942" y="2668"/>
                  <a:pt x="10342" y="2134"/>
                  <a:pt x="9574" y="1901"/>
                </a:cubicBezTo>
                <a:lnTo>
                  <a:pt x="1602" y="33"/>
                </a:lnTo>
                <a:cubicBezTo>
                  <a:pt x="1528" y="12"/>
                  <a:pt x="1451" y="0"/>
                  <a:pt x="1373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1">
            <a:extLst>
              <a:ext uri="{FF2B5EF4-FFF2-40B4-BE49-F238E27FC236}">
                <a16:creationId xmlns:a16="http://schemas.microsoft.com/office/drawing/2014/main" id="{D3E0681E-DFD7-FDAE-9B19-A55861E88210}"/>
              </a:ext>
            </a:extLst>
          </p:cNvPr>
          <p:cNvSpPr/>
          <p:nvPr/>
        </p:nvSpPr>
        <p:spPr>
          <a:xfrm>
            <a:off x="2963966" y="3509672"/>
            <a:ext cx="116341" cy="267698"/>
          </a:xfrm>
          <a:custGeom>
            <a:avLst/>
            <a:gdLst/>
            <a:ahLst/>
            <a:cxnLst/>
            <a:rect l="l" t="t" r="r" b="b"/>
            <a:pathLst>
              <a:path w="7539" h="17347" extrusionOk="0">
                <a:moveTo>
                  <a:pt x="701" y="1"/>
                </a:moveTo>
                <a:lnTo>
                  <a:pt x="0" y="568"/>
                </a:lnTo>
                <a:cubicBezTo>
                  <a:pt x="401" y="835"/>
                  <a:pt x="701" y="1202"/>
                  <a:pt x="901" y="1635"/>
                </a:cubicBezTo>
                <a:lnTo>
                  <a:pt x="6738" y="16579"/>
                </a:lnTo>
                <a:cubicBezTo>
                  <a:pt x="6872" y="16813"/>
                  <a:pt x="6838" y="17113"/>
                  <a:pt x="6672" y="17346"/>
                </a:cubicBezTo>
                <a:lnTo>
                  <a:pt x="7305" y="16746"/>
                </a:lnTo>
                <a:cubicBezTo>
                  <a:pt x="7506" y="16546"/>
                  <a:pt x="7539" y="16212"/>
                  <a:pt x="7372" y="15979"/>
                </a:cubicBezTo>
                <a:lnTo>
                  <a:pt x="1535" y="1035"/>
                </a:lnTo>
                <a:cubicBezTo>
                  <a:pt x="1368" y="634"/>
                  <a:pt x="1068" y="268"/>
                  <a:pt x="701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1">
            <a:extLst>
              <a:ext uri="{FF2B5EF4-FFF2-40B4-BE49-F238E27FC236}">
                <a16:creationId xmlns:a16="http://schemas.microsoft.com/office/drawing/2014/main" id="{FC771A2E-85CF-4391-253A-0C95EBE31C56}"/>
              </a:ext>
            </a:extLst>
          </p:cNvPr>
          <p:cNvSpPr/>
          <p:nvPr/>
        </p:nvSpPr>
        <p:spPr>
          <a:xfrm>
            <a:off x="2813258" y="3482836"/>
            <a:ext cx="258192" cy="296663"/>
          </a:xfrm>
          <a:custGeom>
            <a:avLst/>
            <a:gdLst/>
            <a:ahLst/>
            <a:cxnLst/>
            <a:rect l="l" t="t" r="r" b="b"/>
            <a:pathLst>
              <a:path w="16731" h="19224" extrusionOk="0">
                <a:moveTo>
                  <a:pt x="698" y="1"/>
                </a:moveTo>
                <a:cubicBezTo>
                  <a:pt x="205" y="1"/>
                  <a:pt x="0" y="374"/>
                  <a:pt x="226" y="939"/>
                </a:cubicBezTo>
                <a:lnTo>
                  <a:pt x="6064" y="15883"/>
                </a:lnTo>
                <a:cubicBezTo>
                  <a:pt x="6364" y="16584"/>
                  <a:pt x="6998" y="17117"/>
                  <a:pt x="7731" y="17351"/>
                </a:cubicBezTo>
                <a:lnTo>
                  <a:pt x="15737" y="19186"/>
                </a:lnTo>
                <a:cubicBezTo>
                  <a:pt x="15845" y="19211"/>
                  <a:pt x="15944" y="19223"/>
                  <a:pt x="16034" y="19223"/>
                </a:cubicBezTo>
                <a:cubicBezTo>
                  <a:pt x="16526" y="19223"/>
                  <a:pt x="16730" y="18854"/>
                  <a:pt x="16504" y="18318"/>
                </a:cubicBezTo>
                <a:lnTo>
                  <a:pt x="10667" y="3374"/>
                </a:lnTo>
                <a:cubicBezTo>
                  <a:pt x="10333" y="2640"/>
                  <a:pt x="9733" y="2107"/>
                  <a:pt x="8966" y="1906"/>
                </a:cubicBezTo>
                <a:lnTo>
                  <a:pt x="993" y="38"/>
                </a:lnTo>
                <a:cubicBezTo>
                  <a:pt x="886" y="13"/>
                  <a:pt x="787" y="1"/>
                  <a:pt x="69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1">
            <a:extLst>
              <a:ext uri="{FF2B5EF4-FFF2-40B4-BE49-F238E27FC236}">
                <a16:creationId xmlns:a16="http://schemas.microsoft.com/office/drawing/2014/main" id="{48CDD49D-7E66-BB24-0885-8E77CD0FCC88}"/>
              </a:ext>
            </a:extLst>
          </p:cNvPr>
          <p:cNvSpPr/>
          <p:nvPr/>
        </p:nvSpPr>
        <p:spPr>
          <a:xfrm>
            <a:off x="2933658" y="3531200"/>
            <a:ext cx="46620" cy="55323"/>
          </a:xfrm>
          <a:custGeom>
            <a:avLst/>
            <a:gdLst/>
            <a:ahLst/>
            <a:cxnLst/>
            <a:rect l="l" t="t" r="r" b="b"/>
            <a:pathLst>
              <a:path w="3021" h="3585" extrusionOk="0">
                <a:moveTo>
                  <a:pt x="146" y="0"/>
                </a:moveTo>
                <a:cubicBezTo>
                  <a:pt x="47" y="0"/>
                  <a:pt x="1" y="87"/>
                  <a:pt x="30" y="173"/>
                </a:cubicBezTo>
                <a:lnTo>
                  <a:pt x="1130" y="2976"/>
                </a:lnTo>
                <a:cubicBezTo>
                  <a:pt x="1197" y="3109"/>
                  <a:pt x="1297" y="3209"/>
                  <a:pt x="1464" y="3242"/>
                </a:cubicBezTo>
                <a:lnTo>
                  <a:pt x="2832" y="3576"/>
                </a:lnTo>
                <a:cubicBezTo>
                  <a:pt x="2854" y="3582"/>
                  <a:pt x="2875" y="3584"/>
                  <a:pt x="2894" y="3584"/>
                </a:cubicBezTo>
                <a:cubicBezTo>
                  <a:pt x="2984" y="3584"/>
                  <a:pt x="3020" y="3520"/>
                  <a:pt x="2965" y="3409"/>
                </a:cubicBezTo>
                <a:lnTo>
                  <a:pt x="1864" y="607"/>
                </a:lnTo>
                <a:cubicBezTo>
                  <a:pt x="1831" y="474"/>
                  <a:pt x="1697" y="374"/>
                  <a:pt x="1564" y="340"/>
                </a:cubicBezTo>
                <a:lnTo>
                  <a:pt x="196" y="7"/>
                </a:lnTo>
                <a:cubicBezTo>
                  <a:pt x="178" y="2"/>
                  <a:pt x="162" y="0"/>
                  <a:pt x="146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1">
            <a:extLst>
              <a:ext uri="{FF2B5EF4-FFF2-40B4-BE49-F238E27FC236}">
                <a16:creationId xmlns:a16="http://schemas.microsoft.com/office/drawing/2014/main" id="{ADAD970D-BF24-1067-D170-A8B8EA085FAD}"/>
              </a:ext>
            </a:extLst>
          </p:cNvPr>
          <p:cNvSpPr/>
          <p:nvPr/>
        </p:nvSpPr>
        <p:spPr>
          <a:xfrm>
            <a:off x="2942053" y="3540336"/>
            <a:ext cx="21651" cy="17423"/>
          </a:xfrm>
          <a:custGeom>
            <a:avLst/>
            <a:gdLst/>
            <a:ahLst/>
            <a:cxnLst/>
            <a:rect l="l" t="t" r="r" b="b"/>
            <a:pathLst>
              <a:path w="1403" h="1129" extrusionOk="0">
                <a:moveTo>
                  <a:pt x="351" y="1"/>
                </a:moveTo>
                <a:cubicBezTo>
                  <a:pt x="110" y="1"/>
                  <a:pt x="1" y="164"/>
                  <a:pt x="86" y="449"/>
                </a:cubicBezTo>
                <a:cubicBezTo>
                  <a:pt x="253" y="782"/>
                  <a:pt x="553" y="1016"/>
                  <a:pt x="920" y="1116"/>
                </a:cubicBezTo>
                <a:cubicBezTo>
                  <a:pt x="964" y="1125"/>
                  <a:pt x="1005" y="1129"/>
                  <a:pt x="1043" y="1129"/>
                </a:cubicBezTo>
                <a:cubicBezTo>
                  <a:pt x="1292" y="1129"/>
                  <a:pt x="1403" y="947"/>
                  <a:pt x="1287" y="716"/>
                </a:cubicBezTo>
                <a:cubicBezTo>
                  <a:pt x="1120" y="382"/>
                  <a:pt x="853" y="115"/>
                  <a:pt x="486" y="15"/>
                </a:cubicBezTo>
                <a:cubicBezTo>
                  <a:pt x="438" y="5"/>
                  <a:pt x="392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1">
            <a:extLst>
              <a:ext uri="{FF2B5EF4-FFF2-40B4-BE49-F238E27FC236}">
                <a16:creationId xmlns:a16="http://schemas.microsoft.com/office/drawing/2014/main" id="{4F474DB5-7C0E-C731-21CF-00A572B463C8}"/>
              </a:ext>
            </a:extLst>
          </p:cNvPr>
          <p:cNvSpPr/>
          <p:nvPr/>
        </p:nvSpPr>
        <p:spPr>
          <a:xfrm>
            <a:off x="2950340" y="3562295"/>
            <a:ext cx="21574" cy="17114"/>
          </a:xfrm>
          <a:custGeom>
            <a:avLst/>
            <a:gdLst/>
            <a:ahLst/>
            <a:cxnLst/>
            <a:rect l="l" t="t" r="r" b="b"/>
            <a:pathLst>
              <a:path w="1398" h="1109" extrusionOk="0">
                <a:moveTo>
                  <a:pt x="322" y="0"/>
                </a:moveTo>
                <a:cubicBezTo>
                  <a:pt x="99" y="0"/>
                  <a:pt x="0" y="180"/>
                  <a:pt x="83" y="427"/>
                </a:cubicBezTo>
                <a:cubicBezTo>
                  <a:pt x="249" y="760"/>
                  <a:pt x="550" y="994"/>
                  <a:pt x="917" y="1094"/>
                </a:cubicBezTo>
                <a:cubicBezTo>
                  <a:pt x="966" y="1104"/>
                  <a:pt x="1011" y="1109"/>
                  <a:pt x="1053" y="1109"/>
                </a:cubicBezTo>
                <a:cubicBezTo>
                  <a:pt x="1293" y="1109"/>
                  <a:pt x="1397" y="950"/>
                  <a:pt x="1284" y="694"/>
                </a:cubicBezTo>
                <a:cubicBezTo>
                  <a:pt x="1150" y="360"/>
                  <a:pt x="850" y="93"/>
                  <a:pt x="483" y="27"/>
                </a:cubicBezTo>
                <a:cubicBezTo>
                  <a:pt x="424" y="9"/>
                  <a:pt x="370" y="0"/>
                  <a:pt x="32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1">
            <a:extLst>
              <a:ext uri="{FF2B5EF4-FFF2-40B4-BE49-F238E27FC236}">
                <a16:creationId xmlns:a16="http://schemas.microsoft.com/office/drawing/2014/main" id="{27157C97-0AA5-2D80-E4EE-05D0B75AF804}"/>
              </a:ext>
            </a:extLst>
          </p:cNvPr>
          <p:cNvSpPr/>
          <p:nvPr/>
        </p:nvSpPr>
        <p:spPr>
          <a:xfrm>
            <a:off x="2833720" y="3583715"/>
            <a:ext cx="145184" cy="151449"/>
          </a:xfrm>
          <a:custGeom>
            <a:avLst/>
            <a:gdLst/>
            <a:ahLst/>
            <a:cxnLst/>
            <a:rect l="l" t="t" r="r" b="b"/>
            <a:pathLst>
              <a:path w="9408" h="9814" extrusionOk="0">
                <a:moveTo>
                  <a:pt x="4066" y="1"/>
                </a:moveTo>
                <a:cubicBezTo>
                  <a:pt x="3650" y="1"/>
                  <a:pt x="3143" y="66"/>
                  <a:pt x="2636" y="106"/>
                </a:cubicBezTo>
                <a:cubicBezTo>
                  <a:pt x="1669" y="206"/>
                  <a:pt x="835" y="740"/>
                  <a:pt x="334" y="1607"/>
                </a:cubicBezTo>
                <a:cubicBezTo>
                  <a:pt x="34" y="2108"/>
                  <a:pt x="1" y="2241"/>
                  <a:pt x="768" y="3108"/>
                </a:cubicBezTo>
                <a:lnTo>
                  <a:pt x="1002" y="3409"/>
                </a:lnTo>
                <a:cubicBezTo>
                  <a:pt x="801" y="3776"/>
                  <a:pt x="701" y="4209"/>
                  <a:pt x="735" y="4609"/>
                </a:cubicBezTo>
                <a:cubicBezTo>
                  <a:pt x="768" y="5076"/>
                  <a:pt x="1035" y="5477"/>
                  <a:pt x="1469" y="5677"/>
                </a:cubicBezTo>
                <a:cubicBezTo>
                  <a:pt x="1335" y="6144"/>
                  <a:pt x="1302" y="6644"/>
                  <a:pt x="1369" y="7111"/>
                </a:cubicBezTo>
                <a:cubicBezTo>
                  <a:pt x="1464" y="7588"/>
                  <a:pt x="2036" y="7656"/>
                  <a:pt x="2355" y="7656"/>
                </a:cubicBezTo>
                <a:cubicBezTo>
                  <a:pt x="2482" y="7656"/>
                  <a:pt x="2569" y="7645"/>
                  <a:pt x="2569" y="7645"/>
                </a:cubicBezTo>
                <a:lnTo>
                  <a:pt x="2569" y="7645"/>
                </a:lnTo>
                <a:cubicBezTo>
                  <a:pt x="2436" y="8446"/>
                  <a:pt x="2903" y="8779"/>
                  <a:pt x="3437" y="9079"/>
                </a:cubicBezTo>
                <a:cubicBezTo>
                  <a:pt x="4171" y="9446"/>
                  <a:pt x="4971" y="9813"/>
                  <a:pt x="4971" y="9813"/>
                </a:cubicBezTo>
                <a:cubicBezTo>
                  <a:pt x="4537" y="9146"/>
                  <a:pt x="4804" y="8112"/>
                  <a:pt x="6639" y="7345"/>
                </a:cubicBezTo>
                <a:cubicBezTo>
                  <a:pt x="8540" y="6578"/>
                  <a:pt x="9141" y="6244"/>
                  <a:pt x="8974" y="5310"/>
                </a:cubicBezTo>
                <a:cubicBezTo>
                  <a:pt x="8937" y="5125"/>
                  <a:pt x="8622" y="5083"/>
                  <a:pt x="8349" y="5083"/>
                </a:cubicBezTo>
                <a:cubicBezTo>
                  <a:pt x="8131" y="5083"/>
                  <a:pt x="7940" y="5110"/>
                  <a:pt x="7940" y="5110"/>
                </a:cubicBezTo>
                <a:cubicBezTo>
                  <a:pt x="8240" y="5043"/>
                  <a:pt x="8507" y="4910"/>
                  <a:pt x="8740" y="4676"/>
                </a:cubicBezTo>
                <a:cubicBezTo>
                  <a:pt x="9408" y="4042"/>
                  <a:pt x="9041" y="3575"/>
                  <a:pt x="8107" y="3542"/>
                </a:cubicBezTo>
                <a:lnTo>
                  <a:pt x="6772" y="3475"/>
                </a:lnTo>
                <a:cubicBezTo>
                  <a:pt x="7940" y="3008"/>
                  <a:pt x="7706" y="2108"/>
                  <a:pt x="6973" y="2074"/>
                </a:cubicBezTo>
                <a:cubicBezTo>
                  <a:pt x="6404" y="2048"/>
                  <a:pt x="5576" y="1943"/>
                  <a:pt x="4937" y="1943"/>
                </a:cubicBezTo>
                <a:cubicBezTo>
                  <a:pt x="4751" y="1943"/>
                  <a:pt x="4580" y="1952"/>
                  <a:pt x="4437" y="1974"/>
                </a:cubicBezTo>
                <a:cubicBezTo>
                  <a:pt x="3704" y="2141"/>
                  <a:pt x="2970" y="2341"/>
                  <a:pt x="2269" y="2608"/>
                </a:cubicBezTo>
                <a:cubicBezTo>
                  <a:pt x="2269" y="2608"/>
                  <a:pt x="2202" y="2141"/>
                  <a:pt x="3870" y="1574"/>
                </a:cubicBezTo>
                <a:cubicBezTo>
                  <a:pt x="4938" y="1207"/>
                  <a:pt x="5205" y="273"/>
                  <a:pt x="4738" y="106"/>
                </a:cubicBezTo>
                <a:cubicBezTo>
                  <a:pt x="4567" y="28"/>
                  <a:pt x="4336" y="1"/>
                  <a:pt x="4066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1">
            <a:extLst>
              <a:ext uri="{FF2B5EF4-FFF2-40B4-BE49-F238E27FC236}">
                <a16:creationId xmlns:a16="http://schemas.microsoft.com/office/drawing/2014/main" id="{1F2A7DF7-0E07-547F-47F6-F9AC3808485A}"/>
              </a:ext>
            </a:extLst>
          </p:cNvPr>
          <p:cNvSpPr/>
          <p:nvPr/>
        </p:nvSpPr>
        <p:spPr>
          <a:xfrm>
            <a:off x="2871822" y="3636955"/>
            <a:ext cx="66419" cy="28703"/>
          </a:xfrm>
          <a:custGeom>
            <a:avLst/>
            <a:gdLst/>
            <a:ahLst/>
            <a:cxnLst/>
            <a:rect l="l" t="t" r="r" b="b"/>
            <a:pathLst>
              <a:path w="4304" h="1860" extrusionOk="0">
                <a:moveTo>
                  <a:pt x="3674" y="0"/>
                </a:moveTo>
                <a:cubicBezTo>
                  <a:pt x="3469" y="0"/>
                  <a:pt x="3269" y="9"/>
                  <a:pt x="3069" y="25"/>
                </a:cubicBezTo>
                <a:cubicBezTo>
                  <a:pt x="2702" y="125"/>
                  <a:pt x="2302" y="292"/>
                  <a:pt x="1968" y="526"/>
                </a:cubicBezTo>
                <a:cubicBezTo>
                  <a:pt x="1268" y="893"/>
                  <a:pt x="634" y="1360"/>
                  <a:pt x="0" y="1860"/>
                </a:cubicBezTo>
                <a:cubicBezTo>
                  <a:pt x="734" y="1560"/>
                  <a:pt x="1468" y="1226"/>
                  <a:pt x="2135" y="826"/>
                </a:cubicBezTo>
                <a:cubicBezTo>
                  <a:pt x="2469" y="592"/>
                  <a:pt x="2802" y="426"/>
                  <a:pt x="3169" y="292"/>
                </a:cubicBezTo>
                <a:cubicBezTo>
                  <a:pt x="3503" y="192"/>
                  <a:pt x="3903" y="125"/>
                  <a:pt x="4303" y="25"/>
                </a:cubicBezTo>
                <a:cubicBezTo>
                  <a:pt x="4087" y="9"/>
                  <a:pt x="3878" y="0"/>
                  <a:pt x="367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1">
            <a:extLst>
              <a:ext uri="{FF2B5EF4-FFF2-40B4-BE49-F238E27FC236}">
                <a16:creationId xmlns:a16="http://schemas.microsoft.com/office/drawing/2014/main" id="{43DA75D8-FECF-56F9-3549-FA9080804F17}"/>
              </a:ext>
            </a:extLst>
          </p:cNvPr>
          <p:cNvSpPr/>
          <p:nvPr/>
        </p:nvSpPr>
        <p:spPr>
          <a:xfrm>
            <a:off x="2885201" y="3661538"/>
            <a:ext cx="71049" cy="32438"/>
          </a:xfrm>
          <a:custGeom>
            <a:avLst/>
            <a:gdLst/>
            <a:ahLst/>
            <a:cxnLst/>
            <a:rect l="l" t="t" r="r" b="b"/>
            <a:pathLst>
              <a:path w="4604" h="2102" extrusionOk="0">
                <a:moveTo>
                  <a:pt x="4163" y="0"/>
                </a:moveTo>
                <a:cubicBezTo>
                  <a:pt x="3866" y="0"/>
                  <a:pt x="3570" y="45"/>
                  <a:pt x="3303" y="134"/>
                </a:cubicBezTo>
                <a:cubicBezTo>
                  <a:pt x="2903" y="267"/>
                  <a:pt x="2502" y="467"/>
                  <a:pt x="2135" y="667"/>
                </a:cubicBezTo>
                <a:cubicBezTo>
                  <a:pt x="1368" y="1068"/>
                  <a:pt x="668" y="1568"/>
                  <a:pt x="1" y="2102"/>
                </a:cubicBezTo>
                <a:cubicBezTo>
                  <a:pt x="768" y="1768"/>
                  <a:pt x="1535" y="1401"/>
                  <a:pt x="2302" y="967"/>
                </a:cubicBezTo>
                <a:cubicBezTo>
                  <a:pt x="3003" y="534"/>
                  <a:pt x="3770" y="200"/>
                  <a:pt x="4604" y="33"/>
                </a:cubicBezTo>
                <a:cubicBezTo>
                  <a:pt x="4459" y="11"/>
                  <a:pt x="4311" y="0"/>
                  <a:pt x="416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41">
            <a:extLst>
              <a:ext uri="{FF2B5EF4-FFF2-40B4-BE49-F238E27FC236}">
                <a16:creationId xmlns:a16="http://schemas.microsoft.com/office/drawing/2014/main" id="{285FC043-E39A-2A74-ABD1-19F6F485234E}"/>
              </a:ext>
            </a:extLst>
          </p:cNvPr>
          <p:cNvSpPr/>
          <p:nvPr/>
        </p:nvSpPr>
        <p:spPr>
          <a:xfrm>
            <a:off x="2907331" y="3306341"/>
            <a:ext cx="697014" cy="542772"/>
          </a:xfrm>
          <a:custGeom>
            <a:avLst/>
            <a:gdLst/>
            <a:ahLst/>
            <a:cxnLst/>
            <a:rect l="l" t="t" r="r" b="b"/>
            <a:pathLst>
              <a:path w="45167" h="35172" extrusionOk="0">
                <a:moveTo>
                  <a:pt x="38829" y="1"/>
                </a:moveTo>
                <a:cubicBezTo>
                  <a:pt x="35259" y="2502"/>
                  <a:pt x="33525" y="11142"/>
                  <a:pt x="33525" y="11142"/>
                </a:cubicBezTo>
                <a:lnTo>
                  <a:pt x="29856" y="25185"/>
                </a:lnTo>
                <a:cubicBezTo>
                  <a:pt x="29856" y="25185"/>
                  <a:pt x="18347" y="24185"/>
                  <a:pt x="16513" y="23718"/>
                </a:cubicBezTo>
                <a:cubicBezTo>
                  <a:pt x="14678" y="23251"/>
                  <a:pt x="13978" y="21616"/>
                  <a:pt x="12843" y="20449"/>
                </a:cubicBezTo>
                <a:cubicBezTo>
                  <a:pt x="11142" y="18681"/>
                  <a:pt x="11109" y="19081"/>
                  <a:pt x="9708" y="17113"/>
                </a:cubicBezTo>
                <a:cubicBezTo>
                  <a:pt x="9500" y="16816"/>
                  <a:pt x="9286" y="16695"/>
                  <a:pt x="9090" y="16695"/>
                </a:cubicBezTo>
                <a:cubicBezTo>
                  <a:pt x="8625" y="16695"/>
                  <a:pt x="8260" y="17371"/>
                  <a:pt x="8307" y="17980"/>
                </a:cubicBezTo>
                <a:cubicBezTo>
                  <a:pt x="8474" y="19748"/>
                  <a:pt x="9708" y="21249"/>
                  <a:pt x="9775" y="21850"/>
                </a:cubicBezTo>
                <a:cubicBezTo>
                  <a:pt x="9814" y="22075"/>
                  <a:pt x="9681" y="22168"/>
                  <a:pt x="9445" y="22168"/>
                </a:cubicBezTo>
                <a:cubicBezTo>
                  <a:pt x="9086" y="22168"/>
                  <a:pt x="8490" y="21951"/>
                  <a:pt x="7907" y="21649"/>
                </a:cubicBezTo>
                <a:cubicBezTo>
                  <a:pt x="6939" y="21149"/>
                  <a:pt x="4638" y="19681"/>
                  <a:pt x="2569" y="18681"/>
                </a:cubicBezTo>
                <a:cubicBezTo>
                  <a:pt x="2099" y="18446"/>
                  <a:pt x="1583" y="18234"/>
                  <a:pt x="1096" y="18234"/>
                </a:cubicBezTo>
                <a:cubicBezTo>
                  <a:pt x="753" y="18234"/>
                  <a:pt x="424" y="18338"/>
                  <a:pt x="134" y="18614"/>
                </a:cubicBezTo>
                <a:cubicBezTo>
                  <a:pt x="68" y="18647"/>
                  <a:pt x="34" y="18681"/>
                  <a:pt x="34" y="18747"/>
                </a:cubicBezTo>
                <a:cubicBezTo>
                  <a:pt x="1" y="18847"/>
                  <a:pt x="68" y="18981"/>
                  <a:pt x="134" y="19048"/>
                </a:cubicBezTo>
                <a:cubicBezTo>
                  <a:pt x="301" y="19281"/>
                  <a:pt x="468" y="19515"/>
                  <a:pt x="668" y="19715"/>
                </a:cubicBezTo>
                <a:cubicBezTo>
                  <a:pt x="802" y="19848"/>
                  <a:pt x="1235" y="20248"/>
                  <a:pt x="1235" y="20248"/>
                </a:cubicBezTo>
                <a:cubicBezTo>
                  <a:pt x="1102" y="20415"/>
                  <a:pt x="1068" y="20682"/>
                  <a:pt x="1168" y="20916"/>
                </a:cubicBezTo>
                <a:cubicBezTo>
                  <a:pt x="1369" y="21316"/>
                  <a:pt x="1602" y="21683"/>
                  <a:pt x="1936" y="22016"/>
                </a:cubicBezTo>
                <a:cubicBezTo>
                  <a:pt x="2036" y="22150"/>
                  <a:pt x="2136" y="22283"/>
                  <a:pt x="2236" y="22450"/>
                </a:cubicBezTo>
                <a:cubicBezTo>
                  <a:pt x="2303" y="22583"/>
                  <a:pt x="2369" y="22750"/>
                  <a:pt x="2436" y="22917"/>
                </a:cubicBezTo>
                <a:cubicBezTo>
                  <a:pt x="2536" y="23251"/>
                  <a:pt x="2703" y="23584"/>
                  <a:pt x="2870" y="23918"/>
                </a:cubicBezTo>
                <a:cubicBezTo>
                  <a:pt x="3070" y="24185"/>
                  <a:pt x="3337" y="24418"/>
                  <a:pt x="3604" y="24618"/>
                </a:cubicBezTo>
                <a:cubicBezTo>
                  <a:pt x="3737" y="24752"/>
                  <a:pt x="3870" y="24852"/>
                  <a:pt x="3970" y="24985"/>
                </a:cubicBezTo>
                <a:cubicBezTo>
                  <a:pt x="4104" y="25152"/>
                  <a:pt x="4171" y="25319"/>
                  <a:pt x="4237" y="25486"/>
                </a:cubicBezTo>
                <a:cubicBezTo>
                  <a:pt x="4704" y="26353"/>
                  <a:pt x="5371" y="27120"/>
                  <a:pt x="6172" y="27720"/>
                </a:cubicBezTo>
                <a:cubicBezTo>
                  <a:pt x="7073" y="28354"/>
                  <a:pt x="8040" y="28921"/>
                  <a:pt x="9074" y="29355"/>
                </a:cubicBezTo>
                <a:cubicBezTo>
                  <a:pt x="12043" y="30789"/>
                  <a:pt x="13277" y="30756"/>
                  <a:pt x="15879" y="31356"/>
                </a:cubicBezTo>
                <a:cubicBezTo>
                  <a:pt x="18481" y="31923"/>
                  <a:pt x="24719" y="33791"/>
                  <a:pt x="29222" y="34492"/>
                </a:cubicBezTo>
                <a:cubicBezTo>
                  <a:pt x="31790" y="34881"/>
                  <a:pt x="33457" y="35171"/>
                  <a:pt x="34638" y="35171"/>
                </a:cubicBezTo>
                <a:cubicBezTo>
                  <a:pt x="36296" y="35171"/>
                  <a:pt x="36999" y="34599"/>
                  <a:pt x="37895" y="32924"/>
                </a:cubicBezTo>
                <a:cubicBezTo>
                  <a:pt x="39096" y="30623"/>
                  <a:pt x="40730" y="26586"/>
                  <a:pt x="42398" y="20115"/>
                </a:cubicBezTo>
                <a:cubicBezTo>
                  <a:pt x="44399" y="12476"/>
                  <a:pt x="45167" y="9574"/>
                  <a:pt x="44766" y="6305"/>
                </a:cubicBezTo>
                <a:cubicBezTo>
                  <a:pt x="44533" y="4404"/>
                  <a:pt x="42531" y="1668"/>
                  <a:pt x="38829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1">
            <a:extLst>
              <a:ext uri="{FF2B5EF4-FFF2-40B4-BE49-F238E27FC236}">
                <a16:creationId xmlns:a16="http://schemas.microsoft.com/office/drawing/2014/main" id="{F56710E7-D4B4-63B3-E4B8-B598B4AAFA55}"/>
              </a:ext>
            </a:extLst>
          </p:cNvPr>
          <p:cNvSpPr/>
          <p:nvPr/>
        </p:nvSpPr>
        <p:spPr>
          <a:xfrm>
            <a:off x="3368560" y="3683667"/>
            <a:ext cx="80323" cy="24213"/>
          </a:xfrm>
          <a:custGeom>
            <a:avLst/>
            <a:gdLst/>
            <a:ahLst/>
            <a:cxnLst/>
            <a:rect l="l" t="t" r="r" b="b"/>
            <a:pathLst>
              <a:path w="5205" h="1569" extrusionOk="0">
                <a:moveTo>
                  <a:pt x="201" y="0"/>
                </a:moveTo>
                <a:lnTo>
                  <a:pt x="1" y="734"/>
                </a:lnTo>
                <a:cubicBezTo>
                  <a:pt x="301" y="693"/>
                  <a:pt x="608" y="674"/>
                  <a:pt x="914" y="674"/>
                </a:cubicBezTo>
                <a:cubicBezTo>
                  <a:pt x="3059" y="674"/>
                  <a:pt x="5205" y="1568"/>
                  <a:pt x="5205" y="1568"/>
                </a:cubicBezTo>
                <a:cubicBezTo>
                  <a:pt x="3737" y="601"/>
                  <a:pt x="2002" y="34"/>
                  <a:pt x="201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41">
            <a:extLst>
              <a:ext uri="{FF2B5EF4-FFF2-40B4-BE49-F238E27FC236}">
                <a16:creationId xmlns:a16="http://schemas.microsoft.com/office/drawing/2014/main" id="{838B71B7-E6FC-1147-B8A1-389F8AD39479}"/>
              </a:ext>
            </a:extLst>
          </p:cNvPr>
          <p:cNvSpPr/>
          <p:nvPr/>
        </p:nvSpPr>
        <p:spPr>
          <a:xfrm>
            <a:off x="2926898" y="3620350"/>
            <a:ext cx="87005" cy="62823"/>
          </a:xfrm>
          <a:custGeom>
            <a:avLst/>
            <a:gdLst/>
            <a:ahLst/>
            <a:cxnLst/>
            <a:rect l="l" t="t" r="r" b="b"/>
            <a:pathLst>
              <a:path w="5638" h="4071" extrusionOk="0">
                <a:moveTo>
                  <a:pt x="1" y="1"/>
                </a:moveTo>
                <a:cubicBezTo>
                  <a:pt x="434" y="401"/>
                  <a:pt x="868" y="768"/>
                  <a:pt x="1335" y="1135"/>
                </a:cubicBezTo>
                <a:cubicBezTo>
                  <a:pt x="1768" y="1502"/>
                  <a:pt x="2235" y="1869"/>
                  <a:pt x="2702" y="2235"/>
                </a:cubicBezTo>
                <a:cubicBezTo>
                  <a:pt x="2936" y="2402"/>
                  <a:pt x="3136" y="2602"/>
                  <a:pt x="3403" y="2769"/>
                </a:cubicBezTo>
                <a:cubicBezTo>
                  <a:pt x="3636" y="2936"/>
                  <a:pt x="3870" y="3103"/>
                  <a:pt x="4103" y="3236"/>
                </a:cubicBezTo>
                <a:cubicBezTo>
                  <a:pt x="4604" y="3536"/>
                  <a:pt x="5104" y="3837"/>
                  <a:pt x="5638" y="4070"/>
                </a:cubicBezTo>
                <a:lnTo>
                  <a:pt x="4904" y="3570"/>
                </a:lnTo>
                <a:cubicBezTo>
                  <a:pt x="4671" y="3436"/>
                  <a:pt x="4437" y="3270"/>
                  <a:pt x="4204" y="3103"/>
                </a:cubicBezTo>
                <a:cubicBezTo>
                  <a:pt x="3970" y="2936"/>
                  <a:pt x="3737" y="2769"/>
                  <a:pt x="3503" y="2602"/>
                </a:cubicBezTo>
                <a:cubicBezTo>
                  <a:pt x="3270" y="2402"/>
                  <a:pt x="3036" y="2235"/>
                  <a:pt x="2803" y="2035"/>
                </a:cubicBezTo>
                <a:cubicBezTo>
                  <a:pt x="2369" y="1668"/>
                  <a:pt x="1902" y="1335"/>
                  <a:pt x="1402" y="1001"/>
                </a:cubicBezTo>
                <a:lnTo>
                  <a:pt x="1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41">
            <a:extLst>
              <a:ext uri="{FF2B5EF4-FFF2-40B4-BE49-F238E27FC236}">
                <a16:creationId xmlns:a16="http://schemas.microsoft.com/office/drawing/2014/main" id="{3BFF26FD-A0D1-3A8F-59E1-E27128380839}"/>
              </a:ext>
            </a:extLst>
          </p:cNvPr>
          <p:cNvSpPr/>
          <p:nvPr/>
        </p:nvSpPr>
        <p:spPr>
          <a:xfrm>
            <a:off x="2941312" y="3651754"/>
            <a:ext cx="62823" cy="54058"/>
          </a:xfrm>
          <a:custGeom>
            <a:avLst/>
            <a:gdLst/>
            <a:ahLst/>
            <a:cxnLst/>
            <a:rect l="l" t="t" r="r" b="b"/>
            <a:pathLst>
              <a:path w="4071" h="3503" extrusionOk="0">
                <a:moveTo>
                  <a:pt x="1" y="0"/>
                </a:moveTo>
                <a:lnTo>
                  <a:pt x="1" y="0"/>
                </a:lnTo>
                <a:cubicBezTo>
                  <a:pt x="267" y="367"/>
                  <a:pt x="568" y="734"/>
                  <a:pt x="901" y="1034"/>
                </a:cubicBezTo>
                <a:cubicBezTo>
                  <a:pt x="1201" y="1368"/>
                  <a:pt x="1568" y="1668"/>
                  <a:pt x="1902" y="1935"/>
                </a:cubicBezTo>
                <a:cubicBezTo>
                  <a:pt x="2235" y="2235"/>
                  <a:pt x="2602" y="2502"/>
                  <a:pt x="2969" y="2769"/>
                </a:cubicBezTo>
                <a:cubicBezTo>
                  <a:pt x="3303" y="3036"/>
                  <a:pt x="3703" y="3303"/>
                  <a:pt x="4070" y="3503"/>
                </a:cubicBezTo>
                <a:cubicBezTo>
                  <a:pt x="3737" y="3236"/>
                  <a:pt x="3403" y="2936"/>
                  <a:pt x="3036" y="2636"/>
                </a:cubicBezTo>
                <a:lnTo>
                  <a:pt x="2035" y="1802"/>
                </a:lnTo>
                <a:lnTo>
                  <a:pt x="1001" y="934"/>
                </a:lnTo>
                <a:cubicBezTo>
                  <a:pt x="668" y="634"/>
                  <a:pt x="334" y="301"/>
                  <a:pt x="1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41">
            <a:extLst>
              <a:ext uri="{FF2B5EF4-FFF2-40B4-BE49-F238E27FC236}">
                <a16:creationId xmlns:a16="http://schemas.microsoft.com/office/drawing/2014/main" id="{552C0958-4504-3459-EE02-B07FA21FEBD2}"/>
              </a:ext>
            </a:extLst>
          </p:cNvPr>
          <p:cNvSpPr/>
          <p:nvPr/>
        </p:nvSpPr>
        <p:spPr>
          <a:xfrm>
            <a:off x="3287234" y="3306851"/>
            <a:ext cx="327928" cy="550303"/>
          </a:xfrm>
          <a:custGeom>
            <a:avLst/>
            <a:gdLst/>
            <a:ahLst/>
            <a:cxnLst/>
            <a:rect l="l" t="t" r="r" b="b"/>
            <a:pathLst>
              <a:path w="21250" h="35660" extrusionOk="0">
                <a:moveTo>
                  <a:pt x="14244" y="1"/>
                </a:moveTo>
                <a:cubicBezTo>
                  <a:pt x="12643" y="902"/>
                  <a:pt x="10141" y="3570"/>
                  <a:pt x="8573" y="10275"/>
                </a:cubicBezTo>
                <a:lnTo>
                  <a:pt x="5071" y="24885"/>
                </a:lnTo>
                <a:lnTo>
                  <a:pt x="1" y="24652"/>
                </a:lnTo>
                <a:lnTo>
                  <a:pt x="1" y="24652"/>
                </a:lnTo>
                <a:cubicBezTo>
                  <a:pt x="1135" y="26020"/>
                  <a:pt x="768" y="32291"/>
                  <a:pt x="1" y="33825"/>
                </a:cubicBezTo>
                <a:cubicBezTo>
                  <a:pt x="3603" y="34859"/>
                  <a:pt x="7339" y="35493"/>
                  <a:pt x="11142" y="35660"/>
                </a:cubicBezTo>
                <a:cubicBezTo>
                  <a:pt x="12509" y="35660"/>
                  <a:pt x="13210" y="34759"/>
                  <a:pt x="14478" y="31857"/>
                </a:cubicBezTo>
                <a:cubicBezTo>
                  <a:pt x="15712" y="28955"/>
                  <a:pt x="18314" y="21516"/>
                  <a:pt x="19481" y="16079"/>
                </a:cubicBezTo>
                <a:cubicBezTo>
                  <a:pt x="20615" y="10675"/>
                  <a:pt x="21249" y="6806"/>
                  <a:pt x="20048" y="4371"/>
                </a:cubicBezTo>
                <a:cubicBezTo>
                  <a:pt x="18847" y="1902"/>
                  <a:pt x="16712" y="935"/>
                  <a:pt x="1424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41">
            <a:extLst>
              <a:ext uri="{FF2B5EF4-FFF2-40B4-BE49-F238E27FC236}">
                <a16:creationId xmlns:a16="http://schemas.microsoft.com/office/drawing/2014/main" id="{52AC2955-595C-754B-7C27-3A0561A9C6FD}"/>
              </a:ext>
            </a:extLst>
          </p:cNvPr>
          <p:cNvSpPr/>
          <p:nvPr/>
        </p:nvSpPr>
        <p:spPr>
          <a:xfrm>
            <a:off x="3287234" y="3306851"/>
            <a:ext cx="327941" cy="550323"/>
          </a:xfrm>
          <a:custGeom>
            <a:avLst/>
            <a:gdLst/>
            <a:ahLst/>
            <a:cxnLst/>
            <a:rect l="l" t="t" r="r" b="b"/>
            <a:pathLst>
              <a:path w="21250" h="35660" extrusionOk="0">
                <a:moveTo>
                  <a:pt x="14244" y="1"/>
                </a:moveTo>
                <a:cubicBezTo>
                  <a:pt x="12643" y="902"/>
                  <a:pt x="10141" y="3570"/>
                  <a:pt x="8573" y="10275"/>
                </a:cubicBezTo>
                <a:lnTo>
                  <a:pt x="5071" y="24885"/>
                </a:lnTo>
                <a:lnTo>
                  <a:pt x="1" y="24652"/>
                </a:lnTo>
                <a:lnTo>
                  <a:pt x="1" y="24652"/>
                </a:lnTo>
                <a:cubicBezTo>
                  <a:pt x="1135" y="26020"/>
                  <a:pt x="768" y="32291"/>
                  <a:pt x="1" y="33825"/>
                </a:cubicBezTo>
                <a:cubicBezTo>
                  <a:pt x="3603" y="34859"/>
                  <a:pt x="7339" y="35493"/>
                  <a:pt x="11142" y="35660"/>
                </a:cubicBezTo>
                <a:cubicBezTo>
                  <a:pt x="12509" y="35660"/>
                  <a:pt x="13210" y="34759"/>
                  <a:pt x="14478" y="31857"/>
                </a:cubicBezTo>
                <a:cubicBezTo>
                  <a:pt x="15712" y="28955"/>
                  <a:pt x="18314" y="21516"/>
                  <a:pt x="19481" y="16079"/>
                </a:cubicBezTo>
                <a:cubicBezTo>
                  <a:pt x="20615" y="10675"/>
                  <a:pt x="21249" y="6806"/>
                  <a:pt x="20048" y="4371"/>
                </a:cubicBezTo>
                <a:cubicBezTo>
                  <a:pt x="18847" y="1902"/>
                  <a:pt x="16712" y="935"/>
                  <a:pt x="14244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41">
            <a:extLst>
              <a:ext uri="{FF2B5EF4-FFF2-40B4-BE49-F238E27FC236}">
                <a16:creationId xmlns:a16="http://schemas.microsoft.com/office/drawing/2014/main" id="{C1DD4C9D-95AB-66D0-B5BD-0E426D70CE54}"/>
              </a:ext>
            </a:extLst>
          </p:cNvPr>
          <p:cNvSpPr/>
          <p:nvPr/>
        </p:nvSpPr>
        <p:spPr>
          <a:xfrm>
            <a:off x="3365474" y="3675952"/>
            <a:ext cx="77237" cy="44799"/>
          </a:xfrm>
          <a:custGeom>
            <a:avLst/>
            <a:gdLst/>
            <a:ahLst/>
            <a:cxnLst/>
            <a:rect l="l" t="t" r="r" b="b"/>
            <a:pathLst>
              <a:path w="5005" h="2903" extrusionOk="0">
                <a:moveTo>
                  <a:pt x="201" y="0"/>
                </a:moveTo>
                <a:lnTo>
                  <a:pt x="1" y="967"/>
                </a:lnTo>
                <a:cubicBezTo>
                  <a:pt x="1769" y="1301"/>
                  <a:pt x="3470" y="1968"/>
                  <a:pt x="5004" y="2902"/>
                </a:cubicBezTo>
                <a:cubicBezTo>
                  <a:pt x="5004" y="2902"/>
                  <a:pt x="3904" y="601"/>
                  <a:pt x="20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41">
            <a:extLst>
              <a:ext uri="{FF2B5EF4-FFF2-40B4-BE49-F238E27FC236}">
                <a16:creationId xmlns:a16="http://schemas.microsoft.com/office/drawing/2014/main" id="{114E77C7-013B-624B-7F80-C8640D44EFF9}"/>
              </a:ext>
            </a:extLst>
          </p:cNvPr>
          <p:cNvSpPr/>
          <p:nvPr/>
        </p:nvSpPr>
        <p:spPr>
          <a:xfrm>
            <a:off x="2995370" y="2180104"/>
            <a:ext cx="472557" cy="492047"/>
          </a:xfrm>
          <a:custGeom>
            <a:avLst/>
            <a:gdLst/>
            <a:ahLst/>
            <a:cxnLst/>
            <a:rect l="l" t="t" r="r" b="b"/>
            <a:pathLst>
              <a:path w="30622" h="31885" extrusionOk="0">
                <a:moveTo>
                  <a:pt x="29120" y="0"/>
                </a:moveTo>
                <a:cubicBezTo>
                  <a:pt x="28875" y="0"/>
                  <a:pt x="28625" y="62"/>
                  <a:pt x="28387" y="196"/>
                </a:cubicBezTo>
                <a:lnTo>
                  <a:pt x="2235" y="15340"/>
                </a:lnTo>
                <a:cubicBezTo>
                  <a:pt x="867" y="16141"/>
                  <a:pt x="0" y="17609"/>
                  <a:pt x="0" y="19176"/>
                </a:cubicBezTo>
                <a:lnTo>
                  <a:pt x="0" y="30284"/>
                </a:lnTo>
                <a:cubicBezTo>
                  <a:pt x="0" y="31303"/>
                  <a:pt x="505" y="31885"/>
                  <a:pt x="1240" y="31885"/>
                </a:cubicBezTo>
                <a:cubicBezTo>
                  <a:pt x="1540" y="31885"/>
                  <a:pt x="1878" y="31788"/>
                  <a:pt x="2235" y="31585"/>
                </a:cubicBezTo>
                <a:lnTo>
                  <a:pt x="28387" y="16441"/>
                </a:lnTo>
                <a:cubicBezTo>
                  <a:pt x="29621" y="15741"/>
                  <a:pt x="30622" y="14840"/>
                  <a:pt x="30622" y="13439"/>
                </a:cubicBezTo>
                <a:lnTo>
                  <a:pt x="30622" y="1497"/>
                </a:lnTo>
                <a:cubicBezTo>
                  <a:pt x="30622" y="632"/>
                  <a:pt x="29904" y="0"/>
                  <a:pt x="2912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41">
            <a:extLst>
              <a:ext uri="{FF2B5EF4-FFF2-40B4-BE49-F238E27FC236}">
                <a16:creationId xmlns:a16="http://schemas.microsoft.com/office/drawing/2014/main" id="{842C8BB5-47A3-1E92-AB14-8C5930C8A6C7}"/>
              </a:ext>
            </a:extLst>
          </p:cNvPr>
          <p:cNvSpPr/>
          <p:nvPr/>
        </p:nvSpPr>
        <p:spPr>
          <a:xfrm>
            <a:off x="3059196" y="2210536"/>
            <a:ext cx="490072" cy="513359"/>
          </a:xfrm>
          <a:custGeom>
            <a:avLst/>
            <a:gdLst/>
            <a:ahLst/>
            <a:cxnLst/>
            <a:rect l="l" t="t" r="r" b="b"/>
            <a:pathLst>
              <a:path w="31757" h="33266" extrusionOk="0">
                <a:moveTo>
                  <a:pt x="28533" y="0"/>
                </a:moveTo>
                <a:cubicBezTo>
                  <a:pt x="28062" y="0"/>
                  <a:pt x="27587" y="109"/>
                  <a:pt x="27153" y="326"/>
                </a:cubicBezTo>
                <a:lnTo>
                  <a:pt x="1368" y="15236"/>
                </a:lnTo>
                <a:cubicBezTo>
                  <a:pt x="567" y="15770"/>
                  <a:pt x="34" y="16637"/>
                  <a:pt x="0" y="17605"/>
                </a:cubicBezTo>
                <a:lnTo>
                  <a:pt x="0" y="30280"/>
                </a:lnTo>
                <a:cubicBezTo>
                  <a:pt x="34" y="31248"/>
                  <a:pt x="567" y="32115"/>
                  <a:pt x="1368" y="32649"/>
                </a:cubicBezTo>
                <a:lnTo>
                  <a:pt x="1868" y="32916"/>
                </a:lnTo>
                <a:cubicBezTo>
                  <a:pt x="2302" y="33149"/>
                  <a:pt x="2769" y="33266"/>
                  <a:pt x="3236" y="33266"/>
                </a:cubicBezTo>
                <a:cubicBezTo>
                  <a:pt x="3703" y="33266"/>
                  <a:pt x="4170" y="33149"/>
                  <a:pt x="4604" y="32916"/>
                </a:cubicBezTo>
                <a:lnTo>
                  <a:pt x="4604" y="32916"/>
                </a:lnTo>
                <a:lnTo>
                  <a:pt x="4470" y="32982"/>
                </a:lnTo>
                <a:lnTo>
                  <a:pt x="15812" y="26478"/>
                </a:lnTo>
                <a:cubicBezTo>
                  <a:pt x="15978" y="26378"/>
                  <a:pt x="16179" y="26278"/>
                  <a:pt x="16412" y="26211"/>
                </a:cubicBezTo>
                <a:lnTo>
                  <a:pt x="18480" y="28079"/>
                </a:lnTo>
                <a:lnTo>
                  <a:pt x="18647" y="28179"/>
                </a:lnTo>
                <a:lnTo>
                  <a:pt x="19781" y="28846"/>
                </a:lnTo>
                <a:lnTo>
                  <a:pt x="21883" y="30047"/>
                </a:lnTo>
                <a:cubicBezTo>
                  <a:pt x="22102" y="30149"/>
                  <a:pt x="22340" y="30200"/>
                  <a:pt x="22577" y="30200"/>
                </a:cubicBezTo>
                <a:cubicBezTo>
                  <a:pt x="22883" y="30200"/>
                  <a:pt x="23188" y="30116"/>
                  <a:pt x="23450" y="29947"/>
                </a:cubicBezTo>
                <a:cubicBezTo>
                  <a:pt x="24051" y="29613"/>
                  <a:pt x="24518" y="28646"/>
                  <a:pt x="24518" y="27745"/>
                </a:cubicBezTo>
                <a:lnTo>
                  <a:pt x="24518" y="23009"/>
                </a:lnTo>
                <a:cubicBezTo>
                  <a:pt x="24551" y="22041"/>
                  <a:pt x="25085" y="21174"/>
                  <a:pt x="25885" y="20640"/>
                </a:cubicBezTo>
                <a:lnTo>
                  <a:pt x="30389" y="18038"/>
                </a:lnTo>
                <a:cubicBezTo>
                  <a:pt x="31223" y="17505"/>
                  <a:pt x="31723" y="16637"/>
                  <a:pt x="31756" y="15670"/>
                </a:cubicBezTo>
                <a:lnTo>
                  <a:pt x="31756" y="2994"/>
                </a:lnTo>
                <a:cubicBezTo>
                  <a:pt x="31756" y="2961"/>
                  <a:pt x="31756" y="2928"/>
                  <a:pt x="31756" y="2894"/>
                </a:cubicBezTo>
                <a:cubicBezTo>
                  <a:pt x="31690" y="1960"/>
                  <a:pt x="31189" y="1126"/>
                  <a:pt x="30389" y="626"/>
                </a:cubicBezTo>
                <a:lnTo>
                  <a:pt x="29888" y="326"/>
                </a:lnTo>
                <a:cubicBezTo>
                  <a:pt x="29471" y="109"/>
                  <a:pt x="29004" y="0"/>
                  <a:pt x="2853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1">
            <a:extLst>
              <a:ext uri="{FF2B5EF4-FFF2-40B4-BE49-F238E27FC236}">
                <a16:creationId xmlns:a16="http://schemas.microsoft.com/office/drawing/2014/main" id="{1CBDD584-1CDD-851B-C6A9-A119938B3FED}"/>
              </a:ext>
            </a:extLst>
          </p:cNvPr>
          <p:cNvSpPr/>
          <p:nvPr/>
        </p:nvSpPr>
        <p:spPr>
          <a:xfrm>
            <a:off x="3066912" y="2210536"/>
            <a:ext cx="482356" cy="276833"/>
          </a:xfrm>
          <a:custGeom>
            <a:avLst/>
            <a:gdLst/>
            <a:ahLst/>
            <a:cxnLst/>
            <a:rect l="l" t="t" r="r" b="b"/>
            <a:pathLst>
              <a:path w="31257" h="17939" extrusionOk="0">
                <a:moveTo>
                  <a:pt x="31231" y="2704"/>
                </a:moveTo>
                <a:cubicBezTo>
                  <a:pt x="31244" y="2799"/>
                  <a:pt x="31253" y="2896"/>
                  <a:pt x="31256" y="2994"/>
                </a:cubicBezTo>
                <a:cubicBezTo>
                  <a:pt x="31256" y="2890"/>
                  <a:pt x="31248" y="2793"/>
                  <a:pt x="31231" y="2704"/>
                </a:cubicBezTo>
                <a:close/>
                <a:moveTo>
                  <a:pt x="28021" y="0"/>
                </a:moveTo>
                <a:cubicBezTo>
                  <a:pt x="27554" y="0"/>
                  <a:pt x="27087" y="109"/>
                  <a:pt x="26653" y="326"/>
                </a:cubicBezTo>
                <a:lnTo>
                  <a:pt x="835" y="15236"/>
                </a:lnTo>
                <a:cubicBezTo>
                  <a:pt x="501" y="15470"/>
                  <a:pt x="234" y="15737"/>
                  <a:pt x="1" y="16070"/>
                </a:cubicBezTo>
                <a:lnTo>
                  <a:pt x="3236" y="17938"/>
                </a:lnTo>
                <a:cubicBezTo>
                  <a:pt x="3470" y="17605"/>
                  <a:pt x="3737" y="17304"/>
                  <a:pt x="4104" y="17104"/>
                </a:cubicBezTo>
                <a:lnTo>
                  <a:pt x="29889" y="2194"/>
                </a:lnTo>
                <a:cubicBezTo>
                  <a:pt x="30108" y="2070"/>
                  <a:pt x="30314" y="2011"/>
                  <a:pt x="30496" y="2011"/>
                </a:cubicBezTo>
                <a:cubicBezTo>
                  <a:pt x="30874" y="2011"/>
                  <a:pt x="31149" y="2263"/>
                  <a:pt x="31231" y="2704"/>
                </a:cubicBezTo>
                <a:lnTo>
                  <a:pt x="31231" y="2704"/>
                </a:lnTo>
                <a:cubicBezTo>
                  <a:pt x="31112" y="1855"/>
                  <a:pt x="30608" y="1106"/>
                  <a:pt x="29889" y="626"/>
                </a:cubicBezTo>
                <a:lnTo>
                  <a:pt x="29388" y="326"/>
                </a:lnTo>
                <a:cubicBezTo>
                  <a:pt x="28955" y="109"/>
                  <a:pt x="28488" y="0"/>
                  <a:pt x="2802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41">
            <a:extLst>
              <a:ext uri="{FF2B5EF4-FFF2-40B4-BE49-F238E27FC236}">
                <a16:creationId xmlns:a16="http://schemas.microsoft.com/office/drawing/2014/main" id="{741C1B64-4EFC-7D86-BBA1-08DCDD26235D}"/>
              </a:ext>
            </a:extLst>
          </p:cNvPr>
          <p:cNvSpPr/>
          <p:nvPr/>
        </p:nvSpPr>
        <p:spPr>
          <a:xfrm>
            <a:off x="3066912" y="2210536"/>
            <a:ext cx="482356" cy="276833"/>
          </a:xfrm>
          <a:custGeom>
            <a:avLst/>
            <a:gdLst/>
            <a:ahLst/>
            <a:cxnLst/>
            <a:rect l="l" t="t" r="r" b="b"/>
            <a:pathLst>
              <a:path w="31257" h="17939" extrusionOk="0">
                <a:moveTo>
                  <a:pt x="31231" y="2704"/>
                </a:moveTo>
                <a:cubicBezTo>
                  <a:pt x="31244" y="2799"/>
                  <a:pt x="31253" y="2896"/>
                  <a:pt x="31256" y="2994"/>
                </a:cubicBezTo>
                <a:cubicBezTo>
                  <a:pt x="31256" y="2890"/>
                  <a:pt x="31248" y="2793"/>
                  <a:pt x="31231" y="2704"/>
                </a:cubicBezTo>
                <a:close/>
                <a:moveTo>
                  <a:pt x="28021" y="0"/>
                </a:moveTo>
                <a:cubicBezTo>
                  <a:pt x="27554" y="0"/>
                  <a:pt x="27087" y="109"/>
                  <a:pt x="26653" y="326"/>
                </a:cubicBezTo>
                <a:lnTo>
                  <a:pt x="835" y="15236"/>
                </a:lnTo>
                <a:cubicBezTo>
                  <a:pt x="501" y="15470"/>
                  <a:pt x="234" y="15737"/>
                  <a:pt x="1" y="16070"/>
                </a:cubicBezTo>
                <a:lnTo>
                  <a:pt x="3236" y="17938"/>
                </a:lnTo>
                <a:cubicBezTo>
                  <a:pt x="3470" y="17605"/>
                  <a:pt x="3737" y="17304"/>
                  <a:pt x="4104" y="17104"/>
                </a:cubicBezTo>
                <a:lnTo>
                  <a:pt x="29889" y="2194"/>
                </a:lnTo>
                <a:cubicBezTo>
                  <a:pt x="30108" y="2070"/>
                  <a:pt x="30314" y="2011"/>
                  <a:pt x="30496" y="2011"/>
                </a:cubicBezTo>
                <a:cubicBezTo>
                  <a:pt x="30874" y="2011"/>
                  <a:pt x="31149" y="2263"/>
                  <a:pt x="31231" y="2704"/>
                </a:cubicBezTo>
                <a:lnTo>
                  <a:pt x="31231" y="2704"/>
                </a:lnTo>
                <a:cubicBezTo>
                  <a:pt x="31112" y="1855"/>
                  <a:pt x="30608" y="1106"/>
                  <a:pt x="29889" y="626"/>
                </a:cubicBezTo>
                <a:lnTo>
                  <a:pt x="29388" y="326"/>
                </a:lnTo>
                <a:cubicBezTo>
                  <a:pt x="28955" y="109"/>
                  <a:pt x="28488" y="0"/>
                  <a:pt x="28021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41">
            <a:extLst>
              <a:ext uri="{FF2B5EF4-FFF2-40B4-BE49-F238E27FC236}">
                <a16:creationId xmlns:a16="http://schemas.microsoft.com/office/drawing/2014/main" id="{1C3A4E69-38D9-794C-8BE4-4C6CC6C621E3}"/>
              </a:ext>
            </a:extLst>
          </p:cNvPr>
          <p:cNvSpPr/>
          <p:nvPr/>
        </p:nvSpPr>
        <p:spPr>
          <a:xfrm>
            <a:off x="3400998" y="2398574"/>
            <a:ext cx="48410" cy="62252"/>
          </a:xfrm>
          <a:custGeom>
            <a:avLst/>
            <a:gdLst/>
            <a:ahLst/>
            <a:cxnLst/>
            <a:rect l="l" t="t" r="r" b="b"/>
            <a:pathLst>
              <a:path w="3137" h="4034" extrusionOk="0">
                <a:moveTo>
                  <a:pt x="2272" y="1"/>
                </a:moveTo>
                <a:cubicBezTo>
                  <a:pt x="2061" y="1"/>
                  <a:pt x="1822" y="70"/>
                  <a:pt x="1568" y="216"/>
                </a:cubicBezTo>
                <a:cubicBezTo>
                  <a:pt x="668" y="816"/>
                  <a:pt x="67" y="1817"/>
                  <a:pt x="0" y="2918"/>
                </a:cubicBezTo>
                <a:cubicBezTo>
                  <a:pt x="0" y="3626"/>
                  <a:pt x="352" y="4034"/>
                  <a:pt x="865" y="4034"/>
                </a:cubicBezTo>
                <a:cubicBezTo>
                  <a:pt x="1076" y="4034"/>
                  <a:pt x="1315" y="3965"/>
                  <a:pt x="1568" y="3819"/>
                </a:cubicBezTo>
                <a:cubicBezTo>
                  <a:pt x="2502" y="3218"/>
                  <a:pt x="3103" y="2217"/>
                  <a:pt x="3136" y="1117"/>
                </a:cubicBezTo>
                <a:cubicBezTo>
                  <a:pt x="3136" y="408"/>
                  <a:pt x="2785" y="1"/>
                  <a:pt x="22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1">
            <a:extLst>
              <a:ext uri="{FF2B5EF4-FFF2-40B4-BE49-F238E27FC236}">
                <a16:creationId xmlns:a16="http://schemas.microsoft.com/office/drawing/2014/main" id="{E8B4A0C2-F92A-7196-5912-94A5CD65B443}"/>
              </a:ext>
            </a:extLst>
          </p:cNvPr>
          <p:cNvSpPr/>
          <p:nvPr/>
        </p:nvSpPr>
        <p:spPr>
          <a:xfrm>
            <a:off x="3304225" y="2454175"/>
            <a:ext cx="48395" cy="62762"/>
          </a:xfrm>
          <a:custGeom>
            <a:avLst/>
            <a:gdLst/>
            <a:ahLst/>
            <a:cxnLst/>
            <a:rect l="l" t="t" r="r" b="b"/>
            <a:pathLst>
              <a:path w="3136" h="4067" extrusionOk="0">
                <a:moveTo>
                  <a:pt x="2272" y="0"/>
                </a:moveTo>
                <a:cubicBezTo>
                  <a:pt x="2060" y="0"/>
                  <a:pt x="1821" y="69"/>
                  <a:pt x="1568" y="216"/>
                </a:cubicBezTo>
                <a:cubicBezTo>
                  <a:pt x="667" y="816"/>
                  <a:pt x="67" y="1817"/>
                  <a:pt x="0" y="2918"/>
                </a:cubicBezTo>
                <a:cubicBezTo>
                  <a:pt x="0" y="3651"/>
                  <a:pt x="353" y="4066"/>
                  <a:pt x="868" y="4066"/>
                </a:cubicBezTo>
                <a:cubicBezTo>
                  <a:pt x="1079" y="4066"/>
                  <a:pt x="1316" y="3997"/>
                  <a:pt x="1568" y="3852"/>
                </a:cubicBezTo>
                <a:cubicBezTo>
                  <a:pt x="2502" y="3251"/>
                  <a:pt x="3069" y="2217"/>
                  <a:pt x="3136" y="1116"/>
                </a:cubicBezTo>
                <a:cubicBezTo>
                  <a:pt x="3136" y="408"/>
                  <a:pt x="2785" y="0"/>
                  <a:pt x="2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41">
            <a:extLst>
              <a:ext uri="{FF2B5EF4-FFF2-40B4-BE49-F238E27FC236}">
                <a16:creationId xmlns:a16="http://schemas.microsoft.com/office/drawing/2014/main" id="{60660227-1439-697A-DEA3-103C9F69683A}"/>
              </a:ext>
            </a:extLst>
          </p:cNvPr>
          <p:cNvSpPr/>
          <p:nvPr/>
        </p:nvSpPr>
        <p:spPr>
          <a:xfrm>
            <a:off x="3207451" y="2510285"/>
            <a:ext cx="48395" cy="62252"/>
          </a:xfrm>
          <a:custGeom>
            <a:avLst/>
            <a:gdLst/>
            <a:ahLst/>
            <a:cxnLst/>
            <a:rect l="l" t="t" r="r" b="b"/>
            <a:pathLst>
              <a:path w="3136" h="4034" extrusionOk="0">
                <a:moveTo>
                  <a:pt x="2272" y="0"/>
                </a:moveTo>
                <a:cubicBezTo>
                  <a:pt x="2060" y="0"/>
                  <a:pt x="1821" y="69"/>
                  <a:pt x="1568" y="216"/>
                </a:cubicBezTo>
                <a:cubicBezTo>
                  <a:pt x="634" y="816"/>
                  <a:pt x="67" y="1817"/>
                  <a:pt x="0" y="2917"/>
                </a:cubicBezTo>
                <a:cubicBezTo>
                  <a:pt x="0" y="3626"/>
                  <a:pt x="351" y="4033"/>
                  <a:pt x="864" y="4033"/>
                </a:cubicBezTo>
                <a:cubicBezTo>
                  <a:pt x="1076" y="4033"/>
                  <a:pt x="1315" y="3964"/>
                  <a:pt x="1568" y="3818"/>
                </a:cubicBezTo>
                <a:cubicBezTo>
                  <a:pt x="2502" y="3218"/>
                  <a:pt x="3069" y="2217"/>
                  <a:pt x="3136" y="1116"/>
                </a:cubicBezTo>
                <a:cubicBezTo>
                  <a:pt x="3136" y="408"/>
                  <a:pt x="2785" y="0"/>
                  <a:pt x="2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41">
            <a:extLst>
              <a:ext uri="{FF2B5EF4-FFF2-40B4-BE49-F238E27FC236}">
                <a16:creationId xmlns:a16="http://schemas.microsoft.com/office/drawing/2014/main" id="{1A55BCEA-8886-E060-FE61-7C9BDCD0C0D9}"/>
              </a:ext>
            </a:extLst>
          </p:cNvPr>
          <p:cNvSpPr/>
          <p:nvPr/>
        </p:nvSpPr>
        <p:spPr>
          <a:xfrm>
            <a:off x="2246381" y="1601947"/>
            <a:ext cx="1081022" cy="1051161"/>
          </a:xfrm>
          <a:custGeom>
            <a:avLst/>
            <a:gdLst/>
            <a:ahLst/>
            <a:cxnLst/>
            <a:rect l="l" t="t" r="r" b="b"/>
            <a:pathLst>
              <a:path w="70051" h="68116" extrusionOk="0">
                <a:moveTo>
                  <a:pt x="68566" y="0"/>
                </a:moveTo>
                <a:cubicBezTo>
                  <a:pt x="68316" y="0"/>
                  <a:pt x="68059" y="63"/>
                  <a:pt x="67815" y="201"/>
                </a:cubicBezTo>
                <a:lnTo>
                  <a:pt x="2202" y="38095"/>
                </a:lnTo>
                <a:cubicBezTo>
                  <a:pt x="834" y="38895"/>
                  <a:pt x="0" y="40330"/>
                  <a:pt x="0" y="41931"/>
                </a:cubicBezTo>
                <a:lnTo>
                  <a:pt x="0" y="66515"/>
                </a:lnTo>
                <a:cubicBezTo>
                  <a:pt x="0" y="67534"/>
                  <a:pt x="505" y="68115"/>
                  <a:pt x="1229" y="68115"/>
                </a:cubicBezTo>
                <a:cubicBezTo>
                  <a:pt x="1523" y="68115"/>
                  <a:pt x="1854" y="68019"/>
                  <a:pt x="2202" y="67816"/>
                </a:cubicBezTo>
                <a:lnTo>
                  <a:pt x="67815" y="29922"/>
                </a:lnTo>
                <a:cubicBezTo>
                  <a:pt x="69050" y="29222"/>
                  <a:pt x="70050" y="28321"/>
                  <a:pt x="70050" y="26887"/>
                </a:cubicBezTo>
                <a:lnTo>
                  <a:pt x="70050" y="1469"/>
                </a:lnTo>
                <a:cubicBezTo>
                  <a:pt x="70050" y="610"/>
                  <a:pt x="69343" y="0"/>
                  <a:pt x="68566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1">
            <a:extLst>
              <a:ext uri="{FF2B5EF4-FFF2-40B4-BE49-F238E27FC236}">
                <a16:creationId xmlns:a16="http://schemas.microsoft.com/office/drawing/2014/main" id="{F955A351-695B-5359-5368-76B7037165F0}"/>
              </a:ext>
            </a:extLst>
          </p:cNvPr>
          <p:cNvSpPr/>
          <p:nvPr/>
        </p:nvSpPr>
        <p:spPr>
          <a:xfrm>
            <a:off x="2309698" y="1632456"/>
            <a:ext cx="1099031" cy="1111423"/>
          </a:xfrm>
          <a:custGeom>
            <a:avLst/>
            <a:gdLst/>
            <a:ahLst/>
            <a:cxnLst/>
            <a:rect l="l" t="t" r="r" b="b"/>
            <a:pathLst>
              <a:path w="71218" h="72021" extrusionOk="0">
                <a:moveTo>
                  <a:pt x="67999" y="0"/>
                </a:moveTo>
                <a:cubicBezTo>
                  <a:pt x="67532" y="0"/>
                  <a:pt x="67065" y="109"/>
                  <a:pt x="66648" y="326"/>
                </a:cubicBezTo>
                <a:lnTo>
                  <a:pt x="1368" y="38019"/>
                </a:lnTo>
                <a:cubicBezTo>
                  <a:pt x="567" y="38520"/>
                  <a:pt x="67" y="39420"/>
                  <a:pt x="0" y="40388"/>
                </a:cubicBezTo>
                <a:lnTo>
                  <a:pt x="0" y="66506"/>
                </a:lnTo>
                <a:cubicBezTo>
                  <a:pt x="67" y="67474"/>
                  <a:pt x="567" y="68341"/>
                  <a:pt x="1368" y="68875"/>
                </a:cubicBezTo>
                <a:lnTo>
                  <a:pt x="1902" y="69175"/>
                </a:lnTo>
                <a:cubicBezTo>
                  <a:pt x="2319" y="69392"/>
                  <a:pt x="2777" y="69500"/>
                  <a:pt x="3240" y="69500"/>
                </a:cubicBezTo>
                <a:cubicBezTo>
                  <a:pt x="3703" y="69500"/>
                  <a:pt x="4170" y="69392"/>
                  <a:pt x="4604" y="69175"/>
                </a:cubicBezTo>
                <a:lnTo>
                  <a:pt x="11609" y="65139"/>
                </a:lnTo>
                <a:cubicBezTo>
                  <a:pt x="11828" y="65014"/>
                  <a:pt x="12034" y="64956"/>
                  <a:pt x="12216" y="64956"/>
                </a:cubicBezTo>
                <a:cubicBezTo>
                  <a:pt x="12670" y="64956"/>
                  <a:pt x="12976" y="65320"/>
                  <a:pt x="12976" y="65939"/>
                </a:cubicBezTo>
                <a:lnTo>
                  <a:pt x="12976" y="69075"/>
                </a:lnTo>
                <a:cubicBezTo>
                  <a:pt x="13043" y="70042"/>
                  <a:pt x="13543" y="70909"/>
                  <a:pt x="14344" y="71443"/>
                </a:cubicBezTo>
                <a:lnTo>
                  <a:pt x="14677" y="71643"/>
                </a:lnTo>
                <a:cubicBezTo>
                  <a:pt x="15119" y="71893"/>
                  <a:pt x="15661" y="72021"/>
                  <a:pt x="16155" y="72021"/>
                </a:cubicBezTo>
                <a:cubicBezTo>
                  <a:pt x="16519" y="72021"/>
                  <a:pt x="16858" y="71952"/>
                  <a:pt x="17113" y="71810"/>
                </a:cubicBezTo>
                <a:cubicBezTo>
                  <a:pt x="17846" y="71276"/>
                  <a:pt x="18447" y="70576"/>
                  <a:pt x="18847" y="69742"/>
                </a:cubicBezTo>
                <a:lnTo>
                  <a:pt x="23917" y="59068"/>
                </a:lnTo>
                <a:cubicBezTo>
                  <a:pt x="24384" y="58167"/>
                  <a:pt x="25085" y="57400"/>
                  <a:pt x="25952" y="56833"/>
                </a:cubicBezTo>
                <a:lnTo>
                  <a:pt x="69850" y="31481"/>
                </a:lnTo>
                <a:cubicBezTo>
                  <a:pt x="70684" y="30947"/>
                  <a:pt x="71184" y="30080"/>
                  <a:pt x="71218" y="29113"/>
                </a:cubicBezTo>
                <a:lnTo>
                  <a:pt x="71218" y="2961"/>
                </a:lnTo>
                <a:cubicBezTo>
                  <a:pt x="71184" y="1993"/>
                  <a:pt x="70651" y="1126"/>
                  <a:pt x="69850" y="626"/>
                </a:cubicBezTo>
                <a:lnTo>
                  <a:pt x="69350" y="326"/>
                </a:lnTo>
                <a:cubicBezTo>
                  <a:pt x="68933" y="109"/>
                  <a:pt x="68466" y="0"/>
                  <a:pt x="67999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1">
            <a:extLst>
              <a:ext uri="{FF2B5EF4-FFF2-40B4-BE49-F238E27FC236}">
                <a16:creationId xmlns:a16="http://schemas.microsoft.com/office/drawing/2014/main" id="{8DC310F5-8F73-8AFE-F048-230666A35511}"/>
              </a:ext>
            </a:extLst>
          </p:cNvPr>
          <p:cNvSpPr/>
          <p:nvPr/>
        </p:nvSpPr>
        <p:spPr>
          <a:xfrm>
            <a:off x="2309698" y="1632456"/>
            <a:ext cx="1099031" cy="1111423"/>
          </a:xfrm>
          <a:custGeom>
            <a:avLst/>
            <a:gdLst/>
            <a:ahLst/>
            <a:cxnLst/>
            <a:rect l="l" t="t" r="r" b="b"/>
            <a:pathLst>
              <a:path w="71218" h="72021" extrusionOk="0">
                <a:moveTo>
                  <a:pt x="67999" y="0"/>
                </a:moveTo>
                <a:cubicBezTo>
                  <a:pt x="67532" y="0"/>
                  <a:pt x="67065" y="109"/>
                  <a:pt x="66648" y="326"/>
                </a:cubicBezTo>
                <a:lnTo>
                  <a:pt x="1368" y="38019"/>
                </a:lnTo>
                <a:cubicBezTo>
                  <a:pt x="567" y="38520"/>
                  <a:pt x="67" y="39420"/>
                  <a:pt x="0" y="40388"/>
                </a:cubicBezTo>
                <a:lnTo>
                  <a:pt x="0" y="66506"/>
                </a:lnTo>
                <a:cubicBezTo>
                  <a:pt x="67" y="67474"/>
                  <a:pt x="567" y="68341"/>
                  <a:pt x="1368" y="68875"/>
                </a:cubicBezTo>
                <a:lnTo>
                  <a:pt x="1902" y="69175"/>
                </a:lnTo>
                <a:cubicBezTo>
                  <a:pt x="2319" y="69392"/>
                  <a:pt x="2777" y="69500"/>
                  <a:pt x="3240" y="69500"/>
                </a:cubicBezTo>
                <a:cubicBezTo>
                  <a:pt x="3703" y="69500"/>
                  <a:pt x="4170" y="69392"/>
                  <a:pt x="4604" y="69175"/>
                </a:cubicBezTo>
                <a:lnTo>
                  <a:pt x="11609" y="65139"/>
                </a:lnTo>
                <a:cubicBezTo>
                  <a:pt x="11828" y="65014"/>
                  <a:pt x="12034" y="64956"/>
                  <a:pt x="12216" y="64956"/>
                </a:cubicBezTo>
                <a:cubicBezTo>
                  <a:pt x="12670" y="64956"/>
                  <a:pt x="12976" y="65320"/>
                  <a:pt x="12976" y="65939"/>
                </a:cubicBezTo>
                <a:lnTo>
                  <a:pt x="12976" y="69075"/>
                </a:lnTo>
                <a:cubicBezTo>
                  <a:pt x="13043" y="70042"/>
                  <a:pt x="13543" y="70909"/>
                  <a:pt x="14344" y="71443"/>
                </a:cubicBezTo>
                <a:lnTo>
                  <a:pt x="14677" y="71643"/>
                </a:lnTo>
                <a:cubicBezTo>
                  <a:pt x="15119" y="71893"/>
                  <a:pt x="15661" y="72021"/>
                  <a:pt x="16155" y="72021"/>
                </a:cubicBezTo>
                <a:cubicBezTo>
                  <a:pt x="16519" y="72021"/>
                  <a:pt x="16858" y="71952"/>
                  <a:pt x="17113" y="71810"/>
                </a:cubicBezTo>
                <a:cubicBezTo>
                  <a:pt x="17846" y="71276"/>
                  <a:pt x="18447" y="70576"/>
                  <a:pt x="18847" y="69742"/>
                </a:cubicBezTo>
                <a:lnTo>
                  <a:pt x="23917" y="59068"/>
                </a:lnTo>
                <a:cubicBezTo>
                  <a:pt x="24384" y="58167"/>
                  <a:pt x="25085" y="57400"/>
                  <a:pt x="25952" y="56833"/>
                </a:cubicBezTo>
                <a:lnTo>
                  <a:pt x="69850" y="31481"/>
                </a:lnTo>
                <a:cubicBezTo>
                  <a:pt x="70684" y="30947"/>
                  <a:pt x="71184" y="30080"/>
                  <a:pt x="71218" y="29113"/>
                </a:cubicBezTo>
                <a:lnTo>
                  <a:pt x="71218" y="2961"/>
                </a:lnTo>
                <a:cubicBezTo>
                  <a:pt x="71184" y="1993"/>
                  <a:pt x="70651" y="1126"/>
                  <a:pt x="69850" y="626"/>
                </a:cubicBezTo>
                <a:lnTo>
                  <a:pt x="69350" y="326"/>
                </a:lnTo>
                <a:cubicBezTo>
                  <a:pt x="68933" y="109"/>
                  <a:pt x="68466" y="0"/>
                  <a:pt x="6799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41">
            <a:extLst>
              <a:ext uri="{FF2B5EF4-FFF2-40B4-BE49-F238E27FC236}">
                <a16:creationId xmlns:a16="http://schemas.microsoft.com/office/drawing/2014/main" id="{484F523D-5D28-EDC6-1662-D5E12E43B51E}"/>
              </a:ext>
            </a:extLst>
          </p:cNvPr>
          <p:cNvSpPr/>
          <p:nvPr/>
        </p:nvSpPr>
        <p:spPr>
          <a:xfrm>
            <a:off x="2317939" y="1632456"/>
            <a:ext cx="1090790" cy="627894"/>
          </a:xfrm>
          <a:custGeom>
            <a:avLst/>
            <a:gdLst/>
            <a:ahLst/>
            <a:cxnLst/>
            <a:rect l="l" t="t" r="r" b="b"/>
            <a:pathLst>
              <a:path w="70684" h="40688" extrusionOk="0">
                <a:moveTo>
                  <a:pt x="70662" y="2689"/>
                </a:moveTo>
                <a:cubicBezTo>
                  <a:pt x="70673" y="2778"/>
                  <a:pt x="70681" y="2869"/>
                  <a:pt x="70684" y="2961"/>
                </a:cubicBezTo>
                <a:cubicBezTo>
                  <a:pt x="70684" y="2864"/>
                  <a:pt x="70676" y="2773"/>
                  <a:pt x="70662" y="2689"/>
                </a:cubicBezTo>
                <a:close/>
                <a:moveTo>
                  <a:pt x="67465" y="0"/>
                </a:moveTo>
                <a:cubicBezTo>
                  <a:pt x="66998" y="0"/>
                  <a:pt x="66531" y="109"/>
                  <a:pt x="66114" y="326"/>
                </a:cubicBezTo>
                <a:lnTo>
                  <a:pt x="834" y="37986"/>
                </a:lnTo>
                <a:cubicBezTo>
                  <a:pt x="500" y="38219"/>
                  <a:pt x="234" y="38486"/>
                  <a:pt x="0" y="38820"/>
                </a:cubicBezTo>
                <a:lnTo>
                  <a:pt x="3236" y="40688"/>
                </a:lnTo>
                <a:cubicBezTo>
                  <a:pt x="3469" y="40354"/>
                  <a:pt x="3736" y="40087"/>
                  <a:pt x="4070" y="39854"/>
                </a:cubicBezTo>
                <a:lnTo>
                  <a:pt x="69350" y="2160"/>
                </a:lnTo>
                <a:cubicBezTo>
                  <a:pt x="69560" y="2036"/>
                  <a:pt x="69759" y="1978"/>
                  <a:pt x="69936" y="1978"/>
                </a:cubicBezTo>
                <a:cubicBezTo>
                  <a:pt x="70309" y="1978"/>
                  <a:pt x="70585" y="2236"/>
                  <a:pt x="70662" y="2689"/>
                </a:cubicBezTo>
                <a:lnTo>
                  <a:pt x="70662" y="2689"/>
                </a:lnTo>
                <a:cubicBezTo>
                  <a:pt x="70553" y="1832"/>
                  <a:pt x="70074" y="1079"/>
                  <a:pt x="69350" y="626"/>
                </a:cubicBezTo>
                <a:lnTo>
                  <a:pt x="68816" y="326"/>
                </a:lnTo>
                <a:cubicBezTo>
                  <a:pt x="68399" y="109"/>
                  <a:pt x="67932" y="0"/>
                  <a:pt x="6746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41">
            <a:extLst>
              <a:ext uri="{FF2B5EF4-FFF2-40B4-BE49-F238E27FC236}">
                <a16:creationId xmlns:a16="http://schemas.microsoft.com/office/drawing/2014/main" id="{BB021329-DF6A-9B29-47C9-1CF8F9E46FAD}"/>
              </a:ext>
            </a:extLst>
          </p:cNvPr>
          <p:cNvSpPr/>
          <p:nvPr/>
        </p:nvSpPr>
        <p:spPr>
          <a:xfrm>
            <a:off x="2317939" y="1632456"/>
            <a:ext cx="1090790" cy="627894"/>
          </a:xfrm>
          <a:custGeom>
            <a:avLst/>
            <a:gdLst/>
            <a:ahLst/>
            <a:cxnLst/>
            <a:rect l="l" t="t" r="r" b="b"/>
            <a:pathLst>
              <a:path w="70684" h="40688" extrusionOk="0">
                <a:moveTo>
                  <a:pt x="70662" y="2689"/>
                </a:moveTo>
                <a:cubicBezTo>
                  <a:pt x="70673" y="2778"/>
                  <a:pt x="70681" y="2869"/>
                  <a:pt x="70684" y="2961"/>
                </a:cubicBezTo>
                <a:cubicBezTo>
                  <a:pt x="70684" y="2864"/>
                  <a:pt x="70676" y="2773"/>
                  <a:pt x="70662" y="2689"/>
                </a:cubicBezTo>
                <a:close/>
                <a:moveTo>
                  <a:pt x="67465" y="0"/>
                </a:moveTo>
                <a:cubicBezTo>
                  <a:pt x="66998" y="0"/>
                  <a:pt x="66531" y="109"/>
                  <a:pt x="66114" y="326"/>
                </a:cubicBezTo>
                <a:lnTo>
                  <a:pt x="834" y="37986"/>
                </a:lnTo>
                <a:cubicBezTo>
                  <a:pt x="500" y="38219"/>
                  <a:pt x="234" y="38486"/>
                  <a:pt x="0" y="38820"/>
                </a:cubicBezTo>
                <a:lnTo>
                  <a:pt x="3236" y="40688"/>
                </a:lnTo>
                <a:cubicBezTo>
                  <a:pt x="3469" y="40354"/>
                  <a:pt x="3736" y="40087"/>
                  <a:pt x="4070" y="39854"/>
                </a:cubicBezTo>
                <a:lnTo>
                  <a:pt x="69350" y="2160"/>
                </a:lnTo>
                <a:cubicBezTo>
                  <a:pt x="69560" y="2036"/>
                  <a:pt x="69759" y="1978"/>
                  <a:pt x="69936" y="1978"/>
                </a:cubicBezTo>
                <a:cubicBezTo>
                  <a:pt x="70309" y="1978"/>
                  <a:pt x="70585" y="2236"/>
                  <a:pt x="70662" y="2689"/>
                </a:cubicBezTo>
                <a:lnTo>
                  <a:pt x="70662" y="2689"/>
                </a:lnTo>
                <a:cubicBezTo>
                  <a:pt x="70553" y="1832"/>
                  <a:pt x="70074" y="1079"/>
                  <a:pt x="69350" y="626"/>
                </a:cubicBezTo>
                <a:lnTo>
                  <a:pt x="68816" y="326"/>
                </a:lnTo>
                <a:cubicBezTo>
                  <a:pt x="68399" y="109"/>
                  <a:pt x="67932" y="0"/>
                  <a:pt x="6746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41">
            <a:extLst>
              <a:ext uri="{FF2B5EF4-FFF2-40B4-BE49-F238E27FC236}">
                <a16:creationId xmlns:a16="http://schemas.microsoft.com/office/drawing/2014/main" id="{D65DFFA6-7ACC-AD9B-D129-CDE10FEFBA07}"/>
              </a:ext>
            </a:extLst>
          </p:cNvPr>
          <p:cNvSpPr/>
          <p:nvPr/>
        </p:nvSpPr>
        <p:spPr>
          <a:xfrm>
            <a:off x="2450746" y="2250489"/>
            <a:ext cx="55092" cy="152514"/>
          </a:xfrm>
          <a:custGeom>
            <a:avLst/>
            <a:gdLst/>
            <a:ahLst/>
            <a:cxnLst/>
            <a:rect l="l" t="t" r="r" b="b"/>
            <a:pathLst>
              <a:path w="3570" h="9883" extrusionOk="0">
                <a:moveTo>
                  <a:pt x="3427" y="1"/>
                </a:moveTo>
                <a:cubicBezTo>
                  <a:pt x="3357" y="1"/>
                  <a:pt x="3261" y="36"/>
                  <a:pt x="3136" y="105"/>
                </a:cubicBezTo>
                <a:lnTo>
                  <a:pt x="2836" y="272"/>
                </a:lnTo>
                <a:cubicBezTo>
                  <a:pt x="2602" y="372"/>
                  <a:pt x="2435" y="605"/>
                  <a:pt x="2435" y="906"/>
                </a:cubicBezTo>
                <a:lnTo>
                  <a:pt x="2435" y="3741"/>
                </a:lnTo>
                <a:lnTo>
                  <a:pt x="1134" y="4475"/>
                </a:lnTo>
                <a:lnTo>
                  <a:pt x="1134" y="1639"/>
                </a:lnTo>
                <a:cubicBezTo>
                  <a:pt x="1134" y="1480"/>
                  <a:pt x="1087" y="1404"/>
                  <a:pt x="992" y="1404"/>
                </a:cubicBezTo>
                <a:cubicBezTo>
                  <a:pt x="928" y="1404"/>
                  <a:pt x="842" y="1439"/>
                  <a:pt x="734" y="1506"/>
                </a:cubicBezTo>
                <a:lnTo>
                  <a:pt x="434" y="1673"/>
                </a:lnTo>
                <a:cubicBezTo>
                  <a:pt x="167" y="1806"/>
                  <a:pt x="0" y="2040"/>
                  <a:pt x="0" y="2307"/>
                </a:cubicBezTo>
                <a:lnTo>
                  <a:pt x="0" y="9679"/>
                </a:lnTo>
                <a:cubicBezTo>
                  <a:pt x="0" y="9815"/>
                  <a:pt x="57" y="9883"/>
                  <a:pt x="157" y="9883"/>
                </a:cubicBezTo>
                <a:cubicBezTo>
                  <a:pt x="229" y="9883"/>
                  <a:pt x="323" y="9848"/>
                  <a:pt x="434" y="9779"/>
                </a:cubicBezTo>
                <a:lnTo>
                  <a:pt x="734" y="9612"/>
                </a:lnTo>
                <a:cubicBezTo>
                  <a:pt x="968" y="9478"/>
                  <a:pt x="1134" y="9245"/>
                  <a:pt x="1134" y="8978"/>
                </a:cubicBezTo>
                <a:lnTo>
                  <a:pt x="1134" y="5976"/>
                </a:lnTo>
                <a:lnTo>
                  <a:pt x="2435" y="5242"/>
                </a:lnTo>
                <a:lnTo>
                  <a:pt x="2435" y="8244"/>
                </a:lnTo>
                <a:cubicBezTo>
                  <a:pt x="2435" y="8403"/>
                  <a:pt x="2483" y="8480"/>
                  <a:pt x="2578" y="8480"/>
                </a:cubicBezTo>
                <a:cubicBezTo>
                  <a:pt x="2642" y="8480"/>
                  <a:pt x="2728" y="8445"/>
                  <a:pt x="2836" y="8378"/>
                </a:cubicBezTo>
                <a:lnTo>
                  <a:pt x="3136" y="8177"/>
                </a:lnTo>
                <a:cubicBezTo>
                  <a:pt x="3403" y="8077"/>
                  <a:pt x="3536" y="7844"/>
                  <a:pt x="3569" y="7577"/>
                </a:cubicBezTo>
                <a:lnTo>
                  <a:pt x="3569" y="205"/>
                </a:lnTo>
                <a:cubicBezTo>
                  <a:pt x="3569" y="69"/>
                  <a:pt x="3524" y="1"/>
                  <a:pt x="34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1">
            <a:extLst>
              <a:ext uri="{FF2B5EF4-FFF2-40B4-BE49-F238E27FC236}">
                <a16:creationId xmlns:a16="http://schemas.microsoft.com/office/drawing/2014/main" id="{70BDB8CF-28D9-23D0-0AE4-1E43FC05DEC4}"/>
              </a:ext>
            </a:extLst>
          </p:cNvPr>
          <p:cNvSpPr/>
          <p:nvPr/>
        </p:nvSpPr>
        <p:spPr>
          <a:xfrm>
            <a:off x="2522289" y="2232264"/>
            <a:ext cx="17006" cy="129520"/>
          </a:xfrm>
          <a:custGeom>
            <a:avLst/>
            <a:gdLst/>
            <a:ahLst/>
            <a:cxnLst/>
            <a:rect l="l" t="t" r="r" b="b"/>
            <a:pathLst>
              <a:path w="1102" h="8393" extrusionOk="0">
                <a:moveTo>
                  <a:pt x="921" y="1"/>
                </a:moveTo>
                <a:cubicBezTo>
                  <a:pt x="838" y="1"/>
                  <a:pt x="721" y="42"/>
                  <a:pt x="568" y="119"/>
                </a:cubicBezTo>
                <a:cubicBezTo>
                  <a:pt x="234" y="319"/>
                  <a:pt x="68" y="552"/>
                  <a:pt x="68" y="786"/>
                </a:cubicBezTo>
                <a:lnTo>
                  <a:pt x="68" y="1453"/>
                </a:lnTo>
                <a:cubicBezTo>
                  <a:pt x="68" y="1602"/>
                  <a:pt x="120" y="1668"/>
                  <a:pt x="229" y="1668"/>
                </a:cubicBezTo>
                <a:cubicBezTo>
                  <a:pt x="316" y="1668"/>
                  <a:pt x="439" y="1627"/>
                  <a:pt x="601" y="1553"/>
                </a:cubicBezTo>
                <a:cubicBezTo>
                  <a:pt x="935" y="1353"/>
                  <a:pt x="1068" y="1119"/>
                  <a:pt x="1068" y="886"/>
                </a:cubicBezTo>
                <a:lnTo>
                  <a:pt x="1068" y="185"/>
                </a:lnTo>
                <a:cubicBezTo>
                  <a:pt x="1068" y="59"/>
                  <a:pt x="1019" y="1"/>
                  <a:pt x="921" y="1"/>
                </a:cubicBezTo>
                <a:close/>
                <a:moveTo>
                  <a:pt x="952" y="1985"/>
                </a:moveTo>
                <a:cubicBezTo>
                  <a:pt x="883" y="1985"/>
                  <a:pt x="789" y="2019"/>
                  <a:pt x="668" y="2087"/>
                </a:cubicBezTo>
                <a:lnTo>
                  <a:pt x="468" y="2220"/>
                </a:lnTo>
                <a:cubicBezTo>
                  <a:pt x="201" y="2320"/>
                  <a:pt x="34" y="2554"/>
                  <a:pt x="1" y="2854"/>
                </a:cubicBezTo>
                <a:lnTo>
                  <a:pt x="1" y="8158"/>
                </a:lnTo>
                <a:cubicBezTo>
                  <a:pt x="1" y="8317"/>
                  <a:pt x="60" y="8393"/>
                  <a:pt x="172" y="8393"/>
                </a:cubicBezTo>
                <a:cubicBezTo>
                  <a:pt x="247" y="8393"/>
                  <a:pt x="347" y="8358"/>
                  <a:pt x="468" y="8291"/>
                </a:cubicBezTo>
                <a:lnTo>
                  <a:pt x="668" y="8158"/>
                </a:lnTo>
                <a:cubicBezTo>
                  <a:pt x="935" y="8058"/>
                  <a:pt x="1102" y="7791"/>
                  <a:pt x="1102" y="7524"/>
                </a:cubicBezTo>
                <a:lnTo>
                  <a:pt x="1102" y="2220"/>
                </a:lnTo>
                <a:cubicBezTo>
                  <a:pt x="1102" y="2061"/>
                  <a:pt x="1054" y="1985"/>
                  <a:pt x="952" y="198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1">
            <a:extLst>
              <a:ext uri="{FF2B5EF4-FFF2-40B4-BE49-F238E27FC236}">
                <a16:creationId xmlns:a16="http://schemas.microsoft.com/office/drawing/2014/main" id="{215C4625-06D7-58E3-A315-FFF018CE2B1D}"/>
              </a:ext>
            </a:extLst>
          </p:cNvPr>
          <p:cNvSpPr/>
          <p:nvPr/>
        </p:nvSpPr>
        <p:spPr>
          <a:xfrm>
            <a:off x="2553693" y="2210921"/>
            <a:ext cx="20602" cy="132715"/>
          </a:xfrm>
          <a:custGeom>
            <a:avLst/>
            <a:gdLst/>
            <a:ahLst/>
            <a:cxnLst/>
            <a:rect l="l" t="t" r="r" b="b"/>
            <a:pathLst>
              <a:path w="1335" h="8600" extrusionOk="0">
                <a:moveTo>
                  <a:pt x="1235" y="0"/>
                </a:moveTo>
                <a:cubicBezTo>
                  <a:pt x="1101" y="0"/>
                  <a:pt x="1001" y="34"/>
                  <a:pt x="901" y="101"/>
                </a:cubicBezTo>
                <a:lnTo>
                  <a:pt x="568" y="301"/>
                </a:lnTo>
                <a:cubicBezTo>
                  <a:pt x="334" y="401"/>
                  <a:pt x="167" y="634"/>
                  <a:pt x="167" y="934"/>
                </a:cubicBezTo>
                <a:lnTo>
                  <a:pt x="167" y="5705"/>
                </a:lnTo>
                <a:cubicBezTo>
                  <a:pt x="167" y="5838"/>
                  <a:pt x="167" y="5905"/>
                  <a:pt x="234" y="5938"/>
                </a:cubicBezTo>
                <a:cubicBezTo>
                  <a:pt x="251" y="5946"/>
                  <a:pt x="272" y="5951"/>
                  <a:pt x="295" y="5951"/>
                </a:cubicBezTo>
                <a:cubicBezTo>
                  <a:pt x="365" y="5951"/>
                  <a:pt x="459" y="5913"/>
                  <a:pt x="534" y="5838"/>
                </a:cubicBezTo>
                <a:lnTo>
                  <a:pt x="568" y="5805"/>
                </a:lnTo>
                <a:cubicBezTo>
                  <a:pt x="701" y="5738"/>
                  <a:pt x="801" y="5671"/>
                  <a:pt x="868" y="5571"/>
                </a:cubicBezTo>
                <a:cubicBezTo>
                  <a:pt x="935" y="5471"/>
                  <a:pt x="968" y="5338"/>
                  <a:pt x="968" y="5238"/>
                </a:cubicBezTo>
                <a:lnTo>
                  <a:pt x="1335" y="167"/>
                </a:lnTo>
                <a:cubicBezTo>
                  <a:pt x="1335" y="67"/>
                  <a:pt x="1302" y="0"/>
                  <a:pt x="1235" y="0"/>
                </a:cubicBezTo>
                <a:close/>
                <a:moveTo>
                  <a:pt x="927" y="6453"/>
                </a:moveTo>
                <a:cubicBezTo>
                  <a:pt x="862" y="6453"/>
                  <a:pt x="776" y="6491"/>
                  <a:pt x="668" y="6572"/>
                </a:cubicBezTo>
                <a:lnTo>
                  <a:pt x="434" y="6705"/>
                </a:lnTo>
                <a:cubicBezTo>
                  <a:pt x="167" y="6805"/>
                  <a:pt x="1" y="7039"/>
                  <a:pt x="1" y="7306"/>
                </a:cubicBezTo>
                <a:lnTo>
                  <a:pt x="1" y="8373"/>
                </a:lnTo>
                <a:cubicBezTo>
                  <a:pt x="1" y="8518"/>
                  <a:pt x="65" y="8599"/>
                  <a:pt x="178" y="8599"/>
                </a:cubicBezTo>
                <a:cubicBezTo>
                  <a:pt x="247" y="8599"/>
                  <a:pt x="334" y="8570"/>
                  <a:pt x="434" y="8507"/>
                </a:cubicBezTo>
                <a:lnTo>
                  <a:pt x="668" y="8340"/>
                </a:lnTo>
                <a:cubicBezTo>
                  <a:pt x="901" y="8240"/>
                  <a:pt x="1068" y="8006"/>
                  <a:pt x="1068" y="7739"/>
                </a:cubicBezTo>
                <a:lnTo>
                  <a:pt x="1068" y="6672"/>
                </a:lnTo>
                <a:cubicBezTo>
                  <a:pt x="1068" y="6533"/>
                  <a:pt x="1021" y="6453"/>
                  <a:pt x="927" y="64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41">
            <a:extLst>
              <a:ext uri="{FF2B5EF4-FFF2-40B4-BE49-F238E27FC236}">
                <a16:creationId xmlns:a16="http://schemas.microsoft.com/office/drawing/2014/main" id="{8413CBC9-F1C4-FCC4-F0DB-EBADA5AAEBD4}"/>
              </a:ext>
            </a:extLst>
          </p:cNvPr>
          <p:cNvSpPr/>
          <p:nvPr/>
        </p:nvSpPr>
        <p:spPr>
          <a:xfrm>
            <a:off x="2450746" y="2417833"/>
            <a:ext cx="55092" cy="152961"/>
          </a:xfrm>
          <a:custGeom>
            <a:avLst/>
            <a:gdLst/>
            <a:ahLst/>
            <a:cxnLst/>
            <a:rect l="l" t="t" r="r" b="b"/>
            <a:pathLst>
              <a:path w="3570" h="9912" extrusionOk="0">
                <a:moveTo>
                  <a:pt x="3420" y="0"/>
                </a:moveTo>
                <a:cubicBezTo>
                  <a:pt x="3351" y="0"/>
                  <a:pt x="3257" y="35"/>
                  <a:pt x="3136" y="102"/>
                </a:cubicBezTo>
                <a:lnTo>
                  <a:pt x="2836" y="302"/>
                </a:lnTo>
                <a:cubicBezTo>
                  <a:pt x="2602" y="402"/>
                  <a:pt x="2435" y="636"/>
                  <a:pt x="2435" y="903"/>
                </a:cubicBezTo>
                <a:lnTo>
                  <a:pt x="2435" y="3738"/>
                </a:lnTo>
                <a:lnTo>
                  <a:pt x="1134" y="4472"/>
                </a:lnTo>
                <a:lnTo>
                  <a:pt x="1134" y="1637"/>
                </a:lnTo>
                <a:cubicBezTo>
                  <a:pt x="1134" y="1500"/>
                  <a:pt x="1089" y="1432"/>
                  <a:pt x="998" y="1432"/>
                </a:cubicBezTo>
                <a:cubicBezTo>
                  <a:pt x="933" y="1432"/>
                  <a:pt x="845" y="1467"/>
                  <a:pt x="734" y="1536"/>
                </a:cubicBezTo>
                <a:lnTo>
                  <a:pt x="434" y="1703"/>
                </a:lnTo>
                <a:cubicBezTo>
                  <a:pt x="167" y="1803"/>
                  <a:pt x="0" y="2070"/>
                  <a:pt x="0" y="2337"/>
                </a:cubicBezTo>
                <a:lnTo>
                  <a:pt x="0" y="9676"/>
                </a:lnTo>
                <a:cubicBezTo>
                  <a:pt x="0" y="9835"/>
                  <a:pt x="60" y="9911"/>
                  <a:pt x="164" y="9911"/>
                </a:cubicBezTo>
                <a:cubicBezTo>
                  <a:pt x="235" y="9911"/>
                  <a:pt x="326" y="9876"/>
                  <a:pt x="434" y="9809"/>
                </a:cubicBezTo>
                <a:lnTo>
                  <a:pt x="734" y="9609"/>
                </a:lnTo>
                <a:cubicBezTo>
                  <a:pt x="968" y="9509"/>
                  <a:pt x="1134" y="9275"/>
                  <a:pt x="1134" y="9009"/>
                </a:cubicBezTo>
                <a:lnTo>
                  <a:pt x="1134" y="6006"/>
                </a:lnTo>
                <a:lnTo>
                  <a:pt x="2435" y="5273"/>
                </a:lnTo>
                <a:lnTo>
                  <a:pt x="2435" y="8275"/>
                </a:lnTo>
                <a:cubicBezTo>
                  <a:pt x="2435" y="8411"/>
                  <a:pt x="2481" y="8479"/>
                  <a:pt x="2571" y="8479"/>
                </a:cubicBezTo>
                <a:cubicBezTo>
                  <a:pt x="2636" y="8479"/>
                  <a:pt x="2724" y="8444"/>
                  <a:pt x="2836" y="8375"/>
                </a:cubicBezTo>
                <a:lnTo>
                  <a:pt x="3136" y="8208"/>
                </a:lnTo>
                <a:cubicBezTo>
                  <a:pt x="3403" y="8108"/>
                  <a:pt x="3536" y="7874"/>
                  <a:pt x="3569" y="7608"/>
                </a:cubicBezTo>
                <a:lnTo>
                  <a:pt x="3569" y="236"/>
                </a:lnTo>
                <a:cubicBezTo>
                  <a:pt x="3569" y="76"/>
                  <a:pt x="3522" y="0"/>
                  <a:pt x="342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41">
            <a:extLst>
              <a:ext uri="{FF2B5EF4-FFF2-40B4-BE49-F238E27FC236}">
                <a16:creationId xmlns:a16="http://schemas.microsoft.com/office/drawing/2014/main" id="{E085FFD7-CC4E-85D8-4D7D-87D418DF9FA0}"/>
              </a:ext>
            </a:extLst>
          </p:cNvPr>
          <p:cNvSpPr/>
          <p:nvPr/>
        </p:nvSpPr>
        <p:spPr>
          <a:xfrm>
            <a:off x="2519727" y="2421984"/>
            <a:ext cx="47885" cy="101341"/>
          </a:xfrm>
          <a:custGeom>
            <a:avLst/>
            <a:gdLst/>
            <a:ahLst/>
            <a:cxnLst/>
            <a:rect l="l" t="t" r="r" b="b"/>
            <a:pathLst>
              <a:path w="3103" h="6567" extrusionOk="0">
                <a:moveTo>
                  <a:pt x="1679" y="1489"/>
                </a:moveTo>
                <a:cubicBezTo>
                  <a:pt x="1758" y="1489"/>
                  <a:pt x="1821" y="1571"/>
                  <a:pt x="1868" y="1734"/>
                </a:cubicBezTo>
                <a:cubicBezTo>
                  <a:pt x="1968" y="2168"/>
                  <a:pt x="2001" y="2602"/>
                  <a:pt x="1968" y="3035"/>
                </a:cubicBezTo>
                <a:cubicBezTo>
                  <a:pt x="1968" y="3502"/>
                  <a:pt x="1935" y="3969"/>
                  <a:pt x="1868" y="4436"/>
                </a:cubicBezTo>
                <a:cubicBezTo>
                  <a:pt x="1868" y="4670"/>
                  <a:pt x="1735" y="4870"/>
                  <a:pt x="1568" y="5037"/>
                </a:cubicBezTo>
                <a:cubicBezTo>
                  <a:pt x="1527" y="5053"/>
                  <a:pt x="1491" y="5061"/>
                  <a:pt x="1458" y="5061"/>
                </a:cubicBezTo>
                <a:cubicBezTo>
                  <a:pt x="1354" y="5061"/>
                  <a:pt x="1285" y="4980"/>
                  <a:pt x="1234" y="4803"/>
                </a:cubicBezTo>
                <a:cubicBezTo>
                  <a:pt x="1168" y="4370"/>
                  <a:pt x="1134" y="3936"/>
                  <a:pt x="1168" y="3502"/>
                </a:cubicBezTo>
                <a:cubicBezTo>
                  <a:pt x="1134" y="3035"/>
                  <a:pt x="1168" y="2568"/>
                  <a:pt x="1234" y="2101"/>
                </a:cubicBezTo>
                <a:cubicBezTo>
                  <a:pt x="1268" y="1868"/>
                  <a:pt x="1368" y="1668"/>
                  <a:pt x="1568" y="1534"/>
                </a:cubicBezTo>
                <a:cubicBezTo>
                  <a:pt x="1608" y="1504"/>
                  <a:pt x="1645" y="1489"/>
                  <a:pt x="1679" y="1489"/>
                </a:cubicBezTo>
                <a:close/>
                <a:moveTo>
                  <a:pt x="2154" y="0"/>
                </a:moveTo>
                <a:cubicBezTo>
                  <a:pt x="1983" y="0"/>
                  <a:pt x="1788" y="68"/>
                  <a:pt x="1568" y="200"/>
                </a:cubicBezTo>
                <a:cubicBezTo>
                  <a:pt x="1001" y="534"/>
                  <a:pt x="600" y="1034"/>
                  <a:pt x="434" y="1634"/>
                </a:cubicBezTo>
                <a:cubicBezTo>
                  <a:pt x="133" y="2435"/>
                  <a:pt x="0" y="3302"/>
                  <a:pt x="33" y="4136"/>
                </a:cubicBezTo>
                <a:cubicBezTo>
                  <a:pt x="33" y="5170"/>
                  <a:pt x="167" y="5837"/>
                  <a:pt x="434" y="6238"/>
                </a:cubicBezTo>
                <a:cubicBezTo>
                  <a:pt x="572" y="6455"/>
                  <a:pt x="768" y="6567"/>
                  <a:pt x="1009" y="6567"/>
                </a:cubicBezTo>
                <a:cubicBezTo>
                  <a:pt x="1176" y="6567"/>
                  <a:pt x="1364" y="6513"/>
                  <a:pt x="1568" y="6405"/>
                </a:cubicBezTo>
                <a:cubicBezTo>
                  <a:pt x="2102" y="6071"/>
                  <a:pt x="2502" y="5537"/>
                  <a:pt x="2702" y="4937"/>
                </a:cubicBezTo>
                <a:cubicBezTo>
                  <a:pt x="2969" y="4136"/>
                  <a:pt x="3102" y="3269"/>
                  <a:pt x="3102" y="2402"/>
                </a:cubicBezTo>
                <a:cubicBezTo>
                  <a:pt x="3102" y="1401"/>
                  <a:pt x="2969" y="700"/>
                  <a:pt x="2702" y="333"/>
                </a:cubicBezTo>
                <a:cubicBezTo>
                  <a:pt x="2553" y="109"/>
                  <a:pt x="2372" y="0"/>
                  <a:pt x="21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41">
            <a:extLst>
              <a:ext uri="{FF2B5EF4-FFF2-40B4-BE49-F238E27FC236}">
                <a16:creationId xmlns:a16="http://schemas.microsoft.com/office/drawing/2014/main" id="{0A90A600-3252-27F2-16A3-CF0A3CB06CC4}"/>
              </a:ext>
            </a:extLst>
          </p:cNvPr>
          <p:cNvSpPr/>
          <p:nvPr/>
        </p:nvSpPr>
        <p:spPr>
          <a:xfrm>
            <a:off x="2575822" y="2370997"/>
            <a:ext cx="67453" cy="121233"/>
          </a:xfrm>
          <a:custGeom>
            <a:avLst/>
            <a:gdLst/>
            <a:ahLst/>
            <a:cxnLst/>
            <a:rect l="l" t="t" r="r" b="b"/>
            <a:pathLst>
              <a:path w="4371" h="7856" extrusionOk="0">
                <a:moveTo>
                  <a:pt x="4248" y="1"/>
                </a:moveTo>
                <a:cubicBezTo>
                  <a:pt x="4177" y="1"/>
                  <a:pt x="4075" y="43"/>
                  <a:pt x="3937" y="135"/>
                </a:cubicBezTo>
                <a:cubicBezTo>
                  <a:pt x="3604" y="335"/>
                  <a:pt x="3437" y="502"/>
                  <a:pt x="3437" y="669"/>
                </a:cubicBezTo>
                <a:lnTo>
                  <a:pt x="3237" y="3637"/>
                </a:lnTo>
                <a:lnTo>
                  <a:pt x="3170" y="4271"/>
                </a:lnTo>
                <a:cubicBezTo>
                  <a:pt x="3170" y="4371"/>
                  <a:pt x="3203" y="4471"/>
                  <a:pt x="3170" y="4605"/>
                </a:cubicBezTo>
                <a:cubicBezTo>
                  <a:pt x="3170" y="4705"/>
                  <a:pt x="3170" y="4838"/>
                  <a:pt x="3170" y="4938"/>
                </a:cubicBezTo>
                <a:lnTo>
                  <a:pt x="3137" y="4938"/>
                </a:lnTo>
                <a:cubicBezTo>
                  <a:pt x="3103" y="4371"/>
                  <a:pt x="3070" y="3971"/>
                  <a:pt x="3003" y="3704"/>
                </a:cubicBezTo>
                <a:lnTo>
                  <a:pt x="2703" y="1069"/>
                </a:lnTo>
                <a:cubicBezTo>
                  <a:pt x="2703" y="1015"/>
                  <a:pt x="2658" y="960"/>
                  <a:pt x="2606" y="960"/>
                </a:cubicBezTo>
                <a:cubicBezTo>
                  <a:pt x="2594" y="960"/>
                  <a:pt x="2582" y="963"/>
                  <a:pt x="2569" y="969"/>
                </a:cubicBezTo>
                <a:cubicBezTo>
                  <a:pt x="2503" y="969"/>
                  <a:pt x="2403" y="1002"/>
                  <a:pt x="2303" y="1036"/>
                </a:cubicBezTo>
                <a:lnTo>
                  <a:pt x="2136" y="1169"/>
                </a:lnTo>
                <a:cubicBezTo>
                  <a:pt x="2002" y="1236"/>
                  <a:pt x="1936" y="1302"/>
                  <a:pt x="1836" y="1403"/>
                </a:cubicBezTo>
                <a:cubicBezTo>
                  <a:pt x="1769" y="1436"/>
                  <a:pt x="1736" y="1536"/>
                  <a:pt x="1736" y="1636"/>
                </a:cubicBezTo>
                <a:lnTo>
                  <a:pt x="1435" y="4605"/>
                </a:lnTo>
                <a:cubicBezTo>
                  <a:pt x="1369" y="5072"/>
                  <a:pt x="1335" y="5539"/>
                  <a:pt x="1302" y="6006"/>
                </a:cubicBezTo>
                <a:lnTo>
                  <a:pt x="1269" y="6006"/>
                </a:lnTo>
                <a:lnTo>
                  <a:pt x="1202" y="4738"/>
                </a:lnTo>
                <a:lnTo>
                  <a:pt x="1002" y="2036"/>
                </a:lnTo>
                <a:cubicBezTo>
                  <a:pt x="1002" y="1964"/>
                  <a:pt x="958" y="1930"/>
                  <a:pt x="884" y="1930"/>
                </a:cubicBezTo>
                <a:cubicBezTo>
                  <a:pt x="787" y="1930"/>
                  <a:pt x="638" y="1989"/>
                  <a:pt x="468" y="2103"/>
                </a:cubicBezTo>
                <a:cubicBezTo>
                  <a:pt x="168" y="2270"/>
                  <a:pt x="1" y="2437"/>
                  <a:pt x="1" y="2637"/>
                </a:cubicBezTo>
                <a:lnTo>
                  <a:pt x="1" y="2837"/>
                </a:lnTo>
                <a:lnTo>
                  <a:pt x="802" y="7707"/>
                </a:lnTo>
                <a:cubicBezTo>
                  <a:pt x="802" y="7807"/>
                  <a:pt x="835" y="7840"/>
                  <a:pt x="902" y="7840"/>
                </a:cubicBezTo>
                <a:cubicBezTo>
                  <a:pt x="924" y="7852"/>
                  <a:pt x="946" y="7855"/>
                  <a:pt x="968" y="7855"/>
                </a:cubicBezTo>
                <a:cubicBezTo>
                  <a:pt x="1013" y="7855"/>
                  <a:pt x="1057" y="7840"/>
                  <a:pt x="1102" y="7840"/>
                </a:cubicBezTo>
                <a:lnTo>
                  <a:pt x="1369" y="7674"/>
                </a:lnTo>
                <a:cubicBezTo>
                  <a:pt x="1435" y="7640"/>
                  <a:pt x="1502" y="7574"/>
                  <a:pt x="1569" y="7507"/>
                </a:cubicBezTo>
                <a:cubicBezTo>
                  <a:pt x="1635" y="7440"/>
                  <a:pt x="1669" y="7340"/>
                  <a:pt x="1669" y="7273"/>
                </a:cubicBezTo>
                <a:lnTo>
                  <a:pt x="2136" y="3971"/>
                </a:lnTo>
                <a:cubicBezTo>
                  <a:pt x="2169" y="3938"/>
                  <a:pt x="2169" y="3738"/>
                  <a:pt x="2169" y="3504"/>
                </a:cubicBezTo>
                <a:cubicBezTo>
                  <a:pt x="2169" y="3404"/>
                  <a:pt x="2169" y="3237"/>
                  <a:pt x="2169" y="3037"/>
                </a:cubicBezTo>
                <a:lnTo>
                  <a:pt x="2203" y="3037"/>
                </a:lnTo>
                <a:cubicBezTo>
                  <a:pt x="2236" y="3104"/>
                  <a:pt x="2236" y="3237"/>
                  <a:pt x="2236" y="3471"/>
                </a:cubicBezTo>
                <a:cubicBezTo>
                  <a:pt x="2236" y="3571"/>
                  <a:pt x="2269" y="3704"/>
                  <a:pt x="2269" y="3871"/>
                </a:cubicBezTo>
                <a:lnTo>
                  <a:pt x="2736" y="6640"/>
                </a:lnTo>
                <a:cubicBezTo>
                  <a:pt x="2736" y="6706"/>
                  <a:pt x="2770" y="6773"/>
                  <a:pt x="2836" y="6773"/>
                </a:cubicBezTo>
                <a:cubicBezTo>
                  <a:pt x="2903" y="6773"/>
                  <a:pt x="3003" y="6740"/>
                  <a:pt x="3070" y="6706"/>
                </a:cubicBezTo>
                <a:lnTo>
                  <a:pt x="3303" y="6573"/>
                </a:lnTo>
                <a:cubicBezTo>
                  <a:pt x="3470" y="6473"/>
                  <a:pt x="3570" y="6339"/>
                  <a:pt x="3604" y="6139"/>
                </a:cubicBezTo>
                <a:lnTo>
                  <a:pt x="4371" y="335"/>
                </a:lnTo>
                <a:lnTo>
                  <a:pt x="4371" y="168"/>
                </a:lnTo>
                <a:cubicBezTo>
                  <a:pt x="4371" y="60"/>
                  <a:pt x="4332" y="1"/>
                  <a:pt x="424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41">
            <a:extLst>
              <a:ext uri="{FF2B5EF4-FFF2-40B4-BE49-F238E27FC236}">
                <a16:creationId xmlns:a16="http://schemas.microsoft.com/office/drawing/2014/main" id="{DB8443A8-7447-A429-DBBC-6CF676F8421F}"/>
              </a:ext>
            </a:extLst>
          </p:cNvPr>
          <p:cNvSpPr/>
          <p:nvPr/>
        </p:nvSpPr>
        <p:spPr>
          <a:xfrm>
            <a:off x="2670543" y="2333744"/>
            <a:ext cx="42222" cy="102468"/>
          </a:xfrm>
          <a:custGeom>
            <a:avLst/>
            <a:gdLst/>
            <a:ahLst/>
            <a:cxnLst/>
            <a:rect l="l" t="t" r="r" b="b"/>
            <a:pathLst>
              <a:path w="2736" h="6640" extrusionOk="0">
                <a:moveTo>
                  <a:pt x="2249" y="1"/>
                </a:moveTo>
                <a:cubicBezTo>
                  <a:pt x="2209" y="1"/>
                  <a:pt x="2171" y="5"/>
                  <a:pt x="2136" y="14"/>
                </a:cubicBezTo>
                <a:cubicBezTo>
                  <a:pt x="1969" y="47"/>
                  <a:pt x="1769" y="114"/>
                  <a:pt x="1635" y="214"/>
                </a:cubicBezTo>
                <a:cubicBezTo>
                  <a:pt x="534" y="848"/>
                  <a:pt x="1" y="2182"/>
                  <a:pt x="1" y="4250"/>
                </a:cubicBezTo>
                <a:cubicBezTo>
                  <a:pt x="1" y="5838"/>
                  <a:pt x="315" y="6639"/>
                  <a:pt x="944" y="6639"/>
                </a:cubicBezTo>
                <a:cubicBezTo>
                  <a:pt x="1135" y="6639"/>
                  <a:pt x="1354" y="6566"/>
                  <a:pt x="1602" y="6418"/>
                </a:cubicBezTo>
                <a:cubicBezTo>
                  <a:pt x="1769" y="6318"/>
                  <a:pt x="1935" y="6185"/>
                  <a:pt x="2069" y="6051"/>
                </a:cubicBezTo>
                <a:cubicBezTo>
                  <a:pt x="2269" y="5885"/>
                  <a:pt x="2402" y="5685"/>
                  <a:pt x="2536" y="5484"/>
                </a:cubicBezTo>
                <a:cubicBezTo>
                  <a:pt x="2636" y="5351"/>
                  <a:pt x="2703" y="5184"/>
                  <a:pt x="2736" y="4984"/>
                </a:cubicBezTo>
                <a:cubicBezTo>
                  <a:pt x="2703" y="4817"/>
                  <a:pt x="2669" y="4650"/>
                  <a:pt x="2603" y="4484"/>
                </a:cubicBezTo>
                <a:cubicBezTo>
                  <a:pt x="2547" y="4345"/>
                  <a:pt x="2491" y="4275"/>
                  <a:pt x="2436" y="4275"/>
                </a:cubicBezTo>
                <a:cubicBezTo>
                  <a:pt x="2425" y="4275"/>
                  <a:pt x="2414" y="4278"/>
                  <a:pt x="2402" y="4284"/>
                </a:cubicBezTo>
                <a:cubicBezTo>
                  <a:pt x="2336" y="4350"/>
                  <a:pt x="2302" y="4384"/>
                  <a:pt x="2269" y="4450"/>
                </a:cubicBezTo>
                <a:lnTo>
                  <a:pt x="2169" y="4584"/>
                </a:lnTo>
                <a:cubicBezTo>
                  <a:pt x="2102" y="4650"/>
                  <a:pt x="2035" y="4717"/>
                  <a:pt x="1969" y="4817"/>
                </a:cubicBezTo>
                <a:cubicBezTo>
                  <a:pt x="1902" y="4884"/>
                  <a:pt x="1802" y="4951"/>
                  <a:pt x="1735" y="5017"/>
                </a:cubicBezTo>
                <a:cubicBezTo>
                  <a:pt x="1684" y="5048"/>
                  <a:pt x="1626" y="5063"/>
                  <a:pt x="1569" y="5063"/>
                </a:cubicBezTo>
                <a:cubicBezTo>
                  <a:pt x="1443" y="5063"/>
                  <a:pt x="1325" y="4989"/>
                  <a:pt x="1302" y="4851"/>
                </a:cubicBezTo>
                <a:cubicBezTo>
                  <a:pt x="1168" y="4450"/>
                  <a:pt x="1135" y="4017"/>
                  <a:pt x="1135" y="3583"/>
                </a:cubicBezTo>
                <a:cubicBezTo>
                  <a:pt x="1135" y="3116"/>
                  <a:pt x="1168" y="2649"/>
                  <a:pt x="1302" y="2182"/>
                </a:cubicBezTo>
                <a:cubicBezTo>
                  <a:pt x="1368" y="1882"/>
                  <a:pt x="1502" y="1648"/>
                  <a:pt x="1735" y="1515"/>
                </a:cubicBezTo>
                <a:cubicBezTo>
                  <a:pt x="1835" y="1448"/>
                  <a:pt x="1902" y="1415"/>
                  <a:pt x="2002" y="1415"/>
                </a:cubicBezTo>
                <a:cubicBezTo>
                  <a:pt x="2069" y="1415"/>
                  <a:pt x="2169" y="1448"/>
                  <a:pt x="2236" y="1448"/>
                </a:cubicBezTo>
                <a:cubicBezTo>
                  <a:pt x="2252" y="1465"/>
                  <a:pt x="2277" y="1473"/>
                  <a:pt x="2302" y="1473"/>
                </a:cubicBezTo>
                <a:cubicBezTo>
                  <a:pt x="2327" y="1473"/>
                  <a:pt x="2352" y="1465"/>
                  <a:pt x="2369" y="1448"/>
                </a:cubicBezTo>
                <a:cubicBezTo>
                  <a:pt x="2436" y="1415"/>
                  <a:pt x="2536" y="1248"/>
                  <a:pt x="2603" y="981"/>
                </a:cubicBezTo>
                <a:cubicBezTo>
                  <a:pt x="2669" y="781"/>
                  <a:pt x="2703" y="581"/>
                  <a:pt x="2703" y="381"/>
                </a:cubicBezTo>
                <a:cubicBezTo>
                  <a:pt x="2736" y="247"/>
                  <a:pt x="2669" y="147"/>
                  <a:pt x="2569" y="81"/>
                </a:cubicBezTo>
                <a:cubicBezTo>
                  <a:pt x="2472" y="32"/>
                  <a:pt x="2356" y="1"/>
                  <a:pt x="224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41">
            <a:extLst>
              <a:ext uri="{FF2B5EF4-FFF2-40B4-BE49-F238E27FC236}">
                <a16:creationId xmlns:a16="http://schemas.microsoft.com/office/drawing/2014/main" id="{33B12494-A2D6-1FED-D55D-F878183A2C0D}"/>
              </a:ext>
            </a:extLst>
          </p:cNvPr>
          <p:cNvSpPr/>
          <p:nvPr/>
        </p:nvSpPr>
        <p:spPr>
          <a:xfrm>
            <a:off x="2719956" y="2306368"/>
            <a:ext cx="46358" cy="104567"/>
          </a:xfrm>
          <a:custGeom>
            <a:avLst/>
            <a:gdLst/>
            <a:ahLst/>
            <a:cxnLst/>
            <a:rect l="l" t="t" r="r" b="b"/>
            <a:pathLst>
              <a:path w="3004" h="6776" extrusionOk="0">
                <a:moveTo>
                  <a:pt x="1802" y="3289"/>
                </a:moveTo>
                <a:lnTo>
                  <a:pt x="1802" y="4623"/>
                </a:lnTo>
                <a:cubicBezTo>
                  <a:pt x="1769" y="4757"/>
                  <a:pt x="1736" y="4890"/>
                  <a:pt x="1635" y="4990"/>
                </a:cubicBezTo>
                <a:cubicBezTo>
                  <a:pt x="1602" y="5090"/>
                  <a:pt x="1535" y="5157"/>
                  <a:pt x="1435" y="5224"/>
                </a:cubicBezTo>
                <a:cubicBezTo>
                  <a:pt x="1375" y="5254"/>
                  <a:pt x="1329" y="5270"/>
                  <a:pt x="1290" y="5270"/>
                </a:cubicBezTo>
                <a:cubicBezTo>
                  <a:pt x="1242" y="5270"/>
                  <a:pt x="1205" y="5245"/>
                  <a:pt x="1168" y="5190"/>
                </a:cubicBezTo>
                <a:cubicBezTo>
                  <a:pt x="1068" y="5057"/>
                  <a:pt x="1035" y="4890"/>
                  <a:pt x="1068" y="4723"/>
                </a:cubicBezTo>
                <a:cubicBezTo>
                  <a:pt x="1002" y="4156"/>
                  <a:pt x="1302" y="3589"/>
                  <a:pt x="1802" y="3289"/>
                </a:cubicBezTo>
                <a:close/>
                <a:moveTo>
                  <a:pt x="2184" y="0"/>
                </a:moveTo>
                <a:cubicBezTo>
                  <a:pt x="1983" y="0"/>
                  <a:pt x="1736" y="85"/>
                  <a:pt x="1435" y="253"/>
                </a:cubicBezTo>
                <a:cubicBezTo>
                  <a:pt x="1235" y="387"/>
                  <a:pt x="1035" y="520"/>
                  <a:pt x="868" y="687"/>
                </a:cubicBezTo>
                <a:cubicBezTo>
                  <a:pt x="701" y="854"/>
                  <a:pt x="535" y="1021"/>
                  <a:pt x="401" y="1221"/>
                </a:cubicBezTo>
                <a:cubicBezTo>
                  <a:pt x="301" y="1354"/>
                  <a:pt x="234" y="1521"/>
                  <a:pt x="234" y="1688"/>
                </a:cubicBezTo>
                <a:cubicBezTo>
                  <a:pt x="234" y="1821"/>
                  <a:pt x="268" y="1921"/>
                  <a:pt x="301" y="2021"/>
                </a:cubicBezTo>
                <a:cubicBezTo>
                  <a:pt x="335" y="2121"/>
                  <a:pt x="401" y="2221"/>
                  <a:pt x="468" y="2322"/>
                </a:cubicBezTo>
                <a:cubicBezTo>
                  <a:pt x="517" y="2370"/>
                  <a:pt x="548" y="2401"/>
                  <a:pt x="587" y="2401"/>
                </a:cubicBezTo>
                <a:cubicBezTo>
                  <a:pt x="601" y="2401"/>
                  <a:pt x="617" y="2397"/>
                  <a:pt x="635" y="2388"/>
                </a:cubicBezTo>
                <a:cubicBezTo>
                  <a:pt x="701" y="2355"/>
                  <a:pt x="735" y="2288"/>
                  <a:pt x="768" y="2221"/>
                </a:cubicBezTo>
                <a:cubicBezTo>
                  <a:pt x="902" y="2088"/>
                  <a:pt x="968" y="1955"/>
                  <a:pt x="1068" y="1888"/>
                </a:cubicBezTo>
                <a:cubicBezTo>
                  <a:pt x="1135" y="1788"/>
                  <a:pt x="1235" y="1688"/>
                  <a:pt x="1369" y="1654"/>
                </a:cubicBezTo>
                <a:cubicBezTo>
                  <a:pt x="1442" y="1599"/>
                  <a:pt x="1516" y="1575"/>
                  <a:pt x="1578" y="1575"/>
                </a:cubicBezTo>
                <a:cubicBezTo>
                  <a:pt x="1629" y="1575"/>
                  <a:pt x="1672" y="1591"/>
                  <a:pt x="1702" y="1621"/>
                </a:cubicBezTo>
                <a:cubicBezTo>
                  <a:pt x="1802" y="1754"/>
                  <a:pt x="1836" y="1921"/>
                  <a:pt x="1802" y="2088"/>
                </a:cubicBezTo>
                <a:lnTo>
                  <a:pt x="1802" y="2288"/>
                </a:lnTo>
                <a:cubicBezTo>
                  <a:pt x="668" y="2922"/>
                  <a:pt x="1" y="4123"/>
                  <a:pt x="68" y="5424"/>
                </a:cubicBezTo>
                <a:cubicBezTo>
                  <a:pt x="34" y="5824"/>
                  <a:pt x="134" y="6258"/>
                  <a:pt x="335" y="6591"/>
                </a:cubicBezTo>
                <a:cubicBezTo>
                  <a:pt x="425" y="6718"/>
                  <a:pt x="545" y="6776"/>
                  <a:pt x="689" y="6776"/>
                </a:cubicBezTo>
                <a:cubicBezTo>
                  <a:pt x="810" y="6776"/>
                  <a:pt x="949" y="6734"/>
                  <a:pt x="1102" y="6658"/>
                </a:cubicBezTo>
                <a:cubicBezTo>
                  <a:pt x="1302" y="6525"/>
                  <a:pt x="1469" y="6358"/>
                  <a:pt x="1602" y="6158"/>
                </a:cubicBezTo>
                <a:cubicBezTo>
                  <a:pt x="1736" y="5957"/>
                  <a:pt x="1836" y="5757"/>
                  <a:pt x="1902" y="5524"/>
                </a:cubicBezTo>
                <a:cubicBezTo>
                  <a:pt x="1936" y="5657"/>
                  <a:pt x="1969" y="5791"/>
                  <a:pt x="2002" y="5924"/>
                </a:cubicBezTo>
                <a:cubicBezTo>
                  <a:pt x="2022" y="5963"/>
                  <a:pt x="2053" y="5979"/>
                  <a:pt x="2089" y="5979"/>
                </a:cubicBezTo>
                <a:cubicBezTo>
                  <a:pt x="2114" y="5979"/>
                  <a:pt x="2142" y="5971"/>
                  <a:pt x="2169" y="5957"/>
                </a:cubicBezTo>
                <a:cubicBezTo>
                  <a:pt x="2369" y="5824"/>
                  <a:pt x="2536" y="5691"/>
                  <a:pt x="2703" y="5557"/>
                </a:cubicBezTo>
                <a:cubicBezTo>
                  <a:pt x="2903" y="5357"/>
                  <a:pt x="3003" y="5224"/>
                  <a:pt x="3003" y="5090"/>
                </a:cubicBezTo>
                <a:cubicBezTo>
                  <a:pt x="3003" y="5023"/>
                  <a:pt x="3003" y="4923"/>
                  <a:pt x="2970" y="4857"/>
                </a:cubicBezTo>
                <a:cubicBezTo>
                  <a:pt x="2970" y="4657"/>
                  <a:pt x="2970" y="4456"/>
                  <a:pt x="2936" y="4256"/>
                </a:cubicBezTo>
                <a:cubicBezTo>
                  <a:pt x="2903" y="4089"/>
                  <a:pt x="2903" y="3823"/>
                  <a:pt x="2903" y="3489"/>
                </a:cubicBezTo>
                <a:lnTo>
                  <a:pt x="2903" y="1388"/>
                </a:lnTo>
                <a:cubicBezTo>
                  <a:pt x="2970" y="954"/>
                  <a:pt x="2836" y="487"/>
                  <a:pt x="2569" y="153"/>
                </a:cubicBezTo>
                <a:cubicBezTo>
                  <a:pt x="2467" y="51"/>
                  <a:pt x="2340" y="0"/>
                  <a:pt x="218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41">
            <a:extLst>
              <a:ext uri="{FF2B5EF4-FFF2-40B4-BE49-F238E27FC236}">
                <a16:creationId xmlns:a16="http://schemas.microsoft.com/office/drawing/2014/main" id="{6E0967DC-F6C5-9D57-577E-7F82FF608C25}"/>
              </a:ext>
            </a:extLst>
          </p:cNvPr>
          <p:cNvSpPr/>
          <p:nvPr/>
        </p:nvSpPr>
        <p:spPr>
          <a:xfrm>
            <a:off x="2779678" y="2267726"/>
            <a:ext cx="46342" cy="112499"/>
          </a:xfrm>
          <a:custGeom>
            <a:avLst/>
            <a:gdLst/>
            <a:ahLst/>
            <a:cxnLst/>
            <a:rect l="l" t="t" r="r" b="b"/>
            <a:pathLst>
              <a:path w="3003" h="7290" extrusionOk="0">
                <a:moveTo>
                  <a:pt x="2472" y="1"/>
                </a:moveTo>
                <a:cubicBezTo>
                  <a:pt x="2375" y="1"/>
                  <a:pt x="2263" y="43"/>
                  <a:pt x="2135" y="122"/>
                </a:cubicBezTo>
                <a:cubicBezTo>
                  <a:pt x="1902" y="256"/>
                  <a:pt x="1702" y="456"/>
                  <a:pt x="1568" y="689"/>
                </a:cubicBezTo>
                <a:cubicBezTo>
                  <a:pt x="1368" y="956"/>
                  <a:pt x="1235" y="1223"/>
                  <a:pt x="1135" y="1557"/>
                </a:cubicBezTo>
                <a:cubicBezTo>
                  <a:pt x="1135" y="1490"/>
                  <a:pt x="1101" y="1390"/>
                  <a:pt x="1101" y="1256"/>
                </a:cubicBezTo>
                <a:cubicBezTo>
                  <a:pt x="1101" y="1156"/>
                  <a:pt x="1068" y="1056"/>
                  <a:pt x="1034" y="956"/>
                </a:cubicBezTo>
                <a:cubicBezTo>
                  <a:pt x="1015" y="917"/>
                  <a:pt x="984" y="901"/>
                  <a:pt x="948" y="901"/>
                </a:cubicBezTo>
                <a:cubicBezTo>
                  <a:pt x="923" y="901"/>
                  <a:pt x="895" y="909"/>
                  <a:pt x="868" y="923"/>
                </a:cubicBezTo>
                <a:cubicBezTo>
                  <a:pt x="668" y="1056"/>
                  <a:pt x="467" y="1190"/>
                  <a:pt x="301" y="1356"/>
                </a:cubicBezTo>
                <a:cubicBezTo>
                  <a:pt x="134" y="1456"/>
                  <a:pt x="34" y="1657"/>
                  <a:pt x="0" y="1857"/>
                </a:cubicBezTo>
                <a:cubicBezTo>
                  <a:pt x="0" y="1890"/>
                  <a:pt x="0" y="2024"/>
                  <a:pt x="34" y="2257"/>
                </a:cubicBezTo>
                <a:cubicBezTo>
                  <a:pt x="67" y="2491"/>
                  <a:pt x="67" y="2857"/>
                  <a:pt x="67" y="3391"/>
                </a:cubicBezTo>
                <a:lnTo>
                  <a:pt x="67" y="7060"/>
                </a:lnTo>
                <a:cubicBezTo>
                  <a:pt x="67" y="7213"/>
                  <a:pt x="111" y="7289"/>
                  <a:pt x="210" y="7289"/>
                </a:cubicBezTo>
                <a:cubicBezTo>
                  <a:pt x="285" y="7289"/>
                  <a:pt x="391" y="7246"/>
                  <a:pt x="534" y="7161"/>
                </a:cubicBezTo>
                <a:lnTo>
                  <a:pt x="801" y="7027"/>
                </a:lnTo>
                <a:cubicBezTo>
                  <a:pt x="934" y="6960"/>
                  <a:pt x="1034" y="6860"/>
                  <a:pt x="1101" y="6760"/>
                </a:cubicBezTo>
                <a:cubicBezTo>
                  <a:pt x="1168" y="6660"/>
                  <a:pt x="1235" y="6527"/>
                  <a:pt x="1235" y="6427"/>
                </a:cubicBezTo>
                <a:lnTo>
                  <a:pt x="1235" y="2457"/>
                </a:lnTo>
                <a:cubicBezTo>
                  <a:pt x="1268" y="2224"/>
                  <a:pt x="1401" y="2024"/>
                  <a:pt x="1602" y="1857"/>
                </a:cubicBezTo>
                <a:cubicBezTo>
                  <a:pt x="1652" y="1823"/>
                  <a:pt x="1693" y="1807"/>
                  <a:pt x="1727" y="1807"/>
                </a:cubicBezTo>
                <a:cubicBezTo>
                  <a:pt x="1760" y="1807"/>
                  <a:pt x="1785" y="1823"/>
                  <a:pt x="1802" y="1857"/>
                </a:cubicBezTo>
                <a:cubicBezTo>
                  <a:pt x="1868" y="1990"/>
                  <a:pt x="1868" y="2157"/>
                  <a:pt x="1868" y="2290"/>
                </a:cubicBezTo>
                <a:lnTo>
                  <a:pt x="1868" y="6026"/>
                </a:lnTo>
                <a:cubicBezTo>
                  <a:pt x="1868" y="6186"/>
                  <a:pt x="1916" y="6262"/>
                  <a:pt x="2018" y="6262"/>
                </a:cubicBezTo>
                <a:cubicBezTo>
                  <a:pt x="2087" y="6262"/>
                  <a:pt x="2181" y="6227"/>
                  <a:pt x="2302" y="6160"/>
                </a:cubicBezTo>
                <a:lnTo>
                  <a:pt x="2536" y="5993"/>
                </a:lnTo>
                <a:cubicBezTo>
                  <a:pt x="2769" y="5893"/>
                  <a:pt x="2936" y="5659"/>
                  <a:pt x="2969" y="5393"/>
                </a:cubicBezTo>
                <a:lnTo>
                  <a:pt x="2969" y="1223"/>
                </a:lnTo>
                <a:cubicBezTo>
                  <a:pt x="3003" y="856"/>
                  <a:pt x="2902" y="489"/>
                  <a:pt x="2736" y="156"/>
                </a:cubicBezTo>
                <a:cubicBezTo>
                  <a:pt x="2666" y="51"/>
                  <a:pt x="2578" y="1"/>
                  <a:pt x="24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41">
            <a:extLst>
              <a:ext uri="{FF2B5EF4-FFF2-40B4-BE49-F238E27FC236}">
                <a16:creationId xmlns:a16="http://schemas.microsoft.com/office/drawing/2014/main" id="{741341E8-179F-7984-51EC-4DC6581EA1BA}"/>
              </a:ext>
            </a:extLst>
          </p:cNvPr>
          <p:cNvSpPr/>
          <p:nvPr/>
        </p:nvSpPr>
        <p:spPr>
          <a:xfrm>
            <a:off x="2857918" y="2204718"/>
            <a:ext cx="18040" cy="130816"/>
          </a:xfrm>
          <a:custGeom>
            <a:avLst/>
            <a:gdLst/>
            <a:ahLst/>
            <a:cxnLst/>
            <a:rect l="l" t="t" r="r" b="b"/>
            <a:pathLst>
              <a:path w="1169" h="8477" extrusionOk="0">
                <a:moveTo>
                  <a:pt x="1018" y="0"/>
                </a:moveTo>
                <a:cubicBezTo>
                  <a:pt x="949" y="0"/>
                  <a:pt x="856" y="35"/>
                  <a:pt x="735" y="102"/>
                </a:cubicBezTo>
                <a:lnTo>
                  <a:pt x="434" y="269"/>
                </a:lnTo>
                <a:cubicBezTo>
                  <a:pt x="201" y="402"/>
                  <a:pt x="34" y="636"/>
                  <a:pt x="1" y="903"/>
                </a:cubicBezTo>
                <a:lnTo>
                  <a:pt x="1" y="8241"/>
                </a:lnTo>
                <a:cubicBezTo>
                  <a:pt x="1" y="8401"/>
                  <a:pt x="60" y="8477"/>
                  <a:pt x="165" y="8477"/>
                </a:cubicBezTo>
                <a:cubicBezTo>
                  <a:pt x="235" y="8477"/>
                  <a:pt x="327" y="8442"/>
                  <a:pt x="434" y="8375"/>
                </a:cubicBezTo>
                <a:lnTo>
                  <a:pt x="735" y="8208"/>
                </a:lnTo>
                <a:cubicBezTo>
                  <a:pt x="1001" y="8075"/>
                  <a:pt x="1135" y="7841"/>
                  <a:pt x="1168" y="7574"/>
                </a:cubicBezTo>
                <a:lnTo>
                  <a:pt x="1168" y="236"/>
                </a:lnTo>
                <a:cubicBezTo>
                  <a:pt x="1168" y="76"/>
                  <a:pt x="1121" y="0"/>
                  <a:pt x="10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41">
            <a:extLst>
              <a:ext uri="{FF2B5EF4-FFF2-40B4-BE49-F238E27FC236}">
                <a16:creationId xmlns:a16="http://schemas.microsoft.com/office/drawing/2014/main" id="{276DC677-5F64-98F4-C3A8-ADAF6F15F860}"/>
              </a:ext>
            </a:extLst>
          </p:cNvPr>
          <p:cNvSpPr/>
          <p:nvPr/>
        </p:nvSpPr>
        <p:spPr>
          <a:xfrm>
            <a:off x="2909908" y="2166107"/>
            <a:ext cx="44799" cy="139721"/>
          </a:xfrm>
          <a:custGeom>
            <a:avLst/>
            <a:gdLst/>
            <a:ahLst/>
            <a:cxnLst/>
            <a:rect l="l" t="t" r="r" b="b"/>
            <a:pathLst>
              <a:path w="2903" h="9054" extrusionOk="0">
                <a:moveTo>
                  <a:pt x="926" y="1"/>
                </a:moveTo>
                <a:cubicBezTo>
                  <a:pt x="861" y="1"/>
                  <a:pt x="775" y="35"/>
                  <a:pt x="668" y="102"/>
                </a:cubicBezTo>
                <a:lnTo>
                  <a:pt x="401" y="236"/>
                </a:lnTo>
                <a:cubicBezTo>
                  <a:pt x="168" y="369"/>
                  <a:pt x="1" y="603"/>
                  <a:pt x="1" y="870"/>
                </a:cubicBezTo>
                <a:lnTo>
                  <a:pt x="1" y="8842"/>
                </a:lnTo>
                <a:cubicBezTo>
                  <a:pt x="1" y="8986"/>
                  <a:pt x="51" y="9054"/>
                  <a:pt x="168" y="9054"/>
                </a:cubicBezTo>
                <a:cubicBezTo>
                  <a:pt x="241" y="9054"/>
                  <a:pt x="339" y="9027"/>
                  <a:pt x="468" y="8975"/>
                </a:cubicBezTo>
                <a:lnTo>
                  <a:pt x="701" y="8842"/>
                </a:lnTo>
                <a:cubicBezTo>
                  <a:pt x="968" y="8709"/>
                  <a:pt x="1102" y="8475"/>
                  <a:pt x="1135" y="8208"/>
                </a:cubicBezTo>
                <a:lnTo>
                  <a:pt x="1135" y="4205"/>
                </a:lnTo>
                <a:cubicBezTo>
                  <a:pt x="1168" y="4005"/>
                  <a:pt x="1302" y="3772"/>
                  <a:pt x="1502" y="3638"/>
                </a:cubicBezTo>
                <a:cubicBezTo>
                  <a:pt x="1552" y="3605"/>
                  <a:pt x="1594" y="3588"/>
                  <a:pt x="1627" y="3588"/>
                </a:cubicBezTo>
                <a:cubicBezTo>
                  <a:pt x="1660" y="3588"/>
                  <a:pt x="1685" y="3605"/>
                  <a:pt x="1702" y="3638"/>
                </a:cubicBezTo>
                <a:cubicBezTo>
                  <a:pt x="1769" y="3772"/>
                  <a:pt x="1802" y="3905"/>
                  <a:pt x="1769" y="4072"/>
                </a:cubicBezTo>
                <a:lnTo>
                  <a:pt x="1769" y="7808"/>
                </a:lnTo>
                <a:cubicBezTo>
                  <a:pt x="1769" y="7953"/>
                  <a:pt x="1820" y="8034"/>
                  <a:pt x="1932" y="8034"/>
                </a:cubicBezTo>
                <a:cubicBezTo>
                  <a:pt x="1999" y="8034"/>
                  <a:pt x="2089" y="8004"/>
                  <a:pt x="2202" y="7941"/>
                </a:cubicBezTo>
                <a:lnTo>
                  <a:pt x="2436" y="7775"/>
                </a:lnTo>
                <a:cubicBezTo>
                  <a:pt x="2703" y="7675"/>
                  <a:pt x="2869" y="7441"/>
                  <a:pt x="2869" y="7174"/>
                </a:cubicBezTo>
                <a:lnTo>
                  <a:pt x="2869" y="3005"/>
                </a:lnTo>
                <a:cubicBezTo>
                  <a:pt x="2903" y="2638"/>
                  <a:pt x="2836" y="2237"/>
                  <a:pt x="2669" y="1937"/>
                </a:cubicBezTo>
                <a:cubicBezTo>
                  <a:pt x="2578" y="1827"/>
                  <a:pt x="2476" y="1777"/>
                  <a:pt x="2358" y="1777"/>
                </a:cubicBezTo>
                <a:cubicBezTo>
                  <a:pt x="2262" y="1777"/>
                  <a:pt x="2156" y="1810"/>
                  <a:pt x="2036" y="1870"/>
                </a:cubicBezTo>
                <a:cubicBezTo>
                  <a:pt x="1802" y="2004"/>
                  <a:pt x="1635" y="2204"/>
                  <a:pt x="1502" y="2404"/>
                </a:cubicBezTo>
                <a:cubicBezTo>
                  <a:pt x="1335" y="2671"/>
                  <a:pt x="1168" y="2904"/>
                  <a:pt x="1068" y="3205"/>
                </a:cubicBezTo>
                <a:lnTo>
                  <a:pt x="1068" y="236"/>
                </a:lnTo>
                <a:cubicBezTo>
                  <a:pt x="1068" y="77"/>
                  <a:pt x="1021" y="1"/>
                  <a:pt x="9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1">
            <a:extLst>
              <a:ext uri="{FF2B5EF4-FFF2-40B4-BE49-F238E27FC236}">
                <a16:creationId xmlns:a16="http://schemas.microsoft.com/office/drawing/2014/main" id="{5AC62AE3-66AC-59AE-61C0-37724BB4AADA}"/>
              </a:ext>
            </a:extLst>
          </p:cNvPr>
          <p:cNvSpPr/>
          <p:nvPr/>
        </p:nvSpPr>
        <p:spPr>
          <a:xfrm>
            <a:off x="2966018" y="2164178"/>
            <a:ext cx="46867" cy="100817"/>
          </a:xfrm>
          <a:custGeom>
            <a:avLst/>
            <a:gdLst/>
            <a:ahLst/>
            <a:cxnLst/>
            <a:rect l="l" t="t" r="r" b="b"/>
            <a:pathLst>
              <a:path w="3037" h="6533" extrusionOk="0">
                <a:moveTo>
                  <a:pt x="1681" y="1370"/>
                </a:moveTo>
                <a:cubicBezTo>
                  <a:pt x="1781" y="1370"/>
                  <a:pt x="1844" y="1445"/>
                  <a:pt x="1869" y="1595"/>
                </a:cubicBezTo>
                <a:cubicBezTo>
                  <a:pt x="1969" y="1962"/>
                  <a:pt x="2002" y="2329"/>
                  <a:pt x="1969" y="2696"/>
                </a:cubicBezTo>
                <a:lnTo>
                  <a:pt x="1135" y="3163"/>
                </a:lnTo>
                <a:cubicBezTo>
                  <a:pt x="1135" y="2729"/>
                  <a:pt x="1202" y="2329"/>
                  <a:pt x="1268" y="1895"/>
                </a:cubicBezTo>
                <a:cubicBezTo>
                  <a:pt x="1302" y="1695"/>
                  <a:pt x="1402" y="1528"/>
                  <a:pt x="1568" y="1395"/>
                </a:cubicBezTo>
                <a:cubicBezTo>
                  <a:pt x="1610" y="1378"/>
                  <a:pt x="1648" y="1370"/>
                  <a:pt x="1681" y="1370"/>
                </a:cubicBezTo>
                <a:close/>
                <a:moveTo>
                  <a:pt x="2112" y="1"/>
                </a:moveTo>
                <a:cubicBezTo>
                  <a:pt x="1959" y="1"/>
                  <a:pt x="1789" y="54"/>
                  <a:pt x="1602" y="161"/>
                </a:cubicBezTo>
                <a:cubicBezTo>
                  <a:pt x="1068" y="494"/>
                  <a:pt x="668" y="961"/>
                  <a:pt x="434" y="1562"/>
                </a:cubicBezTo>
                <a:cubicBezTo>
                  <a:pt x="134" y="2396"/>
                  <a:pt x="1" y="3296"/>
                  <a:pt x="34" y="4197"/>
                </a:cubicBezTo>
                <a:cubicBezTo>
                  <a:pt x="34" y="5198"/>
                  <a:pt x="167" y="5898"/>
                  <a:pt x="434" y="6265"/>
                </a:cubicBezTo>
                <a:cubicBezTo>
                  <a:pt x="592" y="6440"/>
                  <a:pt x="777" y="6533"/>
                  <a:pt x="1000" y="6533"/>
                </a:cubicBezTo>
                <a:cubicBezTo>
                  <a:pt x="1201" y="6533"/>
                  <a:pt x="1433" y="6457"/>
                  <a:pt x="1702" y="6298"/>
                </a:cubicBezTo>
                <a:cubicBezTo>
                  <a:pt x="1902" y="6198"/>
                  <a:pt x="2069" y="6098"/>
                  <a:pt x="2202" y="5932"/>
                </a:cubicBezTo>
                <a:cubicBezTo>
                  <a:pt x="2369" y="5765"/>
                  <a:pt x="2536" y="5598"/>
                  <a:pt x="2669" y="5398"/>
                </a:cubicBezTo>
                <a:cubicBezTo>
                  <a:pt x="2803" y="5231"/>
                  <a:pt x="2869" y="5031"/>
                  <a:pt x="2869" y="4831"/>
                </a:cubicBezTo>
                <a:cubicBezTo>
                  <a:pt x="2869" y="4731"/>
                  <a:pt x="2836" y="4631"/>
                  <a:pt x="2803" y="4564"/>
                </a:cubicBezTo>
                <a:cubicBezTo>
                  <a:pt x="2769" y="4430"/>
                  <a:pt x="2736" y="4330"/>
                  <a:pt x="2669" y="4264"/>
                </a:cubicBezTo>
                <a:cubicBezTo>
                  <a:pt x="2620" y="4215"/>
                  <a:pt x="2572" y="4184"/>
                  <a:pt x="2536" y="4184"/>
                </a:cubicBezTo>
                <a:cubicBezTo>
                  <a:pt x="2523" y="4184"/>
                  <a:pt x="2511" y="4188"/>
                  <a:pt x="2502" y="4197"/>
                </a:cubicBezTo>
                <a:cubicBezTo>
                  <a:pt x="2436" y="4230"/>
                  <a:pt x="2369" y="4297"/>
                  <a:pt x="2336" y="4364"/>
                </a:cubicBezTo>
                <a:cubicBezTo>
                  <a:pt x="2236" y="4497"/>
                  <a:pt x="2169" y="4597"/>
                  <a:pt x="2069" y="4697"/>
                </a:cubicBezTo>
                <a:cubicBezTo>
                  <a:pt x="1969" y="4797"/>
                  <a:pt x="1869" y="4864"/>
                  <a:pt x="1769" y="4931"/>
                </a:cubicBezTo>
                <a:cubicBezTo>
                  <a:pt x="1685" y="4981"/>
                  <a:pt x="1610" y="5006"/>
                  <a:pt x="1543" y="5006"/>
                </a:cubicBezTo>
                <a:cubicBezTo>
                  <a:pt x="1477" y="5006"/>
                  <a:pt x="1418" y="4981"/>
                  <a:pt x="1368" y="4931"/>
                </a:cubicBezTo>
                <a:cubicBezTo>
                  <a:pt x="1235" y="4731"/>
                  <a:pt x="1168" y="4464"/>
                  <a:pt x="1168" y="4197"/>
                </a:cubicBezTo>
                <a:lnTo>
                  <a:pt x="2603" y="3363"/>
                </a:lnTo>
                <a:cubicBezTo>
                  <a:pt x="2703" y="3263"/>
                  <a:pt x="2803" y="3096"/>
                  <a:pt x="2836" y="2963"/>
                </a:cubicBezTo>
                <a:cubicBezTo>
                  <a:pt x="2903" y="2796"/>
                  <a:pt x="2969" y="2629"/>
                  <a:pt x="2969" y="2462"/>
                </a:cubicBezTo>
                <a:cubicBezTo>
                  <a:pt x="3036" y="1729"/>
                  <a:pt x="2936" y="1028"/>
                  <a:pt x="2669" y="361"/>
                </a:cubicBezTo>
                <a:cubicBezTo>
                  <a:pt x="2529" y="121"/>
                  <a:pt x="2341" y="1"/>
                  <a:pt x="211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41">
            <a:extLst>
              <a:ext uri="{FF2B5EF4-FFF2-40B4-BE49-F238E27FC236}">
                <a16:creationId xmlns:a16="http://schemas.microsoft.com/office/drawing/2014/main" id="{12956735-10C3-F5E0-4E5E-5E9A85A814E9}"/>
              </a:ext>
            </a:extLst>
          </p:cNvPr>
          <p:cNvSpPr/>
          <p:nvPr/>
        </p:nvSpPr>
        <p:spPr>
          <a:xfrm>
            <a:off x="3023672" y="2100691"/>
            <a:ext cx="25247" cy="136032"/>
          </a:xfrm>
          <a:custGeom>
            <a:avLst/>
            <a:gdLst/>
            <a:ahLst/>
            <a:cxnLst/>
            <a:rect l="l" t="t" r="r" b="b"/>
            <a:pathLst>
              <a:path w="1636" h="8815" extrusionOk="0">
                <a:moveTo>
                  <a:pt x="938" y="1"/>
                </a:moveTo>
                <a:cubicBezTo>
                  <a:pt x="862" y="1"/>
                  <a:pt x="760" y="36"/>
                  <a:pt x="634" y="105"/>
                </a:cubicBezTo>
                <a:lnTo>
                  <a:pt x="434" y="205"/>
                </a:lnTo>
                <a:cubicBezTo>
                  <a:pt x="167" y="339"/>
                  <a:pt x="1" y="572"/>
                  <a:pt x="1" y="839"/>
                </a:cubicBezTo>
                <a:lnTo>
                  <a:pt x="1" y="7510"/>
                </a:lnTo>
                <a:cubicBezTo>
                  <a:pt x="1" y="8389"/>
                  <a:pt x="171" y="8814"/>
                  <a:pt x="525" y="8814"/>
                </a:cubicBezTo>
                <a:cubicBezTo>
                  <a:pt x="642" y="8814"/>
                  <a:pt x="778" y="8769"/>
                  <a:pt x="935" y="8678"/>
                </a:cubicBezTo>
                <a:cubicBezTo>
                  <a:pt x="1135" y="8578"/>
                  <a:pt x="1302" y="8444"/>
                  <a:pt x="1435" y="8278"/>
                </a:cubicBezTo>
                <a:cubicBezTo>
                  <a:pt x="1568" y="8111"/>
                  <a:pt x="1635" y="7944"/>
                  <a:pt x="1635" y="7744"/>
                </a:cubicBezTo>
                <a:cubicBezTo>
                  <a:pt x="1635" y="7544"/>
                  <a:pt x="1635" y="7377"/>
                  <a:pt x="1602" y="7210"/>
                </a:cubicBezTo>
                <a:cubicBezTo>
                  <a:pt x="1546" y="7071"/>
                  <a:pt x="1514" y="7002"/>
                  <a:pt x="1466" y="7002"/>
                </a:cubicBezTo>
                <a:cubicBezTo>
                  <a:pt x="1456" y="7002"/>
                  <a:pt x="1446" y="7004"/>
                  <a:pt x="1435" y="7010"/>
                </a:cubicBezTo>
                <a:cubicBezTo>
                  <a:pt x="1402" y="7010"/>
                  <a:pt x="1368" y="7043"/>
                  <a:pt x="1368" y="7077"/>
                </a:cubicBezTo>
                <a:cubicBezTo>
                  <a:pt x="1335" y="7110"/>
                  <a:pt x="1302" y="7143"/>
                  <a:pt x="1268" y="7143"/>
                </a:cubicBezTo>
                <a:cubicBezTo>
                  <a:pt x="1235" y="7177"/>
                  <a:pt x="1210" y="7193"/>
                  <a:pt x="1189" y="7193"/>
                </a:cubicBezTo>
                <a:cubicBezTo>
                  <a:pt x="1168" y="7193"/>
                  <a:pt x="1152" y="7177"/>
                  <a:pt x="1135" y="7143"/>
                </a:cubicBezTo>
                <a:cubicBezTo>
                  <a:pt x="1101" y="7077"/>
                  <a:pt x="1068" y="6977"/>
                  <a:pt x="1101" y="6877"/>
                </a:cubicBezTo>
                <a:lnTo>
                  <a:pt x="1101" y="205"/>
                </a:lnTo>
                <a:cubicBezTo>
                  <a:pt x="1101" y="69"/>
                  <a:pt x="1045" y="1"/>
                  <a:pt x="9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1">
            <a:extLst>
              <a:ext uri="{FF2B5EF4-FFF2-40B4-BE49-F238E27FC236}">
                <a16:creationId xmlns:a16="http://schemas.microsoft.com/office/drawing/2014/main" id="{A4684FC7-487E-AF9F-8D95-8A0EEAE85096}"/>
              </a:ext>
            </a:extLst>
          </p:cNvPr>
          <p:cNvSpPr/>
          <p:nvPr/>
        </p:nvSpPr>
        <p:spPr>
          <a:xfrm>
            <a:off x="3056619" y="2110089"/>
            <a:ext cx="47376" cy="146218"/>
          </a:xfrm>
          <a:custGeom>
            <a:avLst/>
            <a:gdLst/>
            <a:ahLst/>
            <a:cxnLst/>
            <a:rect l="l" t="t" r="r" b="b"/>
            <a:pathLst>
              <a:path w="3070" h="9475" extrusionOk="0">
                <a:moveTo>
                  <a:pt x="1641" y="1673"/>
                </a:moveTo>
                <a:cubicBezTo>
                  <a:pt x="1715" y="1673"/>
                  <a:pt x="1785" y="1754"/>
                  <a:pt x="1835" y="1931"/>
                </a:cubicBezTo>
                <a:cubicBezTo>
                  <a:pt x="1902" y="2331"/>
                  <a:pt x="1935" y="2765"/>
                  <a:pt x="1935" y="3199"/>
                </a:cubicBezTo>
                <a:cubicBezTo>
                  <a:pt x="1935" y="3666"/>
                  <a:pt x="1902" y="4133"/>
                  <a:pt x="1835" y="4600"/>
                </a:cubicBezTo>
                <a:cubicBezTo>
                  <a:pt x="1802" y="4833"/>
                  <a:pt x="1668" y="5067"/>
                  <a:pt x="1502" y="5200"/>
                </a:cubicBezTo>
                <a:cubicBezTo>
                  <a:pt x="1452" y="5234"/>
                  <a:pt x="1393" y="5250"/>
                  <a:pt x="1339" y="5250"/>
                </a:cubicBezTo>
                <a:cubicBezTo>
                  <a:pt x="1285" y="5250"/>
                  <a:pt x="1235" y="5234"/>
                  <a:pt x="1201" y="5200"/>
                </a:cubicBezTo>
                <a:lnTo>
                  <a:pt x="1201" y="2365"/>
                </a:lnTo>
                <a:cubicBezTo>
                  <a:pt x="1235" y="2098"/>
                  <a:pt x="1368" y="1864"/>
                  <a:pt x="1568" y="1698"/>
                </a:cubicBezTo>
                <a:cubicBezTo>
                  <a:pt x="1593" y="1681"/>
                  <a:pt x="1617" y="1673"/>
                  <a:pt x="1641" y="1673"/>
                </a:cubicBezTo>
                <a:close/>
                <a:moveTo>
                  <a:pt x="2217" y="0"/>
                </a:moveTo>
                <a:cubicBezTo>
                  <a:pt x="2115" y="0"/>
                  <a:pt x="2014" y="34"/>
                  <a:pt x="1935" y="97"/>
                </a:cubicBezTo>
                <a:cubicBezTo>
                  <a:pt x="1735" y="197"/>
                  <a:pt x="1568" y="363"/>
                  <a:pt x="1468" y="597"/>
                </a:cubicBezTo>
                <a:cubicBezTo>
                  <a:pt x="1335" y="830"/>
                  <a:pt x="1235" y="1064"/>
                  <a:pt x="1168" y="1364"/>
                </a:cubicBezTo>
                <a:cubicBezTo>
                  <a:pt x="1135" y="1197"/>
                  <a:pt x="1101" y="1031"/>
                  <a:pt x="1068" y="897"/>
                </a:cubicBezTo>
                <a:cubicBezTo>
                  <a:pt x="1025" y="832"/>
                  <a:pt x="982" y="796"/>
                  <a:pt x="930" y="796"/>
                </a:cubicBezTo>
                <a:cubicBezTo>
                  <a:pt x="901" y="796"/>
                  <a:pt x="870" y="807"/>
                  <a:pt x="834" y="830"/>
                </a:cubicBezTo>
                <a:cubicBezTo>
                  <a:pt x="668" y="930"/>
                  <a:pt x="468" y="1097"/>
                  <a:pt x="301" y="1231"/>
                </a:cubicBezTo>
                <a:cubicBezTo>
                  <a:pt x="101" y="1431"/>
                  <a:pt x="1" y="1564"/>
                  <a:pt x="1" y="1698"/>
                </a:cubicBezTo>
                <a:cubicBezTo>
                  <a:pt x="1" y="1764"/>
                  <a:pt x="34" y="1831"/>
                  <a:pt x="34" y="1931"/>
                </a:cubicBezTo>
                <a:cubicBezTo>
                  <a:pt x="67" y="2131"/>
                  <a:pt x="67" y="2331"/>
                  <a:pt x="67" y="2498"/>
                </a:cubicBezTo>
                <a:lnTo>
                  <a:pt x="67" y="3299"/>
                </a:lnTo>
                <a:lnTo>
                  <a:pt x="67" y="9270"/>
                </a:lnTo>
                <a:cubicBezTo>
                  <a:pt x="67" y="9406"/>
                  <a:pt x="124" y="9474"/>
                  <a:pt x="231" y="9474"/>
                </a:cubicBezTo>
                <a:cubicBezTo>
                  <a:pt x="307" y="9474"/>
                  <a:pt x="409" y="9439"/>
                  <a:pt x="534" y="9370"/>
                </a:cubicBezTo>
                <a:lnTo>
                  <a:pt x="768" y="9236"/>
                </a:lnTo>
                <a:cubicBezTo>
                  <a:pt x="1001" y="9136"/>
                  <a:pt x="1201" y="8903"/>
                  <a:pt x="1201" y="8603"/>
                </a:cubicBezTo>
                <a:lnTo>
                  <a:pt x="1201" y="6368"/>
                </a:lnTo>
                <a:cubicBezTo>
                  <a:pt x="1301" y="6434"/>
                  <a:pt x="1410" y="6468"/>
                  <a:pt x="1518" y="6468"/>
                </a:cubicBezTo>
                <a:cubicBezTo>
                  <a:pt x="1627" y="6468"/>
                  <a:pt x="1735" y="6434"/>
                  <a:pt x="1835" y="6368"/>
                </a:cubicBezTo>
                <a:cubicBezTo>
                  <a:pt x="2269" y="6034"/>
                  <a:pt x="2602" y="5567"/>
                  <a:pt x="2736" y="5033"/>
                </a:cubicBezTo>
                <a:cubicBezTo>
                  <a:pt x="2969" y="4233"/>
                  <a:pt x="3069" y="3399"/>
                  <a:pt x="3069" y="2565"/>
                </a:cubicBezTo>
                <a:cubicBezTo>
                  <a:pt x="3069" y="2031"/>
                  <a:pt x="3036" y="1464"/>
                  <a:pt x="2936" y="964"/>
                </a:cubicBezTo>
                <a:cubicBezTo>
                  <a:pt x="2869" y="630"/>
                  <a:pt x="2736" y="330"/>
                  <a:pt x="2536" y="130"/>
                </a:cubicBezTo>
                <a:cubicBezTo>
                  <a:pt x="2448" y="42"/>
                  <a:pt x="2332" y="0"/>
                  <a:pt x="22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1">
            <a:extLst>
              <a:ext uri="{FF2B5EF4-FFF2-40B4-BE49-F238E27FC236}">
                <a16:creationId xmlns:a16="http://schemas.microsoft.com/office/drawing/2014/main" id="{1D29EDB1-F596-BB59-2914-F9BC4AC5F64F}"/>
              </a:ext>
            </a:extLst>
          </p:cNvPr>
          <p:cNvSpPr/>
          <p:nvPr/>
        </p:nvSpPr>
        <p:spPr>
          <a:xfrm>
            <a:off x="3130230" y="2062790"/>
            <a:ext cx="45833" cy="145955"/>
          </a:xfrm>
          <a:custGeom>
            <a:avLst/>
            <a:gdLst/>
            <a:ahLst/>
            <a:cxnLst/>
            <a:rect l="l" t="t" r="r" b="b"/>
            <a:pathLst>
              <a:path w="2970" h="9458" extrusionOk="0">
                <a:moveTo>
                  <a:pt x="2853" y="1"/>
                </a:moveTo>
                <a:cubicBezTo>
                  <a:pt x="2778" y="1"/>
                  <a:pt x="2669" y="43"/>
                  <a:pt x="2536" y="126"/>
                </a:cubicBezTo>
                <a:lnTo>
                  <a:pt x="2336" y="259"/>
                </a:lnTo>
                <a:cubicBezTo>
                  <a:pt x="2135" y="326"/>
                  <a:pt x="1969" y="493"/>
                  <a:pt x="1935" y="726"/>
                </a:cubicBezTo>
                <a:lnTo>
                  <a:pt x="1635" y="3262"/>
                </a:lnTo>
                <a:cubicBezTo>
                  <a:pt x="1602" y="3428"/>
                  <a:pt x="1602" y="3695"/>
                  <a:pt x="1568" y="4096"/>
                </a:cubicBezTo>
                <a:cubicBezTo>
                  <a:pt x="1535" y="4162"/>
                  <a:pt x="1535" y="4362"/>
                  <a:pt x="1502" y="4629"/>
                </a:cubicBezTo>
                <a:lnTo>
                  <a:pt x="1468" y="4629"/>
                </a:lnTo>
                <a:cubicBezTo>
                  <a:pt x="1435" y="4062"/>
                  <a:pt x="1368" y="3662"/>
                  <a:pt x="1368" y="3428"/>
                </a:cubicBezTo>
                <a:lnTo>
                  <a:pt x="1068" y="1227"/>
                </a:lnTo>
                <a:cubicBezTo>
                  <a:pt x="1068" y="1127"/>
                  <a:pt x="1035" y="1093"/>
                  <a:pt x="968" y="1093"/>
                </a:cubicBezTo>
                <a:cubicBezTo>
                  <a:pt x="868" y="1093"/>
                  <a:pt x="768" y="1127"/>
                  <a:pt x="701" y="1193"/>
                </a:cubicBezTo>
                <a:lnTo>
                  <a:pt x="368" y="1394"/>
                </a:lnTo>
                <a:cubicBezTo>
                  <a:pt x="134" y="1527"/>
                  <a:pt x="1" y="1694"/>
                  <a:pt x="1" y="1861"/>
                </a:cubicBezTo>
                <a:cubicBezTo>
                  <a:pt x="1" y="1927"/>
                  <a:pt x="34" y="2027"/>
                  <a:pt x="34" y="2094"/>
                </a:cubicBezTo>
                <a:lnTo>
                  <a:pt x="901" y="6364"/>
                </a:lnTo>
                <a:cubicBezTo>
                  <a:pt x="935" y="6464"/>
                  <a:pt x="935" y="6531"/>
                  <a:pt x="1001" y="6531"/>
                </a:cubicBezTo>
                <a:cubicBezTo>
                  <a:pt x="1035" y="6531"/>
                  <a:pt x="1101" y="6497"/>
                  <a:pt x="1168" y="6464"/>
                </a:cubicBezTo>
                <a:lnTo>
                  <a:pt x="1168" y="6464"/>
                </a:lnTo>
                <a:lnTo>
                  <a:pt x="734" y="9132"/>
                </a:lnTo>
                <a:cubicBezTo>
                  <a:pt x="734" y="9199"/>
                  <a:pt x="734" y="9266"/>
                  <a:pt x="734" y="9333"/>
                </a:cubicBezTo>
                <a:cubicBezTo>
                  <a:pt x="734" y="9416"/>
                  <a:pt x="768" y="9458"/>
                  <a:pt x="835" y="9458"/>
                </a:cubicBezTo>
                <a:cubicBezTo>
                  <a:pt x="901" y="9458"/>
                  <a:pt x="1001" y="9416"/>
                  <a:pt x="1135" y="9333"/>
                </a:cubicBezTo>
                <a:lnTo>
                  <a:pt x="1302" y="9266"/>
                </a:lnTo>
                <a:cubicBezTo>
                  <a:pt x="1502" y="9166"/>
                  <a:pt x="1635" y="8999"/>
                  <a:pt x="1702" y="8799"/>
                </a:cubicBezTo>
                <a:lnTo>
                  <a:pt x="2969" y="360"/>
                </a:lnTo>
                <a:lnTo>
                  <a:pt x="2969" y="126"/>
                </a:lnTo>
                <a:cubicBezTo>
                  <a:pt x="2969" y="43"/>
                  <a:pt x="2928" y="1"/>
                  <a:pt x="28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1">
            <a:extLst>
              <a:ext uri="{FF2B5EF4-FFF2-40B4-BE49-F238E27FC236}">
                <a16:creationId xmlns:a16="http://schemas.microsoft.com/office/drawing/2014/main" id="{923E1B99-0E4A-E14B-2C5F-5C12C4672A7D}"/>
              </a:ext>
            </a:extLst>
          </p:cNvPr>
          <p:cNvSpPr/>
          <p:nvPr/>
        </p:nvSpPr>
        <p:spPr>
          <a:xfrm>
            <a:off x="3182744" y="2039380"/>
            <a:ext cx="47885" cy="101125"/>
          </a:xfrm>
          <a:custGeom>
            <a:avLst/>
            <a:gdLst/>
            <a:ahLst/>
            <a:cxnLst/>
            <a:rect l="l" t="t" r="r" b="b"/>
            <a:pathLst>
              <a:path w="3103" h="6553" extrusionOk="0">
                <a:moveTo>
                  <a:pt x="1662" y="1485"/>
                </a:moveTo>
                <a:cubicBezTo>
                  <a:pt x="1749" y="1485"/>
                  <a:pt x="1818" y="1560"/>
                  <a:pt x="1868" y="1710"/>
                </a:cubicBezTo>
                <a:cubicBezTo>
                  <a:pt x="1935" y="2143"/>
                  <a:pt x="1968" y="2577"/>
                  <a:pt x="1968" y="3044"/>
                </a:cubicBezTo>
                <a:cubicBezTo>
                  <a:pt x="1968" y="3511"/>
                  <a:pt x="1935" y="3978"/>
                  <a:pt x="1868" y="4445"/>
                </a:cubicBezTo>
                <a:cubicBezTo>
                  <a:pt x="1835" y="4679"/>
                  <a:pt x="1735" y="4879"/>
                  <a:pt x="1568" y="5012"/>
                </a:cubicBezTo>
                <a:cubicBezTo>
                  <a:pt x="1518" y="5042"/>
                  <a:pt x="1474" y="5057"/>
                  <a:pt x="1435" y="5057"/>
                </a:cubicBezTo>
                <a:cubicBezTo>
                  <a:pt x="1344" y="5057"/>
                  <a:pt x="1281" y="4975"/>
                  <a:pt x="1234" y="4812"/>
                </a:cubicBezTo>
                <a:cubicBezTo>
                  <a:pt x="1168" y="4378"/>
                  <a:pt x="1134" y="3945"/>
                  <a:pt x="1134" y="3511"/>
                </a:cubicBezTo>
                <a:cubicBezTo>
                  <a:pt x="1134" y="3011"/>
                  <a:pt x="1168" y="2544"/>
                  <a:pt x="1234" y="2077"/>
                </a:cubicBezTo>
                <a:cubicBezTo>
                  <a:pt x="1268" y="1843"/>
                  <a:pt x="1368" y="1643"/>
                  <a:pt x="1568" y="1510"/>
                </a:cubicBezTo>
                <a:cubicBezTo>
                  <a:pt x="1601" y="1493"/>
                  <a:pt x="1632" y="1485"/>
                  <a:pt x="1662" y="1485"/>
                </a:cubicBezTo>
                <a:close/>
                <a:moveTo>
                  <a:pt x="2127" y="0"/>
                </a:moveTo>
                <a:cubicBezTo>
                  <a:pt x="1950" y="0"/>
                  <a:pt x="1752" y="59"/>
                  <a:pt x="1534" y="175"/>
                </a:cubicBezTo>
                <a:cubicBezTo>
                  <a:pt x="1001" y="509"/>
                  <a:pt x="600" y="1043"/>
                  <a:pt x="400" y="1643"/>
                </a:cubicBezTo>
                <a:cubicBezTo>
                  <a:pt x="133" y="2444"/>
                  <a:pt x="0" y="3278"/>
                  <a:pt x="33" y="4145"/>
                </a:cubicBezTo>
                <a:cubicBezTo>
                  <a:pt x="33" y="5146"/>
                  <a:pt x="167" y="5846"/>
                  <a:pt x="400" y="6213"/>
                </a:cubicBezTo>
                <a:cubicBezTo>
                  <a:pt x="554" y="6443"/>
                  <a:pt x="741" y="6552"/>
                  <a:pt x="967" y="6552"/>
                </a:cubicBezTo>
                <a:cubicBezTo>
                  <a:pt x="1134" y="6552"/>
                  <a:pt x="1322" y="6493"/>
                  <a:pt x="1534" y="6380"/>
                </a:cubicBezTo>
                <a:cubicBezTo>
                  <a:pt x="2068" y="6046"/>
                  <a:pt x="2502" y="5546"/>
                  <a:pt x="2702" y="4945"/>
                </a:cubicBezTo>
                <a:cubicBezTo>
                  <a:pt x="2969" y="4111"/>
                  <a:pt x="3102" y="3278"/>
                  <a:pt x="3069" y="2410"/>
                </a:cubicBezTo>
                <a:cubicBezTo>
                  <a:pt x="3069" y="1376"/>
                  <a:pt x="2969" y="709"/>
                  <a:pt x="2702" y="309"/>
                </a:cubicBezTo>
                <a:cubicBezTo>
                  <a:pt x="2551" y="101"/>
                  <a:pt x="2357" y="0"/>
                  <a:pt x="21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1">
            <a:extLst>
              <a:ext uri="{FF2B5EF4-FFF2-40B4-BE49-F238E27FC236}">
                <a16:creationId xmlns:a16="http://schemas.microsoft.com/office/drawing/2014/main" id="{E09753D8-D86E-D0E4-411F-6A8C2D2B2522}"/>
              </a:ext>
            </a:extLst>
          </p:cNvPr>
          <p:cNvSpPr/>
          <p:nvPr/>
        </p:nvSpPr>
        <p:spPr>
          <a:xfrm>
            <a:off x="3241941" y="1999319"/>
            <a:ext cx="45308" cy="112298"/>
          </a:xfrm>
          <a:custGeom>
            <a:avLst/>
            <a:gdLst/>
            <a:ahLst/>
            <a:cxnLst/>
            <a:rect l="l" t="t" r="r" b="b"/>
            <a:pathLst>
              <a:path w="2936" h="7277" extrusionOk="0">
                <a:moveTo>
                  <a:pt x="2719" y="1"/>
                </a:moveTo>
                <a:cubicBezTo>
                  <a:pt x="2650" y="1"/>
                  <a:pt x="2556" y="35"/>
                  <a:pt x="2435" y="103"/>
                </a:cubicBezTo>
                <a:lnTo>
                  <a:pt x="2202" y="270"/>
                </a:lnTo>
                <a:cubicBezTo>
                  <a:pt x="2068" y="336"/>
                  <a:pt x="1968" y="403"/>
                  <a:pt x="1868" y="536"/>
                </a:cubicBezTo>
                <a:cubicBezTo>
                  <a:pt x="1801" y="636"/>
                  <a:pt x="1768" y="737"/>
                  <a:pt x="1768" y="870"/>
                </a:cubicBezTo>
                <a:lnTo>
                  <a:pt x="1768" y="4873"/>
                </a:lnTo>
                <a:cubicBezTo>
                  <a:pt x="1701" y="5106"/>
                  <a:pt x="1568" y="5306"/>
                  <a:pt x="1401" y="5473"/>
                </a:cubicBezTo>
                <a:cubicBezTo>
                  <a:pt x="1351" y="5507"/>
                  <a:pt x="1301" y="5523"/>
                  <a:pt x="1259" y="5523"/>
                </a:cubicBezTo>
                <a:cubicBezTo>
                  <a:pt x="1218" y="5523"/>
                  <a:pt x="1184" y="5507"/>
                  <a:pt x="1168" y="5473"/>
                </a:cubicBezTo>
                <a:cubicBezTo>
                  <a:pt x="1134" y="5340"/>
                  <a:pt x="1101" y="5173"/>
                  <a:pt x="1101" y="5040"/>
                </a:cubicBezTo>
                <a:lnTo>
                  <a:pt x="1101" y="1237"/>
                </a:lnTo>
                <a:cubicBezTo>
                  <a:pt x="1101" y="1101"/>
                  <a:pt x="1067" y="1033"/>
                  <a:pt x="979" y="1033"/>
                </a:cubicBezTo>
                <a:cubicBezTo>
                  <a:pt x="916" y="1033"/>
                  <a:pt x="826" y="1067"/>
                  <a:pt x="701" y="1137"/>
                </a:cubicBezTo>
                <a:lnTo>
                  <a:pt x="434" y="1270"/>
                </a:lnTo>
                <a:cubicBezTo>
                  <a:pt x="200" y="1370"/>
                  <a:pt x="33" y="1637"/>
                  <a:pt x="33" y="1904"/>
                </a:cubicBezTo>
                <a:lnTo>
                  <a:pt x="33" y="6074"/>
                </a:lnTo>
                <a:cubicBezTo>
                  <a:pt x="0" y="6441"/>
                  <a:pt x="67" y="6808"/>
                  <a:pt x="234" y="7141"/>
                </a:cubicBezTo>
                <a:cubicBezTo>
                  <a:pt x="328" y="7235"/>
                  <a:pt x="432" y="7276"/>
                  <a:pt x="547" y="7276"/>
                </a:cubicBezTo>
                <a:cubicBezTo>
                  <a:pt x="637" y="7276"/>
                  <a:pt x="732" y="7251"/>
                  <a:pt x="834" y="7208"/>
                </a:cubicBezTo>
                <a:cubicBezTo>
                  <a:pt x="1068" y="7041"/>
                  <a:pt x="1234" y="6874"/>
                  <a:pt x="1368" y="6641"/>
                </a:cubicBezTo>
                <a:cubicBezTo>
                  <a:pt x="1535" y="6374"/>
                  <a:pt x="1701" y="6074"/>
                  <a:pt x="1801" y="5773"/>
                </a:cubicBezTo>
                <a:cubicBezTo>
                  <a:pt x="1801" y="5840"/>
                  <a:pt x="1835" y="5940"/>
                  <a:pt x="1835" y="6074"/>
                </a:cubicBezTo>
                <a:cubicBezTo>
                  <a:pt x="1835" y="6174"/>
                  <a:pt x="1868" y="6274"/>
                  <a:pt x="1901" y="6374"/>
                </a:cubicBezTo>
                <a:cubicBezTo>
                  <a:pt x="1918" y="6391"/>
                  <a:pt x="1943" y="6399"/>
                  <a:pt x="1972" y="6399"/>
                </a:cubicBezTo>
                <a:cubicBezTo>
                  <a:pt x="2002" y="6399"/>
                  <a:pt x="2035" y="6391"/>
                  <a:pt x="2068" y="6374"/>
                </a:cubicBezTo>
                <a:cubicBezTo>
                  <a:pt x="2268" y="6240"/>
                  <a:pt x="2469" y="6107"/>
                  <a:pt x="2635" y="5940"/>
                </a:cubicBezTo>
                <a:cubicBezTo>
                  <a:pt x="2835" y="5773"/>
                  <a:pt x="2936" y="5607"/>
                  <a:pt x="2936" y="5473"/>
                </a:cubicBezTo>
                <a:cubicBezTo>
                  <a:pt x="2936" y="5407"/>
                  <a:pt x="2936" y="5273"/>
                  <a:pt x="2902" y="5040"/>
                </a:cubicBezTo>
                <a:cubicBezTo>
                  <a:pt x="2869" y="4839"/>
                  <a:pt x="2869" y="4439"/>
                  <a:pt x="2869" y="3905"/>
                </a:cubicBezTo>
                <a:lnTo>
                  <a:pt x="2869" y="236"/>
                </a:lnTo>
                <a:cubicBezTo>
                  <a:pt x="2869" y="77"/>
                  <a:pt x="2821" y="1"/>
                  <a:pt x="271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1">
            <a:extLst>
              <a:ext uri="{FF2B5EF4-FFF2-40B4-BE49-F238E27FC236}">
                <a16:creationId xmlns:a16="http://schemas.microsoft.com/office/drawing/2014/main" id="{52F9210E-0014-4D68-D7AF-D4BC62BA8A93}"/>
              </a:ext>
            </a:extLst>
          </p:cNvPr>
          <p:cNvSpPr/>
          <p:nvPr/>
        </p:nvSpPr>
        <p:spPr>
          <a:xfrm>
            <a:off x="3297018" y="1943208"/>
            <a:ext cx="43256" cy="134057"/>
          </a:xfrm>
          <a:custGeom>
            <a:avLst/>
            <a:gdLst/>
            <a:ahLst/>
            <a:cxnLst/>
            <a:rect l="l" t="t" r="r" b="b"/>
            <a:pathLst>
              <a:path w="2803" h="8687" extrusionOk="0">
                <a:moveTo>
                  <a:pt x="1997" y="1"/>
                </a:moveTo>
                <a:cubicBezTo>
                  <a:pt x="1790" y="1"/>
                  <a:pt x="1547" y="77"/>
                  <a:pt x="1268" y="236"/>
                </a:cubicBezTo>
                <a:cubicBezTo>
                  <a:pt x="1068" y="336"/>
                  <a:pt x="868" y="503"/>
                  <a:pt x="701" y="670"/>
                </a:cubicBezTo>
                <a:cubicBezTo>
                  <a:pt x="501" y="870"/>
                  <a:pt x="334" y="1070"/>
                  <a:pt x="200" y="1270"/>
                </a:cubicBezTo>
                <a:cubicBezTo>
                  <a:pt x="100" y="1470"/>
                  <a:pt x="34" y="1671"/>
                  <a:pt x="0" y="1904"/>
                </a:cubicBezTo>
                <a:cubicBezTo>
                  <a:pt x="34" y="2004"/>
                  <a:pt x="34" y="2104"/>
                  <a:pt x="100" y="2204"/>
                </a:cubicBezTo>
                <a:cubicBezTo>
                  <a:pt x="134" y="2304"/>
                  <a:pt x="200" y="2404"/>
                  <a:pt x="267" y="2505"/>
                </a:cubicBezTo>
                <a:cubicBezTo>
                  <a:pt x="316" y="2553"/>
                  <a:pt x="383" y="2584"/>
                  <a:pt x="428" y="2584"/>
                </a:cubicBezTo>
                <a:cubicBezTo>
                  <a:pt x="445" y="2584"/>
                  <a:pt x="458" y="2580"/>
                  <a:pt x="467" y="2571"/>
                </a:cubicBezTo>
                <a:cubicBezTo>
                  <a:pt x="534" y="2505"/>
                  <a:pt x="601" y="2438"/>
                  <a:pt x="634" y="2371"/>
                </a:cubicBezTo>
                <a:cubicBezTo>
                  <a:pt x="701" y="2271"/>
                  <a:pt x="768" y="2138"/>
                  <a:pt x="868" y="2071"/>
                </a:cubicBezTo>
                <a:cubicBezTo>
                  <a:pt x="934" y="1971"/>
                  <a:pt x="1034" y="1904"/>
                  <a:pt x="1134" y="1837"/>
                </a:cubicBezTo>
                <a:cubicBezTo>
                  <a:pt x="1236" y="1776"/>
                  <a:pt x="1322" y="1746"/>
                  <a:pt x="1393" y="1746"/>
                </a:cubicBezTo>
                <a:cubicBezTo>
                  <a:pt x="1554" y="1746"/>
                  <a:pt x="1635" y="1903"/>
                  <a:pt x="1635" y="2204"/>
                </a:cubicBezTo>
                <a:cubicBezTo>
                  <a:pt x="1601" y="2371"/>
                  <a:pt x="1568" y="2505"/>
                  <a:pt x="1535" y="2671"/>
                </a:cubicBezTo>
                <a:cubicBezTo>
                  <a:pt x="1468" y="2871"/>
                  <a:pt x="1368" y="3138"/>
                  <a:pt x="1235" y="3472"/>
                </a:cubicBezTo>
                <a:lnTo>
                  <a:pt x="1068" y="3872"/>
                </a:lnTo>
                <a:cubicBezTo>
                  <a:pt x="934" y="4206"/>
                  <a:pt x="834" y="4539"/>
                  <a:pt x="734" y="4906"/>
                </a:cubicBezTo>
                <a:cubicBezTo>
                  <a:pt x="667" y="5240"/>
                  <a:pt x="634" y="5540"/>
                  <a:pt x="634" y="5874"/>
                </a:cubicBezTo>
                <a:cubicBezTo>
                  <a:pt x="634" y="6007"/>
                  <a:pt x="667" y="6074"/>
                  <a:pt x="734" y="6074"/>
                </a:cubicBezTo>
                <a:cubicBezTo>
                  <a:pt x="834" y="6074"/>
                  <a:pt x="934" y="6040"/>
                  <a:pt x="1001" y="5940"/>
                </a:cubicBezTo>
                <a:lnTo>
                  <a:pt x="1168" y="5840"/>
                </a:lnTo>
                <a:cubicBezTo>
                  <a:pt x="1301" y="5807"/>
                  <a:pt x="1368" y="5707"/>
                  <a:pt x="1468" y="5607"/>
                </a:cubicBezTo>
                <a:cubicBezTo>
                  <a:pt x="1535" y="5540"/>
                  <a:pt x="1568" y="5407"/>
                  <a:pt x="1568" y="5307"/>
                </a:cubicBezTo>
                <a:cubicBezTo>
                  <a:pt x="1601" y="5040"/>
                  <a:pt x="1668" y="4739"/>
                  <a:pt x="1768" y="4473"/>
                </a:cubicBezTo>
                <a:cubicBezTo>
                  <a:pt x="1868" y="4172"/>
                  <a:pt x="2002" y="3872"/>
                  <a:pt x="2169" y="3572"/>
                </a:cubicBezTo>
                <a:cubicBezTo>
                  <a:pt x="2302" y="3272"/>
                  <a:pt x="2435" y="3038"/>
                  <a:pt x="2502" y="2838"/>
                </a:cubicBezTo>
                <a:cubicBezTo>
                  <a:pt x="2602" y="2605"/>
                  <a:pt x="2669" y="2371"/>
                  <a:pt x="2702" y="2138"/>
                </a:cubicBezTo>
                <a:cubicBezTo>
                  <a:pt x="2769" y="1871"/>
                  <a:pt x="2802" y="1570"/>
                  <a:pt x="2802" y="1304"/>
                </a:cubicBezTo>
                <a:cubicBezTo>
                  <a:pt x="2802" y="703"/>
                  <a:pt x="2636" y="303"/>
                  <a:pt x="2369" y="103"/>
                </a:cubicBezTo>
                <a:cubicBezTo>
                  <a:pt x="2261" y="36"/>
                  <a:pt x="2137" y="1"/>
                  <a:pt x="1997" y="1"/>
                </a:cubicBezTo>
                <a:close/>
                <a:moveTo>
                  <a:pt x="1520" y="6556"/>
                </a:moveTo>
                <a:cubicBezTo>
                  <a:pt x="1451" y="6556"/>
                  <a:pt x="1356" y="6593"/>
                  <a:pt x="1235" y="6674"/>
                </a:cubicBezTo>
                <a:lnTo>
                  <a:pt x="1001" y="6808"/>
                </a:lnTo>
                <a:cubicBezTo>
                  <a:pt x="734" y="6908"/>
                  <a:pt x="567" y="7141"/>
                  <a:pt x="534" y="7441"/>
                </a:cubicBezTo>
                <a:lnTo>
                  <a:pt x="534" y="8475"/>
                </a:lnTo>
                <a:cubicBezTo>
                  <a:pt x="534" y="8619"/>
                  <a:pt x="597" y="8687"/>
                  <a:pt x="715" y="8687"/>
                </a:cubicBezTo>
                <a:cubicBezTo>
                  <a:pt x="790" y="8687"/>
                  <a:pt x="885" y="8660"/>
                  <a:pt x="1001" y="8609"/>
                </a:cubicBezTo>
                <a:lnTo>
                  <a:pt x="1235" y="8442"/>
                </a:lnTo>
                <a:cubicBezTo>
                  <a:pt x="1468" y="8342"/>
                  <a:pt x="1635" y="8109"/>
                  <a:pt x="1668" y="7842"/>
                </a:cubicBezTo>
                <a:lnTo>
                  <a:pt x="1668" y="6774"/>
                </a:lnTo>
                <a:cubicBezTo>
                  <a:pt x="1668" y="6635"/>
                  <a:pt x="1621" y="6556"/>
                  <a:pt x="1520" y="655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1">
            <a:extLst>
              <a:ext uri="{FF2B5EF4-FFF2-40B4-BE49-F238E27FC236}">
                <a16:creationId xmlns:a16="http://schemas.microsoft.com/office/drawing/2014/main" id="{75149132-B8B4-09E9-BE56-068A0DFA11EC}"/>
              </a:ext>
            </a:extLst>
          </p:cNvPr>
          <p:cNvSpPr/>
          <p:nvPr/>
        </p:nvSpPr>
        <p:spPr>
          <a:xfrm>
            <a:off x="1750661" y="4161363"/>
            <a:ext cx="543605" cy="329981"/>
          </a:xfrm>
          <a:custGeom>
            <a:avLst/>
            <a:gdLst/>
            <a:ahLst/>
            <a:cxnLst/>
            <a:rect l="l" t="t" r="r" b="b"/>
            <a:pathLst>
              <a:path w="35226" h="21383" extrusionOk="0">
                <a:moveTo>
                  <a:pt x="17805" y="7838"/>
                </a:moveTo>
                <a:cubicBezTo>
                  <a:pt x="19273" y="7838"/>
                  <a:pt x="20704" y="8203"/>
                  <a:pt x="21983" y="8874"/>
                </a:cubicBezTo>
                <a:cubicBezTo>
                  <a:pt x="22917" y="9441"/>
                  <a:pt x="23451" y="10075"/>
                  <a:pt x="23451" y="10675"/>
                </a:cubicBezTo>
                <a:cubicBezTo>
                  <a:pt x="23451" y="11309"/>
                  <a:pt x="22917" y="11943"/>
                  <a:pt x="21983" y="12477"/>
                </a:cubicBezTo>
                <a:cubicBezTo>
                  <a:pt x="20615" y="13160"/>
                  <a:pt x="19114" y="13502"/>
                  <a:pt x="17613" y="13502"/>
                </a:cubicBezTo>
                <a:cubicBezTo>
                  <a:pt x="16112" y="13502"/>
                  <a:pt x="14611" y="13160"/>
                  <a:pt x="13243" y="12477"/>
                </a:cubicBezTo>
                <a:cubicBezTo>
                  <a:pt x="12309" y="11943"/>
                  <a:pt x="11809" y="11276"/>
                  <a:pt x="11809" y="10675"/>
                </a:cubicBezTo>
                <a:cubicBezTo>
                  <a:pt x="11809" y="10075"/>
                  <a:pt x="12309" y="9408"/>
                  <a:pt x="13243" y="8874"/>
                </a:cubicBezTo>
                <a:cubicBezTo>
                  <a:pt x="14522" y="8203"/>
                  <a:pt x="15953" y="7838"/>
                  <a:pt x="17421" y="7838"/>
                </a:cubicBezTo>
                <a:cubicBezTo>
                  <a:pt x="17485" y="7838"/>
                  <a:pt x="17549" y="7838"/>
                  <a:pt x="17613" y="7840"/>
                </a:cubicBezTo>
                <a:cubicBezTo>
                  <a:pt x="17677" y="7838"/>
                  <a:pt x="17741" y="7838"/>
                  <a:pt x="17805" y="7838"/>
                </a:cubicBezTo>
                <a:close/>
                <a:moveTo>
                  <a:pt x="15445" y="1"/>
                </a:moveTo>
                <a:cubicBezTo>
                  <a:pt x="14644" y="1"/>
                  <a:pt x="13944" y="568"/>
                  <a:pt x="13777" y="1369"/>
                </a:cubicBezTo>
                <a:lnTo>
                  <a:pt x="13510" y="2870"/>
                </a:lnTo>
                <a:cubicBezTo>
                  <a:pt x="12876" y="3003"/>
                  <a:pt x="12243" y="3137"/>
                  <a:pt x="11609" y="3337"/>
                </a:cubicBezTo>
                <a:lnTo>
                  <a:pt x="8707" y="2002"/>
                </a:lnTo>
                <a:cubicBezTo>
                  <a:pt x="8473" y="1869"/>
                  <a:pt x="8173" y="1836"/>
                  <a:pt x="7873" y="1836"/>
                </a:cubicBezTo>
                <a:cubicBezTo>
                  <a:pt x="7539" y="1836"/>
                  <a:pt x="7206" y="1902"/>
                  <a:pt x="6905" y="2069"/>
                </a:cubicBezTo>
                <a:lnTo>
                  <a:pt x="3937" y="3804"/>
                </a:lnTo>
                <a:cubicBezTo>
                  <a:pt x="2969" y="4304"/>
                  <a:pt x="2903" y="5672"/>
                  <a:pt x="3803" y="6305"/>
                </a:cubicBezTo>
                <a:lnTo>
                  <a:pt x="5338" y="7406"/>
                </a:lnTo>
                <a:cubicBezTo>
                  <a:pt x="5271" y="7506"/>
                  <a:pt x="5204" y="7606"/>
                  <a:pt x="5137" y="7706"/>
                </a:cubicBezTo>
                <a:lnTo>
                  <a:pt x="1535" y="7940"/>
                </a:lnTo>
                <a:cubicBezTo>
                  <a:pt x="668" y="8007"/>
                  <a:pt x="0" y="8707"/>
                  <a:pt x="0" y="9574"/>
                </a:cubicBezTo>
                <a:lnTo>
                  <a:pt x="0" y="11776"/>
                </a:lnTo>
                <a:cubicBezTo>
                  <a:pt x="0" y="12643"/>
                  <a:pt x="668" y="13344"/>
                  <a:pt x="1535" y="13411"/>
                </a:cubicBezTo>
                <a:lnTo>
                  <a:pt x="5137" y="13644"/>
                </a:lnTo>
                <a:cubicBezTo>
                  <a:pt x="5204" y="13744"/>
                  <a:pt x="5271" y="13878"/>
                  <a:pt x="5338" y="13978"/>
                </a:cubicBezTo>
                <a:lnTo>
                  <a:pt x="3803" y="15078"/>
                </a:lnTo>
                <a:cubicBezTo>
                  <a:pt x="2903" y="15712"/>
                  <a:pt x="2969" y="17080"/>
                  <a:pt x="3937" y="17580"/>
                </a:cubicBezTo>
                <a:lnTo>
                  <a:pt x="6872" y="19281"/>
                </a:lnTo>
                <a:cubicBezTo>
                  <a:pt x="7172" y="19448"/>
                  <a:pt x="7539" y="19548"/>
                  <a:pt x="7873" y="19548"/>
                </a:cubicBezTo>
                <a:cubicBezTo>
                  <a:pt x="8140" y="19548"/>
                  <a:pt x="8440" y="19482"/>
                  <a:pt x="8707" y="19381"/>
                </a:cubicBezTo>
                <a:lnTo>
                  <a:pt x="11609" y="18047"/>
                </a:lnTo>
                <a:cubicBezTo>
                  <a:pt x="12209" y="18214"/>
                  <a:pt x="12843" y="18381"/>
                  <a:pt x="13477" y="18514"/>
                </a:cubicBezTo>
                <a:lnTo>
                  <a:pt x="13777" y="19982"/>
                </a:lnTo>
                <a:cubicBezTo>
                  <a:pt x="13910" y="20782"/>
                  <a:pt x="14611" y="21350"/>
                  <a:pt x="15445" y="21383"/>
                </a:cubicBezTo>
                <a:lnTo>
                  <a:pt x="19781" y="21383"/>
                </a:lnTo>
                <a:cubicBezTo>
                  <a:pt x="20582" y="21350"/>
                  <a:pt x="21282" y="20782"/>
                  <a:pt x="21449" y="19982"/>
                </a:cubicBezTo>
                <a:lnTo>
                  <a:pt x="21716" y="18514"/>
                </a:lnTo>
                <a:cubicBezTo>
                  <a:pt x="22383" y="18381"/>
                  <a:pt x="22984" y="18214"/>
                  <a:pt x="23617" y="18047"/>
                </a:cubicBezTo>
                <a:lnTo>
                  <a:pt x="26519" y="19381"/>
                </a:lnTo>
                <a:cubicBezTo>
                  <a:pt x="26786" y="19482"/>
                  <a:pt x="27053" y="19548"/>
                  <a:pt x="27353" y="19548"/>
                </a:cubicBezTo>
                <a:cubicBezTo>
                  <a:pt x="27687" y="19548"/>
                  <a:pt x="28020" y="19448"/>
                  <a:pt x="28354" y="19281"/>
                </a:cubicBezTo>
                <a:lnTo>
                  <a:pt x="31289" y="17580"/>
                </a:lnTo>
                <a:cubicBezTo>
                  <a:pt x="32257" y="17080"/>
                  <a:pt x="32324" y="15712"/>
                  <a:pt x="31423" y="15078"/>
                </a:cubicBezTo>
                <a:lnTo>
                  <a:pt x="29855" y="13978"/>
                </a:lnTo>
                <a:cubicBezTo>
                  <a:pt x="29955" y="13878"/>
                  <a:pt x="30022" y="13744"/>
                  <a:pt x="30089" y="13644"/>
                </a:cubicBezTo>
                <a:lnTo>
                  <a:pt x="33691" y="13411"/>
                </a:lnTo>
                <a:cubicBezTo>
                  <a:pt x="34558" y="13344"/>
                  <a:pt x="35192" y="12643"/>
                  <a:pt x="35226" y="11809"/>
                </a:cubicBezTo>
                <a:lnTo>
                  <a:pt x="35226" y="9608"/>
                </a:lnTo>
                <a:cubicBezTo>
                  <a:pt x="35226" y="8741"/>
                  <a:pt x="34558" y="8007"/>
                  <a:pt x="33691" y="7973"/>
                </a:cubicBezTo>
                <a:lnTo>
                  <a:pt x="30089" y="7740"/>
                </a:lnTo>
                <a:cubicBezTo>
                  <a:pt x="30022" y="7606"/>
                  <a:pt x="29955" y="7506"/>
                  <a:pt x="29888" y="7406"/>
                </a:cubicBezTo>
                <a:lnTo>
                  <a:pt x="31456" y="6305"/>
                </a:lnTo>
                <a:cubicBezTo>
                  <a:pt x="32357" y="5672"/>
                  <a:pt x="32290" y="4304"/>
                  <a:pt x="31323" y="3804"/>
                </a:cubicBezTo>
                <a:lnTo>
                  <a:pt x="28354" y="2069"/>
                </a:lnTo>
                <a:cubicBezTo>
                  <a:pt x="28054" y="1902"/>
                  <a:pt x="27720" y="1836"/>
                  <a:pt x="27353" y="1836"/>
                </a:cubicBezTo>
                <a:cubicBezTo>
                  <a:pt x="27086" y="1836"/>
                  <a:pt x="26786" y="1869"/>
                  <a:pt x="26519" y="2002"/>
                </a:cubicBezTo>
                <a:lnTo>
                  <a:pt x="23651" y="3337"/>
                </a:lnTo>
                <a:cubicBezTo>
                  <a:pt x="23017" y="3137"/>
                  <a:pt x="22383" y="3003"/>
                  <a:pt x="21749" y="2870"/>
                </a:cubicBezTo>
                <a:lnTo>
                  <a:pt x="21482" y="1369"/>
                </a:lnTo>
                <a:cubicBezTo>
                  <a:pt x="21316" y="568"/>
                  <a:pt x="20615" y="1"/>
                  <a:pt x="19815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1">
            <a:extLst>
              <a:ext uri="{FF2B5EF4-FFF2-40B4-BE49-F238E27FC236}">
                <a16:creationId xmlns:a16="http://schemas.microsoft.com/office/drawing/2014/main" id="{375BA249-4AC5-7B38-18D9-86F5569823CB}"/>
              </a:ext>
            </a:extLst>
          </p:cNvPr>
          <p:cNvSpPr/>
          <p:nvPr/>
        </p:nvSpPr>
        <p:spPr>
          <a:xfrm>
            <a:off x="1770229" y="4140777"/>
            <a:ext cx="504485" cy="331015"/>
          </a:xfrm>
          <a:custGeom>
            <a:avLst/>
            <a:gdLst/>
            <a:ahLst/>
            <a:cxnLst/>
            <a:rect l="l" t="t" r="r" b="b"/>
            <a:pathLst>
              <a:path w="32691" h="21450" extrusionOk="0">
                <a:moveTo>
                  <a:pt x="16345" y="7039"/>
                </a:moveTo>
                <a:cubicBezTo>
                  <a:pt x="18155" y="7039"/>
                  <a:pt x="19964" y="7439"/>
                  <a:pt x="21349" y="8240"/>
                </a:cubicBezTo>
                <a:cubicBezTo>
                  <a:pt x="22183" y="8640"/>
                  <a:pt x="22883" y="9307"/>
                  <a:pt x="23317" y="10141"/>
                </a:cubicBezTo>
                <a:cubicBezTo>
                  <a:pt x="23083" y="10942"/>
                  <a:pt x="22416" y="11709"/>
                  <a:pt x="21349" y="12343"/>
                </a:cubicBezTo>
                <a:cubicBezTo>
                  <a:pt x="19964" y="13143"/>
                  <a:pt x="18155" y="13544"/>
                  <a:pt x="16345" y="13544"/>
                </a:cubicBezTo>
                <a:cubicBezTo>
                  <a:pt x="14535" y="13544"/>
                  <a:pt x="12726" y="13143"/>
                  <a:pt x="11341" y="12343"/>
                </a:cubicBezTo>
                <a:cubicBezTo>
                  <a:pt x="10474" y="11909"/>
                  <a:pt x="9807" y="11175"/>
                  <a:pt x="9407" y="10275"/>
                </a:cubicBezTo>
                <a:cubicBezTo>
                  <a:pt x="9640" y="9574"/>
                  <a:pt x="10241" y="8874"/>
                  <a:pt x="11341" y="8240"/>
                </a:cubicBezTo>
                <a:cubicBezTo>
                  <a:pt x="12726" y="7439"/>
                  <a:pt x="14535" y="7039"/>
                  <a:pt x="16345" y="7039"/>
                </a:cubicBezTo>
                <a:close/>
                <a:moveTo>
                  <a:pt x="14177" y="1"/>
                </a:moveTo>
                <a:cubicBezTo>
                  <a:pt x="13943" y="1"/>
                  <a:pt x="13777" y="167"/>
                  <a:pt x="13743" y="368"/>
                </a:cubicBezTo>
                <a:lnTo>
                  <a:pt x="13343" y="2336"/>
                </a:lnTo>
                <a:cubicBezTo>
                  <a:pt x="13310" y="2569"/>
                  <a:pt x="13143" y="2703"/>
                  <a:pt x="12943" y="2769"/>
                </a:cubicBezTo>
                <a:cubicBezTo>
                  <a:pt x="12142" y="2903"/>
                  <a:pt x="11375" y="3070"/>
                  <a:pt x="10608" y="3336"/>
                </a:cubicBezTo>
                <a:cubicBezTo>
                  <a:pt x="10522" y="3349"/>
                  <a:pt x="10437" y="3356"/>
                  <a:pt x="10353" y="3356"/>
                </a:cubicBezTo>
                <a:cubicBezTo>
                  <a:pt x="10208" y="3356"/>
                  <a:pt x="10067" y="3333"/>
                  <a:pt x="9940" y="3270"/>
                </a:cubicBezTo>
                <a:lnTo>
                  <a:pt x="6938" y="1902"/>
                </a:lnTo>
                <a:cubicBezTo>
                  <a:pt x="6830" y="1856"/>
                  <a:pt x="6722" y="1831"/>
                  <a:pt x="6617" y="1831"/>
                </a:cubicBezTo>
                <a:cubicBezTo>
                  <a:pt x="6495" y="1831"/>
                  <a:pt x="6378" y="1864"/>
                  <a:pt x="6271" y="1935"/>
                </a:cubicBezTo>
                <a:lnTo>
                  <a:pt x="3302" y="3637"/>
                </a:lnTo>
                <a:cubicBezTo>
                  <a:pt x="3236" y="3670"/>
                  <a:pt x="3169" y="3737"/>
                  <a:pt x="3169" y="3837"/>
                </a:cubicBezTo>
                <a:lnTo>
                  <a:pt x="3169" y="6405"/>
                </a:lnTo>
                <a:cubicBezTo>
                  <a:pt x="3169" y="6472"/>
                  <a:pt x="3236" y="6539"/>
                  <a:pt x="3302" y="6605"/>
                </a:cubicBezTo>
                <a:lnTo>
                  <a:pt x="4637" y="7573"/>
                </a:lnTo>
                <a:cubicBezTo>
                  <a:pt x="4570" y="7639"/>
                  <a:pt x="4437" y="7706"/>
                  <a:pt x="4303" y="7706"/>
                </a:cubicBezTo>
                <a:lnTo>
                  <a:pt x="367" y="7973"/>
                </a:lnTo>
                <a:cubicBezTo>
                  <a:pt x="167" y="7973"/>
                  <a:pt x="33" y="8140"/>
                  <a:pt x="0" y="8340"/>
                </a:cubicBezTo>
                <a:lnTo>
                  <a:pt x="0" y="10008"/>
                </a:lnTo>
                <a:lnTo>
                  <a:pt x="0" y="13110"/>
                </a:lnTo>
                <a:cubicBezTo>
                  <a:pt x="33" y="13310"/>
                  <a:pt x="167" y="13477"/>
                  <a:pt x="367" y="13510"/>
                </a:cubicBezTo>
                <a:lnTo>
                  <a:pt x="4303" y="13744"/>
                </a:lnTo>
                <a:cubicBezTo>
                  <a:pt x="4437" y="13744"/>
                  <a:pt x="4570" y="13811"/>
                  <a:pt x="4670" y="13877"/>
                </a:cubicBezTo>
                <a:lnTo>
                  <a:pt x="3302" y="14878"/>
                </a:lnTo>
                <a:cubicBezTo>
                  <a:pt x="3236" y="14911"/>
                  <a:pt x="3202" y="14978"/>
                  <a:pt x="3202" y="15078"/>
                </a:cubicBezTo>
                <a:lnTo>
                  <a:pt x="3202" y="17647"/>
                </a:lnTo>
                <a:cubicBezTo>
                  <a:pt x="3202" y="17713"/>
                  <a:pt x="3236" y="17780"/>
                  <a:pt x="3336" y="17847"/>
                </a:cubicBezTo>
                <a:lnTo>
                  <a:pt x="6271" y="19548"/>
                </a:lnTo>
                <a:cubicBezTo>
                  <a:pt x="6400" y="19603"/>
                  <a:pt x="6528" y="19628"/>
                  <a:pt x="6651" y="19628"/>
                </a:cubicBezTo>
                <a:cubicBezTo>
                  <a:pt x="6752" y="19628"/>
                  <a:pt x="6848" y="19611"/>
                  <a:pt x="6938" y="19581"/>
                </a:cubicBezTo>
                <a:lnTo>
                  <a:pt x="9940" y="18180"/>
                </a:lnTo>
                <a:cubicBezTo>
                  <a:pt x="10069" y="18125"/>
                  <a:pt x="10198" y="18100"/>
                  <a:pt x="10321" y="18100"/>
                </a:cubicBezTo>
                <a:cubicBezTo>
                  <a:pt x="10421" y="18100"/>
                  <a:pt x="10518" y="18117"/>
                  <a:pt x="10608" y="18147"/>
                </a:cubicBezTo>
                <a:cubicBezTo>
                  <a:pt x="11375" y="18380"/>
                  <a:pt x="12175" y="18547"/>
                  <a:pt x="12943" y="18681"/>
                </a:cubicBezTo>
                <a:cubicBezTo>
                  <a:pt x="13143" y="18747"/>
                  <a:pt x="13310" y="18914"/>
                  <a:pt x="13376" y="19114"/>
                </a:cubicBezTo>
                <a:lnTo>
                  <a:pt x="13743" y="21082"/>
                </a:lnTo>
                <a:cubicBezTo>
                  <a:pt x="13777" y="21283"/>
                  <a:pt x="13977" y="21449"/>
                  <a:pt x="14177" y="21449"/>
                </a:cubicBezTo>
                <a:lnTo>
                  <a:pt x="18513" y="21449"/>
                </a:lnTo>
                <a:cubicBezTo>
                  <a:pt x="18747" y="21416"/>
                  <a:pt x="18914" y="21283"/>
                  <a:pt x="18947" y="21082"/>
                </a:cubicBezTo>
                <a:lnTo>
                  <a:pt x="19314" y="19114"/>
                </a:lnTo>
                <a:cubicBezTo>
                  <a:pt x="19381" y="18914"/>
                  <a:pt x="19547" y="18747"/>
                  <a:pt x="19747" y="18681"/>
                </a:cubicBezTo>
                <a:cubicBezTo>
                  <a:pt x="20515" y="18547"/>
                  <a:pt x="21315" y="18380"/>
                  <a:pt x="22082" y="18147"/>
                </a:cubicBezTo>
                <a:cubicBezTo>
                  <a:pt x="22172" y="18117"/>
                  <a:pt x="22276" y="18100"/>
                  <a:pt x="22381" y="18100"/>
                </a:cubicBezTo>
                <a:cubicBezTo>
                  <a:pt x="22509" y="18100"/>
                  <a:pt x="22639" y="18125"/>
                  <a:pt x="22750" y="18180"/>
                </a:cubicBezTo>
                <a:lnTo>
                  <a:pt x="25752" y="19581"/>
                </a:lnTo>
                <a:cubicBezTo>
                  <a:pt x="25842" y="19611"/>
                  <a:pt x="25945" y="19628"/>
                  <a:pt x="26050" y="19628"/>
                </a:cubicBezTo>
                <a:cubicBezTo>
                  <a:pt x="26178" y="19628"/>
                  <a:pt x="26309" y="19603"/>
                  <a:pt x="26419" y="19548"/>
                </a:cubicBezTo>
                <a:lnTo>
                  <a:pt x="29354" y="17847"/>
                </a:lnTo>
                <a:cubicBezTo>
                  <a:pt x="29454" y="17780"/>
                  <a:pt x="29488" y="17713"/>
                  <a:pt x="29521" y="17647"/>
                </a:cubicBezTo>
                <a:lnTo>
                  <a:pt x="29521" y="15045"/>
                </a:lnTo>
                <a:cubicBezTo>
                  <a:pt x="29488" y="14978"/>
                  <a:pt x="29454" y="14911"/>
                  <a:pt x="29388" y="14845"/>
                </a:cubicBezTo>
                <a:lnTo>
                  <a:pt x="28053" y="13877"/>
                </a:lnTo>
                <a:cubicBezTo>
                  <a:pt x="28153" y="13811"/>
                  <a:pt x="28254" y="13744"/>
                  <a:pt x="28387" y="13744"/>
                </a:cubicBezTo>
                <a:lnTo>
                  <a:pt x="32323" y="13477"/>
                </a:lnTo>
                <a:cubicBezTo>
                  <a:pt x="32523" y="13477"/>
                  <a:pt x="32690" y="13310"/>
                  <a:pt x="32690" y="13110"/>
                </a:cubicBezTo>
                <a:lnTo>
                  <a:pt x="32690" y="8340"/>
                </a:lnTo>
                <a:cubicBezTo>
                  <a:pt x="32690" y="8140"/>
                  <a:pt x="32523" y="7973"/>
                  <a:pt x="32323" y="7973"/>
                </a:cubicBezTo>
                <a:lnTo>
                  <a:pt x="28387" y="7706"/>
                </a:lnTo>
                <a:cubicBezTo>
                  <a:pt x="28254" y="7706"/>
                  <a:pt x="28153" y="7639"/>
                  <a:pt x="28053" y="7573"/>
                </a:cubicBezTo>
                <a:lnTo>
                  <a:pt x="29388" y="6605"/>
                </a:lnTo>
                <a:cubicBezTo>
                  <a:pt x="29454" y="6539"/>
                  <a:pt x="29521" y="6472"/>
                  <a:pt x="29521" y="6405"/>
                </a:cubicBezTo>
                <a:lnTo>
                  <a:pt x="29521" y="3837"/>
                </a:lnTo>
                <a:cubicBezTo>
                  <a:pt x="29521" y="3737"/>
                  <a:pt x="29454" y="3670"/>
                  <a:pt x="29388" y="3637"/>
                </a:cubicBezTo>
                <a:lnTo>
                  <a:pt x="26419" y="1935"/>
                </a:lnTo>
                <a:cubicBezTo>
                  <a:pt x="26312" y="1864"/>
                  <a:pt x="26195" y="1831"/>
                  <a:pt x="26079" y="1831"/>
                </a:cubicBezTo>
                <a:cubicBezTo>
                  <a:pt x="25978" y="1831"/>
                  <a:pt x="25878" y="1856"/>
                  <a:pt x="25785" y="1902"/>
                </a:cubicBezTo>
                <a:lnTo>
                  <a:pt x="22783" y="3270"/>
                </a:lnTo>
                <a:cubicBezTo>
                  <a:pt x="22635" y="3333"/>
                  <a:pt x="22487" y="3356"/>
                  <a:pt x="22339" y="3356"/>
                </a:cubicBezTo>
                <a:cubicBezTo>
                  <a:pt x="22253" y="3356"/>
                  <a:pt x="22168" y="3349"/>
                  <a:pt x="22082" y="3336"/>
                </a:cubicBezTo>
                <a:cubicBezTo>
                  <a:pt x="21315" y="3070"/>
                  <a:pt x="20548" y="2903"/>
                  <a:pt x="19747" y="2769"/>
                </a:cubicBezTo>
                <a:cubicBezTo>
                  <a:pt x="19547" y="2703"/>
                  <a:pt x="19381" y="2569"/>
                  <a:pt x="19347" y="2336"/>
                </a:cubicBezTo>
                <a:lnTo>
                  <a:pt x="18980" y="368"/>
                </a:lnTo>
                <a:cubicBezTo>
                  <a:pt x="18914" y="167"/>
                  <a:pt x="18747" y="1"/>
                  <a:pt x="1851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1">
            <a:extLst>
              <a:ext uri="{FF2B5EF4-FFF2-40B4-BE49-F238E27FC236}">
                <a16:creationId xmlns:a16="http://schemas.microsoft.com/office/drawing/2014/main" id="{D260078F-7C39-6CF2-1885-E3A9D650EC6E}"/>
              </a:ext>
            </a:extLst>
          </p:cNvPr>
          <p:cNvSpPr/>
          <p:nvPr/>
        </p:nvSpPr>
        <p:spPr>
          <a:xfrm>
            <a:off x="1770229" y="4140777"/>
            <a:ext cx="504485" cy="331015"/>
          </a:xfrm>
          <a:custGeom>
            <a:avLst/>
            <a:gdLst/>
            <a:ahLst/>
            <a:cxnLst/>
            <a:rect l="l" t="t" r="r" b="b"/>
            <a:pathLst>
              <a:path w="32691" h="21450" extrusionOk="0">
                <a:moveTo>
                  <a:pt x="16345" y="7039"/>
                </a:moveTo>
                <a:cubicBezTo>
                  <a:pt x="18155" y="7039"/>
                  <a:pt x="19964" y="7439"/>
                  <a:pt x="21349" y="8240"/>
                </a:cubicBezTo>
                <a:cubicBezTo>
                  <a:pt x="22183" y="8640"/>
                  <a:pt x="22883" y="9307"/>
                  <a:pt x="23317" y="10141"/>
                </a:cubicBezTo>
                <a:cubicBezTo>
                  <a:pt x="23083" y="10942"/>
                  <a:pt x="22416" y="11709"/>
                  <a:pt x="21349" y="12343"/>
                </a:cubicBezTo>
                <a:cubicBezTo>
                  <a:pt x="19964" y="13143"/>
                  <a:pt x="18155" y="13544"/>
                  <a:pt x="16345" y="13544"/>
                </a:cubicBezTo>
                <a:cubicBezTo>
                  <a:pt x="14535" y="13544"/>
                  <a:pt x="12726" y="13143"/>
                  <a:pt x="11341" y="12343"/>
                </a:cubicBezTo>
                <a:cubicBezTo>
                  <a:pt x="10474" y="11909"/>
                  <a:pt x="9807" y="11175"/>
                  <a:pt x="9407" y="10275"/>
                </a:cubicBezTo>
                <a:cubicBezTo>
                  <a:pt x="9640" y="9574"/>
                  <a:pt x="10241" y="8874"/>
                  <a:pt x="11341" y="8240"/>
                </a:cubicBezTo>
                <a:cubicBezTo>
                  <a:pt x="12726" y="7439"/>
                  <a:pt x="14535" y="7039"/>
                  <a:pt x="16345" y="7039"/>
                </a:cubicBezTo>
                <a:close/>
                <a:moveTo>
                  <a:pt x="14177" y="1"/>
                </a:moveTo>
                <a:cubicBezTo>
                  <a:pt x="13943" y="1"/>
                  <a:pt x="13777" y="167"/>
                  <a:pt x="13743" y="368"/>
                </a:cubicBezTo>
                <a:lnTo>
                  <a:pt x="13343" y="2336"/>
                </a:lnTo>
                <a:cubicBezTo>
                  <a:pt x="13310" y="2569"/>
                  <a:pt x="13143" y="2703"/>
                  <a:pt x="12943" y="2769"/>
                </a:cubicBezTo>
                <a:cubicBezTo>
                  <a:pt x="12142" y="2903"/>
                  <a:pt x="11375" y="3070"/>
                  <a:pt x="10608" y="3336"/>
                </a:cubicBezTo>
                <a:cubicBezTo>
                  <a:pt x="10522" y="3349"/>
                  <a:pt x="10437" y="3356"/>
                  <a:pt x="10353" y="3356"/>
                </a:cubicBezTo>
                <a:cubicBezTo>
                  <a:pt x="10208" y="3356"/>
                  <a:pt x="10067" y="3333"/>
                  <a:pt x="9940" y="3270"/>
                </a:cubicBezTo>
                <a:lnTo>
                  <a:pt x="6938" y="1902"/>
                </a:lnTo>
                <a:cubicBezTo>
                  <a:pt x="6830" y="1856"/>
                  <a:pt x="6722" y="1831"/>
                  <a:pt x="6617" y="1831"/>
                </a:cubicBezTo>
                <a:cubicBezTo>
                  <a:pt x="6495" y="1831"/>
                  <a:pt x="6378" y="1864"/>
                  <a:pt x="6271" y="1935"/>
                </a:cubicBezTo>
                <a:lnTo>
                  <a:pt x="3302" y="3637"/>
                </a:lnTo>
                <a:cubicBezTo>
                  <a:pt x="3236" y="3670"/>
                  <a:pt x="3169" y="3737"/>
                  <a:pt x="3169" y="3837"/>
                </a:cubicBezTo>
                <a:lnTo>
                  <a:pt x="3169" y="6405"/>
                </a:lnTo>
                <a:cubicBezTo>
                  <a:pt x="3169" y="6472"/>
                  <a:pt x="3236" y="6539"/>
                  <a:pt x="3302" y="6605"/>
                </a:cubicBezTo>
                <a:lnTo>
                  <a:pt x="4637" y="7573"/>
                </a:lnTo>
                <a:cubicBezTo>
                  <a:pt x="4570" y="7639"/>
                  <a:pt x="4437" y="7706"/>
                  <a:pt x="4303" y="7706"/>
                </a:cubicBezTo>
                <a:lnTo>
                  <a:pt x="367" y="7973"/>
                </a:lnTo>
                <a:cubicBezTo>
                  <a:pt x="167" y="7973"/>
                  <a:pt x="33" y="8140"/>
                  <a:pt x="0" y="8340"/>
                </a:cubicBezTo>
                <a:lnTo>
                  <a:pt x="0" y="10008"/>
                </a:lnTo>
                <a:lnTo>
                  <a:pt x="0" y="13110"/>
                </a:lnTo>
                <a:cubicBezTo>
                  <a:pt x="33" y="13310"/>
                  <a:pt x="167" y="13477"/>
                  <a:pt x="367" y="13510"/>
                </a:cubicBezTo>
                <a:lnTo>
                  <a:pt x="4303" y="13744"/>
                </a:lnTo>
                <a:cubicBezTo>
                  <a:pt x="4437" y="13744"/>
                  <a:pt x="4570" y="13811"/>
                  <a:pt x="4670" y="13877"/>
                </a:cubicBezTo>
                <a:lnTo>
                  <a:pt x="3302" y="14878"/>
                </a:lnTo>
                <a:cubicBezTo>
                  <a:pt x="3236" y="14911"/>
                  <a:pt x="3202" y="14978"/>
                  <a:pt x="3202" y="15078"/>
                </a:cubicBezTo>
                <a:lnTo>
                  <a:pt x="3202" y="17647"/>
                </a:lnTo>
                <a:cubicBezTo>
                  <a:pt x="3202" y="17713"/>
                  <a:pt x="3236" y="17780"/>
                  <a:pt x="3336" y="17847"/>
                </a:cubicBezTo>
                <a:lnTo>
                  <a:pt x="6271" y="19548"/>
                </a:lnTo>
                <a:cubicBezTo>
                  <a:pt x="6400" y="19603"/>
                  <a:pt x="6528" y="19628"/>
                  <a:pt x="6651" y="19628"/>
                </a:cubicBezTo>
                <a:cubicBezTo>
                  <a:pt x="6752" y="19628"/>
                  <a:pt x="6848" y="19611"/>
                  <a:pt x="6938" y="19581"/>
                </a:cubicBezTo>
                <a:lnTo>
                  <a:pt x="9940" y="18180"/>
                </a:lnTo>
                <a:cubicBezTo>
                  <a:pt x="10069" y="18125"/>
                  <a:pt x="10198" y="18100"/>
                  <a:pt x="10321" y="18100"/>
                </a:cubicBezTo>
                <a:cubicBezTo>
                  <a:pt x="10421" y="18100"/>
                  <a:pt x="10518" y="18117"/>
                  <a:pt x="10608" y="18147"/>
                </a:cubicBezTo>
                <a:cubicBezTo>
                  <a:pt x="11375" y="18380"/>
                  <a:pt x="12175" y="18547"/>
                  <a:pt x="12943" y="18681"/>
                </a:cubicBezTo>
                <a:cubicBezTo>
                  <a:pt x="13143" y="18747"/>
                  <a:pt x="13310" y="18914"/>
                  <a:pt x="13376" y="19114"/>
                </a:cubicBezTo>
                <a:lnTo>
                  <a:pt x="13743" y="21082"/>
                </a:lnTo>
                <a:cubicBezTo>
                  <a:pt x="13777" y="21283"/>
                  <a:pt x="13977" y="21449"/>
                  <a:pt x="14177" y="21449"/>
                </a:cubicBezTo>
                <a:lnTo>
                  <a:pt x="18513" y="21449"/>
                </a:lnTo>
                <a:cubicBezTo>
                  <a:pt x="18747" y="21416"/>
                  <a:pt x="18914" y="21283"/>
                  <a:pt x="18947" y="21082"/>
                </a:cubicBezTo>
                <a:lnTo>
                  <a:pt x="19314" y="19114"/>
                </a:lnTo>
                <a:cubicBezTo>
                  <a:pt x="19381" y="18914"/>
                  <a:pt x="19547" y="18747"/>
                  <a:pt x="19747" y="18681"/>
                </a:cubicBezTo>
                <a:cubicBezTo>
                  <a:pt x="20515" y="18547"/>
                  <a:pt x="21315" y="18380"/>
                  <a:pt x="22082" y="18147"/>
                </a:cubicBezTo>
                <a:cubicBezTo>
                  <a:pt x="22172" y="18117"/>
                  <a:pt x="22276" y="18100"/>
                  <a:pt x="22381" y="18100"/>
                </a:cubicBezTo>
                <a:cubicBezTo>
                  <a:pt x="22509" y="18100"/>
                  <a:pt x="22639" y="18125"/>
                  <a:pt x="22750" y="18180"/>
                </a:cubicBezTo>
                <a:lnTo>
                  <a:pt x="25752" y="19581"/>
                </a:lnTo>
                <a:cubicBezTo>
                  <a:pt x="25842" y="19611"/>
                  <a:pt x="25945" y="19628"/>
                  <a:pt x="26050" y="19628"/>
                </a:cubicBezTo>
                <a:cubicBezTo>
                  <a:pt x="26178" y="19628"/>
                  <a:pt x="26309" y="19603"/>
                  <a:pt x="26419" y="19548"/>
                </a:cubicBezTo>
                <a:lnTo>
                  <a:pt x="29354" y="17847"/>
                </a:lnTo>
                <a:cubicBezTo>
                  <a:pt x="29454" y="17780"/>
                  <a:pt x="29488" y="17713"/>
                  <a:pt x="29521" y="17647"/>
                </a:cubicBezTo>
                <a:lnTo>
                  <a:pt x="29521" y="15045"/>
                </a:lnTo>
                <a:cubicBezTo>
                  <a:pt x="29488" y="14978"/>
                  <a:pt x="29454" y="14911"/>
                  <a:pt x="29388" y="14845"/>
                </a:cubicBezTo>
                <a:lnTo>
                  <a:pt x="28053" y="13877"/>
                </a:lnTo>
                <a:cubicBezTo>
                  <a:pt x="28153" y="13811"/>
                  <a:pt x="28254" y="13744"/>
                  <a:pt x="28387" y="13744"/>
                </a:cubicBezTo>
                <a:lnTo>
                  <a:pt x="32323" y="13477"/>
                </a:lnTo>
                <a:cubicBezTo>
                  <a:pt x="32523" y="13477"/>
                  <a:pt x="32690" y="13310"/>
                  <a:pt x="32690" y="13110"/>
                </a:cubicBezTo>
                <a:lnTo>
                  <a:pt x="32690" y="8340"/>
                </a:lnTo>
                <a:cubicBezTo>
                  <a:pt x="32690" y="8140"/>
                  <a:pt x="32523" y="7973"/>
                  <a:pt x="32323" y="7973"/>
                </a:cubicBezTo>
                <a:lnTo>
                  <a:pt x="28387" y="7706"/>
                </a:lnTo>
                <a:cubicBezTo>
                  <a:pt x="28254" y="7706"/>
                  <a:pt x="28153" y="7639"/>
                  <a:pt x="28053" y="7573"/>
                </a:cubicBezTo>
                <a:lnTo>
                  <a:pt x="29388" y="6605"/>
                </a:lnTo>
                <a:cubicBezTo>
                  <a:pt x="29454" y="6539"/>
                  <a:pt x="29521" y="6472"/>
                  <a:pt x="29521" y="6405"/>
                </a:cubicBezTo>
                <a:lnTo>
                  <a:pt x="29521" y="3837"/>
                </a:lnTo>
                <a:cubicBezTo>
                  <a:pt x="29521" y="3737"/>
                  <a:pt x="29454" y="3670"/>
                  <a:pt x="29388" y="3637"/>
                </a:cubicBezTo>
                <a:lnTo>
                  <a:pt x="26419" y="1935"/>
                </a:lnTo>
                <a:cubicBezTo>
                  <a:pt x="26312" y="1864"/>
                  <a:pt x="26195" y="1831"/>
                  <a:pt x="26079" y="1831"/>
                </a:cubicBezTo>
                <a:cubicBezTo>
                  <a:pt x="25978" y="1831"/>
                  <a:pt x="25878" y="1856"/>
                  <a:pt x="25785" y="1902"/>
                </a:cubicBezTo>
                <a:lnTo>
                  <a:pt x="22783" y="3270"/>
                </a:lnTo>
                <a:cubicBezTo>
                  <a:pt x="22635" y="3333"/>
                  <a:pt x="22487" y="3356"/>
                  <a:pt x="22339" y="3356"/>
                </a:cubicBezTo>
                <a:cubicBezTo>
                  <a:pt x="22253" y="3356"/>
                  <a:pt x="22168" y="3349"/>
                  <a:pt x="22082" y="3336"/>
                </a:cubicBezTo>
                <a:cubicBezTo>
                  <a:pt x="21315" y="3070"/>
                  <a:pt x="20548" y="2903"/>
                  <a:pt x="19747" y="2769"/>
                </a:cubicBezTo>
                <a:cubicBezTo>
                  <a:pt x="19547" y="2703"/>
                  <a:pt x="19381" y="2569"/>
                  <a:pt x="19347" y="2336"/>
                </a:cubicBezTo>
                <a:lnTo>
                  <a:pt x="18980" y="368"/>
                </a:lnTo>
                <a:cubicBezTo>
                  <a:pt x="18914" y="167"/>
                  <a:pt x="18747" y="1"/>
                  <a:pt x="18513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1">
            <a:extLst>
              <a:ext uri="{FF2B5EF4-FFF2-40B4-BE49-F238E27FC236}">
                <a16:creationId xmlns:a16="http://schemas.microsoft.com/office/drawing/2014/main" id="{0287D75F-E5AC-7A32-6E31-4D1054FD8302}"/>
              </a:ext>
            </a:extLst>
          </p:cNvPr>
          <p:cNvSpPr/>
          <p:nvPr/>
        </p:nvSpPr>
        <p:spPr>
          <a:xfrm>
            <a:off x="1770229" y="4200498"/>
            <a:ext cx="89582" cy="154952"/>
          </a:xfrm>
          <a:custGeom>
            <a:avLst/>
            <a:gdLst/>
            <a:ahLst/>
            <a:cxnLst/>
            <a:rect l="l" t="t" r="r" b="b"/>
            <a:pathLst>
              <a:path w="5805" h="10041" extrusionOk="0">
                <a:moveTo>
                  <a:pt x="3169" y="0"/>
                </a:moveTo>
                <a:lnTo>
                  <a:pt x="3169" y="2535"/>
                </a:lnTo>
                <a:cubicBezTo>
                  <a:pt x="3169" y="2602"/>
                  <a:pt x="3202" y="2669"/>
                  <a:pt x="3269" y="2735"/>
                </a:cubicBezTo>
                <a:lnTo>
                  <a:pt x="4637" y="3703"/>
                </a:lnTo>
                <a:cubicBezTo>
                  <a:pt x="4703" y="3636"/>
                  <a:pt x="4770" y="3569"/>
                  <a:pt x="4837" y="3503"/>
                </a:cubicBezTo>
                <a:cubicBezTo>
                  <a:pt x="5070" y="3069"/>
                  <a:pt x="5337" y="2669"/>
                  <a:pt x="5671" y="2335"/>
                </a:cubicBezTo>
                <a:cubicBezTo>
                  <a:pt x="5804" y="2168"/>
                  <a:pt x="5771" y="1935"/>
                  <a:pt x="5604" y="1835"/>
                </a:cubicBezTo>
                <a:lnTo>
                  <a:pt x="3269" y="167"/>
                </a:lnTo>
                <a:cubicBezTo>
                  <a:pt x="3202" y="134"/>
                  <a:pt x="3169" y="67"/>
                  <a:pt x="3169" y="0"/>
                </a:cubicBezTo>
                <a:close/>
                <a:moveTo>
                  <a:pt x="0" y="6672"/>
                </a:moveTo>
                <a:lnTo>
                  <a:pt x="0" y="9240"/>
                </a:lnTo>
                <a:cubicBezTo>
                  <a:pt x="0" y="9440"/>
                  <a:pt x="133" y="9607"/>
                  <a:pt x="367" y="9640"/>
                </a:cubicBezTo>
                <a:lnTo>
                  <a:pt x="4303" y="9874"/>
                </a:lnTo>
                <a:cubicBezTo>
                  <a:pt x="4437" y="9907"/>
                  <a:pt x="4537" y="9941"/>
                  <a:pt x="4637" y="10041"/>
                </a:cubicBezTo>
                <a:lnTo>
                  <a:pt x="5637" y="9307"/>
                </a:lnTo>
                <a:cubicBezTo>
                  <a:pt x="5804" y="9207"/>
                  <a:pt x="5804" y="8973"/>
                  <a:pt x="5671" y="8840"/>
                </a:cubicBezTo>
                <a:cubicBezTo>
                  <a:pt x="5337" y="8473"/>
                  <a:pt x="5070" y="8106"/>
                  <a:pt x="4837" y="7672"/>
                </a:cubicBezTo>
                <a:cubicBezTo>
                  <a:pt x="4703" y="7472"/>
                  <a:pt x="4503" y="7339"/>
                  <a:pt x="4303" y="7305"/>
                </a:cubicBezTo>
                <a:lnTo>
                  <a:pt x="367" y="7072"/>
                </a:lnTo>
                <a:cubicBezTo>
                  <a:pt x="133" y="7038"/>
                  <a:pt x="0" y="6872"/>
                  <a:pt x="0" y="6672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1">
            <a:extLst>
              <a:ext uri="{FF2B5EF4-FFF2-40B4-BE49-F238E27FC236}">
                <a16:creationId xmlns:a16="http://schemas.microsoft.com/office/drawing/2014/main" id="{4C479B05-3D2D-7D78-7F8A-E5FD9E60BCA0}"/>
              </a:ext>
            </a:extLst>
          </p:cNvPr>
          <p:cNvSpPr/>
          <p:nvPr/>
        </p:nvSpPr>
        <p:spPr>
          <a:xfrm>
            <a:off x="1908175" y="4223662"/>
            <a:ext cx="227544" cy="75678"/>
          </a:xfrm>
          <a:custGeom>
            <a:avLst/>
            <a:gdLst/>
            <a:ahLst/>
            <a:cxnLst/>
            <a:rect l="l" t="t" r="r" b="b"/>
            <a:pathLst>
              <a:path w="14745" h="4904" extrusionOk="0">
                <a:moveTo>
                  <a:pt x="7406" y="0"/>
                </a:moveTo>
                <a:cubicBezTo>
                  <a:pt x="5596" y="0"/>
                  <a:pt x="3787" y="400"/>
                  <a:pt x="2402" y="1201"/>
                </a:cubicBezTo>
                <a:cubicBezTo>
                  <a:pt x="635" y="2202"/>
                  <a:pt x="1" y="3603"/>
                  <a:pt x="468" y="4904"/>
                </a:cubicBezTo>
                <a:cubicBezTo>
                  <a:pt x="668" y="4203"/>
                  <a:pt x="1302" y="3503"/>
                  <a:pt x="2402" y="2869"/>
                </a:cubicBezTo>
                <a:cubicBezTo>
                  <a:pt x="3770" y="2068"/>
                  <a:pt x="5580" y="1668"/>
                  <a:pt x="7394" y="1668"/>
                </a:cubicBezTo>
                <a:cubicBezTo>
                  <a:pt x="9207" y="1668"/>
                  <a:pt x="11025" y="2068"/>
                  <a:pt x="12410" y="2869"/>
                </a:cubicBezTo>
                <a:cubicBezTo>
                  <a:pt x="13244" y="3303"/>
                  <a:pt x="13911" y="3936"/>
                  <a:pt x="14378" y="4770"/>
                </a:cubicBezTo>
                <a:cubicBezTo>
                  <a:pt x="14745" y="3503"/>
                  <a:pt x="14077" y="2168"/>
                  <a:pt x="12410" y="1201"/>
                </a:cubicBezTo>
                <a:cubicBezTo>
                  <a:pt x="11025" y="400"/>
                  <a:pt x="9216" y="0"/>
                  <a:pt x="7406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41">
            <a:extLst>
              <a:ext uri="{FF2B5EF4-FFF2-40B4-BE49-F238E27FC236}">
                <a16:creationId xmlns:a16="http://schemas.microsoft.com/office/drawing/2014/main" id="{F7A8F173-06FD-9FCE-E02B-F618254AECB1}"/>
              </a:ext>
            </a:extLst>
          </p:cNvPr>
          <p:cNvSpPr/>
          <p:nvPr/>
        </p:nvSpPr>
        <p:spPr>
          <a:xfrm>
            <a:off x="1872666" y="4201007"/>
            <a:ext cx="402048" cy="271293"/>
          </a:xfrm>
          <a:custGeom>
            <a:avLst/>
            <a:gdLst/>
            <a:ahLst/>
            <a:cxnLst/>
            <a:rect l="l" t="t" r="r" b="b"/>
            <a:pathLst>
              <a:path w="26053" h="17580" extrusionOk="0">
                <a:moveTo>
                  <a:pt x="22883" y="0"/>
                </a:moveTo>
                <a:cubicBezTo>
                  <a:pt x="22850" y="34"/>
                  <a:pt x="22850" y="67"/>
                  <a:pt x="22816" y="67"/>
                </a:cubicBezTo>
                <a:cubicBezTo>
                  <a:pt x="22816" y="101"/>
                  <a:pt x="22783" y="101"/>
                  <a:pt x="22783" y="134"/>
                </a:cubicBezTo>
                <a:lnTo>
                  <a:pt x="20415" y="1802"/>
                </a:lnTo>
                <a:cubicBezTo>
                  <a:pt x="20415" y="1835"/>
                  <a:pt x="20381" y="1835"/>
                  <a:pt x="20381" y="1868"/>
                </a:cubicBezTo>
                <a:cubicBezTo>
                  <a:pt x="20315" y="1902"/>
                  <a:pt x="20315" y="1969"/>
                  <a:pt x="20281" y="2002"/>
                </a:cubicBezTo>
                <a:cubicBezTo>
                  <a:pt x="20281" y="2035"/>
                  <a:pt x="20281" y="2069"/>
                  <a:pt x="20281" y="2102"/>
                </a:cubicBezTo>
                <a:cubicBezTo>
                  <a:pt x="20281" y="2102"/>
                  <a:pt x="20281" y="2135"/>
                  <a:pt x="20281" y="2169"/>
                </a:cubicBezTo>
                <a:cubicBezTo>
                  <a:pt x="20315" y="2202"/>
                  <a:pt x="20348" y="2235"/>
                  <a:pt x="20381" y="2302"/>
                </a:cubicBezTo>
                <a:cubicBezTo>
                  <a:pt x="20381" y="2302"/>
                  <a:pt x="20415" y="2335"/>
                  <a:pt x="20415" y="2335"/>
                </a:cubicBezTo>
                <a:cubicBezTo>
                  <a:pt x="20715" y="2669"/>
                  <a:pt x="20982" y="3036"/>
                  <a:pt x="21215" y="3436"/>
                </a:cubicBezTo>
                <a:cubicBezTo>
                  <a:pt x="21249" y="3536"/>
                  <a:pt x="21315" y="3603"/>
                  <a:pt x="21382" y="3670"/>
                </a:cubicBezTo>
                <a:lnTo>
                  <a:pt x="22750" y="2702"/>
                </a:lnTo>
                <a:cubicBezTo>
                  <a:pt x="22816" y="2636"/>
                  <a:pt x="22850" y="2569"/>
                  <a:pt x="22883" y="2502"/>
                </a:cubicBezTo>
                <a:lnTo>
                  <a:pt x="22883" y="0"/>
                </a:lnTo>
                <a:close/>
                <a:moveTo>
                  <a:pt x="26052" y="6705"/>
                </a:moveTo>
                <a:cubicBezTo>
                  <a:pt x="26019" y="6872"/>
                  <a:pt x="25885" y="7005"/>
                  <a:pt x="25685" y="7039"/>
                </a:cubicBezTo>
                <a:lnTo>
                  <a:pt x="21749" y="7306"/>
                </a:lnTo>
                <a:cubicBezTo>
                  <a:pt x="21682" y="7306"/>
                  <a:pt x="21616" y="7306"/>
                  <a:pt x="21549" y="7339"/>
                </a:cubicBezTo>
                <a:lnTo>
                  <a:pt x="21549" y="9908"/>
                </a:lnTo>
                <a:cubicBezTo>
                  <a:pt x="21616" y="9874"/>
                  <a:pt x="21682" y="9874"/>
                  <a:pt x="21749" y="9841"/>
                </a:cubicBezTo>
                <a:lnTo>
                  <a:pt x="25685" y="9607"/>
                </a:lnTo>
                <a:cubicBezTo>
                  <a:pt x="25885" y="9574"/>
                  <a:pt x="26052" y="9407"/>
                  <a:pt x="26052" y="9207"/>
                </a:cubicBezTo>
                <a:lnTo>
                  <a:pt x="26052" y="6705"/>
                </a:lnTo>
                <a:close/>
                <a:moveTo>
                  <a:pt x="3569" y="11642"/>
                </a:moveTo>
                <a:cubicBezTo>
                  <a:pt x="3469" y="11642"/>
                  <a:pt x="3369" y="11675"/>
                  <a:pt x="3269" y="11709"/>
                </a:cubicBezTo>
                <a:lnTo>
                  <a:pt x="267" y="13110"/>
                </a:lnTo>
                <a:cubicBezTo>
                  <a:pt x="200" y="13143"/>
                  <a:pt x="100" y="13177"/>
                  <a:pt x="0" y="13177"/>
                </a:cubicBezTo>
                <a:lnTo>
                  <a:pt x="0" y="15712"/>
                </a:lnTo>
                <a:cubicBezTo>
                  <a:pt x="100" y="15712"/>
                  <a:pt x="167" y="15712"/>
                  <a:pt x="267" y="15678"/>
                </a:cubicBezTo>
                <a:lnTo>
                  <a:pt x="3269" y="14277"/>
                </a:lnTo>
                <a:cubicBezTo>
                  <a:pt x="3369" y="14244"/>
                  <a:pt x="3469" y="14211"/>
                  <a:pt x="3569" y="14211"/>
                </a:cubicBezTo>
                <a:lnTo>
                  <a:pt x="3569" y="11642"/>
                </a:lnTo>
                <a:close/>
                <a:moveTo>
                  <a:pt x="22883" y="11175"/>
                </a:moveTo>
                <a:cubicBezTo>
                  <a:pt x="22850" y="11242"/>
                  <a:pt x="22816" y="11309"/>
                  <a:pt x="22716" y="11375"/>
                </a:cubicBezTo>
                <a:lnTo>
                  <a:pt x="19781" y="13076"/>
                </a:lnTo>
                <a:cubicBezTo>
                  <a:pt x="19659" y="13125"/>
                  <a:pt x="19555" y="13156"/>
                  <a:pt x="19442" y="13156"/>
                </a:cubicBezTo>
                <a:cubicBezTo>
                  <a:pt x="19401" y="13156"/>
                  <a:pt x="19359" y="13152"/>
                  <a:pt x="19314" y="13143"/>
                </a:cubicBezTo>
                <a:lnTo>
                  <a:pt x="19314" y="15712"/>
                </a:lnTo>
                <a:cubicBezTo>
                  <a:pt x="19481" y="15712"/>
                  <a:pt x="19614" y="15712"/>
                  <a:pt x="19781" y="15612"/>
                </a:cubicBezTo>
                <a:lnTo>
                  <a:pt x="22716" y="13910"/>
                </a:lnTo>
                <a:cubicBezTo>
                  <a:pt x="22816" y="13877"/>
                  <a:pt x="22850" y="13810"/>
                  <a:pt x="22883" y="13744"/>
                </a:cubicBezTo>
                <a:lnTo>
                  <a:pt x="22883" y="11175"/>
                </a:lnTo>
                <a:close/>
                <a:moveTo>
                  <a:pt x="12242" y="14778"/>
                </a:moveTo>
                <a:cubicBezTo>
                  <a:pt x="12142" y="14911"/>
                  <a:pt x="12009" y="14978"/>
                  <a:pt x="11875" y="14978"/>
                </a:cubicBezTo>
                <a:lnTo>
                  <a:pt x="7539" y="14978"/>
                </a:lnTo>
                <a:cubicBezTo>
                  <a:pt x="7439" y="14978"/>
                  <a:pt x="7339" y="14944"/>
                  <a:pt x="7272" y="14878"/>
                </a:cubicBezTo>
                <a:lnTo>
                  <a:pt x="7272" y="17480"/>
                </a:lnTo>
                <a:cubicBezTo>
                  <a:pt x="7339" y="17546"/>
                  <a:pt x="7439" y="17580"/>
                  <a:pt x="7539" y="17580"/>
                </a:cubicBezTo>
                <a:lnTo>
                  <a:pt x="11875" y="17580"/>
                </a:lnTo>
                <a:cubicBezTo>
                  <a:pt x="12042" y="17580"/>
                  <a:pt x="12175" y="17480"/>
                  <a:pt x="12242" y="17346"/>
                </a:cubicBezTo>
                <a:lnTo>
                  <a:pt x="12242" y="14778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1">
            <a:extLst>
              <a:ext uri="{FF2B5EF4-FFF2-40B4-BE49-F238E27FC236}">
                <a16:creationId xmlns:a16="http://schemas.microsoft.com/office/drawing/2014/main" id="{9CC12573-6BF3-FAC5-BEC8-340700501184}"/>
              </a:ext>
            </a:extLst>
          </p:cNvPr>
          <p:cNvSpPr/>
          <p:nvPr/>
        </p:nvSpPr>
        <p:spPr>
          <a:xfrm>
            <a:off x="1872666" y="4201007"/>
            <a:ext cx="402048" cy="271293"/>
          </a:xfrm>
          <a:custGeom>
            <a:avLst/>
            <a:gdLst/>
            <a:ahLst/>
            <a:cxnLst/>
            <a:rect l="l" t="t" r="r" b="b"/>
            <a:pathLst>
              <a:path w="26053" h="17580" extrusionOk="0">
                <a:moveTo>
                  <a:pt x="22883" y="0"/>
                </a:moveTo>
                <a:cubicBezTo>
                  <a:pt x="22850" y="34"/>
                  <a:pt x="22850" y="67"/>
                  <a:pt x="22816" y="67"/>
                </a:cubicBezTo>
                <a:cubicBezTo>
                  <a:pt x="22816" y="101"/>
                  <a:pt x="22783" y="101"/>
                  <a:pt x="22783" y="134"/>
                </a:cubicBezTo>
                <a:lnTo>
                  <a:pt x="20415" y="1802"/>
                </a:lnTo>
                <a:cubicBezTo>
                  <a:pt x="20415" y="1835"/>
                  <a:pt x="20381" y="1835"/>
                  <a:pt x="20381" y="1868"/>
                </a:cubicBezTo>
                <a:cubicBezTo>
                  <a:pt x="20315" y="1902"/>
                  <a:pt x="20315" y="1969"/>
                  <a:pt x="20281" y="2002"/>
                </a:cubicBezTo>
                <a:cubicBezTo>
                  <a:pt x="20281" y="2035"/>
                  <a:pt x="20281" y="2069"/>
                  <a:pt x="20281" y="2102"/>
                </a:cubicBezTo>
                <a:cubicBezTo>
                  <a:pt x="20281" y="2102"/>
                  <a:pt x="20281" y="2135"/>
                  <a:pt x="20281" y="2169"/>
                </a:cubicBezTo>
                <a:cubicBezTo>
                  <a:pt x="20315" y="2202"/>
                  <a:pt x="20348" y="2235"/>
                  <a:pt x="20381" y="2302"/>
                </a:cubicBezTo>
                <a:cubicBezTo>
                  <a:pt x="20381" y="2302"/>
                  <a:pt x="20415" y="2335"/>
                  <a:pt x="20415" y="2335"/>
                </a:cubicBezTo>
                <a:cubicBezTo>
                  <a:pt x="20715" y="2669"/>
                  <a:pt x="20982" y="3036"/>
                  <a:pt x="21215" y="3436"/>
                </a:cubicBezTo>
                <a:cubicBezTo>
                  <a:pt x="21249" y="3536"/>
                  <a:pt x="21315" y="3603"/>
                  <a:pt x="21382" y="3670"/>
                </a:cubicBezTo>
                <a:lnTo>
                  <a:pt x="22750" y="2702"/>
                </a:lnTo>
                <a:cubicBezTo>
                  <a:pt x="22816" y="2636"/>
                  <a:pt x="22850" y="2569"/>
                  <a:pt x="22883" y="2502"/>
                </a:cubicBezTo>
                <a:lnTo>
                  <a:pt x="22883" y="0"/>
                </a:lnTo>
                <a:close/>
                <a:moveTo>
                  <a:pt x="26052" y="6705"/>
                </a:moveTo>
                <a:cubicBezTo>
                  <a:pt x="26019" y="6872"/>
                  <a:pt x="25885" y="7005"/>
                  <a:pt x="25685" y="7039"/>
                </a:cubicBezTo>
                <a:lnTo>
                  <a:pt x="21749" y="7306"/>
                </a:lnTo>
                <a:cubicBezTo>
                  <a:pt x="21682" y="7306"/>
                  <a:pt x="21616" y="7306"/>
                  <a:pt x="21549" y="7339"/>
                </a:cubicBezTo>
                <a:lnTo>
                  <a:pt x="21549" y="9908"/>
                </a:lnTo>
                <a:cubicBezTo>
                  <a:pt x="21616" y="9874"/>
                  <a:pt x="21682" y="9874"/>
                  <a:pt x="21749" y="9841"/>
                </a:cubicBezTo>
                <a:lnTo>
                  <a:pt x="25685" y="9607"/>
                </a:lnTo>
                <a:cubicBezTo>
                  <a:pt x="25885" y="9574"/>
                  <a:pt x="26052" y="9407"/>
                  <a:pt x="26052" y="9207"/>
                </a:cubicBezTo>
                <a:lnTo>
                  <a:pt x="26052" y="6705"/>
                </a:lnTo>
                <a:close/>
                <a:moveTo>
                  <a:pt x="3569" y="11642"/>
                </a:moveTo>
                <a:cubicBezTo>
                  <a:pt x="3469" y="11642"/>
                  <a:pt x="3369" y="11675"/>
                  <a:pt x="3269" y="11709"/>
                </a:cubicBezTo>
                <a:lnTo>
                  <a:pt x="267" y="13110"/>
                </a:lnTo>
                <a:cubicBezTo>
                  <a:pt x="200" y="13143"/>
                  <a:pt x="100" y="13177"/>
                  <a:pt x="0" y="13177"/>
                </a:cubicBezTo>
                <a:lnTo>
                  <a:pt x="0" y="15712"/>
                </a:lnTo>
                <a:cubicBezTo>
                  <a:pt x="100" y="15712"/>
                  <a:pt x="167" y="15712"/>
                  <a:pt x="267" y="15678"/>
                </a:cubicBezTo>
                <a:lnTo>
                  <a:pt x="3269" y="14277"/>
                </a:lnTo>
                <a:cubicBezTo>
                  <a:pt x="3369" y="14244"/>
                  <a:pt x="3469" y="14211"/>
                  <a:pt x="3569" y="14211"/>
                </a:cubicBezTo>
                <a:lnTo>
                  <a:pt x="3569" y="11642"/>
                </a:lnTo>
                <a:close/>
                <a:moveTo>
                  <a:pt x="22883" y="11175"/>
                </a:moveTo>
                <a:cubicBezTo>
                  <a:pt x="22850" y="11242"/>
                  <a:pt x="22816" y="11309"/>
                  <a:pt x="22716" y="11375"/>
                </a:cubicBezTo>
                <a:lnTo>
                  <a:pt x="19781" y="13076"/>
                </a:lnTo>
                <a:cubicBezTo>
                  <a:pt x="19659" y="13125"/>
                  <a:pt x="19555" y="13156"/>
                  <a:pt x="19442" y="13156"/>
                </a:cubicBezTo>
                <a:cubicBezTo>
                  <a:pt x="19401" y="13156"/>
                  <a:pt x="19359" y="13152"/>
                  <a:pt x="19314" y="13143"/>
                </a:cubicBezTo>
                <a:lnTo>
                  <a:pt x="19314" y="15712"/>
                </a:lnTo>
                <a:cubicBezTo>
                  <a:pt x="19481" y="15712"/>
                  <a:pt x="19614" y="15712"/>
                  <a:pt x="19781" y="15612"/>
                </a:cubicBezTo>
                <a:lnTo>
                  <a:pt x="22716" y="13910"/>
                </a:lnTo>
                <a:cubicBezTo>
                  <a:pt x="22816" y="13877"/>
                  <a:pt x="22850" y="13810"/>
                  <a:pt x="22883" y="13744"/>
                </a:cubicBezTo>
                <a:lnTo>
                  <a:pt x="22883" y="11175"/>
                </a:lnTo>
                <a:close/>
                <a:moveTo>
                  <a:pt x="12242" y="14778"/>
                </a:moveTo>
                <a:cubicBezTo>
                  <a:pt x="12142" y="14911"/>
                  <a:pt x="12009" y="14978"/>
                  <a:pt x="11875" y="14978"/>
                </a:cubicBezTo>
                <a:lnTo>
                  <a:pt x="7539" y="14978"/>
                </a:lnTo>
                <a:cubicBezTo>
                  <a:pt x="7439" y="14978"/>
                  <a:pt x="7339" y="14944"/>
                  <a:pt x="7272" y="14878"/>
                </a:cubicBezTo>
                <a:lnTo>
                  <a:pt x="7272" y="17480"/>
                </a:lnTo>
                <a:cubicBezTo>
                  <a:pt x="7339" y="17546"/>
                  <a:pt x="7439" y="17580"/>
                  <a:pt x="7539" y="17580"/>
                </a:cubicBezTo>
                <a:lnTo>
                  <a:pt x="11875" y="17580"/>
                </a:lnTo>
                <a:cubicBezTo>
                  <a:pt x="12042" y="17580"/>
                  <a:pt x="12175" y="17480"/>
                  <a:pt x="12242" y="17346"/>
                </a:cubicBezTo>
                <a:lnTo>
                  <a:pt x="12242" y="1477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41">
            <a:extLst>
              <a:ext uri="{FF2B5EF4-FFF2-40B4-BE49-F238E27FC236}">
                <a16:creationId xmlns:a16="http://schemas.microsoft.com/office/drawing/2014/main" id="{89733D45-045C-17D2-7348-43D2E9E2D580}"/>
              </a:ext>
            </a:extLst>
          </p:cNvPr>
          <p:cNvSpPr/>
          <p:nvPr/>
        </p:nvSpPr>
        <p:spPr>
          <a:xfrm>
            <a:off x="1770738" y="4140777"/>
            <a:ext cx="503451" cy="291895"/>
          </a:xfrm>
          <a:custGeom>
            <a:avLst/>
            <a:gdLst/>
            <a:ahLst/>
            <a:cxnLst/>
            <a:rect l="l" t="t" r="r" b="b"/>
            <a:pathLst>
              <a:path w="32624" h="18915" extrusionOk="0">
                <a:moveTo>
                  <a:pt x="16300" y="5371"/>
                </a:moveTo>
                <a:cubicBezTo>
                  <a:pt x="18113" y="5371"/>
                  <a:pt x="19931" y="5771"/>
                  <a:pt x="21316" y="6572"/>
                </a:cubicBezTo>
                <a:cubicBezTo>
                  <a:pt x="24051" y="8173"/>
                  <a:pt x="24051" y="10742"/>
                  <a:pt x="21316" y="12343"/>
                </a:cubicBezTo>
                <a:cubicBezTo>
                  <a:pt x="19939" y="13139"/>
                  <a:pt x="18141" y="13531"/>
                  <a:pt x="16341" y="13531"/>
                </a:cubicBezTo>
                <a:cubicBezTo>
                  <a:pt x="14521" y="13531"/>
                  <a:pt x="12700" y="13131"/>
                  <a:pt x="11308" y="12343"/>
                </a:cubicBezTo>
                <a:cubicBezTo>
                  <a:pt x="8540" y="10742"/>
                  <a:pt x="8540" y="8173"/>
                  <a:pt x="11308" y="6572"/>
                </a:cubicBezTo>
                <a:cubicBezTo>
                  <a:pt x="12676" y="5771"/>
                  <a:pt x="14486" y="5371"/>
                  <a:pt x="16300" y="5371"/>
                </a:cubicBezTo>
                <a:close/>
                <a:moveTo>
                  <a:pt x="14144" y="1"/>
                </a:moveTo>
                <a:cubicBezTo>
                  <a:pt x="13910" y="1"/>
                  <a:pt x="13744" y="167"/>
                  <a:pt x="13710" y="368"/>
                </a:cubicBezTo>
                <a:lnTo>
                  <a:pt x="13310" y="2336"/>
                </a:lnTo>
                <a:cubicBezTo>
                  <a:pt x="13277" y="2569"/>
                  <a:pt x="13110" y="2703"/>
                  <a:pt x="12910" y="2769"/>
                </a:cubicBezTo>
                <a:cubicBezTo>
                  <a:pt x="12109" y="2903"/>
                  <a:pt x="11342" y="3070"/>
                  <a:pt x="10575" y="3336"/>
                </a:cubicBezTo>
                <a:cubicBezTo>
                  <a:pt x="10489" y="3349"/>
                  <a:pt x="10404" y="3356"/>
                  <a:pt x="10320" y="3356"/>
                </a:cubicBezTo>
                <a:cubicBezTo>
                  <a:pt x="10175" y="3356"/>
                  <a:pt x="10034" y="3333"/>
                  <a:pt x="9907" y="3270"/>
                </a:cubicBezTo>
                <a:lnTo>
                  <a:pt x="6905" y="1902"/>
                </a:lnTo>
                <a:cubicBezTo>
                  <a:pt x="6797" y="1856"/>
                  <a:pt x="6689" y="1831"/>
                  <a:pt x="6584" y="1831"/>
                </a:cubicBezTo>
                <a:cubicBezTo>
                  <a:pt x="6462" y="1831"/>
                  <a:pt x="6345" y="1864"/>
                  <a:pt x="6238" y="1935"/>
                </a:cubicBezTo>
                <a:lnTo>
                  <a:pt x="3269" y="3637"/>
                </a:lnTo>
                <a:cubicBezTo>
                  <a:pt x="3069" y="3703"/>
                  <a:pt x="3069" y="3970"/>
                  <a:pt x="3269" y="4037"/>
                </a:cubicBezTo>
                <a:lnTo>
                  <a:pt x="5638" y="5738"/>
                </a:lnTo>
                <a:cubicBezTo>
                  <a:pt x="5771" y="5838"/>
                  <a:pt x="5805" y="6072"/>
                  <a:pt x="5671" y="6205"/>
                </a:cubicBezTo>
                <a:cubicBezTo>
                  <a:pt x="5338" y="6572"/>
                  <a:pt x="5071" y="6939"/>
                  <a:pt x="4837" y="7373"/>
                </a:cubicBezTo>
                <a:cubicBezTo>
                  <a:pt x="4704" y="7573"/>
                  <a:pt x="4537" y="7706"/>
                  <a:pt x="4303" y="7706"/>
                </a:cubicBezTo>
                <a:lnTo>
                  <a:pt x="367" y="7973"/>
                </a:lnTo>
                <a:cubicBezTo>
                  <a:pt x="167" y="8006"/>
                  <a:pt x="0" y="8173"/>
                  <a:pt x="0" y="8373"/>
                </a:cubicBezTo>
                <a:lnTo>
                  <a:pt x="0" y="10542"/>
                </a:lnTo>
                <a:cubicBezTo>
                  <a:pt x="0" y="10742"/>
                  <a:pt x="167" y="10908"/>
                  <a:pt x="367" y="10942"/>
                </a:cubicBezTo>
                <a:lnTo>
                  <a:pt x="4303" y="11175"/>
                </a:lnTo>
                <a:cubicBezTo>
                  <a:pt x="4537" y="11209"/>
                  <a:pt x="4704" y="11342"/>
                  <a:pt x="4837" y="11542"/>
                </a:cubicBezTo>
                <a:cubicBezTo>
                  <a:pt x="5071" y="11943"/>
                  <a:pt x="5338" y="12343"/>
                  <a:pt x="5671" y="12710"/>
                </a:cubicBezTo>
                <a:cubicBezTo>
                  <a:pt x="5805" y="12843"/>
                  <a:pt x="5771" y="13077"/>
                  <a:pt x="5638" y="13177"/>
                </a:cubicBezTo>
                <a:lnTo>
                  <a:pt x="3269" y="14878"/>
                </a:lnTo>
                <a:cubicBezTo>
                  <a:pt x="3069" y="14945"/>
                  <a:pt x="3069" y="15212"/>
                  <a:pt x="3269" y="15278"/>
                </a:cubicBezTo>
                <a:lnTo>
                  <a:pt x="6238" y="16979"/>
                </a:lnTo>
                <a:cubicBezTo>
                  <a:pt x="6354" y="17038"/>
                  <a:pt x="6482" y="17073"/>
                  <a:pt x="6608" y="17073"/>
                </a:cubicBezTo>
                <a:cubicBezTo>
                  <a:pt x="6698" y="17073"/>
                  <a:pt x="6788" y="17055"/>
                  <a:pt x="6872" y="17013"/>
                </a:cubicBezTo>
                <a:lnTo>
                  <a:pt x="9874" y="15645"/>
                </a:lnTo>
                <a:cubicBezTo>
                  <a:pt x="10022" y="15582"/>
                  <a:pt x="10170" y="15559"/>
                  <a:pt x="10318" y="15559"/>
                </a:cubicBezTo>
                <a:cubicBezTo>
                  <a:pt x="10404" y="15559"/>
                  <a:pt x="10489" y="15566"/>
                  <a:pt x="10575" y="15578"/>
                </a:cubicBezTo>
                <a:cubicBezTo>
                  <a:pt x="11342" y="15812"/>
                  <a:pt x="12109" y="16012"/>
                  <a:pt x="12910" y="16146"/>
                </a:cubicBezTo>
                <a:cubicBezTo>
                  <a:pt x="13110" y="16179"/>
                  <a:pt x="13277" y="16346"/>
                  <a:pt x="13310" y="16546"/>
                </a:cubicBezTo>
                <a:lnTo>
                  <a:pt x="13710" y="18547"/>
                </a:lnTo>
                <a:cubicBezTo>
                  <a:pt x="13744" y="18747"/>
                  <a:pt x="13910" y="18881"/>
                  <a:pt x="14144" y="18914"/>
                </a:cubicBezTo>
                <a:lnTo>
                  <a:pt x="18480" y="18914"/>
                </a:lnTo>
                <a:cubicBezTo>
                  <a:pt x="18680" y="18881"/>
                  <a:pt x="18881" y="18747"/>
                  <a:pt x="18914" y="18547"/>
                </a:cubicBezTo>
                <a:lnTo>
                  <a:pt x="19281" y="16546"/>
                </a:lnTo>
                <a:cubicBezTo>
                  <a:pt x="19348" y="16346"/>
                  <a:pt x="19514" y="16179"/>
                  <a:pt x="19714" y="16146"/>
                </a:cubicBezTo>
                <a:cubicBezTo>
                  <a:pt x="20482" y="16012"/>
                  <a:pt x="21282" y="15812"/>
                  <a:pt x="22049" y="15578"/>
                </a:cubicBezTo>
                <a:cubicBezTo>
                  <a:pt x="22123" y="15566"/>
                  <a:pt x="22205" y="15559"/>
                  <a:pt x="22290" y="15559"/>
                </a:cubicBezTo>
                <a:cubicBezTo>
                  <a:pt x="22436" y="15559"/>
                  <a:pt x="22590" y="15582"/>
                  <a:pt x="22717" y="15645"/>
                </a:cubicBezTo>
                <a:lnTo>
                  <a:pt x="25719" y="17013"/>
                </a:lnTo>
                <a:cubicBezTo>
                  <a:pt x="25803" y="17055"/>
                  <a:pt x="25898" y="17073"/>
                  <a:pt x="25996" y="17073"/>
                </a:cubicBezTo>
                <a:cubicBezTo>
                  <a:pt x="26131" y="17073"/>
                  <a:pt x="26270" y="17038"/>
                  <a:pt x="26386" y="16979"/>
                </a:cubicBezTo>
                <a:lnTo>
                  <a:pt x="29321" y="15278"/>
                </a:lnTo>
                <a:cubicBezTo>
                  <a:pt x="29521" y="15212"/>
                  <a:pt x="29521" y="14945"/>
                  <a:pt x="29321" y="14878"/>
                </a:cubicBezTo>
                <a:lnTo>
                  <a:pt x="26986" y="13177"/>
                </a:lnTo>
                <a:cubicBezTo>
                  <a:pt x="26820" y="13077"/>
                  <a:pt x="26786" y="12843"/>
                  <a:pt x="26953" y="12710"/>
                </a:cubicBezTo>
                <a:cubicBezTo>
                  <a:pt x="27253" y="12343"/>
                  <a:pt x="27553" y="11943"/>
                  <a:pt x="27787" y="11542"/>
                </a:cubicBezTo>
                <a:cubicBezTo>
                  <a:pt x="27887" y="11342"/>
                  <a:pt x="28087" y="11209"/>
                  <a:pt x="28321" y="11175"/>
                </a:cubicBezTo>
                <a:lnTo>
                  <a:pt x="32257" y="10942"/>
                </a:lnTo>
                <a:cubicBezTo>
                  <a:pt x="32457" y="10908"/>
                  <a:pt x="32624" y="10742"/>
                  <a:pt x="32624" y="10542"/>
                </a:cubicBezTo>
                <a:lnTo>
                  <a:pt x="32624" y="8340"/>
                </a:lnTo>
                <a:cubicBezTo>
                  <a:pt x="32624" y="8140"/>
                  <a:pt x="32457" y="7973"/>
                  <a:pt x="32257" y="7940"/>
                </a:cubicBezTo>
                <a:lnTo>
                  <a:pt x="28321" y="7706"/>
                </a:lnTo>
                <a:cubicBezTo>
                  <a:pt x="28087" y="7673"/>
                  <a:pt x="27887" y="7539"/>
                  <a:pt x="27787" y="7339"/>
                </a:cubicBezTo>
                <a:cubicBezTo>
                  <a:pt x="27553" y="6939"/>
                  <a:pt x="27253" y="6539"/>
                  <a:pt x="26953" y="6172"/>
                </a:cubicBezTo>
                <a:cubicBezTo>
                  <a:pt x="26786" y="6038"/>
                  <a:pt x="26820" y="5805"/>
                  <a:pt x="26986" y="5705"/>
                </a:cubicBezTo>
                <a:lnTo>
                  <a:pt x="29321" y="4004"/>
                </a:lnTo>
                <a:cubicBezTo>
                  <a:pt x="29521" y="3937"/>
                  <a:pt x="29521" y="3670"/>
                  <a:pt x="29321" y="3603"/>
                </a:cubicBezTo>
                <a:lnTo>
                  <a:pt x="26386" y="1902"/>
                </a:lnTo>
                <a:cubicBezTo>
                  <a:pt x="26286" y="1852"/>
                  <a:pt x="26177" y="1827"/>
                  <a:pt x="26069" y="1827"/>
                </a:cubicBezTo>
                <a:cubicBezTo>
                  <a:pt x="25961" y="1827"/>
                  <a:pt x="25852" y="1852"/>
                  <a:pt x="25752" y="1902"/>
                </a:cubicBezTo>
                <a:lnTo>
                  <a:pt x="22750" y="3270"/>
                </a:lnTo>
                <a:cubicBezTo>
                  <a:pt x="22602" y="3333"/>
                  <a:pt x="22454" y="3356"/>
                  <a:pt x="22306" y="3356"/>
                </a:cubicBezTo>
                <a:cubicBezTo>
                  <a:pt x="22220" y="3356"/>
                  <a:pt x="22135" y="3349"/>
                  <a:pt x="22049" y="3336"/>
                </a:cubicBezTo>
                <a:cubicBezTo>
                  <a:pt x="21282" y="3070"/>
                  <a:pt x="20515" y="2903"/>
                  <a:pt x="19714" y="2769"/>
                </a:cubicBezTo>
                <a:cubicBezTo>
                  <a:pt x="19514" y="2703"/>
                  <a:pt x="19348" y="2569"/>
                  <a:pt x="19314" y="2336"/>
                </a:cubicBezTo>
                <a:lnTo>
                  <a:pt x="18947" y="368"/>
                </a:lnTo>
                <a:cubicBezTo>
                  <a:pt x="18881" y="167"/>
                  <a:pt x="18714" y="1"/>
                  <a:pt x="1848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41">
            <a:extLst>
              <a:ext uri="{FF2B5EF4-FFF2-40B4-BE49-F238E27FC236}">
                <a16:creationId xmlns:a16="http://schemas.microsoft.com/office/drawing/2014/main" id="{80F73318-D5B0-9C74-7485-2C906DEAED1F}"/>
              </a:ext>
            </a:extLst>
          </p:cNvPr>
          <p:cNvSpPr/>
          <p:nvPr/>
        </p:nvSpPr>
        <p:spPr>
          <a:xfrm>
            <a:off x="2164530" y="3968850"/>
            <a:ext cx="396385" cy="242466"/>
          </a:xfrm>
          <a:custGeom>
            <a:avLst/>
            <a:gdLst/>
            <a:ahLst/>
            <a:cxnLst/>
            <a:rect l="l" t="t" r="r" b="b"/>
            <a:pathLst>
              <a:path w="25686" h="15712" extrusionOk="0">
                <a:moveTo>
                  <a:pt x="12639" y="6301"/>
                </a:moveTo>
                <a:cubicBezTo>
                  <a:pt x="12707" y="6301"/>
                  <a:pt x="12775" y="6302"/>
                  <a:pt x="12843" y="6305"/>
                </a:cubicBezTo>
                <a:cubicBezTo>
                  <a:pt x="14144" y="6305"/>
                  <a:pt x="15378" y="6638"/>
                  <a:pt x="16079" y="7239"/>
                </a:cubicBezTo>
                <a:cubicBezTo>
                  <a:pt x="16246" y="7372"/>
                  <a:pt x="16546" y="7673"/>
                  <a:pt x="16479" y="7939"/>
                </a:cubicBezTo>
                <a:cubicBezTo>
                  <a:pt x="16446" y="8206"/>
                  <a:pt x="16079" y="8673"/>
                  <a:pt x="15178" y="9040"/>
                </a:cubicBezTo>
                <a:cubicBezTo>
                  <a:pt x="14507" y="9284"/>
                  <a:pt x="13780" y="9445"/>
                  <a:pt x="13048" y="9445"/>
                </a:cubicBezTo>
                <a:cubicBezTo>
                  <a:pt x="12979" y="9445"/>
                  <a:pt x="12911" y="9443"/>
                  <a:pt x="12843" y="9440"/>
                </a:cubicBezTo>
                <a:cubicBezTo>
                  <a:pt x="11542" y="9440"/>
                  <a:pt x="10308" y="9107"/>
                  <a:pt x="9607" y="8540"/>
                </a:cubicBezTo>
                <a:cubicBezTo>
                  <a:pt x="9441" y="8373"/>
                  <a:pt x="9140" y="8073"/>
                  <a:pt x="9207" y="7806"/>
                </a:cubicBezTo>
                <a:cubicBezTo>
                  <a:pt x="9241" y="7539"/>
                  <a:pt x="9607" y="7072"/>
                  <a:pt x="10508" y="6705"/>
                </a:cubicBezTo>
                <a:cubicBezTo>
                  <a:pt x="11210" y="6461"/>
                  <a:pt x="11912" y="6301"/>
                  <a:pt x="12639" y="6301"/>
                </a:cubicBezTo>
                <a:close/>
                <a:moveTo>
                  <a:pt x="13510" y="0"/>
                </a:moveTo>
                <a:cubicBezTo>
                  <a:pt x="12810" y="34"/>
                  <a:pt x="12143" y="434"/>
                  <a:pt x="11809" y="1068"/>
                </a:cubicBezTo>
                <a:lnTo>
                  <a:pt x="11409" y="1835"/>
                </a:lnTo>
                <a:cubicBezTo>
                  <a:pt x="11008" y="1868"/>
                  <a:pt x="10608" y="1902"/>
                  <a:pt x="10241" y="1968"/>
                </a:cubicBezTo>
                <a:lnTo>
                  <a:pt x="8907" y="1101"/>
                </a:lnTo>
                <a:cubicBezTo>
                  <a:pt x="8578" y="891"/>
                  <a:pt x="8221" y="762"/>
                  <a:pt x="7838" y="762"/>
                </a:cubicBezTo>
                <a:cubicBezTo>
                  <a:pt x="7794" y="762"/>
                  <a:pt x="7750" y="764"/>
                  <a:pt x="7706" y="768"/>
                </a:cubicBezTo>
                <a:cubicBezTo>
                  <a:pt x="7439" y="768"/>
                  <a:pt x="7172" y="801"/>
                  <a:pt x="6939" y="901"/>
                </a:cubicBezTo>
                <a:lnTo>
                  <a:pt x="4871" y="1735"/>
                </a:lnTo>
                <a:cubicBezTo>
                  <a:pt x="3870" y="2135"/>
                  <a:pt x="3570" y="3436"/>
                  <a:pt x="4337" y="4237"/>
                </a:cubicBezTo>
                <a:lnTo>
                  <a:pt x="4604" y="4537"/>
                </a:lnTo>
                <a:lnTo>
                  <a:pt x="4604" y="4537"/>
                </a:lnTo>
                <a:lnTo>
                  <a:pt x="2436" y="4437"/>
                </a:lnTo>
                <a:cubicBezTo>
                  <a:pt x="1635" y="4470"/>
                  <a:pt x="901" y="4971"/>
                  <a:pt x="668" y="5738"/>
                </a:cubicBezTo>
                <a:lnTo>
                  <a:pt x="301" y="6872"/>
                </a:lnTo>
                <a:cubicBezTo>
                  <a:pt x="1" y="7839"/>
                  <a:pt x="601" y="8840"/>
                  <a:pt x="1602" y="9007"/>
                </a:cubicBezTo>
                <a:lnTo>
                  <a:pt x="2803" y="9207"/>
                </a:lnTo>
                <a:lnTo>
                  <a:pt x="2369" y="9407"/>
                </a:lnTo>
                <a:cubicBezTo>
                  <a:pt x="1335" y="9907"/>
                  <a:pt x="1168" y="11308"/>
                  <a:pt x="2069" y="12009"/>
                </a:cubicBezTo>
                <a:lnTo>
                  <a:pt x="3370" y="13076"/>
                </a:lnTo>
                <a:cubicBezTo>
                  <a:pt x="3770" y="13410"/>
                  <a:pt x="4237" y="13577"/>
                  <a:pt x="4737" y="13577"/>
                </a:cubicBezTo>
                <a:cubicBezTo>
                  <a:pt x="4937" y="13577"/>
                  <a:pt x="5138" y="13543"/>
                  <a:pt x="5338" y="13477"/>
                </a:cubicBezTo>
                <a:lnTo>
                  <a:pt x="7306" y="12876"/>
                </a:lnTo>
                <a:cubicBezTo>
                  <a:pt x="7539" y="12943"/>
                  <a:pt x="7739" y="13043"/>
                  <a:pt x="7940" y="13110"/>
                </a:cubicBezTo>
                <a:lnTo>
                  <a:pt x="7906" y="13543"/>
                </a:lnTo>
                <a:cubicBezTo>
                  <a:pt x="7806" y="14477"/>
                  <a:pt x="8473" y="15345"/>
                  <a:pt x="9407" y="15445"/>
                </a:cubicBezTo>
                <a:lnTo>
                  <a:pt x="11976" y="15712"/>
                </a:lnTo>
                <a:lnTo>
                  <a:pt x="12176" y="15712"/>
                </a:lnTo>
                <a:cubicBezTo>
                  <a:pt x="12876" y="15712"/>
                  <a:pt x="13544" y="15311"/>
                  <a:pt x="13911" y="14678"/>
                </a:cubicBezTo>
                <a:lnTo>
                  <a:pt x="14311" y="13910"/>
                </a:lnTo>
                <a:cubicBezTo>
                  <a:pt x="14678" y="13877"/>
                  <a:pt x="15078" y="13844"/>
                  <a:pt x="15478" y="13777"/>
                </a:cubicBezTo>
                <a:lnTo>
                  <a:pt x="16779" y="14577"/>
                </a:lnTo>
                <a:cubicBezTo>
                  <a:pt x="17146" y="14811"/>
                  <a:pt x="17546" y="14944"/>
                  <a:pt x="17980" y="14944"/>
                </a:cubicBezTo>
                <a:cubicBezTo>
                  <a:pt x="18247" y="14944"/>
                  <a:pt x="18514" y="14878"/>
                  <a:pt x="18747" y="14811"/>
                </a:cubicBezTo>
                <a:lnTo>
                  <a:pt x="20782" y="13977"/>
                </a:lnTo>
                <a:cubicBezTo>
                  <a:pt x="21816" y="13577"/>
                  <a:pt x="22116" y="12242"/>
                  <a:pt x="21349" y="11475"/>
                </a:cubicBezTo>
                <a:lnTo>
                  <a:pt x="21082" y="11175"/>
                </a:lnTo>
                <a:lnTo>
                  <a:pt x="23251" y="11242"/>
                </a:lnTo>
                <a:cubicBezTo>
                  <a:pt x="24051" y="11242"/>
                  <a:pt x="24752" y="10708"/>
                  <a:pt x="25018" y="9941"/>
                </a:cubicBezTo>
                <a:lnTo>
                  <a:pt x="25385" y="8807"/>
                </a:lnTo>
                <a:cubicBezTo>
                  <a:pt x="25686" y="7873"/>
                  <a:pt x="25085" y="6872"/>
                  <a:pt x="24084" y="6705"/>
                </a:cubicBezTo>
                <a:lnTo>
                  <a:pt x="22884" y="6505"/>
                </a:lnTo>
                <a:lnTo>
                  <a:pt x="23317" y="6271"/>
                </a:lnTo>
                <a:cubicBezTo>
                  <a:pt x="24351" y="5804"/>
                  <a:pt x="24518" y="4403"/>
                  <a:pt x="23617" y="3703"/>
                </a:cubicBezTo>
                <a:lnTo>
                  <a:pt x="22317" y="2602"/>
                </a:lnTo>
                <a:cubicBezTo>
                  <a:pt x="21916" y="2302"/>
                  <a:pt x="21449" y="2135"/>
                  <a:pt x="20949" y="2135"/>
                </a:cubicBezTo>
                <a:cubicBezTo>
                  <a:pt x="20749" y="2135"/>
                  <a:pt x="20549" y="2169"/>
                  <a:pt x="20348" y="2202"/>
                </a:cubicBezTo>
                <a:lnTo>
                  <a:pt x="18380" y="2836"/>
                </a:lnTo>
                <a:cubicBezTo>
                  <a:pt x="18147" y="2736"/>
                  <a:pt x="17947" y="2669"/>
                  <a:pt x="17747" y="2569"/>
                </a:cubicBezTo>
                <a:lnTo>
                  <a:pt x="17780" y="2169"/>
                </a:lnTo>
                <a:cubicBezTo>
                  <a:pt x="17880" y="1235"/>
                  <a:pt x="17213" y="401"/>
                  <a:pt x="16279" y="267"/>
                </a:cubicBezTo>
                <a:lnTo>
                  <a:pt x="13710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41">
            <a:extLst>
              <a:ext uri="{FF2B5EF4-FFF2-40B4-BE49-F238E27FC236}">
                <a16:creationId xmlns:a16="http://schemas.microsoft.com/office/drawing/2014/main" id="{00BCAB9F-D465-090E-362C-5AFC4AA83F6B}"/>
              </a:ext>
            </a:extLst>
          </p:cNvPr>
          <p:cNvSpPr/>
          <p:nvPr/>
        </p:nvSpPr>
        <p:spPr>
          <a:xfrm>
            <a:off x="2187694" y="3955979"/>
            <a:ext cx="350567" cy="235769"/>
          </a:xfrm>
          <a:custGeom>
            <a:avLst/>
            <a:gdLst/>
            <a:ahLst/>
            <a:cxnLst/>
            <a:rect l="l" t="t" r="r" b="b"/>
            <a:pathLst>
              <a:path w="22717" h="15278" extrusionOk="0">
                <a:moveTo>
                  <a:pt x="11340" y="5863"/>
                </a:moveTo>
                <a:cubicBezTo>
                  <a:pt x="12899" y="5863"/>
                  <a:pt x="14431" y="6290"/>
                  <a:pt x="15378" y="7072"/>
                </a:cubicBezTo>
                <a:cubicBezTo>
                  <a:pt x="15578" y="7239"/>
                  <a:pt x="15745" y="7439"/>
                  <a:pt x="15912" y="7639"/>
                </a:cubicBezTo>
                <a:cubicBezTo>
                  <a:pt x="15445" y="8206"/>
                  <a:pt x="14845" y="8673"/>
                  <a:pt x="14144" y="8907"/>
                </a:cubicBezTo>
                <a:cubicBezTo>
                  <a:pt x="13289" y="9251"/>
                  <a:pt x="12316" y="9415"/>
                  <a:pt x="11354" y="9415"/>
                </a:cubicBezTo>
                <a:cubicBezTo>
                  <a:pt x="9801" y="9415"/>
                  <a:pt x="8274" y="8989"/>
                  <a:pt x="7306" y="8206"/>
                </a:cubicBezTo>
                <a:cubicBezTo>
                  <a:pt x="7106" y="8039"/>
                  <a:pt x="6939" y="7839"/>
                  <a:pt x="6806" y="7606"/>
                </a:cubicBezTo>
                <a:cubicBezTo>
                  <a:pt x="7239" y="7039"/>
                  <a:pt x="7873" y="6605"/>
                  <a:pt x="8540" y="6372"/>
                </a:cubicBezTo>
                <a:cubicBezTo>
                  <a:pt x="9395" y="6027"/>
                  <a:pt x="10373" y="5863"/>
                  <a:pt x="11340" y="5863"/>
                </a:cubicBezTo>
                <a:close/>
                <a:moveTo>
                  <a:pt x="12076" y="0"/>
                </a:moveTo>
                <a:cubicBezTo>
                  <a:pt x="11809" y="0"/>
                  <a:pt x="11542" y="134"/>
                  <a:pt x="11409" y="367"/>
                </a:cubicBezTo>
                <a:lnTo>
                  <a:pt x="10908" y="1368"/>
                </a:lnTo>
                <a:cubicBezTo>
                  <a:pt x="10775" y="1602"/>
                  <a:pt x="10508" y="1735"/>
                  <a:pt x="10241" y="1768"/>
                </a:cubicBezTo>
                <a:cubicBezTo>
                  <a:pt x="9808" y="1802"/>
                  <a:pt x="9374" y="1868"/>
                  <a:pt x="8907" y="1935"/>
                </a:cubicBezTo>
                <a:cubicBezTo>
                  <a:pt x="8847" y="1943"/>
                  <a:pt x="8785" y="1947"/>
                  <a:pt x="8723" y="1947"/>
                </a:cubicBezTo>
                <a:cubicBezTo>
                  <a:pt x="8507" y="1947"/>
                  <a:pt x="8280" y="1898"/>
                  <a:pt x="8073" y="1768"/>
                </a:cubicBezTo>
                <a:lnTo>
                  <a:pt x="6705" y="868"/>
                </a:lnTo>
                <a:cubicBezTo>
                  <a:pt x="6560" y="763"/>
                  <a:pt x="6388" y="711"/>
                  <a:pt x="6214" y="711"/>
                </a:cubicBezTo>
                <a:cubicBezTo>
                  <a:pt x="6110" y="711"/>
                  <a:pt x="6005" y="730"/>
                  <a:pt x="5905" y="768"/>
                </a:cubicBezTo>
                <a:lnTo>
                  <a:pt x="3837" y="1602"/>
                </a:lnTo>
                <a:cubicBezTo>
                  <a:pt x="3737" y="1635"/>
                  <a:pt x="3637" y="1735"/>
                  <a:pt x="3637" y="1868"/>
                </a:cubicBezTo>
                <a:lnTo>
                  <a:pt x="3637" y="1902"/>
                </a:lnTo>
                <a:lnTo>
                  <a:pt x="3637" y="3970"/>
                </a:lnTo>
                <a:cubicBezTo>
                  <a:pt x="3637" y="4070"/>
                  <a:pt x="3670" y="4137"/>
                  <a:pt x="3737" y="4203"/>
                </a:cubicBezTo>
                <a:lnTo>
                  <a:pt x="3870" y="4337"/>
                </a:lnTo>
                <a:cubicBezTo>
                  <a:pt x="3670" y="4437"/>
                  <a:pt x="3503" y="4504"/>
                  <a:pt x="3303" y="4504"/>
                </a:cubicBezTo>
                <a:lnTo>
                  <a:pt x="935" y="4404"/>
                </a:lnTo>
                <a:cubicBezTo>
                  <a:pt x="668" y="4404"/>
                  <a:pt x="434" y="4570"/>
                  <a:pt x="368" y="4837"/>
                </a:cubicBezTo>
                <a:lnTo>
                  <a:pt x="1" y="5971"/>
                </a:lnTo>
                <a:cubicBezTo>
                  <a:pt x="1" y="6005"/>
                  <a:pt x="1" y="6071"/>
                  <a:pt x="1" y="6105"/>
                </a:cubicBezTo>
                <a:lnTo>
                  <a:pt x="1" y="8240"/>
                </a:lnTo>
                <a:cubicBezTo>
                  <a:pt x="1" y="8406"/>
                  <a:pt x="134" y="8573"/>
                  <a:pt x="334" y="8607"/>
                </a:cubicBezTo>
                <a:lnTo>
                  <a:pt x="2136" y="8907"/>
                </a:lnTo>
                <a:lnTo>
                  <a:pt x="1435" y="9274"/>
                </a:lnTo>
                <a:cubicBezTo>
                  <a:pt x="1335" y="9307"/>
                  <a:pt x="1268" y="9407"/>
                  <a:pt x="1268" y="9507"/>
                </a:cubicBezTo>
                <a:lnTo>
                  <a:pt x="1268" y="11642"/>
                </a:lnTo>
                <a:cubicBezTo>
                  <a:pt x="1268" y="11742"/>
                  <a:pt x="1302" y="11809"/>
                  <a:pt x="1368" y="11876"/>
                </a:cubicBezTo>
                <a:lnTo>
                  <a:pt x="2703" y="12976"/>
                </a:lnTo>
                <a:cubicBezTo>
                  <a:pt x="2839" y="13090"/>
                  <a:pt x="3021" y="13157"/>
                  <a:pt x="3207" y="13157"/>
                </a:cubicBezTo>
                <a:cubicBezTo>
                  <a:pt x="3295" y="13157"/>
                  <a:pt x="3384" y="13142"/>
                  <a:pt x="3470" y="13110"/>
                </a:cubicBezTo>
                <a:lnTo>
                  <a:pt x="5471" y="12509"/>
                </a:lnTo>
                <a:cubicBezTo>
                  <a:pt x="5591" y="12479"/>
                  <a:pt x="5718" y="12463"/>
                  <a:pt x="5845" y="12463"/>
                </a:cubicBezTo>
                <a:cubicBezTo>
                  <a:pt x="6001" y="12463"/>
                  <a:pt x="6158" y="12488"/>
                  <a:pt x="6305" y="12543"/>
                </a:cubicBezTo>
                <a:cubicBezTo>
                  <a:pt x="6639" y="12710"/>
                  <a:pt x="7006" y="12843"/>
                  <a:pt x="7373" y="12943"/>
                </a:cubicBezTo>
                <a:cubicBezTo>
                  <a:pt x="7473" y="12976"/>
                  <a:pt x="7573" y="13043"/>
                  <a:pt x="7639" y="13143"/>
                </a:cubicBezTo>
                <a:lnTo>
                  <a:pt x="7639" y="14578"/>
                </a:lnTo>
                <a:cubicBezTo>
                  <a:pt x="7639" y="14811"/>
                  <a:pt x="7840" y="14978"/>
                  <a:pt x="8073" y="15011"/>
                </a:cubicBezTo>
                <a:lnTo>
                  <a:pt x="10608" y="15278"/>
                </a:lnTo>
                <a:cubicBezTo>
                  <a:pt x="10908" y="15278"/>
                  <a:pt x="11142" y="15145"/>
                  <a:pt x="11275" y="14911"/>
                </a:cubicBezTo>
                <a:lnTo>
                  <a:pt x="11809" y="13910"/>
                </a:lnTo>
                <a:cubicBezTo>
                  <a:pt x="11943" y="13677"/>
                  <a:pt x="12176" y="13543"/>
                  <a:pt x="12476" y="13510"/>
                </a:cubicBezTo>
                <a:cubicBezTo>
                  <a:pt x="12910" y="13477"/>
                  <a:pt x="13344" y="13410"/>
                  <a:pt x="13777" y="13343"/>
                </a:cubicBezTo>
                <a:cubicBezTo>
                  <a:pt x="13855" y="13326"/>
                  <a:pt x="13932" y="13318"/>
                  <a:pt x="14009" y="13318"/>
                </a:cubicBezTo>
                <a:cubicBezTo>
                  <a:pt x="14228" y="13318"/>
                  <a:pt x="14438" y="13386"/>
                  <a:pt x="14611" y="13510"/>
                </a:cubicBezTo>
                <a:lnTo>
                  <a:pt x="16012" y="14411"/>
                </a:lnTo>
                <a:cubicBezTo>
                  <a:pt x="16168" y="14500"/>
                  <a:pt x="16353" y="14544"/>
                  <a:pt x="16538" y="14544"/>
                </a:cubicBezTo>
                <a:cubicBezTo>
                  <a:pt x="16631" y="14544"/>
                  <a:pt x="16724" y="14533"/>
                  <a:pt x="16813" y="14511"/>
                </a:cubicBezTo>
                <a:lnTo>
                  <a:pt x="18847" y="13677"/>
                </a:lnTo>
                <a:cubicBezTo>
                  <a:pt x="18981" y="13644"/>
                  <a:pt x="19081" y="13510"/>
                  <a:pt x="19081" y="13410"/>
                </a:cubicBezTo>
                <a:lnTo>
                  <a:pt x="19081" y="11275"/>
                </a:lnTo>
                <a:cubicBezTo>
                  <a:pt x="19081" y="11175"/>
                  <a:pt x="19048" y="11075"/>
                  <a:pt x="18981" y="11042"/>
                </a:cubicBezTo>
                <a:lnTo>
                  <a:pt x="18847" y="10908"/>
                </a:lnTo>
                <a:cubicBezTo>
                  <a:pt x="19014" y="10808"/>
                  <a:pt x="19214" y="10741"/>
                  <a:pt x="19415" y="10741"/>
                </a:cubicBezTo>
                <a:lnTo>
                  <a:pt x="21750" y="10808"/>
                </a:lnTo>
                <a:cubicBezTo>
                  <a:pt x="22016" y="10808"/>
                  <a:pt x="22250" y="10641"/>
                  <a:pt x="22350" y="10408"/>
                </a:cubicBezTo>
                <a:lnTo>
                  <a:pt x="22717" y="9274"/>
                </a:lnTo>
                <a:cubicBezTo>
                  <a:pt x="22717" y="9240"/>
                  <a:pt x="22717" y="9174"/>
                  <a:pt x="22717" y="9140"/>
                </a:cubicBezTo>
                <a:lnTo>
                  <a:pt x="22717" y="7039"/>
                </a:lnTo>
                <a:cubicBezTo>
                  <a:pt x="22717" y="6839"/>
                  <a:pt x="22583" y="6672"/>
                  <a:pt x="22383" y="6638"/>
                </a:cubicBezTo>
                <a:lnTo>
                  <a:pt x="20582" y="6338"/>
                </a:lnTo>
                <a:lnTo>
                  <a:pt x="21283" y="5971"/>
                </a:lnTo>
                <a:cubicBezTo>
                  <a:pt x="21383" y="5938"/>
                  <a:pt x="21449" y="5838"/>
                  <a:pt x="21449" y="5704"/>
                </a:cubicBezTo>
                <a:lnTo>
                  <a:pt x="21449" y="3603"/>
                </a:lnTo>
                <a:cubicBezTo>
                  <a:pt x="21449" y="3503"/>
                  <a:pt x="21416" y="3403"/>
                  <a:pt x="21316" y="3369"/>
                </a:cubicBezTo>
                <a:lnTo>
                  <a:pt x="20015" y="2269"/>
                </a:lnTo>
                <a:cubicBezTo>
                  <a:pt x="19842" y="2145"/>
                  <a:pt x="19650" y="2076"/>
                  <a:pt x="19454" y="2076"/>
                </a:cubicBezTo>
                <a:cubicBezTo>
                  <a:pt x="19386" y="2076"/>
                  <a:pt x="19317" y="2085"/>
                  <a:pt x="19248" y="2102"/>
                </a:cubicBezTo>
                <a:lnTo>
                  <a:pt x="17246" y="2736"/>
                </a:lnTo>
                <a:cubicBezTo>
                  <a:pt x="17122" y="2763"/>
                  <a:pt x="17003" y="2780"/>
                  <a:pt x="16888" y="2780"/>
                </a:cubicBezTo>
                <a:cubicBezTo>
                  <a:pt x="16725" y="2780"/>
                  <a:pt x="16569" y="2747"/>
                  <a:pt x="16412" y="2669"/>
                </a:cubicBezTo>
                <a:cubicBezTo>
                  <a:pt x="16045" y="2536"/>
                  <a:pt x="15679" y="2402"/>
                  <a:pt x="15312" y="2302"/>
                </a:cubicBezTo>
                <a:cubicBezTo>
                  <a:pt x="15078" y="2235"/>
                  <a:pt x="14911" y="1968"/>
                  <a:pt x="14945" y="1735"/>
                </a:cubicBezTo>
                <a:lnTo>
                  <a:pt x="15045" y="734"/>
                </a:lnTo>
                <a:cubicBezTo>
                  <a:pt x="15078" y="501"/>
                  <a:pt x="14911" y="267"/>
                  <a:pt x="14644" y="234"/>
                </a:cubicBezTo>
                <a:lnTo>
                  <a:pt x="12076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1">
            <a:extLst>
              <a:ext uri="{FF2B5EF4-FFF2-40B4-BE49-F238E27FC236}">
                <a16:creationId xmlns:a16="http://schemas.microsoft.com/office/drawing/2014/main" id="{C41F9A7C-A109-D4EA-1620-31AB22581A26}"/>
              </a:ext>
            </a:extLst>
          </p:cNvPr>
          <p:cNvSpPr/>
          <p:nvPr/>
        </p:nvSpPr>
        <p:spPr>
          <a:xfrm>
            <a:off x="2187694" y="3955979"/>
            <a:ext cx="350567" cy="235769"/>
          </a:xfrm>
          <a:custGeom>
            <a:avLst/>
            <a:gdLst/>
            <a:ahLst/>
            <a:cxnLst/>
            <a:rect l="l" t="t" r="r" b="b"/>
            <a:pathLst>
              <a:path w="22717" h="15278" extrusionOk="0">
                <a:moveTo>
                  <a:pt x="11340" y="5863"/>
                </a:moveTo>
                <a:cubicBezTo>
                  <a:pt x="12899" y="5863"/>
                  <a:pt x="14431" y="6290"/>
                  <a:pt x="15378" y="7072"/>
                </a:cubicBezTo>
                <a:cubicBezTo>
                  <a:pt x="15578" y="7239"/>
                  <a:pt x="15745" y="7439"/>
                  <a:pt x="15912" y="7639"/>
                </a:cubicBezTo>
                <a:cubicBezTo>
                  <a:pt x="15445" y="8206"/>
                  <a:pt x="14845" y="8673"/>
                  <a:pt x="14144" y="8907"/>
                </a:cubicBezTo>
                <a:cubicBezTo>
                  <a:pt x="13289" y="9251"/>
                  <a:pt x="12316" y="9415"/>
                  <a:pt x="11354" y="9415"/>
                </a:cubicBezTo>
                <a:cubicBezTo>
                  <a:pt x="9801" y="9415"/>
                  <a:pt x="8274" y="8989"/>
                  <a:pt x="7306" y="8206"/>
                </a:cubicBezTo>
                <a:cubicBezTo>
                  <a:pt x="7106" y="8039"/>
                  <a:pt x="6939" y="7839"/>
                  <a:pt x="6806" y="7606"/>
                </a:cubicBezTo>
                <a:cubicBezTo>
                  <a:pt x="7239" y="7039"/>
                  <a:pt x="7873" y="6605"/>
                  <a:pt x="8540" y="6372"/>
                </a:cubicBezTo>
                <a:cubicBezTo>
                  <a:pt x="9395" y="6027"/>
                  <a:pt x="10373" y="5863"/>
                  <a:pt x="11340" y="5863"/>
                </a:cubicBezTo>
                <a:close/>
                <a:moveTo>
                  <a:pt x="12076" y="0"/>
                </a:moveTo>
                <a:cubicBezTo>
                  <a:pt x="11809" y="0"/>
                  <a:pt x="11542" y="134"/>
                  <a:pt x="11409" y="367"/>
                </a:cubicBezTo>
                <a:lnTo>
                  <a:pt x="10908" y="1368"/>
                </a:lnTo>
                <a:cubicBezTo>
                  <a:pt x="10775" y="1602"/>
                  <a:pt x="10508" y="1735"/>
                  <a:pt x="10241" y="1768"/>
                </a:cubicBezTo>
                <a:cubicBezTo>
                  <a:pt x="9808" y="1802"/>
                  <a:pt x="9374" y="1868"/>
                  <a:pt x="8907" y="1935"/>
                </a:cubicBezTo>
                <a:cubicBezTo>
                  <a:pt x="8847" y="1943"/>
                  <a:pt x="8785" y="1947"/>
                  <a:pt x="8723" y="1947"/>
                </a:cubicBezTo>
                <a:cubicBezTo>
                  <a:pt x="8507" y="1947"/>
                  <a:pt x="8280" y="1898"/>
                  <a:pt x="8073" y="1768"/>
                </a:cubicBezTo>
                <a:lnTo>
                  <a:pt x="6705" y="868"/>
                </a:lnTo>
                <a:cubicBezTo>
                  <a:pt x="6560" y="763"/>
                  <a:pt x="6388" y="711"/>
                  <a:pt x="6214" y="711"/>
                </a:cubicBezTo>
                <a:cubicBezTo>
                  <a:pt x="6110" y="711"/>
                  <a:pt x="6005" y="730"/>
                  <a:pt x="5905" y="768"/>
                </a:cubicBezTo>
                <a:lnTo>
                  <a:pt x="3837" y="1602"/>
                </a:lnTo>
                <a:cubicBezTo>
                  <a:pt x="3737" y="1635"/>
                  <a:pt x="3637" y="1735"/>
                  <a:pt x="3637" y="1868"/>
                </a:cubicBezTo>
                <a:lnTo>
                  <a:pt x="3637" y="1902"/>
                </a:lnTo>
                <a:lnTo>
                  <a:pt x="3637" y="3970"/>
                </a:lnTo>
                <a:cubicBezTo>
                  <a:pt x="3637" y="4070"/>
                  <a:pt x="3670" y="4137"/>
                  <a:pt x="3737" y="4203"/>
                </a:cubicBezTo>
                <a:lnTo>
                  <a:pt x="3870" y="4337"/>
                </a:lnTo>
                <a:cubicBezTo>
                  <a:pt x="3670" y="4437"/>
                  <a:pt x="3503" y="4504"/>
                  <a:pt x="3303" y="4504"/>
                </a:cubicBezTo>
                <a:lnTo>
                  <a:pt x="935" y="4404"/>
                </a:lnTo>
                <a:cubicBezTo>
                  <a:pt x="668" y="4404"/>
                  <a:pt x="434" y="4570"/>
                  <a:pt x="368" y="4837"/>
                </a:cubicBezTo>
                <a:lnTo>
                  <a:pt x="1" y="5971"/>
                </a:lnTo>
                <a:cubicBezTo>
                  <a:pt x="1" y="6005"/>
                  <a:pt x="1" y="6071"/>
                  <a:pt x="1" y="6105"/>
                </a:cubicBezTo>
                <a:lnTo>
                  <a:pt x="1" y="8240"/>
                </a:lnTo>
                <a:cubicBezTo>
                  <a:pt x="1" y="8406"/>
                  <a:pt x="134" y="8573"/>
                  <a:pt x="334" y="8607"/>
                </a:cubicBezTo>
                <a:lnTo>
                  <a:pt x="2136" y="8907"/>
                </a:lnTo>
                <a:lnTo>
                  <a:pt x="1435" y="9274"/>
                </a:lnTo>
                <a:cubicBezTo>
                  <a:pt x="1335" y="9307"/>
                  <a:pt x="1268" y="9407"/>
                  <a:pt x="1268" y="9507"/>
                </a:cubicBezTo>
                <a:lnTo>
                  <a:pt x="1268" y="11642"/>
                </a:lnTo>
                <a:cubicBezTo>
                  <a:pt x="1268" y="11742"/>
                  <a:pt x="1302" y="11809"/>
                  <a:pt x="1368" y="11876"/>
                </a:cubicBezTo>
                <a:lnTo>
                  <a:pt x="2703" y="12976"/>
                </a:lnTo>
                <a:cubicBezTo>
                  <a:pt x="2839" y="13090"/>
                  <a:pt x="3021" y="13157"/>
                  <a:pt x="3207" y="13157"/>
                </a:cubicBezTo>
                <a:cubicBezTo>
                  <a:pt x="3295" y="13157"/>
                  <a:pt x="3384" y="13142"/>
                  <a:pt x="3470" y="13110"/>
                </a:cubicBezTo>
                <a:lnTo>
                  <a:pt x="5471" y="12509"/>
                </a:lnTo>
                <a:cubicBezTo>
                  <a:pt x="5591" y="12479"/>
                  <a:pt x="5718" y="12463"/>
                  <a:pt x="5845" y="12463"/>
                </a:cubicBezTo>
                <a:cubicBezTo>
                  <a:pt x="6001" y="12463"/>
                  <a:pt x="6158" y="12488"/>
                  <a:pt x="6305" y="12543"/>
                </a:cubicBezTo>
                <a:cubicBezTo>
                  <a:pt x="6639" y="12710"/>
                  <a:pt x="7006" y="12843"/>
                  <a:pt x="7373" y="12943"/>
                </a:cubicBezTo>
                <a:cubicBezTo>
                  <a:pt x="7473" y="12976"/>
                  <a:pt x="7573" y="13043"/>
                  <a:pt x="7639" y="13143"/>
                </a:cubicBezTo>
                <a:lnTo>
                  <a:pt x="7639" y="14578"/>
                </a:lnTo>
                <a:cubicBezTo>
                  <a:pt x="7639" y="14811"/>
                  <a:pt x="7840" y="14978"/>
                  <a:pt x="8073" y="15011"/>
                </a:cubicBezTo>
                <a:lnTo>
                  <a:pt x="10608" y="15278"/>
                </a:lnTo>
                <a:cubicBezTo>
                  <a:pt x="10908" y="15278"/>
                  <a:pt x="11142" y="15145"/>
                  <a:pt x="11275" y="14911"/>
                </a:cubicBezTo>
                <a:lnTo>
                  <a:pt x="11809" y="13910"/>
                </a:lnTo>
                <a:cubicBezTo>
                  <a:pt x="11943" y="13677"/>
                  <a:pt x="12176" y="13543"/>
                  <a:pt x="12476" y="13510"/>
                </a:cubicBezTo>
                <a:cubicBezTo>
                  <a:pt x="12910" y="13477"/>
                  <a:pt x="13344" y="13410"/>
                  <a:pt x="13777" y="13343"/>
                </a:cubicBezTo>
                <a:cubicBezTo>
                  <a:pt x="13855" y="13326"/>
                  <a:pt x="13932" y="13318"/>
                  <a:pt x="14009" y="13318"/>
                </a:cubicBezTo>
                <a:cubicBezTo>
                  <a:pt x="14228" y="13318"/>
                  <a:pt x="14438" y="13386"/>
                  <a:pt x="14611" y="13510"/>
                </a:cubicBezTo>
                <a:lnTo>
                  <a:pt x="16012" y="14411"/>
                </a:lnTo>
                <a:cubicBezTo>
                  <a:pt x="16168" y="14500"/>
                  <a:pt x="16353" y="14544"/>
                  <a:pt x="16538" y="14544"/>
                </a:cubicBezTo>
                <a:cubicBezTo>
                  <a:pt x="16631" y="14544"/>
                  <a:pt x="16724" y="14533"/>
                  <a:pt x="16813" y="14511"/>
                </a:cubicBezTo>
                <a:lnTo>
                  <a:pt x="18847" y="13677"/>
                </a:lnTo>
                <a:cubicBezTo>
                  <a:pt x="18981" y="13644"/>
                  <a:pt x="19081" y="13510"/>
                  <a:pt x="19081" y="13410"/>
                </a:cubicBezTo>
                <a:lnTo>
                  <a:pt x="19081" y="11275"/>
                </a:lnTo>
                <a:cubicBezTo>
                  <a:pt x="19081" y="11175"/>
                  <a:pt x="19048" y="11075"/>
                  <a:pt x="18981" y="11042"/>
                </a:cubicBezTo>
                <a:lnTo>
                  <a:pt x="18847" y="10908"/>
                </a:lnTo>
                <a:cubicBezTo>
                  <a:pt x="19014" y="10808"/>
                  <a:pt x="19214" y="10741"/>
                  <a:pt x="19415" y="10741"/>
                </a:cubicBezTo>
                <a:lnTo>
                  <a:pt x="21750" y="10808"/>
                </a:lnTo>
                <a:cubicBezTo>
                  <a:pt x="22016" y="10808"/>
                  <a:pt x="22250" y="10641"/>
                  <a:pt x="22350" y="10408"/>
                </a:cubicBezTo>
                <a:lnTo>
                  <a:pt x="22717" y="9274"/>
                </a:lnTo>
                <a:cubicBezTo>
                  <a:pt x="22717" y="9240"/>
                  <a:pt x="22717" y="9174"/>
                  <a:pt x="22717" y="9140"/>
                </a:cubicBezTo>
                <a:lnTo>
                  <a:pt x="22717" y="7039"/>
                </a:lnTo>
                <a:cubicBezTo>
                  <a:pt x="22717" y="6839"/>
                  <a:pt x="22583" y="6672"/>
                  <a:pt x="22383" y="6638"/>
                </a:cubicBezTo>
                <a:lnTo>
                  <a:pt x="20582" y="6338"/>
                </a:lnTo>
                <a:lnTo>
                  <a:pt x="21283" y="5971"/>
                </a:lnTo>
                <a:cubicBezTo>
                  <a:pt x="21383" y="5938"/>
                  <a:pt x="21449" y="5838"/>
                  <a:pt x="21449" y="5704"/>
                </a:cubicBezTo>
                <a:lnTo>
                  <a:pt x="21449" y="3603"/>
                </a:lnTo>
                <a:cubicBezTo>
                  <a:pt x="21449" y="3503"/>
                  <a:pt x="21416" y="3403"/>
                  <a:pt x="21316" y="3369"/>
                </a:cubicBezTo>
                <a:lnTo>
                  <a:pt x="20015" y="2269"/>
                </a:lnTo>
                <a:cubicBezTo>
                  <a:pt x="19842" y="2145"/>
                  <a:pt x="19650" y="2076"/>
                  <a:pt x="19454" y="2076"/>
                </a:cubicBezTo>
                <a:cubicBezTo>
                  <a:pt x="19386" y="2076"/>
                  <a:pt x="19317" y="2085"/>
                  <a:pt x="19248" y="2102"/>
                </a:cubicBezTo>
                <a:lnTo>
                  <a:pt x="17246" y="2736"/>
                </a:lnTo>
                <a:cubicBezTo>
                  <a:pt x="17122" y="2763"/>
                  <a:pt x="17003" y="2780"/>
                  <a:pt x="16888" y="2780"/>
                </a:cubicBezTo>
                <a:cubicBezTo>
                  <a:pt x="16725" y="2780"/>
                  <a:pt x="16569" y="2747"/>
                  <a:pt x="16412" y="2669"/>
                </a:cubicBezTo>
                <a:cubicBezTo>
                  <a:pt x="16045" y="2536"/>
                  <a:pt x="15679" y="2402"/>
                  <a:pt x="15312" y="2302"/>
                </a:cubicBezTo>
                <a:cubicBezTo>
                  <a:pt x="15078" y="2235"/>
                  <a:pt x="14911" y="1968"/>
                  <a:pt x="14945" y="1735"/>
                </a:cubicBezTo>
                <a:lnTo>
                  <a:pt x="15045" y="734"/>
                </a:lnTo>
                <a:cubicBezTo>
                  <a:pt x="15078" y="501"/>
                  <a:pt x="14911" y="267"/>
                  <a:pt x="14644" y="234"/>
                </a:cubicBezTo>
                <a:lnTo>
                  <a:pt x="120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41">
            <a:extLst>
              <a:ext uri="{FF2B5EF4-FFF2-40B4-BE49-F238E27FC236}">
                <a16:creationId xmlns:a16="http://schemas.microsoft.com/office/drawing/2014/main" id="{599CEE26-7AF5-D21E-A4CF-228BF4843403}"/>
              </a:ext>
            </a:extLst>
          </p:cNvPr>
          <p:cNvSpPr/>
          <p:nvPr/>
        </p:nvSpPr>
        <p:spPr>
          <a:xfrm>
            <a:off x="2187694" y="3984806"/>
            <a:ext cx="74660" cy="108625"/>
          </a:xfrm>
          <a:custGeom>
            <a:avLst/>
            <a:gdLst/>
            <a:ahLst/>
            <a:cxnLst/>
            <a:rect l="l" t="t" r="r" b="b"/>
            <a:pathLst>
              <a:path w="4838" h="7039" extrusionOk="0">
                <a:moveTo>
                  <a:pt x="3637" y="0"/>
                </a:moveTo>
                <a:lnTo>
                  <a:pt x="3637" y="2102"/>
                </a:lnTo>
                <a:cubicBezTo>
                  <a:pt x="3637" y="2202"/>
                  <a:pt x="3670" y="2269"/>
                  <a:pt x="3737" y="2335"/>
                </a:cubicBezTo>
                <a:lnTo>
                  <a:pt x="3870" y="2469"/>
                </a:lnTo>
                <a:cubicBezTo>
                  <a:pt x="3937" y="2435"/>
                  <a:pt x="4004" y="2369"/>
                  <a:pt x="4037" y="2302"/>
                </a:cubicBezTo>
                <a:cubicBezTo>
                  <a:pt x="4237" y="2135"/>
                  <a:pt x="4404" y="1968"/>
                  <a:pt x="4604" y="1802"/>
                </a:cubicBezTo>
                <a:cubicBezTo>
                  <a:pt x="4804" y="1668"/>
                  <a:pt x="4837" y="1401"/>
                  <a:pt x="4671" y="1201"/>
                </a:cubicBezTo>
                <a:lnTo>
                  <a:pt x="3737" y="234"/>
                </a:lnTo>
                <a:cubicBezTo>
                  <a:pt x="3670" y="167"/>
                  <a:pt x="3637" y="67"/>
                  <a:pt x="3637" y="0"/>
                </a:cubicBezTo>
                <a:close/>
                <a:moveTo>
                  <a:pt x="1" y="4270"/>
                </a:moveTo>
                <a:lnTo>
                  <a:pt x="1" y="6338"/>
                </a:lnTo>
                <a:cubicBezTo>
                  <a:pt x="1" y="6538"/>
                  <a:pt x="134" y="6705"/>
                  <a:pt x="301" y="6705"/>
                </a:cubicBezTo>
                <a:lnTo>
                  <a:pt x="2136" y="7039"/>
                </a:lnTo>
                <a:lnTo>
                  <a:pt x="3070" y="6572"/>
                </a:lnTo>
                <a:cubicBezTo>
                  <a:pt x="3303" y="6438"/>
                  <a:pt x="3370" y="6171"/>
                  <a:pt x="3270" y="5938"/>
                </a:cubicBezTo>
                <a:cubicBezTo>
                  <a:pt x="3203" y="5805"/>
                  <a:pt x="3136" y="5671"/>
                  <a:pt x="3103" y="5504"/>
                </a:cubicBezTo>
                <a:cubicBezTo>
                  <a:pt x="3003" y="5271"/>
                  <a:pt x="2803" y="5071"/>
                  <a:pt x="2536" y="5004"/>
                </a:cubicBezTo>
                <a:lnTo>
                  <a:pt x="301" y="4604"/>
                </a:lnTo>
                <a:cubicBezTo>
                  <a:pt x="134" y="4570"/>
                  <a:pt x="1" y="4437"/>
                  <a:pt x="1" y="427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41">
            <a:extLst>
              <a:ext uri="{FF2B5EF4-FFF2-40B4-BE49-F238E27FC236}">
                <a16:creationId xmlns:a16="http://schemas.microsoft.com/office/drawing/2014/main" id="{E129321B-EBB9-CC75-8E11-0D59A7253183}"/>
              </a:ext>
            </a:extLst>
          </p:cNvPr>
          <p:cNvSpPr/>
          <p:nvPr/>
        </p:nvSpPr>
        <p:spPr>
          <a:xfrm>
            <a:off x="2279838" y="4013540"/>
            <a:ext cx="162174" cy="60339"/>
          </a:xfrm>
          <a:custGeom>
            <a:avLst/>
            <a:gdLst/>
            <a:ahLst/>
            <a:cxnLst/>
            <a:rect l="l" t="t" r="r" b="b"/>
            <a:pathLst>
              <a:path w="10509" h="3910" extrusionOk="0">
                <a:moveTo>
                  <a:pt x="5367" y="0"/>
                </a:moveTo>
                <a:cubicBezTo>
                  <a:pt x="4406" y="0"/>
                  <a:pt x="3432" y="164"/>
                  <a:pt x="2569" y="507"/>
                </a:cubicBezTo>
                <a:cubicBezTo>
                  <a:pt x="668" y="1274"/>
                  <a:pt x="1" y="2708"/>
                  <a:pt x="835" y="3876"/>
                </a:cubicBezTo>
                <a:cubicBezTo>
                  <a:pt x="1268" y="3309"/>
                  <a:pt x="1902" y="2875"/>
                  <a:pt x="2569" y="2642"/>
                </a:cubicBezTo>
                <a:cubicBezTo>
                  <a:pt x="3424" y="2297"/>
                  <a:pt x="4402" y="2133"/>
                  <a:pt x="5369" y="2133"/>
                </a:cubicBezTo>
                <a:cubicBezTo>
                  <a:pt x="6928" y="2133"/>
                  <a:pt x="8460" y="2560"/>
                  <a:pt x="9407" y="3342"/>
                </a:cubicBezTo>
                <a:cubicBezTo>
                  <a:pt x="9607" y="3509"/>
                  <a:pt x="9774" y="3709"/>
                  <a:pt x="9941" y="3909"/>
                </a:cubicBezTo>
                <a:cubicBezTo>
                  <a:pt x="10508" y="3075"/>
                  <a:pt x="10375" y="2041"/>
                  <a:pt x="9407" y="1241"/>
                </a:cubicBezTo>
                <a:cubicBezTo>
                  <a:pt x="8457" y="435"/>
                  <a:pt x="6930" y="0"/>
                  <a:pt x="5367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41">
            <a:extLst>
              <a:ext uri="{FF2B5EF4-FFF2-40B4-BE49-F238E27FC236}">
                <a16:creationId xmlns:a16="http://schemas.microsoft.com/office/drawing/2014/main" id="{40C62453-DFB2-727C-609A-89C2FFEAC3AF}"/>
              </a:ext>
            </a:extLst>
          </p:cNvPr>
          <p:cNvSpPr/>
          <p:nvPr/>
        </p:nvSpPr>
        <p:spPr>
          <a:xfrm>
            <a:off x="2233511" y="4012090"/>
            <a:ext cx="304750" cy="178640"/>
          </a:xfrm>
          <a:custGeom>
            <a:avLst/>
            <a:gdLst/>
            <a:ahLst/>
            <a:cxnLst/>
            <a:rect l="l" t="t" r="r" b="b"/>
            <a:pathLst>
              <a:path w="19748" h="11576" extrusionOk="0">
                <a:moveTo>
                  <a:pt x="18480" y="0"/>
                </a:moveTo>
                <a:cubicBezTo>
                  <a:pt x="18480" y="67"/>
                  <a:pt x="18447" y="134"/>
                  <a:pt x="18414" y="167"/>
                </a:cubicBezTo>
                <a:cubicBezTo>
                  <a:pt x="18380" y="200"/>
                  <a:pt x="18347" y="234"/>
                  <a:pt x="18314" y="234"/>
                </a:cubicBezTo>
                <a:lnTo>
                  <a:pt x="16646" y="1068"/>
                </a:lnTo>
                <a:cubicBezTo>
                  <a:pt x="16612" y="1101"/>
                  <a:pt x="16579" y="1101"/>
                  <a:pt x="16546" y="1134"/>
                </a:cubicBezTo>
                <a:cubicBezTo>
                  <a:pt x="16512" y="1201"/>
                  <a:pt x="16479" y="1268"/>
                  <a:pt x="16446" y="1335"/>
                </a:cubicBezTo>
                <a:cubicBezTo>
                  <a:pt x="16412" y="1368"/>
                  <a:pt x="16412" y="1435"/>
                  <a:pt x="16412" y="1468"/>
                </a:cubicBezTo>
                <a:cubicBezTo>
                  <a:pt x="16412" y="1501"/>
                  <a:pt x="16412" y="1535"/>
                  <a:pt x="16412" y="1568"/>
                </a:cubicBezTo>
                <a:cubicBezTo>
                  <a:pt x="16446" y="1601"/>
                  <a:pt x="16446" y="1635"/>
                  <a:pt x="16446" y="1668"/>
                </a:cubicBezTo>
                <a:cubicBezTo>
                  <a:pt x="16546" y="1835"/>
                  <a:pt x="16579" y="1968"/>
                  <a:pt x="16612" y="2135"/>
                </a:cubicBezTo>
                <a:cubicBezTo>
                  <a:pt x="16712" y="2369"/>
                  <a:pt x="16913" y="2569"/>
                  <a:pt x="17179" y="2636"/>
                </a:cubicBezTo>
                <a:lnTo>
                  <a:pt x="17580" y="2702"/>
                </a:lnTo>
                <a:lnTo>
                  <a:pt x="18314" y="2369"/>
                </a:lnTo>
                <a:cubicBezTo>
                  <a:pt x="18414" y="2302"/>
                  <a:pt x="18480" y="2202"/>
                  <a:pt x="18480" y="2102"/>
                </a:cubicBezTo>
                <a:lnTo>
                  <a:pt x="18480" y="0"/>
                </a:lnTo>
                <a:close/>
                <a:moveTo>
                  <a:pt x="19748" y="3403"/>
                </a:moveTo>
                <a:lnTo>
                  <a:pt x="19747" y="3432"/>
                </a:lnTo>
                <a:lnTo>
                  <a:pt x="19747" y="3432"/>
                </a:lnTo>
                <a:cubicBezTo>
                  <a:pt x="19748" y="3421"/>
                  <a:pt x="19748" y="3411"/>
                  <a:pt x="19748" y="3403"/>
                </a:cubicBezTo>
                <a:close/>
                <a:moveTo>
                  <a:pt x="19747" y="3432"/>
                </a:moveTo>
                <a:cubicBezTo>
                  <a:pt x="19746" y="3466"/>
                  <a:pt x="19740" y="3511"/>
                  <a:pt x="19715" y="3536"/>
                </a:cubicBezTo>
                <a:lnTo>
                  <a:pt x="19381" y="4670"/>
                </a:lnTo>
                <a:cubicBezTo>
                  <a:pt x="19281" y="4904"/>
                  <a:pt x="19047" y="5071"/>
                  <a:pt x="18781" y="5071"/>
                </a:cubicBezTo>
                <a:lnTo>
                  <a:pt x="16446" y="5004"/>
                </a:lnTo>
                <a:cubicBezTo>
                  <a:pt x="16410" y="4995"/>
                  <a:pt x="16374" y="4991"/>
                  <a:pt x="16339" y="4991"/>
                </a:cubicBezTo>
                <a:cubicBezTo>
                  <a:pt x="16243" y="4991"/>
                  <a:pt x="16152" y="5022"/>
                  <a:pt x="16079" y="5071"/>
                </a:cubicBezTo>
                <a:lnTo>
                  <a:pt x="16079" y="7172"/>
                </a:lnTo>
                <a:cubicBezTo>
                  <a:pt x="16179" y="7139"/>
                  <a:pt x="16312" y="7105"/>
                  <a:pt x="16446" y="7105"/>
                </a:cubicBezTo>
                <a:lnTo>
                  <a:pt x="18781" y="7206"/>
                </a:lnTo>
                <a:cubicBezTo>
                  <a:pt x="19047" y="7206"/>
                  <a:pt x="19281" y="7039"/>
                  <a:pt x="19381" y="6772"/>
                </a:cubicBezTo>
                <a:lnTo>
                  <a:pt x="19715" y="5638"/>
                </a:lnTo>
                <a:cubicBezTo>
                  <a:pt x="19715" y="5604"/>
                  <a:pt x="19715" y="5538"/>
                  <a:pt x="19715" y="5504"/>
                </a:cubicBezTo>
                <a:lnTo>
                  <a:pt x="19747" y="3432"/>
                </a:lnTo>
                <a:close/>
                <a:moveTo>
                  <a:pt x="2469" y="6739"/>
                </a:moveTo>
                <a:lnTo>
                  <a:pt x="501" y="7372"/>
                </a:lnTo>
                <a:cubicBezTo>
                  <a:pt x="417" y="7389"/>
                  <a:pt x="334" y="7397"/>
                  <a:pt x="251" y="7397"/>
                </a:cubicBezTo>
                <a:cubicBezTo>
                  <a:pt x="167" y="7397"/>
                  <a:pt x="84" y="7389"/>
                  <a:pt x="0" y="7372"/>
                </a:cubicBezTo>
                <a:lnTo>
                  <a:pt x="0" y="9474"/>
                </a:lnTo>
                <a:cubicBezTo>
                  <a:pt x="84" y="9490"/>
                  <a:pt x="167" y="9499"/>
                  <a:pt x="251" y="9499"/>
                </a:cubicBezTo>
                <a:cubicBezTo>
                  <a:pt x="334" y="9499"/>
                  <a:pt x="417" y="9490"/>
                  <a:pt x="501" y="9474"/>
                </a:cubicBezTo>
                <a:lnTo>
                  <a:pt x="2469" y="8873"/>
                </a:lnTo>
                <a:lnTo>
                  <a:pt x="2469" y="6739"/>
                </a:lnTo>
                <a:close/>
                <a:moveTo>
                  <a:pt x="16079" y="7639"/>
                </a:moveTo>
                <a:cubicBezTo>
                  <a:pt x="16079" y="7739"/>
                  <a:pt x="16012" y="7873"/>
                  <a:pt x="15878" y="7906"/>
                </a:cubicBezTo>
                <a:lnTo>
                  <a:pt x="13810" y="8740"/>
                </a:lnTo>
                <a:cubicBezTo>
                  <a:pt x="13713" y="8779"/>
                  <a:pt x="13615" y="8795"/>
                  <a:pt x="13511" y="8795"/>
                </a:cubicBezTo>
                <a:cubicBezTo>
                  <a:pt x="13437" y="8795"/>
                  <a:pt x="13360" y="8787"/>
                  <a:pt x="13277" y="8773"/>
                </a:cubicBezTo>
                <a:lnTo>
                  <a:pt x="13277" y="10875"/>
                </a:lnTo>
                <a:cubicBezTo>
                  <a:pt x="13360" y="10889"/>
                  <a:pt x="13437" y="10897"/>
                  <a:pt x="13511" y="10897"/>
                </a:cubicBezTo>
                <a:cubicBezTo>
                  <a:pt x="13615" y="10897"/>
                  <a:pt x="13713" y="10881"/>
                  <a:pt x="13810" y="10841"/>
                </a:cubicBezTo>
                <a:lnTo>
                  <a:pt x="15878" y="10008"/>
                </a:lnTo>
                <a:cubicBezTo>
                  <a:pt x="16012" y="9974"/>
                  <a:pt x="16079" y="9874"/>
                  <a:pt x="16079" y="9741"/>
                </a:cubicBezTo>
                <a:lnTo>
                  <a:pt x="16079" y="7639"/>
                </a:lnTo>
                <a:close/>
                <a:moveTo>
                  <a:pt x="9040" y="7906"/>
                </a:moveTo>
                <a:cubicBezTo>
                  <a:pt x="8940" y="7973"/>
                  <a:pt x="8873" y="8073"/>
                  <a:pt x="8807" y="8173"/>
                </a:cubicBezTo>
                <a:lnTo>
                  <a:pt x="8306" y="9140"/>
                </a:lnTo>
                <a:cubicBezTo>
                  <a:pt x="8206" y="9307"/>
                  <a:pt x="8073" y="9407"/>
                  <a:pt x="7939" y="9474"/>
                </a:cubicBezTo>
                <a:lnTo>
                  <a:pt x="7939" y="11575"/>
                </a:lnTo>
                <a:cubicBezTo>
                  <a:pt x="8073" y="11509"/>
                  <a:pt x="8240" y="11409"/>
                  <a:pt x="8306" y="11275"/>
                </a:cubicBezTo>
                <a:lnTo>
                  <a:pt x="8807" y="10274"/>
                </a:lnTo>
                <a:cubicBezTo>
                  <a:pt x="8873" y="10174"/>
                  <a:pt x="8940" y="10074"/>
                  <a:pt x="9040" y="10041"/>
                </a:cubicBezTo>
                <a:lnTo>
                  <a:pt x="9040" y="7906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41">
            <a:extLst>
              <a:ext uri="{FF2B5EF4-FFF2-40B4-BE49-F238E27FC236}">
                <a16:creationId xmlns:a16="http://schemas.microsoft.com/office/drawing/2014/main" id="{F70A5932-B832-58BD-FEE6-23B0F60F3241}"/>
              </a:ext>
            </a:extLst>
          </p:cNvPr>
          <p:cNvSpPr/>
          <p:nvPr/>
        </p:nvSpPr>
        <p:spPr>
          <a:xfrm>
            <a:off x="2233511" y="4012090"/>
            <a:ext cx="304750" cy="178640"/>
          </a:xfrm>
          <a:custGeom>
            <a:avLst/>
            <a:gdLst/>
            <a:ahLst/>
            <a:cxnLst/>
            <a:rect l="l" t="t" r="r" b="b"/>
            <a:pathLst>
              <a:path w="19748" h="11576" extrusionOk="0">
                <a:moveTo>
                  <a:pt x="18480" y="0"/>
                </a:moveTo>
                <a:cubicBezTo>
                  <a:pt x="18480" y="67"/>
                  <a:pt x="18447" y="134"/>
                  <a:pt x="18414" y="167"/>
                </a:cubicBezTo>
                <a:cubicBezTo>
                  <a:pt x="18380" y="200"/>
                  <a:pt x="18347" y="234"/>
                  <a:pt x="18314" y="234"/>
                </a:cubicBezTo>
                <a:lnTo>
                  <a:pt x="16646" y="1068"/>
                </a:lnTo>
                <a:cubicBezTo>
                  <a:pt x="16612" y="1101"/>
                  <a:pt x="16579" y="1101"/>
                  <a:pt x="16546" y="1134"/>
                </a:cubicBezTo>
                <a:cubicBezTo>
                  <a:pt x="16512" y="1201"/>
                  <a:pt x="16479" y="1268"/>
                  <a:pt x="16446" y="1335"/>
                </a:cubicBezTo>
                <a:cubicBezTo>
                  <a:pt x="16412" y="1368"/>
                  <a:pt x="16412" y="1435"/>
                  <a:pt x="16412" y="1468"/>
                </a:cubicBezTo>
                <a:cubicBezTo>
                  <a:pt x="16412" y="1501"/>
                  <a:pt x="16412" y="1535"/>
                  <a:pt x="16412" y="1568"/>
                </a:cubicBezTo>
                <a:cubicBezTo>
                  <a:pt x="16446" y="1601"/>
                  <a:pt x="16446" y="1635"/>
                  <a:pt x="16446" y="1668"/>
                </a:cubicBezTo>
                <a:cubicBezTo>
                  <a:pt x="16546" y="1835"/>
                  <a:pt x="16579" y="1968"/>
                  <a:pt x="16612" y="2135"/>
                </a:cubicBezTo>
                <a:cubicBezTo>
                  <a:pt x="16712" y="2369"/>
                  <a:pt x="16913" y="2569"/>
                  <a:pt x="17179" y="2636"/>
                </a:cubicBezTo>
                <a:lnTo>
                  <a:pt x="17580" y="2702"/>
                </a:lnTo>
                <a:lnTo>
                  <a:pt x="18314" y="2369"/>
                </a:lnTo>
                <a:cubicBezTo>
                  <a:pt x="18414" y="2302"/>
                  <a:pt x="18480" y="2202"/>
                  <a:pt x="18480" y="2102"/>
                </a:cubicBezTo>
                <a:lnTo>
                  <a:pt x="18480" y="0"/>
                </a:lnTo>
                <a:close/>
                <a:moveTo>
                  <a:pt x="19748" y="3403"/>
                </a:moveTo>
                <a:lnTo>
                  <a:pt x="19747" y="3432"/>
                </a:lnTo>
                <a:lnTo>
                  <a:pt x="19747" y="3432"/>
                </a:lnTo>
                <a:cubicBezTo>
                  <a:pt x="19748" y="3421"/>
                  <a:pt x="19748" y="3411"/>
                  <a:pt x="19748" y="3403"/>
                </a:cubicBezTo>
                <a:close/>
                <a:moveTo>
                  <a:pt x="19747" y="3432"/>
                </a:moveTo>
                <a:cubicBezTo>
                  <a:pt x="19746" y="3466"/>
                  <a:pt x="19740" y="3511"/>
                  <a:pt x="19715" y="3536"/>
                </a:cubicBezTo>
                <a:lnTo>
                  <a:pt x="19381" y="4670"/>
                </a:lnTo>
                <a:cubicBezTo>
                  <a:pt x="19281" y="4904"/>
                  <a:pt x="19047" y="5071"/>
                  <a:pt x="18781" y="5071"/>
                </a:cubicBezTo>
                <a:lnTo>
                  <a:pt x="16446" y="5004"/>
                </a:lnTo>
                <a:cubicBezTo>
                  <a:pt x="16410" y="4995"/>
                  <a:pt x="16374" y="4991"/>
                  <a:pt x="16339" y="4991"/>
                </a:cubicBezTo>
                <a:cubicBezTo>
                  <a:pt x="16243" y="4991"/>
                  <a:pt x="16152" y="5022"/>
                  <a:pt x="16079" y="5071"/>
                </a:cubicBezTo>
                <a:lnTo>
                  <a:pt x="16079" y="7172"/>
                </a:lnTo>
                <a:cubicBezTo>
                  <a:pt x="16179" y="7139"/>
                  <a:pt x="16312" y="7105"/>
                  <a:pt x="16446" y="7105"/>
                </a:cubicBezTo>
                <a:lnTo>
                  <a:pt x="18781" y="7206"/>
                </a:lnTo>
                <a:cubicBezTo>
                  <a:pt x="19047" y="7206"/>
                  <a:pt x="19281" y="7039"/>
                  <a:pt x="19381" y="6772"/>
                </a:cubicBezTo>
                <a:lnTo>
                  <a:pt x="19715" y="5638"/>
                </a:lnTo>
                <a:cubicBezTo>
                  <a:pt x="19715" y="5604"/>
                  <a:pt x="19715" y="5538"/>
                  <a:pt x="19715" y="5504"/>
                </a:cubicBezTo>
                <a:lnTo>
                  <a:pt x="19747" y="3432"/>
                </a:lnTo>
                <a:close/>
                <a:moveTo>
                  <a:pt x="2469" y="6739"/>
                </a:moveTo>
                <a:lnTo>
                  <a:pt x="501" y="7372"/>
                </a:lnTo>
                <a:cubicBezTo>
                  <a:pt x="417" y="7389"/>
                  <a:pt x="334" y="7397"/>
                  <a:pt x="251" y="7397"/>
                </a:cubicBezTo>
                <a:cubicBezTo>
                  <a:pt x="167" y="7397"/>
                  <a:pt x="84" y="7389"/>
                  <a:pt x="0" y="7372"/>
                </a:cubicBezTo>
                <a:lnTo>
                  <a:pt x="0" y="9474"/>
                </a:lnTo>
                <a:cubicBezTo>
                  <a:pt x="84" y="9490"/>
                  <a:pt x="167" y="9499"/>
                  <a:pt x="251" y="9499"/>
                </a:cubicBezTo>
                <a:cubicBezTo>
                  <a:pt x="334" y="9499"/>
                  <a:pt x="417" y="9490"/>
                  <a:pt x="501" y="9474"/>
                </a:cubicBezTo>
                <a:lnTo>
                  <a:pt x="2469" y="8873"/>
                </a:lnTo>
                <a:lnTo>
                  <a:pt x="2469" y="6739"/>
                </a:lnTo>
                <a:close/>
                <a:moveTo>
                  <a:pt x="16079" y="7639"/>
                </a:moveTo>
                <a:cubicBezTo>
                  <a:pt x="16079" y="7739"/>
                  <a:pt x="16012" y="7873"/>
                  <a:pt x="15878" y="7906"/>
                </a:cubicBezTo>
                <a:lnTo>
                  <a:pt x="13810" y="8740"/>
                </a:lnTo>
                <a:cubicBezTo>
                  <a:pt x="13713" y="8779"/>
                  <a:pt x="13615" y="8795"/>
                  <a:pt x="13511" y="8795"/>
                </a:cubicBezTo>
                <a:cubicBezTo>
                  <a:pt x="13437" y="8795"/>
                  <a:pt x="13360" y="8787"/>
                  <a:pt x="13277" y="8773"/>
                </a:cubicBezTo>
                <a:lnTo>
                  <a:pt x="13277" y="10875"/>
                </a:lnTo>
                <a:cubicBezTo>
                  <a:pt x="13360" y="10889"/>
                  <a:pt x="13437" y="10897"/>
                  <a:pt x="13511" y="10897"/>
                </a:cubicBezTo>
                <a:cubicBezTo>
                  <a:pt x="13615" y="10897"/>
                  <a:pt x="13713" y="10881"/>
                  <a:pt x="13810" y="10841"/>
                </a:cubicBezTo>
                <a:lnTo>
                  <a:pt x="15878" y="10008"/>
                </a:lnTo>
                <a:cubicBezTo>
                  <a:pt x="16012" y="9974"/>
                  <a:pt x="16079" y="9874"/>
                  <a:pt x="16079" y="9741"/>
                </a:cubicBezTo>
                <a:lnTo>
                  <a:pt x="16079" y="7639"/>
                </a:lnTo>
                <a:close/>
                <a:moveTo>
                  <a:pt x="9040" y="7906"/>
                </a:moveTo>
                <a:cubicBezTo>
                  <a:pt x="8940" y="7973"/>
                  <a:pt x="8873" y="8073"/>
                  <a:pt x="8807" y="8173"/>
                </a:cubicBezTo>
                <a:lnTo>
                  <a:pt x="8306" y="9140"/>
                </a:lnTo>
                <a:cubicBezTo>
                  <a:pt x="8206" y="9307"/>
                  <a:pt x="8073" y="9407"/>
                  <a:pt x="7939" y="9474"/>
                </a:cubicBezTo>
                <a:lnTo>
                  <a:pt x="7939" y="11575"/>
                </a:lnTo>
                <a:cubicBezTo>
                  <a:pt x="8073" y="11509"/>
                  <a:pt x="8240" y="11409"/>
                  <a:pt x="8306" y="11275"/>
                </a:cubicBezTo>
                <a:lnTo>
                  <a:pt x="8807" y="10274"/>
                </a:lnTo>
                <a:cubicBezTo>
                  <a:pt x="8873" y="10174"/>
                  <a:pt x="8940" y="10074"/>
                  <a:pt x="9040" y="10041"/>
                </a:cubicBezTo>
                <a:lnTo>
                  <a:pt x="9040" y="7906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41">
            <a:extLst>
              <a:ext uri="{FF2B5EF4-FFF2-40B4-BE49-F238E27FC236}">
                <a16:creationId xmlns:a16="http://schemas.microsoft.com/office/drawing/2014/main" id="{C5942797-2B0E-44F3-0869-9FD51A9FE251}"/>
              </a:ext>
            </a:extLst>
          </p:cNvPr>
          <p:cNvSpPr/>
          <p:nvPr/>
        </p:nvSpPr>
        <p:spPr>
          <a:xfrm>
            <a:off x="2186150" y="3955979"/>
            <a:ext cx="353144" cy="203347"/>
          </a:xfrm>
          <a:custGeom>
            <a:avLst/>
            <a:gdLst/>
            <a:ahLst/>
            <a:cxnLst/>
            <a:rect l="l" t="t" r="r" b="b"/>
            <a:pathLst>
              <a:path w="22884" h="13177" extrusionOk="0">
                <a:moveTo>
                  <a:pt x="11454" y="3728"/>
                </a:moveTo>
                <a:cubicBezTo>
                  <a:pt x="13012" y="3728"/>
                  <a:pt x="14531" y="4155"/>
                  <a:pt x="15478" y="4937"/>
                </a:cubicBezTo>
                <a:cubicBezTo>
                  <a:pt x="17013" y="6238"/>
                  <a:pt x="16479" y="8006"/>
                  <a:pt x="14244" y="8907"/>
                </a:cubicBezTo>
                <a:cubicBezTo>
                  <a:pt x="13378" y="9238"/>
                  <a:pt x="12400" y="9399"/>
                  <a:pt x="11436" y="9399"/>
                </a:cubicBezTo>
                <a:cubicBezTo>
                  <a:pt x="9877" y="9399"/>
                  <a:pt x="8354" y="8977"/>
                  <a:pt x="7406" y="8173"/>
                </a:cubicBezTo>
                <a:cubicBezTo>
                  <a:pt x="5871" y="6905"/>
                  <a:pt x="6405" y="5137"/>
                  <a:pt x="8640" y="4237"/>
                </a:cubicBezTo>
                <a:cubicBezTo>
                  <a:pt x="9508" y="3892"/>
                  <a:pt x="10489" y="3728"/>
                  <a:pt x="11454" y="3728"/>
                </a:cubicBezTo>
                <a:close/>
                <a:moveTo>
                  <a:pt x="12176" y="0"/>
                </a:moveTo>
                <a:cubicBezTo>
                  <a:pt x="11909" y="0"/>
                  <a:pt x="11642" y="134"/>
                  <a:pt x="11509" y="367"/>
                </a:cubicBezTo>
                <a:lnTo>
                  <a:pt x="11008" y="1368"/>
                </a:lnTo>
                <a:cubicBezTo>
                  <a:pt x="10875" y="1602"/>
                  <a:pt x="10608" y="1735"/>
                  <a:pt x="10341" y="1768"/>
                </a:cubicBezTo>
                <a:cubicBezTo>
                  <a:pt x="9908" y="1802"/>
                  <a:pt x="9474" y="1868"/>
                  <a:pt x="9007" y="1935"/>
                </a:cubicBezTo>
                <a:cubicBezTo>
                  <a:pt x="8947" y="1943"/>
                  <a:pt x="8885" y="1947"/>
                  <a:pt x="8823" y="1947"/>
                </a:cubicBezTo>
                <a:cubicBezTo>
                  <a:pt x="8607" y="1947"/>
                  <a:pt x="8380" y="1898"/>
                  <a:pt x="8173" y="1768"/>
                </a:cubicBezTo>
                <a:lnTo>
                  <a:pt x="6805" y="868"/>
                </a:lnTo>
                <a:cubicBezTo>
                  <a:pt x="6660" y="763"/>
                  <a:pt x="6488" y="711"/>
                  <a:pt x="6314" y="711"/>
                </a:cubicBezTo>
                <a:cubicBezTo>
                  <a:pt x="6210" y="711"/>
                  <a:pt x="6105" y="730"/>
                  <a:pt x="6005" y="768"/>
                </a:cubicBezTo>
                <a:lnTo>
                  <a:pt x="3937" y="1602"/>
                </a:lnTo>
                <a:cubicBezTo>
                  <a:pt x="3737" y="1668"/>
                  <a:pt x="3670" y="1968"/>
                  <a:pt x="3837" y="2102"/>
                </a:cubicBezTo>
                <a:lnTo>
                  <a:pt x="4771" y="3103"/>
                </a:lnTo>
                <a:cubicBezTo>
                  <a:pt x="4937" y="3269"/>
                  <a:pt x="4904" y="3536"/>
                  <a:pt x="4704" y="3703"/>
                </a:cubicBezTo>
                <a:cubicBezTo>
                  <a:pt x="4504" y="3836"/>
                  <a:pt x="4337" y="4037"/>
                  <a:pt x="4137" y="4203"/>
                </a:cubicBezTo>
                <a:cubicBezTo>
                  <a:pt x="3937" y="4404"/>
                  <a:pt x="3670" y="4504"/>
                  <a:pt x="3403" y="4537"/>
                </a:cubicBezTo>
                <a:lnTo>
                  <a:pt x="1035" y="4437"/>
                </a:lnTo>
                <a:cubicBezTo>
                  <a:pt x="768" y="4437"/>
                  <a:pt x="534" y="4604"/>
                  <a:pt x="468" y="4837"/>
                </a:cubicBezTo>
                <a:lnTo>
                  <a:pt x="101" y="5971"/>
                </a:lnTo>
                <a:cubicBezTo>
                  <a:pt x="1" y="6205"/>
                  <a:pt x="167" y="6472"/>
                  <a:pt x="401" y="6505"/>
                </a:cubicBezTo>
                <a:lnTo>
                  <a:pt x="2636" y="6872"/>
                </a:lnTo>
                <a:cubicBezTo>
                  <a:pt x="2903" y="6939"/>
                  <a:pt x="3103" y="7139"/>
                  <a:pt x="3203" y="7406"/>
                </a:cubicBezTo>
                <a:cubicBezTo>
                  <a:pt x="3236" y="7539"/>
                  <a:pt x="3303" y="7706"/>
                  <a:pt x="3370" y="7839"/>
                </a:cubicBezTo>
                <a:cubicBezTo>
                  <a:pt x="3470" y="8073"/>
                  <a:pt x="3370" y="8340"/>
                  <a:pt x="3170" y="8440"/>
                </a:cubicBezTo>
                <a:lnTo>
                  <a:pt x="1535" y="9274"/>
                </a:lnTo>
                <a:cubicBezTo>
                  <a:pt x="1302" y="9340"/>
                  <a:pt x="1268" y="9641"/>
                  <a:pt x="1468" y="9774"/>
                </a:cubicBezTo>
                <a:lnTo>
                  <a:pt x="2769" y="10875"/>
                </a:lnTo>
                <a:cubicBezTo>
                  <a:pt x="2929" y="10989"/>
                  <a:pt x="3104" y="11041"/>
                  <a:pt x="3295" y="11041"/>
                </a:cubicBezTo>
                <a:cubicBezTo>
                  <a:pt x="3383" y="11041"/>
                  <a:pt x="3475" y="11029"/>
                  <a:pt x="3570" y="11008"/>
                </a:cubicBezTo>
                <a:lnTo>
                  <a:pt x="5571" y="10408"/>
                </a:lnTo>
                <a:cubicBezTo>
                  <a:pt x="5691" y="10378"/>
                  <a:pt x="5818" y="10361"/>
                  <a:pt x="5945" y="10361"/>
                </a:cubicBezTo>
                <a:cubicBezTo>
                  <a:pt x="6101" y="10361"/>
                  <a:pt x="6258" y="10386"/>
                  <a:pt x="6405" y="10441"/>
                </a:cubicBezTo>
                <a:cubicBezTo>
                  <a:pt x="6739" y="10608"/>
                  <a:pt x="7106" y="10741"/>
                  <a:pt x="7473" y="10842"/>
                </a:cubicBezTo>
                <a:cubicBezTo>
                  <a:pt x="7706" y="10908"/>
                  <a:pt x="7873" y="11175"/>
                  <a:pt x="7840" y="11409"/>
                </a:cubicBezTo>
                <a:lnTo>
                  <a:pt x="7739" y="12409"/>
                </a:lnTo>
                <a:cubicBezTo>
                  <a:pt x="7706" y="12643"/>
                  <a:pt x="7873" y="12876"/>
                  <a:pt x="8140" y="12910"/>
                </a:cubicBezTo>
                <a:lnTo>
                  <a:pt x="10708" y="13177"/>
                </a:lnTo>
                <a:cubicBezTo>
                  <a:pt x="10975" y="13177"/>
                  <a:pt x="11242" y="13043"/>
                  <a:pt x="11375" y="12810"/>
                </a:cubicBezTo>
                <a:lnTo>
                  <a:pt x="11876" y="11809"/>
                </a:lnTo>
                <a:cubicBezTo>
                  <a:pt x="12009" y="11575"/>
                  <a:pt x="12276" y="11442"/>
                  <a:pt x="12543" y="11409"/>
                </a:cubicBezTo>
                <a:cubicBezTo>
                  <a:pt x="12977" y="11375"/>
                  <a:pt x="13444" y="11309"/>
                  <a:pt x="13877" y="11242"/>
                </a:cubicBezTo>
                <a:cubicBezTo>
                  <a:pt x="13945" y="11234"/>
                  <a:pt x="14010" y="11230"/>
                  <a:pt x="14075" y="11230"/>
                </a:cubicBezTo>
                <a:cubicBezTo>
                  <a:pt x="14297" y="11230"/>
                  <a:pt x="14504" y="11279"/>
                  <a:pt x="14711" y="11409"/>
                </a:cubicBezTo>
                <a:lnTo>
                  <a:pt x="16079" y="12309"/>
                </a:lnTo>
                <a:cubicBezTo>
                  <a:pt x="16257" y="12398"/>
                  <a:pt x="16435" y="12443"/>
                  <a:pt x="16612" y="12443"/>
                </a:cubicBezTo>
                <a:cubicBezTo>
                  <a:pt x="16701" y="12443"/>
                  <a:pt x="16790" y="12432"/>
                  <a:pt x="16879" y="12409"/>
                </a:cubicBezTo>
                <a:lnTo>
                  <a:pt x="18947" y="11575"/>
                </a:lnTo>
                <a:cubicBezTo>
                  <a:pt x="19181" y="11509"/>
                  <a:pt x="19248" y="11208"/>
                  <a:pt x="19048" y="11042"/>
                </a:cubicBezTo>
                <a:lnTo>
                  <a:pt x="18114" y="10074"/>
                </a:lnTo>
                <a:cubicBezTo>
                  <a:pt x="17980" y="9874"/>
                  <a:pt x="17980" y="9607"/>
                  <a:pt x="18180" y="9474"/>
                </a:cubicBezTo>
                <a:cubicBezTo>
                  <a:pt x="18380" y="9307"/>
                  <a:pt x="18581" y="9140"/>
                  <a:pt x="18747" y="8974"/>
                </a:cubicBezTo>
                <a:cubicBezTo>
                  <a:pt x="18947" y="8773"/>
                  <a:pt x="19214" y="8640"/>
                  <a:pt x="19515" y="8640"/>
                </a:cubicBezTo>
                <a:lnTo>
                  <a:pt x="21850" y="8740"/>
                </a:lnTo>
                <a:cubicBezTo>
                  <a:pt x="22116" y="8740"/>
                  <a:pt x="22350" y="8573"/>
                  <a:pt x="22450" y="8340"/>
                </a:cubicBezTo>
                <a:lnTo>
                  <a:pt x="22784" y="7172"/>
                </a:lnTo>
                <a:cubicBezTo>
                  <a:pt x="22884" y="6972"/>
                  <a:pt x="22717" y="6705"/>
                  <a:pt x="22483" y="6672"/>
                </a:cubicBezTo>
                <a:lnTo>
                  <a:pt x="20248" y="6305"/>
                </a:lnTo>
                <a:cubicBezTo>
                  <a:pt x="19982" y="6238"/>
                  <a:pt x="19781" y="6038"/>
                  <a:pt x="19715" y="5771"/>
                </a:cubicBezTo>
                <a:cubicBezTo>
                  <a:pt x="19648" y="5604"/>
                  <a:pt x="19615" y="5471"/>
                  <a:pt x="19548" y="5338"/>
                </a:cubicBezTo>
                <a:cubicBezTo>
                  <a:pt x="19414" y="5104"/>
                  <a:pt x="19515" y="4837"/>
                  <a:pt x="19715" y="4704"/>
                </a:cubicBezTo>
                <a:lnTo>
                  <a:pt x="21383" y="3870"/>
                </a:lnTo>
                <a:cubicBezTo>
                  <a:pt x="21583" y="3803"/>
                  <a:pt x="21616" y="3503"/>
                  <a:pt x="21416" y="3403"/>
                </a:cubicBezTo>
                <a:lnTo>
                  <a:pt x="20115" y="2302"/>
                </a:lnTo>
                <a:cubicBezTo>
                  <a:pt x="19942" y="2178"/>
                  <a:pt x="19750" y="2110"/>
                  <a:pt x="19554" y="2110"/>
                </a:cubicBezTo>
                <a:cubicBezTo>
                  <a:pt x="19486" y="2110"/>
                  <a:pt x="19417" y="2118"/>
                  <a:pt x="19348" y="2135"/>
                </a:cubicBezTo>
                <a:lnTo>
                  <a:pt x="17346" y="2769"/>
                </a:lnTo>
                <a:cubicBezTo>
                  <a:pt x="17240" y="2793"/>
                  <a:pt x="17138" y="2804"/>
                  <a:pt x="17038" y="2804"/>
                </a:cubicBezTo>
                <a:cubicBezTo>
                  <a:pt x="16857" y="2804"/>
                  <a:pt x="16685" y="2767"/>
                  <a:pt x="16512" y="2702"/>
                </a:cubicBezTo>
                <a:cubicBezTo>
                  <a:pt x="16145" y="2536"/>
                  <a:pt x="15779" y="2402"/>
                  <a:pt x="15445" y="2269"/>
                </a:cubicBezTo>
                <a:cubicBezTo>
                  <a:pt x="15178" y="2202"/>
                  <a:pt x="15011" y="1968"/>
                  <a:pt x="15045" y="1702"/>
                </a:cubicBezTo>
                <a:lnTo>
                  <a:pt x="15145" y="734"/>
                </a:lnTo>
                <a:cubicBezTo>
                  <a:pt x="15178" y="467"/>
                  <a:pt x="15011" y="267"/>
                  <a:pt x="14778" y="234"/>
                </a:cubicBezTo>
                <a:lnTo>
                  <a:pt x="121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41">
            <a:extLst>
              <a:ext uri="{FF2B5EF4-FFF2-40B4-BE49-F238E27FC236}">
                <a16:creationId xmlns:a16="http://schemas.microsoft.com/office/drawing/2014/main" id="{04881508-E1AA-B8F2-DCD4-9249E1A0EC8D}"/>
              </a:ext>
            </a:extLst>
          </p:cNvPr>
          <p:cNvSpPr/>
          <p:nvPr/>
        </p:nvSpPr>
        <p:spPr>
          <a:xfrm>
            <a:off x="1254432" y="1539586"/>
            <a:ext cx="230105" cy="323438"/>
          </a:xfrm>
          <a:custGeom>
            <a:avLst/>
            <a:gdLst/>
            <a:ahLst/>
            <a:cxnLst/>
            <a:rect l="l" t="t" r="r" b="b"/>
            <a:pathLst>
              <a:path w="14911" h="20959" extrusionOk="0">
                <a:moveTo>
                  <a:pt x="9164" y="5970"/>
                </a:moveTo>
                <a:cubicBezTo>
                  <a:pt x="9783" y="5970"/>
                  <a:pt x="10281" y="6298"/>
                  <a:pt x="10541" y="6977"/>
                </a:cubicBezTo>
                <a:cubicBezTo>
                  <a:pt x="11141" y="8545"/>
                  <a:pt x="10241" y="11380"/>
                  <a:pt x="8540" y="13315"/>
                </a:cubicBezTo>
                <a:cubicBezTo>
                  <a:pt x="7580" y="14407"/>
                  <a:pt x="6567" y="14967"/>
                  <a:pt x="5759" y="14967"/>
                </a:cubicBezTo>
                <a:cubicBezTo>
                  <a:pt x="5134" y="14967"/>
                  <a:pt x="4632" y="14632"/>
                  <a:pt x="4370" y="13949"/>
                </a:cubicBezTo>
                <a:cubicBezTo>
                  <a:pt x="3770" y="12381"/>
                  <a:pt x="4670" y="9546"/>
                  <a:pt x="6371" y="7611"/>
                </a:cubicBezTo>
                <a:cubicBezTo>
                  <a:pt x="7336" y="6533"/>
                  <a:pt x="8354" y="5970"/>
                  <a:pt x="9164" y="5970"/>
                </a:cubicBezTo>
                <a:close/>
                <a:moveTo>
                  <a:pt x="11386" y="1"/>
                </a:moveTo>
                <a:cubicBezTo>
                  <a:pt x="11361" y="1"/>
                  <a:pt x="11335" y="2"/>
                  <a:pt x="11308" y="6"/>
                </a:cubicBezTo>
                <a:lnTo>
                  <a:pt x="10107" y="206"/>
                </a:lnTo>
                <a:cubicBezTo>
                  <a:pt x="9841" y="239"/>
                  <a:pt x="9607" y="439"/>
                  <a:pt x="9474" y="673"/>
                </a:cubicBezTo>
                <a:lnTo>
                  <a:pt x="8640" y="2841"/>
                </a:lnTo>
                <a:cubicBezTo>
                  <a:pt x="8506" y="3108"/>
                  <a:pt x="8306" y="3341"/>
                  <a:pt x="8073" y="3508"/>
                </a:cubicBezTo>
                <a:cubicBezTo>
                  <a:pt x="7839" y="3642"/>
                  <a:pt x="7606" y="3775"/>
                  <a:pt x="7372" y="3942"/>
                </a:cubicBezTo>
                <a:cubicBezTo>
                  <a:pt x="7255" y="4025"/>
                  <a:pt x="7130" y="4067"/>
                  <a:pt x="7022" y="4067"/>
                </a:cubicBezTo>
                <a:cubicBezTo>
                  <a:pt x="6913" y="4067"/>
                  <a:pt x="6822" y="4025"/>
                  <a:pt x="6772" y="3942"/>
                </a:cubicBezTo>
                <a:lnTo>
                  <a:pt x="6238" y="2974"/>
                </a:lnTo>
                <a:cubicBezTo>
                  <a:pt x="6177" y="2883"/>
                  <a:pt x="6102" y="2840"/>
                  <a:pt x="6019" y="2840"/>
                </a:cubicBezTo>
                <a:cubicBezTo>
                  <a:pt x="5921" y="2840"/>
                  <a:pt x="5813" y="2899"/>
                  <a:pt x="5704" y="3008"/>
                </a:cubicBezTo>
                <a:lnTo>
                  <a:pt x="4136" y="4776"/>
                </a:lnTo>
                <a:cubicBezTo>
                  <a:pt x="3970" y="4976"/>
                  <a:pt x="3870" y="5243"/>
                  <a:pt x="3903" y="5543"/>
                </a:cubicBezTo>
                <a:lnTo>
                  <a:pt x="4237" y="6911"/>
                </a:lnTo>
                <a:cubicBezTo>
                  <a:pt x="4270" y="7177"/>
                  <a:pt x="4203" y="7444"/>
                  <a:pt x="4070" y="7678"/>
                </a:cubicBezTo>
                <a:cubicBezTo>
                  <a:pt x="3803" y="8078"/>
                  <a:pt x="3603" y="8478"/>
                  <a:pt x="3369" y="8879"/>
                </a:cubicBezTo>
                <a:cubicBezTo>
                  <a:pt x="3236" y="9146"/>
                  <a:pt x="3002" y="9346"/>
                  <a:pt x="2735" y="9446"/>
                </a:cubicBezTo>
                <a:lnTo>
                  <a:pt x="1601" y="9779"/>
                </a:lnTo>
                <a:cubicBezTo>
                  <a:pt x="1334" y="9879"/>
                  <a:pt x="1101" y="10080"/>
                  <a:pt x="1001" y="10346"/>
                </a:cubicBezTo>
                <a:lnTo>
                  <a:pt x="267" y="12748"/>
                </a:lnTo>
                <a:cubicBezTo>
                  <a:pt x="173" y="12935"/>
                  <a:pt x="313" y="13152"/>
                  <a:pt x="523" y="13152"/>
                </a:cubicBezTo>
                <a:cubicBezTo>
                  <a:pt x="537" y="13152"/>
                  <a:pt x="552" y="13151"/>
                  <a:pt x="567" y="13148"/>
                </a:cubicBezTo>
                <a:lnTo>
                  <a:pt x="1535" y="13148"/>
                </a:lnTo>
                <a:cubicBezTo>
                  <a:pt x="1552" y="13146"/>
                  <a:pt x="1569" y="13145"/>
                  <a:pt x="1585" y="13145"/>
                </a:cubicBezTo>
                <a:cubicBezTo>
                  <a:pt x="1796" y="13145"/>
                  <a:pt x="1966" y="13335"/>
                  <a:pt x="1935" y="13582"/>
                </a:cubicBezTo>
                <a:cubicBezTo>
                  <a:pt x="1902" y="13916"/>
                  <a:pt x="1902" y="14249"/>
                  <a:pt x="1902" y="14583"/>
                </a:cubicBezTo>
                <a:cubicBezTo>
                  <a:pt x="1902" y="14883"/>
                  <a:pt x="1801" y="15150"/>
                  <a:pt x="1635" y="15383"/>
                </a:cubicBezTo>
                <a:lnTo>
                  <a:pt x="234" y="17151"/>
                </a:lnTo>
                <a:cubicBezTo>
                  <a:pt x="67" y="17351"/>
                  <a:pt x="0" y="17618"/>
                  <a:pt x="67" y="17885"/>
                </a:cubicBezTo>
                <a:lnTo>
                  <a:pt x="601" y="19219"/>
                </a:lnTo>
                <a:cubicBezTo>
                  <a:pt x="634" y="19319"/>
                  <a:pt x="701" y="19370"/>
                  <a:pt x="784" y="19370"/>
                </a:cubicBezTo>
                <a:cubicBezTo>
                  <a:pt x="867" y="19370"/>
                  <a:pt x="968" y="19319"/>
                  <a:pt x="1068" y="19219"/>
                </a:cubicBezTo>
                <a:lnTo>
                  <a:pt x="2502" y="17818"/>
                </a:lnTo>
                <a:cubicBezTo>
                  <a:pt x="2599" y="17721"/>
                  <a:pt x="2730" y="17669"/>
                  <a:pt x="2862" y="17669"/>
                </a:cubicBezTo>
                <a:cubicBezTo>
                  <a:pt x="2957" y="17669"/>
                  <a:pt x="3052" y="17696"/>
                  <a:pt x="3136" y="17752"/>
                </a:cubicBezTo>
                <a:cubicBezTo>
                  <a:pt x="3236" y="17818"/>
                  <a:pt x="3369" y="17885"/>
                  <a:pt x="3469" y="17952"/>
                </a:cubicBezTo>
                <a:cubicBezTo>
                  <a:pt x="3703" y="18052"/>
                  <a:pt x="3803" y="18285"/>
                  <a:pt x="3770" y="18519"/>
                </a:cubicBezTo>
                <a:lnTo>
                  <a:pt x="3236" y="20587"/>
                </a:lnTo>
                <a:cubicBezTo>
                  <a:pt x="3205" y="20801"/>
                  <a:pt x="3314" y="20958"/>
                  <a:pt x="3537" y="20958"/>
                </a:cubicBezTo>
                <a:cubicBezTo>
                  <a:pt x="3558" y="20958"/>
                  <a:pt x="3580" y="20957"/>
                  <a:pt x="3603" y="20954"/>
                </a:cubicBezTo>
                <a:lnTo>
                  <a:pt x="4804" y="20754"/>
                </a:lnTo>
                <a:cubicBezTo>
                  <a:pt x="5070" y="20687"/>
                  <a:pt x="5304" y="20487"/>
                  <a:pt x="5437" y="20253"/>
                </a:cubicBezTo>
                <a:lnTo>
                  <a:pt x="6271" y="18085"/>
                </a:lnTo>
                <a:cubicBezTo>
                  <a:pt x="6405" y="17818"/>
                  <a:pt x="6605" y="17585"/>
                  <a:pt x="6872" y="17418"/>
                </a:cubicBezTo>
                <a:cubicBezTo>
                  <a:pt x="7105" y="17285"/>
                  <a:pt x="7305" y="17118"/>
                  <a:pt x="7539" y="16984"/>
                </a:cubicBezTo>
                <a:cubicBezTo>
                  <a:pt x="7656" y="16901"/>
                  <a:pt x="7772" y="16859"/>
                  <a:pt x="7877" y="16859"/>
                </a:cubicBezTo>
                <a:cubicBezTo>
                  <a:pt x="7981" y="16859"/>
                  <a:pt x="8073" y="16901"/>
                  <a:pt x="8139" y="16984"/>
                </a:cubicBezTo>
                <a:lnTo>
                  <a:pt x="8706" y="17952"/>
                </a:lnTo>
                <a:cubicBezTo>
                  <a:pt x="8752" y="18028"/>
                  <a:pt x="8826" y="18070"/>
                  <a:pt x="8909" y="18070"/>
                </a:cubicBezTo>
                <a:cubicBezTo>
                  <a:pt x="9006" y="18070"/>
                  <a:pt x="9116" y="18012"/>
                  <a:pt x="9207" y="17885"/>
                </a:cubicBezTo>
                <a:lnTo>
                  <a:pt x="10775" y="16117"/>
                </a:lnTo>
                <a:cubicBezTo>
                  <a:pt x="10941" y="15917"/>
                  <a:pt x="11041" y="15650"/>
                  <a:pt x="11008" y="15383"/>
                </a:cubicBezTo>
                <a:lnTo>
                  <a:pt x="10674" y="13982"/>
                </a:lnTo>
                <a:cubicBezTo>
                  <a:pt x="10641" y="13715"/>
                  <a:pt x="10708" y="13449"/>
                  <a:pt x="10841" y="13215"/>
                </a:cubicBezTo>
                <a:cubicBezTo>
                  <a:pt x="11108" y="12815"/>
                  <a:pt x="11308" y="12415"/>
                  <a:pt x="11508" y="12014"/>
                </a:cubicBezTo>
                <a:cubicBezTo>
                  <a:pt x="11675" y="11747"/>
                  <a:pt x="11909" y="11547"/>
                  <a:pt x="12176" y="11447"/>
                </a:cubicBezTo>
                <a:lnTo>
                  <a:pt x="13310" y="11114"/>
                </a:lnTo>
                <a:cubicBezTo>
                  <a:pt x="13577" y="11014"/>
                  <a:pt x="13810" y="10813"/>
                  <a:pt x="13910" y="10547"/>
                </a:cubicBezTo>
                <a:lnTo>
                  <a:pt x="14644" y="8178"/>
                </a:lnTo>
                <a:cubicBezTo>
                  <a:pt x="14744" y="7945"/>
                  <a:pt x="14577" y="7745"/>
                  <a:pt x="14344" y="7745"/>
                </a:cubicBezTo>
                <a:lnTo>
                  <a:pt x="13376" y="7745"/>
                </a:lnTo>
                <a:cubicBezTo>
                  <a:pt x="13143" y="7745"/>
                  <a:pt x="12976" y="7544"/>
                  <a:pt x="13009" y="7344"/>
                </a:cubicBezTo>
                <a:cubicBezTo>
                  <a:pt x="13043" y="6977"/>
                  <a:pt x="13043" y="6644"/>
                  <a:pt x="13043" y="6310"/>
                </a:cubicBezTo>
                <a:cubicBezTo>
                  <a:pt x="13043" y="6010"/>
                  <a:pt x="13143" y="5743"/>
                  <a:pt x="13310" y="5510"/>
                </a:cubicBezTo>
                <a:lnTo>
                  <a:pt x="14677" y="3775"/>
                </a:lnTo>
                <a:cubicBezTo>
                  <a:pt x="14844" y="3542"/>
                  <a:pt x="14911" y="3275"/>
                  <a:pt x="14844" y="3041"/>
                </a:cubicBezTo>
                <a:lnTo>
                  <a:pt x="14310" y="1707"/>
                </a:lnTo>
                <a:cubicBezTo>
                  <a:pt x="14277" y="1607"/>
                  <a:pt x="14210" y="1557"/>
                  <a:pt x="14127" y="1557"/>
                </a:cubicBezTo>
                <a:cubicBezTo>
                  <a:pt x="14044" y="1557"/>
                  <a:pt x="13943" y="1607"/>
                  <a:pt x="13843" y="1707"/>
                </a:cubicBezTo>
                <a:lnTo>
                  <a:pt x="12409" y="3108"/>
                </a:lnTo>
                <a:cubicBezTo>
                  <a:pt x="12309" y="3228"/>
                  <a:pt x="12173" y="3288"/>
                  <a:pt x="12037" y="3288"/>
                </a:cubicBezTo>
                <a:cubicBezTo>
                  <a:pt x="11946" y="3288"/>
                  <a:pt x="11855" y="3261"/>
                  <a:pt x="11775" y="3208"/>
                </a:cubicBezTo>
                <a:cubicBezTo>
                  <a:pt x="11675" y="3141"/>
                  <a:pt x="11542" y="3075"/>
                  <a:pt x="11442" y="3008"/>
                </a:cubicBezTo>
                <a:cubicBezTo>
                  <a:pt x="11208" y="2908"/>
                  <a:pt x="11108" y="2674"/>
                  <a:pt x="11141" y="2441"/>
                </a:cubicBezTo>
                <a:lnTo>
                  <a:pt x="11675" y="339"/>
                </a:lnTo>
                <a:cubicBezTo>
                  <a:pt x="11705" y="130"/>
                  <a:pt x="11601" y="1"/>
                  <a:pt x="113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41">
            <a:extLst>
              <a:ext uri="{FF2B5EF4-FFF2-40B4-BE49-F238E27FC236}">
                <a16:creationId xmlns:a16="http://schemas.microsoft.com/office/drawing/2014/main" id="{0E3AB217-C9EA-26C8-255E-34392F5264E1}"/>
              </a:ext>
            </a:extLst>
          </p:cNvPr>
          <p:cNvSpPr/>
          <p:nvPr/>
        </p:nvSpPr>
        <p:spPr>
          <a:xfrm>
            <a:off x="884822" y="1591777"/>
            <a:ext cx="326385" cy="455983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1">
            <a:extLst>
              <a:ext uri="{FF2B5EF4-FFF2-40B4-BE49-F238E27FC236}">
                <a16:creationId xmlns:a16="http://schemas.microsoft.com/office/drawing/2014/main" id="{14580998-7BC1-1000-05CA-83F430503521}"/>
              </a:ext>
            </a:extLst>
          </p:cNvPr>
          <p:cNvSpPr/>
          <p:nvPr/>
        </p:nvSpPr>
        <p:spPr>
          <a:xfrm>
            <a:off x="2776591" y="3079970"/>
            <a:ext cx="123548" cy="175615"/>
          </a:xfrm>
          <a:custGeom>
            <a:avLst/>
            <a:gdLst/>
            <a:ahLst/>
            <a:cxnLst/>
            <a:rect l="l" t="t" r="r" b="b"/>
            <a:pathLst>
              <a:path w="8006" h="11380" extrusionOk="0">
                <a:moveTo>
                  <a:pt x="1935" y="1"/>
                </a:moveTo>
                <a:cubicBezTo>
                  <a:pt x="1877" y="1"/>
                  <a:pt x="1818" y="9"/>
                  <a:pt x="1768" y="26"/>
                </a:cubicBezTo>
                <a:lnTo>
                  <a:pt x="467" y="526"/>
                </a:lnTo>
                <a:cubicBezTo>
                  <a:pt x="367" y="560"/>
                  <a:pt x="267" y="626"/>
                  <a:pt x="234" y="760"/>
                </a:cubicBezTo>
                <a:cubicBezTo>
                  <a:pt x="167" y="860"/>
                  <a:pt x="167" y="960"/>
                  <a:pt x="234" y="1093"/>
                </a:cubicBezTo>
                <a:lnTo>
                  <a:pt x="734" y="2428"/>
                </a:lnTo>
                <a:cubicBezTo>
                  <a:pt x="767" y="2528"/>
                  <a:pt x="834" y="2594"/>
                  <a:pt x="934" y="2661"/>
                </a:cubicBezTo>
                <a:cubicBezTo>
                  <a:pt x="1001" y="2678"/>
                  <a:pt x="1059" y="2686"/>
                  <a:pt x="1118" y="2686"/>
                </a:cubicBezTo>
                <a:cubicBezTo>
                  <a:pt x="1176" y="2686"/>
                  <a:pt x="1234" y="2678"/>
                  <a:pt x="1301" y="2661"/>
                </a:cubicBezTo>
                <a:lnTo>
                  <a:pt x="2602" y="2161"/>
                </a:lnTo>
                <a:cubicBezTo>
                  <a:pt x="2702" y="2127"/>
                  <a:pt x="2769" y="2027"/>
                  <a:pt x="2836" y="1927"/>
                </a:cubicBezTo>
                <a:cubicBezTo>
                  <a:pt x="2869" y="1827"/>
                  <a:pt x="2869" y="1694"/>
                  <a:pt x="2836" y="1594"/>
                </a:cubicBezTo>
                <a:lnTo>
                  <a:pt x="2335" y="259"/>
                </a:lnTo>
                <a:cubicBezTo>
                  <a:pt x="2302" y="159"/>
                  <a:pt x="2202" y="59"/>
                  <a:pt x="2102" y="26"/>
                </a:cubicBezTo>
                <a:cubicBezTo>
                  <a:pt x="2052" y="9"/>
                  <a:pt x="1993" y="1"/>
                  <a:pt x="1935" y="1"/>
                </a:cubicBezTo>
                <a:close/>
                <a:moveTo>
                  <a:pt x="3036" y="3078"/>
                </a:moveTo>
                <a:cubicBezTo>
                  <a:pt x="2977" y="3078"/>
                  <a:pt x="2919" y="3095"/>
                  <a:pt x="2869" y="3128"/>
                </a:cubicBezTo>
                <a:lnTo>
                  <a:pt x="1701" y="3528"/>
                </a:lnTo>
                <a:cubicBezTo>
                  <a:pt x="1601" y="3562"/>
                  <a:pt x="1535" y="3662"/>
                  <a:pt x="1501" y="3762"/>
                </a:cubicBezTo>
                <a:cubicBezTo>
                  <a:pt x="1435" y="3862"/>
                  <a:pt x="1435" y="3995"/>
                  <a:pt x="1468" y="4095"/>
                </a:cubicBezTo>
                <a:cubicBezTo>
                  <a:pt x="1501" y="4329"/>
                  <a:pt x="1501" y="4596"/>
                  <a:pt x="1401" y="4829"/>
                </a:cubicBezTo>
                <a:cubicBezTo>
                  <a:pt x="1335" y="5096"/>
                  <a:pt x="1201" y="5330"/>
                  <a:pt x="1068" y="5596"/>
                </a:cubicBezTo>
                <a:cubicBezTo>
                  <a:pt x="934" y="5830"/>
                  <a:pt x="801" y="6097"/>
                  <a:pt x="634" y="6397"/>
                </a:cubicBezTo>
                <a:cubicBezTo>
                  <a:pt x="467" y="6664"/>
                  <a:pt x="334" y="6964"/>
                  <a:pt x="200" y="7298"/>
                </a:cubicBezTo>
                <a:cubicBezTo>
                  <a:pt x="100" y="7598"/>
                  <a:pt x="34" y="7931"/>
                  <a:pt x="34" y="8265"/>
                </a:cubicBezTo>
                <a:cubicBezTo>
                  <a:pt x="0" y="8665"/>
                  <a:pt x="100" y="9032"/>
                  <a:pt x="234" y="9399"/>
                </a:cubicBezTo>
                <a:cubicBezTo>
                  <a:pt x="401" y="9866"/>
                  <a:pt x="667" y="10266"/>
                  <a:pt x="1034" y="10600"/>
                </a:cubicBezTo>
                <a:cubicBezTo>
                  <a:pt x="1401" y="10900"/>
                  <a:pt x="1802" y="11100"/>
                  <a:pt x="2235" y="11234"/>
                </a:cubicBezTo>
                <a:cubicBezTo>
                  <a:pt x="2592" y="11336"/>
                  <a:pt x="2949" y="11379"/>
                  <a:pt x="3320" y="11379"/>
                </a:cubicBezTo>
                <a:cubicBezTo>
                  <a:pt x="3435" y="11379"/>
                  <a:pt x="3551" y="11375"/>
                  <a:pt x="3670" y="11367"/>
                </a:cubicBezTo>
                <a:cubicBezTo>
                  <a:pt x="4170" y="11334"/>
                  <a:pt x="4637" y="11234"/>
                  <a:pt x="5104" y="11034"/>
                </a:cubicBezTo>
                <a:cubicBezTo>
                  <a:pt x="5638" y="10867"/>
                  <a:pt x="6138" y="10567"/>
                  <a:pt x="6538" y="10200"/>
                </a:cubicBezTo>
                <a:cubicBezTo>
                  <a:pt x="6905" y="9833"/>
                  <a:pt x="7239" y="9433"/>
                  <a:pt x="7506" y="8999"/>
                </a:cubicBezTo>
                <a:cubicBezTo>
                  <a:pt x="7706" y="8599"/>
                  <a:pt x="7873" y="8132"/>
                  <a:pt x="7939" y="7665"/>
                </a:cubicBezTo>
                <a:cubicBezTo>
                  <a:pt x="8006" y="7264"/>
                  <a:pt x="8006" y="6864"/>
                  <a:pt x="7873" y="6464"/>
                </a:cubicBezTo>
                <a:cubicBezTo>
                  <a:pt x="7839" y="6364"/>
                  <a:pt x="7772" y="6297"/>
                  <a:pt x="7672" y="6264"/>
                </a:cubicBezTo>
                <a:cubicBezTo>
                  <a:pt x="7639" y="6247"/>
                  <a:pt x="7597" y="6239"/>
                  <a:pt x="7551" y="6239"/>
                </a:cubicBezTo>
                <a:cubicBezTo>
                  <a:pt x="7506" y="6239"/>
                  <a:pt x="7456" y="6247"/>
                  <a:pt x="7406" y="6264"/>
                </a:cubicBezTo>
                <a:lnTo>
                  <a:pt x="6171" y="6731"/>
                </a:lnTo>
                <a:cubicBezTo>
                  <a:pt x="6071" y="6764"/>
                  <a:pt x="5971" y="6831"/>
                  <a:pt x="5938" y="6931"/>
                </a:cubicBezTo>
                <a:cubicBezTo>
                  <a:pt x="5904" y="7031"/>
                  <a:pt x="5871" y="7131"/>
                  <a:pt x="5871" y="7231"/>
                </a:cubicBezTo>
                <a:cubicBezTo>
                  <a:pt x="5871" y="8132"/>
                  <a:pt x="5304" y="8932"/>
                  <a:pt x="4437" y="9232"/>
                </a:cubicBezTo>
                <a:cubicBezTo>
                  <a:pt x="4177" y="9352"/>
                  <a:pt x="3892" y="9413"/>
                  <a:pt x="3606" y="9413"/>
                </a:cubicBezTo>
                <a:cubicBezTo>
                  <a:pt x="3415" y="9413"/>
                  <a:pt x="3223" y="9386"/>
                  <a:pt x="3036" y="9332"/>
                </a:cubicBezTo>
                <a:cubicBezTo>
                  <a:pt x="2635" y="9232"/>
                  <a:pt x="2335" y="8932"/>
                  <a:pt x="2202" y="8565"/>
                </a:cubicBezTo>
                <a:cubicBezTo>
                  <a:pt x="2102" y="8365"/>
                  <a:pt x="2102" y="8132"/>
                  <a:pt x="2168" y="7898"/>
                </a:cubicBezTo>
                <a:cubicBezTo>
                  <a:pt x="2235" y="7665"/>
                  <a:pt x="2335" y="7431"/>
                  <a:pt x="2469" y="7198"/>
                </a:cubicBezTo>
                <a:cubicBezTo>
                  <a:pt x="2602" y="6931"/>
                  <a:pt x="2769" y="6664"/>
                  <a:pt x="2936" y="6397"/>
                </a:cubicBezTo>
                <a:cubicBezTo>
                  <a:pt x="3102" y="6097"/>
                  <a:pt x="3236" y="5797"/>
                  <a:pt x="3336" y="5496"/>
                </a:cubicBezTo>
                <a:cubicBezTo>
                  <a:pt x="3469" y="5163"/>
                  <a:pt x="3536" y="4829"/>
                  <a:pt x="3569" y="4496"/>
                </a:cubicBezTo>
                <a:cubicBezTo>
                  <a:pt x="3603" y="4129"/>
                  <a:pt x="3569" y="3728"/>
                  <a:pt x="3436" y="3362"/>
                </a:cubicBezTo>
                <a:cubicBezTo>
                  <a:pt x="3403" y="3261"/>
                  <a:pt x="3336" y="3161"/>
                  <a:pt x="3203" y="3128"/>
                </a:cubicBezTo>
                <a:cubicBezTo>
                  <a:pt x="3153" y="3095"/>
                  <a:pt x="3094" y="3078"/>
                  <a:pt x="3036" y="3078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41">
            <a:extLst>
              <a:ext uri="{FF2B5EF4-FFF2-40B4-BE49-F238E27FC236}">
                <a16:creationId xmlns:a16="http://schemas.microsoft.com/office/drawing/2014/main" id="{F1F37A58-0831-4C77-A727-9FA3EF43D6E4}"/>
              </a:ext>
            </a:extLst>
          </p:cNvPr>
          <p:cNvSpPr/>
          <p:nvPr/>
        </p:nvSpPr>
        <p:spPr>
          <a:xfrm>
            <a:off x="2776591" y="3079970"/>
            <a:ext cx="123548" cy="175615"/>
          </a:xfrm>
          <a:custGeom>
            <a:avLst/>
            <a:gdLst/>
            <a:ahLst/>
            <a:cxnLst/>
            <a:rect l="l" t="t" r="r" b="b"/>
            <a:pathLst>
              <a:path w="8006" h="11380" extrusionOk="0">
                <a:moveTo>
                  <a:pt x="1935" y="1"/>
                </a:moveTo>
                <a:cubicBezTo>
                  <a:pt x="1877" y="1"/>
                  <a:pt x="1818" y="9"/>
                  <a:pt x="1768" y="26"/>
                </a:cubicBezTo>
                <a:lnTo>
                  <a:pt x="467" y="526"/>
                </a:lnTo>
                <a:cubicBezTo>
                  <a:pt x="367" y="560"/>
                  <a:pt x="267" y="626"/>
                  <a:pt x="234" y="760"/>
                </a:cubicBezTo>
                <a:cubicBezTo>
                  <a:pt x="167" y="860"/>
                  <a:pt x="167" y="960"/>
                  <a:pt x="234" y="1093"/>
                </a:cubicBezTo>
                <a:lnTo>
                  <a:pt x="734" y="2428"/>
                </a:lnTo>
                <a:cubicBezTo>
                  <a:pt x="767" y="2528"/>
                  <a:pt x="834" y="2594"/>
                  <a:pt x="934" y="2661"/>
                </a:cubicBezTo>
                <a:cubicBezTo>
                  <a:pt x="1001" y="2678"/>
                  <a:pt x="1059" y="2686"/>
                  <a:pt x="1118" y="2686"/>
                </a:cubicBezTo>
                <a:cubicBezTo>
                  <a:pt x="1176" y="2686"/>
                  <a:pt x="1234" y="2678"/>
                  <a:pt x="1301" y="2661"/>
                </a:cubicBezTo>
                <a:lnTo>
                  <a:pt x="2602" y="2161"/>
                </a:lnTo>
                <a:cubicBezTo>
                  <a:pt x="2702" y="2127"/>
                  <a:pt x="2769" y="2027"/>
                  <a:pt x="2836" y="1927"/>
                </a:cubicBezTo>
                <a:cubicBezTo>
                  <a:pt x="2869" y="1827"/>
                  <a:pt x="2869" y="1694"/>
                  <a:pt x="2836" y="1594"/>
                </a:cubicBezTo>
                <a:lnTo>
                  <a:pt x="2335" y="259"/>
                </a:lnTo>
                <a:cubicBezTo>
                  <a:pt x="2302" y="159"/>
                  <a:pt x="2202" y="59"/>
                  <a:pt x="2102" y="26"/>
                </a:cubicBezTo>
                <a:cubicBezTo>
                  <a:pt x="2052" y="9"/>
                  <a:pt x="1993" y="1"/>
                  <a:pt x="1935" y="1"/>
                </a:cubicBezTo>
                <a:close/>
                <a:moveTo>
                  <a:pt x="3036" y="3078"/>
                </a:moveTo>
                <a:cubicBezTo>
                  <a:pt x="2977" y="3078"/>
                  <a:pt x="2919" y="3095"/>
                  <a:pt x="2869" y="3128"/>
                </a:cubicBezTo>
                <a:lnTo>
                  <a:pt x="1701" y="3528"/>
                </a:lnTo>
                <a:cubicBezTo>
                  <a:pt x="1601" y="3562"/>
                  <a:pt x="1535" y="3662"/>
                  <a:pt x="1501" y="3762"/>
                </a:cubicBezTo>
                <a:cubicBezTo>
                  <a:pt x="1435" y="3862"/>
                  <a:pt x="1435" y="3995"/>
                  <a:pt x="1468" y="4095"/>
                </a:cubicBezTo>
                <a:cubicBezTo>
                  <a:pt x="1501" y="4329"/>
                  <a:pt x="1501" y="4596"/>
                  <a:pt x="1401" y="4829"/>
                </a:cubicBezTo>
                <a:cubicBezTo>
                  <a:pt x="1335" y="5096"/>
                  <a:pt x="1201" y="5330"/>
                  <a:pt x="1068" y="5596"/>
                </a:cubicBezTo>
                <a:cubicBezTo>
                  <a:pt x="934" y="5830"/>
                  <a:pt x="801" y="6097"/>
                  <a:pt x="634" y="6397"/>
                </a:cubicBezTo>
                <a:cubicBezTo>
                  <a:pt x="467" y="6664"/>
                  <a:pt x="334" y="6964"/>
                  <a:pt x="200" y="7298"/>
                </a:cubicBezTo>
                <a:cubicBezTo>
                  <a:pt x="100" y="7598"/>
                  <a:pt x="34" y="7931"/>
                  <a:pt x="34" y="8265"/>
                </a:cubicBezTo>
                <a:cubicBezTo>
                  <a:pt x="0" y="8665"/>
                  <a:pt x="100" y="9032"/>
                  <a:pt x="234" y="9399"/>
                </a:cubicBezTo>
                <a:cubicBezTo>
                  <a:pt x="401" y="9866"/>
                  <a:pt x="667" y="10266"/>
                  <a:pt x="1034" y="10600"/>
                </a:cubicBezTo>
                <a:cubicBezTo>
                  <a:pt x="1401" y="10900"/>
                  <a:pt x="1802" y="11100"/>
                  <a:pt x="2235" y="11234"/>
                </a:cubicBezTo>
                <a:cubicBezTo>
                  <a:pt x="2592" y="11336"/>
                  <a:pt x="2949" y="11379"/>
                  <a:pt x="3320" y="11379"/>
                </a:cubicBezTo>
                <a:cubicBezTo>
                  <a:pt x="3435" y="11379"/>
                  <a:pt x="3551" y="11375"/>
                  <a:pt x="3670" y="11367"/>
                </a:cubicBezTo>
                <a:cubicBezTo>
                  <a:pt x="4170" y="11334"/>
                  <a:pt x="4637" y="11234"/>
                  <a:pt x="5104" y="11034"/>
                </a:cubicBezTo>
                <a:cubicBezTo>
                  <a:pt x="5638" y="10867"/>
                  <a:pt x="6138" y="10567"/>
                  <a:pt x="6538" y="10200"/>
                </a:cubicBezTo>
                <a:cubicBezTo>
                  <a:pt x="6905" y="9833"/>
                  <a:pt x="7239" y="9433"/>
                  <a:pt x="7506" y="8999"/>
                </a:cubicBezTo>
                <a:cubicBezTo>
                  <a:pt x="7706" y="8599"/>
                  <a:pt x="7873" y="8132"/>
                  <a:pt x="7939" y="7665"/>
                </a:cubicBezTo>
                <a:cubicBezTo>
                  <a:pt x="8006" y="7264"/>
                  <a:pt x="8006" y="6864"/>
                  <a:pt x="7873" y="6464"/>
                </a:cubicBezTo>
                <a:cubicBezTo>
                  <a:pt x="7839" y="6364"/>
                  <a:pt x="7772" y="6297"/>
                  <a:pt x="7672" y="6264"/>
                </a:cubicBezTo>
                <a:cubicBezTo>
                  <a:pt x="7639" y="6247"/>
                  <a:pt x="7597" y="6239"/>
                  <a:pt x="7551" y="6239"/>
                </a:cubicBezTo>
                <a:cubicBezTo>
                  <a:pt x="7506" y="6239"/>
                  <a:pt x="7456" y="6247"/>
                  <a:pt x="7406" y="6264"/>
                </a:cubicBezTo>
                <a:lnTo>
                  <a:pt x="6171" y="6731"/>
                </a:lnTo>
                <a:cubicBezTo>
                  <a:pt x="6071" y="6764"/>
                  <a:pt x="5971" y="6831"/>
                  <a:pt x="5938" y="6931"/>
                </a:cubicBezTo>
                <a:cubicBezTo>
                  <a:pt x="5904" y="7031"/>
                  <a:pt x="5871" y="7131"/>
                  <a:pt x="5871" y="7231"/>
                </a:cubicBezTo>
                <a:cubicBezTo>
                  <a:pt x="5871" y="8132"/>
                  <a:pt x="5304" y="8932"/>
                  <a:pt x="4437" y="9232"/>
                </a:cubicBezTo>
                <a:cubicBezTo>
                  <a:pt x="4177" y="9352"/>
                  <a:pt x="3892" y="9413"/>
                  <a:pt x="3606" y="9413"/>
                </a:cubicBezTo>
                <a:cubicBezTo>
                  <a:pt x="3415" y="9413"/>
                  <a:pt x="3223" y="9386"/>
                  <a:pt x="3036" y="9332"/>
                </a:cubicBezTo>
                <a:cubicBezTo>
                  <a:pt x="2635" y="9232"/>
                  <a:pt x="2335" y="8932"/>
                  <a:pt x="2202" y="8565"/>
                </a:cubicBezTo>
                <a:cubicBezTo>
                  <a:pt x="2102" y="8365"/>
                  <a:pt x="2102" y="8132"/>
                  <a:pt x="2168" y="7898"/>
                </a:cubicBezTo>
                <a:cubicBezTo>
                  <a:pt x="2235" y="7665"/>
                  <a:pt x="2335" y="7431"/>
                  <a:pt x="2469" y="7198"/>
                </a:cubicBezTo>
                <a:cubicBezTo>
                  <a:pt x="2602" y="6931"/>
                  <a:pt x="2769" y="6664"/>
                  <a:pt x="2936" y="6397"/>
                </a:cubicBezTo>
                <a:cubicBezTo>
                  <a:pt x="3102" y="6097"/>
                  <a:pt x="3236" y="5797"/>
                  <a:pt x="3336" y="5496"/>
                </a:cubicBezTo>
                <a:cubicBezTo>
                  <a:pt x="3469" y="5163"/>
                  <a:pt x="3536" y="4829"/>
                  <a:pt x="3569" y="4496"/>
                </a:cubicBezTo>
                <a:cubicBezTo>
                  <a:pt x="3603" y="4129"/>
                  <a:pt x="3569" y="3728"/>
                  <a:pt x="3436" y="3362"/>
                </a:cubicBezTo>
                <a:cubicBezTo>
                  <a:pt x="3403" y="3261"/>
                  <a:pt x="3336" y="3161"/>
                  <a:pt x="3203" y="3128"/>
                </a:cubicBezTo>
                <a:cubicBezTo>
                  <a:pt x="3153" y="3095"/>
                  <a:pt x="3094" y="3078"/>
                  <a:pt x="3036" y="307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41">
            <a:extLst>
              <a:ext uri="{FF2B5EF4-FFF2-40B4-BE49-F238E27FC236}">
                <a16:creationId xmlns:a16="http://schemas.microsoft.com/office/drawing/2014/main" id="{E65C8A3B-C524-630B-DE77-1697373C71E2}"/>
              </a:ext>
            </a:extLst>
          </p:cNvPr>
          <p:cNvSpPr/>
          <p:nvPr/>
        </p:nvSpPr>
        <p:spPr>
          <a:xfrm>
            <a:off x="2854322" y="2797242"/>
            <a:ext cx="168331" cy="198887"/>
          </a:xfrm>
          <a:custGeom>
            <a:avLst/>
            <a:gdLst/>
            <a:ahLst/>
            <a:cxnLst/>
            <a:rect l="l" t="t" r="r" b="b"/>
            <a:pathLst>
              <a:path w="10908" h="12888" extrusionOk="0">
                <a:moveTo>
                  <a:pt x="5604" y="0"/>
                </a:moveTo>
                <a:cubicBezTo>
                  <a:pt x="5037" y="0"/>
                  <a:pt x="4470" y="67"/>
                  <a:pt x="3936" y="267"/>
                </a:cubicBezTo>
                <a:cubicBezTo>
                  <a:pt x="3369" y="434"/>
                  <a:pt x="2836" y="701"/>
                  <a:pt x="2335" y="1034"/>
                </a:cubicBezTo>
                <a:lnTo>
                  <a:pt x="2335" y="1001"/>
                </a:lnTo>
                <a:cubicBezTo>
                  <a:pt x="1768" y="1401"/>
                  <a:pt x="1301" y="1902"/>
                  <a:pt x="968" y="2469"/>
                </a:cubicBezTo>
                <a:cubicBezTo>
                  <a:pt x="601" y="2969"/>
                  <a:pt x="367" y="3503"/>
                  <a:pt x="200" y="4103"/>
                </a:cubicBezTo>
                <a:cubicBezTo>
                  <a:pt x="34" y="4637"/>
                  <a:pt x="0" y="5204"/>
                  <a:pt x="34" y="5738"/>
                </a:cubicBezTo>
                <a:cubicBezTo>
                  <a:pt x="67" y="6238"/>
                  <a:pt x="200" y="6705"/>
                  <a:pt x="434" y="7105"/>
                </a:cubicBezTo>
                <a:cubicBezTo>
                  <a:pt x="501" y="7205"/>
                  <a:pt x="601" y="7272"/>
                  <a:pt x="734" y="7306"/>
                </a:cubicBezTo>
                <a:cubicBezTo>
                  <a:pt x="834" y="7306"/>
                  <a:pt x="934" y="7272"/>
                  <a:pt x="1034" y="7205"/>
                </a:cubicBezTo>
                <a:lnTo>
                  <a:pt x="2335" y="6338"/>
                </a:lnTo>
                <a:cubicBezTo>
                  <a:pt x="2435" y="6305"/>
                  <a:pt x="2502" y="6171"/>
                  <a:pt x="2569" y="6071"/>
                </a:cubicBezTo>
                <a:cubicBezTo>
                  <a:pt x="2569" y="5938"/>
                  <a:pt x="2569" y="5804"/>
                  <a:pt x="2569" y="5671"/>
                </a:cubicBezTo>
                <a:cubicBezTo>
                  <a:pt x="2302" y="4637"/>
                  <a:pt x="2735" y="3570"/>
                  <a:pt x="3636" y="3002"/>
                </a:cubicBezTo>
                <a:cubicBezTo>
                  <a:pt x="4103" y="2636"/>
                  <a:pt x="4670" y="2469"/>
                  <a:pt x="5237" y="2469"/>
                </a:cubicBezTo>
                <a:cubicBezTo>
                  <a:pt x="5704" y="2469"/>
                  <a:pt x="6138" y="2702"/>
                  <a:pt x="6405" y="3103"/>
                </a:cubicBezTo>
                <a:cubicBezTo>
                  <a:pt x="6572" y="3336"/>
                  <a:pt x="6638" y="3603"/>
                  <a:pt x="6638" y="3870"/>
                </a:cubicBezTo>
                <a:cubicBezTo>
                  <a:pt x="6605" y="4170"/>
                  <a:pt x="6572" y="4470"/>
                  <a:pt x="6471" y="4770"/>
                </a:cubicBezTo>
                <a:cubicBezTo>
                  <a:pt x="6405" y="5104"/>
                  <a:pt x="6305" y="5471"/>
                  <a:pt x="6171" y="5838"/>
                </a:cubicBezTo>
                <a:cubicBezTo>
                  <a:pt x="6071" y="6205"/>
                  <a:pt x="5971" y="6572"/>
                  <a:pt x="5938" y="6972"/>
                </a:cubicBezTo>
                <a:cubicBezTo>
                  <a:pt x="5871" y="7372"/>
                  <a:pt x="5871" y="7806"/>
                  <a:pt x="5938" y="8206"/>
                </a:cubicBezTo>
                <a:cubicBezTo>
                  <a:pt x="6004" y="8640"/>
                  <a:pt x="6171" y="9073"/>
                  <a:pt x="6405" y="9440"/>
                </a:cubicBezTo>
                <a:cubicBezTo>
                  <a:pt x="6471" y="9574"/>
                  <a:pt x="6605" y="9641"/>
                  <a:pt x="6738" y="9674"/>
                </a:cubicBezTo>
                <a:cubicBezTo>
                  <a:pt x="6772" y="9682"/>
                  <a:pt x="6805" y="9686"/>
                  <a:pt x="6838" y="9686"/>
                </a:cubicBezTo>
                <a:cubicBezTo>
                  <a:pt x="6938" y="9686"/>
                  <a:pt x="7039" y="9649"/>
                  <a:pt x="7139" y="9574"/>
                </a:cubicBezTo>
                <a:lnTo>
                  <a:pt x="8339" y="8740"/>
                </a:lnTo>
                <a:cubicBezTo>
                  <a:pt x="8440" y="8673"/>
                  <a:pt x="8540" y="8573"/>
                  <a:pt x="8540" y="8440"/>
                </a:cubicBezTo>
                <a:cubicBezTo>
                  <a:pt x="8573" y="8273"/>
                  <a:pt x="8540" y="8139"/>
                  <a:pt x="8473" y="8006"/>
                </a:cubicBezTo>
                <a:cubicBezTo>
                  <a:pt x="8339" y="7739"/>
                  <a:pt x="8306" y="7472"/>
                  <a:pt x="8339" y="7172"/>
                </a:cubicBezTo>
                <a:cubicBezTo>
                  <a:pt x="8373" y="6839"/>
                  <a:pt x="8406" y="6538"/>
                  <a:pt x="8506" y="6205"/>
                </a:cubicBezTo>
                <a:lnTo>
                  <a:pt x="8806" y="5137"/>
                </a:lnTo>
                <a:cubicBezTo>
                  <a:pt x="8907" y="4770"/>
                  <a:pt x="8973" y="4403"/>
                  <a:pt x="9007" y="4003"/>
                </a:cubicBezTo>
                <a:cubicBezTo>
                  <a:pt x="9040" y="3603"/>
                  <a:pt x="9040" y="3203"/>
                  <a:pt x="8973" y="2836"/>
                </a:cubicBezTo>
                <a:cubicBezTo>
                  <a:pt x="8873" y="2369"/>
                  <a:pt x="8673" y="1935"/>
                  <a:pt x="8406" y="1568"/>
                </a:cubicBezTo>
                <a:cubicBezTo>
                  <a:pt x="8106" y="1101"/>
                  <a:pt x="7672" y="701"/>
                  <a:pt x="7172" y="434"/>
                </a:cubicBezTo>
                <a:cubicBezTo>
                  <a:pt x="6672" y="167"/>
                  <a:pt x="6138" y="34"/>
                  <a:pt x="5604" y="0"/>
                </a:cubicBezTo>
                <a:close/>
                <a:moveTo>
                  <a:pt x="9366" y="9548"/>
                </a:moveTo>
                <a:cubicBezTo>
                  <a:pt x="9264" y="9548"/>
                  <a:pt x="9161" y="9578"/>
                  <a:pt x="9073" y="9641"/>
                </a:cubicBezTo>
                <a:lnTo>
                  <a:pt x="7706" y="10541"/>
                </a:lnTo>
                <a:cubicBezTo>
                  <a:pt x="7606" y="10608"/>
                  <a:pt x="7539" y="10741"/>
                  <a:pt x="7506" y="10875"/>
                </a:cubicBezTo>
                <a:cubicBezTo>
                  <a:pt x="7472" y="11008"/>
                  <a:pt x="7506" y="11142"/>
                  <a:pt x="7572" y="11275"/>
                </a:cubicBezTo>
                <a:lnTo>
                  <a:pt x="8540" y="12676"/>
                </a:lnTo>
                <a:cubicBezTo>
                  <a:pt x="8622" y="12820"/>
                  <a:pt x="8779" y="12888"/>
                  <a:pt x="8943" y="12888"/>
                </a:cubicBezTo>
                <a:cubicBezTo>
                  <a:pt x="9045" y="12888"/>
                  <a:pt x="9150" y="12861"/>
                  <a:pt x="9240" y="12809"/>
                </a:cubicBezTo>
                <a:lnTo>
                  <a:pt x="10608" y="11875"/>
                </a:lnTo>
                <a:cubicBezTo>
                  <a:pt x="10841" y="11709"/>
                  <a:pt x="10908" y="11408"/>
                  <a:pt x="10741" y="11175"/>
                </a:cubicBezTo>
                <a:lnTo>
                  <a:pt x="9807" y="9774"/>
                </a:lnTo>
                <a:cubicBezTo>
                  <a:pt x="9703" y="9629"/>
                  <a:pt x="9535" y="9548"/>
                  <a:pt x="9366" y="9548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41">
            <a:extLst>
              <a:ext uri="{FF2B5EF4-FFF2-40B4-BE49-F238E27FC236}">
                <a16:creationId xmlns:a16="http://schemas.microsoft.com/office/drawing/2014/main" id="{DCC8FA2E-062A-3E93-F531-E4477F491C01}"/>
              </a:ext>
            </a:extLst>
          </p:cNvPr>
          <p:cNvSpPr/>
          <p:nvPr/>
        </p:nvSpPr>
        <p:spPr>
          <a:xfrm>
            <a:off x="2854322" y="2797242"/>
            <a:ext cx="168331" cy="198887"/>
          </a:xfrm>
          <a:custGeom>
            <a:avLst/>
            <a:gdLst/>
            <a:ahLst/>
            <a:cxnLst/>
            <a:rect l="l" t="t" r="r" b="b"/>
            <a:pathLst>
              <a:path w="10908" h="12888" extrusionOk="0">
                <a:moveTo>
                  <a:pt x="5604" y="0"/>
                </a:moveTo>
                <a:cubicBezTo>
                  <a:pt x="5037" y="0"/>
                  <a:pt x="4470" y="67"/>
                  <a:pt x="3936" y="267"/>
                </a:cubicBezTo>
                <a:cubicBezTo>
                  <a:pt x="3369" y="434"/>
                  <a:pt x="2836" y="701"/>
                  <a:pt x="2335" y="1034"/>
                </a:cubicBezTo>
                <a:lnTo>
                  <a:pt x="2335" y="1001"/>
                </a:lnTo>
                <a:cubicBezTo>
                  <a:pt x="1768" y="1401"/>
                  <a:pt x="1301" y="1902"/>
                  <a:pt x="968" y="2469"/>
                </a:cubicBezTo>
                <a:cubicBezTo>
                  <a:pt x="601" y="2969"/>
                  <a:pt x="367" y="3503"/>
                  <a:pt x="200" y="4103"/>
                </a:cubicBezTo>
                <a:cubicBezTo>
                  <a:pt x="34" y="4637"/>
                  <a:pt x="0" y="5204"/>
                  <a:pt x="34" y="5738"/>
                </a:cubicBezTo>
                <a:cubicBezTo>
                  <a:pt x="67" y="6238"/>
                  <a:pt x="200" y="6705"/>
                  <a:pt x="434" y="7105"/>
                </a:cubicBezTo>
                <a:cubicBezTo>
                  <a:pt x="501" y="7205"/>
                  <a:pt x="601" y="7272"/>
                  <a:pt x="734" y="7306"/>
                </a:cubicBezTo>
                <a:cubicBezTo>
                  <a:pt x="834" y="7306"/>
                  <a:pt x="934" y="7272"/>
                  <a:pt x="1034" y="7205"/>
                </a:cubicBezTo>
                <a:lnTo>
                  <a:pt x="2335" y="6338"/>
                </a:lnTo>
                <a:cubicBezTo>
                  <a:pt x="2435" y="6305"/>
                  <a:pt x="2502" y="6171"/>
                  <a:pt x="2569" y="6071"/>
                </a:cubicBezTo>
                <a:cubicBezTo>
                  <a:pt x="2569" y="5938"/>
                  <a:pt x="2569" y="5804"/>
                  <a:pt x="2569" y="5671"/>
                </a:cubicBezTo>
                <a:cubicBezTo>
                  <a:pt x="2302" y="4637"/>
                  <a:pt x="2735" y="3570"/>
                  <a:pt x="3636" y="3002"/>
                </a:cubicBezTo>
                <a:cubicBezTo>
                  <a:pt x="4103" y="2636"/>
                  <a:pt x="4670" y="2469"/>
                  <a:pt x="5237" y="2469"/>
                </a:cubicBezTo>
                <a:cubicBezTo>
                  <a:pt x="5704" y="2469"/>
                  <a:pt x="6138" y="2702"/>
                  <a:pt x="6405" y="3103"/>
                </a:cubicBezTo>
                <a:cubicBezTo>
                  <a:pt x="6572" y="3336"/>
                  <a:pt x="6638" y="3603"/>
                  <a:pt x="6638" y="3870"/>
                </a:cubicBezTo>
                <a:cubicBezTo>
                  <a:pt x="6605" y="4170"/>
                  <a:pt x="6572" y="4470"/>
                  <a:pt x="6471" y="4770"/>
                </a:cubicBezTo>
                <a:cubicBezTo>
                  <a:pt x="6405" y="5104"/>
                  <a:pt x="6305" y="5471"/>
                  <a:pt x="6171" y="5838"/>
                </a:cubicBezTo>
                <a:cubicBezTo>
                  <a:pt x="6071" y="6205"/>
                  <a:pt x="5971" y="6572"/>
                  <a:pt x="5938" y="6972"/>
                </a:cubicBezTo>
                <a:cubicBezTo>
                  <a:pt x="5871" y="7372"/>
                  <a:pt x="5871" y="7806"/>
                  <a:pt x="5938" y="8206"/>
                </a:cubicBezTo>
                <a:cubicBezTo>
                  <a:pt x="6004" y="8640"/>
                  <a:pt x="6171" y="9073"/>
                  <a:pt x="6405" y="9440"/>
                </a:cubicBezTo>
                <a:cubicBezTo>
                  <a:pt x="6471" y="9574"/>
                  <a:pt x="6605" y="9641"/>
                  <a:pt x="6738" y="9674"/>
                </a:cubicBezTo>
                <a:cubicBezTo>
                  <a:pt x="6772" y="9682"/>
                  <a:pt x="6805" y="9686"/>
                  <a:pt x="6838" y="9686"/>
                </a:cubicBezTo>
                <a:cubicBezTo>
                  <a:pt x="6938" y="9686"/>
                  <a:pt x="7039" y="9649"/>
                  <a:pt x="7139" y="9574"/>
                </a:cubicBezTo>
                <a:lnTo>
                  <a:pt x="8339" y="8740"/>
                </a:lnTo>
                <a:cubicBezTo>
                  <a:pt x="8440" y="8673"/>
                  <a:pt x="8540" y="8573"/>
                  <a:pt x="8540" y="8440"/>
                </a:cubicBezTo>
                <a:cubicBezTo>
                  <a:pt x="8573" y="8273"/>
                  <a:pt x="8540" y="8139"/>
                  <a:pt x="8473" y="8006"/>
                </a:cubicBezTo>
                <a:cubicBezTo>
                  <a:pt x="8339" y="7739"/>
                  <a:pt x="8306" y="7472"/>
                  <a:pt x="8339" y="7172"/>
                </a:cubicBezTo>
                <a:cubicBezTo>
                  <a:pt x="8373" y="6839"/>
                  <a:pt x="8406" y="6538"/>
                  <a:pt x="8506" y="6205"/>
                </a:cubicBezTo>
                <a:lnTo>
                  <a:pt x="8806" y="5137"/>
                </a:lnTo>
                <a:cubicBezTo>
                  <a:pt x="8907" y="4770"/>
                  <a:pt x="8973" y="4403"/>
                  <a:pt x="9007" y="4003"/>
                </a:cubicBezTo>
                <a:cubicBezTo>
                  <a:pt x="9040" y="3603"/>
                  <a:pt x="9040" y="3203"/>
                  <a:pt x="8973" y="2836"/>
                </a:cubicBezTo>
                <a:cubicBezTo>
                  <a:pt x="8873" y="2369"/>
                  <a:pt x="8673" y="1935"/>
                  <a:pt x="8406" y="1568"/>
                </a:cubicBezTo>
                <a:cubicBezTo>
                  <a:pt x="8106" y="1101"/>
                  <a:pt x="7672" y="701"/>
                  <a:pt x="7172" y="434"/>
                </a:cubicBezTo>
                <a:cubicBezTo>
                  <a:pt x="6672" y="167"/>
                  <a:pt x="6138" y="34"/>
                  <a:pt x="5604" y="0"/>
                </a:cubicBezTo>
                <a:close/>
                <a:moveTo>
                  <a:pt x="9366" y="9548"/>
                </a:moveTo>
                <a:cubicBezTo>
                  <a:pt x="9264" y="9548"/>
                  <a:pt x="9161" y="9578"/>
                  <a:pt x="9073" y="9641"/>
                </a:cubicBezTo>
                <a:lnTo>
                  <a:pt x="7706" y="10541"/>
                </a:lnTo>
                <a:cubicBezTo>
                  <a:pt x="7606" y="10608"/>
                  <a:pt x="7539" y="10741"/>
                  <a:pt x="7506" y="10875"/>
                </a:cubicBezTo>
                <a:cubicBezTo>
                  <a:pt x="7472" y="11008"/>
                  <a:pt x="7506" y="11142"/>
                  <a:pt x="7572" y="11275"/>
                </a:cubicBezTo>
                <a:lnTo>
                  <a:pt x="8540" y="12676"/>
                </a:lnTo>
                <a:cubicBezTo>
                  <a:pt x="8622" y="12820"/>
                  <a:pt x="8779" y="12888"/>
                  <a:pt x="8943" y="12888"/>
                </a:cubicBezTo>
                <a:cubicBezTo>
                  <a:pt x="9045" y="12888"/>
                  <a:pt x="9150" y="12861"/>
                  <a:pt x="9240" y="12809"/>
                </a:cubicBezTo>
                <a:lnTo>
                  <a:pt x="10608" y="11875"/>
                </a:lnTo>
                <a:cubicBezTo>
                  <a:pt x="10841" y="11709"/>
                  <a:pt x="10908" y="11408"/>
                  <a:pt x="10741" y="11175"/>
                </a:cubicBezTo>
                <a:lnTo>
                  <a:pt x="9807" y="9774"/>
                </a:lnTo>
                <a:cubicBezTo>
                  <a:pt x="9703" y="9629"/>
                  <a:pt x="9535" y="9548"/>
                  <a:pt x="9366" y="95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41">
            <a:extLst>
              <a:ext uri="{FF2B5EF4-FFF2-40B4-BE49-F238E27FC236}">
                <a16:creationId xmlns:a16="http://schemas.microsoft.com/office/drawing/2014/main" id="{346F7ACE-FCE1-528D-D523-4F475CC868A6}"/>
              </a:ext>
            </a:extLst>
          </p:cNvPr>
          <p:cNvSpPr/>
          <p:nvPr/>
        </p:nvSpPr>
        <p:spPr>
          <a:xfrm>
            <a:off x="3578589" y="3005589"/>
            <a:ext cx="151356" cy="204797"/>
          </a:xfrm>
          <a:custGeom>
            <a:avLst/>
            <a:gdLst/>
            <a:ahLst/>
            <a:cxnLst/>
            <a:rect l="l" t="t" r="r" b="b"/>
            <a:pathLst>
              <a:path w="9808" h="13271" extrusionOk="0">
                <a:moveTo>
                  <a:pt x="4504" y="1"/>
                </a:moveTo>
                <a:cubicBezTo>
                  <a:pt x="4004" y="1"/>
                  <a:pt x="3503" y="70"/>
                  <a:pt x="3003" y="209"/>
                </a:cubicBezTo>
                <a:cubicBezTo>
                  <a:pt x="2469" y="376"/>
                  <a:pt x="1969" y="609"/>
                  <a:pt x="1535" y="943"/>
                </a:cubicBezTo>
                <a:cubicBezTo>
                  <a:pt x="1135" y="1210"/>
                  <a:pt x="801" y="1610"/>
                  <a:pt x="601" y="2044"/>
                </a:cubicBezTo>
                <a:cubicBezTo>
                  <a:pt x="534" y="2144"/>
                  <a:pt x="534" y="2244"/>
                  <a:pt x="601" y="2344"/>
                </a:cubicBezTo>
                <a:cubicBezTo>
                  <a:pt x="635" y="2444"/>
                  <a:pt x="701" y="2544"/>
                  <a:pt x="801" y="2578"/>
                </a:cubicBezTo>
                <a:lnTo>
                  <a:pt x="2236" y="3211"/>
                </a:lnTo>
                <a:cubicBezTo>
                  <a:pt x="2309" y="3260"/>
                  <a:pt x="2400" y="3291"/>
                  <a:pt x="2496" y="3291"/>
                </a:cubicBezTo>
                <a:cubicBezTo>
                  <a:pt x="2531" y="3291"/>
                  <a:pt x="2567" y="3287"/>
                  <a:pt x="2603" y="3278"/>
                </a:cubicBezTo>
                <a:cubicBezTo>
                  <a:pt x="2703" y="3211"/>
                  <a:pt x="2836" y="3145"/>
                  <a:pt x="2903" y="3078"/>
                </a:cubicBezTo>
                <a:cubicBezTo>
                  <a:pt x="3493" y="2572"/>
                  <a:pt x="4083" y="2319"/>
                  <a:pt x="4689" y="2319"/>
                </a:cubicBezTo>
                <a:cubicBezTo>
                  <a:pt x="5043" y="2319"/>
                  <a:pt x="5403" y="2405"/>
                  <a:pt x="5772" y="2578"/>
                </a:cubicBezTo>
                <a:cubicBezTo>
                  <a:pt x="6305" y="2778"/>
                  <a:pt x="6772" y="3145"/>
                  <a:pt x="7072" y="3645"/>
                </a:cubicBezTo>
                <a:cubicBezTo>
                  <a:pt x="7306" y="4079"/>
                  <a:pt x="7339" y="4579"/>
                  <a:pt x="7139" y="5013"/>
                </a:cubicBezTo>
                <a:cubicBezTo>
                  <a:pt x="7039" y="5246"/>
                  <a:pt x="6839" y="5446"/>
                  <a:pt x="6605" y="5580"/>
                </a:cubicBezTo>
                <a:cubicBezTo>
                  <a:pt x="6339" y="5713"/>
                  <a:pt x="6072" y="5847"/>
                  <a:pt x="5772" y="5947"/>
                </a:cubicBezTo>
                <a:cubicBezTo>
                  <a:pt x="5438" y="6013"/>
                  <a:pt x="5104" y="6113"/>
                  <a:pt x="4737" y="6213"/>
                </a:cubicBezTo>
                <a:cubicBezTo>
                  <a:pt x="4337" y="6347"/>
                  <a:pt x="3970" y="6480"/>
                  <a:pt x="3637" y="6647"/>
                </a:cubicBezTo>
                <a:cubicBezTo>
                  <a:pt x="3236" y="6814"/>
                  <a:pt x="2903" y="7047"/>
                  <a:pt x="2603" y="7314"/>
                </a:cubicBezTo>
                <a:cubicBezTo>
                  <a:pt x="2236" y="7581"/>
                  <a:pt x="1969" y="7948"/>
                  <a:pt x="1769" y="8382"/>
                </a:cubicBezTo>
                <a:cubicBezTo>
                  <a:pt x="1669" y="8482"/>
                  <a:pt x="1669" y="8615"/>
                  <a:pt x="1735" y="8749"/>
                </a:cubicBezTo>
                <a:cubicBezTo>
                  <a:pt x="1802" y="8882"/>
                  <a:pt x="1902" y="8982"/>
                  <a:pt x="2002" y="9049"/>
                </a:cubicBezTo>
                <a:lnTo>
                  <a:pt x="3336" y="9649"/>
                </a:lnTo>
                <a:cubicBezTo>
                  <a:pt x="3386" y="9666"/>
                  <a:pt x="3453" y="9674"/>
                  <a:pt x="3520" y="9674"/>
                </a:cubicBezTo>
                <a:cubicBezTo>
                  <a:pt x="3587" y="9674"/>
                  <a:pt x="3653" y="9666"/>
                  <a:pt x="3703" y="9649"/>
                </a:cubicBezTo>
                <a:cubicBezTo>
                  <a:pt x="3837" y="9583"/>
                  <a:pt x="3937" y="9482"/>
                  <a:pt x="4004" y="9382"/>
                </a:cubicBezTo>
                <a:cubicBezTo>
                  <a:pt x="4170" y="9116"/>
                  <a:pt x="4404" y="8915"/>
                  <a:pt x="4671" y="8815"/>
                </a:cubicBezTo>
                <a:cubicBezTo>
                  <a:pt x="4971" y="8649"/>
                  <a:pt x="5271" y="8548"/>
                  <a:pt x="5571" y="8448"/>
                </a:cubicBezTo>
                <a:lnTo>
                  <a:pt x="6639" y="8148"/>
                </a:lnTo>
                <a:cubicBezTo>
                  <a:pt x="7006" y="8048"/>
                  <a:pt x="7373" y="7881"/>
                  <a:pt x="7706" y="7715"/>
                </a:cubicBezTo>
                <a:cubicBezTo>
                  <a:pt x="8073" y="7548"/>
                  <a:pt x="8407" y="7314"/>
                  <a:pt x="8674" y="7047"/>
                </a:cubicBezTo>
                <a:cubicBezTo>
                  <a:pt x="9007" y="6714"/>
                  <a:pt x="9274" y="6347"/>
                  <a:pt x="9441" y="5947"/>
                </a:cubicBezTo>
                <a:cubicBezTo>
                  <a:pt x="9708" y="5413"/>
                  <a:pt x="9808" y="4846"/>
                  <a:pt x="9774" y="4279"/>
                </a:cubicBezTo>
                <a:cubicBezTo>
                  <a:pt x="9708" y="3712"/>
                  <a:pt x="9574" y="3211"/>
                  <a:pt x="9274" y="2711"/>
                </a:cubicBezTo>
                <a:cubicBezTo>
                  <a:pt x="9007" y="2244"/>
                  <a:pt x="8640" y="1777"/>
                  <a:pt x="8207" y="1443"/>
                </a:cubicBezTo>
                <a:cubicBezTo>
                  <a:pt x="7773" y="1043"/>
                  <a:pt x="7239" y="709"/>
                  <a:pt x="6706" y="476"/>
                </a:cubicBezTo>
                <a:lnTo>
                  <a:pt x="6739" y="476"/>
                </a:lnTo>
                <a:cubicBezTo>
                  <a:pt x="6138" y="209"/>
                  <a:pt x="5471" y="42"/>
                  <a:pt x="4804" y="9"/>
                </a:cubicBezTo>
                <a:cubicBezTo>
                  <a:pt x="4704" y="3"/>
                  <a:pt x="4604" y="1"/>
                  <a:pt x="4504" y="1"/>
                </a:cubicBezTo>
                <a:close/>
                <a:moveTo>
                  <a:pt x="1252" y="9999"/>
                </a:moveTo>
                <a:cubicBezTo>
                  <a:pt x="1185" y="9999"/>
                  <a:pt x="1118" y="10016"/>
                  <a:pt x="1068" y="10050"/>
                </a:cubicBezTo>
                <a:cubicBezTo>
                  <a:pt x="935" y="10116"/>
                  <a:pt x="835" y="10183"/>
                  <a:pt x="768" y="10316"/>
                </a:cubicBezTo>
                <a:lnTo>
                  <a:pt x="67" y="11851"/>
                </a:lnTo>
                <a:cubicBezTo>
                  <a:pt x="1" y="11984"/>
                  <a:pt x="1" y="12118"/>
                  <a:pt x="67" y="12251"/>
                </a:cubicBezTo>
                <a:cubicBezTo>
                  <a:pt x="101" y="12385"/>
                  <a:pt x="201" y="12485"/>
                  <a:pt x="334" y="12551"/>
                </a:cubicBezTo>
                <a:lnTo>
                  <a:pt x="1835" y="13218"/>
                </a:lnTo>
                <a:cubicBezTo>
                  <a:pt x="1907" y="13254"/>
                  <a:pt x="1981" y="13271"/>
                  <a:pt x="2053" y="13271"/>
                </a:cubicBezTo>
                <a:cubicBezTo>
                  <a:pt x="2251" y="13271"/>
                  <a:pt x="2438" y="13147"/>
                  <a:pt x="2536" y="12952"/>
                </a:cubicBezTo>
                <a:lnTo>
                  <a:pt x="3236" y="11417"/>
                </a:lnTo>
                <a:cubicBezTo>
                  <a:pt x="3336" y="11150"/>
                  <a:pt x="3203" y="10850"/>
                  <a:pt x="2970" y="10750"/>
                </a:cubicBezTo>
                <a:lnTo>
                  <a:pt x="1435" y="10050"/>
                </a:lnTo>
                <a:cubicBezTo>
                  <a:pt x="1385" y="10016"/>
                  <a:pt x="1318" y="9999"/>
                  <a:pt x="1252" y="9999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41">
            <a:extLst>
              <a:ext uri="{FF2B5EF4-FFF2-40B4-BE49-F238E27FC236}">
                <a16:creationId xmlns:a16="http://schemas.microsoft.com/office/drawing/2014/main" id="{8E3F13BF-D3BA-F933-90C0-3C101AAE4576}"/>
              </a:ext>
            </a:extLst>
          </p:cNvPr>
          <p:cNvSpPr/>
          <p:nvPr/>
        </p:nvSpPr>
        <p:spPr>
          <a:xfrm>
            <a:off x="3578589" y="3005589"/>
            <a:ext cx="151356" cy="204797"/>
          </a:xfrm>
          <a:custGeom>
            <a:avLst/>
            <a:gdLst/>
            <a:ahLst/>
            <a:cxnLst/>
            <a:rect l="l" t="t" r="r" b="b"/>
            <a:pathLst>
              <a:path w="9808" h="13271" extrusionOk="0">
                <a:moveTo>
                  <a:pt x="4504" y="1"/>
                </a:moveTo>
                <a:cubicBezTo>
                  <a:pt x="4004" y="1"/>
                  <a:pt x="3503" y="70"/>
                  <a:pt x="3003" y="209"/>
                </a:cubicBezTo>
                <a:cubicBezTo>
                  <a:pt x="2469" y="376"/>
                  <a:pt x="1969" y="609"/>
                  <a:pt x="1535" y="943"/>
                </a:cubicBezTo>
                <a:cubicBezTo>
                  <a:pt x="1135" y="1210"/>
                  <a:pt x="801" y="1610"/>
                  <a:pt x="601" y="2044"/>
                </a:cubicBezTo>
                <a:cubicBezTo>
                  <a:pt x="534" y="2144"/>
                  <a:pt x="534" y="2244"/>
                  <a:pt x="601" y="2344"/>
                </a:cubicBezTo>
                <a:cubicBezTo>
                  <a:pt x="635" y="2444"/>
                  <a:pt x="701" y="2544"/>
                  <a:pt x="801" y="2578"/>
                </a:cubicBezTo>
                <a:lnTo>
                  <a:pt x="2236" y="3211"/>
                </a:lnTo>
                <a:cubicBezTo>
                  <a:pt x="2309" y="3260"/>
                  <a:pt x="2400" y="3291"/>
                  <a:pt x="2496" y="3291"/>
                </a:cubicBezTo>
                <a:cubicBezTo>
                  <a:pt x="2531" y="3291"/>
                  <a:pt x="2567" y="3287"/>
                  <a:pt x="2603" y="3278"/>
                </a:cubicBezTo>
                <a:cubicBezTo>
                  <a:pt x="2703" y="3211"/>
                  <a:pt x="2836" y="3145"/>
                  <a:pt x="2903" y="3078"/>
                </a:cubicBezTo>
                <a:cubicBezTo>
                  <a:pt x="3493" y="2572"/>
                  <a:pt x="4083" y="2319"/>
                  <a:pt x="4689" y="2319"/>
                </a:cubicBezTo>
                <a:cubicBezTo>
                  <a:pt x="5043" y="2319"/>
                  <a:pt x="5403" y="2405"/>
                  <a:pt x="5772" y="2578"/>
                </a:cubicBezTo>
                <a:cubicBezTo>
                  <a:pt x="6305" y="2778"/>
                  <a:pt x="6772" y="3145"/>
                  <a:pt x="7072" y="3645"/>
                </a:cubicBezTo>
                <a:cubicBezTo>
                  <a:pt x="7306" y="4079"/>
                  <a:pt x="7339" y="4579"/>
                  <a:pt x="7139" y="5013"/>
                </a:cubicBezTo>
                <a:cubicBezTo>
                  <a:pt x="7039" y="5246"/>
                  <a:pt x="6839" y="5446"/>
                  <a:pt x="6605" y="5580"/>
                </a:cubicBezTo>
                <a:cubicBezTo>
                  <a:pt x="6339" y="5713"/>
                  <a:pt x="6072" y="5847"/>
                  <a:pt x="5772" y="5947"/>
                </a:cubicBezTo>
                <a:cubicBezTo>
                  <a:pt x="5438" y="6013"/>
                  <a:pt x="5104" y="6113"/>
                  <a:pt x="4737" y="6213"/>
                </a:cubicBezTo>
                <a:cubicBezTo>
                  <a:pt x="4337" y="6347"/>
                  <a:pt x="3970" y="6480"/>
                  <a:pt x="3637" y="6647"/>
                </a:cubicBezTo>
                <a:cubicBezTo>
                  <a:pt x="3236" y="6814"/>
                  <a:pt x="2903" y="7047"/>
                  <a:pt x="2603" y="7314"/>
                </a:cubicBezTo>
                <a:cubicBezTo>
                  <a:pt x="2236" y="7581"/>
                  <a:pt x="1969" y="7948"/>
                  <a:pt x="1769" y="8382"/>
                </a:cubicBezTo>
                <a:cubicBezTo>
                  <a:pt x="1669" y="8482"/>
                  <a:pt x="1669" y="8615"/>
                  <a:pt x="1735" y="8749"/>
                </a:cubicBezTo>
                <a:cubicBezTo>
                  <a:pt x="1802" y="8882"/>
                  <a:pt x="1902" y="8982"/>
                  <a:pt x="2002" y="9049"/>
                </a:cubicBezTo>
                <a:lnTo>
                  <a:pt x="3336" y="9649"/>
                </a:lnTo>
                <a:cubicBezTo>
                  <a:pt x="3386" y="9666"/>
                  <a:pt x="3453" y="9674"/>
                  <a:pt x="3520" y="9674"/>
                </a:cubicBezTo>
                <a:cubicBezTo>
                  <a:pt x="3587" y="9674"/>
                  <a:pt x="3653" y="9666"/>
                  <a:pt x="3703" y="9649"/>
                </a:cubicBezTo>
                <a:cubicBezTo>
                  <a:pt x="3837" y="9583"/>
                  <a:pt x="3937" y="9482"/>
                  <a:pt x="4004" y="9382"/>
                </a:cubicBezTo>
                <a:cubicBezTo>
                  <a:pt x="4170" y="9116"/>
                  <a:pt x="4404" y="8915"/>
                  <a:pt x="4671" y="8815"/>
                </a:cubicBezTo>
                <a:cubicBezTo>
                  <a:pt x="4971" y="8649"/>
                  <a:pt x="5271" y="8548"/>
                  <a:pt x="5571" y="8448"/>
                </a:cubicBezTo>
                <a:lnTo>
                  <a:pt x="6639" y="8148"/>
                </a:lnTo>
                <a:cubicBezTo>
                  <a:pt x="7006" y="8048"/>
                  <a:pt x="7373" y="7881"/>
                  <a:pt x="7706" y="7715"/>
                </a:cubicBezTo>
                <a:cubicBezTo>
                  <a:pt x="8073" y="7548"/>
                  <a:pt x="8407" y="7314"/>
                  <a:pt x="8674" y="7047"/>
                </a:cubicBezTo>
                <a:cubicBezTo>
                  <a:pt x="9007" y="6714"/>
                  <a:pt x="9274" y="6347"/>
                  <a:pt x="9441" y="5947"/>
                </a:cubicBezTo>
                <a:cubicBezTo>
                  <a:pt x="9708" y="5413"/>
                  <a:pt x="9808" y="4846"/>
                  <a:pt x="9774" y="4279"/>
                </a:cubicBezTo>
                <a:cubicBezTo>
                  <a:pt x="9708" y="3712"/>
                  <a:pt x="9574" y="3211"/>
                  <a:pt x="9274" y="2711"/>
                </a:cubicBezTo>
                <a:cubicBezTo>
                  <a:pt x="9007" y="2244"/>
                  <a:pt x="8640" y="1777"/>
                  <a:pt x="8207" y="1443"/>
                </a:cubicBezTo>
                <a:cubicBezTo>
                  <a:pt x="7773" y="1043"/>
                  <a:pt x="7239" y="709"/>
                  <a:pt x="6706" y="476"/>
                </a:cubicBezTo>
                <a:lnTo>
                  <a:pt x="6739" y="476"/>
                </a:lnTo>
                <a:cubicBezTo>
                  <a:pt x="6138" y="209"/>
                  <a:pt x="5471" y="42"/>
                  <a:pt x="4804" y="9"/>
                </a:cubicBezTo>
                <a:cubicBezTo>
                  <a:pt x="4704" y="3"/>
                  <a:pt x="4604" y="1"/>
                  <a:pt x="4504" y="1"/>
                </a:cubicBezTo>
                <a:close/>
                <a:moveTo>
                  <a:pt x="1252" y="9999"/>
                </a:moveTo>
                <a:cubicBezTo>
                  <a:pt x="1185" y="9999"/>
                  <a:pt x="1118" y="10016"/>
                  <a:pt x="1068" y="10050"/>
                </a:cubicBezTo>
                <a:cubicBezTo>
                  <a:pt x="935" y="10116"/>
                  <a:pt x="835" y="10183"/>
                  <a:pt x="768" y="10316"/>
                </a:cubicBezTo>
                <a:lnTo>
                  <a:pt x="67" y="11851"/>
                </a:lnTo>
                <a:cubicBezTo>
                  <a:pt x="1" y="11984"/>
                  <a:pt x="1" y="12118"/>
                  <a:pt x="67" y="12251"/>
                </a:cubicBezTo>
                <a:cubicBezTo>
                  <a:pt x="101" y="12385"/>
                  <a:pt x="201" y="12485"/>
                  <a:pt x="334" y="12551"/>
                </a:cubicBezTo>
                <a:lnTo>
                  <a:pt x="1835" y="13218"/>
                </a:lnTo>
                <a:cubicBezTo>
                  <a:pt x="1907" y="13254"/>
                  <a:pt x="1981" y="13271"/>
                  <a:pt x="2053" y="13271"/>
                </a:cubicBezTo>
                <a:cubicBezTo>
                  <a:pt x="2251" y="13271"/>
                  <a:pt x="2438" y="13147"/>
                  <a:pt x="2536" y="12952"/>
                </a:cubicBezTo>
                <a:lnTo>
                  <a:pt x="3236" y="11417"/>
                </a:lnTo>
                <a:cubicBezTo>
                  <a:pt x="3336" y="11150"/>
                  <a:pt x="3203" y="10850"/>
                  <a:pt x="2970" y="10750"/>
                </a:cubicBezTo>
                <a:lnTo>
                  <a:pt x="1435" y="10050"/>
                </a:lnTo>
                <a:cubicBezTo>
                  <a:pt x="1385" y="10016"/>
                  <a:pt x="1318" y="9999"/>
                  <a:pt x="1252" y="999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41">
            <a:extLst>
              <a:ext uri="{FF2B5EF4-FFF2-40B4-BE49-F238E27FC236}">
                <a16:creationId xmlns:a16="http://schemas.microsoft.com/office/drawing/2014/main" id="{BC7BD47B-6C26-A31E-19AD-418F7667F276}"/>
              </a:ext>
            </a:extLst>
          </p:cNvPr>
          <p:cNvSpPr/>
          <p:nvPr/>
        </p:nvSpPr>
        <p:spPr>
          <a:xfrm>
            <a:off x="2164530" y="1593274"/>
            <a:ext cx="274904" cy="381308"/>
          </a:xfrm>
          <a:custGeom>
            <a:avLst/>
            <a:gdLst/>
            <a:ahLst/>
            <a:cxnLst/>
            <a:rect l="l" t="t" r="r" b="b"/>
            <a:pathLst>
              <a:path w="17814" h="24709" extrusionOk="0">
                <a:moveTo>
                  <a:pt x="17280" y="930"/>
                </a:moveTo>
                <a:cubicBezTo>
                  <a:pt x="17346" y="1097"/>
                  <a:pt x="17380" y="1263"/>
                  <a:pt x="17380" y="1464"/>
                </a:cubicBezTo>
                <a:lnTo>
                  <a:pt x="17380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6850" y="650"/>
                </a:moveTo>
                <a:cubicBezTo>
                  <a:pt x="16894" y="650"/>
                  <a:pt x="16938" y="655"/>
                  <a:pt x="16979" y="663"/>
                </a:cubicBezTo>
                <a:lnTo>
                  <a:pt x="9474" y="14273"/>
                </a:lnTo>
                <a:cubicBezTo>
                  <a:pt x="9243" y="14735"/>
                  <a:pt x="8874" y="15019"/>
                  <a:pt x="8579" y="15019"/>
                </a:cubicBezTo>
                <a:cubicBezTo>
                  <a:pt x="8491" y="15019"/>
                  <a:pt x="8409" y="14994"/>
                  <a:pt x="8340" y="14940"/>
                </a:cubicBezTo>
                <a:lnTo>
                  <a:pt x="835" y="10003"/>
                </a:lnTo>
                <a:cubicBezTo>
                  <a:pt x="968" y="9769"/>
                  <a:pt x="1135" y="9603"/>
                  <a:pt x="1368" y="9469"/>
                </a:cubicBezTo>
                <a:lnTo>
                  <a:pt x="16479" y="763"/>
                </a:lnTo>
                <a:cubicBezTo>
                  <a:pt x="16579" y="688"/>
                  <a:pt x="16717" y="650"/>
                  <a:pt x="16850" y="650"/>
                </a:cubicBezTo>
                <a:close/>
                <a:moveTo>
                  <a:pt x="534" y="10603"/>
                </a:moveTo>
                <a:lnTo>
                  <a:pt x="5805" y="14106"/>
                </a:lnTo>
                <a:lnTo>
                  <a:pt x="401" y="22679"/>
                </a:lnTo>
                <a:lnTo>
                  <a:pt x="401" y="11237"/>
                </a:lnTo>
                <a:cubicBezTo>
                  <a:pt x="401" y="11037"/>
                  <a:pt x="468" y="10804"/>
                  <a:pt x="534" y="10603"/>
                </a:cubicBezTo>
                <a:close/>
                <a:moveTo>
                  <a:pt x="11676" y="11137"/>
                </a:moveTo>
                <a:lnTo>
                  <a:pt x="17380" y="13606"/>
                </a:lnTo>
                <a:cubicBezTo>
                  <a:pt x="17346" y="14239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3"/>
                  <a:pt x="9574" y="14940"/>
                  <a:pt x="9808" y="14540"/>
                </a:cubicBezTo>
                <a:lnTo>
                  <a:pt x="11676" y="11137"/>
                </a:lnTo>
                <a:close/>
                <a:moveTo>
                  <a:pt x="17005" y="0"/>
                </a:moveTo>
                <a:cubicBezTo>
                  <a:pt x="16843" y="0"/>
                  <a:pt x="16665" y="53"/>
                  <a:pt x="16479" y="163"/>
                </a:cubicBezTo>
                <a:lnTo>
                  <a:pt x="1368" y="8902"/>
                </a:lnTo>
                <a:cubicBezTo>
                  <a:pt x="501" y="9503"/>
                  <a:pt x="1" y="10470"/>
                  <a:pt x="1" y="11504"/>
                </a:cubicBezTo>
                <a:lnTo>
                  <a:pt x="1" y="23513"/>
                </a:lnTo>
                <a:cubicBezTo>
                  <a:pt x="1" y="24259"/>
                  <a:pt x="335" y="24709"/>
                  <a:pt x="823" y="24709"/>
                </a:cubicBezTo>
                <a:cubicBezTo>
                  <a:pt x="989" y="24709"/>
                  <a:pt x="1173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13" y="13205"/>
                </a:cubicBezTo>
                <a:lnTo>
                  <a:pt x="17813" y="1197"/>
                </a:lnTo>
                <a:cubicBezTo>
                  <a:pt x="17813" y="450"/>
                  <a:pt x="17479" y="0"/>
                  <a:pt x="1700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41">
            <a:extLst>
              <a:ext uri="{FF2B5EF4-FFF2-40B4-BE49-F238E27FC236}">
                <a16:creationId xmlns:a16="http://schemas.microsoft.com/office/drawing/2014/main" id="{FACCA902-4B8C-9FC3-B2EA-F359161EAE4C}"/>
              </a:ext>
            </a:extLst>
          </p:cNvPr>
          <p:cNvSpPr/>
          <p:nvPr/>
        </p:nvSpPr>
        <p:spPr>
          <a:xfrm>
            <a:off x="2164530" y="1593274"/>
            <a:ext cx="274904" cy="381308"/>
          </a:xfrm>
          <a:custGeom>
            <a:avLst/>
            <a:gdLst/>
            <a:ahLst/>
            <a:cxnLst/>
            <a:rect l="l" t="t" r="r" b="b"/>
            <a:pathLst>
              <a:path w="17814" h="24709" extrusionOk="0">
                <a:moveTo>
                  <a:pt x="17280" y="930"/>
                </a:moveTo>
                <a:cubicBezTo>
                  <a:pt x="17346" y="1097"/>
                  <a:pt x="17380" y="1263"/>
                  <a:pt x="17380" y="1464"/>
                </a:cubicBezTo>
                <a:lnTo>
                  <a:pt x="17380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6850" y="650"/>
                </a:moveTo>
                <a:cubicBezTo>
                  <a:pt x="16894" y="650"/>
                  <a:pt x="16938" y="655"/>
                  <a:pt x="16979" y="663"/>
                </a:cubicBezTo>
                <a:lnTo>
                  <a:pt x="9474" y="14273"/>
                </a:lnTo>
                <a:cubicBezTo>
                  <a:pt x="9243" y="14735"/>
                  <a:pt x="8874" y="15019"/>
                  <a:pt x="8579" y="15019"/>
                </a:cubicBezTo>
                <a:cubicBezTo>
                  <a:pt x="8491" y="15019"/>
                  <a:pt x="8409" y="14994"/>
                  <a:pt x="8340" y="14940"/>
                </a:cubicBezTo>
                <a:lnTo>
                  <a:pt x="835" y="10003"/>
                </a:lnTo>
                <a:cubicBezTo>
                  <a:pt x="968" y="9769"/>
                  <a:pt x="1135" y="9603"/>
                  <a:pt x="1368" y="9469"/>
                </a:cubicBezTo>
                <a:lnTo>
                  <a:pt x="16479" y="763"/>
                </a:lnTo>
                <a:cubicBezTo>
                  <a:pt x="16579" y="688"/>
                  <a:pt x="16717" y="650"/>
                  <a:pt x="16850" y="650"/>
                </a:cubicBezTo>
                <a:close/>
                <a:moveTo>
                  <a:pt x="534" y="10603"/>
                </a:moveTo>
                <a:lnTo>
                  <a:pt x="5805" y="14106"/>
                </a:lnTo>
                <a:lnTo>
                  <a:pt x="401" y="22679"/>
                </a:lnTo>
                <a:lnTo>
                  <a:pt x="401" y="11237"/>
                </a:lnTo>
                <a:cubicBezTo>
                  <a:pt x="401" y="11037"/>
                  <a:pt x="468" y="10804"/>
                  <a:pt x="534" y="10603"/>
                </a:cubicBezTo>
                <a:close/>
                <a:moveTo>
                  <a:pt x="11676" y="11137"/>
                </a:moveTo>
                <a:lnTo>
                  <a:pt x="17380" y="13606"/>
                </a:lnTo>
                <a:cubicBezTo>
                  <a:pt x="17346" y="14239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3"/>
                  <a:pt x="9574" y="14940"/>
                  <a:pt x="9808" y="14540"/>
                </a:cubicBezTo>
                <a:lnTo>
                  <a:pt x="11676" y="11137"/>
                </a:lnTo>
                <a:close/>
                <a:moveTo>
                  <a:pt x="17005" y="0"/>
                </a:moveTo>
                <a:cubicBezTo>
                  <a:pt x="16843" y="0"/>
                  <a:pt x="16665" y="53"/>
                  <a:pt x="16479" y="163"/>
                </a:cubicBezTo>
                <a:lnTo>
                  <a:pt x="1368" y="8902"/>
                </a:lnTo>
                <a:cubicBezTo>
                  <a:pt x="501" y="9503"/>
                  <a:pt x="1" y="10470"/>
                  <a:pt x="1" y="11504"/>
                </a:cubicBezTo>
                <a:lnTo>
                  <a:pt x="1" y="23513"/>
                </a:lnTo>
                <a:cubicBezTo>
                  <a:pt x="1" y="24259"/>
                  <a:pt x="335" y="24709"/>
                  <a:pt x="823" y="24709"/>
                </a:cubicBezTo>
                <a:cubicBezTo>
                  <a:pt x="989" y="24709"/>
                  <a:pt x="1173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13" y="13205"/>
                </a:cubicBezTo>
                <a:lnTo>
                  <a:pt x="17813" y="1197"/>
                </a:lnTo>
                <a:cubicBezTo>
                  <a:pt x="17813" y="450"/>
                  <a:pt x="17479" y="0"/>
                  <a:pt x="1700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41">
            <a:extLst>
              <a:ext uri="{FF2B5EF4-FFF2-40B4-BE49-F238E27FC236}">
                <a16:creationId xmlns:a16="http://schemas.microsoft.com/office/drawing/2014/main" id="{B1774D26-1EF7-CF9A-CEF1-BFB7FF19F7E9}"/>
              </a:ext>
            </a:extLst>
          </p:cNvPr>
          <p:cNvSpPr/>
          <p:nvPr/>
        </p:nvSpPr>
        <p:spPr>
          <a:xfrm>
            <a:off x="2402352" y="1574740"/>
            <a:ext cx="275414" cy="381308"/>
          </a:xfrm>
          <a:custGeom>
            <a:avLst/>
            <a:gdLst/>
            <a:ahLst/>
            <a:cxnLst/>
            <a:rect l="l" t="t" r="r" b="b"/>
            <a:pathLst>
              <a:path w="17847" h="24709" extrusionOk="0">
                <a:moveTo>
                  <a:pt x="17280" y="930"/>
                </a:moveTo>
                <a:cubicBezTo>
                  <a:pt x="17380" y="1097"/>
                  <a:pt x="17413" y="1264"/>
                  <a:pt x="17413" y="1464"/>
                </a:cubicBezTo>
                <a:lnTo>
                  <a:pt x="17413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1642" y="11171"/>
                </a:moveTo>
                <a:lnTo>
                  <a:pt x="17380" y="13606"/>
                </a:lnTo>
                <a:cubicBezTo>
                  <a:pt x="17346" y="14273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4"/>
                  <a:pt x="9574" y="14940"/>
                  <a:pt x="9774" y="14573"/>
                </a:cubicBezTo>
                <a:lnTo>
                  <a:pt x="11642" y="11171"/>
                </a:lnTo>
                <a:close/>
                <a:moveTo>
                  <a:pt x="17010" y="1"/>
                </a:moveTo>
                <a:cubicBezTo>
                  <a:pt x="16845" y="1"/>
                  <a:pt x="16665" y="53"/>
                  <a:pt x="16479" y="163"/>
                </a:cubicBezTo>
                <a:lnTo>
                  <a:pt x="3570" y="7635"/>
                </a:lnTo>
                <a:lnTo>
                  <a:pt x="3570" y="8202"/>
                </a:lnTo>
                <a:lnTo>
                  <a:pt x="16479" y="763"/>
                </a:lnTo>
                <a:cubicBezTo>
                  <a:pt x="16604" y="688"/>
                  <a:pt x="16729" y="651"/>
                  <a:pt x="16868" y="651"/>
                </a:cubicBezTo>
                <a:cubicBezTo>
                  <a:pt x="16915" y="651"/>
                  <a:pt x="16963" y="655"/>
                  <a:pt x="17013" y="663"/>
                </a:cubicBezTo>
                <a:lnTo>
                  <a:pt x="9507" y="14273"/>
                </a:lnTo>
                <a:cubicBezTo>
                  <a:pt x="9251" y="14735"/>
                  <a:pt x="8895" y="15019"/>
                  <a:pt x="8593" y="15019"/>
                </a:cubicBezTo>
                <a:cubicBezTo>
                  <a:pt x="8502" y="15019"/>
                  <a:pt x="8417" y="14994"/>
                  <a:pt x="8340" y="14940"/>
                </a:cubicBezTo>
                <a:lnTo>
                  <a:pt x="3570" y="11771"/>
                </a:lnTo>
                <a:lnTo>
                  <a:pt x="3570" y="12572"/>
                </a:lnTo>
                <a:lnTo>
                  <a:pt x="5838" y="14106"/>
                </a:lnTo>
                <a:lnTo>
                  <a:pt x="434" y="22679"/>
                </a:lnTo>
                <a:lnTo>
                  <a:pt x="434" y="18676"/>
                </a:lnTo>
                <a:lnTo>
                  <a:pt x="1" y="18943"/>
                </a:lnTo>
                <a:lnTo>
                  <a:pt x="1" y="23513"/>
                </a:lnTo>
                <a:cubicBezTo>
                  <a:pt x="1" y="24259"/>
                  <a:pt x="353" y="24709"/>
                  <a:pt x="837" y="24709"/>
                </a:cubicBezTo>
                <a:cubicBezTo>
                  <a:pt x="1002" y="24709"/>
                  <a:pt x="1182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47" y="13205"/>
                </a:cubicBezTo>
                <a:lnTo>
                  <a:pt x="17847" y="1197"/>
                </a:lnTo>
                <a:cubicBezTo>
                  <a:pt x="17847" y="450"/>
                  <a:pt x="17494" y="1"/>
                  <a:pt x="17010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1">
            <a:extLst>
              <a:ext uri="{FF2B5EF4-FFF2-40B4-BE49-F238E27FC236}">
                <a16:creationId xmlns:a16="http://schemas.microsoft.com/office/drawing/2014/main" id="{CA5E89EB-B93D-6D57-DC86-63592E687D86}"/>
              </a:ext>
            </a:extLst>
          </p:cNvPr>
          <p:cNvSpPr/>
          <p:nvPr/>
        </p:nvSpPr>
        <p:spPr>
          <a:xfrm>
            <a:off x="5973719" y="401695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>
            <a:extLst>
              <a:ext uri="{FF2B5EF4-FFF2-40B4-BE49-F238E27FC236}">
                <a16:creationId xmlns:a16="http://schemas.microsoft.com/office/drawing/2014/main" id="{461D1D9D-9D2A-8440-D323-874D0F458E4E}"/>
              </a:ext>
            </a:extLst>
          </p:cNvPr>
          <p:cNvSpPr/>
          <p:nvPr/>
        </p:nvSpPr>
        <p:spPr>
          <a:xfrm>
            <a:off x="7346449" y="3370383"/>
            <a:ext cx="631645" cy="631740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41">
            <a:extLst>
              <a:ext uri="{FF2B5EF4-FFF2-40B4-BE49-F238E27FC236}">
                <a16:creationId xmlns:a16="http://schemas.microsoft.com/office/drawing/2014/main" id="{5DB1082C-C131-5D55-3EA6-3D176B8DD159}"/>
              </a:ext>
            </a:extLst>
          </p:cNvPr>
          <p:cNvSpPr/>
          <p:nvPr/>
        </p:nvSpPr>
        <p:spPr>
          <a:xfrm rot="2036805">
            <a:off x="4947780" y="3366771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41">
            <a:extLst>
              <a:ext uri="{FF2B5EF4-FFF2-40B4-BE49-F238E27FC236}">
                <a16:creationId xmlns:a16="http://schemas.microsoft.com/office/drawing/2014/main" id="{E2B5306A-7B67-E890-A8BB-A691F96CA53F}"/>
              </a:ext>
            </a:extLst>
          </p:cNvPr>
          <p:cNvSpPr/>
          <p:nvPr/>
        </p:nvSpPr>
        <p:spPr>
          <a:xfrm>
            <a:off x="6692777" y="4059949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41">
            <a:extLst>
              <a:ext uri="{FF2B5EF4-FFF2-40B4-BE49-F238E27FC236}">
                <a16:creationId xmlns:a16="http://schemas.microsoft.com/office/drawing/2014/main" id="{D172EF34-858D-34CE-2954-F3557E6229FA}"/>
              </a:ext>
            </a:extLst>
          </p:cNvPr>
          <p:cNvSpPr/>
          <p:nvPr/>
        </p:nvSpPr>
        <p:spPr>
          <a:xfrm>
            <a:off x="1961244" y="93240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1">
            <a:extLst>
              <a:ext uri="{FF2B5EF4-FFF2-40B4-BE49-F238E27FC236}">
                <a16:creationId xmlns:a16="http://schemas.microsoft.com/office/drawing/2014/main" id="{E092F9A8-547C-8B88-3FA7-77C8D1F613BD}"/>
              </a:ext>
            </a:extLst>
          </p:cNvPr>
          <p:cNvSpPr/>
          <p:nvPr/>
        </p:nvSpPr>
        <p:spPr>
          <a:xfrm>
            <a:off x="2762265" y="786574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8B6DB-31D7-9FE2-A0AA-00F7D8C14AC2}"/>
              </a:ext>
            </a:extLst>
          </p:cNvPr>
          <p:cNvSpPr txBox="1"/>
          <p:nvPr/>
        </p:nvSpPr>
        <p:spPr>
          <a:xfrm>
            <a:off x="4361550" y="182080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Wasting time on known courses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BBECA-38D0-71B2-95AD-69937E8AF7E9}"/>
              </a:ext>
            </a:extLst>
          </p:cNvPr>
          <p:cNvSpPr txBox="1"/>
          <p:nvPr/>
        </p:nvSpPr>
        <p:spPr>
          <a:xfrm>
            <a:off x="4361550" y="139194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70% learners quit online courses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424CB-19A7-E4BA-B79C-E8874EEC95BA}"/>
              </a:ext>
            </a:extLst>
          </p:cNvPr>
          <p:cNvSpPr txBox="1"/>
          <p:nvPr/>
        </p:nvSpPr>
        <p:spPr>
          <a:xfrm>
            <a:off x="4361550" y="222874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Memorizing syntax, not thinking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58303-CD48-54D6-A9B5-091DA47943DE}"/>
              </a:ext>
            </a:extLst>
          </p:cNvPr>
          <p:cNvSpPr txBox="1"/>
          <p:nvPr/>
        </p:nvSpPr>
        <p:spPr>
          <a:xfrm rot="15718215">
            <a:off x="-4471209" y="188124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Zero Real-World Preparation</a:t>
            </a:r>
          </a:p>
        </p:txBody>
      </p:sp>
    </p:spTree>
    <p:extLst>
      <p:ext uri="{BB962C8B-B14F-4D97-AF65-F5344CB8AC3E}">
        <p14:creationId xmlns:p14="http://schemas.microsoft.com/office/powerpoint/2010/main" val="3838754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72">
          <a:extLst>
            <a:ext uri="{FF2B5EF4-FFF2-40B4-BE49-F238E27FC236}">
              <a16:creationId xmlns:a16="http://schemas.microsoft.com/office/drawing/2014/main" id="{996C78BC-143C-A372-E113-34C2E274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">
            <a:extLst>
              <a:ext uri="{FF2B5EF4-FFF2-40B4-BE49-F238E27FC236}">
                <a16:creationId xmlns:a16="http://schemas.microsoft.com/office/drawing/2014/main" id="{260E3E9E-DCD5-5BE9-D619-3F296338A0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1550" y="432361"/>
            <a:ext cx="4067400" cy="8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</a:t>
            </a:r>
            <a:r>
              <a:rPr lang="en-US" b="0" dirty="0"/>
              <a:t>PROBLEM</a:t>
            </a:r>
          </a:p>
        </p:txBody>
      </p:sp>
      <p:sp>
        <p:nvSpPr>
          <p:cNvPr id="575" name="Google Shape;575;p41">
            <a:extLst>
              <a:ext uri="{FF2B5EF4-FFF2-40B4-BE49-F238E27FC236}">
                <a16:creationId xmlns:a16="http://schemas.microsoft.com/office/drawing/2014/main" id="{4C20BFCC-8C30-5040-7511-B9942FB3466A}"/>
              </a:ext>
            </a:extLst>
          </p:cNvPr>
          <p:cNvSpPr/>
          <p:nvPr/>
        </p:nvSpPr>
        <p:spPr>
          <a:xfrm>
            <a:off x="720102" y="2785406"/>
            <a:ext cx="3126694" cy="1823313"/>
          </a:xfrm>
          <a:custGeom>
            <a:avLst/>
            <a:gdLst/>
            <a:ahLst/>
            <a:cxnLst/>
            <a:rect l="l" t="t" r="r" b="b"/>
            <a:pathLst>
              <a:path w="202612" h="118152" extrusionOk="0">
                <a:moveTo>
                  <a:pt x="101306" y="0"/>
                </a:moveTo>
                <a:cubicBezTo>
                  <a:pt x="45366" y="0"/>
                  <a:pt x="0" y="26452"/>
                  <a:pt x="0" y="59076"/>
                </a:cubicBezTo>
                <a:cubicBezTo>
                  <a:pt x="0" y="91732"/>
                  <a:pt x="45366" y="118151"/>
                  <a:pt x="101306" y="118151"/>
                </a:cubicBezTo>
                <a:cubicBezTo>
                  <a:pt x="157246" y="118151"/>
                  <a:pt x="202612" y="91732"/>
                  <a:pt x="202612" y="59076"/>
                </a:cubicBezTo>
                <a:cubicBezTo>
                  <a:pt x="202612" y="26452"/>
                  <a:pt x="157246" y="0"/>
                  <a:pt x="10130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A1702391-3406-6B94-520D-FDBB4F732853}"/>
              </a:ext>
            </a:extLst>
          </p:cNvPr>
          <p:cNvSpPr/>
          <p:nvPr/>
        </p:nvSpPr>
        <p:spPr>
          <a:xfrm>
            <a:off x="2663337" y="3761907"/>
            <a:ext cx="908061" cy="524562"/>
          </a:xfrm>
          <a:custGeom>
            <a:avLst/>
            <a:gdLst/>
            <a:ahLst/>
            <a:cxnLst/>
            <a:rect l="l" t="t" r="r" b="b"/>
            <a:pathLst>
              <a:path w="58843" h="33992" extrusionOk="0">
                <a:moveTo>
                  <a:pt x="29422" y="1"/>
                </a:moveTo>
                <a:cubicBezTo>
                  <a:pt x="13177" y="1"/>
                  <a:pt x="1" y="7606"/>
                  <a:pt x="1" y="17013"/>
                </a:cubicBezTo>
                <a:cubicBezTo>
                  <a:pt x="1" y="26386"/>
                  <a:pt x="13177" y="33992"/>
                  <a:pt x="29422" y="33992"/>
                </a:cubicBezTo>
                <a:cubicBezTo>
                  <a:pt x="45667" y="33992"/>
                  <a:pt x="58843" y="26386"/>
                  <a:pt x="58843" y="17013"/>
                </a:cubicBezTo>
                <a:cubicBezTo>
                  <a:pt x="58843" y="7606"/>
                  <a:pt x="45667" y="1"/>
                  <a:pt x="29422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1">
            <a:extLst>
              <a:ext uri="{FF2B5EF4-FFF2-40B4-BE49-F238E27FC236}">
                <a16:creationId xmlns:a16="http://schemas.microsoft.com/office/drawing/2014/main" id="{9E9E7B05-73C3-5EB9-44B2-252B7F96FEEE}"/>
              </a:ext>
            </a:extLst>
          </p:cNvPr>
          <p:cNvSpPr/>
          <p:nvPr/>
        </p:nvSpPr>
        <p:spPr>
          <a:xfrm>
            <a:off x="896149" y="1660341"/>
            <a:ext cx="1051686" cy="2745340"/>
          </a:xfrm>
          <a:custGeom>
            <a:avLst/>
            <a:gdLst/>
            <a:ahLst/>
            <a:cxnLst/>
            <a:rect l="l" t="t" r="r" b="b"/>
            <a:pathLst>
              <a:path w="68150" h="177900" extrusionOk="0">
                <a:moveTo>
                  <a:pt x="61543" y="1"/>
                </a:moveTo>
                <a:cubicBezTo>
                  <a:pt x="60609" y="1"/>
                  <a:pt x="59632" y="214"/>
                  <a:pt x="58709" y="753"/>
                </a:cubicBezTo>
                <a:lnTo>
                  <a:pt x="3870" y="32376"/>
                </a:lnTo>
                <a:cubicBezTo>
                  <a:pt x="1735" y="33644"/>
                  <a:pt x="1" y="36646"/>
                  <a:pt x="1" y="39114"/>
                </a:cubicBezTo>
                <a:lnTo>
                  <a:pt x="1" y="171909"/>
                </a:lnTo>
                <a:cubicBezTo>
                  <a:pt x="1" y="174411"/>
                  <a:pt x="1535" y="175845"/>
                  <a:pt x="3069" y="176713"/>
                </a:cubicBezTo>
                <a:cubicBezTo>
                  <a:pt x="4058" y="177284"/>
                  <a:pt x="5540" y="177899"/>
                  <a:pt x="7046" y="177899"/>
                </a:cubicBezTo>
                <a:cubicBezTo>
                  <a:pt x="7826" y="177899"/>
                  <a:pt x="8612" y="177734"/>
                  <a:pt x="9341" y="177313"/>
                </a:cubicBezTo>
                <a:lnTo>
                  <a:pt x="64180" y="145624"/>
                </a:lnTo>
                <a:cubicBezTo>
                  <a:pt x="66648" y="144323"/>
                  <a:pt x="68149" y="141721"/>
                  <a:pt x="68049" y="138919"/>
                </a:cubicBezTo>
                <a:lnTo>
                  <a:pt x="68049" y="6124"/>
                </a:lnTo>
                <a:cubicBezTo>
                  <a:pt x="68049" y="2688"/>
                  <a:pt x="66348" y="1754"/>
                  <a:pt x="64847" y="887"/>
                </a:cubicBezTo>
                <a:cubicBezTo>
                  <a:pt x="63985" y="389"/>
                  <a:pt x="62804" y="1"/>
                  <a:pt x="6154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41">
            <a:extLst>
              <a:ext uri="{FF2B5EF4-FFF2-40B4-BE49-F238E27FC236}">
                <a16:creationId xmlns:a16="http://schemas.microsoft.com/office/drawing/2014/main" id="{80564FF4-7366-F6C5-59C1-F0C5E0A03AC8}"/>
              </a:ext>
            </a:extLst>
          </p:cNvPr>
          <p:cNvSpPr/>
          <p:nvPr/>
        </p:nvSpPr>
        <p:spPr>
          <a:xfrm>
            <a:off x="896149" y="2204749"/>
            <a:ext cx="1042411" cy="2200933"/>
          </a:xfrm>
          <a:custGeom>
            <a:avLst/>
            <a:gdLst/>
            <a:ahLst/>
            <a:cxnLst/>
            <a:rect l="l" t="t" r="r" b="b"/>
            <a:pathLst>
              <a:path w="67549" h="142622" extrusionOk="0">
                <a:moveTo>
                  <a:pt x="1135" y="0"/>
                </a:moveTo>
                <a:cubicBezTo>
                  <a:pt x="434" y="1168"/>
                  <a:pt x="34" y="2469"/>
                  <a:pt x="1" y="3836"/>
                </a:cubicBezTo>
                <a:lnTo>
                  <a:pt x="1" y="136631"/>
                </a:lnTo>
                <a:cubicBezTo>
                  <a:pt x="1" y="139133"/>
                  <a:pt x="1535" y="140567"/>
                  <a:pt x="3069" y="141435"/>
                </a:cubicBezTo>
                <a:cubicBezTo>
                  <a:pt x="4058" y="142006"/>
                  <a:pt x="5540" y="142621"/>
                  <a:pt x="7046" y="142621"/>
                </a:cubicBezTo>
                <a:cubicBezTo>
                  <a:pt x="7826" y="142621"/>
                  <a:pt x="8612" y="142456"/>
                  <a:pt x="9341" y="142035"/>
                </a:cubicBezTo>
                <a:lnTo>
                  <a:pt x="64180" y="110346"/>
                </a:lnTo>
                <a:cubicBezTo>
                  <a:pt x="65714" y="109512"/>
                  <a:pt x="66882" y="108211"/>
                  <a:pt x="67549" y="106610"/>
                </a:cubicBezTo>
                <a:lnTo>
                  <a:pt x="67315" y="106476"/>
                </a:lnTo>
                <a:lnTo>
                  <a:pt x="64580" y="104909"/>
                </a:lnTo>
                <a:lnTo>
                  <a:pt x="8173" y="137465"/>
                </a:lnTo>
                <a:lnTo>
                  <a:pt x="8173" y="4070"/>
                </a:lnTo>
                <a:lnTo>
                  <a:pt x="1135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B27BD256-48A0-C6B2-6227-514E940764B2}"/>
              </a:ext>
            </a:extLst>
          </p:cNvPr>
          <p:cNvSpPr/>
          <p:nvPr/>
        </p:nvSpPr>
        <p:spPr>
          <a:xfrm>
            <a:off x="993957" y="1730495"/>
            <a:ext cx="938431" cy="2648150"/>
          </a:xfrm>
          <a:custGeom>
            <a:avLst/>
            <a:gdLst/>
            <a:ahLst/>
            <a:cxnLst/>
            <a:rect l="l" t="t" r="r" b="b"/>
            <a:pathLst>
              <a:path w="60811" h="171602" extrusionOk="0">
                <a:moveTo>
                  <a:pt x="59102" y="0"/>
                </a:moveTo>
                <a:cubicBezTo>
                  <a:pt x="58693" y="0"/>
                  <a:pt x="58231" y="132"/>
                  <a:pt x="57742" y="410"/>
                </a:cubicBezTo>
                <a:lnTo>
                  <a:pt x="2736" y="32167"/>
                </a:lnTo>
                <a:cubicBezTo>
                  <a:pt x="1135" y="33234"/>
                  <a:pt x="101" y="34969"/>
                  <a:pt x="0" y="36903"/>
                </a:cubicBezTo>
                <a:lnTo>
                  <a:pt x="0" y="168631"/>
                </a:lnTo>
                <a:cubicBezTo>
                  <a:pt x="0" y="170503"/>
                  <a:pt x="960" y="171601"/>
                  <a:pt x="2330" y="171601"/>
                </a:cubicBezTo>
                <a:cubicBezTo>
                  <a:pt x="2888" y="171601"/>
                  <a:pt x="3513" y="171419"/>
                  <a:pt x="4170" y="171033"/>
                </a:cubicBezTo>
                <a:lnTo>
                  <a:pt x="57742" y="140144"/>
                </a:lnTo>
                <a:cubicBezTo>
                  <a:pt x="59543" y="138943"/>
                  <a:pt x="60710" y="136942"/>
                  <a:pt x="60811" y="134773"/>
                </a:cubicBezTo>
                <a:lnTo>
                  <a:pt x="60811" y="2212"/>
                </a:lnTo>
                <a:cubicBezTo>
                  <a:pt x="60811" y="810"/>
                  <a:pt x="60117" y="0"/>
                  <a:pt x="59102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09DD4481-670F-F41A-6D8E-876C8F0DF38B}"/>
              </a:ext>
            </a:extLst>
          </p:cNvPr>
          <p:cNvSpPr/>
          <p:nvPr/>
        </p:nvSpPr>
        <p:spPr>
          <a:xfrm>
            <a:off x="1035654" y="1820802"/>
            <a:ext cx="855546" cy="2467689"/>
          </a:xfrm>
          <a:custGeom>
            <a:avLst/>
            <a:gdLst/>
            <a:ahLst/>
            <a:cxnLst/>
            <a:rect l="l" t="t" r="r" b="b"/>
            <a:pathLst>
              <a:path w="55440" h="159908" extrusionOk="0">
                <a:moveTo>
                  <a:pt x="53387" y="0"/>
                </a:moveTo>
                <a:cubicBezTo>
                  <a:pt x="52897" y="0"/>
                  <a:pt x="52348" y="159"/>
                  <a:pt x="51771" y="496"/>
                </a:cubicBezTo>
                <a:lnTo>
                  <a:pt x="51470" y="663"/>
                </a:lnTo>
                <a:lnTo>
                  <a:pt x="37827" y="8535"/>
                </a:lnTo>
                <a:lnTo>
                  <a:pt x="37727" y="8602"/>
                </a:lnTo>
                <a:cubicBezTo>
                  <a:pt x="37227" y="8935"/>
                  <a:pt x="36927" y="9502"/>
                  <a:pt x="36893" y="10103"/>
                </a:cubicBezTo>
                <a:cubicBezTo>
                  <a:pt x="36860" y="10770"/>
                  <a:pt x="36493" y="11371"/>
                  <a:pt x="35926" y="11737"/>
                </a:cubicBezTo>
                <a:lnTo>
                  <a:pt x="19681" y="21111"/>
                </a:lnTo>
                <a:cubicBezTo>
                  <a:pt x="19506" y="21204"/>
                  <a:pt x="19343" y="21249"/>
                  <a:pt x="19202" y="21249"/>
                </a:cubicBezTo>
                <a:cubicBezTo>
                  <a:pt x="18887" y="21249"/>
                  <a:pt x="18680" y="21025"/>
                  <a:pt x="18680" y="20610"/>
                </a:cubicBezTo>
                <a:cubicBezTo>
                  <a:pt x="18680" y="20212"/>
                  <a:pt x="18483" y="19979"/>
                  <a:pt x="18192" y="19979"/>
                </a:cubicBezTo>
                <a:cubicBezTo>
                  <a:pt x="18069" y="19979"/>
                  <a:pt x="17929" y="20021"/>
                  <a:pt x="17780" y="20110"/>
                </a:cubicBezTo>
                <a:lnTo>
                  <a:pt x="16879" y="20610"/>
                </a:lnTo>
                <a:lnTo>
                  <a:pt x="2936" y="28683"/>
                </a:lnTo>
                <a:cubicBezTo>
                  <a:pt x="2702" y="28783"/>
                  <a:pt x="2502" y="28950"/>
                  <a:pt x="2335" y="29083"/>
                </a:cubicBezTo>
                <a:lnTo>
                  <a:pt x="2069" y="29350"/>
                </a:lnTo>
                <a:cubicBezTo>
                  <a:pt x="834" y="30484"/>
                  <a:pt x="100" y="32085"/>
                  <a:pt x="0" y="33753"/>
                </a:cubicBezTo>
                <a:lnTo>
                  <a:pt x="0" y="157809"/>
                </a:lnTo>
                <a:cubicBezTo>
                  <a:pt x="0" y="159136"/>
                  <a:pt x="658" y="159908"/>
                  <a:pt x="1624" y="159908"/>
                </a:cubicBezTo>
                <a:cubicBezTo>
                  <a:pt x="2018" y="159908"/>
                  <a:pt x="2463" y="159780"/>
                  <a:pt x="2936" y="159510"/>
                </a:cubicBezTo>
                <a:lnTo>
                  <a:pt x="52505" y="130856"/>
                </a:lnTo>
                <a:cubicBezTo>
                  <a:pt x="54239" y="129722"/>
                  <a:pt x="55307" y="127854"/>
                  <a:pt x="55440" y="125786"/>
                </a:cubicBezTo>
                <a:lnTo>
                  <a:pt x="55440" y="2631"/>
                </a:lnTo>
                <a:cubicBezTo>
                  <a:pt x="55440" y="969"/>
                  <a:pt x="54595" y="0"/>
                  <a:pt x="53387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C746E621-BCE0-A28B-2D7A-06C64814B091}"/>
              </a:ext>
            </a:extLst>
          </p:cNvPr>
          <p:cNvSpPr/>
          <p:nvPr/>
        </p:nvSpPr>
        <p:spPr>
          <a:xfrm>
            <a:off x="1035654" y="1833595"/>
            <a:ext cx="789667" cy="2386471"/>
          </a:xfrm>
          <a:custGeom>
            <a:avLst/>
            <a:gdLst/>
            <a:ahLst/>
            <a:cxnLst/>
            <a:rect l="l" t="t" r="r" b="b"/>
            <a:pathLst>
              <a:path w="51171" h="154645" extrusionOk="0">
                <a:moveTo>
                  <a:pt x="51170" y="1"/>
                </a:moveTo>
                <a:lnTo>
                  <a:pt x="37794" y="7706"/>
                </a:lnTo>
                <a:lnTo>
                  <a:pt x="37694" y="7773"/>
                </a:lnTo>
                <a:cubicBezTo>
                  <a:pt x="37194" y="8140"/>
                  <a:pt x="36893" y="8673"/>
                  <a:pt x="36860" y="9307"/>
                </a:cubicBezTo>
                <a:cubicBezTo>
                  <a:pt x="36793" y="9941"/>
                  <a:pt x="36460" y="10542"/>
                  <a:pt x="35893" y="10908"/>
                </a:cubicBezTo>
                <a:lnTo>
                  <a:pt x="19614" y="20282"/>
                </a:lnTo>
                <a:cubicBezTo>
                  <a:pt x="19447" y="20387"/>
                  <a:pt x="19289" y="20436"/>
                  <a:pt x="19151" y="20436"/>
                </a:cubicBezTo>
                <a:cubicBezTo>
                  <a:pt x="18851" y="20436"/>
                  <a:pt x="18647" y="20204"/>
                  <a:pt x="18647" y="19815"/>
                </a:cubicBezTo>
                <a:cubicBezTo>
                  <a:pt x="18647" y="19391"/>
                  <a:pt x="18448" y="19150"/>
                  <a:pt x="18155" y="19150"/>
                </a:cubicBezTo>
                <a:cubicBezTo>
                  <a:pt x="18033" y="19150"/>
                  <a:pt x="17894" y="19193"/>
                  <a:pt x="17746" y="19281"/>
                </a:cubicBezTo>
                <a:lnTo>
                  <a:pt x="16846" y="19815"/>
                </a:lnTo>
                <a:lnTo>
                  <a:pt x="2936" y="27887"/>
                </a:lnTo>
                <a:cubicBezTo>
                  <a:pt x="2702" y="27987"/>
                  <a:pt x="2502" y="28121"/>
                  <a:pt x="2335" y="28288"/>
                </a:cubicBezTo>
                <a:lnTo>
                  <a:pt x="2035" y="28554"/>
                </a:lnTo>
                <a:cubicBezTo>
                  <a:pt x="834" y="29689"/>
                  <a:pt x="67" y="31290"/>
                  <a:pt x="0" y="32958"/>
                </a:cubicBezTo>
                <a:lnTo>
                  <a:pt x="0" y="154645"/>
                </a:lnTo>
                <a:lnTo>
                  <a:pt x="48268" y="126758"/>
                </a:lnTo>
                <a:cubicBezTo>
                  <a:pt x="49969" y="125624"/>
                  <a:pt x="51070" y="123723"/>
                  <a:pt x="51170" y="121688"/>
                </a:cubicBezTo>
                <a:lnTo>
                  <a:pt x="51170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1">
            <a:extLst>
              <a:ext uri="{FF2B5EF4-FFF2-40B4-BE49-F238E27FC236}">
                <a16:creationId xmlns:a16="http://schemas.microsoft.com/office/drawing/2014/main" id="{8CD7F8E0-93FF-5C23-8814-9AD8F22510D5}"/>
              </a:ext>
            </a:extLst>
          </p:cNvPr>
          <p:cNvSpPr/>
          <p:nvPr/>
        </p:nvSpPr>
        <p:spPr>
          <a:xfrm>
            <a:off x="1364585" y="2002035"/>
            <a:ext cx="140029" cy="96974"/>
          </a:xfrm>
          <a:custGeom>
            <a:avLst/>
            <a:gdLst/>
            <a:ahLst/>
            <a:cxnLst/>
            <a:rect l="l" t="t" r="r" b="b"/>
            <a:pathLst>
              <a:path w="9074" h="6284" extrusionOk="0">
                <a:moveTo>
                  <a:pt x="8659" y="1"/>
                </a:moveTo>
                <a:cubicBezTo>
                  <a:pt x="8543" y="1"/>
                  <a:pt x="8412" y="42"/>
                  <a:pt x="8273" y="127"/>
                </a:cubicBezTo>
                <a:lnTo>
                  <a:pt x="801" y="4430"/>
                </a:lnTo>
                <a:cubicBezTo>
                  <a:pt x="334" y="4697"/>
                  <a:pt x="34" y="5197"/>
                  <a:pt x="1" y="5731"/>
                </a:cubicBezTo>
                <a:cubicBezTo>
                  <a:pt x="1" y="6080"/>
                  <a:pt x="179" y="6283"/>
                  <a:pt x="435" y="6283"/>
                </a:cubicBezTo>
                <a:cubicBezTo>
                  <a:pt x="545" y="6283"/>
                  <a:pt x="670" y="6245"/>
                  <a:pt x="801" y="6165"/>
                </a:cubicBezTo>
                <a:lnTo>
                  <a:pt x="8273" y="1861"/>
                </a:lnTo>
                <a:cubicBezTo>
                  <a:pt x="8707" y="1561"/>
                  <a:pt x="9007" y="1061"/>
                  <a:pt x="9074" y="527"/>
                </a:cubicBezTo>
                <a:cubicBezTo>
                  <a:pt x="9074" y="187"/>
                  <a:pt x="8904" y="1"/>
                  <a:pt x="865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1">
            <a:extLst>
              <a:ext uri="{FF2B5EF4-FFF2-40B4-BE49-F238E27FC236}">
                <a16:creationId xmlns:a16="http://schemas.microsoft.com/office/drawing/2014/main" id="{9772C30E-8F07-E8E7-1FFD-96D01E4FD3BB}"/>
              </a:ext>
            </a:extLst>
          </p:cNvPr>
          <p:cNvSpPr/>
          <p:nvPr/>
        </p:nvSpPr>
        <p:spPr>
          <a:xfrm>
            <a:off x="1537037" y="1962328"/>
            <a:ext cx="28318" cy="36157"/>
          </a:xfrm>
          <a:custGeom>
            <a:avLst/>
            <a:gdLst/>
            <a:ahLst/>
            <a:cxnLst/>
            <a:rect l="l" t="t" r="r" b="b"/>
            <a:pathLst>
              <a:path w="1835" h="2343" extrusionOk="0">
                <a:moveTo>
                  <a:pt x="1317" y="1"/>
                </a:moveTo>
                <a:cubicBezTo>
                  <a:pt x="1190" y="1"/>
                  <a:pt x="1048" y="43"/>
                  <a:pt x="901" y="131"/>
                </a:cubicBezTo>
                <a:cubicBezTo>
                  <a:pt x="367" y="465"/>
                  <a:pt x="34" y="1065"/>
                  <a:pt x="0" y="1699"/>
                </a:cubicBezTo>
                <a:cubicBezTo>
                  <a:pt x="0" y="2108"/>
                  <a:pt x="208" y="2343"/>
                  <a:pt x="511" y="2343"/>
                </a:cubicBezTo>
                <a:cubicBezTo>
                  <a:pt x="629" y="2343"/>
                  <a:pt x="761" y="2308"/>
                  <a:pt x="901" y="2233"/>
                </a:cubicBezTo>
                <a:cubicBezTo>
                  <a:pt x="1435" y="1866"/>
                  <a:pt x="1768" y="1299"/>
                  <a:pt x="1835" y="665"/>
                </a:cubicBezTo>
                <a:cubicBezTo>
                  <a:pt x="1835" y="242"/>
                  <a:pt x="1619" y="1"/>
                  <a:pt x="131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41">
            <a:extLst>
              <a:ext uri="{FF2B5EF4-FFF2-40B4-BE49-F238E27FC236}">
                <a16:creationId xmlns:a16="http://schemas.microsoft.com/office/drawing/2014/main" id="{74DF4732-4819-8267-C139-BB7EA5C1228C}"/>
              </a:ext>
            </a:extLst>
          </p:cNvPr>
          <p:cNvSpPr/>
          <p:nvPr/>
        </p:nvSpPr>
        <p:spPr>
          <a:xfrm>
            <a:off x="913140" y="2466690"/>
            <a:ext cx="62299" cy="237081"/>
          </a:xfrm>
          <a:custGeom>
            <a:avLst/>
            <a:gdLst/>
            <a:ahLst/>
            <a:cxnLst/>
            <a:rect l="l" t="t" r="r" b="b"/>
            <a:pathLst>
              <a:path w="4037" h="15363" extrusionOk="0">
                <a:moveTo>
                  <a:pt x="1979" y="1"/>
                </a:moveTo>
                <a:cubicBezTo>
                  <a:pt x="1836" y="1"/>
                  <a:pt x="1693" y="36"/>
                  <a:pt x="1568" y="105"/>
                </a:cubicBezTo>
                <a:cubicBezTo>
                  <a:pt x="1401" y="205"/>
                  <a:pt x="668" y="605"/>
                  <a:pt x="501" y="739"/>
                </a:cubicBezTo>
                <a:cubicBezTo>
                  <a:pt x="167" y="972"/>
                  <a:pt x="0" y="1339"/>
                  <a:pt x="34" y="1740"/>
                </a:cubicBezTo>
                <a:lnTo>
                  <a:pt x="34" y="12581"/>
                </a:lnTo>
                <a:cubicBezTo>
                  <a:pt x="67" y="13615"/>
                  <a:pt x="601" y="14582"/>
                  <a:pt x="1468" y="15183"/>
                </a:cubicBezTo>
                <a:cubicBezTo>
                  <a:pt x="1648" y="15303"/>
                  <a:pt x="1840" y="15363"/>
                  <a:pt x="2037" y="15363"/>
                </a:cubicBezTo>
                <a:cubicBezTo>
                  <a:pt x="2169" y="15363"/>
                  <a:pt x="2302" y="15336"/>
                  <a:pt x="2435" y="15283"/>
                </a:cubicBezTo>
                <a:cubicBezTo>
                  <a:pt x="2636" y="15183"/>
                  <a:pt x="3336" y="14749"/>
                  <a:pt x="3536" y="14649"/>
                </a:cubicBezTo>
                <a:cubicBezTo>
                  <a:pt x="3870" y="14415"/>
                  <a:pt x="4037" y="14015"/>
                  <a:pt x="3970" y="13615"/>
                </a:cubicBezTo>
                <a:lnTo>
                  <a:pt x="3970" y="2774"/>
                </a:lnTo>
                <a:cubicBezTo>
                  <a:pt x="3937" y="1740"/>
                  <a:pt x="3403" y="772"/>
                  <a:pt x="2536" y="205"/>
                </a:cubicBezTo>
                <a:cubicBezTo>
                  <a:pt x="2380" y="69"/>
                  <a:pt x="2179" y="1"/>
                  <a:pt x="1979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41">
            <a:extLst>
              <a:ext uri="{FF2B5EF4-FFF2-40B4-BE49-F238E27FC236}">
                <a16:creationId xmlns:a16="http://schemas.microsoft.com/office/drawing/2014/main" id="{6CC366F0-5EF8-30A2-3EE1-C07B0CE28DD9}"/>
              </a:ext>
            </a:extLst>
          </p:cNvPr>
          <p:cNvSpPr/>
          <p:nvPr/>
        </p:nvSpPr>
        <p:spPr>
          <a:xfrm>
            <a:off x="913649" y="2476196"/>
            <a:ext cx="44290" cy="227714"/>
          </a:xfrm>
          <a:custGeom>
            <a:avLst/>
            <a:gdLst/>
            <a:ahLst/>
            <a:cxnLst/>
            <a:rect l="l" t="t" r="r" b="b"/>
            <a:pathLst>
              <a:path w="2870" h="14756" extrusionOk="0">
                <a:moveTo>
                  <a:pt x="823" y="1"/>
                </a:moveTo>
                <a:cubicBezTo>
                  <a:pt x="334" y="1"/>
                  <a:pt x="1" y="422"/>
                  <a:pt x="1" y="1124"/>
                </a:cubicBezTo>
                <a:lnTo>
                  <a:pt x="1" y="11965"/>
                </a:lnTo>
                <a:cubicBezTo>
                  <a:pt x="34" y="12999"/>
                  <a:pt x="568" y="13966"/>
                  <a:pt x="1435" y="14567"/>
                </a:cubicBezTo>
                <a:cubicBezTo>
                  <a:pt x="1655" y="14695"/>
                  <a:pt x="1862" y="14755"/>
                  <a:pt x="2047" y="14755"/>
                </a:cubicBezTo>
                <a:cubicBezTo>
                  <a:pt x="2536" y="14755"/>
                  <a:pt x="2869" y="14334"/>
                  <a:pt x="2869" y="13633"/>
                </a:cubicBezTo>
                <a:lnTo>
                  <a:pt x="2869" y="2791"/>
                </a:lnTo>
                <a:cubicBezTo>
                  <a:pt x="2836" y="1724"/>
                  <a:pt x="2302" y="790"/>
                  <a:pt x="1435" y="190"/>
                </a:cubicBezTo>
                <a:cubicBezTo>
                  <a:pt x="1215" y="61"/>
                  <a:pt x="1008" y="1"/>
                  <a:pt x="82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41">
            <a:extLst>
              <a:ext uri="{FF2B5EF4-FFF2-40B4-BE49-F238E27FC236}">
                <a16:creationId xmlns:a16="http://schemas.microsoft.com/office/drawing/2014/main" id="{EFEC8939-1C0B-5380-170A-3BB759DE395E}"/>
              </a:ext>
            </a:extLst>
          </p:cNvPr>
          <p:cNvSpPr/>
          <p:nvPr/>
        </p:nvSpPr>
        <p:spPr>
          <a:xfrm>
            <a:off x="913140" y="2759048"/>
            <a:ext cx="62299" cy="237112"/>
          </a:xfrm>
          <a:custGeom>
            <a:avLst/>
            <a:gdLst/>
            <a:ahLst/>
            <a:cxnLst/>
            <a:rect l="l" t="t" r="r" b="b"/>
            <a:pathLst>
              <a:path w="4037" h="15365" extrusionOk="0">
                <a:moveTo>
                  <a:pt x="1995" y="0"/>
                </a:moveTo>
                <a:cubicBezTo>
                  <a:pt x="1846" y="0"/>
                  <a:pt x="1698" y="35"/>
                  <a:pt x="1568" y="107"/>
                </a:cubicBezTo>
                <a:cubicBezTo>
                  <a:pt x="1401" y="207"/>
                  <a:pt x="668" y="607"/>
                  <a:pt x="501" y="741"/>
                </a:cubicBezTo>
                <a:cubicBezTo>
                  <a:pt x="167" y="974"/>
                  <a:pt x="0" y="1341"/>
                  <a:pt x="34" y="1741"/>
                </a:cubicBezTo>
                <a:lnTo>
                  <a:pt x="34" y="12583"/>
                </a:lnTo>
                <a:cubicBezTo>
                  <a:pt x="100" y="13617"/>
                  <a:pt x="601" y="14584"/>
                  <a:pt x="1468" y="15184"/>
                </a:cubicBezTo>
                <a:cubicBezTo>
                  <a:pt x="1648" y="15305"/>
                  <a:pt x="1840" y="15365"/>
                  <a:pt x="2037" y="15365"/>
                </a:cubicBezTo>
                <a:cubicBezTo>
                  <a:pt x="2169" y="15365"/>
                  <a:pt x="2302" y="15338"/>
                  <a:pt x="2435" y="15284"/>
                </a:cubicBezTo>
                <a:cubicBezTo>
                  <a:pt x="2636" y="15184"/>
                  <a:pt x="3336" y="14751"/>
                  <a:pt x="3536" y="14651"/>
                </a:cubicBezTo>
                <a:cubicBezTo>
                  <a:pt x="3870" y="14417"/>
                  <a:pt x="4037" y="14017"/>
                  <a:pt x="3970" y="13617"/>
                </a:cubicBezTo>
                <a:lnTo>
                  <a:pt x="3970" y="2776"/>
                </a:lnTo>
                <a:cubicBezTo>
                  <a:pt x="3937" y="1741"/>
                  <a:pt x="3403" y="774"/>
                  <a:pt x="2536" y="174"/>
                </a:cubicBezTo>
                <a:cubicBezTo>
                  <a:pt x="2384" y="60"/>
                  <a:pt x="2189" y="0"/>
                  <a:pt x="1995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41">
            <a:extLst>
              <a:ext uri="{FF2B5EF4-FFF2-40B4-BE49-F238E27FC236}">
                <a16:creationId xmlns:a16="http://schemas.microsoft.com/office/drawing/2014/main" id="{E6004A7D-6059-C8A5-DB89-69C1FF953CC2}"/>
              </a:ext>
            </a:extLst>
          </p:cNvPr>
          <p:cNvSpPr/>
          <p:nvPr/>
        </p:nvSpPr>
        <p:spPr>
          <a:xfrm>
            <a:off x="913649" y="2768585"/>
            <a:ext cx="44290" cy="227698"/>
          </a:xfrm>
          <a:custGeom>
            <a:avLst/>
            <a:gdLst/>
            <a:ahLst/>
            <a:cxnLst/>
            <a:rect l="l" t="t" r="r" b="b"/>
            <a:pathLst>
              <a:path w="2870" h="14755" extrusionOk="0">
                <a:moveTo>
                  <a:pt x="823" y="1"/>
                </a:moveTo>
                <a:cubicBezTo>
                  <a:pt x="334" y="1"/>
                  <a:pt x="1" y="422"/>
                  <a:pt x="1" y="1123"/>
                </a:cubicBezTo>
                <a:lnTo>
                  <a:pt x="1" y="11965"/>
                </a:lnTo>
                <a:cubicBezTo>
                  <a:pt x="34" y="12999"/>
                  <a:pt x="568" y="13966"/>
                  <a:pt x="1435" y="14566"/>
                </a:cubicBezTo>
                <a:cubicBezTo>
                  <a:pt x="1655" y="14695"/>
                  <a:pt x="1862" y="14755"/>
                  <a:pt x="2047" y="14755"/>
                </a:cubicBezTo>
                <a:cubicBezTo>
                  <a:pt x="2536" y="14755"/>
                  <a:pt x="2869" y="14334"/>
                  <a:pt x="2869" y="13632"/>
                </a:cubicBezTo>
                <a:lnTo>
                  <a:pt x="2869" y="2791"/>
                </a:lnTo>
                <a:cubicBezTo>
                  <a:pt x="2836" y="1724"/>
                  <a:pt x="2302" y="757"/>
                  <a:pt x="1435" y="189"/>
                </a:cubicBezTo>
                <a:cubicBezTo>
                  <a:pt x="1215" y="61"/>
                  <a:pt x="1008" y="1"/>
                  <a:pt x="823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41">
            <a:extLst>
              <a:ext uri="{FF2B5EF4-FFF2-40B4-BE49-F238E27FC236}">
                <a16:creationId xmlns:a16="http://schemas.microsoft.com/office/drawing/2014/main" id="{B882D15E-330B-AFB6-5099-E315B3B6E9CB}"/>
              </a:ext>
            </a:extLst>
          </p:cNvPr>
          <p:cNvSpPr/>
          <p:nvPr/>
        </p:nvSpPr>
        <p:spPr>
          <a:xfrm>
            <a:off x="1187504" y="1921650"/>
            <a:ext cx="883864" cy="2513198"/>
          </a:xfrm>
          <a:custGeom>
            <a:avLst/>
            <a:gdLst/>
            <a:ahLst/>
            <a:cxnLst/>
            <a:rect l="l" t="t" r="r" b="b"/>
            <a:pathLst>
              <a:path w="57275" h="162857" extrusionOk="0">
                <a:moveTo>
                  <a:pt x="54171" y="0"/>
                </a:moveTo>
                <a:cubicBezTo>
                  <a:pt x="53679" y="0"/>
                  <a:pt x="53125" y="158"/>
                  <a:pt x="52538" y="499"/>
                </a:cubicBezTo>
                <a:lnTo>
                  <a:pt x="52238" y="699"/>
                </a:lnTo>
                <a:lnTo>
                  <a:pt x="38395" y="8672"/>
                </a:lnTo>
                <a:cubicBezTo>
                  <a:pt x="38328" y="8705"/>
                  <a:pt x="38328" y="8705"/>
                  <a:pt x="38295" y="8738"/>
                </a:cubicBezTo>
                <a:cubicBezTo>
                  <a:pt x="37794" y="9105"/>
                  <a:pt x="37494" y="9672"/>
                  <a:pt x="37461" y="10273"/>
                </a:cubicBezTo>
                <a:cubicBezTo>
                  <a:pt x="37394" y="10940"/>
                  <a:pt x="37027" y="11540"/>
                  <a:pt x="36460" y="11907"/>
                </a:cubicBezTo>
                <a:lnTo>
                  <a:pt x="19948" y="21447"/>
                </a:lnTo>
                <a:lnTo>
                  <a:pt x="19915" y="21447"/>
                </a:lnTo>
                <a:cubicBezTo>
                  <a:pt x="19948" y="21214"/>
                  <a:pt x="19848" y="21014"/>
                  <a:pt x="19648" y="20880"/>
                </a:cubicBezTo>
                <a:lnTo>
                  <a:pt x="18714" y="20313"/>
                </a:lnTo>
                <a:cubicBezTo>
                  <a:pt x="18622" y="20274"/>
                  <a:pt x="18530" y="20255"/>
                  <a:pt x="18440" y="20255"/>
                </a:cubicBezTo>
                <a:cubicBezTo>
                  <a:pt x="18302" y="20255"/>
                  <a:pt x="18168" y="20299"/>
                  <a:pt x="18047" y="20380"/>
                </a:cubicBezTo>
                <a:lnTo>
                  <a:pt x="17113" y="20914"/>
                </a:lnTo>
                <a:lnTo>
                  <a:pt x="2970" y="29086"/>
                </a:lnTo>
                <a:cubicBezTo>
                  <a:pt x="2769" y="29220"/>
                  <a:pt x="2569" y="29353"/>
                  <a:pt x="2369" y="29520"/>
                </a:cubicBezTo>
                <a:lnTo>
                  <a:pt x="2069" y="29753"/>
                </a:lnTo>
                <a:cubicBezTo>
                  <a:pt x="835" y="30954"/>
                  <a:pt x="101" y="32555"/>
                  <a:pt x="1" y="34257"/>
                </a:cubicBezTo>
                <a:lnTo>
                  <a:pt x="1" y="160180"/>
                </a:lnTo>
                <a:cubicBezTo>
                  <a:pt x="1" y="161114"/>
                  <a:pt x="334" y="161781"/>
                  <a:pt x="868" y="162115"/>
                </a:cubicBezTo>
                <a:lnTo>
                  <a:pt x="1835" y="162648"/>
                </a:lnTo>
                <a:cubicBezTo>
                  <a:pt x="2058" y="162787"/>
                  <a:pt x="2315" y="162857"/>
                  <a:pt x="2597" y="162857"/>
                </a:cubicBezTo>
                <a:cubicBezTo>
                  <a:pt x="2992" y="162857"/>
                  <a:pt x="3437" y="162721"/>
                  <a:pt x="3904" y="162448"/>
                </a:cubicBezTo>
                <a:lnTo>
                  <a:pt x="54239" y="133394"/>
                </a:lnTo>
                <a:cubicBezTo>
                  <a:pt x="56007" y="132260"/>
                  <a:pt x="57142" y="130325"/>
                  <a:pt x="57275" y="128257"/>
                </a:cubicBezTo>
                <a:lnTo>
                  <a:pt x="57275" y="3234"/>
                </a:lnTo>
                <a:cubicBezTo>
                  <a:pt x="57275" y="2033"/>
                  <a:pt x="56841" y="1200"/>
                  <a:pt x="56174" y="799"/>
                </a:cubicBezTo>
                <a:lnTo>
                  <a:pt x="55173" y="266"/>
                </a:lnTo>
                <a:cubicBezTo>
                  <a:pt x="54885" y="92"/>
                  <a:pt x="54546" y="0"/>
                  <a:pt x="541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41">
            <a:extLst>
              <a:ext uri="{FF2B5EF4-FFF2-40B4-BE49-F238E27FC236}">
                <a16:creationId xmlns:a16="http://schemas.microsoft.com/office/drawing/2014/main" id="{AF26EA04-90D0-F417-A212-380732AC0FDC}"/>
              </a:ext>
            </a:extLst>
          </p:cNvPr>
          <p:cNvSpPr/>
          <p:nvPr/>
        </p:nvSpPr>
        <p:spPr>
          <a:xfrm>
            <a:off x="1188029" y="2401382"/>
            <a:ext cx="64351" cy="2033728"/>
          </a:xfrm>
          <a:custGeom>
            <a:avLst/>
            <a:gdLst/>
            <a:ahLst/>
            <a:cxnLst/>
            <a:rect l="l" t="t" r="r" b="b"/>
            <a:pathLst>
              <a:path w="4170" h="131787" extrusionOk="0">
                <a:moveTo>
                  <a:pt x="1001" y="1"/>
                </a:moveTo>
                <a:cubicBezTo>
                  <a:pt x="367" y="935"/>
                  <a:pt x="33" y="2035"/>
                  <a:pt x="0" y="3170"/>
                </a:cubicBezTo>
                <a:lnTo>
                  <a:pt x="0" y="129126"/>
                </a:lnTo>
                <a:cubicBezTo>
                  <a:pt x="0" y="130060"/>
                  <a:pt x="300" y="130728"/>
                  <a:pt x="867" y="131028"/>
                </a:cubicBezTo>
                <a:lnTo>
                  <a:pt x="1801" y="131595"/>
                </a:lnTo>
                <a:cubicBezTo>
                  <a:pt x="2023" y="131720"/>
                  <a:pt x="2279" y="131787"/>
                  <a:pt x="2563" y="131787"/>
                </a:cubicBezTo>
                <a:cubicBezTo>
                  <a:pt x="2962" y="131787"/>
                  <a:pt x="3415" y="131654"/>
                  <a:pt x="3903" y="131361"/>
                </a:cubicBezTo>
                <a:lnTo>
                  <a:pt x="4170" y="131228"/>
                </a:lnTo>
                <a:lnTo>
                  <a:pt x="4170" y="130961"/>
                </a:lnTo>
                <a:lnTo>
                  <a:pt x="3803" y="131228"/>
                </a:lnTo>
                <a:cubicBezTo>
                  <a:pt x="3436" y="131428"/>
                  <a:pt x="3002" y="131561"/>
                  <a:pt x="2569" y="131595"/>
                </a:cubicBezTo>
                <a:cubicBezTo>
                  <a:pt x="2168" y="131595"/>
                  <a:pt x="1801" y="131428"/>
                  <a:pt x="1568" y="131094"/>
                </a:cubicBezTo>
                <a:cubicBezTo>
                  <a:pt x="1268" y="130694"/>
                  <a:pt x="1101" y="130160"/>
                  <a:pt x="1134" y="129660"/>
                </a:cubicBezTo>
                <a:lnTo>
                  <a:pt x="1134" y="3737"/>
                </a:lnTo>
                <a:cubicBezTo>
                  <a:pt x="1168" y="2636"/>
                  <a:pt x="1535" y="1568"/>
                  <a:pt x="2135" y="668"/>
                </a:cubicBezTo>
                <a:lnTo>
                  <a:pt x="1001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1">
            <a:extLst>
              <a:ext uri="{FF2B5EF4-FFF2-40B4-BE49-F238E27FC236}">
                <a16:creationId xmlns:a16="http://schemas.microsoft.com/office/drawing/2014/main" id="{94FA5919-48F4-9209-D137-50304F641B5E}"/>
              </a:ext>
            </a:extLst>
          </p:cNvPr>
          <p:cNvSpPr/>
          <p:nvPr/>
        </p:nvSpPr>
        <p:spPr>
          <a:xfrm>
            <a:off x="1759921" y="2063701"/>
            <a:ext cx="28842" cy="42222"/>
          </a:xfrm>
          <a:custGeom>
            <a:avLst/>
            <a:gdLst/>
            <a:ahLst/>
            <a:cxnLst/>
            <a:rect l="l" t="t" r="r" b="b"/>
            <a:pathLst>
              <a:path w="1869" h="2736" extrusionOk="0">
                <a:moveTo>
                  <a:pt x="735" y="0"/>
                </a:moveTo>
                <a:cubicBezTo>
                  <a:pt x="501" y="301"/>
                  <a:pt x="368" y="701"/>
                  <a:pt x="368" y="1068"/>
                </a:cubicBezTo>
                <a:cubicBezTo>
                  <a:pt x="334" y="1435"/>
                  <a:pt x="234" y="1768"/>
                  <a:pt x="1" y="2068"/>
                </a:cubicBezTo>
                <a:lnTo>
                  <a:pt x="1168" y="2736"/>
                </a:lnTo>
                <a:cubicBezTo>
                  <a:pt x="1369" y="2402"/>
                  <a:pt x="1502" y="2002"/>
                  <a:pt x="1535" y="1635"/>
                </a:cubicBezTo>
                <a:cubicBezTo>
                  <a:pt x="1535" y="1268"/>
                  <a:pt x="1669" y="934"/>
                  <a:pt x="1869" y="667"/>
                </a:cubicBezTo>
                <a:lnTo>
                  <a:pt x="73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1">
            <a:extLst>
              <a:ext uri="{FF2B5EF4-FFF2-40B4-BE49-F238E27FC236}">
                <a16:creationId xmlns:a16="http://schemas.microsoft.com/office/drawing/2014/main" id="{A6A1287D-0D92-34DE-60FC-BC72C9083E23}"/>
              </a:ext>
            </a:extLst>
          </p:cNvPr>
          <p:cNvSpPr/>
          <p:nvPr/>
        </p:nvSpPr>
        <p:spPr>
          <a:xfrm>
            <a:off x="1205004" y="1933455"/>
            <a:ext cx="862768" cy="2498244"/>
          </a:xfrm>
          <a:custGeom>
            <a:avLst/>
            <a:gdLst/>
            <a:ahLst/>
            <a:cxnLst/>
            <a:rect l="l" t="t" r="r" b="b"/>
            <a:pathLst>
              <a:path w="55908" h="161888" extrusionOk="0">
                <a:moveTo>
                  <a:pt x="54039" y="1"/>
                </a:moveTo>
                <a:cubicBezTo>
                  <a:pt x="53472" y="34"/>
                  <a:pt x="52939" y="201"/>
                  <a:pt x="52472" y="501"/>
                </a:cubicBezTo>
                <a:lnTo>
                  <a:pt x="52171" y="668"/>
                </a:lnTo>
                <a:lnTo>
                  <a:pt x="38328" y="8674"/>
                </a:lnTo>
                <a:cubicBezTo>
                  <a:pt x="38295" y="8674"/>
                  <a:pt x="38262" y="8674"/>
                  <a:pt x="38262" y="8707"/>
                </a:cubicBezTo>
                <a:cubicBezTo>
                  <a:pt x="37828" y="9041"/>
                  <a:pt x="37528" y="9541"/>
                  <a:pt x="37494" y="10075"/>
                </a:cubicBezTo>
                <a:cubicBezTo>
                  <a:pt x="37461" y="10842"/>
                  <a:pt x="37061" y="11509"/>
                  <a:pt x="36427" y="11909"/>
                </a:cubicBezTo>
                <a:lnTo>
                  <a:pt x="19915" y="21416"/>
                </a:lnTo>
                <a:cubicBezTo>
                  <a:pt x="19748" y="21516"/>
                  <a:pt x="19548" y="21583"/>
                  <a:pt x="19348" y="21583"/>
                </a:cubicBezTo>
                <a:cubicBezTo>
                  <a:pt x="18881" y="21583"/>
                  <a:pt x="18547" y="21183"/>
                  <a:pt x="18614" y="20749"/>
                </a:cubicBezTo>
                <a:cubicBezTo>
                  <a:pt x="18614" y="20616"/>
                  <a:pt x="18581" y="20282"/>
                  <a:pt x="18314" y="20282"/>
                </a:cubicBezTo>
                <a:cubicBezTo>
                  <a:pt x="18214" y="20315"/>
                  <a:pt x="18114" y="20349"/>
                  <a:pt x="18014" y="20382"/>
                </a:cubicBezTo>
                <a:lnTo>
                  <a:pt x="17080" y="20916"/>
                </a:lnTo>
                <a:lnTo>
                  <a:pt x="2903" y="29088"/>
                </a:lnTo>
                <a:cubicBezTo>
                  <a:pt x="2703" y="29222"/>
                  <a:pt x="2503" y="29355"/>
                  <a:pt x="2336" y="29489"/>
                </a:cubicBezTo>
                <a:lnTo>
                  <a:pt x="2136" y="29655"/>
                </a:lnTo>
                <a:lnTo>
                  <a:pt x="2069" y="29756"/>
                </a:lnTo>
                <a:cubicBezTo>
                  <a:pt x="868" y="30856"/>
                  <a:pt x="134" y="32424"/>
                  <a:pt x="34" y="34059"/>
                </a:cubicBezTo>
                <a:lnTo>
                  <a:pt x="34" y="159982"/>
                </a:lnTo>
                <a:cubicBezTo>
                  <a:pt x="1" y="160482"/>
                  <a:pt x="134" y="160983"/>
                  <a:pt x="435" y="161416"/>
                </a:cubicBezTo>
                <a:cubicBezTo>
                  <a:pt x="682" y="161695"/>
                  <a:pt x="1015" y="161887"/>
                  <a:pt x="1382" y="161887"/>
                </a:cubicBezTo>
                <a:cubicBezTo>
                  <a:pt x="1410" y="161887"/>
                  <a:pt x="1439" y="161886"/>
                  <a:pt x="1469" y="161883"/>
                </a:cubicBezTo>
                <a:cubicBezTo>
                  <a:pt x="1902" y="161883"/>
                  <a:pt x="2336" y="161750"/>
                  <a:pt x="2703" y="161517"/>
                </a:cubicBezTo>
                <a:lnTo>
                  <a:pt x="53039" y="132462"/>
                </a:lnTo>
                <a:cubicBezTo>
                  <a:pt x="54740" y="131328"/>
                  <a:pt x="55807" y="129494"/>
                  <a:pt x="55907" y="127492"/>
                </a:cubicBezTo>
                <a:lnTo>
                  <a:pt x="55907" y="2469"/>
                </a:lnTo>
                <a:cubicBezTo>
                  <a:pt x="55907" y="968"/>
                  <a:pt x="55207" y="1"/>
                  <a:pt x="54039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41">
            <a:extLst>
              <a:ext uri="{FF2B5EF4-FFF2-40B4-BE49-F238E27FC236}">
                <a16:creationId xmlns:a16="http://schemas.microsoft.com/office/drawing/2014/main" id="{EF4D34E0-5CA1-DDF9-65ED-179AE5DF10D9}"/>
              </a:ext>
            </a:extLst>
          </p:cNvPr>
          <p:cNvSpPr/>
          <p:nvPr/>
        </p:nvSpPr>
        <p:spPr>
          <a:xfrm>
            <a:off x="2094531" y="3013443"/>
            <a:ext cx="427773" cy="186850"/>
          </a:xfrm>
          <a:custGeom>
            <a:avLst/>
            <a:gdLst/>
            <a:ahLst/>
            <a:cxnLst/>
            <a:rect l="l" t="t" r="r" b="b"/>
            <a:pathLst>
              <a:path w="27720" h="12108" extrusionOk="0">
                <a:moveTo>
                  <a:pt x="24217" y="0"/>
                </a:moveTo>
                <a:cubicBezTo>
                  <a:pt x="18850" y="5244"/>
                  <a:pt x="13338" y="7108"/>
                  <a:pt x="8726" y="7108"/>
                </a:cubicBezTo>
                <a:cubicBezTo>
                  <a:pt x="7090" y="7108"/>
                  <a:pt x="5566" y="6874"/>
                  <a:pt x="4203" y="6472"/>
                </a:cubicBezTo>
                <a:cubicBezTo>
                  <a:pt x="4032" y="6423"/>
                  <a:pt x="3861" y="6392"/>
                  <a:pt x="3690" y="6392"/>
                </a:cubicBezTo>
                <a:cubicBezTo>
                  <a:pt x="3628" y="6392"/>
                  <a:pt x="3565" y="6396"/>
                  <a:pt x="3503" y="6405"/>
                </a:cubicBezTo>
                <a:cubicBezTo>
                  <a:pt x="2102" y="6672"/>
                  <a:pt x="934" y="7539"/>
                  <a:pt x="334" y="8807"/>
                </a:cubicBezTo>
                <a:cubicBezTo>
                  <a:pt x="0" y="9574"/>
                  <a:pt x="167" y="10208"/>
                  <a:pt x="701" y="10508"/>
                </a:cubicBezTo>
                <a:cubicBezTo>
                  <a:pt x="767" y="10508"/>
                  <a:pt x="801" y="10541"/>
                  <a:pt x="834" y="10541"/>
                </a:cubicBezTo>
                <a:cubicBezTo>
                  <a:pt x="3114" y="11506"/>
                  <a:pt x="5831" y="12107"/>
                  <a:pt x="8805" y="12107"/>
                </a:cubicBezTo>
                <a:cubicBezTo>
                  <a:pt x="14575" y="12107"/>
                  <a:pt x="21315" y="9843"/>
                  <a:pt x="27720" y="3570"/>
                </a:cubicBezTo>
                <a:lnTo>
                  <a:pt x="24217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41">
            <a:extLst>
              <a:ext uri="{FF2B5EF4-FFF2-40B4-BE49-F238E27FC236}">
                <a16:creationId xmlns:a16="http://schemas.microsoft.com/office/drawing/2014/main" id="{DEC8D2E4-611F-030C-1ED2-585C61EEAC09}"/>
              </a:ext>
            </a:extLst>
          </p:cNvPr>
          <p:cNvSpPr/>
          <p:nvPr/>
        </p:nvSpPr>
        <p:spPr>
          <a:xfrm>
            <a:off x="2506131" y="3036869"/>
            <a:ext cx="132514" cy="51111"/>
          </a:xfrm>
          <a:custGeom>
            <a:avLst/>
            <a:gdLst/>
            <a:ahLst/>
            <a:cxnLst/>
            <a:rect l="l" t="t" r="r" b="b"/>
            <a:pathLst>
              <a:path w="8587" h="3312" extrusionOk="0">
                <a:moveTo>
                  <a:pt x="7526" y="0"/>
                </a:moveTo>
                <a:cubicBezTo>
                  <a:pt x="7293" y="0"/>
                  <a:pt x="7056" y="79"/>
                  <a:pt x="6852" y="250"/>
                </a:cubicBezTo>
                <a:cubicBezTo>
                  <a:pt x="6099" y="890"/>
                  <a:pt x="5155" y="1222"/>
                  <a:pt x="4206" y="1222"/>
                </a:cubicBezTo>
                <a:cubicBezTo>
                  <a:pt x="3472" y="1222"/>
                  <a:pt x="2736" y="1024"/>
                  <a:pt x="2082" y="617"/>
                </a:cubicBezTo>
                <a:cubicBezTo>
                  <a:pt x="1895" y="508"/>
                  <a:pt x="1711" y="461"/>
                  <a:pt x="1539" y="461"/>
                </a:cubicBezTo>
                <a:cubicBezTo>
                  <a:pt x="604" y="461"/>
                  <a:pt x="1" y="1860"/>
                  <a:pt x="1014" y="2452"/>
                </a:cubicBezTo>
                <a:cubicBezTo>
                  <a:pt x="1993" y="3028"/>
                  <a:pt x="3084" y="3311"/>
                  <a:pt x="4171" y="3311"/>
                </a:cubicBezTo>
                <a:cubicBezTo>
                  <a:pt x="5603" y="3311"/>
                  <a:pt x="7029" y="2819"/>
                  <a:pt x="8186" y="1851"/>
                </a:cubicBezTo>
                <a:cubicBezTo>
                  <a:pt x="8453" y="1618"/>
                  <a:pt x="8587" y="1251"/>
                  <a:pt x="8553" y="917"/>
                </a:cubicBezTo>
                <a:cubicBezTo>
                  <a:pt x="8485" y="351"/>
                  <a:pt x="8018" y="0"/>
                  <a:pt x="7526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41">
            <a:extLst>
              <a:ext uri="{FF2B5EF4-FFF2-40B4-BE49-F238E27FC236}">
                <a16:creationId xmlns:a16="http://schemas.microsoft.com/office/drawing/2014/main" id="{C9B5D062-7BD3-CF2E-391F-1FD91AF23DED}"/>
              </a:ext>
            </a:extLst>
          </p:cNvPr>
          <p:cNvSpPr/>
          <p:nvPr/>
        </p:nvSpPr>
        <p:spPr>
          <a:xfrm>
            <a:off x="2420886" y="2966592"/>
            <a:ext cx="148270" cy="148270"/>
          </a:xfrm>
          <a:custGeom>
            <a:avLst/>
            <a:gdLst/>
            <a:ahLst/>
            <a:cxnLst/>
            <a:rect l="l" t="t" r="r" b="b"/>
            <a:pathLst>
              <a:path w="9608" h="9608" extrusionOk="0">
                <a:moveTo>
                  <a:pt x="4804" y="1"/>
                </a:moveTo>
                <a:cubicBezTo>
                  <a:pt x="2169" y="1"/>
                  <a:pt x="0" y="2136"/>
                  <a:pt x="0" y="4804"/>
                </a:cubicBezTo>
                <a:cubicBezTo>
                  <a:pt x="0" y="7473"/>
                  <a:pt x="2169" y="9608"/>
                  <a:pt x="4804" y="9608"/>
                </a:cubicBezTo>
                <a:cubicBezTo>
                  <a:pt x="7472" y="9608"/>
                  <a:pt x="9607" y="7473"/>
                  <a:pt x="9607" y="4804"/>
                </a:cubicBezTo>
                <a:cubicBezTo>
                  <a:pt x="9607" y="2136"/>
                  <a:pt x="7472" y="1"/>
                  <a:pt x="480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41">
            <a:extLst>
              <a:ext uri="{FF2B5EF4-FFF2-40B4-BE49-F238E27FC236}">
                <a16:creationId xmlns:a16="http://schemas.microsoft.com/office/drawing/2014/main" id="{BA770527-9851-6984-13D0-DA6D5E99B7B1}"/>
              </a:ext>
            </a:extLst>
          </p:cNvPr>
          <p:cNvSpPr/>
          <p:nvPr/>
        </p:nvSpPr>
        <p:spPr>
          <a:xfrm>
            <a:off x="2414373" y="2978953"/>
            <a:ext cx="171248" cy="136156"/>
          </a:xfrm>
          <a:custGeom>
            <a:avLst/>
            <a:gdLst/>
            <a:ahLst/>
            <a:cxnLst/>
            <a:rect l="l" t="t" r="r" b="b"/>
            <a:pathLst>
              <a:path w="11097" h="8823" extrusionOk="0">
                <a:moveTo>
                  <a:pt x="7894" y="0"/>
                </a:moveTo>
                <a:lnTo>
                  <a:pt x="7894" y="0"/>
                </a:lnTo>
                <a:cubicBezTo>
                  <a:pt x="8595" y="534"/>
                  <a:pt x="9496" y="2969"/>
                  <a:pt x="7461" y="4937"/>
                </a:cubicBezTo>
                <a:cubicBezTo>
                  <a:pt x="6617" y="5733"/>
                  <a:pt x="5533" y="6081"/>
                  <a:pt x="4471" y="6081"/>
                </a:cubicBezTo>
                <a:cubicBezTo>
                  <a:pt x="2551" y="6081"/>
                  <a:pt x="704" y="4945"/>
                  <a:pt x="489" y="3269"/>
                </a:cubicBezTo>
                <a:lnTo>
                  <a:pt x="489" y="3269"/>
                </a:lnTo>
                <a:cubicBezTo>
                  <a:pt x="0" y="6311"/>
                  <a:pt x="2452" y="8822"/>
                  <a:pt x="5253" y="8822"/>
                </a:cubicBezTo>
                <a:cubicBezTo>
                  <a:pt x="5892" y="8822"/>
                  <a:pt x="6549" y="8692"/>
                  <a:pt x="7194" y="8406"/>
                </a:cubicBezTo>
                <a:cubicBezTo>
                  <a:pt x="10696" y="6872"/>
                  <a:pt x="11097" y="2069"/>
                  <a:pt x="7894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41">
            <a:extLst>
              <a:ext uri="{FF2B5EF4-FFF2-40B4-BE49-F238E27FC236}">
                <a16:creationId xmlns:a16="http://schemas.microsoft.com/office/drawing/2014/main" id="{52E1422B-C58D-4A11-D3AA-9D45A5C06667}"/>
              </a:ext>
            </a:extLst>
          </p:cNvPr>
          <p:cNvSpPr/>
          <p:nvPr/>
        </p:nvSpPr>
        <p:spPr>
          <a:xfrm>
            <a:off x="2431179" y="2985450"/>
            <a:ext cx="40169" cy="54459"/>
          </a:xfrm>
          <a:custGeom>
            <a:avLst/>
            <a:gdLst/>
            <a:ahLst/>
            <a:cxnLst/>
            <a:rect l="l" t="t" r="r" b="b"/>
            <a:pathLst>
              <a:path w="2603" h="3529" extrusionOk="0">
                <a:moveTo>
                  <a:pt x="2381" y="1"/>
                </a:moveTo>
                <a:cubicBezTo>
                  <a:pt x="2354" y="1"/>
                  <a:pt x="2327" y="5"/>
                  <a:pt x="2302" y="13"/>
                </a:cubicBezTo>
                <a:cubicBezTo>
                  <a:pt x="1602" y="46"/>
                  <a:pt x="1068" y="580"/>
                  <a:pt x="601" y="1114"/>
                </a:cubicBezTo>
                <a:cubicBezTo>
                  <a:pt x="568" y="1147"/>
                  <a:pt x="534" y="1181"/>
                  <a:pt x="534" y="1247"/>
                </a:cubicBezTo>
                <a:cubicBezTo>
                  <a:pt x="368" y="1481"/>
                  <a:pt x="234" y="1748"/>
                  <a:pt x="167" y="2048"/>
                </a:cubicBezTo>
                <a:cubicBezTo>
                  <a:pt x="34" y="2348"/>
                  <a:pt x="1" y="2715"/>
                  <a:pt x="101" y="3015"/>
                </a:cubicBezTo>
                <a:cubicBezTo>
                  <a:pt x="188" y="3335"/>
                  <a:pt x="453" y="3528"/>
                  <a:pt x="762" y="3528"/>
                </a:cubicBezTo>
                <a:cubicBezTo>
                  <a:pt x="808" y="3528"/>
                  <a:pt x="854" y="3524"/>
                  <a:pt x="901" y="3516"/>
                </a:cubicBezTo>
                <a:cubicBezTo>
                  <a:pt x="1235" y="3416"/>
                  <a:pt x="1368" y="3049"/>
                  <a:pt x="1468" y="2715"/>
                </a:cubicBezTo>
                <a:cubicBezTo>
                  <a:pt x="1735" y="1914"/>
                  <a:pt x="2102" y="1114"/>
                  <a:pt x="2536" y="380"/>
                </a:cubicBezTo>
                <a:cubicBezTo>
                  <a:pt x="2569" y="313"/>
                  <a:pt x="2602" y="213"/>
                  <a:pt x="2569" y="113"/>
                </a:cubicBezTo>
                <a:cubicBezTo>
                  <a:pt x="2544" y="38"/>
                  <a:pt x="2463" y="1"/>
                  <a:pt x="2381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41">
            <a:extLst>
              <a:ext uri="{FF2B5EF4-FFF2-40B4-BE49-F238E27FC236}">
                <a16:creationId xmlns:a16="http://schemas.microsoft.com/office/drawing/2014/main" id="{DD77E51F-F8E4-C1AE-905E-FD209F528889}"/>
              </a:ext>
            </a:extLst>
          </p:cNvPr>
          <p:cNvSpPr/>
          <p:nvPr/>
        </p:nvSpPr>
        <p:spPr>
          <a:xfrm>
            <a:off x="2478153" y="2907519"/>
            <a:ext cx="96666" cy="100817"/>
          </a:xfrm>
          <a:custGeom>
            <a:avLst/>
            <a:gdLst/>
            <a:ahLst/>
            <a:cxnLst/>
            <a:rect l="l" t="t" r="r" b="b"/>
            <a:pathLst>
              <a:path w="6264" h="6533" extrusionOk="0">
                <a:moveTo>
                  <a:pt x="5160" y="0"/>
                </a:moveTo>
                <a:cubicBezTo>
                  <a:pt x="5084" y="0"/>
                  <a:pt x="5007" y="9"/>
                  <a:pt x="4929" y="26"/>
                </a:cubicBezTo>
                <a:cubicBezTo>
                  <a:pt x="2327" y="593"/>
                  <a:pt x="392" y="2728"/>
                  <a:pt x="92" y="5363"/>
                </a:cubicBezTo>
                <a:cubicBezTo>
                  <a:pt x="1" y="6113"/>
                  <a:pt x="591" y="6532"/>
                  <a:pt x="1171" y="6532"/>
                </a:cubicBezTo>
                <a:cubicBezTo>
                  <a:pt x="1648" y="6532"/>
                  <a:pt x="2118" y="6248"/>
                  <a:pt x="2194" y="5630"/>
                </a:cubicBezTo>
                <a:cubicBezTo>
                  <a:pt x="2394" y="3862"/>
                  <a:pt x="3661" y="2428"/>
                  <a:pt x="5396" y="2061"/>
                </a:cubicBezTo>
                <a:cubicBezTo>
                  <a:pt x="5930" y="1927"/>
                  <a:pt x="6263" y="1460"/>
                  <a:pt x="6197" y="927"/>
                </a:cubicBezTo>
                <a:lnTo>
                  <a:pt x="6163" y="927"/>
                </a:lnTo>
                <a:cubicBezTo>
                  <a:pt x="6105" y="375"/>
                  <a:pt x="5668" y="0"/>
                  <a:pt x="516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41">
            <a:extLst>
              <a:ext uri="{FF2B5EF4-FFF2-40B4-BE49-F238E27FC236}">
                <a16:creationId xmlns:a16="http://schemas.microsoft.com/office/drawing/2014/main" id="{EA690EB8-5FCB-0B2E-C1E4-33EB6340263F}"/>
              </a:ext>
            </a:extLst>
          </p:cNvPr>
          <p:cNvSpPr/>
          <p:nvPr/>
        </p:nvSpPr>
        <p:spPr>
          <a:xfrm>
            <a:off x="1413489" y="3040727"/>
            <a:ext cx="818494" cy="854003"/>
          </a:xfrm>
          <a:custGeom>
            <a:avLst/>
            <a:gdLst/>
            <a:ahLst/>
            <a:cxnLst/>
            <a:rect l="l" t="t" r="r" b="b"/>
            <a:pathLst>
              <a:path w="53039" h="55340" extrusionOk="0"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45166" y="55340"/>
                  <a:pt x="53038" y="17913"/>
                  <a:pt x="53038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63013A9C-BED0-C731-87AA-FE2462F2D8D9}"/>
              </a:ext>
            </a:extLst>
          </p:cNvPr>
          <p:cNvSpPr/>
          <p:nvPr/>
        </p:nvSpPr>
        <p:spPr>
          <a:xfrm>
            <a:off x="1413489" y="3040727"/>
            <a:ext cx="818494" cy="854003"/>
          </a:xfrm>
          <a:custGeom>
            <a:avLst/>
            <a:gdLst/>
            <a:ahLst/>
            <a:cxnLst/>
            <a:rect l="l" t="t" r="r" b="b"/>
            <a:pathLst>
              <a:path w="53039" h="55340" extrusionOk="0"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45166" y="55340"/>
                  <a:pt x="53038" y="17913"/>
                  <a:pt x="53038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41">
            <a:extLst>
              <a:ext uri="{FF2B5EF4-FFF2-40B4-BE49-F238E27FC236}">
                <a16:creationId xmlns:a16="http://schemas.microsoft.com/office/drawing/2014/main" id="{3B0A362A-4B2E-6DE5-89A8-563CA1B07B56}"/>
              </a:ext>
            </a:extLst>
          </p:cNvPr>
          <p:cNvSpPr/>
          <p:nvPr/>
        </p:nvSpPr>
        <p:spPr>
          <a:xfrm>
            <a:off x="1867512" y="3040727"/>
            <a:ext cx="364981" cy="348515"/>
          </a:xfrm>
          <a:custGeom>
            <a:avLst/>
            <a:gdLst/>
            <a:ahLst/>
            <a:cxnLst/>
            <a:rect l="l" t="t" r="r" b="b"/>
            <a:pathLst>
              <a:path w="23651" h="22584" extrusionOk="0">
                <a:moveTo>
                  <a:pt x="23617" y="0"/>
                </a:moveTo>
                <a:cubicBezTo>
                  <a:pt x="22884" y="10775"/>
                  <a:pt x="19915" y="18113"/>
                  <a:pt x="15211" y="20715"/>
                </a:cubicBezTo>
                <a:cubicBezTo>
                  <a:pt x="14244" y="21249"/>
                  <a:pt x="13068" y="21516"/>
                  <a:pt x="11838" y="21516"/>
                </a:cubicBezTo>
                <a:cubicBezTo>
                  <a:pt x="10608" y="21516"/>
                  <a:pt x="9324" y="21249"/>
                  <a:pt x="8140" y="20715"/>
                </a:cubicBezTo>
                <a:cubicBezTo>
                  <a:pt x="4170" y="18847"/>
                  <a:pt x="1435" y="14411"/>
                  <a:pt x="1035" y="12276"/>
                </a:cubicBezTo>
                <a:lnTo>
                  <a:pt x="1" y="12476"/>
                </a:lnTo>
                <a:cubicBezTo>
                  <a:pt x="468" y="14878"/>
                  <a:pt x="3370" y="19648"/>
                  <a:pt x="7706" y="21649"/>
                </a:cubicBezTo>
                <a:cubicBezTo>
                  <a:pt x="9107" y="22250"/>
                  <a:pt x="10608" y="22550"/>
                  <a:pt x="12143" y="22583"/>
                </a:cubicBezTo>
                <a:cubicBezTo>
                  <a:pt x="13410" y="22583"/>
                  <a:pt x="14644" y="22250"/>
                  <a:pt x="15712" y="21649"/>
                </a:cubicBezTo>
                <a:cubicBezTo>
                  <a:pt x="18947" y="19881"/>
                  <a:pt x="21382" y="16078"/>
                  <a:pt x="22917" y="10641"/>
                </a:cubicBezTo>
                <a:cubicBezTo>
                  <a:pt x="23384" y="7105"/>
                  <a:pt x="23617" y="3570"/>
                  <a:pt x="2365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11C0E7DC-F328-E0A2-3BE1-D9A04E169100}"/>
              </a:ext>
            </a:extLst>
          </p:cNvPr>
          <p:cNvSpPr/>
          <p:nvPr/>
        </p:nvSpPr>
        <p:spPr>
          <a:xfrm>
            <a:off x="1963776" y="3196698"/>
            <a:ext cx="154952" cy="646042"/>
          </a:xfrm>
          <a:custGeom>
            <a:avLst/>
            <a:gdLst/>
            <a:ahLst/>
            <a:cxnLst/>
            <a:rect l="l" t="t" r="r" b="b"/>
            <a:pathLst>
              <a:path w="10041" h="41864" extrusionOk="0">
                <a:moveTo>
                  <a:pt x="9207" y="1"/>
                </a:moveTo>
                <a:cubicBezTo>
                  <a:pt x="9207" y="18714"/>
                  <a:pt x="6105" y="32724"/>
                  <a:pt x="0" y="41864"/>
                </a:cubicBezTo>
                <a:cubicBezTo>
                  <a:pt x="801" y="41230"/>
                  <a:pt x="1535" y="40530"/>
                  <a:pt x="2235" y="39829"/>
                </a:cubicBezTo>
                <a:cubicBezTo>
                  <a:pt x="7406" y="30556"/>
                  <a:pt x="10041" y="17280"/>
                  <a:pt x="10041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1">
            <a:extLst>
              <a:ext uri="{FF2B5EF4-FFF2-40B4-BE49-F238E27FC236}">
                <a16:creationId xmlns:a16="http://schemas.microsoft.com/office/drawing/2014/main" id="{0E9D76D4-D496-F09A-0E85-9596D6D48FF3}"/>
              </a:ext>
            </a:extLst>
          </p:cNvPr>
          <p:cNvSpPr/>
          <p:nvPr/>
        </p:nvSpPr>
        <p:spPr>
          <a:xfrm>
            <a:off x="1413489" y="3040727"/>
            <a:ext cx="644515" cy="854003"/>
          </a:xfrm>
          <a:custGeom>
            <a:avLst/>
            <a:gdLst/>
            <a:ahLst/>
            <a:cxnLst/>
            <a:rect l="l" t="t" r="r" b="b"/>
            <a:pathLst>
              <a:path w="41765" h="55340" extrusionOk="0">
                <a:moveTo>
                  <a:pt x="41764" y="44832"/>
                </a:moveTo>
                <a:cubicBezTo>
                  <a:pt x="41763" y="44834"/>
                  <a:pt x="41762" y="44836"/>
                  <a:pt x="41760" y="44838"/>
                </a:cubicBezTo>
                <a:lnTo>
                  <a:pt x="41760" y="44838"/>
                </a:lnTo>
                <a:cubicBezTo>
                  <a:pt x="41763" y="44834"/>
                  <a:pt x="41764" y="44832"/>
                  <a:pt x="41764" y="44832"/>
                </a:cubicBezTo>
                <a:close/>
                <a:moveTo>
                  <a:pt x="1" y="0"/>
                </a:moveTo>
                <a:cubicBezTo>
                  <a:pt x="1" y="17913"/>
                  <a:pt x="7906" y="55340"/>
                  <a:pt x="26519" y="55340"/>
                </a:cubicBezTo>
                <a:cubicBezTo>
                  <a:pt x="32789" y="55340"/>
                  <a:pt x="37825" y="51139"/>
                  <a:pt x="41760" y="44838"/>
                </a:cubicBezTo>
                <a:lnTo>
                  <a:pt x="41760" y="44838"/>
                </a:lnTo>
                <a:cubicBezTo>
                  <a:pt x="41617" y="45028"/>
                  <a:pt x="36831" y="50438"/>
                  <a:pt x="31144" y="50438"/>
                </a:cubicBezTo>
                <a:cubicBezTo>
                  <a:pt x="29083" y="50438"/>
                  <a:pt x="26904" y="49728"/>
                  <a:pt x="24785" y="47801"/>
                </a:cubicBezTo>
                <a:cubicBezTo>
                  <a:pt x="16679" y="40463"/>
                  <a:pt x="15145" y="19047"/>
                  <a:pt x="17413" y="14377"/>
                </a:cubicBezTo>
                <a:lnTo>
                  <a:pt x="17413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41">
            <a:extLst>
              <a:ext uri="{FF2B5EF4-FFF2-40B4-BE49-F238E27FC236}">
                <a16:creationId xmlns:a16="http://schemas.microsoft.com/office/drawing/2014/main" id="{CFD03612-62AF-1846-14F2-60E42E96AE6E}"/>
              </a:ext>
            </a:extLst>
          </p:cNvPr>
          <p:cNvSpPr/>
          <p:nvPr/>
        </p:nvSpPr>
        <p:spPr>
          <a:xfrm>
            <a:off x="1413489" y="2803801"/>
            <a:ext cx="818494" cy="472834"/>
          </a:xfrm>
          <a:custGeom>
            <a:avLst/>
            <a:gdLst/>
            <a:ahLst/>
            <a:cxnLst/>
            <a:rect l="l" t="t" r="r" b="b"/>
            <a:pathLst>
              <a:path w="53039" h="30640" extrusionOk="0">
                <a:moveTo>
                  <a:pt x="26532" y="1"/>
                </a:moveTo>
                <a:cubicBezTo>
                  <a:pt x="19748" y="1"/>
                  <a:pt x="12960" y="1493"/>
                  <a:pt x="7773" y="4479"/>
                </a:cubicBezTo>
                <a:cubicBezTo>
                  <a:pt x="2602" y="7481"/>
                  <a:pt x="1" y="11384"/>
                  <a:pt x="1" y="15320"/>
                </a:cubicBezTo>
                <a:cubicBezTo>
                  <a:pt x="1" y="19256"/>
                  <a:pt x="2602" y="23192"/>
                  <a:pt x="7773" y="26161"/>
                </a:cubicBezTo>
                <a:cubicBezTo>
                  <a:pt x="12943" y="29146"/>
                  <a:pt x="19731" y="30639"/>
                  <a:pt x="26519" y="30639"/>
                </a:cubicBezTo>
                <a:cubicBezTo>
                  <a:pt x="33308" y="30639"/>
                  <a:pt x="40096" y="29146"/>
                  <a:pt x="45266" y="26161"/>
                </a:cubicBezTo>
                <a:cubicBezTo>
                  <a:pt x="50470" y="23192"/>
                  <a:pt x="53038" y="19256"/>
                  <a:pt x="53038" y="15320"/>
                </a:cubicBezTo>
                <a:cubicBezTo>
                  <a:pt x="53038" y="11384"/>
                  <a:pt x="50470" y="7481"/>
                  <a:pt x="45266" y="4479"/>
                </a:cubicBezTo>
                <a:cubicBezTo>
                  <a:pt x="40096" y="1493"/>
                  <a:pt x="33316" y="1"/>
                  <a:pt x="26532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41">
            <a:extLst>
              <a:ext uri="{FF2B5EF4-FFF2-40B4-BE49-F238E27FC236}">
                <a16:creationId xmlns:a16="http://schemas.microsoft.com/office/drawing/2014/main" id="{895455C3-37CB-B638-C71D-E190E33313F1}"/>
              </a:ext>
            </a:extLst>
          </p:cNvPr>
          <p:cNvSpPr/>
          <p:nvPr/>
        </p:nvSpPr>
        <p:spPr>
          <a:xfrm>
            <a:off x="1413489" y="2803801"/>
            <a:ext cx="818494" cy="472834"/>
          </a:xfrm>
          <a:custGeom>
            <a:avLst/>
            <a:gdLst/>
            <a:ahLst/>
            <a:cxnLst/>
            <a:rect l="l" t="t" r="r" b="b"/>
            <a:pathLst>
              <a:path w="53039" h="30640" extrusionOk="0">
                <a:moveTo>
                  <a:pt x="26532" y="1"/>
                </a:moveTo>
                <a:cubicBezTo>
                  <a:pt x="19748" y="1"/>
                  <a:pt x="12960" y="1493"/>
                  <a:pt x="7773" y="4479"/>
                </a:cubicBezTo>
                <a:cubicBezTo>
                  <a:pt x="2602" y="7481"/>
                  <a:pt x="1" y="11384"/>
                  <a:pt x="1" y="15320"/>
                </a:cubicBezTo>
                <a:cubicBezTo>
                  <a:pt x="1" y="19256"/>
                  <a:pt x="2602" y="23192"/>
                  <a:pt x="7773" y="26161"/>
                </a:cubicBezTo>
                <a:cubicBezTo>
                  <a:pt x="12943" y="29146"/>
                  <a:pt x="19731" y="30639"/>
                  <a:pt x="26519" y="30639"/>
                </a:cubicBezTo>
                <a:cubicBezTo>
                  <a:pt x="33308" y="30639"/>
                  <a:pt x="40096" y="29146"/>
                  <a:pt x="45266" y="26161"/>
                </a:cubicBezTo>
                <a:cubicBezTo>
                  <a:pt x="50470" y="23192"/>
                  <a:pt x="53038" y="19256"/>
                  <a:pt x="53038" y="15320"/>
                </a:cubicBezTo>
                <a:cubicBezTo>
                  <a:pt x="53038" y="11384"/>
                  <a:pt x="50470" y="7481"/>
                  <a:pt x="45266" y="4479"/>
                </a:cubicBezTo>
                <a:cubicBezTo>
                  <a:pt x="40096" y="1493"/>
                  <a:pt x="33316" y="1"/>
                  <a:pt x="26532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41">
            <a:extLst>
              <a:ext uri="{FF2B5EF4-FFF2-40B4-BE49-F238E27FC236}">
                <a16:creationId xmlns:a16="http://schemas.microsoft.com/office/drawing/2014/main" id="{4FCED189-D989-3B2D-1D3F-DFAD6513AE4B}"/>
              </a:ext>
            </a:extLst>
          </p:cNvPr>
          <p:cNvSpPr/>
          <p:nvPr/>
        </p:nvSpPr>
        <p:spPr>
          <a:xfrm>
            <a:off x="1413489" y="2804310"/>
            <a:ext cx="771643" cy="472927"/>
          </a:xfrm>
          <a:custGeom>
            <a:avLst/>
            <a:gdLst/>
            <a:ahLst/>
            <a:cxnLst/>
            <a:rect l="l" t="t" r="r" b="b"/>
            <a:pathLst>
              <a:path w="50003" h="30646" extrusionOk="0">
                <a:moveTo>
                  <a:pt x="26503" y="1"/>
                </a:moveTo>
                <a:cubicBezTo>
                  <a:pt x="19715" y="1"/>
                  <a:pt x="12926" y="1494"/>
                  <a:pt x="7739" y="4479"/>
                </a:cubicBezTo>
                <a:cubicBezTo>
                  <a:pt x="2569" y="7481"/>
                  <a:pt x="1" y="11384"/>
                  <a:pt x="1" y="15320"/>
                </a:cubicBezTo>
                <a:cubicBezTo>
                  <a:pt x="1" y="19256"/>
                  <a:pt x="2569" y="23159"/>
                  <a:pt x="7739" y="26161"/>
                </a:cubicBezTo>
                <a:cubicBezTo>
                  <a:pt x="12925" y="29155"/>
                  <a:pt x="19717" y="30645"/>
                  <a:pt x="26500" y="30645"/>
                </a:cubicBezTo>
                <a:cubicBezTo>
                  <a:pt x="31281" y="30645"/>
                  <a:pt x="36057" y="29905"/>
                  <a:pt x="40263" y="28430"/>
                </a:cubicBezTo>
                <a:lnTo>
                  <a:pt x="40263" y="28430"/>
                </a:lnTo>
                <a:cubicBezTo>
                  <a:pt x="37286" y="29345"/>
                  <a:pt x="34054" y="29765"/>
                  <a:pt x="30928" y="29765"/>
                </a:cubicBezTo>
                <a:cubicBezTo>
                  <a:pt x="23124" y="29765"/>
                  <a:pt x="15988" y="27151"/>
                  <a:pt x="15178" y="23126"/>
                </a:cubicBezTo>
                <a:lnTo>
                  <a:pt x="15178" y="23126"/>
                </a:lnTo>
                <a:cubicBezTo>
                  <a:pt x="17785" y="24208"/>
                  <a:pt x="22064" y="25024"/>
                  <a:pt x="26762" y="25024"/>
                </a:cubicBezTo>
                <a:cubicBezTo>
                  <a:pt x="33363" y="25024"/>
                  <a:pt x="40791" y="23411"/>
                  <a:pt x="45566" y="18656"/>
                </a:cubicBezTo>
                <a:cubicBezTo>
                  <a:pt x="48569" y="15787"/>
                  <a:pt x="50003" y="11684"/>
                  <a:pt x="49436" y="7581"/>
                </a:cubicBezTo>
                <a:cubicBezTo>
                  <a:pt x="48168" y="6381"/>
                  <a:pt x="46767" y="5346"/>
                  <a:pt x="45266" y="4479"/>
                </a:cubicBezTo>
                <a:cubicBezTo>
                  <a:pt x="40079" y="1494"/>
                  <a:pt x="33291" y="1"/>
                  <a:pt x="2650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41">
            <a:extLst>
              <a:ext uri="{FF2B5EF4-FFF2-40B4-BE49-F238E27FC236}">
                <a16:creationId xmlns:a16="http://schemas.microsoft.com/office/drawing/2014/main" id="{D24D0812-B0BA-0D3D-01A1-AC5D589B65A0}"/>
              </a:ext>
            </a:extLst>
          </p:cNvPr>
          <p:cNvSpPr/>
          <p:nvPr/>
        </p:nvSpPr>
        <p:spPr>
          <a:xfrm>
            <a:off x="1334215" y="3210910"/>
            <a:ext cx="267698" cy="280321"/>
          </a:xfrm>
          <a:custGeom>
            <a:avLst/>
            <a:gdLst/>
            <a:ahLst/>
            <a:cxnLst/>
            <a:rect l="l" t="t" r="r" b="b"/>
            <a:pathLst>
              <a:path w="17347" h="18165" extrusionOk="0">
                <a:moveTo>
                  <a:pt x="7548" y="1"/>
                </a:moveTo>
                <a:cubicBezTo>
                  <a:pt x="6888" y="1"/>
                  <a:pt x="6289" y="154"/>
                  <a:pt x="5771" y="447"/>
                </a:cubicBezTo>
                <a:cubicBezTo>
                  <a:pt x="1402" y="3182"/>
                  <a:pt x="1" y="8887"/>
                  <a:pt x="2569" y="13356"/>
                </a:cubicBezTo>
                <a:cubicBezTo>
                  <a:pt x="4336" y="16432"/>
                  <a:pt x="7572" y="18165"/>
                  <a:pt x="10896" y="18165"/>
                </a:cubicBezTo>
                <a:cubicBezTo>
                  <a:pt x="12404" y="18165"/>
                  <a:pt x="13929" y="17808"/>
                  <a:pt x="15345" y="17059"/>
                </a:cubicBezTo>
                <a:cubicBezTo>
                  <a:pt x="16579" y="16325"/>
                  <a:pt x="17346" y="14824"/>
                  <a:pt x="17346" y="12656"/>
                </a:cubicBezTo>
                <a:cubicBezTo>
                  <a:pt x="17346" y="8319"/>
                  <a:pt x="14311" y="3082"/>
                  <a:pt x="10575" y="914"/>
                </a:cubicBezTo>
                <a:cubicBezTo>
                  <a:pt x="9490" y="294"/>
                  <a:pt x="8461" y="1"/>
                  <a:pt x="7548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41">
            <a:extLst>
              <a:ext uri="{FF2B5EF4-FFF2-40B4-BE49-F238E27FC236}">
                <a16:creationId xmlns:a16="http://schemas.microsoft.com/office/drawing/2014/main" id="{D66D03DA-E6AD-B305-B91B-9A1561967423}"/>
              </a:ext>
            </a:extLst>
          </p:cNvPr>
          <p:cNvSpPr/>
          <p:nvPr/>
        </p:nvSpPr>
        <p:spPr>
          <a:xfrm>
            <a:off x="1338737" y="3327452"/>
            <a:ext cx="263176" cy="166649"/>
          </a:xfrm>
          <a:custGeom>
            <a:avLst/>
            <a:gdLst/>
            <a:ahLst/>
            <a:cxnLst/>
            <a:rect l="l" t="t" r="r" b="b"/>
            <a:pathLst>
              <a:path w="17054" h="10799" extrusionOk="0">
                <a:moveTo>
                  <a:pt x="775" y="0"/>
                </a:moveTo>
                <a:lnTo>
                  <a:pt x="775" y="0"/>
                </a:lnTo>
                <a:cubicBezTo>
                  <a:pt x="0" y="6069"/>
                  <a:pt x="4863" y="10798"/>
                  <a:pt x="10288" y="10798"/>
                </a:cubicBezTo>
                <a:cubicBezTo>
                  <a:pt x="11870" y="10798"/>
                  <a:pt x="13500" y="10396"/>
                  <a:pt x="15052" y="9507"/>
                </a:cubicBezTo>
                <a:cubicBezTo>
                  <a:pt x="16286" y="8773"/>
                  <a:pt x="17053" y="7272"/>
                  <a:pt x="17053" y="5104"/>
                </a:cubicBezTo>
                <a:cubicBezTo>
                  <a:pt x="17020" y="4170"/>
                  <a:pt x="16920" y="3269"/>
                  <a:pt x="16686" y="2369"/>
                </a:cubicBezTo>
                <a:cubicBezTo>
                  <a:pt x="16686" y="5104"/>
                  <a:pt x="15018" y="7906"/>
                  <a:pt x="9781" y="8373"/>
                </a:cubicBezTo>
                <a:cubicBezTo>
                  <a:pt x="9531" y="8395"/>
                  <a:pt x="9285" y="8406"/>
                  <a:pt x="9042" y="8406"/>
                </a:cubicBezTo>
                <a:cubicBezTo>
                  <a:pt x="4525" y="8406"/>
                  <a:pt x="1313" y="4654"/>
                  <a:pt x="775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41">
            <a:extLst>
              <a:ext uri="{FF2B5EF4-FFF2-40B4-BE49-F238E27FC236}">
                <a16:creationId xmlns:a16="http://schemas.microsoft.com/office/drawing/2014/main" id="{6C89D580-F2AE-7ADC-5FA9-AF60CF8B4541}"/>
              </a:ext>
            </a:extLst>
          </p:cNvPr>
          <p:cNvSpPr/>
          <p:nvPr/>
        </p:nvSpPr>
        <p:spPr>
          <a:xfrm>
            <a:off x="1369215" y="3341264"/>
            <a:ext cx="83934" cy="108270"/>
          </a:xfrm>
          <a:custGeom>
            <a:avLst/>
            <a:gdLst/>
            <a:ahLst/>
            <a:cxnLst/>
            <a:rect l="l" t="t" r="r" b="b"/>
            <a:pathLst>
              <a:path w="5439" h="7016" extrusionOk="0">
                <a:moveTo>
                  <a:pt x="1517" y="1"/>
                </a:moveTo>
                <a:cubicBezTo>
                  <a:pt x="621" y="1"/>
                  <a:pt x="1" y="711"/>
                  <a:pt x="1" y="1941"/>
                </a:cubicBezTo>
                <a:cubicBezTo>
                  <a:pt x="101" y="3842"/>
                  <a:pt x="1135" y="5610"/>
                  <a:pt x="2736" y="6644"/>
                </a:cubicBezTo>
                <a:cubicBezTo>
                  <a:pt x="3173" y="6896"/>
                  <a:pt x="3584" y="7016"/>
                  <a:pt x="3948" y="7016"/>
                </a:cubicBezTo>
                <a:cubicBezTo>
                  <a:pt x="4834" y="7016"/>
                  <a:pt x="5438" y="6306"/>
                  <a:pt x="5438" y="5076"/>
                </a:cubicBezTo>
                <a:cubicBezTo>
                  <a:pt x="5338" y="3175"/>
                  <a:pt x="4337" y="1407"/>
                  <a:pt x="2736" y="373"/>
                </a:cubicBezTo>
                <a:cubicBezTo>
                  <a:pt x="2299" y="120"/>
                  <a:pt x="1885" y="1"/>
                  <a:pt x="151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41">
            <a:extLst>
              <a:ext uri="{FF2B5EF4-FFF2-40B4-BE49-F238E27FC236}">
                <a16:creationId xmlns:a16="http://schemas.microsoft.com/office/drawing/2014/main" id="{030EECA0-0ECF-357D-1563-F1CF42AFF11A}"/>
              </a:ext>
            </a:extLst>
          </p:cNvPr>
          <p:cNvSpPr/>
          <p:nvPr/>
        </p:nvSpPr>
        <p:spPr>
          <a:xfrm>
            <a:off x="1384153" y="3341341"/>
            <a:ext cx="69505" cy="99443"/>
          </a:xfrm>
          <a:custGeom>
            <a:avLst/>
            <a:gdLst/>
            <a:ahLst/>
            <a:cxnLst/>
            <a:rect l="l" t="t" r="r" b="b"/>
            <a:pathLst>
              <a:path w="4504" h="6444" extrusionOk="0">
                <a:moveTo>
                  <a:pt x="400" y="1"/>
                </a:moveTo>
                <a:cubicBezTo>
                  <a:pt x="134" y="435"/>
                  <a:pt x="0" y="902"/>
                  <a:pt x="34" y="1369"/>
                </a:cubicBezTo>
                <a:cubicBezTo>
                  <a:pt x="134" y="3270"/>
                  <a:pt x="1134" y="5038"/>
                  <a:pt x="2735" y="6072"/>
                </a:cubicBezTo>
                <a:cubicBezTo>
                  <a:pt x="3095" y="6312"/>
                  <a:pt x="3509" y="6444"/>
                  <a:pt x="3953" y="6444"/>
                </a:cubicBezTo>
                <a:cubicBezTo>
                  <a:pt x="4002" y="6444"/>
                  <a:pt x="4053" y="6442"/>
                  <a:pt x="4103" y="6439"/>
                </a:cubicBezTo>
                <a:cubicBezTo>
                  <a:pt x="4370" y="6039"/>
                  <a:pt x="4503" y="5538"/>
                  <a:pt x="4470" y="5071"/>
                </a:cubicBezTo>
                <a:cubicBezTo>
                  <a:pt x="4370" y="3170"/>
                  <a:pt x="3369" y="1402"/>
                  <a:pt x="1768" y="368"/>
                </a:cubicBezTo>
                <a:cubicBezTo>
                  <a:pt x="1334" y="101"/>
                  <a:pt x="867" y="1"/>
                  <a:pt x="400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1">
            <a:extLst>
              <a:ext uri="{FF2B5EF4-FFF2-40B4-BE49-F238E27FC236}">
                <a16:creationId xmlns:a16="http://schemas.microsoft.com/office/drawing/2014/main" id="{9D369C6D-C251-82AA-63E9-0E13900A3339}"/>
              </a:ext>
            </a:extLst>
          </p:cNvPr>
          <p:cNvSpPr/>
          <p:nvPr/>
        </p:nvSpPr>
        <p:spPr>
          <a:xfrm>
            <a:off x="1386206" y="3377899"/>
            <a:ext cx="67453" cy="62885"/>
          </a:xfrm>
          <a:custGeom>
            <a:avLst/>
            <a:gdLst/>
            <a:ahLst/>
            <a:cxnLst/>
            <a:rect l="l" t="t" r="r" b="b"/>
            <a:pathLst>
              <a:path w="4371" h="4075" extrusionOk="0">
                <a:moveTo>
                  <a:pt x="1" y="0"/>
                </a:moveTo>
                <a:cubicBezTo>
                  <a:pt x="368" y="1535"/>
                  <a:pt x="1302" y="2836"/>
                  <a:pt x="2602" y="3703"/>
                </a:cubicBezTo>
                <a:cubicBezTo>
                  <a:pt x="2962" y="3943"/>
                  <a:pt x="3376" y="4075"/>
                  <a:pt x="3820" y="4075"/>
                </a:cubicBezTo>
                <a:cubicBezTo>
                  <a:pt x="3869" y="4075"/>
                  <a:pt x="3920" y="4073"/>
                  <a:pt x="3970" y="4070"/>
                </a:cubicBezTo>
                <a:cubicBezTo>
                  <a:pt x="4237" y="3670"/>
                  <a:pt x="4370" y="3169"/>
                  <a:pt x="4337" y="2702"/>
                </a:cubicBezTo>
                <a:cubicBezTo>
                  <a:pt x="4337" y="2235"/>
                  <a:pt x="4237" y="1768"/>
                  <a:pt x="4104" y="1335"/>
                </a:cubicBezTo>
                <a:cubicBezTo>
                  <a:pt x="3847" y="1807"/>
                  <a:pt x="3401" y="2001"/>
                  <a:pt x="2894" y="2001"/>
                </a:cubicBezTo>
                <a:cubicBezTo>
                  <a:pt x="1753" y="2001"/>
                  <a:pt x="301" y="1017"/>
                  <a:pt x="1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41">
            <a:extLst>
              <a:ext uri="{FF2B5EF4-FFF2-40B4-BE49-F238E27FC236}">
                <a16:creationId xmlns:a16="http://schemas.microsoft.com/office/drawing/2014/main" id="{FDACF983-BB77-0C02-D2CC-35BB9543C1ED}"/>
              </a:ext>
            </a:extLst>
          </p:cNvPr>
          <p:cNvSpPr/>
          <p:nvPr/>
        </p:nvSpPr>
        <p:spPr>
          <a:xfrm>
            <a:off x="1312595" y="3358486"/>
            <a:ext cx="189442" cy="433807"/>
          </a:xfrm>
          <a:custGeom>
            <a:avLst/>
            <a:gdLst/>
            <a:ahLst/>
            <a:cxnLst/>
            <a:rect l="l" t="t" r="r" b="b"/>
            <a:pathLst>
              <a:path w="12276" h="28111" extrusionOk="0">
                <a:moveTo>
                  <a:pt x="5505" y="0"/>
                </a:moveTo>
                <a:cubicBezTo>
                  <a:pt x="5150" y="0"/>
                  <a:pt x="4861" y="153"/>
                  <a:pt x="4671" y="458"/>
                </a:cubicBezTo>
                <a:cubicBezTo>
                  <a:pt x="4637" y="491"/>
                  <a:pt x="4604" y="524"/>
                  <a:pt x="4570" y="591"/>
                </a:cubicBezTo>
                <a:cubicBezTo>
                  <a:pt x="1001" y="6896"/>
                  <a:pt x="1" y="17303"/>
                  <a:pt x="8306" y="28111"/>
                </a:cubicBezTo>
                <a:lnTo>
                  <a:pt x="12276" y="25042"/>
                </a:lnTo>
                <a:cubicBezTo>
                  <a:pt x="6072" y="16970"/>
                  <a:pt x="6072" y="9397"/>
                  <a:pt x="8240" y="4427"/>
                </a:cubicBezTo>
                <a:cubicBezTo>
                  <a:pt x="8340" y="4194"/>
                  <a:pt x="8373" y="3927"/>
                  <a:pt x="8373" y="3693"/>
                </a:cubicBezTo>
                <a:cubicBezTo>
                  <a:pt x="8306" y="2292"/>
                  <a:pt x="7573" y="1025"/>
                  <a:pt x="6405" y="258"/>
                </a:cubicBezTo>
                <a:cubicBezTo>
                  <a:pt x="6076" y="86"/>
                  <a:pt x="5772" y="0"/>
                  <a:pt x="550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1">
            <a:extLst>
              <a:ext uri="{FF2B5EF4-FFF2-40B4-BE49-F238E27FC236}">
                <a16:creationId xmlns:a16="http://schemas.microsoft.com/office/drawing/2014/main" id="{BCBADC80-17F4-D10D-02F3-4A808E984637}"/>
              </a:ext>
            </a:extLst>
          </p:cNvPr>
          <p:cNvSpPr/>
          <p:nvPr/>
        </p:nvSpPr>
        <p:spPr>
          <a:xfrm>
            <a:off x="1407826" y="3784114"/>
            <a:ext cx="61851" cy="125029"/>
          </a:xfrm>
          <a:custGeom>
            <a:avLst/>
            <a:gdLst/>
            <a:ahLst/>
            <a:cxnLst/>
            <a:rect l="l" t="t" r="r" b="b"/>
            <a:pathLst>
              <a:path w="4008" h="8102" extrusionOk="0">
                <a:moveTo>
                  <a:pt x="2544" y="1"/>
                </a:moveTo>
                <a:cubicBezTo>
                  <a:pt x="2257" y="1"/>
                  <a:pt x="1965" y="127"/>
                  <a:pt x="1735" y="430"/>
                </a:cubicBezTo>
                <a:cubicBezTo>
                  <a:pt x="101" y="2531"/>
                  <a:pt x="1" y="5400"/>
                  <a:pt x="1468" y="7602"/>
                </a:cubicBezTo>
                <a:cubicBezTo>
                  <a:pt x="1668" y="7902"/>
                  <a:pt x="2002" y="8102"/>
                  <a:pt x="2336" y="8102"/>
                </a:cubicBezTo>
                <a:cubicBezTo>
                  <a:pt x="3170" y="8069"/>
                  <a:pt x="3670" y="7168"/>
                  <a:pt x="3236" y="6467"/>
                </a:cubicBezTo>
                <a:cubicBezTo>
                  <a:pt x="2236" y="5000"/>
                  <a:pt x="2302" y="3065"/>
                  <a:pt x="3403" y="1697"/>
                </a:cubicBezTo>
                <a:cubicBezTo>
                  <a:pt x="4007" y="875"/>
                  <a:pt x="3298" y="1"/>
                  <a:pt x="2544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41">
            <a:extLst>
              <a:ext uri="{FF2B5EF4-FFF2-40B4-BE49-F238E27FC236}">
                <a16:creationId xmlns:a16="http://schemas.microsoft.com/office/drawing/2014/main" id="{93BC8335-0D83-21E9-28DF-3A02380DA6B7}"/>
              </a:ext>
            </a:extLst>
          </p:cNvPr>
          <p:cNvSpPr/>
          <p:nvPr/>
        </p:nvSpPr>
        <p:spPr>
          <a:xfrm>
            <a:off x="1387749" y="3694192"/>
            <a:ext cx="166804" cy="148332"/>
          </a:xfrm>
          <a:custGeom>
            <a:avLst/>
            <a:gdLst/>
            <a:ahLst/>
            <a:cxnLst/>
            <a:rect l="l" t="t" r="r" b="b"/>
            <a:pathLst>
              <a:path w="10809" h="9612" extrusionOk="0">
                <a:moveTo>
                  <a:pt x="5423" y="0"/>
                </a:moveTo>
                <a:cubicBezTo>
                  <a:pt x="4049" y="0"/>
                  <a:pt x="2684" y="585"/>
                  <a:pt x="1735" y="1720"/>
                </a:cubicBezTo>
                <a:cubicBezTo>
                  <a:pt x="1" y="3755"/>
                  <a:pt x="301" y="6790"/>
                  <a:pt x="2336" y="8492"/>
                </a:cubicBezTo>
                <a:cubicBezTo>
                  <a:pt x="3235" y="9244"/>
                  <a:pt x="4331" y="9611"/>
                  <a:pt x="5420" y="9611"/>
                </a:cubicBezTo>
                <a:cubicBezTo>
                  <a:pt x="6794" y="9611"/>
                  <a:pt x="8158" y="9026"/>
                  <a:pt x="9107" y="7891"/>
                </a:cubicBezTo>
                <a:cubicBezTo>
                  <a:pt x="10808" y="5856"/>
                  <a:pt x="10542" y="2821"/>
                  <a:pt x="8507" y="1120"/>
                </a:cubicBezTo>
                <a:cubicBezTo>
                  <a:pt x="7607" y="368"/>
                  <a:pt x="6512" y="0"/>
                  <a:pt x="5423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1">
            <a:extLst>
              <a:ext uri="{FF2B5EF4-FFF2-40B4-BE49-F238E27FC236}">
                <a16:creationId xmlns:a16="http://schemas.microsoft.com/office/drawing/2014/main" id="{E9B03800-6111-A2CE-7E2C-A27AFD8CC224}"/>
              </a:ext>
            </a:extLst>
          </p:cNvPr>
          <p:cNvSpPr/>
          <p:nvPr/>
        </p:nvSpPr>
        <p:spPr>
          <a:xfrm>
            <a:off x="1385264" y="3694007"/>
            <a:ext cx="143039" cy="148748"/>
          </a:xfrm>
          <a:custGeom>
            <a:avLst/>
            <a:gdLst/>
            <a:ahLst/>
            <a:cxnLst/>
            <a:rect l="l" t="t" r="r" b="b"/>
            <a:pathLst>
              <a:path w="9269" h="9639" extrusionOk="0">
                <a:moveTo>
                  <a:pt x="5535" y="0"/>
                </a:moveTo>
                <a:cubicBezTo>
                  <a:pt x="2452" y="0"/>
                  <a:pt x="0" y="3029"/>
                  <a:pt x="962" y="6235"/>
                </a:cubicBezTo>
                <a:cubicBezTo>
                  <a:pt x="1643" y="8418"/>
                  <a:pt x="3609" y="9639"/>
                  <a:pt x="5607" y="9639"/>
                </a:cubicBezTo>
                <a:cubicBezTo>
                  <a:pt x="6937" y="9639"/>
                  <a:pt x="8281" y="9097"/>
                  <a:pt x="9268" y="7937"/>
                </a:cubicBezTo>
                <a:lnTo>
                  <a:pt x="9235" y="7937"/>
                </a:lnTo>
                <a:cubicBezTo>
                  <a:pt x="8958" y="8229"/>
                  <a:pt x="8270" y="8514"/>
                  <a:pt x="7441" y="8514"/>
                </a:cubicBezTo>
                <a:cubicBezTo>
                  <a:pt x="6473" y="8514"/>
                  <a:pt x="5315" y="8125"/>
                  <a:pt x="4398" y="6903"/>
                </a:cubicBezTo>
                <a:cubicBezTo>
                  <a:pt x="2463" y="4301"/>
                  <a:pt x="4265" y="198"/>
                  <a:pt x="6900" y="198"/>
                </a:cubicBezTo>
                <a:cubicBezTo>
                  <a:pt x="6437" y="63"/>
                  <a:pt x="5980" y="0"/>
                  <a:pt x="5535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41">
            <a:extLst>
              <a:ext uri="{FF2B5EF4-FFF2-40B4-BE49-F238E27FC236}">
                <a16:creationId xmlns:a16="http://schemas.microsoft.com/office/drawing/2014/main" id="{14EE5E61-C9B8-6C01-1E90-481E8B6029DF}"/>
              </a:ext>
            </a:extLst>
          </p:cNvPr>
          <p:cNvSpPr/>
          <p:nvPr/>
        </p:nvSpPr>
        <p:spPr>
          <a:xfrm>
            <a:off x="1477840" y="3707170"/>
            <a:ext cx="52515" cy="43425"/>
          </a:xfrm>
          <a:custGeom>
            <a:avLst/>
            <a:gdLst/>
            <a:ahLst/>
            <a:cxnLst/>
            <a:rect l="l" t="t" r="r" b="b"/>
            <a:pathLst>
              <a:path w="3403" h="2814" extrusionOk="0">
                <a:moveTo>
                  <a:pt x="825" y="0"/>
                </a:moveTo>
                <a:cubicBezTo>
                  <a:pt x="751" y="0"/>
                  <a:pt x="676" y="4"/>
                  <a:pt x="601" y="12"/>
                </a:cubicBezTo>
                <a:cubicBezTo>
                  <a:pt x="267" y="79"/>
                  <a:pt x="0" y="379"/>
                  <a:pt x="34" y="746"/>
                </a:cubicBezTo>
                <a:cubicBezTo>
                  <a:pt x="100" y="1079"/>
                  <a:pt x="434" y="1246"/>
                  <a:pt x="734" y="1380"/>
                </a:cubicBezTo>
                <a:cubicBezTo>
                  <a:pt x="1535" y="1780"/>
                  <a:pt x="2268" y="2213"/>
                  <a:pt x="2969" y="2747"/>
                </a:cubicBezTo>
                <a:cubicBezTo>
                  <a:pt x="3036" y="2781"/>
                  <a:pt x="3102" y="2814"/>
                  <a:pt x="3202" y="2814"/>
                </a:cubicBezTo>
                <a:cubicBezTo>
                  <a:pt x="3303" y="2781"/>
                  <a:pt x="3336" y="2647"/>
                  <a:pt x="3336" y="2547"/>
                </a:cubicBezTo>
                <a:cubicBezTo>
                  <a:pt x="3403" y="1847"/>
                  <a:pt x="2902" y="1246"/>
                  <a:pt x="2435" y="746"/>
                </a:cubicBezTo>
                <a:cubicBezTo>
                  <a:pt x="2402" y="712"/>
                  <a:pt x="2369" y="679"/>
                  <a:pt x="2335" y="646"/>
                </a:cubicBezTo>
                <a:cubicBezTo>
                  <a:pt x="2102" y="446"/>
                  <a:pt x="1868" y="279"/>
                  <a:pt x="1568" y="179"/>
                </a:cubicBezTo>
                <a:cubicBezTo>
                  <a:pt x="1335" y="49"/>
                  <a:pt x="1082" y="0"/>
                  <a:pt x="82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41">
            <a:extLst>
              <a:ext uri="{FF2B5EF4-FFF2-40B4-BE49-F238E27FC236}">
                <a16:creationId xmlns:a16="http://schemas.microsoft.com/office/drawing/2014/main" id="{252735CE-BA42-32BE-9D39-8731BA57C71D}"/>
              </a:ext>
            </a:extLst>
          </p:cNvPr>
          <p:cNvSpPr/>
          <p:nvPr/>
        </p:nvSpPr>
        <p:spPr>
          <a:xfrm>
            <a:off x="1496374" y="3758775"/>
            <a:ext cx="100909" cy="101990"/>
          </a:xfrm>
          <a:custGeom>
            <a:avLst/>
            <a:gdLst/>
            <a:ahLst/>
            <a:cxnLst/>
            <a:rect l="l" t="t" r="r" b="b"/>
            <a:pathLst>
              <a:path w="6539" h="6609" extrusionOk="0">
                <a:moveTo>
                  <a:pt x="1448" y="0"/>
                </a:moveTo>
                <a:cubicBezTo>
                  <a:pt x="335" y="0"/>
                  <a:pt x="0" y="1763"/>
                  <a:pt x="1234" y="2072"/>
                </a:cubicBezTo>
                <a:cubicBezTo>
                  <a:pt x="2969" y="2472"/>
                  <a:pt x="4236" y="3940"/>
                  <a:pt x="4370" y="5708"/>
                </a:cubicBezTo>
                <a:cubicBezTo>
                  <a:pt x="4470" y="6208"/>
                  <a:pt x="4904" y="6608"/>
                  <a:pt x="5437" y="6608"/>
                </a:cubicBezTo>
                <a:lnTo>
                  <a:pt x="5537" y="6608"/>
                </a:lnTo>
                <a:cubicBezTo>
                  <a:pt x="6104" y="6542"/>
                  <a:pt x="6538" y="6041"/>
                  <a:pt x="6471" y="5474"/>
                </a:cubicBezTo>
                <a:cubicBezTo>
                  <a:pt x="6204" y="2839"/>
                  <a:pt x="4303" y="671"/>
                  <a:pt x="1735" y="37"/>
                </a:cubicBezTo>
                <a:cubicBezTo>
                  <a:pt x="1634" y="12"/>
                  <a:pt x="1538" y="0"/>
                  <a:pt x="144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1">
            <a:extLst>
              <a:ext uri="{FF2B5EF4-FFF2-40B4-BE49-F238E27FC236}">
                <a16:creationId xmlns:a16="http://schemas.microsoft.com/office/drawing/2014/main" id="{22654AB3-7A96-CE9B-1B3F-6FF0C4B416BD}"/>
              </a:ext>
            </a:extLst>
          </p:cNvPr>
          <p:cNvSpPr/>
          <p:nvPr/>
        </p:nvSpPr>
        <p:spPr>
          <a:xfrm>
            <a:off x="1493272" y="2724141"/>
            <a:ext cx="659946" cy="441554"/>
          </a:xfrm>
          <a:custGeom>
            <a:avLst/>
            <a:gdLst/>
            <a:ahLst/>
            <a:cxnLst/>
            <a:rect l="l" t="t" r="r" b="b"/>
            <a:pathLst>
              <a:path w="42765" h="28613" extrusionOk="0">
                <a:moveTo>
                  <a:pt x="21379" y="1"/>
                </a:moveTo>
                <a:cubicBezTo>
                  <a:pt x="15904" y="1"/>
                  <a:pt x="10425" y="1201"/>
                  <a:pt x="6239" y="3603"/>
                </a:cubicBezTo>
                <a:cubicBezTo>
                  <a:pt x="2069" y="6038"/>
                  <a:pt x="1" y="9174"/>
                  <a:pt x="1" y="12343"/>
                </a:cubicBezTo>
                <a:lnTo>
                  <a:pt x="1" y="16246"/>
                </a:lnTo>
                <a:cubicBezTo>
                  <a:pt x="1" y="19414"/>
                  <a:pt x="2069" y="22583"/>
                  <a:pt x="6239" y="24985"/>
                </a:cubicBezTo>
                <a:cubicBezTo>
                  <a:pt x="10408" y="27404"/>
                  <a:pt x="15887" y="28613"/>
                  <a:pt x="21366" y="28613"/>
                </a:cubicBezTo>
                <a:cubicBezTo>
                  <a:pt x="26845" y="28613"/>
                  <a:pt x="32324" y="27404"/>
                  <a:pt x="36494" y="24985"/>
                </a:cubicBezTo>
                <a:cubicBezTo>
                  <a:pt x="40663" y="22583"/>
                  <a:pt x="42765" y="19414"/>
                  <a:pt x="42765" y="16246"/>
                </a:cubicBezTo>
                <a:lnTo>
                  <a:pt x="42765" y="12343"/>
                </a:lnTo>
                <a:cubicBezTo>
                  <a:pt x="42765" y="9174"/>
                  <a:pt x="40663" y="6038"/>
                  <a:pt x="36494" y="3603"/>
                </a:cubicBezTo>
                <a:cubicBezTo>
                  <a:pt x="32324" y="1201"/>
                  <a:pt x="26853" y="1"/>
                  <a:pt x="21379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41">
            <a:extLst>
              <a:ext uri="{FF2B5EF4-FFF2-40B4-BE49-F238E27FC236}">
                <a16:creationId xmlns:a16="http://schemas.microsoft.com/office/drawing/2014/main" id="{446A58E0-0CAE-0D2E-AC96-7A02B5BB5AEE}"/>
              </a:ext>
            </a:extLst>
          </p:cNvPr>
          <p:cNvSpPr/>
          <p:nvPr/>
        </p:nvSpPr>
        <p:spPr>
          <a:xfrm>
            <a:off x="1493272" y="2733925"/>
            <a:ext cx="381462" cy="431693"/>
          </a:xfrm>
          <a:custGeom>
            <a:avLst/>
            <a:gdLst/>
            <a:ahLst/>
            <a:cxnLst/>
            <a:rect l="l" t="t" r="r" b="b"/>
            <a:pathLst>
              <a:path w="24719" h="27974" extrusionOk="0">
                <a:moveTo>
                  <a:pt x="14578" y="0"/>
                </a:moveTo>
                <a:cubicBezTo>
                  <a:pt x="11643" y="534"/>
                  <a:pt x="8841" y="1535"/>
                  <a:pt x="6239" y="2969"/>
                </a:cubicBezTo>
                <a:cubicBezTo>
                  <a:pt x="2069" y="5404"/>
                  <a:pt x="1" y="8540"/>
                  <a:pt x="1" y="11709"/>
                </a:cubicBezTo>
                <a:lnTo>
                  <a:pt x="1" y="15612"/>
                </a:lnTo>
                <a:cubicBezTo>
                  <a:pt x="1" y="18780"/>
                  <a:pt x="2069" y="21949"/>
                  <a:pt x="6239" y="24351"/>
                </a:cubicBezTo>
                <a:cubicBezTo>
                  <a:pt x="10419" y="26760"/>
                  <a:pt x="15886" y="27973"/>
                  <a:pt x="21362" y="27973"/>
                </a:cubicBezTo>
                <a:cubicBezTo>
                  <a:pt x="22484" y="27973"/>
                  <a:pt x="23607" y="27922"/>
                  <a:pt x="24719" y="27820"/>
                </a:cubicBezTo>
                <a:lnTo>
                  <a:pt x="24719" y="27820"/>
                </a:lnTo>
                <a:cubicBezTo>
                  <a:pt x="24614" y="27822"/>
                  <a:pt x="24508" y="27823"/>
                  <a:pt x="24402" y="27823"/>
                </a:cubicBezTo>
                <a:cubicBezTo>
                  <a:pt x="19311" y="27823"/>
                  <a:pt x="12912" y="25462"/>
                  <a:pt x="14578" y="19548"/>
                </a:cubicBezTo>
                <a:lnTo>
                  <a:pt x="14578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41">
            <a:extLst>
              <a:ext uri="{FF2B5EF4-FFF2-40B4-BE49-F238E27FC236}">
                <a16:creationId xmlns:a16="http://schemas.microsoft.com/office/drawing/2014/main" id="{BDB5F836-3BA5-0C63-A41F-EF9DC8873DAC}"/>
              </a:ext>
            </a:extLst>
          </p:cNvPr>
          <p:cNvSpPr/>
          <p:nvPr/>
        </p:nvSpPr>
        <p:spPr>
          <a:xfrm>
            <a:off x="1492763" y="2723755"/>
            <a:ext cx="659946" cy="381524"/>
          </a:xfrm>
          <a:custGeom>
            <a:avLst/>
            <a:gdLst/>
            <a:ahLst/>
            <a:cxnLst/>
            <a:rect l="l" t="t" r="r" b="b"/>
            <a:pathLst>
              <a:path w="42765" h="24723" extrusionOk="0">
                <a:moveTo>
                  <a:pt x="21387" y="1"/>
                </a:moveTo>
                <a:cubicBezTo>
                  <a:pt x="15912" y="1"/>
                  <a:pt x="10441" y="1210"/>
                  <a:pt x="6272" y="3628"/>
                </a:cubicBezTo>
                <a:cubicBezTo>
                  <a:pt x="2102" y="6030"/>
                  <a:pt x="1" y="9165"/>
                  <a:pt x="1" y="12334"/>
                </a:cubicBezTo>
                <a:cubicBezTo>
                  <a:pt x="1" y="15537"/>
                  <a:pt x="2102" y="18706"/>
                  <a:pt x="6272" y="21107"/>
                </a:cubicBezTo>
                <a:cubicBezTo>
                  <a:pt x="10449" y="23513"/>
                  <a:pt x="15939" y="24722"/>
                  <a:pt x="21428" y="24722"/>
                </a:cubicBezTo>
                <a:cubicBezTo>
                  <a:pt x="26897" y="24722"/>
                  <a:pt x="32364" y="23522"/>
                  <a:pt x="36527" y="21107"/>
                </a:cubicBezTo>
                <a:cubicBezTo>
                  <a:pt x="40696" y="18706"/>
                  <a:pt x="42764" y="15503"/>
                  <a:pt x="42764" y="12334"/>
                </a:cubicBezTo>
                <a:cubicBezTo>
                  <a:pt x="42764" y="9199"/>
                  <a:pt x="40696" y="6030"/>
                  <a:pt x="36527" y="3628"/>
                </a:cubicBezTo>
                <a:cubicBezTo>
                  <a:pt x="32340" y="1210"/>
                  <a:pt x="26861" y="1"/>
                  <a:pt x="213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41">
            <a:extLst>
              <a:ext uri="{FF2B5EF4-FFF2-40B4-BE49-F238E27FC236}">
                <a16:creationId xmlns:a16="http://schemas.microsoft.com/office/drawing/2014/main" id="{AE655097-40B3-A17A-DC35-FCA7EE365138}"/>
              </a:ext>
            </a:extLst>
          </p:cNvPr>
          <p:cNvSpPr/>
          <p:nvPr/>
        </p:nvSpPr>
        <p:spPr>
          <a:xfrm>
            <a:off x="2152185" y="2808569"/>
            <a:ext cx="150322" cy="195106"/>
          </a:xfrm>
          <a:custGeom>
            <a:avLst/>
            <a:gdLst/>
            <a:ahLst/>
            <a:cxnLst/>
            <a:rect l="l" t="t" r="r" b="b"/>
            <a:pathLst>
              <a:path w="9741" h="12643" extrusionOk="0">
                <a:moveTo>
                  <a:pt x="0" y="0"/>
                </a:moveTo>
                <a:lnTo>
                  <a:pt x="0" y="0"/>
                </a:lnTo>
                <a:cubicBezTo>
                  <a:pt x="67" y="234"/>
                  <a:pt x="300" y="1001"/>
                  <a:pt x="400" y="1468"/>
                </a:cubicBezTo>
                <a:cubicBezTo>
                  <a:pt x="2335" y="2168"/>
                  <a:pt x="4136" y="3102"/>
                  <a:pt x="5838" y="4270"/>
                </a:cubicBezTo>
                <a:cubicBezTo>
                  <a:pt x="7305" y="5271"/>
                  <a:pt x="8106" y="6405"/>
                  <a:pt x="8239" y="7639"/>
                </a:cubicBezTo>
                <a:cubicBezTo>
                  <a:pt x="8439" y="9307"/>
                  <a:pt x="7405" y="10808"/>
                  <a:pt x="6505" y="11809"/>
                </a:cubicBezTo>
                <a:lnTo>
                  <a:pt x="7439" y="12643"/>
                </a:lnTo>
                <a:cubicBezTo>
                  <a:pt x="8506" y="11475"/>
                  <a:pt x="9740" y="9607"/>
                  <a:pt x="9507" y="7506"/>
                </a:cubicBezTo>
                <a:cubicBezTo>
                  <a:pt x="9307" y="5904"/>
                  <a:pt x="8306" y="4470"/>
                  <a:pt x="6538" y="3236"/>
                </a:cubicBezTo>
                <a:cubicBezTo>
                  <a:pt x="4537" y="1835"/>
                  <a:pt x="2335" y="734"/>
                  <a:pt x="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41">
            <a:extLst>
              <a:ext uri="{FF2B5EF4-FFF2-40B4-BE49-F238E27FC236}">
                <a16:creationId xmlns:a16="http://schemas.microsoft.com/office/drawing/2014/main" id="{CF5CA8EC-9F4D-8AC7-9808-0C6F9E5EDBDF}"/>
              </a:ext>
            </a:extLst>
          </p:cNvPr>
          <p:cNvSpPr/>
          <p:nvPr/>
        </p:nvSpPr>
        <p:spPr>
          <a:xfrm>
            <a:off x="2191814" y="2972055"/>
            <a:ext cx="103487" cy="91450"/>
          </a:xfrm>
          <a:custGeom>
            <a:avLst/>
            <a:gdLst/>
            <a:ahLst/>
            <a:cxnLst/>
            <a:rect l="l" t="t" r="r" b="b"/>
            <a:pathLst>
              <a:path w="6706" h="5926" extrusionOk="0">
                <a:moveTo>
                  <a:pt x="4181" y="1"/>
                </a:moveTo>
                <a:cubicBezTo>
                  <a:pt x="3444" y="1"/>
                  <a:pt x="2725" y="676"/>
                  <a:pt x="1635" y="2015"/>
                </a:cubicBezTo>
                <a:cubicBezTo>
                  <a:pt x="1" y="3983"/>
                  <a:pt x="468" y="4784"/>
                  <a:pt x="1468" y="5551"/>
                </a:cubicBezTo>
                <a:cubicBezTo>
                  <a:pt x="1782" y="5802"/>
                  <a:pt x="2107" y="5926"/>
                  <a:pt x="2443" y="5926"/>
                </a:cubicBezTo>
                <a:cubicBezTo>
                  <a:pt x="3177" y="5926"/>
                  <a:pt x="3968" y="5338"/>
                  <a:pt x="4837" y="4217"/>
                </a:cubicBezTo>
                <a:cubicBezTo>
                  <a:pt x="6238" y="2382"/>
                  <a:pt x="6705" y="1582"/>
                  <a:pt x="5271" y="447"/>
                </a:cubicBezTo>
                <a:cubicBezTo>
                  <a:pt x="4877" y="149"/>
                  <a:pt x="4527" y="1"/>
                  <a:pt x="4181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41">
            <a:extLst>
              <a:ext uri="{FF2B5EF4-FFF2-40B4-BE49-F238E27FC236}">
                <a16:creationId xmlns:a16="http://schemas.microsoft.com/office/drawing/2014/main" id="{63B75129-8DC3-A4A5-F1C1-44E56ADB8373}"/>
              </a:ext>
            </a:extLst>
          </p:cNvPr>
          <p:cNvSpPr/>
          <p:nvPr/>
        </p:nvSpPr>
        <p:spPr>
          <a:xfrm>
            <a:off x="2209314" y="2983505"/>
            <a:ext cx="44799" cy="68039"/>
          </a:xfrm>
          <a:custGeom>
            <a:avLst/>
            <a:gdLst/>
            <a:ahLst/>
            <a:cxnLst/>
            <a:rect l="l" t="t" r="r" b="b"/>
            <a:pathLst>
              <a:path w="2903" h="4409" extrusionOk="0">
                <a:moveTo>
                  <a:pt x="2668" y="0"/>
                </a:moveTo>
                <a:cubicBezTo>
                  <a:pt x="2533" y="0"/>
                  <a:pt x="2370" y="65"/>
                  <a:pt x="2269" y="106"/>
                </a:cubicBezTo>
                <a:cubicBezTo>
                  <a:pt x="2202" y="172"/>
                  <a:pt x="2136" y="239"/>
                  <a:pt x="2102" y="306"/>
                </a:cubicBezTo>
                <a:cubicBezTo>
                  <a:pt x="1969" y="406"/>
                  <a:pt x="1869" y="506"/>
                  <a:pt x="1769" y="639"/>
                </a:cubicBezTo>
                <a:lnTo>
                  <a:pt x="1335" y="1073"/>
                </a:lnTo>
                <a:cubicBezTo>
                  <a:pt x="901" y="1473"/>
                  <a:pt x="534" y="1907"/>
                  <a:pt x="268" y="2441"/>
                </a:cubicBezTo>
                <a:cubicBezTo>
                  <a:pt x="67" y="2774"/>
                  <a:pt x="1" y="3175"/>
                  <a:pt x="134" y="3542"/>
                </a:cubicBezTo>
                <a:cubicBezTo>
                  <a:pt x="201" y="3708"/>
                  <a:pt x="334" y="3842"/>
                  <a:pt x="468" y="3975"/>
                </a:cubicBezTo>
                <a:cubicBezTo>
                  <a:pt x="735" y="4209"/>
                  <a:pt x="1068" y="4375"/>
                  <a:pt x="1435" y="4409"/>
                </a:cubicBezTo>
                <a:cubicBezTo>
                  <a:pt x="1502" y="4409"/>
                  <a:pt x="1568" y="4409"/>
                  <a:pt x="1635" y="4375"/>
                </a:cubicBezTo>
                <a:cubicBezTo>
                  <a:pt x="1702" y="4309"/>
                  <a:pt x="1735" y="4209"/>
                  <a:pt x="1735" y="4142"/>
                </a:cubicBezTo>
                <a:cubicBezTo>
                  <a:pt x="1769" y="3742"/>
                  <a:pt x="1669" y="3341"/>
                  <a:pt x="1735" y="2974"/>
                </a:cubicBezTo>
                <a:cubicBezTo>
                  <a:pt x="1835" y="1974"/>
                  <a:pt x="2869" y="1273"/>
                  <a:pt x="2903" y="272"/>
                </a:cubicBezTo>
                <a:cubicBezTo>
                  <a:pt x="2903" y="206"/>
                  <a:pt x="2869" y="172"/>
                  <a:pt x="2869" y="106"/>
                </a:cubicBezTo>
                <a:cubicBezTo>
                  <a:pt x="2830" y="27"/>
                  <a:pt x="2755" y="0"/>
                  <a:pt x="2668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1">
            <a:extLst>
              <a:ext uri="{FF2B5EF4-FFF2-40B4-BE49-F238E27FC236}">
                <a16:creationId xmlns:a16="http://schemas.microsoft.com/office/drawing/2014/main" id="{773E9446-BC1E-9376-A1D0-A14307197D87}"/>
              </a:ext>
            </a:extLst>
          </p:cNvPr>
          <p:cNvSpPr/>
          <p:nvPr/>
        </p:nvSpPr>
        <p:spPr>
          <a:xfrm>
            <a:off x="1450557" y="2524930"/>
            <a:ext cx="744884" cy="588126"/>
          </a:xfrm>
          <a:custGeom>
            <a:avLst/>
            <a:gdLst/>
            <a:ahLst/>
            <a:cxnLst/>
            <a:rect l="l" t="t" r="r" b="b"/>
            <a:pathLst>
              <a:path w="48269" h="38111" extrusionOk="0">
                <a:moveTo>
                  <a:pt x="24117" y="0"/>
                </a:moveTo>
                <a:cubicBezTo>
                  <a:pt x="10775" y="0"/>
                  <a:pt x="0" y="10908"/>
                  <a:pt x="167" y="24284"/>
                </a:cubicBezTo>
                <a:cubicBezTo>
                  <a:pt x="167" y="27820"/>
                  <a:pt x="2502" y="31356"/>
                  <a:pt x="7205" y="34058"/>
                </a:cubicBezTo>
                <a:cubicBezTo>
                  <a:pt x="11875" y="36760"/>
                  <a:pt x="18005" y="38111"/>
                  <a:pt x="24134" y="38111"/>
                </a:cubicBezTo>
                <a:cubicBezTo>
                  <a:pt x="30264" y="38111"/>
                  <a:pt x="36393" y="36760"/>
                  <a:pt x="41063" y="34058"/>
                </a:cubicBezTo>
                <a:cubicBezTo>
                  <a:pt x="45733" y="31356"/>
                  <a:pt x="48068" y="27820"/>
                  <a:pt x="48068" y="24284"/>
                </a:cubicBezTo>
                <a:cubicBezTo>
                  <a:pt x="48268" y="10908"/>
                  <a:pt x="37494" y="0"/>
                  <a:pt x="24117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1">
            <a:extLst>
              <a:ext uri="{FF2B5EF4-FFF2-40B4-BE49-F238E27FC236}">
                <a16:creationId xmlns:a16="http://schemas.microsoft.com/office/drawing/2014/main" id="{58BD10FE-FFE7-DBD2-70E4-1E3CE4DAAE62}"/>
              </a:ext>
            </a:extLst>
          </p:cNvPr>
          <p:cNvSpPr/>
          <p:nvPr/>
        </p:nvSpPr>
        <p:spPr>
          <a:xfrm>
            <a:off x="1450557" y="2524930"/>
            <a:ext cx="744884" cy="588126"/>
          </a:xfrm>
          <a:custGeom>
            <a:avLst/>
            <a:gdLst/>
            <a:ahLst/>
            <a:cxnLst/>
            <a:rect l="l" t="t" r="r" b="b"/>
            <a:pathLst>
              <a:path w="48269" h="38111" extrusionOk="0">
                <a:moveTo>
                  <a:pt x="24117" y="0"/>
                </a:moveTo>
                <a:cubicBezTo>
                  <a:pt x="10775" y="0"/>
                  <a:pt x="0" y="10908"/>
                  <a:pt x="167" y="24284"/>
                </a:cubicBezTo>
                <a:cubicBezTo>
                  <a:pt x="167" y="27820"/>
                  <a:pt x="2502" y="31356"/>
                  <a:pt x="7205" y="34058"/>
                </a:cubicBezTo>
                <a:cubicBezTo>
                  <a:pt x="11875" y="36760"/>
                  <a:pt x="18005" y="38111"/>
                  <a:pt x="24134" y="38111"/>
                </a:cubicBezTo>
                <a:cubicBezTo>
                  <a:pt x="30264" y="38111"/>
                  <a:pt x="36393" y="36760"/>
                  <a:pt x="41063" y="34058"/>
                </a:cubicBezTo>
                <a:cubicBezTo>
                  <a:pt x="45733" y="31356"/>
                  <a:pt x="48068" y="27820"/>
                  <a:pt x="48068" y="24284"/>
                </a:cubicBezTo>
                <a:cubicBezTo>
                  <a:pt x="48268" y="10908"/>
                  <a:pt x="37494" y="0"/>
                  <a:pt x="24117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41">
            <a:extLst>
              <a:ext uri="{FF2B5EF4-FFF2-40B4-BE49-F238E27FC236}">
                <a16:creationId xmlns:a16="http://schemas.microsoft.com/office/drawing/2014/main" id="{D8C62A80-1E91-8868-7E26-307B26960EF3}"/>
              </a:ext>
            </a:extLst>
          </p:cNvPr>
          <p:cNvSpPr/>
          <p:nvPr/>
        </p:nvSpPr>
        <p:spPr>
          <a:xfrm>
            <a:off x="1453134" y="2532646"/>
            <a:ext cx="690826" cy="580410"/>
          </a:xfrm>
          <a:custGeom>
            <a:avLst/>
            <a:gdLst/>
            <a:ahLst/>
            <a:cxnLst/>
            <a:rect l="l" t="t" r="r" b="b"/>
            <a:pathLst>
              <a:path w="44766" h="37611" extrusionOk="0">
                <a:moveTo>
                  <a:pt x="21115" y="1"/>
                </a:moveTo>
                <a:cubicBezTo>
                  <a:pt x="9073" y="1435"/>
                  <a:pt x="0" y="11642"/>
                  <a:pt x="0" y="23784"/>
                </a:cubicBezTo>
                <a:cubicBezTo>
                  <a:pt x="0" y="27320"/>
                  <a:pt x="2335" y="30856"/>
                  <a:pt x="7038" y="33558"/>
                </a:cubicBezTo>
                <a:cubicBezTo>
                  <a:pt x="11708" y="36260"/>
                  <a:pt x="17838" y="37611"/>
                  <a:pt x="23967" y="37611"/>
                </a:cubicBezTo>
                <a:cubicBezTo>
                  <a:pt x="30097" y="37611"/>
                  <a:pt x="36226" y="36260"/>
                  <a:pt x="40896" y="33558"/>
                </a:cubicBezTo>
                <a:cubicBezTo>
                  <a:pt x="41930" y="32958"/>
                  <a:pt x="42864" y="32290"/>
                  <a:pt x="43765" y="31557"/>
                </a:cubicBezTo>
                <a:lnTo>
                  <a:pt x="44732" y="30656"/>
                </a:lnTo>
                <a:lnTo>
                  <a:pt x="44765" y="30623"/>
                </a:lnTo>
                <a:lnTo>
                  <a:pt x="44765" y="30623"/>
                </a:lnTo>
                <a:cubicBezTo>
                  <a:pt x="38950" y="34208"/>
                  <a:pt x="32261" y="35943"/>
                  <a:pt x="26743" y="35943"/>
                </a:cubicBezTo>
                <a:cubicBezTo>
                  <a:pt x="20456" y="35943"/>
                  <a:pt x="15691" y="33690"/>
                  <a:pt x="15478" y="29355"/>
                </a:cubicBezTo>
                <a:cubicBezTo>
                  <a:pt x="15244" y="23784"/>
                  <a:pt x="12376" y="19148"/>
                  <a:pt x="8640" y="16980"/>
                </a:cubicBezTo>
                <a:cubicBezTo>
                  <a:pt x="9006" y="8240"/>
                  <a:pt x="14811" y="1302"/>
                  <a:pt x="21115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1">
            <a:extLst>
              <a:ext uri="{FF2B5EF4-FFF2-40B4-BE49-F238E27FC236}">
                <a16:creationId xmlns:a16="http://schemas.microsoft.com/office/drawing/2014/main" id="{36FADE1C-8362-4189-5F96-77EBD206D5BA}"/>
              </a:ext>
            </a:extLst>
          </p:cNvPr>
          <p:cNvSpPr/>
          <p:nvPr/>
        </p:nvSpPr>
        <p:spPr>
          <a:xfrm>
            <a:off x="1700724" y="2637151"/>
            <a:ext cx="480813" cy="379008"/>
          </a:xfrm>
          <a:custGeom>
            <a:avLst/>
            <a:gdLst/>
            <a:ahLst/>
            <a:cxnLst/>
            <a:rect l="l" t="t" r="r" b="b"/>
            <a:pathLst>
              <a:path w="31157" h="24560" extrusionOk="0">
                <a:moveTo>
                  <a:pt x="24785" y="0"/>
                </a:moveTo>
                <a:cubicBezTo>
                  <a:pt x="24785" y="2502"/>
                  <a:pt x="23151" y="5004"/>
                  <a:pt x="19848" y="6905"/>
                </a:cubicBezTo>
                <a:cubicBezTo>
                  <a:pt x="16560" y="8804"/>
                  <a:pt x="12237" y="9764"/>
                  <a:pt x="7901" y="9764"/>
                </a:cubicBezTo>
                <a:cubicBezTo>
                  <a:pt x="7134" y="9764"/>
                  <a:pt x="6367" y="9734"/>
                  <a:pt x="5605" y="9674"/>
                </a:cubicBezTo>
                <a:cubicBezTo>
                  <a:pt x="5475" y="9663"/>
                  <a:pt x="5345" y="9657"/>
                  <a:pt x="5217" y="9657"/>
                </a:cubicBezTo>
                <a:cubicBezTo>
                  <a:pt x="3078" y="9657"/>
                  <a:pt x="1248" y="11203"/>
                  <a:pt x="901" y="13343"/>
                </a:cubicBezTo>
                <a:cubicBezTo>
                  <a:pt x="535" y="15611"/>
                  <a:pt x="301" y="17780"/>
                  <a:pt x="201" y="19748"/>
                </a:cubicBezTo>
                <a:cubicBezTo>
                  <a:pt x="1" y="22083"/>
                  <a:pt x="1735" y="24117"/>
                  <a:pt x="4070" y="24384"/>
                </a:cubicBezTo>
                <a:cubicBezTo>
                  <a:pt x="5319" y="24501"/>
                  <a:pt x="6582" y="24560"/>
                  <a:pt x="7845" y="24560"/>
                </a:cubicBezTo>
                <a:cubicBezTo>
                  <a:pt x="13806" y="24560"/>
                  <a:pt x="19783" y="23257"/>
                  <a:pt x="24352" y="20615"/>
                </a:cubicBezTo>
                <a:cubicBezTo>
                  <a:pt x="28888" y="18013"/>
                  <a:pt x="31156" y="14577"/>
                  <a:pt x="31156" y="11142"/>
                </a:cubicBezTo>
                <a:cubicBezTo>
                  <a:pt x="30089" y="6939"/>
                  <a:pt x="27887" y="3069"/>
                  <a:pt x="24785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1">
            <a:extLst>
              <a:ext uri="{FF2B5EF4-FFF2-40B4-BE49-F238E27FC236}">
                <a16:creationId xmlns:a16="http://schemas.microsoft.com/office/drawing/2014/main" id="{1BA7F6E9-AF4D-3161-C82C-E3E387BAB152}"/>
              </a:ext>
            </a:extLst>
          </p:cNvPr>
          <p:cNvSpPr/>
          <p:nvPr/>
        </p:nvSpPr>
        <p:spPr>
          <a:xfrm>
            <a:off x="1838685" y="2845729"/>
            <a:ext cx="142282" cy="78024"/>
          </a:xfrm>
          <a:custGeom>
            <a:avLst/>
            <a:gdLst/>
            <a:ahLst/>
            <a:cxnLst/>
            <a:rect l="l" t="t" r="r" b="b"/>
            <a:pathLst>
              <a:path w="9220" h="5056" extrusionOk="0">
                <a:moveTo>
                  <a:pt x="4768" y="1"/>
                </a:moveTo>
                <a:cubicBezTo>
                  <a:pt x="2655" y="1"/>
                  <a:pt x="574" y="1385"/>
                  <a:pt x="101" y="3830"/>
                </a:cubicBezTo>
                <a:cubicBezTo>
                  <a:pt x="1" y="4397"/>
                  <a:pt x="367" y="4931"/>
                  <a:pt x="935" y="5031"/>
                </a:cubicBezTo>
                <a:cubicBezTo>
                  <a:pt x="968" y="5048"/>
                  <a:pt x="1001" y="5056"/>
                  <a:pt x="1035" y="5056"/>
                </a:cubicBezTo>
                <a:cubicBezTo>
                  <a:pt x="1068" y="5056"/>
                  <a:pt x="1101" y="5048"/>
                  <a:pt x="1135" y="5031"/>
                </a:cubicBezTo>
                <a:cubicBezTo>
                  <a:pt x="1635" y="5031"/>
                  <a:pt x="2069" y="4697"/>
                  <a:pt x="2169" y="4230"/>
                </a:cubicBezTo>
                <a:cubicBezTo>
                  <a:pt x="2424" y="2854"/>
                  <a:pt x="3584" y="2080"/>
                  <a:pt x="4760" y="2080"/>
                </a:cubicBezTo>
                <a:cubicBezTo>
                  <a:pt x="5579" y="2080"/>
                  <a:pt x="6405" y="2455"/>
                  <a:pt x="6939" y="3263"/>
                </a:cubicBezTo>
                <a:cubicBezTo>
                  <a:pt x="7170" y="3590"/>
                  <a:pt x="7476" y="3726"/>
                  <a:pt x="7776" y="3726"/>
                </a:cubicBezTo>
                <a:cubicBezTo>
                  <a:pt x="8516" y="3726"/>
                  <a:pt x="9219" y="2902"/>
                  <a:pt x="8673" y="2095"/>
                </a:cubicBezTo>
                <a:cubicBezTo>
                  <a:pt x="7705" y="663"/>
                  <a:pt x="6229" y="1"/>
                  <a:pt x="4768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1">
            <a:extLst>
              <a:ext uri="{FF2B5EF4-FFF2-40B4-BE49-F238E27FC236}">
                <a16:creationId xmlns:a16="http://schemas.microsoft.com/office/drawing/2014/main" id="{CF421DD2-4861-807B-77F6-8F00AEB72C53}"/>
              </a:ext>
            </a:extLst>
          </p:cNvPr>
          <p:cNvSpPr/>
          <p:nvPr/>
        </p:nvSpPr>
        <p:spPr>
          <a:xfrm>
            <a:off x="1838685" y="2845729"/>
            <a:ext cx="142282" cy="78024"/>
          </a:xfrm>
          <a:custGeom>
            <a:avLst/>
            <a:gdLst/>
            <a:ahLst/>
            <a:cxnLst/>
            <a:rect l="l" t="t" r="r" b="b"/>
            <a:pathLst>
              <a:path w="9220" h="5056" extrusionOk="0">
                <a:moveTo>
                  <a:pt x="4768" y="1"/>
                </a:moveTo>
                <a:cubicBezTo>
                  <a:pt x="2655" y="1"/>
                  <a:pt x="574" y="1385"/>
                  <a:pt x="101" y="3830"/>
                </a:cubicBezTo>
                <a:cubicBezTo>
                  <a:pt x="1" y="4397"/>
                  <a:pt x="367" y="4931"/>
                  <a:pt x="935" y="5031"/>
                </a:cubicBezTo>
                <a:cubicBezTo>
                  <a:pt x="968" y="5048"/>
                  <a:pt x="1001" y="5056"/>
                  <a:pt x="1035" y="5056"/>
                </a:cubicBezTo>
                <a:cubicBezTo>
                  <a:pt x="1068" y="5056"/>
                  <a:pt x="1101" y="5048"/>
                  <a:pt x="1135" y="5031"/>
                </a:cubicBezTo>
                <a:cubicBezTo>
                  <a:pt x="1635" y="5031"/>
                  <a:pt x="2069" y="4697"/>
                  <a:pt x="2169" y="4230"/>
                </a:cubicBezTo>
                <a:cubicBezTo>
                  <a:pt x="2424" y="2854"/>
                  <a:pt x="3584" y="2080"/>
                  <a:pt x="4760" y="2080"/>
                </a:cubicBezTo>
                <a:cubicBezTo>
                  <a:pt x="5579" y="2080"/>
                  <a:pt x="6405" y="2455"/>
                  <a:pt x="6939" y="3263"/>
                </a:cubicBezTo>
                <a:cubicBezTo>
                  <a:pt x="7170" y="3590"/>
                  <a:pt x="7476" y="3726"/>
                  <a:pt x="7776" y="3726"/>
                </a:cubicBezTo>
                <a:cubicBezTo>
                  <a:pt x="8516" y="3726"/>
                  <a:pt x="9219" y="2902"/>
                  <a:pt x="8673" y="2095"/>
                </a:cubicBezTo>
                <a:cubicBezTo>
                  <a:pt x="7705" y="663"/>
                  <a:pt x="6229" y="1"/>
                  <a:pt x="47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41">
            <a:extLst>
              <a:ext uri="{FF2B5EF4-FFF2-40B4-BE49-F238E27FC236}">
                <a16:creationId xmlns:a16="http://schemas.microsoft.com/office/drawing/2014/main" id="{CB0229BB-BF69-C8A9-BE1C-5D34653BFB80}"/>
              </a:ext>
            </a:extLst>
          </p:cNvPr>
          <p:cNvSpPr/>
          <p:nvPr/>
        </p:nvSpPr>
        <p:spPr>
          <a:xfrm>
            <a:off x="2107386" y="2731857"/>
            <a:ext cx="58194" cy="77623"/>
          </a:xfrm>
          <a:custGeom>
            <a:avLst/>
            <a:gdLst/>
            <a:ahLst/>
            <a:cxnLst/>
            <a:rect l="l" t="t" r="r" b="b"/>
            <a:pathLst>
              <a:path w="3771" h="5030" extrusionOk="0">
                <a:moveTo>
                  <a:pt x="2903" y="1"/>
                </a:moveTo>
                <a:cubicBezTo>
                  <a:pt x="1335" y="668"/>
                  <a:pt x="234" y="2169"/>
                  <a:pt x="68" y="3870"/>
                </a:cubicBezTo>
                <a:cubicBezTo>
                  <a:pt x="1" y="4437"/>
                  <a:pt x="435" y="4971"/>
                  <a:pt x="1002" y="5005"/>
                </a:cubicBezTo>
                <a:cubicBezTo>
                  <a:pt x="1035" y="5021"/>
                  <a:pt x="1068" y="5030"/>
                  <a:pt x="1102" y="5030"/>
                </a:cubicBezTo>
                <a:cubicBezTo>
                  <a:pt x="1135" y="5030"/>
                  <a:pt x="1168" y="5021"/>
                  <a:pt x="1202" y="5005"/>
                </a:cubicBezTo>
                <a:cubicBezTo>
                  <a:pt x="1702" y="4971"/>
                  <a:pt x="2069" y="4571"/>
                  <a:pt x="2136" y="4071"/>
                </a:cubicBezTo>
                <a:cubicBezTo>
                  <a:pt x="2236" y="3103"/>
                  <a:pt x="2870" y="2269"/>
                  <a:pt x="3770" y="1902"/>
                </a:cubicBezTo>
                <a:cubicBezTo>
                  <a:pt x="3503" y="1269"/>
                  <a:pt x="3237" y="635"/>
                  <a:pt x="290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1">
            <a:extLst>
              <a:ext uri="{FF2B5EF4-FFF2-40B4-BE49-F238E27FC236}">
                <a16:creationId xmlns:a16="http://schemas.microsoft.com/office/drawing/2014/main" id="{6E316667-4D37-4BEA-6979-7E368D30979B}"/>
              </a:ext>
            </a:extLst>
          </p:cNvPr>
          <p:cNvSpPr/>
          <p:nvPr/>
        </p:nvSpPr>
        <p:spPr>
          <a:xfrm>
            <a:off x="2107386" y="2731857"/>
            <a:ext cx="58194" cy="77623"/>
          </a:xfrm>
          <a:custGeom>
            <a:avLst/>
            <a:gdLst/>
            <a:ahLst/>
            <a:cxnLst/>
            <a:rect l="l" t="t" r="r" b="b"/>
            <a:pathLst>
              <a:path w="3771" h="5030" extrusionOk="0">
                <a:moveTo>
                  <a:pt x="2903" y="1"/>
                </a:moveTo>
                <a:cubicBezTo>
                  <a:pt x="1335" y="668"/>
                  <a:pt x="234" y="2169"/>
                  <a:pt x="68" y="3870"/>
                </a:cubicBezTo>
                <a:cubicBezTo>
                  <a:pt x="1" y="4437"/>
                  <a:pt x="435" y="4971"/>
                  <a:pt x="1002" y="5005"/>
                </a:cubicBezTo>
                <a:cubicBezTo>
                  <a:pt x="1035" y="5021"/>
                  <a:pt x="1068" y="5030"/>
                  <a:pt x="1102" y="5030"/>
                </a:cubicBezTo>
                <a:cubicBezTo>
                  <a:pt x="1135" y="5030"/>
                  <a:pt x="1168" y="5021"/>
                  <a:pt x="1202" y="5005"/>
                </a:cubicBezTo>
                <a:cubicBezTo>
                  <a:pt x="1702" y="4971"/>
                  <a:pt x="2069" y="4571"/>
                  <a:pt x="2136" y="4071"/>
                </a:cubicBezTo>
                <a:cubicBezTo>
                  <a:pt x="2236" y="3103"/>
                  <a:pt x="2870" y="2269"/>
                  <a:pt x="3770" y="1902"/>
                </a:cubicBezTo>
                <a:cubicBezTo>
                  <a:pt x="3503" y="1269"/>
                  <a:pt x="3237" y="635"/>
                  <a:pt x="29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41">
            <a:extLst>
              <a:ext uri="{FF2B5EF4-FFF2-40B4-BE49-F238E27FC236}">
                <a16:creationId xmlns:a16="http://schemas.microsoft.com/office/drawing/2014/main" id="{6C25E71F-F848-DEA7-D1CF-7055CDA34B2D}"/>
              </a:ext>
            </a:extLst>
          </p:cNvPr>
          <p:cNvSpPr/>
          <p:nvPr/>
        </p:nvSpPr>
        <p:spPr>
          <a:xfrm>
            <a:off x="2009069" y="2717968"/>
            <a:ext cx="116357" cy="232173"/>
          </a:xfrm>
          <a:custGeom>
            <a:avLst/>
            <a:gdLst/>
            <a:ahLst/>
            <a:cxnLst/>
            <a:rect l="l" t="t" r="r" b="b"/>
            <a:pathLst>
              <a:path w="7540" h="15045" extrusionOk="0">
                <a:moveTo>
                  <a:pt x="2169" y="0"/>
                </a:moveTo>
                <a:cubicBezTo>
                  <a:pt x="1502" y="601"/>
                  <a:pt x="768" y="1134"/>
                  <a:pt x="1" y="1568"/>
                </a:cubicBezTo>
                <a:cubicBezTo>
                  <a:pt x="2269" y="5804"/>
                  <a:pt x="3937" y="10341"/>
                  <a:pt x="4904" y="15044"/>
                </a:cubicBezTo>
                <a:cubicBezTo>
                  <a:pt x="5838" y="14477"/>
                  <a:pt x="6706" y="13844"/>
                  <a:pt x="7539" y="13110"/>
                </a:cubicBezTo>
                <a:cubicBezTo>
                  <a:pt x="6572" y="9440"/>
                  <a:pt x="4904" y="4504"/>
                  <a:pt x="2169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1">
            <a:extLst>
              <a:ext uri="{FF2B5EF4-FFF2-40B4-BE49-F238E27FC236}">
                <a16:creationId xmlns:a16="http://schemas.microsoft.com/office/drawing/2014/main" id="{EB1DAC77-1FA1-293C-927B-4312E8A0737B}"/>
              </a:ext>
            </a:extLst>
          </p:cNvPr>
          <p:cNvSpPr/>
          <p:nvPr/>
        </p:nvSpPr>
        <p:spPr>
          <a:xfrm>
            <a:off x="1906632" y="2757597"/>
            <a:ext cx="131279" cy="248655"/>
          </a:xfrm>
          <a:custGeom>
            <a:avLst/>
            <a:gdLst/>
            <a:ahLst/>
            <a:cxnLst/>
            <a:rect l="l" t="t" r="r" b="b"/>
            <a:pathLst>
              <a:path w="8507" h="16113" extrusionOk="0">
                <a:moveTo>
                  <a:pt x="4737" y="1"/>
                </a:moveTo>
                <a:cubicBezTo>
                  <a:pt x="3203" y="635"/>
                  <a:pt x="1602" y="1135"/>
                  <a:pt x="1" y="1435"/>
                </a:cubicBezTo>
                <a:cubicBezTo>
                  <a:pt x="901" y="6272"/>
                  <a:pt x="1435" y="11175"/>
                  <a:pt x="1669" y="16112"/>
                </a:cubicBezTo>
                <a:cubicBezTo>
                  <a:pt x="4004" y="15679"/>
                  <a:pt x="6305" y="15012"/>
                  <a:pt x="8507" y="14044"/>
                </a:cubicBezTo>
                <a:cubicBezTo>
                  <a:pt x="7639" y="9274"/>
                  <a:pt x="6372" y="4571"/>
                  <a:pt x="4737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41">
            <a:extLst>
              <a:ext uri="{FF2B5EF4-FFF2-40B4-BE49-F238E27FC236}">
                <a16:creationId xmlns:a16="http://schemas.microsoft.com/office/drawing/2014/main" id="{F10C569D-37B5-B4A5-C9A0-0B0433F5158F}"/>
              </a:ext>
            </a:extLst>
          </p:cNvPr>
          <p:cNvSpPr/>
          <p:nvPr/>
        </p:nvSpPr>
        <p:spPr>
          <a:xfrm>
            <a:off x="1294586" y="2721055"/>
            <a:ext cx="85462" cy="63842"/>
          </a:xfrm>
          <a:custGeom>
            <a:avLst/>
            <a:gdLst/>
            <a:ahLst/>
            <a:cxnLst/>
            <a:rect l="l" t="t" r="r" b="b"/>
            <a:pathLst>
              <a:path w="5538" h="4137" extrusionOk="0">
                <a:moveTo>
                  <a:pt x="2781" y="0"/>
                </a:moveTo>
                <a:cubicBezTo>
                  <a:pt x="2252" y="0"/>
                  <a:pt x="1718" y="201"/>
                  <a:pt x="1301" y="601"/>
                </a:cubicBezTo>
                <a:cubicBezTo>
                  <a:pt x="0" y="1902"/>
                  <a:pt x="934" y="4137"/>
                  <a:pt x="2769" y="4137"/>
                </a:cubicBezTo>
                <a:cubicBezTo>
                  <a:pt x="4603" y="4137"/>
                  <a:pt x="5537" y="1902"/>
                  <a:pt x="4236" y="601"/>
                </a:cubicBezTo>
                <a:cubicBezTo>
                  <a:pt x="3836" y="201"/>
                  <a:pt x="3311" y="0"/>
                  <a:pt x="278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41">
            <a:extLst>
              <a:ext uri="{FF2B5EF4-FFF2-40B4-BE49-F238E27FC236}">
                <a16:creationId xmlns:a16="http://schemas.microsoft.com/office/drawing/2014/main" id="{25C8413F-771C-B95E-B33F-971C55AE677F}"/>
              </a:ext>
            </a:extLst>
          </p:cNvPr>
          <p:cNvSpPr/>
          <p:nvPr/>
        </p:nvSpPr>
        <p:spPr>
          <a:xfrm>
            <a:off x="1298521" y="2727227"/>
            <a:ext cx="79459" cy="57700"/>
          </a:xfrm>
          <a:custGeom>
            <a:avLst/>
            <a:gdLst/>
            <a:ahLst/>
            <a:cxnLst/>
            <a:rect l="l" t="t" r="r" b="b"/>
            <a:pathLst>
              <a:path w="5149" h="3739" extrusionOk="0">
                <a:moveTo>
                  <a:pt x="3715" y="1"/>
                </a:moveTo>
                <a:cubicBezTo>
                  <a:pt x="3915" y="601"/>
                  <a:pt x="3381" y="1302"/>
                  <a:pt x="2547" y="1569"/>
                </a:cubicBezTo>
                <a:cubicBezTo>
                  <a:pt x="2328" y="1639"/>
                  <a:pt x="2108" y="1672"/>
                  <a:pt x="1901" y="1672"/>
                </a:cubicBezTo>
                <a:cubicBezTo>
                  <a:pt x="1318" y="1672"/>
                  <a:pt x="827" y="1411"/>
                  <a:pt x="679" y="968"/>
                </a:cubicBezTo>
                <a:cubicBezTo>
                  <a:pt x="646" y="901"/>
                  <a:pt x="646" y="868"/>
                  <a:pt x="646" y="801"/>
                </a:cubicBezTo>
                <a:lnTo>
                  <a:pt x="646" y="801"/>
                </a:lnTo>
                <a:cubicBezTo>
                  <a:pt x="1" y="2214"/>
                  <a:pt x="1052" y="3739"/>
                  <a:pt x="2497" y="3739"/>
                </a:cubicBezTo>
                <a:cubicBezTo>
                  <a:pt x="2622" y="3739"/>
                  <a:pt x="2750" y="3727"/>
                  <a:pt x="2881" y="3703"/>
                </a:cubicBezTo>
                <a:cubicBezTo>
                  <a:pt x="4515" y="3403"/>
                  <a:pt x="5149" y="1368"/>
                  <a:pt x="3981" y="201"/>
                </a:cubicBezTo>
                <a:cubicBezTo>
                  <a:pt x="3915" y="134"/>
                  <a:pt x="3815" y="67"/>
                  <a:pt x="3715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41">
            <a:extLst>
              <a:ext uri="{FF2B5EF4-FFF2-40B4-BE49-F238E27FC236}">
                <a16:creationId xmlns:a16="http://schemas.microsoft.com/office/drawing/2014/main" id="{DF49A226-7940-ACB4-6D2B-4F1A0CE81E2F}"/>
              </a:ext>
            </a:extLst>
          </p:cNvPr>
          <p:cNvSpPr/>
          <p:nvPr/>
        </p:nvSpPr>
        <p:spPr>
          <a:xfrm>
            <a:off x="1343475" y="2759125"/>
            <a:ext cx="152390" cy="152406"/>
          </a:xfrm>
          <a:custGeom>
            <a:avLst/>
            <a:gdLst/>
            <a:ahLst/>
            <a:cxnLst/>
            <a:rect l="l" t="t" r="r" b="b"/>
            <a:pathLst>
              <a:path w="9875" h="9876" extrusionOk="0">
                <a:moveTo>
                  <a:pt x="908" y="1"/>
                </a:moveTo>
                <a:cubicBezTo>
                  <a:pt x="863" y="1"/>
                  <a:pt x="815" y="12"/>
                  <a:pt x="768" y="35"/>
                </a:cubicBezTo>
                <a:cubicBezTo>
                  <a:pt x="435" y="135"/>
                  <a:pt x="168" y="402"/>
                  <a:pt x="34" y="769"/>
                </a:cubicBezTo>
                <a:cubicBezTo>
                  <a:pt x="1" y="869"/>
                  <a:pt x="34" y="1003"/>
                  <a:pt x="101" y="1136"/>
                </a:cubicBezTo>
                <a:lnTo>
                  <a:pt x="8874" y="9876"/>
                </a:lnTo>
                <a:lnTo>
                  <a:pt x="9875" y="8842"/>
                </a:lnTo>
                <a:lnTo>
                  <a:pt x="1135" y="102"/>
                </a:lnTo>
                <a:cubicBezTo>
                  <a:pt x="1070" y="37"/>
                  <a:pt x="992" y="1"/>
                  <a:pt x="90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41">
            <a:extLst>
              <a:ext uri="{FF2B5EF4-FFF2-40B4-BE49-F238E27FC236}">
                <a16:creationId xmlns:a16="http://schemas.microsoft.com/office/drawing/2014/main" id="{0D0A1623-4C47-F030-3C46-C5FF5E44CD68}"/>
              </a:ext>
            </a:extLst>
          </p:cNvPr>
          <p:cNvSpPr/>
          <p:nvPr/>
        </p:nvSpPr>
        <p:spPr>
          <a:xfrm>
            <a:off x="1315172" y="2723493"/>
            <a:ext cx="38101" cy="15077"/>
          </a:xfrm>
          <a:custGeom>
            <a:avLst/>
            <a:gdLst/>
            <a:ahLst/>
            <a:cxnLst/>
            <a:rect l="l" t="t" r="r" b="b"/>
            <a:pathLst>
              <a:path w="2469" h="977" extrusionOk="0">
                <a:moveTo>
                  <a:pt x="1410" y="1"/>
                </a:moveTo>
                <a:cubicBezTo>
                  <a:pt x="1361" y="1"/>
                  <a:pt x="1314" y="4"/>
                  <a:pt x="1268" y="9"/>
                </a:cubicBezTo>
                <a:cubicBezTo>
                  <a:pt x="1001" y="9"/>
                  <a:pt x="734" y="76"/>
                  <a:pt x="501" y="209"/>
                </a:cubicBezTo>
                <a:cubicBezTo>
                  <a:pt x="367" y="309"/>
                  <a:pt x="234" y="443"/>
                  <a:pt x="134" y="576"/>
                </a:cubicBezTo>
                <a:cubicBezTo>
                  <a:pt x="34" y="676"/>
                  <a:pt x="0" y="776"/>
                  <a:pt x="67" y="910"/>
                </a:cubicBezTo>
                <a:cubicBezTo>
                  <a:pt x="100" y="960"/>
                  <a:pt x="167" y="977"/>
                  <a:pt x="242" y="977"/>
                </a:cubicBezTo>
                <a:cubicBezTo>
                  <a:pt x="317" y="977"/>
                  <a:pt x="401" y="960"/>
                  <a:pt x="467" y="943"/>
                </a:cubicBezTo>
                <a:cubicBezTo>
                  <a:pt x="1001" y="843"/>
                  <a:pt x="1535" y="776"/>
                  <a:pt x="2035" y="776"/>
                </a:cubicBezTo>
                <a:cubicBezTo>
                  <a:pt x="2169" y="776"/>
                  <a:pt x="2269" y="776"/>
                  <a:pt x="2369" y="710"/>
                </a:cubicBezTo>
                <a:cubicBezTo>
                  <a:pt x="2469" y="643"/>
                  <a:pt x="2469" y="510"/>
                  <a:pt x="2402" y="410"/>
                </a:cubicBezTo>
                <a:cubicBezTo>
                  <a:pt x="2335" y="309"/>
                  <a:pt x="2235" y="243"/>
                  <a:pt x="2102" y="176"/>
                </a:cubicBezTo>
                <a:cubicBezTo>
                  <a:pt x="1908" y="65"/>
                  <a:pt x="1646" y="1"/>
                  <a:pt x="1410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41">
            <a:extLst>
              <a:ext uri="{FF2B5EF4-FFF2-40B4-BE49-F238E27FC236}">
                <a16:creationId xmlns:a16="http://schemas.microsoft.com/office/drawing/2014/main" id="{34AC64C1-0267-A5E4-9B73-85A2CB712E25}"/>
              </a:ext>
            </a:extLst>
          </p:cNvPr>
          <p:cNvSpPr/>
          <p:nvPr/>
        </p:nvSpPr>
        <p:spPr>
          <a:xfrm>
            <a:off x="1398567" y="2794758"/>
            <a:ext cx="267682" cy="280151"/>
          </a:xfrm>
          <a:custGeom>
            <a:avLst/>
            <a:gdLst/>
            <a:ahLst/>
            <a:cxnLst/>
            <a:rect l="l" t="t" r="r" b="b"/>
            <a:pathLst>
              <a:path w="17346" h="18154" extrusionOk="0">
                <a:moveTo>
                  <a:pt x="7524" y="1"/>
                </a:moveTo>
                <a:cubicBezTo>
                  <a:pt x="6874" y="1"/>
                  <a:pt x="6285" y="156"/>
                  <a:pt x="5771" y="462"/>
                </a:cubicBezTo>
                <a:cubicBezTo>
                  <a:pt x="1401" y="3197"/>
                  <a:pt x="0" y="8901"/>
                  <a:pt x="2569" y="13371"/>
                </a:cubicBezTo>
                <a:cubicBezTo>
                  <a:pt x="4331" y="16437"/>
                  <a:pt x="7553" y="18154"/>
                  <a:pt x="10867" y="18154"/>
                </a:cubicBezTo>
                <a:cubicBezTo>
                  <a:pt x="12384" y="18154"/>
                  <a:pt x="13920" y="17794"/>
                  <a:pt x="15344" y="17040"/>
                </a:cubicBezTo>
                <a:cubicBezTo>
                  <a:pt x="16579" y="16340"/>
                  <a:pt x="17346" y="14805"/>
                  <a:pt x="17346" y="12670"/>
                </a:cubicBezTo>
                <a:cubicBezTo>
                  <a:pt x="17346" y="8334"/>
                  <a:pt x="14310" y="3063"/>
                  <a:pt x="10574" y="929"/>
                </a:cubicBezTo>
                <a:cubicBezTo>
                  <a:pt x="9465" y="306"/>
                  <a:pt x="8435" y="1"/>
                  <a:pt x="7524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41">
            <a:extLst>
              <a:ext uri="{FF2B5EF4-FFF2-40B4-BE49-F238E27FC236}">
                <a16:creationId xmlns:a16="http://schemas.microsoft.com/office/drawing/2014/main" id="{86A29512-FF9C-2C23-5694-315C77B1AFCB}"/>
              </a:ext>
            </a:extLst>
          </p:cNvPr>
          <p:cNvSpPr/>
          <p:nvPr/>
        </p:nvSpPr>
        <p:spPr>
          <a:xfrm>
            <a:off x="1403088" y="2911006"/>
            <a:ext cx="263161" cy="166711"/>
          </a:xfrm>
          <a:custGeom>
            <a:avLst/>
            <a:gdLst/>
            <a:ahLst/>
            <a:cxnLst/>
            <a:rect l="l" t="t" r="r" b="b"/>
            <a:pathLst>
              <a:path w="17053" h="10803" extrusionOk="0">
                <a:moveTo>
                  <a:pt x="775" y="0"/>
                </a:moveTo>
                <a:cubicBezTo>
                  <a:pt x="0" y="6090"/>
                  <a:pt x="4855" y="10802"/>
                  <a:pt x="10274" y="10802"/>
                </a:cubicBezTo>
                <a:cubicBezTo>
                  <a:pt x="11861" y="10802"/>
                  <a:pt x="13495" y="10398"/>
                  <a:pt x="15051" y="9507"/>
                </a:cubicBezTo>
                <a:cubicBezTo>
                  <a:pt x="16286" y="8807"/>
                  <a:pt x="17053" y="7272"/>
                  <a:pt x="17053" y="5137"/>
                </a:cubicBezTo>
                <a:cubicBezTo>
                  <a:pt x="17020" y="4203"/>
                  <a:pt x="16919" y="3303"/>
                  <a:pt x="16686" y="2402"/>
                </a:cubicBezTo>
                <a:cubicBezTo>
                  <a:pt x="16653" y="5137"/>
                  <a:pt x="15018" y="7906"/>
                  <a:pt x="9781" y="8406"/>
                </a:cubicBezTo>
                <a:cubicBezTo>
                  <a:pt x="9531" y="8428"/>
                  <a:pt x="9285" y="8439"/>
                  <a:pt x="9043" y="8439"/>
                </a:cubicBezTo>
                <a:cubicBezTo>
                  <a:pt x="4497" y="8439"/>
                  <a:pt x="1313" y="4656"/>
                  <a:pt x="775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1">
            <a:extLst>
              <a:ext uri="{FF2B5EF4-FFF2-40B4-BE49-F238E27FC236}">
                <a16:creationId xmlns:a16="http://schemas.microsoft.com/office/drawing/2014/main" id="{F1DA9970-C9D8-8AF1-4E27-4C74E3896A72}"/>
              </a:ext>
            </a:extLst>
          </p:cNvPr>
          <p:cNvSpPr/>
          <p:nvPr/>
        </p:nvSpPr>
        <p:spPr>
          <a:xfrm>
            <a:off x="1433566" y="2925343"/>
            <a:ext cx="83919" cy="108270"/>
          </a:xfrm>
          <a:custGeom>
            <a:avLst/>
            <a:gdLst/>
            <a:ahLst/>
            <a:cxnLst/>
            <a:rect l="l" t="t" r="r" b="b"/>
            <a:pathLst>
              <a:path w="5438" h="7016" extrusionOk="0">
                <a:moveTo>
                  <a:pt x="1517" y="0"/>
                </a:moveTo>
                <a:cubicBezTo>
                  <a:pt x="621" y="0"/>
                  <a:pt x="0" y="710"/>
                  <a:pt x="0" y="1940"/>
                </a:cubicBezTo>
                <a:cubicBezTo>
                  <a:pt x="101" y="3841"/>
                  <a:pt x="1101" y="5576"/>
                  <a:pt x="2736" y="6643"/>
                </a:cubicBezTo>
                <a:cubicBezTo>
                  <a:pt x="3163" y="6896"/>
                  <a:pt x="3570" y="7015"/>
                  <a:pt x="3933" y="7015"/>
                </a:cubicBezTo>
                <a:cubicBezTo>
                  <a:pt x="4817" y="7015"/>
                  <a:pt x="5438" y="6305"/>
                  <a:pt x="5438" y="5076"/>
                </a:cubicBezTo>
                <a:cubicBezTo>
                  <a:pt x="5338" y="3174"/>
                  <a:pt x="4304" y="1406"/>
                  <a:pt x="2736" y="372"/>
                </a:cubicBezTo>
                <a:cubicBezTo>
                  <a:pt x="2299" y="120"/>
                  <a:pt x="1885" y="0"/>
                  <a:pt x="151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1">
            <a:extLst>
              <a:ext uri="{FF2B5EF4-FFF2-40B4-BE49-F238E27FC236}">
                <a16:creationId xmlns:a16="http://schemas.microsoft.com/office/drawing/2014/main" id="{36A09DF2-DF0E-8D39-2FE0-B78FCEC15244}"/>
              </a:ext>
            </a:extLst>
          </p:cNvPr>
          <p:cNvSpPr/>
          <p:nvPr/>
        </p:nvSpPr>
        <p:spPr>
          <a:xfrm>
            <a:off x="1448489" y="2925343"/>
            <a:ext cx="68996" cy="99443"/>
          </a:xfrm>
          <a:custGeom>
            <a:avLst/>
            <a:gdLst/>
            <a:ahLst/>
            <a:cxnLst/>
            <a:rect l="l" t="t" r="r" b="b"/>
            <a:pathLst>
              <a:path w="4471" h="6444" extrusionOk="0">
                <a:moveTo>
                  <a:pt x="543" y="0"/>
                </a:moveTo>
                <a:cubicBezTo>
                  <a:pt x="495" y="0"/>
                  <a:pt x="448" y="2"/>
                  <a:pt x="401" y="5"/>
                </a:cubicBezTo>
                <a:cubicBezTo>
                  <a:pt x="134" y="406"/>
                  <a:pt x="1" y="873"/>
                  <a:pt x="1" y="1373"/>
                </a:cubicBezTo>
                <a:cubicBezTo>
                  <a:pt x="134" y="3274"/>
                  <a:pt x="1135" y="5009"/>
                  <a:pt x="2736" y="6076"/>
                </a:cubicBezTo>
                <a:cubicBezTo>
                  <a:pt x="3136" y="6343"/>
                  <a:pt x="3603" y="6443"/>
                  <a:pt x="4104" y="6443"/>
                </a:cubicBezTo>
                <a:cubicBezTo>
                  <a:pt x="4371" y="6010"/>
                  <a:pt x="4471" y="5543"/>
                  <a:pt x="4471" y="5076"/>
                </a:cubicBezTo>
                <a:cubicBezTo>
                  <a:pt x="4371" y="3174"/>
                  <a:pt x="3337" y="1406"/>
                  <a:pt x="1769" y="372"/>
                </a:cubicBezTo>
                <a:cubicBezTo>
                  <a:pt x="1379" y="132"/>
                  <a:pt x="962" y="0"/>
                  <a:pt x="543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1">
            <a:extLst>
              <a:ext uri="{FF2B5EF4-FFF2-40B4-BE49-F238E27FC236}">
                <a16:creationId xmlns:a16="http://schemas.microsoft.com/office/drawing/2014/main" id="{820C4434-1A8F-7B10-AB31-54E652DAD558}"/>
              </a:ext>
            </a:extLst>
          </p:cNvPr>
          <p:cNvSpPr/>
          <p:nvPr/>
        </p:nvSpPr>
        <p:spPr>
          <a:xfrm>
            <a:off x="1450557" y="2961453"/>
            <a:ext cx="66928" cy="63333"/>
          </a:xfrm>
          <a:custGeom>
            <a:avLst/>
            <a:gdLst/>
            <a:ahLst/>
            <a:cxnLst/>
            <a:rect l="l" t="t" r="r" b="b"/>
            <a:pathLst>
              <a:path w="4337" h="4104" extrusionOk="0">
                <a:moveTo>
                  <a:pt x="0" y="0"/>
                </a:moveTo>
                <a:cubicBezTo>
                  <a:pt x="367" y="1535"/>
                  <a:pt x="1268" y="2869"/>
                  <a:pt x="2602" y="3736"/>
                </a:cubicBezTo>
                <a:cubicBezTo>
                  <a:pt x="3002" y="4003"/>
                  <a:pt x="3469" y="4103"/>
                  <a:pt x="3970" y="4103"/>
                </a:cubicBezTo>
                <a:cubicBezTo>
                  <a:pt x="4237" y="3670"/>
                  <a:pt x="4337" y="3203"/>
                  <a:pt x="4337" y="2736"/>
                </a:cubicBezTo>
                <a:cubicBezTo>
                  <a:pt x="4337" y="2269"/>
                  <a:pt x="4237" y="1802"/>
                  <a:pt x="4103" y="1368"/>
                </a:cubicBezTo>
                <a:cubicBezTo>
                  <a:pt x="3848" y="1828"/>
                  <a:pt x="3404" y="2018"/>
                  <a:pt x="2900" y="2018"/>
                </a:cubicBezTo>
                <a:cubicBezTo>
                  <a:pt x="1757" y="2018"/>
                  <a:pt x="301" y="1041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1">
            <a:extLst>
              <a:ext uri="{FF2B5EF4-FFF2-40B4-BE49-F238E27FC236}">
                <a16:creationId xmlns:a16="http://schemas.microsoft.com/office/drawing/2014/main" id="{B0083B04-F604-2D45-5736-7D0EC3502EF6}"/>
              </a:ext>
            </a:extLst>
          </p:cNvPr>
          <p:cNvSpPr/>
          <p:nvPr/>
        </p:nvSpPr>
        <p:spPr>
          <a:xfrm>
            <a:off x="1517470" y="2417987"/>
            <a:ext cx="496245" cy="402310"/>
          </a:xfrm>
          <a:custGeom>
            <a:avLst/>
            <a:gdLst/>
            <a:ahLst/>
            <a:cxnLst/>
            <a:rect l="l" t="t" r="r" b="b"/>
            <a:pathLst>
              <a:path w="32157" h="26070" extrusionOk="0">
                <a:moveTo>
                  <a:pt x="22337" y="0"/>
                </a:moveTo>
                <a:cubicBezTo>
                  <a:pt x="20640" y="0"/>
                  <a:pt x="18948" y="442"/>
                  <a:pt x="17446" y="1326"/>
                </a:cubicBezTo>
                <a:lnTo>
                  <a:pt x="12276" y="4328"/>
                </a:lnTo>
                <a:cubicBezTo>
                  <a:pt x="4671" y="8732"/>
                  <a:pt x="1" y="16837"/>
                  <a:pt x="1" y="25610"/>
                </a:cubicBezTo>
                <a:cubicBezTo>
                  <a:pt x="1" y="25744"/>
                  <a:pt x="101" y="25877"/>
                  <a:pt x="234" y="25944"/>
                </a:cubicBezTo>
                <a:cubicBezTo>
                  <a:pt x="418" y="26027"/>
                  <a:pt x="618" y="26069"/>
                  <a:pt x="822" y="26069"/>
                </a:cubicBezTo>
                <a:cubicBezTo>
                  <a:pt x="1026" y="26069"/>
                  <a:pt x="1235" y="26027"/>
                  <a:pt x="1435" y="25944"/>
                </a:cubicBezTo>
                <a:cubicBezTo>
                  <a:pt x="1568" y="25877"/>
                  <a:pt x="1635" y="25744"/>
                  <a:pt x="1669" y="25610"/>
                </a:cubicBezTo>
                <a:cubicBezTo>
                  <a:pt x="1669" y="17438"/>
                  <a:pt x="6038" y="9866"/>
                  <a:pt x="13110" y="5796"/>
                </a:cubicBezTo>
                <a:lnTo>
                  <a:pt x="18280" y="2794"/>
                </a:lnTo>
                <a:cubicBezTo>
                  <a:pt x="19583" y="2047"/>
                  <a:pt x="20968" y="1705"/>
                  <a:pt x="22319" y="1705"/>
                </a:cubicBezTo>
                <a:cubicBezTo>
                  <a:pt x="26402" y="1705"/>
                  <a:pt x="30180" y="4829"/>
                  <a:pt x="30456" y="9365"/>
                </a:cubicBezTo>
                <a:lnTo>
                  <a:pt x="30456" y="9766"/>
                </a:lnTo>
                <a:cubicBezTo>
                  <a:pt x="31256" y="10166"/>
                  <a:pt x="32124" y="10700"/>
                  <a:pt x="32124" y="10700"/>
                </a:cubicBezTo>
                <a:lnTo>
                  <a:pt x="32124" y="9866"/>
                </a:lnTo>
                <a:cubicBezTo>
                  <a:pt x="32157" y="6330"/>
                  <a:pt x="30289" y="3094"/>
                  <a:pt x="27253" y="1326"/>
                </a:cubicBezTo>
                <a:cubicBezTo>
                  <a:pt x="25736" y="442"/>
                  <a:pt x="24034" y="0"/>
                  <a:pt x="2233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1">
            <a:extLst>
              <a:ext uri="{FF2B5EF4-FFF2-40B4-BE49-F238E27FC236}">
                <a16:creationId xmlns:a16="http://schemas.microsoft.com/office/drawing/2014/main" id="{E9132F66-EE88-2ACD-2F64-C9F34B7C2723}"/>
              </a:ext>
            </a:extLst>
          </p:cNvPr>
          <p:cNvSpPr/>
          <p:nvPr/>
        </p:nvSpPr>
        <p:spPr>
          <a:xfrm>
            <a:off x="1457239" y="2816655"/>
            <a:ext cx="170924" cy="255491"/>
          </a:xfrm>
          <a:custGeom>
            <a:avLst/>
            <a:gdLst/>
            <a:ahLst/>
            <a:cxnLst/>
            <a:rect l="l" t="t" r="r" b="b"/>
            <a:pathLst>
              <a:path w="11076" h="16556" extrusionOk="0">
                <a:moveTo>
                  <a:pt x="938" y="1"/>
                </a:moveTo>
                <a:cubicBezTo>
                  <a:pt x="826" y="1"/>
                  <a:pt x="714" y="4"/>
                  <a:pt x="601" y="10"/>
                </a:cubicBezTo>
                <a:cubicBezTo>
                  <a:pt x="401" y="177"/>
                  <a:pt x="168" y="343"/>
                  <a:pt x="1" y="510"/>
                </a:cubicBezTo>
                <a:cubicBezTo>
                  <a:pt x="334" y="444"/>
                  <a:pt x="668" y="377"/>
                  <a:pt x="1002" y="377"/>
                </a:cubicBezTo>
                <a:cubicBezTo>
                  <a:pt x="2036" y="410"/>
                  <a:pt x="3036" y="744"/>
                  <a:pt x="3904" y="1277"/>
                </a:cubicBezTo>
                <a:cubicBezTo>
                  <a:pt x="7606" y="3412"/>
                  <a:pt x="10575" y="8583"/>
                  <a:pt x="10575" y="12819"/>
                </a:cubicBezTo>
                <a:cubicBezTo>
                  <a:pt x="10575" y="14487"/>
                  <a:pt x="10141" y="15755"/>
                  <a:pt x="9341" y="16555"/>
                </a:cubicBezTo>
                <a:cubicBezTo>
                  <a:pt x="9574" y="16488"/>
                  <a:pt x="9841" y="16422"/>
                  <a:pt x="10108" y="16322"/>
                </a:cubicBezTo>
                <a:cubicBezTo>
                  <a:pt x="10742" y="15288"/>
                  <a:pt x="11075" y="14053"/>
                  <a:pt x="11009" y="12819"/>
                </a:cubicBezTo>
                <a:cubicBezTo>
                  <a:pt x="11009" y="8449"/>
                  <a:pt x="7907" y="3112"/>
                  <a:pt x="4137" y="911"/>
                </a:cubicBezTo>
                <a:cubicBezTo>
                  <a:pt x="3167" y="304"/>
                  <a:pt x="2059" y="1"/>
                  <a:pt x="938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1">
            <a:extLst>
              <a:ext uri="{FF2B5EF4-FFF2-40B4-BE49-F238E27FC236}">
                <a16:creationId xmlns:a16="http://schemas.microsoft.com/office/drawing/2014/main" id="{DB0E936A-4EFC-B190-1BEB-E19F1B8A9850}"/>
              </a:ext>
            </a:extLst>
          </p:cNvPr>
          <p:cNvSpPr/>
          <p:nvPr/>
        </p:nvSpPr>
        <p:spPr>
          <a:xfrm>
            <a:off x="1457239" y="2816655"/>
            <a:ext cx="170924" cy="255491"/>
          </a:xfrm>
          <a:custGeom>
            <a:avLst/>
            <a:gdLst/>
            <a:ahLst/>
            <a:cxnLst/>
            <a:rect l="l" t="t" r="r" b="b"/>
            <a:pathLst>
              <a:path w="11076" h="16556" extrusionOk="0">
                <a:moveTo>
                  <a:pt x="938" y="1"/>
                </a:moveTo>
                <a:cubicBezTo>
                  <a:pt x="826" y="1"/>
                  <a:pt x="714" y="4"/>
                  <a:pt x="601" y="10"/>
                </a:cubicBezTo>
                <a:cubicBezTo>
                  <a:pt x="401" y="177"/>
                  <a:pt x="168" y="343"/>
                  <a:pt x="1" y="510"/>
                </a:cubicBezTo>
                <a:cubicBezTo>
                  <a:pt x="334" y="444"/>
                  <a:pt x="668" y="377"/>
                  <a:pt x="1002" y="377"/>
                </a:cubicBezTo>
                <a:cubicBezTo>
                  <a:pt x="2036" y="410"/>
                  <a:pt x="3036" y="744"/>
                  <a:pt x="3904" y="1277"/>
                </a:cubicBezTo>
                <a:cubicBezTo>
                  <a:pt x="7606" y="3412"/>
                  <a:pt x="10575" y="8583"/>
                  <a:pt x="10575" y="12819"/>
                </a:cubicBezTo>
                <a:cubicBezTo>
                  <a:pt x="10575" y="14487"/>
                  <a:pt x="10141" y="15755"/>
                  <a:pt x="9341" y="16555"/>
                </a:cubicBezTo>
                <a:cubicBezTo>
                  <a:pt x="9574" y="16488"/>
                  <a:pt x="9841" y="16422"/>
                  <a:pt x="10108" y="16322"/>
                </a:cubicBezTo>
                <a:cubicBezTo>
                  <a:pt x="10742" y="15288"/>
                  <a:pt x="11075" y="14053"/>
                  <a:pt x="11009" y="12819"/>
                </a:cubicBezTo>
                <a:cubicBezTo>
                  <a:pt x="11009" y="8449"/>
                  <a:pt x="7907" y="3112"/>
                  <a:pt x="4137" y="911"/>
                </a:cubicBezTo>
                <a:cubicBezTo>
                  <a:pt x="3167" y="304"/>
                  <a:pt x="2059" y="1"/>
                  <a:pt x="93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41">
            <a:extLst>
              <a:ext uri="{FF2B5EF4-FFF2-40B4-BE49-F238E27FC236}">
                <a16:creationId xmlns:a16="http://schemas.microsoft.com/office/drawing/2014/main" id="{F22BA49F-1B01-0FF0-3E3B-A65598906333}"/>
              </a:ext>
            </a:extLst>
          </p:cNvPr>
          <p:cNvSpPr/>
          <p:nvPr/>
        </p:nvSpPr>
        <p:spPr>
          <a:xfrm>
            <a:off x="3190970" y="3392019"/>
            <a:ext cx="631629" cy="601953"/>
          </a:xfrm>
          <a:custGeom>
            <a:avLst/>
            <a:gdLst/>
            <a:ahLst/>
            <a:cxnLst/>
            <a:rect l="l" t="t" r="r" b="b"/>
            <a:pathLst>
              <a:path w="40930" h="39007" extrusionOk="0">
                <a:moveTo>
                  <a:pt x="11858" y="0"/>
                </a:moveTo>
                <a:cubicBezTo>
                  <a:pt x="11543" y="0"/>
                  <a:pt x="11239" y="47"/>
                  <a:pt x="10942" y="153"/>
                </a:cubicBezTo>
                <a:cubicBezTo>
                  <a:pt x="8940" y="887"/>
                  <a:pt x="9307" y="3355"/>
                  <a:pt x="8040" y="4889"/>
                </a:cubicBezTo>
                <a:cubicBezTo>
                  <a:pt x="5171" y="8492"/>
                  <a:pt x="2803" y="14563"/>
                  <a:pt x="1935" y="20634"/>
                </a:cubicBezTo>
                <a:cubicBezTo>
                  <a:pt x="1402" y="24303"/>
                  <a:pt x="1" y="25237"/>
                  <a:pt x="468" y="26271"/>
                </a:cubicBezTo>
                <a:cubicBezTo>
                  <a:pt x="1335" y="28273"/>
                  <a:pt x="3170" y="27606"/>
                  <a:pt x="5204" y="29407"/>
                </a:cubicBezTo>
                <a:cubicBezTo>
                  <a:pt x="10408" y="34010"/>
                  <a:pt x="14478" y="35978"/>
                  <a:pt x="23417" y="37046"/>
                </a:cubicBezTo>
                <a:cubicBezTo>
                  <a:pt x="26766" y="37457"/>
                  <a:pt x="27425" y="39006"/>
                  <a:pt x="29014" y="39006"/>
                </a:cubicBezTo>
                <a:cubicBezTo>
                  <a:pt x="29230" y="39006"/>
                  <a:pt x="29463" y="38978"/>
                  <a:pt x="29722" y="38914"/>
                </a:cubicBezTo>
                <a:cubicBezTo>
                  <a:pt x="31790" y="38413"/>
                  <a:pt x="30456" y="35978"/>
                  <a:pt x="34025" y="31108"/>
                </a:cubicBezTo>
                <a:cubicBezTo>
                  <a:pt x="36027" y="28306"/>
                  <a:pt x="37628" y="24303"/>
                  <a:pt x="38295" y="18733"/>
                </a:cubicBezTo>
                <a:cubicBezTo>
                  <a:pt x="38728" y="15430"/>
                  <a:pt x="40930" y="13863"/>
                  <a:pt x="39496" y="11995"/>
                </a:cubicBezTo>
                <a:cubicBezTo>
                  <a:pt x="38061" y="10093"/>
                  <a:pt x="37127" y="10960"/>
                  <a:pt x="33325" y="8292"/>
                </a:cubicBezTo>
                <a:cubicBezTo>
                  <a:pt x="29555" y="5657"/>
                  <a:pt x="26019" y="3588"/>
                  <a:pt x="18981" y="2121"/>
                </a:cubicBezTo>
                <a:cubicBezTo>
                  <a:pt x="15752" y="1469"/>
                  <a:pt x="13630" y="0"/>
                  <a:pt x="11858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41">
            <a:extLst>
              <a:ext uri="{FF2B5EF4-FFF2-40B4-BE49-F238E27FC236}">
                <a16:creationId xmlns:a16="http://schemas.microsoft.com/office/drawing/2014/main" id="{BBAC55FD-5F1B-3D77-39D5-6B537FA56137}"/>
              </a:ext>
            </a:extLst>
          </p:cNvPr>
          <p:cNvSpPr/>
          <p:nvPr/>
        </p:nvSpPr>
        <p:spPr>
          <a:xfrm>
            <a:off x="3618233" y="3592989"/>
            <a:ext cx="171727" cy="384687"/>
          </a:xfrm>
          <a:custGeom>
            <a:avLst/>
            <a:gdLst/>
            <a:ahLst/>
            <a:cxnLst/>
            <a:rect l="l" t="t" r="r" b="b"/>
            <a:pathLst>
              <a:path w="11128" h="24928" extrusionOk="0">
                <a:moveTo>
                  <a:pt x="10021" y="1"/>
                </a:moveTo>
                <a:cubicBezTo>
                  <a:pt x="9626" y="1"/>
                  <a:pt x="9090" y="231"/>
                  <a:pt x="8406" y="773"/>
                </a:cubicBezTo>
                <a:cubicBezTo>
                  <a:pt x="6905" y="1974"/>
                  <a:pt x="4904" y="4642"/>
                  <a:pt x="2335" y="10947"/>
                </a:cubicBezTo>
                <a:cubicBezTo>
                  <a:pt x="100" y="16451"/>
                  <a:pt x="0" y="22188"/>
                  <a:pt x="734" y="23989"/>
                </a:cubicBezTo>
                <a:cubicBezTo>
                  <a:pt x="1015" y="24648"/>
                  <a:pt x="1322" y="24928"/>
                  <a:pt x="1620" y="24928"/>
                </a:cubicBezTo>
                <a:cubicBezTo>
                  <a:pt x="2137" y="24928"/>
                  <a:pt x="2627" y="24086"/>
                  <a:pt x="2902" y="22922"/>
                </a:cubicBezTo>
                <a:cubicBezTo>
                  <a:pt x="3436" y="20754"/>
                  <a:pt x="5571" y="18886"/>
                  <a:pt x="7873" y="13715"/>
                </a:cubicBezTo>
                <a:cubicBezTo>
                  <a:pt x="10274" y="8312"/>
                  <a:pt x="9407" y="5943"/>
                  <a:pt x="10508" y="3074"/>
                </a:cubicBezTo>
                <a:cubicBezTo>
                  <a:pt x="11128" y="1452"/>
                  <a:pt x="11015" y="1"/>
                  <a:pt x="10021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41">
            <a:extLst>
              <a:ext uri="{FF2B5EF4-FFF2-40B4-BE49-F238E27FC236}">
                <a16:creationId xmlns:a16="http://schemas.microsoft.com/office/drawing/2014/main" id="{DEF8700D-831D-150E-51ED-9484DC2C3BAE}"/>
              </a:ext>
            </a:extLst>
          </p:cNvPr>
          <p:cNvSpPr/>
          <p:nvPr/>
        </p:nvSpPr>
        <p:spPr>
          <a:xfrm>
            <a:off x="3201787" y="3804638"/>
            <a:ext cx="411307" cy="180692"/>
          </a:xfrm>
          <a:custGeom>
            <a:avLst/>
            <a:gdLst/>
            <a:ahLst/>
            <a:cxnLst/>
            <a:rect l="l" t="t" r="r" b="b"/>
            <a:pathLst>
              <a:path w="26653" h="11709" extrusionOk="0">
                <a:moveTo>
                  <a:pt x="0" y="0"/>
                </a:moveTo>
                <a:cubicBezTo>
                  <a:pt x="968" y="1435"/>
                  <a:pt x="2635" y="1034"/>
                  <a:pt x="4503" y="2669"/>
                </a:cubicBezTo>
                <a:cubicBezTo>
                  <a:pt x="6105" y="4137"/>
                  <a:pt x="7873" y="5471"/>
                  <a:pt x="9741" y="6605"/>
                </a:cubicBezTo>
                <a:cubicBezTo>
                  <a:pt x="7506" y="4804"/>
                  <a:pt x="7039" y="2502"/>
                  <a:pt x="5337" y="1602"/>
                </a:cubicBezTo>
                <a:cubicBezTo>
                  <a:pt x="3269" y="434"/>
                  <a:pt x="1635" y="1235"/>
                  <a:pt x="0" y="0"/>
                </a:cubicBezTo>
                <a:close/>
                <a:moveTo>
                  <a:pt x="12943" y="8140"/>
                </a:moveTo>
                <a:cubicBezTo>
                  <a:pt x="15578" y="9174"/>
                  <a:pt x="18647" y="9841"/>
                  <a:pt x="22716" y="10341"/>
                </a:cubicBezTo>
                <a:cubicBezTo>
                  <a:pt x="24118" y="10475"/>
                  <a:pt x="25452" y="10975"/>
                  <a:pt x="26653" y="11709"/>
                </a:cubicBezTo>
                <a:cubicBezTo>
                  <a:pt x="25118" y="10475"/>
                  <a:pt x="24518" y="8506"/>
                  <a:pt x="22049" y="8306"/>
                </a:cubicBezTo>
                <a:cubicBezTo>
                  <a:pt x="21867" y="8289"/>
                  <a:pt x="21659" y="8282"/>
                  <a:pt x="21430" y="8282"/>
                </a:cubicBezTo>
                <a:cubicBezTo>
                  <a:pt x="20215" y="8282"/>
                  <a:pt x="18400" y="8487"/>
                  <a:pt x="16502" y="8487"/>
                </a:cubicBezTo>
                <a:cubicBezTo>
                  <a:pt x="15306" y="8487"/>
                  <a:pt x="14076" y="8406"/>
                  <a:pt x="12943" y="814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1">
            <a:extLst>
              <a:ext uri="{FF2B5EF4-FFF2-40B4-BE49-F238E27FC236}">
                <a16:creationId xmlns:a16="http://schemas.microsoft.com/office/drawing/2014/main" id="{878A2CE9-CD47-2838-338A-C74218C24AB7}"/>
              </a:ext>
            </a:extLst>
          </p:cNvPr>
          <p:cNvSpPr/>
          <p:nvPr/>
        </p:nvSpPr>
        <p:spPr>
          <a:xfrm>
            <a:off x="3240907" y="3457389"/>
            <a:ext cx="436538" cy="295552"/>
          </a:xfrm>
          <a:custGeom>
            <a:avLst/>
            <a:gdLst/>
            <a:ahLst/>
            <a:cxnLst/>
            <a:rect l="l" t="t" r="r" b="b"/>
            <a:pathLst>
              <a:path w="28288" h="19152" extrusionOk="0">
                <a:moveTo>
                  <a:pt x="13353" y="1"/>
                </a:moveTo>
                <a:cubicBezTo>
                  <a:pt x="12824" y="1"/>
                  <a:pt x="12297" y="18"/>
                  <a:pt x="11775" y="53"/>
                </a:cubicBezTo>
                <a:cubicBezTo>
                  <a:pt x="5037" y="1054"/>
                  <a:pt x="1668" y="7358"/>
                  <a:pt x="534" y="13262"/>
                </a:cubicBezTo>
                <a:cubicBezTo>
                  <a:pt x="0" y="15931"/>
                  <a:pt x="768" y="17766"/>
                  <a:pt x="2335" y="18700"/>
                </a:cubicBezTo>
                <a:cubicBezTo>
                  <a:pt x="2861" y="19003"/>
                  <a:pt x="3632" y="19152"/>
                  <a:pt x="4482" y="19152"/>
                </a:cubicBezTo>
                <a:cubicBezTo>
                  <a:pt x="6060" y="19152"/>
                  <a:pt x="7911" y="18641"/>
                  <a:pt x="8973" y="17666"/>
                </a:cubicBezTo>
                <a:cubicBezTo>
                  <a:pt x="10174" y="16565"/>
                  <a:pt x="11108" y="15264"/>
                  <a:pt x="12476" y="13963"/>
                </a:cubicBezTo>
                <a:cubicBezTo>
                  <a:pt x="13377" y="13129"/>
                  <a:pt x="14477" y="12562"/>
                  <a:pt x="15645" y="12228"/>
                </a:cubicBezTo>
                <a:cubicBezTo>
                  <a:pt x="18881" y="11461"/>
                  <a:pt x="20515" y="11728"/>
                  <a:pt x="23084" y="11394"/>
                </a:cubicBezTo>
                <a:cubicBezTo>
                  <a:pt x="24284" y="11261"/>
                  <a:pt x="25952" y="10827"/>
                  <a:pt x="26886" y="9893"/>
                </a:cubicBezTo>
                <a:cubicBezTo>
                  <a:pt x="27854" y="8993"/>
                  <a:pt x="28287" y="7658"/>
                  <a:pt x="28054" y="6391"/>
                </a:cubicBezTo>
                <a:cubicBezTo>
                  <a:pt x="27887" y="5357"/>
                  <a:pt x="27320" y="4423"/>
                  <a:pt x="26486" y="3822"/>
                </a:cubicBezTo>
                <a:cubicBezTo>
                  <a:pt x="22662" y="1283"/>
                  <a:pt x="17900" y="1"/>
                  <a:pt x="13353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1">
            <a:extLst>
              <a:ext uri="{FF2B5EF4-FFF2-40B4-BE49-F238E27FC236}">
                <a16:creationId xmlns:a16="http://schemas.microsoft.com/office/drawing/2014/main" id="{CFF3F8CF-2475-B9AA-05E6-2E6E441E88E6}"/>
              </a:ext>
            </a:extLst>
          </p:cNvPr>
          <p:cNvSpPr/>
          <p:nvPr/>
        </p:nvSpPr>
        <p:spPr>
          <a:xfrm>
            <a:off x="2583553" y="3324536"/>
            <a:ext cx="526105" cy="483019"/>
          </a:xfrm>
          <a:custGeom>
            <a:avLst/>
            <a:gdLst/>
            <a:ahLst/>
            <a:cxnLst/>
            <a:rect l="l" t="t" r="r" b="b"/>
            <a:pathLst>
              <a:path w="34092" h="31300" extrusionOk="0">
                <a:moveTo>
                  <a:pt x="24960" y="0"/>
                </a:moveTo>
                <a:cubicBezTo>
                  <a:pt x="23573" y="0"/>
                  <a:pt x="21855" y="1087"/>
                  <a:pt x="19314" y="1557"/>
                </a:cubicBezTo>
                <a:cubicBezTo>
                  <a:pt x="13643" y="2591"/>
                  <a:pt x="9307" y="4492"/>
                  <a:pt x="6205" y="6560"/>
                </a:cubicBezTo>
                <a:cubicBezTo>
                  <a:pt x="3103" y="8629"/>
                  <a:pt x="2369" y="7928"/>
                  <a:pt x="1168" y="9396"/>
                </a:cubicBezTo>
                <a:cubicBezTo>
                  <a:pt x="0" y="10897"/>
                  <a:pt x="1735" y="12164"/>
                  <a:pt x="2002" y="14833"/>
                </a:cubicBezTo>
                <a:cubicBezTo>
                  <a:pt x="2435" y="19303"/>
                  <a:pt x="3636" y="22605"/>
                  <a:pt x="5204" y="24840"/>
                </a:cubicBezTo>
                <a:cubicBezTo>
                  <a:pt x="7973" y="28843"/>
                  <a:pt x="6839" y="30778"/>
                  <a:pt x="8506" y="31211"/>
                </a:cubicBezTo>
                <a:cubicBezTo>
                  <a:pt x="8733" y="31272"/>
                  <a:pt x="8934" y="31299"/>
                  <a:pt x="9121" y="31299"/>
                </a:cubicBezTo>
                <a:cubicBezTo>
                  <a:pt x="10366" y="31299"/>
                  <a:pt x="10941" y="30105"/>
                  <a:pt x="13610" y="29844"/>
                </a:cubicBezTo>
                <a:cubicBezTo>
                  <a:pt x="20815" y="29177"/>
                  <a:pt x="25585" y="27342"/>
                  <a:pt x="29822" y="23739"/>
                </a:cubicBezTo>
                <a:cubicBezTo>
                  <a:pt x="31489" y="22338"/>
                  <a:pt x="32957" y="22906"/>
                  <a:pt x="33724" y="21304"/>
                </a:cubicBezTo>
                <a:cubicBezTo>
                  <a:pt x="34091" y="20504"/>
                  <a:pt x="32991" y="19737"/>
                  <a:pt x="32657" y="16768"/>
                </a:cubicBezTo>
                <a:cubicBezTo>
                  <a:pt x="32057" y="11864"/>
                  <a:pt x="30289" y="6961"/>
                  <a:pt x="28054" y="3992"/>
                </a:cubicBezTo>
                <a:cubicBezTo>
                  <a:pt x="27053" y="2724"/>
                  <a:pt x="27387" y="790"/>
                  <a:pt x="25785" y="156"/>
                </a:cubicBezTo>
                <a:cubicBezTo>
                  <a:pt x="25522" y="47"/>
                  <a:pt x="25248" y="0"/>
                  <a:pt x="24960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1">
            <a:extLst>
              <a:ext uri="{FF2B5EF4-FFF2-40B4-BE49-F238E27FC236}">
                <a16:creationId xmlns:a16="http://schemas.microsoft.com/office/drawing/2014/main" id="{3BB30856-E733-F6AA-0A29-7A8BFA83F076}"/>
              </a:ext>
            </a:extLst>
          </p:cNvPr>
          <p:cNvSpPr/>
          <p:nvPr/>
        </p:nvSpPr>
        <p:spPr>
          <a:xfrm>
            <a:off x="2583553" y="3324536"/>
            <a:ext cx="526105" cy="483019"/>
          </a:xfrm>
          <a:custGeom>
            <a:avLst/>
            <a:gdLst/>
            <a:ahLst/>
            <a:cxnLst/>
            <a:rect l="l" t="t" r="r" b="b"/>
            <a:pathLst>
              <a:path w="34092" h="31300" extrusionOk="0">
                <a:moveTo>
                  <a:pt x="24960" y="0"/>
                </a:moveTo>
                <a:cubicBezTo>
                  <a:pt x="23573" y="0"/>
                  <a:pt x="21855" y="1087"/>
                  <a:pt x="19314" y="1557"/>
                </a:cubicBezTo>
                <a:cubicBezTo>
                  <a:pt x="13643" y="2591"/>
                  <a:pt x="9307" y="4492"/>
                  <a:pt x="6205" y="6560"/>
                </a:cubicBezTo>
                <a:cubicBezTo>
                  <a:pt x="3103" y="8629"/>
                  <a:pt x="2369" y="7928"/>
                  <a:pt x="1168" y="9396"/>
                </a:cubicBezTo>
                <a:cubicBezTo>
                  <a:pt x="0" y="10897"/>
                  <a:pt x="1735" y="12164"/>
                  <a:pt x="2002" y="14833"/>
                </a:cubicBezTo>
                <a:cubicBezTo>
                  <a:pt x="2435" y="19303"/>
                  <a:pt x="3636" y="22605"/>
                  <a:pt x="5204" y="24840"/>
                </a:cubicBezTo>
                <a:cubicBezTo>
                  <a:pt x="7973" y="28843"/>
                  <a:pt x="6839" y="30778"/>
                  <a:pt x="8506" y="31211"/>
                </a:cubicBezTo>
                <a:cubicBezTo>
                  <a:pt x="8733" y="31272"/>
                  <a:pt x="8934" y="31299"/>
                  <a:pt x="9121" y="31299"/>
                </a:cubicBezTo>
                <a:cubicBezTo>
                  <a:pt x="10366" y="31299"/>
                  <a:pt x="10941" y="30105"/>
                  <a:pt x="13610" y="29844"/>
                </a:cubicBezTo>
                <a:cubicBezTo>
                  <a:pt x="20815" y="29177"/>
                  <a:pt x="25585" y="27342"/>
                  <a:pt x="29822" y="23739"/>
                </a:cubicBezTo>
                <a:cubicBezTo>
                  <a:pt x="31489" y="22338"/>
                  <a:pt x="32957" y="22906"/>
                  <a:pt x="33724" y="21304"/>
                </a:cubicBezTo>
                <a:cubicBezTo>
                  <a:pt x="34091" y="20504"/>
                  <a:pt x="32991" y="19737"/>
                  <a:pt x="32657" y="16768"/>
                </a:cubicBezTo>
                <a:cubicBezTo>
                  <a:pt x="32057" y="11864"/>
                  <a:pt x="30289" y="6961"/>
                  <a:pt x="28054" y="3992"/>
                </a:cubicBezTo>
                <a:cubicBezTo>
                  <a:pt x="27053" y="2724"/>
                  <a:pt x="27387" y="790"/>
                  <a:pt x="25785" y="156"/>
                </a:cubicBezTo>
                <a:cubicBezTo>
                  <a:pt x="25522" y="47"/>
                  <a:pt x="25248" y="0"/>
                  <a:pt x="2496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1">
            <a:extLst>
              <a:ext uri="{FF2B5EF4-FFF2-40B4-BE49-F238E27FC236}">
                <a16:creationId xmlns:a16="http://schemas.microsoft.com/office/drawing/2014/main" id="{573A18C9-8740-7499-037F-5C5EE0173964}"/>
              </a:ext>
            </a:extLst>
          </p:cNvPr>
          <p:cNvSpPr/>
          <p:nvPr/>
        </p:nvSpPr>
        <p:spPr>
          <a:xfrm>
            <a:off x="2609525" y="3482775"/>
            <a:ext cx="132591" cy="312095"/>
          </a:xfrm>
          <a:custGeom>
            <a:avLst/>
            <a:gdLst/>
            <a:ahLst/>
            <a:cxnLst/>
            <a:rect l="l" t="t" r="r" b="b"/>
            <a:pathLst>
              <a:path w="8592" h="20224" extrusionOk="0">
                <a:moveTo>
                  <a:pt x="908" y="0"/>
                </a:moveTo>
                <a:cubicBezTo>
                  <a:pt x="125" y="0"/>
                  <a:pt x="1" y="1171"/>
                  <a:pt x="452" y="2478"/>
                </a:cubicBezTo>
                <a:cubicBezTo>
                  <a:pt x="1286" y="4813"/>
                  <a:pt x="552" y="6714"/>
                  <a:pt x="2387" y="11084"/>
                </a:cubicBezTo>
                <a:cubicBezTo>
                  <a:pt x="4121" y="15287"/>
                  <a:pt x="5823" y="16821"/>
                  <a:pt x="6190" y="18589"/>
                </a:cubicBezTo>
                <a:cubicBezTo>
                  <a:pt x="6382" y="19529"/>
                  <a:pt x="6766" y="20223"/>
                  <a:pt x="7184" y="20223"/>
                </a:cubicBezTo>
                <a:cubicBezTo>
                  <a:pt x="7418" y="20223"/>
                  <a:pt x="7663" y="20005"/>
                  <a:pt x="7891" y="19490"/>
                </a:cubicBezTo>
                <a:cubicBezTo>
                  <a:pt x="8558" y="18055"/>
                  <a:pt x="8591" y="13419"/>
                  <a:pt x="6890" y="8982"/>
                </a:cubicBezTo>
                <a:cubicBezTo>
                  <a:pt x="4922" y="3845"/>
                  <a:pt x="3354" y="1677"/>
                  <a:pt x="2187" y="643"/>
                </a:cubicBezTo>
                <a:cubicBezTo>
                  <a:pt x="1649" y="192"/>
                  <a:pt x="1224" y="0"/>
                  <a:pt x="908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1">
            <a:extLst>
              <a:ext uri="{FF2B5EF4-FFF2-40B4-BE49-F238E27FC236}">
                <a16:creationId xmlns:a16="http://schemas.microsoft.com/office/drawing/2014/main" id="{82968AAB-B6F6-F4FB-7718-DB1B1662F831}"/>
              </a:ext>
            </a:extLst>
          </p:cNvPr>
          <p:cNvSpPr/>
          <p:nvPr/>
        </p:nvSpPr>
        <p:spPr>
          <a:xfrm>
            <a:off x="2744154" y="3658961"/>
            <a:ext cx="356231" cy="142606"/>
          </a:xfrm>
          <a:custGeom>
            <a:avLst/>
            <a:gdLst/>
            <a:ahLst/>
            <a:cxnLst/>
            <a:rect l="l" t="t" r="r" b="b"/>
            <a:pathLst>
              <a:path w="23084" h="9241" extrusionOk="0">
                <a:moveTo>
                  <a:pt x="23084" y="0"/>
                </a:moveTo>
                <a:lnTo>
                  <a:pt x="23084" y="0"/>
                </a:lnTo>
                <a:cubicBezTo>
                  <a:pt x="21750" y="1001"/>
                  <a:pt x="20482" y="334"/>
                  <a:pt x="18781" y="1201"/>
                </a:cubicBezTo>
                <a:cubicBezTo>
                  <a:pt x="17380" y="1902"/>
                  <a:pt x="16980" y="3736"/>
                  <a:pt x="15145" y="5137"/>
                </a:cubicBezTo>
                <a:cubicBezTo>
                  <a:pt x="16646" y="4270"/>
                  <a:pt x="18080" y="3236"/>
                  <a:pt x="19415" y="2102"/>
                </a:cubicBezTo>
                <a:cubicBezTo>
                  <a:pt x="20949" y="801"/>
                  <a:pt x="22283" y="1168"/>
                  <a:pt x="23084" y="0"/>
                </a:cubicBezTo>
                <a:close/>
                <a:moveTo>
                  <a:pt x="3981" y="6567"/>
                </a:moveTo>
                <a:cubicBezTo>
                  <a:pt x="3907" y="6567"/>
                  <a:pt x="3837" y="6569"/>
                  <a:pt x="3770" y="6572"/>
                </a:cubicBezTo>
                <a:cubicBezTo>
                  <a:pt x="1802" y="6705"/>
                  <a:pt x="1268" y="8240"/>
                  <a:pt x="1" y="9240"/>
                </a:cubicBezTo>
                <a:cubicBezTo>
                  <a:pt x="968" y="8640"/>
                  <a:pt x="2069" y="8306"/>
                  <a:pt x="3203" y="8206"/>
                </a:cubicBezTo>
                <a:cubicBezTo>
                  <a:pt x="6472" y="7873"/>
                  <a:pt x="8940" y="7406"/>
                  <a:pt x="11075" y="6638"/>
                </a:cubicBezTo>
                <a:lnTo>
                  <a:pt x="11075" y="6638"/>
                </a:lnTo>
                <a:cubicBezTo>
                  <a:pt x="10305" y="6804"/>
                  <a:pt x="9484" y="6862"/>
                  <a:pt x="8671" y="6862"/>
                </a:cubicBezTo>
                <a:cubicBezTo>
                  <a:pt x="6832" y="6862"/>
                  <a:pt x="5037" y="6567"/>
                  <a:pt x="3981" y="656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41">
            <a:extLst>
              <a:ext uri="{FF2B5EF4-FFF2-40B4-BE49-F238E27FC236}">
                <a16:creationId xmlns:a16="http://schemas.microsoft.com/office/drawing/2014/main" id="{60FF17B7-ED16-7267-D6F6-4378358F05AA}"/>
              </a:ext>
            </a:extLst>
          </p:cNvPr>
          <p:cNvSpPr/>
          <p:nvPr/>
        </p:nvSpPr>
        <p:spPr>
          <a:xfrm>
            <a:off x="2700404" y="3375584"/>
            <a:ext cx="370644" cy="239936"/>
          </a:xfrm>
          <a:custGeom>
            <a:avLst/>
            <a:gdLst/>
            <a:ahLst/>
            <a:cxnLst/>
            <a:rect l="l" t="t" r="r" b="b"/>
            <a:pathLst>
              <a:path w="24018" h="15548" extrusionOk="0">
                <a:moveTo>
                  <a:pt x="12977" y="0"/>
                </a:moveTo>
                <a:cubicBezTo>
                  <a:pt x="9308" y="0"/>
                  <a:pt x="5113" y="883"/>
                  <a:pt x="2169" y="2752"/>
                </a:cubicBezTo>
                <a:cubicBezTo>
                  <a:pt x="1535" y="3186"/>
                  <a:pt x="367" y="4320"/>
                  <a:pt x="234" y="5154"/>
                </a:cubicBezTo>
                <a:cubicBezTo>
                  <a:pt x="0" y="6188"/>
                  <a:pt x="334" y="7255"/>
                  <a:pt x="1068" y="8023"/>
                </a:cubicBezTo>
                <a:cubicBezTo>
                  <a:pt x="1835" y="8756"/>
                  <a:pt x="3169" y="9157"/>
                  <a:pt x="4137" y="9290"/>
                </a:cubicBezTo>
                <a:cubicBezTo>
                  <a:pt x="4693" y="9371"/>
                  <a:pt x="5239" y="9394"/>
                  <a:pt x="5793" y="9394"/>
                </a:cubicBezTo>
                <a:cubicBezTo>
                  <a:pt x="6519" y="9394"/>
                  <a:pt x="7258" y="9355"/>
                  <a:pt x="8053" y="9355"/>
                </a:cubicBezTo>
                <a:cubicBezTo>
                  <a:pt x="8912" y="9355"/>
                  <a:pt x="9836" y="9400"/>
                  <a:pt x="10875" y="9590"/>
                </a:cubicBezTo>
                <a:cubicBezTo>
                  <a:pt x="12042" y="9891"/>
                  <a:pt x="13110" y="10458"/>
                  <a:pt x="14044" y="11225"/>
                </a:cubicBezTo>
                <a:cubicBezTo>
                  <a:pt x="15111" y="12292"/>
                  <a:pt x="15812" y="13360"/>
                  <a:pt x="16779" y="14260"/>
                </a:cubicBezTo>
                <a:cubicBezTo>
                  <a:pt x="17636" y="15095"/>
                  <a:pt x="19209" y="15548"/>
                  <a:pt x="20510" y="15548"/>
                </a:cubicBezTo>
                <a:cubicBezTo>
                  <a:pt x="21133" y="15548"/>
                  <a:pt x="21694" y="15444"/>
                  <a:pt x="22083" y="15228"/>
                </a:cubicBezTo>
                <a:cubicBezTo>
                  <a:pt x="23384" y="14494"/>
                  <a:pt x="24018" y="13060"/>
                  <a:pt x="23651" y="10891"/>
                </a:cubicBezTo>
                <a:cubicBezTo>
                  <a:pt x="22850" y="6155"/>
                  <a:pt x="20282" y="984"/>
                  <a:pt x="14878" y="84"/>
                </a:cubicBezTo>
                <a:cubicBezTo>
                  <a:pt x="14267" y="28"/>
                  <a:pt x="13631" y="0"/>
                  <a:pt x="12977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41">
            <a:extLst>
              <a:ext uri="{FF2B5EF4-FFF2-40B4-BE49-F238E27FC236}">
                <a16:creationId xmlns:a16="http://schemas.microsoft.com/office/drawing/2014/main" id="{2B4EF5B2-E131-11E3-2447-B34503D30FA1}"/>
              </a:ext>
            </a:extLst>
          </p:cNvPr>
          <p:cNvSpPr/>
          <p:nvPr/>
        </p:nvSpPr>
        <p:spPr>
          <a:xfrm>
            <a:off x="2797687" y="3994065"/>
            <a:ext cx="246078" cy="243500"/>
          </a:xfrm>
          <a:custGeom>
            <a:avLst/>
            <a:gdLst/>
            <a:ahLst/>
            <a:cxnLst/>
            <a:rect l="l" t="t" r="r" b="b"/>
            <a:pathLst>
              <a:path w="15946" h="15779" extrusionOk="0">
                <a:moveTo>
                  <a:pt x="8474" y="1"/>
                </a:moveTo>
                <a:lnTo>
                  <a:pt x="1" y="5071"/>
                </a:lnTo>
                <a:lnTo>
                  <a:pt x="9141" y="15779"/>
                </a:lnTo>
                <a:cubicBezTo>
                  <a:pt x="9141" y="15779"/>
                  <a:pt x="14211" y="15512"/>
                  <a:pt x="15078" y="13077"/>
                </a:cubicBezTo>
                <a:cubicBezTo>
                  <a:pt x="15946" y="10675"/>
                  <a:pt x="13777" y="8173"/>
                  <a:pt x="12510" y="7306"/>
                </a:cubicBezTo>
                <a:lnTo>
                  <a:pt x="8474" y="1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1">
            <a:extLst>
              <a:ext uri="{FF2B5EF4-FFF2-40B4-BE49-F238E27FC236}">
                <a16:creationId xmlns:a16="http://schemas.microsoft.com/office/drawing/2014/main" id="{FA88E918-C363-2DFB-B2F4-91408B01E26C}"/>
              </a:ext>
            </a:extLst>
          </p:cNvPr>
          <p:cNvSpPr/>
          <p:nvPr/>
        </p:nvSpPr>
        <p:spPr>
          <a:xfrm>
            <a:off x="2965509" y="4161888"/>
            <a:ext cx="153933" cy="316154"/>
          </a:xfrm>
          <a:custGeom>
            <a:avLst/>
            <a:gdLst/>
            <a:ahLst/>
            <a:cxnLst/>
            <a:rect l="l" t="t" r="r" b="b"/>
            <a:pathLst>
              <a:path w="9975" h="20487" extrusionOk="0">
                <a:moveTo>
                  <a:pt x="6305" y="0"/>
                </a:moveTo>
                <a:cubicBezTo>
                  <a:pt x="6305" y="0"/>
                  <a:pt x="734" y="17279"/>
                  <a:pt x="367" y="18447"/>
                </a:cubicBezTo>
                <a:cubicBezTo>
                  <a:pt x="0" y="19614"/>
                  <a:pt x="1968" y="20482"/>
                  <a:pt x="1968" y="20482"/>
                </a:cubicBezTo>
                <a:cubicBezTo>
                  <a:pt x="2036" y="20485"/>
                  <a:pt x="2103" y="20487"/>
                  <a:pt x="2170" y="20487"/>
                </a:cubicBezTo>
                <a:cubicBezTo>
                  <a:pt x="2763" y="20487"/>
                  <a:pt x="3330" y="20355"/>
                  <a:pt x="3870" y="20115"/>
                </a:cubicBezTo>
                <a:cubicBezTo>
                  <a:pt x="5438" y="19281"/>
                  <a:pt x="7339" y="17613"/>
                  <a:pt x="8673" y="14010"/>
                </a:cubicBezTo>
                <a:cubicBezTo>
                  <a:pt x="9974" y="10374"/>
                  <a:pt x="9007" y="9040"/>
                  <a:pt x="8540" y="7572"/>
                </a:cubicBezTo>
                <a:cubicBezTo>
                  <a:pt x="8106" y="6271"/>
                  <a:pt x="7906" y="5971"/>
                  <a:pt x="7639" y="4937"/>
                </a:cubicBezTo>
                <a:cubicBezTo>
                  <a:pt x="7406" y="3903"/>
                  <a:pt x="7606" y="1668"/>
                  <a:pt x="7306" y="1201"/>
                </a:cubicBezTo>
                <a:cubicBezTo>
                  <a:pt x="7072" y="734"/>
                  <a:pt x="6705" y="334"/>
                  <a:pt x="630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1">
            <a:extLst>
              <a:ext uri="{FF2B5EF4-FFF2-40B4-BE49-F238E27FC236}">
                <a16:creationId xmlns:a16="http://schemas.microsoft.com/office/drawing/2014/main" id="{778C78B9-8EB3-4DA2-05B4-88E1CFEEE2BC}"/>
              </a:ext>
            </a:extLst>
          </p:cNvPr>
          <p:cNvSpPr/>
          <p:nvPr/>
        </p:nvSpPr>
        <p:spPr>
          <a:xfrm>
            <a:off x="2922778" y="4104311"/>
            <a:ext cx="181726" cy="366231"/>
          </a:xfrm>
          <a:custGeom>
            <a:avLst/>
            <a:gdLst/>
            <a:ahLst/>
            <a:cxnLst/>
            <a:rect l="l" t="t" r="r" b="b"/>
            <a:pathLst>
              <a:path w="11776" h="23732" extrusionOk="0">
                <a:moveTo>
                  <a:pt x="4745" y="1"/>
                </a:moveTo>
                <a:cubicBezTo>
                  <a:pt x="4643" y="1"/>
                  <a:pt x="4543" y="47"/>
                  <a:pt x="4437" y="162"/>
                </a:cubicBezTo>
                <a:lnTo>
                  <a:pt x="5038" y="996"/>
                </a:lnTo>
                <a:cubicBezTo>
                  <a:pt x="6005" y="2464"/>
                  <a:pt x="5104" y="3031"/>
                  <a:pt x="5038" y="3765"/>
                </a:cubicBezTo>
                <a:cubicBezTo>
                  <a:pt x="5038" y="4599"/>
                  <a:pt x="5138" y="5399"/>
                  <a:pt x="5304" y="6200"/>
                </a:cubicBezTo>
                <a:cubicBezTo>
                  <a:pt x="4675" y="5287"/>
                  <a:pt x="4402" y="4523"/>
                  <a:pt x="3702" y="4523"/>
                </a:cubicBezTo>
                <a:cubicBezTo>
                  <a:pt x="3659" y="4523"/>
                  <a:pt x="3615" y="4526"/>
                  <a:pt x="3570" y="4532"/>
                </a:cubicBezTo>
                <a:cubicBezTo>
                  <a:pt x="2769" y="4599"/>
                  <a:pt x="2669" y="4565"/>
                  <a:pt x="1468" y="5599"/>
                </a:cubicBezTo>
                <a:cubicBezTo>
                  <a:pt x="301" y="6600"/>
                  <a:pt x="1" y="7000"/>
                  <a:pt x="34" y="7334"/>
                </a:cubicBezTo>
                <a:cubicBezTo>
                  <a:pt x="67" y="7734"/>
                  <a:pt x="568" y="8335"/>
                  <a:pt x="768" y="8668"/>
                </a:cubicBezTo>
                <a:cubicBezTo>
                  <a:pt x="1468" y="9736"/>
                  <a:pt x="1702" y="11170"/>
                  <a:pt x="1902" y="12404"/>
                </a:cubicBezTo>
                <a:cubicBezTo>
                  <a:pt x="2836" y="18242"/>
                  <a:pt x="401" y="21110"/>
                  <a:pt x="3403" y="23445"/>
                </a:cubicBezTo>
                <a:cubicBezTo>
                  <a:pt x="3658" y="23615"/>
                  <a:pt x="3989" y="23731"/>
                  <a:pt x="4402" y="23731"/>
                </a:cubicBezTo>
                <a:cubicBezTo>
                  <a:pt x="5452" y="23731"/>
                  <a:pt x="7029" y="22980"/>
                  <a:pt x="9207" y="20443"/>
                </a:cubicBezTo>
                <a:cubicBezTo>
                  <a:pt x="10742" y="18642"/>
                  <a:pt x="11776" y="14839"/>
                  <a:pt x="11309" y="13071"/>
                </a:cubicBezTo>
                <a:cubicBezTo>
                  <a:pt x="10808" y="11303"/>
                  <a:pt x="10075" y="10136"/>
                  <a:pt x="9774" y="8768"/>
                </a:cubicBezTo>
                <a:cubicBezTo>
                  <a:pt x="9474" y="7401"/>
                  <a:pt x="9774" y="4899"/>
                  <a:pt x="9107" y="3731"/>
                </a:cubicBezTo>
                <a:cubicBezTo>
                  <a:pt x="8640" y="3064"/>
                  <a:pt x="8040" y="2497"/>
                  <a:pt x="7339" y="2097"/>
                </a:cubicBezTo>
                <a:cubicBezTo>
                  <a:pt x="6806" y="1730"/>
                  <a:pt x="6205" y="829"/>
                  <a:pt x="5638" y="496"/>
                </a:cubicBezTo>
                <a:cubicBezTo>
                  <a:pt x="5258" y="282"/>
                  <a:pt x="4997" y="1"/>
                  <a:pt x="4745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41">
            <a:extLst>
              <a:ext uri="{FF2B5EF4-FFF2-40B4-BE49-F238E27FC236}">
                <a16:creationId xmlns:a16="http://schemas.microsoft.com/office/drawing/2014/main" id="{0D00A4FB-8A5E-35C0-D8CF-35F5CAAA9BA0}"/>
              </a:ext>
            </a:extLst>
          </p:cNvPr>
          <p:cNvSpPr/>
          <p:nvPr/>
        </p:nvSpPr>
        <p:spPr>
          <a:xfrm>
            <a:off x="2922778" y="4104311"/>
            <a:ext cx="181726" cy="366231"/>
          </a:xfrm>
          <a:custGeom>
            <a:avLst/>
            <a:gdLst/>
            <a:ahLst/>
            <a:cxnLst/>
            <a:rect l="l" t="t" r="r" b="b"/>
            <a:pathLst>
              <a:path w="11776" h="23732" extrusionOk="0">
                <a:moveTo>
                  <a:pt x="4745" y="1"/>
                </a:moveTo>
                <a:cubicBezTo>
                  <a:pt x="4643" y="1"/>
                  <a:pt x="4543" y="47"/>
                  <a:pt x="4437" y="162"/>
                </a:cubicBezTo>
                <a:lnTo>
                  <a:pt x="5038" y="996"/>
                </a:lnTo>
                <a:cubicBezTo>
                  <a:pt x="6005" y="2464"/>
                  <a:pt x="5104" y="3031"/>
                  <a:pt x="5038" y="3765"/>
                </a:cubicBezTo>
                <a:cubicBezTo>
                  <a:pt x="5038" y="4599"/>
                  <a:pt x="5138" y="5399"/>
                  <a:pt x="5304" y="6200"/>
                </a:cubicBezTo>
                <a:cubicBezTo>
                  <a:pt x="4675" y="5287"/>
                  <a:pt x="4402" y="4523"/>
                  <a:pt x="3702" y="4523"/>
                </a:cubicBezTo>
                <a:cubicBezTo>
                  <a:pt x="3659" y="4523"/>
                  <a:pt x="3615" y="4526"/>
                  <a:pt x="3570" y="4532"/>
                </a:cubicBezTo>
                <a:cubicBezTo>
                  <a:pt x="2769" y="4599"/>
                  <a:pt x="2669" y="4565"/>
                  <a:pt x="1468" y="5599"/>
                </a:cubicBezTo>
                <a:cubicBezTo>
                  <a:pt x="301" y="6600"/>
                  <a:pt x="1" y="7000"/>
                  <a:pt x="34" y="7334"/>
                </a:cubicBezTo>
                <a:cubicBezTo>
                  <a:pt x="67" y="7734"/>
                  <a:pt x="568" y="8335"/>
                  <a:pt x="768" y="8668"/>
                </a:cubicBezTo>
                <a:cubicBezTo>
                  <a:pt x="1468" y="9736"/>
                  <a:pt x="1702" y="11170"/>
                  <a:pt x="1902" y="12404"/>
                </a:cubicBezTo>
                <a:cubicBezTo>
                  <a:pt x="2836" y="18242"/>
                  <a:pt x="401" y="21110"/>
                  <a:pt x="3403" y="23445"/>
                </a:cubicBezTo>
                <a:cubicBezTo>
                  <a:pt x="3658" y="23615"/>
                  <a:pt x="3989" y="23731"/>
                  <a:pt x="4402" y="23731"/>
                </a:cubicBezTo>
                <a:cubicBezTo>
                  <a:pt x="5452" y="23731"/>
                  <a:pt x="7029" y="22980"/>
                  <a:pt x="9207" y="20443"/>
                </a:cubicBezTo>
                <a:cubicBezTo>
                  <a:pt x="10742" y="18642"/>
                  <a:pt x="11776" y="14839"/>
                  <a:pt x="11309" y="13071"/>
                </a:cubicBezTo>
                <a:cubicBezTo>
                  <a:pt x="10808" y="11303"/>
                  <a:pt x="10075" y="10136"/>
                  <a:pt x="9774" y="8768"/>
                </a:cubicBezTo>
                <a:cubicBezTo>
                  <a:pt x="9474" y="7401"/>
                  <a:pt x="9774" y="4899"/>
                  <a:pt x="9107" y="3731"/>
                </a:cubicBezTo>
                <a:cubicBezTo>
                  <a:pt x="8640" y="3064"/>
                  <a:pt x="8040" y="2497"/>
                  <a:pt x="7339" y="2097"/>
                </a:cubicBezTo>
                <a:cubicBezTo>
                  <a:pt x="6806" y="1730"/>
                  <a:pt x="6205" y="829"/>
                  <a:pt x="5638" y="496"/>
                </a:cubicBezTo>
                <a:cubicBezTo>
                  <a:pt x="5258" y="282"/>
                  <a:pt x="4997" y="1"/>
                  <a:pt x="474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41">
            <a:extLst>
              <a:ext uri="{FF2B5EF4-FFF2-40B4-BE49-F238E27FC236}">
                <a16:creationId xmlns:a16="http://schemas.microsoft.com/office/drawing/2014/main" id="{3B69292E-CDDD-8EE7-0E39-6185063D3A26}"/>
              </a:ext>
            </a:extLst>
          </p:cNvPr>
          <p:cNvSpPr/>
          <p:nvPr/>
        </p:nvSpPr>
        <p:spPr>
          <a:xfrm>
            <a:off x="2951605" y="4279247"/>
            <a:ext cx="152900" cy="191294"/>
          </a:xfrm>
          <a:custGeom>
            <a:avLst/>
            <a:gdLst/>
            <a:ahLst/>
            <a:cxnLst/>
            <a:rect l="l" t="t" r="r" b="b"/>
            <a:pathLst>
              <a:path w="9908" h="12396" extrusionOk="0">
                <a:moveTo>
                  <a:pt x="8840" y="1"/>
                </a:moveTo>
                <a:cubicBezTo>
                  <a:pt x="8840" y="134"/>
                  <a:pt x="8874" y="234"/>
                  <a:pt x="8907" y="334"/>
                </a:cubicBezTo>
                <a:cubicBezTo>
                  <a:pt x="8907" y="568"/>
                  <a:pt x="8940" y="801"/>
                  <a:pt x="8940" y="1035"/>
                </a:cubicBezTo>
                <a:cubicBezTo>
                  <a:pt x="9040" y="1935"/>
                  <a:pt x="8907" y="2836"/>
                  <a:pt x="8540" y="3670"/>
                </a:cubicBezTo>
                <a:cubicBezTo>
                  <a:pt x="8173" y="4371"/>
                  <a:pt x="7339" y="6172"/>
                  <a:pt x="6339" y="6172"/>
                </a:cubicBezTo>
                <a:cubicBezTo>
                  <a:pt x="5805" y="6172"/>
                  <a:pt x="5338" y="5605"/>
                  <a:pt x="5171" y="4971"/>
                </a:cubicBezTo>
                <a:cubicBezTo>
                  <a:pt x="5104" y="4704"/>
                  <a:pt x="4971" y="3970"/>
                  <a:pt x="4971" y="3970"/>
                </a:cubicBezTo>
                <a:cubicBezTo>
                  <a:pt x="4070" y="4137"/>
                  <a:pt x="3203" y="4471"/>
                  <a:pt x="2369" y="4904"/>
                </a:cubicBezTo>
                <a:cubicBezTo>
                  <a:pt x="935" y="5772"/>
                  <a:pt x="968" y="5972"/>
                  <a:pt x="968" y="5972"/>
                </a:cubicBezTo>
                <a:cubicBezTo>
                  <a:pt x="1035" y="6405"/>
                  <a:pt x="1035" y="6806"/>
                  <a:pt x="968" y="7239"/>
                </a:cubicBezTo>
                <a:cubicBezTo>
                  <a:pt x="868" y="7673"/>
                  <a:pt x="668" y="8107"/>
                  <a:pt x="368" y="8440"/>
                </a:cubicBezTo>
                <a:cubicBezTo>
                  <a:pt x="268" y="8574"/>
                  <a:pt x="134" y="8640"/>
                  <a:pt x="1" y="8740"/>
                </a:cubicBezTo>
                <a:cubicBezTo>
                  <a:pt x="1" y="10075"/>
                  <a:pt x="301" y="11142"/>
                  <a:pt x="1568" y="12109"/>
                </a:cubicBezTo>
                <a:cubicBezTo>
                  <a:pt x="1813" y="12279"/>
                  <a:pt x="2138" y="12395"/>
                  <a:pt x="2547" y="12395"/>
                </a:cubicBezTo>
                <a:cubicBezTo>
                  <a:pt x="3584" y="12395"/>
                  <a:pt x="5161" y="11644"/>
                  <a:pt x="7339" y="9107"/>
                </a:cubicBezTo>
                <a:cubicBezTo>
                  <a:pt x="8874" y="7306"/>
                  <a:pt x="9908" y="3503"/>
                  <a:pt x="9441" y="1735"/>
                </a:cubicBezTo>
                <a:cubicBezTo>
                  <a:pt x="9274" y="1135"/>
                  <a:pt x="9074" y="568"/>
                  <a:pt x="88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41">
            <a:extLst>
              <a:ext uri="{FF2B5EF4-FFF2-40B4-BE49-F238E27FC236}">
                <a16:creationId xmlns:a16="http://schemas.microsoft.com/office/drawing/2014/main" id="{129D240B-05D4-30D6-FF1C-BFD226382FD0}"/>
              </a:ext>
            </a:extLst>
          </p:cNvPr>
          <p:cNvSpPr/>
          <p:nvPr/>
        </p:nvSpPr>
        <p:spPr>
          <a:xfrm>
            <a:off x="2948519" y="4275127"/>
            <a:ext cx="23688" cy="111465"/>
          </a:xfrm>
          <a:custGeom>
            <a:avLst/>
            <a:gdLst/>
            <a:ahLst/>
            <a:cxnLst/>
            <a:rect l="l" t="t" r="r" b="b"/>
            <a:pathLst>
              <a:path w="1535" h="7223" extrusionOk="0">
                <a:moveTo>
                  <a:pt x="1" y="1"/>
                </a:moveTo>
                <a:cubicBezTo>
                  <a:pt x="101" y="468"/>
                  <a:pt x="167" y="902"/>
                  <a:pt x="234" y="1335"/>
                </a:cubicBezTo>
                <a:cubicBezTo>
                  <a:pt x="468" y="2870"/>
                  <a:pt x="534" y="4437"/>
                  <a:pt x="401" y="5972"/>
                </a:cubicBezTo>
                <a:cubicBezTo>
                  <a:pt x="671" y="6859"/>
                  <a:pt x="941" y="7222"/>
                  <a:pt x="1140" y="7222"/>
                </a:cubicBezTo>
                <a:cubicBezTo>
                  <a:pt x="1285" y="7222"/>
                  <a:pt x="1393" y="7029"/>
                  <a:pt x="1435" y="6706"/>
                </a:cubicBezTo>
                <a:cubicBezTo>
                  <a:pt x="1535" y="5938"/>
                  <a:pt x="634" y="2703"/>
                  <a:pt x="1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41">
            <a:extLst>
              <a:ext uri="{FF2B5EF4-FFF2-40B4-BE49-F238E27FC236}">
                <a16:creationId xmlns:a16="http://schemas.microsoft.com/office/drawing/2014/main" id="{E3BBDD92-02A2-81DD-5703-A45860CF2835}"/>
              </a:ext>
            </a:extLst>
          </p:cNvPr>
          <p:cNvSpPr/>
          <p:nvPr/>
        </p:nvSpPr>
        <p:spPr>
          <a:xfrm>
            <a:off x="2990725" y="4104126"/>
            <a:ext cx="53549" cy="249750"/>
          </a:xfrm>
          <a:custGeom>
            <a:avLst/>
            <a:gdLst/>
            <a:ahLst/>
            <a:cxnLst/>
            <a:rect l="l" t="t" r="r" b="b"/>
            <a:pathLst>
              <a:path w="3470" h="16184" extrusionOk="0">
                <a:moveTo>
                  <a:pt x="339" y="0"/>
                </a:moveTo>
                <a:cubicBezTo>
                  <a:pt x="232" y="0"/>
                  <a:pt x="124" y="51"/>
                  <a:pt x="1" y="174"/>
                </a:cubicBezTo>
                <a:lnTo>
                  <a:pt x="635" y="1008"/>
                </a:lnTo>
                <a:cubicBezTo>
                  <a:pt x="1569" y="2476"/>
                  <a:pt x="701" y="3043"/>
                  <a:pt x="635" y="3777"/>
                </a:cubicBezTo>
                <a:cubicBezTo>
                  <a:pt x="635" y="4611"/>
                  <a:pt x="701" y="5411"/>
                  <a:pt x="901" y="6178"/>
                </a:cubicBezTo>
                <a:cubicBezTo>
                  <a:pt x="1368" y="8747"/>
                  <a:pt x="1869" y="9614"/>
                  <a:pt x="2036" y="12016"/>
                </a:cubicBezTo>
                <a:cubicBezTo>
                  <a:pt x="2202" y="14418"/>
                  <a:pt x="1635" y="15985"/>
                  <a:pt x="1969" y="16152"/>
                </a:cubicBezTo>
                <a:cubicBezTo>
                  <a:pt x="2017" y="16171"/>
                  <a:pt x="2073" y="16183"/>
                  <a:pt x="2134" y="16183"/>
                </a:cubicBezTo>
                <a:cubicBezTo>
                  <a:pt x="2495" y="16183"/>
                  <a:pt x="3037" y="15777"/>
                  <a:pt x="3236" y="14151"/>
                </a:cubicBezTo>
                <a:cubicBezTo>
                  <a:pt x="3470" y="12249"/>
                  <a:pt x="2736" y="8980"/>
                  <a:pt x="2236" y="7446"/>
                </a:cubicBezTo>
                <a:cubicBezTo>
                  <a:pt x="1702" y="5878"/>
                  <a:pt x="1302" y="4244"/>
                  <a:pt x="1469" y="3243"/>
                </a:cubicBezTo>
                <a:cubicBezTo>
                  <a:pt x="1602" y="2509"/>
                  <a:pt x="2002" y="1408"/>
                  <a:pt x="1602" y="708"/>
                </a:cubicBezTo>
                <a:cubicBezTo>
                  <a:pt x="1469" y="641"/>
                  <a:pt x="1335" y="574"/>
                  <a:pt x="1235" y="508"/>
                </a:cubicBezTo>
                <a:cubicBezTo>
                  <a:pt x="820" y="254"/>
                  <a:pt x="580" y="0"/>
                  <a:pt x="339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41">
            <a:extLst>
              <a:ext uri="{FF2B5EF4-FFF2-40B4-BE49-F238E27FC236}">
                <a16:creationId xmlns:a16="http://schemas.microsoft.com/office/drawing/2014/main" id="{0FE5A98A-BD7F-2BE9-100F-CFF2AD03F38F}"/>
              </a:ext>
            </a:extLst>
          </p:cNvPr>
          <p:cNvSpPr/>
          <p:nvPr/>
        </p:nvSpPr>
        <p:spPr>
          <a:xfrm>
            <a:off x="2961898" y="4336392"/>
            <a:ext cx="70030" cy="40416"/>
          </a:xfrm>
          <a:custGeom>
            <a:avLst/>
            <a:gdLst/>
            <a:ahLst/>
            <a:cxnLst/>
            <a:rect l="l" t="t" r="r" b="b"/>
            <a:pathLst>
              <a:path w="4538" h="2619" extrusionOk="0">
                <a:moveTo>
                  <a:pt x="4271" y="0"/>
                </a:moveTo>
                <a:cubicBezTo>
                  <a:pt x="2469" y="301"/>
                  <a:pt x="1469" y="734"/>
                  <a:pt x="68" y="2202"/>
                </a:cubicBezTo>
                <a:cubicBezTo>
                  <a:pt x="1" y="2302"/>
                  <a:pt x="1" y="2469"/>
                  <a:pt x="68" y="2569"/>
                </a:cubicBezTo>
                <a:cubicBezTo>
                  <a:pt x="118" y="2602"/>
                  <a:pt x="184" y="2619"/>
                  <a:pt x="247" y="2619"/>
                </a:cubicBezTo>
                <a:cubicBezTo>
                  <a:pt x="309" y="2619"/>
                  <a:pt x="368" y="2602"/>
                  <a:pt x="401" y="2569"/>
                </a:cubicBezTo>
                <a:cubicBezTo>
                  <a:pt x="1735" y="1135"/>
                  <a:pt x="2636" y="768"/>
                  <a:pt x="4337" y="501"/>
                </a:cubicBezTo>
                <a:cubicBezTo>
                  <a:pt x="4371" y="501"/>
                  <a:pt x="4404" y="467"/>
                  <a:pt x="4471" y="434"/>
                </a:cubicBezTo>
                <a:cubicBezTo>
                  <a:pt x="4504" y="367"/>
                  <a:pt x="4537" y="301"/>
                  <a:pt x="4537" y="201"/>
                </a:cubicBezTo>
                <a:cubicBezTo>
                  <a:pt x="4504" y="67"/>
                  <a:pt x="4404" y="0"/>
                  <a:pt x="4271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41">
            <a:extLst>
              <a:ext uri="{FF2B5EF4-FFF2-40B4-BE49-F238E27FC236}">
                <a16:creationId xmlns:a16="http://schemas.microsoft.com/office/drawing/2014/main" id="{B19A2946-EC7B-B83D-6F1F-96C81E9ACEB3}"/>
              </a:ext>
            </a:extLst>
          </p:cNvPr>
          <p:cNvSpPr/>
          <p:nvPr/>
        </p:nvSpPr>
        <p:spPr>
          <a:xfrm>
            <a:off x="2955216" y="4305466"/>
            <a:ext cx="75030" cy="43425"/>
          </a:xfrm>
          <a:custGeom>
            <a:avLst/>
            <a:gdLst/>
            <a:ahLst/>
            <a:cxnLst/>
            <a:rect l="l" t="t" r="r" b="b"/>
            <a:pathLst>
              <a:path w="4862" h="2814" extrusionOk="0">
                <a:moveTo>
                  <a:pt x="4506" y="0"/>
                </a:moveTo>
                <a:cubicBezTo>
                  <a:pt x="4494" y="0"/>
                  <a:pt x="4482" y="1"/>
                  <a:pt x="4470" y="3"/>
                </a:cubicBezTo>
                <a:cubicBezTo>
                  <a:pt x="2635" y="337"/>
                  <a:pt x="1568" y="837"/>
                  <a:pt x="67" y="2405"/>
                </a:cubicBezTo>
                <a:cubicBezTo>
                  <a:pt x="0" y="2505"/>
                  <a:pt x="0" y="2672"/>
                  <a:pt x="67" y="2738"/>
                </a:cubicBezTo>
                <a:cubicBezTo>
                  <a:pt x="117" y="2788"/>
                  <a:pt x="184" y="2813"/>
                  <a:pt x="250" y="2813"/>
                </a:cubicBezTo>
                <a:cubicBezTo>
                  <a:pt x="317" y="2813"/>
                  <a:pt x="384" y="2788"/>
                  <a:pt x="434" y="2738"/>
                </a:cubicBezTo>
                <a:cubicBezTo>
                  <a:pt x="1468" y="1504"/>
                  <a:pt x="2936" y="703"/>
                  <a:pt x="4570" y="503"/>
                </a:cubicBezTo>
                <a:cubicBezTo>
                  <a:pt x="4603" y="503"/>
                  <a:pt x="4637" y="470"/>
                  <a:pt x="4670" y="437"/>
                </a:cubicBezTo>
                <a:lnTo>
                  <a:pt x="4704" y="437"/>
                </a:lnTo>
                <a:cubicBezTo>
                  <a:pt x="4862" y="278"/>
                  <a:pt x="4720" y="0"/>
                  <a:pt x="4506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41">
            <a:extLst>
              <a:ext uri="{FF2B5EF4-FFF2-40B4-BE49-F238E27FC236}">
                <a16:creationId xmlns:a16="http://schemas.microsoft.com/office/drawing/2014/main" id="{CF2EF1FA-CEBA-6892-C69A-478766CF7CD9}"/>
              </a:ext>
            </a:extLst>
          </p:cNvPr>
          <p:cNvSpPr/>
          <p:nvPr/>
        </p:nvSpPr>
        <p:spPr>
          <a:xfrm>
            <a:off x="2949028" y="4270976"/>
            <a:ext cx="84274" cy="48564"/>
          </a:xfrm>
          <a:custGeom>
            <a:avLst/>
            <a:gdLst/>
            <a:ahLst/>
            <a:cxnLst/>
            <a:rect l="l" t="t" r="r" b="b"/>
            <a:pathLst>
              <a:path w="5461" h="3147" extrusionOk="0">
                <a:moveTo>
                  <a:pt x="5046" y="1"/>
                </a:moveTo>
                <a:cubicBezTo>
                  <a:pt x="5032" y="1"/>
                  <a:pt x="5019" y="1"/>
                  <a:pt x="5004" y="3"/>
                </a:cubicBezTo>
                <a:cubicBezTo>
                  <a:pt x="2970" y="403"/>
                  <a:pt x="1735" y="970"/>
                  <a:pt x="101" y="2705"/>
                </a:cubicBezTo>
                <a:cubicBezTo>
                  <a:pt x="1" y="2805"/>
                  <a:pt x="1" y="2972"/>
                  <a:pt x="101" y="3072"/>
                </a:cubicBezTo>
                <a:cubicBezTo>
                  <a:pt x="151" y="3122"/>
                  <a:pt x="218" y="3147"/>
                  <a:pt x="289" y="3147"/>
                </a:cubicBezTo>
                <a:cubicBezTo>
                  <a:pt x="360" y="3147"/>
                  <a:pt x="435" y="3122"/>
                  <a:pt x="501" y="3072"/>
                </a:cubicBezTo>
                <a:cubicBezTo>
                  <a:pt x="2036" y="1437"/>
                  <a:pt x="3170" y="904"/>
                  <a:pt x="5105" y="570"/>
                </a:cubicBezTo>
                <a:cubicBezTo>
                  <a:pt x="5138" y="537"/>
                  <a:pt x="5205" y="537"/>
                  <a:pt x="5238" y="503"/>
                </a:cubicBezTo>
                <a:lnTo>
                  <a:pt x="5238" y="470"/>
                </a:lnTo>
                <a:cubicBezTo>
                  <a:pt x="5460" y="311"/>
                  <a:pt x="5320" y="1"/>
                  <a:pt x="5046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1">
            <a:extLst>
              <a:ext uri="{FF2B5EF4-FFF2-40B4-BE49-F238E27FC236}">
                <a16:creationId xmlns:a16="http://schemas.microsoft.com/office/drawing/2014/main" id="{73F08F73-707C-4667-AAD4-F3175AD28C1A}"/>
              </a:ext>
            </a:extLst>
          </p:cNvPr>
          <p:cNvSpPr/>
          <p:nvPr/>
        </p:nvSpPr>
        <p:spPr>
          <a:xfrm>
            <a:off x="2946975" y="4242087"/>
            <a:ext cx="80832" cy="47608"/>
          </a:xfrm>
          <a:custGeom>
            <a:avLst/>
            <a:gdLst/>
            <a:ahLst/>
            <a:cxnLst/>
            <a:rect l="l" t="t" r="r" b="b"/>
            <a:pathLst>
              <a:path w="5238" h="3085" extrusionOk="0">
                <a:moveTo>
                  <a:pt x="4958" y="1"/>
                </a:moveTo>
                <a:cubicBezTo>
                  <a:pt x="4940" y="1"/>
                  <a:pt x="4922" y="3"/>
                  <a:pt x="4904" y="7"/>
                </a:cubicBezTo>
                <a:cubicBezTo>
                  <a:pt x="2903" y="374"/>
                  <a:pt x="1702" y="974"/>
                  <a:pt x="101" y="2642"/>
                </a:cubicBezTo>
                <a:cubicBezTo>
                  <a:pt x="0" y="2742"/>
                  <a:pt x="0" y="2909"/>
                  <a:pt x="101" y="3009"/>
                </a:cubicBezTo>
                <a:cubicBezTo>
                  <a:pt x="151" y="3059"/>
                  <a:pt x="217" y="3084"/>
                  <a:pt x="284" y="3084"/>
                </a:cubicBezTo>
                <a:cubicBezTo>
                  <a:pt x="351" y="3084"/>
                  <a:pt x="417" y="3059"/>
                  <a:pt x="467" y="3009"/>
                </a:cubicBezTo>
                <a:cubicBezTo>
                  <a:pt x="2002" y="1408"/>
                  <a:pt x="3103" y="874"/>
                  <a:pt x="5004" y="541"/>
                </a:cubicBezTo>
                <a:cubicBezTo>
                  <a:pt x="5037" y="541"/>
                  <a:pt x="5071" y="507"/>
                  <a:pt x="5137" y="474"/>
                </a:cubicBezTo>
                <a:cubicBezTo>
                  <a:pt x="5204" y="407"/>
                  <a:pt x="5238" y="307"/>
                  <a:pt x="5204" y="207"/>
                </a:cubicBezTo>
                <a:cubicBezTo>
                  <a:pt x="5204" y="91"/>
                  <a:pt x="5078" y="1"/>
                  <a:pt x="4958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41">
            <a:extLst>
              <a:ext uri="{FF2B5EF4-FFF2-40B4-BE49-F238E27FC236}">
                <a16:creationId xmlns:a16="http://schemas.microsoft.com/office/drawing/2014/main" id="{A93A8FA6-679D-1DCE-052C-9B171B5CAAB8}"/>
              </a:ext>
            </a:extLst>
          </p:cNvPr>
          <p:cNvSpPr/>
          <p:nvPr/>
        </p:nvSpPr>
        <p:spPr>
          <a:xfrm>
            <a:off x="2937716" y="4213739"/>
            <a:ext cx="82098" cy="47638"/>
          </a:xfrm>
          <a:custGeom>
            <a:avLst/>
            <a:gdLst/>
            <a:ahLst/>
            <a:cxnLst/>
            <a:rect l="l" t="t" r="r" b="b"/>
            <a:pathLst>
              <a:path w="5320" h="3087" extrusionOk="0">
                <a:moveTo>
                  <a:pt x="4972" y="1"/>
                </a:moveTo>
                <a:cubicBezTo>
                  <a:pt x="4950" y="1"/>
                  <a:pt x="4927" y="3"/>
                  <a:pt x="4904" y="9"/>
                </a:cubicBezTo>
                <a:cubicBezTo>
                  <a:pt x="2902" y="376"/>
                  <a:pt x="1701" y="943"/>
                  <a:pt x="133" y="2611"/>
                </a:cubicBezTo>
                <a:cubicBezTo>
                  <a:pt x="0" y="2711"/>
                  <a:pt x="0" y="2878"/>
                  <a:pt x="133" y="3012"/>
                </a:cubicBezTo>
                <a:cubicBezTo>
                  <a:pt x="184" y="3062"/>
                  <a:pt x="250" y="3087"/>
                  <a:pt x="317" y="3087"/>
                </a:cubicBezTo>
                <a:cubicBezTo>
                  <a:pt x="384" y="3087"/>
                  <a:pt x="450" y="3062"/>
                  <a:pt x="500" y="3012"/>
                </a:cubicBezTo>
                <a:cubicBezTo>
                  <a:pt x="2001" y="1377"/>
                  <a:pt x="3102" y="877"/>
                  <a:pt x="5004" y="510"/>
                </a:cubicBezTo>
                <a:cubicBezTo>
                  <a:pt x="5037" y="510"/>
                  <a:pt x="5104" y="476"/>
                  <a:pt x="5137" y="443"/>
                </a:cubicBezTo>
                <a:cubicBezTo>
                  <a:pt x="5319" y="291"/>
                  <a:pt x="5197" y="1"/>
                  <a:pt x="4972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41">
            <a:extLst>
              <a:ext uri="{FF2B5EF4-FFF2-40B4-BE49-F238E27FC236}">
                <a16:creationId xmlns:a16="http://schemas.microsoft.com/office/drawing/2014/main" id="{FE7D0F1B-C04D-4471-12C0-5CDF9022FCA8}"/>
              </a:ext>
            </a:extLst>
          </p:cNvPr>
          <p:cNvSpPr/>
          <p:nvPr/>
        </p:nvSpPr>
        <p:spPr>
          <a:xfrm>
            <a:off x="2609294" y="3686090"/>
            <a:ext cx="494701" cy="493312"/>
          </a:xfrm>
          <a:custGeom>
            <a:avLst/>
            <a:gdLst/>
            <a:ahLst/>
            <a:cxnLst/>
            <a:rect l="l" t="t" r="r" b="b"/>
            <a:pathLst>
              <a:path w="32057" h="31967" extrusionOk="0">
                <a:moveTo>
                  <a:pt x="16236" y="0"/>
                </a:moveTo>
                <a:cubicBezTo>
                  <a:pt x="13415" y="0"/>
                  <a:pt x="10503" y="175"/>
                  <a:pt x="7772" y="644"/>
                </a:cubicBezTo>
                <a:cubicBezTo>
                  <a:pt x="0" y="2012"/>
                  <a:pt x="701" y="8316"/>
                  <a:pt x="2102" y="12186"/>
                </a:cubicBezTo>
                <a:cubicBezTo>
                  <a:pt x="4837" y="19858"/>
                  <a:pt x="17479" y="31966"/>
                  <a:pt x="17479" y="31966"/>
                </a:cubicBezTo>
                <a:cubicBezTo>
                  <a:pt x="17479" y="31966"/>
                  <a:pt x="23317" y="29431"/>
                  <a:pt x="24584" y="25562"/>
                </a:cubicBezTo>
                <a:lnTo>
                  <a:pt x="21382" y="18790"/>
                </a:lnTo>
                <a:lnTo>
                  <a:pt x="31022" y="21559"/>
                </a:lnTo>
                <a:lnTo>
                  <a:pt x="32056" y="20158"/>
                </a:lnTo>
                <a:lnTo>
                  <a:pt x="31890" y="1478"/>
                </a:lnTo>
                <a:cubicBezTo>
                  <a:pt x="31890" y="1478"/>
                  <a:pt x="24445" y="0"/>
                  <a:pt x="16236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41">
            <a:extLst>
              <a:ext uri="{FF2B5EF4-FFF2-40B4-BE49-F238E27FC236}">
                <a16:creationId xmlns:a16="http://schemas.microsoft.com/office/drawing/2014/main" id="{A498C937-6AB9-13A3-4C2D-F994862C965E}"/>
              </a:ext>
            </a:extLst>
          </p:cNvPr>
          <p:cNvSpPr/>
          <p:nvPr/>
        </p:nvSpPr>
        <p:spPr>
          <a:xfrm>
            <a:off x="2843504" y="4037830"/>
            <a:ext cx="145184" cy="141573"/>
          </a:xfrm>
          <a:custGeom>
            <a:avLst/>
            <a:gdLst/>
            <a:ahLst/>
            <a:cxnLst/>
            <a:rect l="l" t="t" r="r" b="b"/>
            <a:pathLst>
              <a:path w="9408" h="9174" extrusionOk="0">
                <a:moveTo>
                  <a:pt x="8106" y="0"/>
                </a:moveTo>
                <a:lnTo>
                  <a:pt x="1" y="6872"/>
                </a:lnTo>
                <a:cubicBezTo>
                  <a:pt x="1402" y="8273"/>
                  <a:pt x="2302" y="9173"/>
                  <a:pt x="2302" y="9173"/>
                </a:cubicBezTo>
                <a:cubicBezTo>
                  <a:pt x="2302" y="9173"/>
                  <a:pt x="8140" y="6638"/>
                  <a:pt x="9407" y="2769"/>
                </a:cubicBezTo>
                <a:lnTo>
                  <a:pt x="8106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41">
            <a:extLst>
              <a:ext uri="{FF2B5EF4-FFF2-40B4-BE49-F238E27FC236}">
                <a16:creationId xmlns:a16="http://schemas.microsoft.com/office/drawing/2014/main" id="{1A71E89A-5AC3-223D-AB57-77BB1BEB5B2E}"/>
              </a:ext>
            </a:extLst>
          </p:cNvPr>
          <p:cNvSpPr/>
          <p:nvPr/>
        </p:nvSpPr>
        <p:spPr>
          <a:xfrm>
            <a:off x="2816221" y="3804129"/>
            <a:ext cx="160106" cy="182745"/>
          </a:xfrm>
          <a:custGeom>
            <a:avLst/>
            <a:gdLst/>
            <a:ahLst/>
            <a:cxnLst/>
            <a:rect l="l" t="t" r="r" b="b"/>
            <a:pathLst>
              <a:path w="10375" h="11842" extrusionOk="0">
                <a:moveTo>
                  <a:pt x="1" y="0"/>
                </a:moveTo>
                <a:lnTo>
                  <a:pt x="1" y="0"/>
                </a:lnTo>
                <a:cubicBezTo>
                  <a:pt x="4404" y="2902"/>
                  <a:pt x="5038" y="4770"/>
                  <a:pt x="7940" y="11141"/>
                </a:cubicBezTo>
                <a:lnTo>
                  <a:pt x="10375" y="11842"/>
                </a:lnTo>
                <a:cubicBezTo>
                  <a:pt x="9107" y="9607"/>
                  <a:pt x="7706" y="7439"/>
                  <a:pt x="6205" y="5337"/>
                </a:cubicBezTo>
                <a:cubicBezTo>
                  <a:pt x="3137" y="1101"/>
                  <a:pt x="1" y="0"/>
                  <a:pt x="1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41">
            <a:extLst>
              <a:ext uri="{FF2B5EF4-FFF2-40B4-BE49-F238E27FC236}">
                <a16:creationId xmlns:a16="http://schemas.microsoft.com/office/drawing/2014/main" id="{BD2E9F89-4C18-6129-E0D6-249F4178E8E8}"/>
              </a:ext>
            </a:extLst>
          </p:cNvPr>
          <p:cNvSpPr/>
          <p:nvPr/>
        </p:nvSpPr>
        <p:spPr>
          <a:xfrm>
            <a:off x="2812625" y="4124311"/>
            <a:ext cx="188933" cy="185322"/>
          </a:xfrm>
          <a:custGeom>
            <a:avLst/>
            <a:gdLst/>
            <a:ahLst/>
            <a:cxnLst/>
            <a:rect l="l" t="t" r="r" b="b"/>
            <a:pathLst>
              <a:path w="12243" h="12009" extrusionOk="0">
                <a:moveTo>
                  <a:pt x="7772" y="0"/>
                </a:moveTo>
                <a:lnTo>
                  <a:pt x="2802" y="4036"/>
                </a:lnTo>
                <a:lnTo>
                  <a:pt x="0" y="5804"/>
                </a:lnTo>
                <a:lnTo>
                  <a:pt x="2936" y="12009"/>
                </a:lnTo>
                <a:lnTo>
                  <a:pt x="12242" y="7539"/>
                </a:lnTo>
                <a:lnTo>
                  <a:pt x="7772" y="0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1">
            <a:extLst>
              <a:ext uri="{FF2B5EF4-FFF2-40B4-BE49-F238E27FC236}">
                <a16:creationId xmlns:a16="http://schemas.microsoft.com/office/drawing/2014/main" id="{015AA176-5C03-77B0-6887-AD0AD6EC201E}"/>
              </a:ext>
            </a:extLst>
          </p:cNvPr>
          <p:cNvSpPr/>
          <p:nvPr/>
        </p:nvSpPr>
        <p:spPr>
          <a:xfrm>
            <a:off x="2549572" y="4262257"/>
            <a:ext cx="166294" cy="160183"/>
          </a:xfrm>
          <a:custGeom>
            <a:avLst/>
            <a:gdLst/>
            <a:ahLst/>
            <a:cxnLst/>
            <a:rect l="l" t="t" r="r" b="b"/>
            <a:pathLst>
              <a:path w="10776" h="10380" extrusionOk="0">
                <a:moveTo>
                  <a:pt x="5705" y="1"/>
                </a:moveTo>
                <a:cubicBezTo>
                  <a:pt x="3570" y="835"/>
                  <a:pt x="2269" y="1669"/>
                  <a:pt x="1268" y="2970"/>
                </a:cubicBezTo>
                <a:cubicBezTo>
                  <a:pt x="301" y="4271"/>
                  <a:pt x="1" y="5572"/>
                  <a:pt x="935" y="7106"/>
                </a:cubicBezTo>
                <a:cubicBezTo>
                  <a:pt x="1844" y="8632"/>
                  <a:pt x="3480" y="10379"/>
                  <a:pt x="5442" y="10379"/>
                </a:cubicBezTo>
                <a:cubicBezTo>
                  <a:pt x="5496" y="10379"/>
                  <a:pt x="5550" y="10378"/>
                  <a:pt x="5605" y="10375"/>
                </a:cubicBezTo>
                <a:cubicBezTo>
                  <a:pt x="7640" y="10242"/>
                  <a:pt x="8874" y="9741"/>
                  <a:pt x="10775" y="8707"/>
                </a:cubicBezTo>
                <a:lnTo>
                  <a:pt x="5705" y="1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1">
            <a:extLst>
              <a:ext uri="{FF2B5EF4-FFF2-40B4-BE49-F238E27FC236}">
                <a16:creationId xmlns:a16="http://schemas.microsoft.com/office/drawing/2014/main" id="{63046257-BA80-AE0B-A93C-4648D877535B}"/>
              </a:ext>
            </a:extLst>
          </p:cNvPr>
          <p:cNvSpPr/>
          <p:nvPr/>
        </p:nvSpPr>
        <p:spPr>
          <a:xfrm>
            <a:off x="2553183" y="4184542"/>
            <a:ext cx="346447" cy="228979"/>
          </a:xfrm>
          <a:custGeom>
            <a:avLst/>
            <a:gdLst/>
            <a:ahLst/>
            <a:cxnLst/>
            <a:rect l="l" t="t" r="r" b="b"/>
            <a:pathLst>
              <a:path w="22450" h="14838" extrusionOk="0">
                <a:moveTo>
                  <a:pt x="19395" y="0"/>
                </a:moveTo>
                <a:cubicBezTo>
                  <a:pt x="18720" y="0"/>
                  <a:pt x="17148" y="1216"/>
                  <a:pt x="15278" y="1935"/>
                </a:cubicBezTo>
                <a:cubicBezTo>
                  <a:pt x="13010" y="2835"/>
                  <a:pt x="10675" y="3569"/>
                  <a:pt x="8306" y="4170"/>
                </a:cubicBezTo>
                <a:cubicBezTo>
                  <a:pt x="5337" y="4970"/>
                  <a:pt x="3369" y="5604"/>
                  <a:pt x="1868" y="7939"/>
                </a:cubicBezTo>
                <a:cubicBezTo>
                  <a:pt x="0" y="10774"/>
                  <a:pt x="2669" y="13843"/>
                  <a:pt x="4837" y="14477"/>
                </a:cubicBezTo>
                <a:cubicBezTo>
                  <a:pt x="5663" y="14706"/>
                  <a:pt x="6325" y="14838"/>
                  <a:pt x="6982" y="14838"/>
                </a:cubicBezTo>
                <a:cubicBezTo>
                  <a:pt x="8050" y="14838"/>
                  <a:pt x="9107" y="14490"/>
                  <a:pt x="10841" y="13643"/>
                </a:cubicBezTo>
                <a:cubicBezTo>
                  <a:pt x="13276" y="12442"/>
                  <a:pt x="14010" y="11508"/>
                  <a:pt x="17012" y="10074"/>
                </a:cubicBezTo>
                <a:cubicBezTo>
                  <a:pt x="19781" y="8740"/>
                  <a:pt x="22450" y="7472"/>
                  <a:pt x="22416" y="6838"/>
                </a:cubicBezTo>
                <a:lnTo>
                  <a:pt x="22416" y="6838"/>
                </a:lnTo>
                <a:cubicBezTo>
                  <a:pt x="21916" y="7072"/>
                  <a:pt x="21482" y="7272"/>
                  <a:pt x="21282" y="7339"/>
                </a:cubicBezTo>
                <a:cubicBezTo>
                  <a:pt x="21049" y="7405"/>
                  <a:pt x="20848" y="7472"/>
                  <a:pt x="20648" y="7539"/>
                </a:cubicBezTo>
                <a:cubicBezTo>
                  <a:pt x="20448" y="7614"/>
                  <a:pt x="20229" y="7651"/>
                  <a:pt x="20020" y="7651"/>
                </a:cubicBezTo>
                <a:cubicBezTo>
                  <a:pt x="19950" y="7651"/>
                  <a:pt x="19881" y="7647"/>
                  <a:pt x="19814" y="7639"/>
                </a:cubicBezTo>
                <a:cubicBezTo>
                  <a:pt x="19548" y="7505"/>
                  <a:pt x="20348" y="6905"/>
                  <a:pt x="20482" y="6671"/>
                </a:cubicBezTo>
                <a:cubicBezTo>
                  <a:pt x="20782" y="6138"/>
                  <a:pt x="20215" y="4837"/>
                  <a:pt x="20048" y="4437"/>
                </a:cubicBezTo>
                <a:cubicBezTo>
                  <a:pt x="19781" y="3769"/>
                  <a:pt x="18880" y="2435"/>
                  <a:pt x="18647" y="2302"/>
                </a:cubicBezTo>
                <a:cubicBezTo>
                  <a:pt x="18528" y="2262"/>
                  <a:pt x="18405" y="2243"/>
                  <a:pt x="18282" y="2243"/>
                </a:cubicBezTo>
                <a:cubicBezTo>
                  <a:pt x="18094" y="2243"/>
                  <a:pt x="17908" y="2288"/>
                  <a:pt x="17746" y="2368"/>
                </a:cubicBezTo>
                <a:cubicBezTo>
                  <a:pt x="17624" y="2419"/>
                  <a:pt x="17538" y="2440"/>
                  <a:pt x="17481" y="2440"/>
                </a:cubicBezTo>
                <a:cubicBezTo>
                  <a:pt x="17274" y="2440"/>
                  <a:pt x="17434" y="2166"/>
                  <a:pt x="17513" y="2035"/>
                </a:cubicBezTo>
                <a:cubicBezTo>
                  <a:pt x="18180" y="1334"/>
                  <a:pt x="18880" y="667"/>
                  <a:pt x="19648" y="100"/>
                </a:cubicBezTo>
                <a:cubicBezTo>
                  <a:pt x="19588" y="31"/>
                  <a:pt x="19503" y="0"/>
                  <a:pt x="1939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1">
            <a:extLst>
              <a:ext uri="{FF2B5EF4-FFF2-40B4-BE49-F238E27FC236}">
                <a16:creationId xmlns:a16="http://schemas.microsoft.com/office/drawing/2014/main" id="{CEE1CF61-CCCB-AF57-D3B4-DCC0C8B0CBFA}"/>
              </a:ext>
            </a:extLst>
          </p:cNvPr>
          <p:cNvSpPr/>
          <p:nvPr/>
        </p:nvSpPr>
        <p:spPr>
          <a:xfrm>
            <a:off x="2553183" y="4184542"/>
            <a:ext cx="346447" cy="228979"/>
          </a:xfrm>
          <a:custGeom>
            <a:avLst/>
            <a:gdLst/>
            <a:ahLst/>
            <a:cxnLst/>
            <a:rect l="l" t="t" r="r" b="b"/>
            <a:pathLst>
              <a:path w="22450" h="14838" extrusionOk="0">
                <a:moveTo>
                  <a:pt x="19395" y="0"/>
                </a:moveTo>
                <a:cubicBezTo>
                  <a:pt x="18720" y="0"/>
                  <a:pt x="17148" y="1216"/>
                  <a:pt x="15278" y="1935"/>
                </a:cubicBezTo>
                <a:cubicBezTo>
                  <a:pt x="13010" y="2835"/>
                  <a:pt x="10675" y="3569"/>
                  <a:pt x="8306" y="4170"/>
                </a:cubicBezTo>
                <a:cubicBezTo>
                  <a:pt x="5337" y="4970"/>
                  <a:pt x="3369" y="5604"/>
                  <a:pt x="1868" y="7939"/>
                </a:cubicBezTo>
                <a:cubicBezTo>
                  <a:pt x="0" y="10774"/>
                  <a:pt x="2669" y="13843"/>
                  <a:pt x="4837" y="14477"/>
                </a:cubicBezTo>
                <a:cubicBezTo>
                  <a:pt x="5663" y="14706"/>
                  <a:pt x="6325" y="14838"/>
                  <a:pt x="6982" y="14838"/>
                </a:cubicBezTo>
                <a:cubicBezTo>
                  <a:pt x="8050" y="14838"/>
                  <a:pt x="9107" y="14490"/>
                  <a:pt x="10841" y="13643"/>
                </a:cubicBezTo>
                <a:cubicBezTo>
                  <a:pt x="13276" y="12442"/>
                  <a:pt x="14010" y="11508"/>
                  <a:pt x="17012" y="10074"/>
                </a:cubicBezTo>
                <a:cubicBezTo>
                  <a:pt x="19781" y="8740"/>
                  <a:pt x="22450" y="7472"/>
                  <a:pt x="22416" y="6838"/>
                </a:cubicBezTo>
                <a:lnTo>
                  <a:pt x="22416" y="6838"/>
                </a:lnTo>
                <a:cubicBezTo>
                  <a:pt x="21916" y="7072"/>
                  <a:pt x="21482" y="7272"/>
                  <a:pt x="21282" y="7339"/>
                </a:cubicBezTo>
                <a:cubicBezTo>
                  <a:pt x="21049" y="7405"/>
                  <a:pt x="20848" y="7472"/>
                  <a:pt x="20648" y="7539"/>
                </a:cubicBezTo>
                <a:cubicBezTo>
                  <a:pt x="20448" y="7614"/>
                  <a:pt x="20229" y="7651"/>
                  <a:pt x="20020" y="7651"/>
                </a:cubicBezTo>
                <a:cubicBezTo>
                  <a:pt x="19950" y="7651"/>
                  <a:pt x="19881" y="7647"/>
                  <a:pt x="19814" y="7639"/>
                </a:cubicBezTo>
                <a:cubicBezTo>
                  <a:pt x="19548" y="7505"/>
                  <a:pt x="20348" y="6905"/>
                  <a:pt x="20482" y="6671"/>
                </a:cubicBezTo>
                <a:cubicBezTo>
                  <a:pt x="20782" y="6138"/>
                  <a:pt x="20215" y="4837"/>
                  <a:pt x="20048" y="4437"/>
                </a:cubicBezTo>
                <a:cubicBezTo>
                  <a:pt x="19781" y="3769"/>
                  <a:pt x="18880" y="2435"/>
                  <a:pt x="18647" y="2302"/>
                </a:cubicBezTo>
                <a:cubicBezTo>
                  <a:pt x="18528" y="2262"/>
                  <a:pt x="18405" y="2243"/>
                  <a:pt x="18282" y="2243"/>
                </a:cubicBezTo>
                <a:cubicBezTo>
                  <a:pt x="18094" y="2243"/>
                  <a:pt x="17908" y="2288"/>
                  <a:pt x="17746" y="2368"/>
                </a:cubicBezTo>
                <a:cubicBezTo>
                  <a:pt x="17624" y="2419"/>
                  <a:pt x="17538" y="2440"/>
                  <a:pt x="17481" y="2440"/>
                </a:cubicBezTo>
                <a:cubicBezTo>
                  <a:pt x="17274" y="2440"/>
                  <a:pt x="17434" y="2166"/>
                  <a:pt x="17513" y="2035"/>
                </a:cubicBezTo>
                <a:cubicBezTo>
                  <a:pt x="18180" y="1334"/>
                  <a:pt x="18880" y="667"/>
                  <a:pt x="19648" y="100"/>
                </a:cubicBezTo>
                <a:cubicBezTo>
                  <a:pt x="19588" y="31"/>
                  <a:pt x="19503" y="0"/>
                  <a:pt x="193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41">
            <a:extLst>
              <a:ext uri="{FF2B5EF4-FFF2-40B4-BE49-F238E27FC236}">
                <a16:creationId xmlns:a16="http://schemas.microsoft.com/office/drawing/2014/main" id="{A8832E92-C907-88FE-B2EC-11CB696858BC}"/>
              </a:ext>
            </a:extLst>
          </p:cNvPr>
          <p:cNvSpPr/>
          <p:nvPr/>
        </p:nvSpPr>
        <p:spPr>
          <a:xfrm>
            <a:off x="2553183" y="4250421"/>
            <a:ext cx="181726" cy="163100"/>
          </a:xfrm>
          <a:custGeom>
            <a:avLst/>
            <a:gdLst/>
            <a:ahLst/>
            <a:cxnLst/>
            <a:rect l="l" t="t" r="r" b="b"/>
            <a:pathLst>
              <a:path w="11776" h="10569" extrusionOk="0">
                <a:moveTo>
                  <a:pt x="8039" y="1"/>
                </a:moveTo>
                <a:lnTo>
                  <a:pt x="8039" y="1"/>
                </a:lnTo>
                <a:cubicBezTo>
                  <a:pt x="5204" y="768"/>
                  <a:pt x="3303" y="1435"/>
                  <a:pt x="1835" y="3670"/>
                </a:cubicBezTo>
                <a:cubicBezTo>
                  <a:pt x="0" y="6505"/>
                  <a:pt x="2669" y="9608"/>
                  <a:pt x="4804" y="10208"/>
                </a:cubicBezTo>
                <a:cubicBezTo>
                  <a:pt x="5630" y="10437"/>
                  <a:pt x="6296" y="10569"/>
                  <a:pt x="6958" y="10569"/>
                </a:cubicBezTo>
                <a:cubicBezTo>
                  <a:pt x="8032" y="10569"/>
                  <a:pt x="9094" y="10221"/>
                  <a:pt x="10808" y="9374"/>
                </a:cubicBezTo>
                <a:cubicBezTo>
                  <a:pt x="11108" y="9241"/>
                  <a:pt x="11542" y="9041"/>
                  <a:pt x="11775" y="8907"/>
                </a:cubicBezTo>
                <a:lnTo>
                  <a:pt x="11775" y="8907"/>
                </a:lnTo>
                <a:cubicBezTo>
                  <a:pt x="11466" y="9062"/>
                  <a:pt x="9898" y="9796"/>
                  <a:pt x="8834" y="9796"/>
                </a:cubicBezTo>
                <a:cubicBezTo>
                  <a:pt x="8522" y="9796"/>
                  <a:pt x="8254" y="9733"/>
                  <a:pt x="8073" y="9574"/>
                </a:cubicBezTo>
                <a:cubicBezTo>
                  <a:pt x="7205" y="8807"/>
                  <a:pt x="9240" y="7606"/>
                  <a:pt x="9240" y="7606"/>
                </a:cubicBezTo>
                <a:cubicBezTo>
                  <a:pt x="9240" y="7606"/>
                  <a:pt x="9540" y="5705"/>
                  <a:pt x="7239" y="2869"/>
                </a:cubicBezTo>
                <a:cubicBezTo>
                  <a:pt x="7084" y="2988"/>
                  <a:pt x="6777" y="3061"/>
                  <a:pt x="6447" y="3061"/>
                </a:cubicBezTo>
                <a:cubicBezTo>
                  <a:pt x="5852" y="3061"/>
                  <a:pt x="5183" y="2825"/>
                  <a:pt x="5204" y="2202"/>
                </a:cubicBezTo>
                <a:cubicBezTo>
                  <a:pt x="5204" y="1202"/>
                  <a:pt x="8006" y="34"/>
                  <a:pt x="803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1">
            <a:extLst>
              <a:ext uri="{FF2B5EF4-FFF2-40B4-BE49-F238E27FC236}">
                <a16:creationId xmlns:a16="http://schemas.microsoft.com/office/drawing/2014/main" id="{ED51AB1A-FD1D-521E-87F6-81AD6E33AF35}"/>
              </a:ext>
            </a:extLst>
          </p:cNvPr>
          <p:cNvSpPr/>
          <p:nvPr/>
        </p:nvSpPr>
        <p:spPr>
          <a:xfrm>
            <a:off x="2677333" y="4289540"/>
            <a:ext cx="224874" cy="91527"/>
          </a:xfrm>
          <a:custGeom>
            <a:avLst/>
            <a:gdLst/>
            <a:ahLst/>
            <a:cxnLst/>
            <a:rect l="l" t="t" r="r" b="b"/>
            <a:pathLst>
              <a:path w="14572" h="5931" extrusionOk="0">
                <a:moveTo>
                  <a:pt x="14371" y="1"/>
                </a:moveTo>
                <a:lnTo>
                  <a:pt x="14371" y="1"/>
                </a:lnTo>
                <a:cubicBezTo>
                  <a:pt x="13871" y="201"/>
                  <a:pt x="12803" y="635"/>
                  <a:pt x="12803" y="635"/>
                </a:cubicBezTo>
                <a:cubicBezTo>
                  <a:pt x="12603" y="735"/>
                  <a:pt x="12070" y="935"/>
                  <a:pt x="12070" y="935"/>
                </a:cubicBezTo>
                <a:cubicBezTo>
                  <a:pt x="9968" y="1836"/>
                  <a:pt x="7600" y="3303"/>
                  <a:pt x="5331" y="3904"/>
                </a:cubicBezTo>
                <a:cubicBezTo>
                  <a:pt x="3330" y="4471"/>
                  <a:pt x="1962" y="4504"/>
                  <a:pt x="895" y="4871"/>
                </a:cubicBezTo>
                <a:cubicBezTo>
                  <a:pt x="0" y="5188"/>
                  <a:pt x="404" y="5930"/>
                  <a:pt x="1544" y="5930"/>
                </a:cubicBezTo>
                <a:cubicBezTo>
                  <a:pt x="1722" y="5930"/>
                  <a:pt x="1918" y="5912"/>
                  <a:pt x="2129" y="5872"/>
                </a:cubicBezTo>
                <a:cubicBezTo>
                  <a:pt x="4431" y="5405"/>
                  <a:pt x="6366" y="4104"/>
                  <a:pt x="8934" y="3270"/>
                </a:cubicBezTo>
                <a:cubicBezTo>
                  <a:pt x="11736" y="1936"/>
                  <a:pt x="14571" y="701"/>
                  <a:pt x="14371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41">
            <a:extLst>
              <a:ext uri="{FF2B5EF4-FFF2-40B4-BE49-F238E27FC236}">
                <a16:creationId xmlns:a16="http://schemas.microsoft.com/office/drawing/2014/main" id="{1EAC1459-2890-692D-9134-87147B719D66}"/>
              </a:ext>
            </a:extLst>
          </p:cNvPr>
          <p:cNvSpPr/>
          <p:nvPr/>
        </p:nvSpPr>
        <p:spPr>
          <a:xfrm>
            <a:off x="2651300" y="4184295"/>
            <a:ext cx="204581" cy="118224"/>
          </a:xfrm>
          <a:custGeom>
            <a:avLst/>
            <a:gdLst/>
            <a:ahLst/>
            <a:cxnLst/>
            <a:rect l="l" t="t" r="r" b="b"/>
            <a:pathLst>
              <a:path w="13257" h="7661" extrusionOk="0">
                <a:moveTo>
                  <a:pt x="12799" y="0"/>
                </a:moveTo>
                <a:cubicBezTo>
                  <a:pt x="12259" y="0"/>
                  <a:pt x="11390" y="328"/>
                  <a:pt x="10521" y="883"/>
                </a:cubicBezTo>
                <a:cubicBezTo>
                  <a:pt x="9320" y="1651"/>
                  <a:pt x="8586" y="2151"/>
                  <a:pt x="7385" y="2751"/>
                </a:cubicBezTo>
                <a:cubicBezTo>
                  <a:pt x="5084" y="4152"/>
                  <a:pt x="2415" y="5086"/>
                  <a:pt x="1081" y="5954"/>
                </a:cubicBezTo>
                <a:cubicBezTo>
                  <a:pt x="1" y="6646"/>
                  <a:pt x="1" y="7660"/>
                  <a:pt x="586" y="7660"/>
                </a:cubicBezTo>
                <a:cubicBezTo>
                  <a:pt x="706" y="7660"/>
                  <a:pt x="850" y="7618"/>
                  <a:pt x="1014" y="7521"/>
                </a:cubicBezTo>
                <a:cubicBezTo>
                  <a:pt x="1982" y="6954"/>
                  <a:pt x="2148" y="6487"/>
                  <a:pt x="4050" y="5620"/>
                </a:cubicBezTo>
                <a:cubicBezTo>
                  <a:pt x="5951" y="4753"/>
                  <a:pt x="9153" y="2885"/>
                  <a:pt x="11121" y="1751"/>
                </a:cubicBezTo>
                <a:cubicBezTo>
                  <a:pt x="11855" y="1250"/>
                  <a:pt x="12589" y="717"/>
                  <a:pt x="13256" y="149"/>
                </a:cubicBezTo>
                <a:cubicBezTo>
                  <a:pt x="13164" y="48"/>
                  <a:pt x="13006" y="0"/>
                  <a:pt x="12799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1">
            <a:extLst>
              <a:ext uri="{FF2B5EF4-FFF2-40B4-BE49-F238E27FC236}">
                <a16:creationId xmlns:a16="http://schemas.microsoft.com/office/drawing/2014/main" id="{CF940CEF-6017-36A1-D23F-F31CCA2E4F95}"/>
              </a:ext>
            </a:extLst>
          </p:cNvPr>
          <p:cNvSpPr/>
          <p:nvPr/>
        </p:nvSpPr>
        <p:spPr>
          <a:xfrm>
            <a:off x="2664370" y="4290960"/>
            <a:ext cx="37083" cy="83024"/>
          </a:xfrm>
          <a:custGeom>
            <a:avLst/>
            <a:gdLst/>
            <a:ahLst/>
            <a:cxnLst/>
            <a:rect l="l" t="t" r="r" b="b"/>
            <a:pathLst>
              <a:path w="2403" h="5380" extrusionOk="0">
                <a:moveTo>
                  <a:pt x="246" y="1"/>
                </a:moveTo>
                <a:cubicBezTo>
                  <a:pt x="184" y="1"/>
                  <a:pt x="117" y="26"/>
                  <a:pt x="67" y="76"/>
                </a:cubicBezTo>
                <a:cubicBezTo>
                  <a:pt x="0" y="176"/>
                  <a:pt x="0" y="276"/>
                  <a:pt x="34" y="376"/>
                </a:cubicBezTo>
                <a:cubicBezTo>
                  <a:pt x="67" y="376"/>
                  <a:pt x="67" y="409"/>
                  <a:pt x="100" y="443"/>
                </a:cubicBezTo>
                <a:cubicBezTo>
                  <a:pt x="1168" y="1777"/>
                  <a:pt x="1768" y="3411"/>
                  <a:pt x="1902" y="5113"/>
                </a:cubicBezTo>
                <a:cubicBezTo>
                  <a:pt x="1902" y="5246"/>
                  <a:pt x="2035" y="5379"/>
                  <a:pt x="2169" y="5379"/>
                </a:cubicBezTo>
                <a:cubicBezTo>
                  <a:pt x="2302" y="5379"/>
                  <a:pt x="2402" y="5246"/>
                  <a:pt x="2369" y="5113"/>
                </a:cubicBezTo>
                <a:cubicBezTo>
                  <a:pt x="2069" y="1910"/>
                  <a:pt x="501" y="176"/>
                  <a:pt x="401" y="76"/>
                </a:cubicBezTo>
                <a:cubicBezTo>
                  <a:pt x="367" y="26"/>
                  <a:pt x="309" y="1"/>
                  <a:pt x="246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1">
            <a:extLst>
              <a:ext uri="{FF2B5EF4-FFF2-40B4-BE49-F238E27FC236}">
                <a16:creationId xmlns:a16="http://schemas.microsoft.com/office/drawing/2014/main" id="{98DAC906-A682-5285-2629-B696A46D66C6}"/>
              </a:ext>
            </a:extLst>
          </p:cNvPr>
          <p:cNvSpPr/>
          <p:nvPr/>
        </p:nvSpPr>
        <p:spPr>
          <a:xfrm>
            <a:off x="2693197" y="4269849"/>
            <a:ext cx="43765" cy="95894"/>
          </a:xfrm>
          <a:custGeom>
            <a:avLst/>
            <a:gdLst/>
            <a:ahLst/>
            <a:cxnLst/>
            <a:rect l="l" t="t" r="r" b="b"/>
            <a:pathLst>
              <a:path w="2836" h="6214" extrusionOk="0">
                <a:moveTo>
                  <a:pt x="251" y="1"/>
                </a:moveTo>
                <a:cubicBezTo>
                  <a:pt x="184" y="1"/>
                  <a:pt x="117" y="26"/>
                  <a:pt x="67" y="76"/>
                </a:cubicBezTo>
                <a:cubicBezTo>
                  <a:pt x="0" y="143"/>
                  <a:pt x="0" y="276"/>
                  <a:pt x="34" y="376"/>
                </a:cubicBezTo>
                <a:cubicBezTo>
                  <a:pt x="67" y="376"/>
                  <a:pt x="67" y="410"/>
                  <a:pt x="100" y="443"/>
                </a:cubicBezTo>
                <a:cubicBezTo>
                  <a:pt x="1301" y="2044"/>
                  <a:pt x="2069" y="3945"/>
                  <a:pt x="2335" y="5947"/>
                </a:cubicBezTo>
                <a:cubicBezTo>
                  <a:pt x="2335" y="6080"/>
                  <a:pt x="2469" y="6214"/>
                  <a:pt x="2602" y="6214"/>
                </a:cubicBezTo>
                <a:cubicBezTo>
                  <a:pt x="2736" y="6180"/>
                  <a:pt x="2836" y="6047"/>
                  <a:pt x="2802" y="5914"/>
                </a:cubicBezTo>
                <a:cubicBezTo>
                  <a:pt x="2536" y="3812"/>
                  <a:pt x="1735" y="1777"/>
                  <a:pt x="434" y="76"/>
                </a:cubicBezTo>
                <a:cubicBezTo>
                  <a:pt x="384" y="26"/>
                  <a:pt x="317" y="1"/>
                  <a:pt x="251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41">
            <a:extLst>
              <a:ext uri="{FF2B5EF4-FFF2-40B4-BE49-F238E27FC236}">
                <a16:creationId xmlns:a16="http://schemas.microsoft.com/office/drawing/2014/main" id="{F9112FF4-3BFA-1282-CE2C-6B6D477EC88A}"/>
              </a:ext>
            </a:extLst>
          </p:cNvPr>
          <p:cNvSpPr/>
          <p:nvPr/>
        </p:nvSpPr>
        <p:spPr>
          <a:xfrm>
            <a:off x="2720990" y="4253383"/>
            <a:ext cx="43780" cy="107730"/>
          </a:xfrm>
          <a:custGeom>
            <a:avLst/>
            <a:gdLst/>
            <a:ahLst/>
            <a:cxnLst/>
            <a:rect l="l" t="t" r="r" b="b"/>
            <a:pathLst>
              <a:path w="2837" h="6981" extrusionOk="0">
                <a:moveTo>
                  <a:pt x="255" y="1"/>
                </a:moveTo>
                <a:cubicBezTo>
                  <a:pt x="192" y="1"/>
                  <a:pt x="134" y="26"/>
                  <a:pt x="101" y="76"/>
                </a:cubicBezTo>
                <a:cubicBezTo>
                  <a:pt x="1" y="176"/>
                  <a:pt x="1" y="342"/>
                  <a:pt x="101" y="443"/>
                </a:cubicBezTo>
                <a:cubicBezTo>
                  <a:pt x="134" y="476"/>
                  <a:pt x="2236" y="3578"/>
                  <a:pt x="2336" y="6714"/>
                </a:cubicBezTo>
                <a:cubicBezTo>
                  <a:pt x="2336" y="6747"/>
                  <a:pt x="2336" y="6780"/>
                  <a:pt x="2369" y="6814"/>
                </a:cubicBezTo>
                <a:cubicBezTo>
                  <a:pt x="2402" y="6914"/>
                  <a:pt x="2502" y="6981"/>
                  <a:pt x="2603" y="6981"/>
                </a:cubicBezTo>
                <a:cubicBezTo>
                  <a:pt x="2736" y="6981"/>
                  <a:pt x="2836" y="6880"/>
                  <a:pt x="2836" y="6747"/>
                </a:cubicBezTo>
                <a:cubicBezTo>
                  <a:pt x="2703" y="3345"/>
                  <a:pt x="534" y="176"/>
                  <a:pt x="434" y="76"/>
                </a:cubicBezTo>
                <a:cubicBezTo>
                  <a:pt x="384" y="26"/>
                  <a:pt x="318" y="1"/>
                  <a:pt x="255" y="1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1">
            <a:extLst>
              <a:ext uri="{FF2B5EF4-FFF2-40B4-BE49-F238E27FC236}">
                <a16:creationId xmlns:a16="http://schemas.microsoft.com/office/drawing/2014/main" id="{FA8A0980-8E8D-AEBB-56B9-C6AE72A4E79E}"/>
              </a:ext>
            </a:extLst>
          </p:cNvPr>
          <p:cNvSpPr/>
          <p:nvPr/>
        </p:nvSpPr>
        <p:spPr>
          <a:xfrm>
            <a:off x="2745697" y="4241547"/>
            <a:ext cx="45833" cy="102576"/>
          </a:xfrm>
          <a:custGeom>
            <a:avLst/>
            <a:gdLst/>
            <a:ahLst/>
            <a:cxnLst/>
            <a:rect l="l" t="t" r="r" b="b"/>
            <a:pathLst>
              <a:path w="2970" h="6647" extrusionOk="0">
                <a:moveTo>
                  <a:pt x="255" y="0"/>
                </a:moveTo>
                <a:cubicBezTo>
                  <a:pt x="193" y="0"/>
                  <a:pt x="134" y="25"/>
                  <a:pt x="101" y="75"/>
                </a:cubicBezTo>
                <a:cubicBezTo>
                  <a:pt x="1" y="209"/>
                  <a:pt x="34" y="342"/>
                  <a:pt x="134" y="442"/>
                </a:cubicBezTo>
                <a:cubicBezTo>
                  <a:pt x="1569" y="2110"/>
                  <a:pt x="2369" y="4178"/>
                  <a:pt x="2469" y="6347"/>
                </a:cubicBezTo>
                <a:cubicBezTo>
                  <a:pt x="2469" y="6413"/>
                  <a:pt x="2469" y="6447"/>
                  <a:pt x="2503" y="6480"/>
                </a:cubicBezTo>
                <a:cubicBezTo>
                  <a:pt x="2536" y="6580"/>
                  <a:pt x="2603" y="6647"/>
                  <a:pt x="2703" y="6647"/>
                </a:cubicBezTo>
                <a:cubicBezTo>
                  <a:pt x="2836" y="6647"/>
                  <a:pt x="2970" y="6547"/>
                  <a:pt x="2936" y="6413"/>
                </a:cubicBezTo>
                <a:cubicBezTo>
                  <a:pt x="2870" y="4078"/>
                  <a:pt x="1969" y="1810"/>
                  <a:pt x="434" y="75"/>
                </a:cubicBezTo>
                <a:cubicBezTo>
                  <a:pt x="384" y="25"/>
                  <a:pt x="318" y="0"/>
                  <a:pt x="25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1">
            <a:extLst>
              <a:ext uri="{FF2B5EF4-FFF2-40B4-BE49-F238E27FC236}">
                <a16:creationId xmlns:a16="http://schemas.microsoft.com/office/drawing/2014/main" id="{06C5D981-4D72-F622-EAD4-D43173E6617A}"/>
              </a:ext>
            </a:extLst>
          </p:cNvPr>
          <p:cNvSpPr/>
          <p:nvPr/>
        </p:nvSpPr>
        <p:spPr>
          <a:xfrm>
            <a:off x="2779169" y="4226609"/>
            <a:ext cx="46851" cy="103101"/>
          </a:xfrm>
          <a:custGeom>
            <a:avLst/>
            <a:gdLst/>
            <a:ahLst/>
            <a:cxnLst/>
            <a:rect l="l" t="t" r="r" b="b"/>
            <a:pathLst>
              <a:path w="3036" h="6681" extrusionOk="0">
                <a:moveTo>
                  <a:pt x="254" y="1"/>
                </a:moveTo>
                <a:cubicBezTo>
                  <a:pt x="192" y="1"/>
                  <a:pt x="133" y="26"/>
                  <a:pt x="100" y="76"/>
                </a:cubicBezTo>
                <a:cubicBezTo>
                  <a:pt x="0" y="209"/>
                  <a:pt x="0" y="343"/>
                  <a:pt x="133" y="443"/>
                </a:cubicBezTo>
                <a:cubicBezTo>
                  <a:pt x="133" y="476"/>
                  <a:pt x="2535" y="3112"/>
                  <a:pt x="2535" y="6381"/>
                </a:cubicBezTo>
                <a:cubicBezTo>
                  <a:pt x="2535" y="6414"/>
                  <a:pt x="2535" y="6481"/>
                  <a:pt x="2569" y="6514"/>
                </a:cubicBezTo>
                <a:cubicBezTo>
                  <a:pt x="2602" y="6581"/>
                  <a:pt x="2702" y="6647"/>
                  <a:pt x="2802" y="6681"/>
                </a:cubicBezTo>
                <a:cubicBezTo>
                  <a:pt x="2935" y="6681"/>
                  <a:pt x="3036" y="6581"/>
                  <a:pt x="3036" y="6447"/>
                </a:cubicBezTo>
                <a:cubicBezTo>
                  <a:pt x="3036" y="2911"/>
                  <a:pt x="534" y="176"/>
                  <a:pt x="434" y="76"/>
                </a:cubicBezTo>
                <a:cubicBezTo>
                  <a:pt x="384" y="26"/>
                  <a:pt x="317" y="1"/>
                  <a:pt x="254" y="1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41">
            <a:extLst>
              <a:ext uri="{FF2B5EF4-FFF2-40B4-BE49-F238E27FC236}">
                <a16:creationId xmlns:a16="http://schemas.microsoft.com/office/drawing/2014/main" id="{57812A61-97D9-800D-61F4-079917C7DEB7}"/>
              </a:ext>
            </a:extLst>
          </p:cNvPr>
          <p:cNvSpPr/>
          <p:nvPr/>
        </p:nvSpPr>
        <p:spPr>
          <a:xfrm>
            <a:off x="2853288" y="3706322"/>
            <a:ext cx="707307" cy="579129"/>
          </a:xfrm>
          <a:custGeom>
            <a:avLst/>
            <a:gdLst/>
            <a:ahLst/>
            <a:cxnLst/>
            <a:rect l="l" t="t" r="r" b="b"/>
            <a:pathLst>
              <a:path w="45834" h="37528" extrusionOk="0">
                <a:moveTo>
                  <a:pt x="15245" y="0"/>
                </a:moveTo>
                <a:lnTo>
                  <a:pt x="13177" y="17279"/>
                </a:lnTo>
                <a:lnTo>
                  <a:pt x="334" y="30689"/>
                </a:lnTo>
                <a:cubicBezTo>
                  <a:pt x="0" y="36093"/>
                  <a:pt x="4437" y="37527"/>
                  <a:pt x="4437" y="37527"/>
                </a:cubicBezTo>
                <a:cubicBezTo>
                  <a:pt x="4437" y="37527"/>
                  <a:pt x="15311" y="32957"/>
                  <a:pt x="17813" y="31956"/>
                </a:cubicBezTo>
                <a:cubicBezTo>
                  <a:pt x="19548" y="31189"/>
                  <a:pt x="21216" y="30222"/>
                  <a:pt x="22750" y="29054"/>
                </a:cubicBezTo>
                <a:cubicBezTo>
                  <a:pt x="22750" y="29054"/>
                  <a:pt x="26602" y="30076"/>
                  <a:pt x="30451" y="30076"/>
                </a:cubicBezTo>
                <a:cubicBezTo>
                  <a:pt x="30945" y="30076"/>
                  <a:pt x="31438" y="30060"/>
                  <a:pt x="31923" y="30022"/>
                </a:cubicBezTo>
                <a:cubicBezTo>
                  <a:pt x="34892" y="29822"/>
                  <a:pt x="41096" y="27887"/>
                  <a:pt x="43465" y="21682"/>
                </a:cubicBezTo>
                <a:cubicBezTo>
                  <a:pt x="45833" y="15511"/>
                  <a:pt x="43065" y="5104"/>
                  <a:pt x="43065" y="5104"/>
                </a:cubicBezTo>
                <a:lnTo>
                  <a:pt x="15245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41">
            <a:extLst>
              <a:ext uri="{FF2B5EF4-FFF2-40B4-BE49-F238E27FC236}">
                <a16:creationId xmlns:a16="http://schemas.microsoft.com/office/drawing/2014/main" id="{C5F0A868-FF0F-46B0-2A19-1095E88D22EB}"/>
              </a:ext>
            </a:extLst>
          </p:cNvPr>
          <p:cNvSpPr/>
          <p:nvPr/>
        </p:nvSpPr>
        <p:spPr>
          <a:xfrm>
            <a:off x="2896528" y="4099080"/>
            <a:ext cx="343360" cy="186371"/>
          </a:xfrm>
          <a:custGeom>
            <a:avLst/>
            <a:gdLst/>
            <a:ahLst/>
            <a:cxnLst/>
            <a:rect l="l" t="t" r="r" b="b"/>
            <a:pathLst>
              <a:path w="22250" h="12077" extrusionOk="0">
                <a:moveTo>
                  <a:pt x="22216" y="1"/>
                </a:moveTo>
                <a:cubicBezTo>
                  <a:pt x="22216" y="1"/>
                  <a:pt x="20582" y="2369"/>
                  <a:pt x="15245" y="4637"/>
                </a:cubicBezTo>
                <a:cubicBezTo>
                  <a:pt x="12409" y="5838"/>
                  <a:pt x="3370" y="10141"/>
                  <a:pt x="0" y="11175"/>
                </a:cubicBezTo>
                <a:cubicBezTo>
                  <a:pt x="501" y="11542"/>
                  <a:pt x="1035" y="11843"/>
                  <a:pt x="1602" y="12076"/>
                </a:cubicBezTo>
                <a:cubicBezTo>
                  <a:pt x="1602" y="12076"/>
                  <a:pt x="12476" y="7506"/>
                  <a:pt x="14978" y="6539"/>
                </a:cubicBezTo>
                <a:cubicBezTo>
                  <a:pt x="16746" y="5772"/>
                  <a:pt x="18380" y="4771"/>
                  <a:pt x="19915" y="3603"/>
                </a:cubicBezTo>
                <a:cubicBezTo>
                  <a:pt x="22250" y="1569"/>
                  <a:pt x="22216" y="1"/>
                  <a:pt x="22216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41">
            <a:extLst>
              <a:ext uri="{FF2B5EF4-FFF2-40B4-BE49-F238E27FC236}">
                <a16:creationId xmlns:a16="http://schemas.microsoft.com/office/drawing/2014/main" id="{588E7316-E3B6-39AA-E1EA-5E97A8325ABB}"/>
              </a:ext>
            </a:extLst>
          </p:cNvPr>
          <p:cNvSpPr/>
          <p:nvPr/>
        </p:nvSpPr>
        <p:spPr>
          <a:xfrm>
            <a:off x="3204365" y="3801552"/>
            <a:ext cx="347990" cy="368916"/>
          </a:xfrm>
          <a:custGeom>
            <a:avLst/>
            <a:gdLst/>
            <a:ahLst/>
            <a:cxnLst/>
            <a:rect l="l" t="t" r="r" b="b"/>
            <a:pathLst>
              <a:path w="22550" h="23906" extrusionOk="0">
                <a:moveTo>
                  <a:pt x="18813" y="0"/>
                </a:moveTo>
                <a:cubicBezTo>
                  <a:pt x="19347" y="5104"/>
                  <a:pt x="20114" y="10975"/>
                  <a:pt x="17813" y="15945"/>
                </a:cubicBezTo>
                <a:cubicBezTo>
                  <a:pt x="15765" y="20426"/>
                  <a:pt x="9863" y="21950"/>
                  <a:pt x="6706" y="21950"/>
                </a:cubicBezTo>
                <a:cubicBezTo>
                  <a:pt x="6315" y="21950"/>
                  <a:pt x="5965" y="21927"/>
                  <a:pt x="5671" y="21883"/>
                </a:cubicBezTo>
                <a:cubicBezTo>
                  <a:pt x="4203" y="21649"/>
                  <a:pt x="2769" y="21249"/>
                  <a:pt x="1401" y="20682"/>
                </a:cubicBezTo>
                <a:lnTo>
                  <a:pt x="0" y="22883"/>
                </a:lnTo>
                <a:cubicBezTo>
                  <a:pt x="0" y="22883"/>
                  <a:pt x="3852" y="23905"/>
                  <a:pt x="7701" y="23905"/>
                </a:cubicBezTo>
                <a:cubicBezTo>
                  <a:pt x="8195" y="23905"/>
                  <a:pt x="8688" y="23889"/>
                  <a:pt x="9173" y="23851"/>
                </a:cubicBezTo>
                <a:cubicBezTo>
                  <a:pt x="12142" y="23651"/>
                  <a:pt x="18346" y="21682"/>
                  <a:pt x="20715" y="15511"/>
                </a:cubicBezTo>
                <a:cubicBezTo>
                  <a:pt x="22549" y="10808"/>
                  <a:pt x="21349" y="3569"/>
                  <a:pt x="20681" y="434"/>
                </a:cubicBezTo>
                <a:lnTo>
                  <a:pt x="19681" y="200"/>
                </a:lnTo>
                <a:lnTo>
                  <a:pt x="18813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41">
            <a:extLst>
              <a:ext uri="{FF2B5EF4-FFF2-40B4-BE49-F238E27FC236}">
                <a16:creationId xmlns:a16="http://schemas.microsoft.com/office/drawing/2014/main" id="{C857DB1C-BF41-DAD9-DD62-F0AA4B7F3CE4}"/>
              </a:ext>
            </a:extLst>
          </p:cNvPr>
          <p:cNvSpPr/>
          <p:nvPr/>
        </p:nvSpPr>
        <p:spPr>
          <a:xfrm>
            <a:off x="3007715" y="3892924"/>
            <a:ext cx="360351" cy="108888"/>
          </a:xfrm>
          <a:custGeom>
            <a:avLst/>
            <a:gdLst/>
            <a:ahLst/>
            <a:cxnLst/>
            <a:rect l="l" t="t" r="r" b="b"/>
            <a:pathLst>
              <a:path w="23351" h="7056" extrusionOk="0">
                <a:moveTo>
                  <a:pt x="9234" y="1"/>
                </a:moveTo>
                <a:cubicBezTo>
                  <a:pt x="7431" y="1"/>
                  <a:pt x="6049" y="484"/>
                  <a:pt x="4804" y="1585"/>
                </a:cubicBezTo>
                <a:cubicBezTo>
                  <a:pt x="3069" y="3119"/>
                  <a:pt x="1" y="6655"/>
                  <a:pt x="1" y="6655"/>
                </a:cubicBezTo>
                <a:lnTo>
                  <a:pt x="1368" y="7055"/>
                </a:lnTo>
                <a:cubicBezTo>
                  <a:pt x="1368" y="7055"/>
                  <a:pt x="2436" y="5921"/>
                  <a:pt x="3470" y="4687"/>
                </a:cubicBezTo>
                <a:cubicBezTo>
                  <a:pt x="4469" y="3495"/>
                  <a:pt x="6090" y="1276"/>
                  <a:pt x="10136" y="1276"/>
                </a:cubicBezTo>
                <a:cubicBezTo>
                  <a:pt x="10279" y="1276"/>
                  <a:pt x="10426" y="1279"/>
                  <a:pt x="10575" y="1284"/>
                </a:cubicBezTo>
                <a:cubicBezTo>
                  <a:pt x="14945" y="1451"/>
                  <a:pt x="23351" y="2218"/>
                  <a:pt x="23351" y="2218"/>
                </a:cubicBezTo>
                <a:cubicBezTo>
                  <a:pt x="23351" y="2218"/>
                  <a:pt x="14611" y="717"/>
                  <a:pt x="11576" y="217"/>
                </a:cubicBezTo>
                <a:cubicBezTo>
                  <a:pt x="10718" y="76"/>
                  <a:pt x="9943" y="1"/>
                  <a:pt x="9234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41">
            <a:extLst>
              <a:ext uri="{FF2B5EF4-FFF2-40B4-BE49-F238E27FC236}">
                <a16:creationId xmlns:a16="http://schemas.microsoft.com/office/drawing/2014/main" id="{F00F8C3F-8856-87D4-700A-A528C0AC4339}"/>
              </a:ext>
            </a:extLst>
          </p:cNvPr>
          <p:cNvSpPr/>
          <p:nvPr/>
        </p:nvSpPr>
        <p:spPr>
          <a:xfrm>
            <a:off x="3080307" y="3813388"/>
            <a:ext cx="47361" cy="106573"/>
          </a:xfrm>
          <a:custGeom>
            <a:avLst/>
            <a:gdLst/>
            <a:ahLst/>
            <a:cxnLst/>
            <a:rect l="l" t="t" r="r" b="b"/>
            <a:pathLst>
              <a:path w="3069" h="6906" extrusionOk="0">
                <a:moveTo>
                  <a:pt x="1034" y="0"/>
                </a:moveTo>
                <a:cubicBezTo>
                  <a:pt x="1034" y="1"/>
                  <a:pt x="0" y="4004"/>
                  <a:pt x="1668" y="6905"/>
                </a:cubicBezTo>
                <a:lnTo>
                  <a:pt x="3069" y="6071"/>
                </a:lnTo>
                <a:cubicBezTo>
                  <a:pt x="1634" y="4370"/>
                  <a:pt x="901" y="2202"/>
                  <a:pt x="1034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41">
            <a:extLst>
              <a:ext uri="{FF2B5EF4-FFF2-40B4-BE49-F238E27FC236}">
                <a16:creationId xmlns:a16="http://schemas.microsoft.com/office/drawing/2014/main" id="{BFB4BBCA-FDA6-47F9-6FDA-69E26E43B315}"/>
              </a:ext>
            </a:extLst>
          </p:cNvPr>
          <p:cNvSpPr/>
          <p:nvPr/>
        </p:nvSpPr>
        <p:spPr>
          <a:xfrm>
            <a:off x="2885201" y="3245601"/>
            <a:ext cx="276957" cy="416461"/>
          </a:xfrm>
          <a:custGeom>
            <a:avLst/>
            <a:gdLst/>
            <a:ahLst/>
            <a:cxnLst/>
            <a:rect l="l" t="t" r="r" b="b"/>
            <a:pathLst>
              <a:path w="17947" h="26987" extrusionOk="0">
                <a:moveTo>
                  <a:pt x="17947" y="0"/>
                </a:moveTo>
                <a:cubicBezTo>
                  <a:pt x="14611" y="601"/>
                  <a:pt x="11876" y="1468"/>
                  <a:pt x="9874" y="4937"/>
                </a:cubicBezTo>
                <a:cubicBezTo>
                  <a:pt x="7973" y="8240"/>
                  <a:pt x="1" y="22116"/>
                  <a:pt x="1" y="22116"/>
                </a:cubicBezTo>
                <a:lnTo>
                  <a:pt x="9241" y="26986"/>
                </a:lnTo>
                <a:lnTo>
                  <a:pt x="15979" y="15378"/>
                </a:lnTo>
                <a:lnTo>
                  <a:pt x="17947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41">
            <a:extLst>
              <a:ext uri="{FF2B5EF4-FFF2-40B4-BE49-F238E27FC236}">
                <a16:creationId xmlns:a16="http://schemas.microsoft.com/office/drawing/2014/main" id="{61F96C67-9721-DE97-AB83-4AF636F05FD5}"/>
              </a:ext>
            </a:extLst>
          </p:cNvPr>
          <p:cNvSpPr/>
          <p:nvPr/>
        </p:nvSpPr>
        <p:spPr>
          <a:xfrm>
            <a:off x="2885201" y="3245601"/>
            <a:ext cx="276957" cy="416461"/>
          </a:xfrm>
          <a:custGeom>
            <a:avLst/>
            <a:gdLst/>
            <a:ahLst/>
            <a:cxnLst/>
            <a:rect l="l" t="t" r="r" b="b"/>
            <a:pathLst>
              <a:path w="17947" h="26987" extrusionOk="0">
                <a:moveTo>
                  <a:pt x="17947" y="0"/>
                </a:moveTo>
                <a:cubicBezTo>
                  <a:pt x="14611" y="601"/>
                  <a:pt x="11876" y="1468"/>
                  <a:pt x="9874" y="4937"/>
                </a:cubicBezTo>
                <a:cubicBezTo>
                  <a:pt x="7973" y="8240"/>
                  <a:pt x="1" y="22116"/>
                  <a:pt x="1" y="22116"/>
                </a:cubicBezTo>
                <a:lnTo>
                  <a:pt x="9241" y="26986"/>
                </a:lnTo>
                <a:lnTo>
                  <a:pt x="15979" y="15378"/>
                </a:lnTo>
                <a:lnTo>
                  <a:pt x="17947" y="0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41">
            <a:extLst>
              <a:ext uri="{FF2B5EF4-FFF2-40B4-BE49-F238E27FC236}">
                <a16:creationId xmlns:a16="http://schemas.microsoft.com/office/drawing/2014/main" id="{734A0731-6CF8-EF97-CE79-82D191419E67}"/>
              </a:ext>
            </a:extLst>
          </p:cNvPr>
          <p:cNvSpPr/>
          <p:nvPr/>
        </p:nvSpPr>
        <p:spPr>
          <a:xfrm>
            <a:off x="3065878" y="3230679"/>
            <a:ext cx="471029" cy="682122"/>
          </a:xfrm>
          <a:custGeom>
            <a:avLst/>
            <a:gdLst/>
            <a:ahLst/>
            <a:cxnLst/>
            <a:rect l="l" t="t" r="r" b="b"/>
            <a:pathLst>
              <a:path w="30523" h="44202" extrusionOk="0">
                <a:moveTo>
                  <a:pt x="14778" y="0"/>
                </a:moveTo>
                <a:lnTo>
                  <a:pt x="7873" y="734"/>
                </a:lnTo>
                <a:cubicBezTo>
                  <a:pt x="6139" y="1268"/>
                  <a:pt x="2703" y="3703"/>
                  <a:pt x="1569" y="13210"/>
                </a:cubicBezTo>
                <a:cubicBezTo>
                  <a:pt x="1235" y="15778"/>
                  <a:pt x="902" y="20648"/>
                  <a:pt x="668" y="23917"/>
                </a:cubicBezTo>
                <a:cubicBezTo>
                  <a:pt x="435" y="27186"/>
                  <a:pt x="301" y="28854"/>
                  <a:pt x="1" y="30155"/>
                </a:cubicBezTo>
                <a:cubicBezTo>
                  <a:pt x="4660" y="39221"/>
                  <a:pt x="14020" y="44201"/>
                  <a:pt x="23428" y="44201"/>
                </a:cubicBezTo>
                <a:cubicBezTo>
                  <a:pt x="25201" y="44201"/>
                  <a:pt x="26976" y="44024"/>
                  <a:pt x="28721" y="43665"/>
                </a:cubicBezTo>
                <a:cubicBezTo>
                  <a:pt x="30156" y="37027"/>
                  <a:pt x="30289" y="31589"/>
                  <a:pt x="30389" y="26819"/>
                </a:cubicBezTo>
                <a:cubicBezTo>
                  <a:pt x="30523" y="21115"/>
                  <a:pt x="30489" y="17679"/>
                  <a:pt x="30223" y="13543"/>
                </a:cubicBezTo>
                <a:cubicBezTo>
                  <a:pt x="29922" y="8439"/>
                  <a:pt x="29255" y="5237"/>
                  <a:pt x="27721" y="4703"/>
                </a:cubicBezTo>
                <a:cubicBezTo>
                  <a:pt x="25352" y="3870"/>
                  <a:pt x="16813" y="434"/>
                  <a:pt x="1477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41">
            <a:extLst>
              <a:ext uri="{FF2B5EF4-FFF2-40B4-BE49-F238E27FC236}">
                <a16:creationId xmlns:a16="http://schemas.microsoft.com/office/drawing/2014/main" id="{D66EB6E4-EDA2-8C8B-B142-0F15395AF2B4}"/>
              </a:ext>
            </a:extLst>
          </p:cNvPr>
          <p:cNvSpPr/>
          <p:nvPr/>
        </p:nvSpPr>
        <p:spPr>
          <a:xfrm>
            <a:off x="3300613" y="3255385"/>
            <a:ext cx="262034" cy="702029"/>
          </a:xfrm>
          <a:custGeom>
            <a:avLst/>
            <a:gdLst/>
            <a:ahLst/>
            <a:cxnLst/>
            <a:rect l="l" t="t" r="r" b="b"/>
            <a:pathLst>
              <a:path w="16980" h="45492" extrusionOk="0">
                <a:moveTo>
                  <a:pt x="6005" y="0"/>
                </a:moveTo>
                <a:cubicBezTo>
                  <a:pt x="6005" y="0"/>
                  <a:pt x="5071" y="2135"/>
                  <a:pt x="3103" y="6305"/>
                </a:cubicBezTo>
                <a:cubicBezTo>
                  <a:pt x="1102" y="10441"/>
                  <a:pt x="1002" y="12309"/>
                  <a:pt x="835" y="19548"/>
                </a:cubicBezTo>
                <a:cubicBezTo>
                  <a:pt x="668" y="26786"/>
                  <a:pt x="835" y="42431"/>
                  <a:pt x="1" y="45366"/>
                </a:cubicBezTo>
                <a:cubicBezTo>
                  <a:pt x="633" y="45452"/>
                  <a:pt x="1552" y="45492"/>
                  <a:pt x="2636" y="45492"/>
                </a:cubicBezTo>
                <a:cubicBezTo>
                  <a:pt x="7040" y="45492"/>
                  <a:pt x="14153" y="44829"/>
                  <a:pt x="15679" y="43865"/>
                </a:cubicBezTo>
                <a:cubicBezTo>
                  <a:pt x="15679" y="43865"/>
                  <a:pt x="15879" y="32023"/>
                  <a:pt x="16146" y="24651"/>
                </a:cubicBezTo>
                <a:cubicBezTo>
                  <a:pt x="16413" y="17246"/>
                  <a:pt x="16980" y="5404"/>
                  <a:pt x="13377" y="3336"/>
                </a:cubicBezTo>
                <a:lnTo>
                  <a:pt x="6005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1">
            <a:extLst>
              <a:ext uri="{FF2B5EF4-FFF2-40B4-BE49-F238E27FC236}">
                <a16:creationId xmlns:a16="http://schemas.microsoft.com/office/drawing/2014/main" id="{87727186-701D-0D46-1C37-199D34A702AF}"/>
              </a:ext>
            </a:extLst>
          </p:cNvPr>
          <p:cNvSpPr/>
          <p:nvPr/>
        </p:nvSpPr>
        <p:spPr>
          <a:xfrm>
            <a:off x="3300613" y="3255385"/>
            <a:ext cx="262034" cy="702029"/>
          </a:xfrm>
          <a:custGeom>
            <a:avLst/>
            <a:gdLst/>
            <a:ahLst/>
            <a:cxnLst/>
            <a:rect l="l" t="t" r="r" b="b"/>
            <a:pathLst>
              <a:path w="16980" h="45492" extrusionOk="0">
                <a:moveTo>
                  <a:pt x="6005" y="0"/>
                </a:moveTo>
                <a:cubicBezTo>
                  <a:pt x="6005" y="0"/>
                  <a:pt x="5071" y="2135"/>
                  <a:pt x="3103" y="6305"/>
                </a:cubicBezTo>
                <a:cubicBezTo>
                  <a:pt x="1102" y="10441"/>
                  <a:pt x="1002" y="12309"/>
                  <a:pt x="835" y="19548"/>
                </a:cubicBezTo>
                <a:cubicBezTo>
                  <a:pt x="668" y="26786"/>
                  <a:pt x="835" y="42431"/>
                  <a:pt x="1" y="45366"/>
                </a:cubicBezTo>
                <a:cubicBezTo>
                  <a:pt x="633" y="45452"/>
                  <a:pt x="1552" y="45492"/>
                  <a:pt x="2636" y="45492"/>
                </a:cubicBezTo>
                <a:cubicBezTo>
                  <a:pt x="7040" y="45492"/>
                  <a:pt x="14153" y="44829"/>
                  <a:pt x="15679" y="43865"/>
                </a:cubicBezTo>
                <a:cubicBezTo>
                  <a:pt x="15679" y="43865"/>
                  <a:pt x="15879" y="32023"/>
                  <a:pt x="16146" y="24651"/>
                </a:cubicBezTo>
                <a:cubicBezTo>
                  <a:pt x="16413" y="17246"/>
                  <a:pt x="16980" y="5404"/>
                  <a:pt x="13377" y="3336"/>
                </a:cubicBezTo>
                <a:lnTo>
                  <a:pt x="6005" y="0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1">
            <a:extLst>
              <a:ext uri="{FF2B5EF4-FFF2-40B4-BE49-F238E27FC236}">
                <a16:creationId xmlns:a16="http://schemas.microsoft.com/office/drawing/2014/main" id="{66953642-FD72-2FA9-ADD5-5173574AE547}"/>
              </a:ext>
            </a:extLst>
          </p:cNvPr>
          <p:cNvSpPr/>
          <p:nvPr/>
        </p:nvSpPr>
        <p:spPr>
          <a:xfrm>
            <a:off x="3048379" y="3233240"/>
            <a:ext cx="197174" cy="542587"/>
          </a:xfrm>
          <a:custGeom>
            <a:avLst/>
            <a:gdLst/>
            <a:ahLst/>
            <a:cxnLst/>
            <a:rect l="l" t="t" r="r" b="b"/>
            <a:pathLst>
              <a:path w="12777" h="35160" extrusionOk="0">
                <a:moveTo>
                  <a:pt x="12743" y="1"/>
                </a:moveTo>
                <a:cubicBezTo>
                  <a:pt x="10942" y="101"/>
                  <a:pt x="9141" y="368"/>
                  <a:pt x="7373" y="768"/>
                </a:cubicBezTo>
                <a:cubicBezTo>
                  <a:pt x="4271" y="2870"/>
                  <a:pt x="3036" y="7139"/>
                  <a:pt x="2603" y="10608"/>
                </a:cubicBezTo>
                <a:cubicBezTo>
                  <a:pt x="2169" y="14044"/>
                  <a:pt x="1435" y="20582"/>
                  <a:pt x="1135" y="23418"/>
                </a:cubicBezTo>
                <a:cubicBezTo>
                  <a:pt x="835" y="26253"/>
                  <a:pt x="701" y="27254"/>
                  <a:pt x="1" y="29322"/>
                </a:cubicBezTo>
                <a:cubicBezTo>
                  <a:pt x="68" y="31423"/>
                  <a:pt x="1469" y="34325"/>
                  <a:pt x="2803" y="35159"/>
                </a:cubicBezTo>
                <a:cubicBezTo>
                  <a:pt x="2803" y="35159"/>
                  <a:pt x="4671" y="30156"/>
                  <a:pt x="5138" y="26753"/>
                </a:cubicBezTo>
                <a:cubicBezTo>
                  <a:pt x="5638" y="23351"/>
                  <a:pt x="6305" y="14178"/>
                  <a:pt x="7006" y="9674"/>
                </a:cubicBezTo>
                <a:cubicBezTo>
                  <a:pt x="7706" y="5205"/>
                  <a:pt x="9875" y="1936"/>
                  <a:pt x="12777" y="801"/>
                </a:cubicBezTo>
                <a:lnTo>
                  <a:pt x="12743" y="1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1">
            <a:extLst>
              <a:ext uri="{FF2B5EF4-FFF2-40B4-BE49-F238E27FC236}">
                <a16:creationId xmlns:a16="http://schemas.microsoft.com/office/drawing/2014/main" id="{A21349B1-74A2-DCEC-B56E-255B38E1EF08}"/>
              </a:ext>
            </a:extLst>
          </p:cNvPr>
          <p:cNvSpPr/>
          <p:nvPr/>
        </p:nvSpPr>
        <p:spPr>
          <a:xfrm>
            <a:off x="3048379" y="3233240"/>
            <a:ext cx="197174" cy="542587"/>
          </a:xfrm>
          <a:custGeom>
            <a:avLst/>
            <a:gdLst/>
            <a:ahLst/>
            <a:cxnLst/>
            <a:rect l="l" t="t" r="r" b="b"/>
            <a:pathLst>
              <a:path w="12777" h="35160" extrusionOk="0">
                <a:moveTo>
                  <a:pt x="12743" y="1"/>
                </a:moveTo>
                <a:cubicBezTo>
                  <a:pt x="10942" y="101"/>
                  <a:pt x="9141" y="368"/>
                  <a:pt x="7373" y="768"/>
                </a:cubicBezTo>
                <a:cubicBezTo>
                  <a:pt x="4271" y="2870"/>
                  <a:pt x="3036" y="7139"/>
                  <a:pt x="2603" y="10608"/>
                </a:cubicBezTo>
                <a:cubicBezTo>
                  <a:pt x="2169" y="14044"/>
                  <a:pt x="1435" y="20582"/>
                  <a:pt x="1135" y="23418"/>
                </a:cubicBezTo>
                <a:cubicBezTo>
                  <a:pt x="835" y="26253"/>
                  <a:pt x="701" y="27254"/>
                  <a:pt x="1" y="29322"/>
                </a:cubicBezTo>
                <a:cubicBezTo>
                  <a:pt x="68" y="31423"/>
                  <a:pt x="1469" y="34325"/>
                  <a:pt x="2803" y="35159"/>
                </a:cubicBezTo>
                <a:cubicBezTo>
                  <a:pt x="2803" y="35159"/>
                  <a:pt x="4671" y="30156"/>
                  <a:pt x="5138" y="26753"/>
                </a:cubicBezTo>
                <a:cubicBezTo>
                  <a:pt x="5638" y="23351"/>
                  <a:pt x="6305" y="14178"/>
                  <a:pt x="7006" y="9674"/>
                </a:cubicBezTo>
                <a:cubicBezTo>
                  <a:pt x="7706" y="5205"/>
                  <a:pt x="9875" y="1936"/>
                  <a:pt x="12777" y="801"/>
                </a:cubicBezTo>
                <a:lnTo>
                  <a:pt x="12743" y="1"/>
                </a:ln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1">
            <a:extLst>
              <a:ext uri="{FF2B5EF4-FFF2-40B4-BE49-F238E27FC236}">
                <a16:creationId xmlns:a16="http://schemas.microsoft.com/office/drawing/2014/main" id="{98335167-75A2-743E-728B-397C14487259}"/>
              </a:ext>
            </a:extLst>
          </p:cNvPr>
          <p:cNvSpPr/>
          <p:nvPr/>
        </p:nvSpPr>
        <p:spPr>
          <a:xfrm>
            <a:off x="3121989" y="3219352"/>
            <a:ext cx="123563" cy="203347"/>
          </a:xfrm>
          <a:custGeom>
            <a:avLst/>
            <a:gdLst/>
            <a:ahLst/>
            <a:cxnLst/>
            <a:rect l="l" t="t" r="r" b="b"/>
            <a:pathLst>
              <a:path w="8007" h="13177" extrusionOk="0">
                <a:moveTo>
                  <a:pt x="7973" y="0"/>
                </a:moveTo>
                <a:cubicBezTo>
                  <a:pt x="6906" y="367"/>
                  <a:pt x="5872" y="868"/>
                  <a:pt x="4904" y="1501"/>
                </a:cubicBezTo>
                <a:cubicBezTo>
                  <a:pt x="3370" y="2502"/>
                  <a:pt x="701" y="5671"/>
                  <a:pt x="1" y="8273"/>
                </a:cubicBezTo>
                <a:cubicBezTo>
                  <a:pt x="316" y="8005"/>
                  <a:pt x="592" y="7877"/>
                  <a:pt x="830" y="7877"/>
                </a:cubicBezTo>
                <a:cubicBezTo>
                  <a:pt x="1776" y="7877"/>
                  <a:pt x="2122" y="9898"/>
                  <a:pt x="1936" y="13176"/>
                </a:cubicBezTo>
                <a:cubicBezTo>
                  <a:pt x="2336" y="9874"/>
                  <a:pt x="4204" y="3970"/>
                  <a:pt x="7806" y="2769"/>
                </a:cubicBezTo>
                <a:cubicBezTo>
                  <a:pt x="7940" y="2435"/>
                  <a:pt x="8007" y="2068"/>
                  <a:pt x="8007" y="1701"/>
                </a:cubicBezTo>
                <a:lnTo>
                  <a:pt x="7973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1">
            <a:extLst>
              <a:ext uri="{FF2B5EF4-FFF2-40B4-BE49-F238E27FC236}">
                <a16:creationId xmlns:a16="http://schemas.microsoft.com/office/drawing/2014/main" id="{51A5CE2B-9DAE-C56D-0DF3-0E4265F07CB9}"/>
              </a:ext>
            </a:extLst>
          </p:cNvPr>
          <p:cNvSpPr/>
          <p:nvPr/>
        </p:nvSpPr>
        <p:spPr>
          <a:xfrm>
            <a:off x="3121989" y="3219352"/>
            <a:ext cx="123563" cy="203347"/>
          </a:xfrm>
          <a:custGeom>
            <a:avLst/>
            <a:gdLst/>
            <a:ahLst/>
            <a:cxnLst/>
            <a:rect l="l" t="t" r="r" b="b"/>
            <a:pathLst>
              <a:path w="8007" h="13177" extrusionOk="0">
                <a:moveTo>
                  <a:pt x="7973" y="0"/>
                </a:moveTo>
                <a:cubicBezTo>
                  <a:pt x="6906" y="367"/>
                  <a:pt x="5872" y="868"/>
                  <a:pt x="4904" y="1501"/>
                </a:cubicBezTo>
                <a:cubicBezTo>
                  <a:pt x="3370" y="2502"/>
                  <a:pt x="701" y="5671"/>
                  <a:pt x="1" y="8273"/>
                </a:cubicBezTo>
                <a:cubicBezTo>
                  <a:pt x="316" y="8005"/>
                  <a:pt x="592" y="7877"/>
                  <a:pt x="830" y="7877"/>
                </a:cubicBezTo>
                <a:cubicBezTo>
                  <a:pt x="1776" y="7877"/>
                  <a:pt x="2122" y="9898"/>
                  <a:pt x="1936" y="13176"/>
                </a:cubicBezTo>
                <a:cubicBezTo>
                  <a:pt x="2336" y="9874"/>
                  <a:pt x="4204" y="3970"/>
                  <a:pt x="7806" y="2769"/>
                </a:cubicBezTo>
                <a:cubicBezTo>
                  <a:pt x="7940" y="2435"/>
                  <a:pt x="8007" y="2068"/>
                  <a:pt x="8007" y="1701"/>
                </a:cubicBezTo>
                <a:lnTo>
                  <a:pt x="7973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41">
            <a:extLst>
              <a:ext uri="{FF2B5EF4-FFF2-40B4-BE49-F238E27FC236}">
                <a16:creationId xmlns:a16="http://schemas.microsoft.com/office/drawing/2014/main" id="{8C79744C-B3F7-0D29-6FA5-969985EB7C90}"/>
              </a:ext>
            </a:extLst>
          </p:cNvPr>
          <p:cNvSpPr/>
          <p:nvPr/>
        </p:nvSpPr>
        <p:spPr>
          <a:xfrm>
            <a:off x="3123532" y="2812952"/>
            <a:ext cx="361910" cy="381184"/>
          </a:xfrm>
          <a:custGeom>
            <a:avLst/>
            <a:gdLst/>
            <a:ahLst/>
            <a:cxnLst/>
            <a:rect l="l" t="t" r="r" b="b"/>
            <a:pathLst>
              <a:path w="23452" h="24701" extrusionOk="0">
                <a:moveTo>
                  <a:pt x="9098" y="0"/>
                </a:moveTo>
                <a:cubicBezTo>
                  <a:pt x="8794" y="0"/>
                  <a:pt x="8474" y="32"/>
                  <a:pt x="8140" y="83"/>
                </a:cubicBezTo>
                <a:cubicBezTo>
                  <a:pt x="7039" y="250"/>
                  <a:pt x="6205" y="1217"/>
                  <a:pt x="6272" y="2351"/>
                </a:cubicBezTo>
                <a:cubicBezTo>
                  <a:pt x="5790" y="2020"/>
                  <a:pt x="5304" y="1885"/>
                  <a:pt x="4854" y="1885"/>
                </a:cubicBezTo>
                <a:cubicBezTo>
                  <a:pt x="3810" y="1885"/>
                  <a:pt x="2956" y="2610"/>
                  <a:pt x="2770" y="3285"/>
                </a:cubicBezTo>
                <a:cubicBezTo>
                  <a:pt x="2603" y="3986"/>
                  <a:pt x="2703" y="4620"/>
                  <a:pt x="2136" y="5253"/>
                </a:cubicBezTo>
                <a:cubicBezTo>
                  <a:pt x="1855" y="5566"/>
                  <a:pt x="1486" y="5710"/>
                  <a:pt x="1146" y="5710"/>
                </a:cubicBezTo>
                <a:cubicBezTo>
                  <a:pt x="759" y="5710"/>
                  <a:pt x="410" y="5524"/>
                  <a:pt x="268" y="5187"/>
                </a:cubicBezTo>
                <a:lnTo>
                  <a:pt x="268" y="5187"/>
                </a:lnTo>
                <a:cubicBezTo>
                  <a:pt x="1" y="6221"/>
                  <a:pt x="335" y="7055"/>
                  <a:pt x="1469" y="7088"/>
                </a:cubicBezTo>
                <a:cubicBezTo>
                  <a:pt x="1002" y="7622"/>
                  <a:pt x="835" y="8356"/>
                  <a:pt x="968" y="9056"/>
                </a:cubicBezTo>
                <a:cubicBezTo>
                  <a:pt x="1168" y="9923"/>
                  <a:pt x="1902" y="10591"/>
                  <a:pt x="2770" y="10724"/>
                </a:cubicBezTo>
                <a:cubicBezTo>
                  <a:pt x="2770" y="11258"/>
                  <a:pt x="2903" y="11825"/>
                  <a:pt x="3137" y="12325"/>
                </a:cubicBezTo>
                <a:cubicBezTo>
                  <a:pt x="3437" y="12859"/>
                  <a:pt x="3837" y="13326"/>
                  <a:pt x="4337" y="13659"/>
                </a:cubicBezTo>
                <a:cubicBezTo>
                  <a:pt x="5972" y="14627"/>
                  <a:pt x="7840" y="15061"/>
                  <a:pt x="9641" y="15628"/>
                </a:cubicBezTo>
                <a:lnTo>
                  <a:pt x="11776" y="16295"/>
                </a:lnTo>
                <a:cubicBezTo>
                  <a:pt x="11876" y="16328"/>
                  <a:pt x="12543" y="16428"/>
                  <a:pt x="12610" y="16528"/>
                </a:cubicBezTo>
                <a:lnTo>
                  <a:pt x="17113" y="24701"/>
                </a:lnTo>
                <a:cubicBezTo>
                  <a:pt x="17714" y="22432"/>
                  <a:pt x="20215" y="20264"/>
                  <a:pt x="21450" y="18330"/>
                </a:cubicBezTo>
                <a:cubicBezTo>
                  <a:pt x="22650" y="16495"/>
                  <a:pt x="23384" y="15061"/>
                  <a:pt x="23418" y="13226"/>
                </a:cubicBezTo>
                <a:cubicBezTo>
                  <a:pt x="23451" y="12125"/>
                  <a:pt x="22917" y="10591"/>
                  <a:pt x="22150" y="10224"/>
                </a:cubicBezTo>
                <a:cubicBezTo>
                  <a:pt x="23451" y="6288"/>
                  <a:pt x="20616" y="4153"/>
                  <a:pt x="19048" y="3619"/>
                </a:cubicBezTo>
                <a:cubicBezTo>
                  <a:pt x="18314" y="3385"/>
                  <a:pt x="17614" y="3119"/>
                  <a:pt x="16913" y="2785"/>
                </a:cubicBezTo>
                <a:cubicBezTo>
                  <a:pt x="16079" y="2351"/>
                  <a:pt x="15946" y="1618"/>
                  <a:pt x="15279" y="950"/>
                </a:cubicBezTo>
                <a:cubicBezTo>
                  <a:pt x="14721" y="376"/>
                  <a:pt x="13924" y="41"/>
                  <a:pt x="13156" y="41"/>
                </a:cubicBezTo>
                <a:cubicBezTo>
                  <a:pt x="12408" y="41"/>
                  <a:pt x="11687" y="359"/>
                  <a:pt x="11242" y="1084"/>
                </a:cubicBezTo>
                <a:cubicBezTo>
                  <a:pt x="10722" y="265"/>
                  <a:pt x="9980" y="0"/>
                  <a:pt x="909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41">
            <a:extLst>
              <a:ext uri="{FF2B5EF4-FFF2-40B4-BE49-F238E27FC236}">
                <a16:creationId xmlns:a16="http://schemas.microsoft.com/office/drawing/2014/main" id="{4352AA27-D8CD-4089-9ECF-CD204FC4725D}"/>
              </a:ext>
            </a:extLst>
          </p:cNvPr>
          <p:cNvSpPr/>
          <p:nvPr/>
        </p:nvSpPr>
        <p:spPr>
          <a:xfrm>
            <a:off x="3140013" y="2920605"/>
            <a:ext cx="338731" cy="428684"/>
          </a:xfrm>
          <a:custGeom>
            <a:avLst/>
            <a:gdLst/>
            <a:ahLst/>
            <a:cxnLst/>
            <a:rect l="l" t="t" r="r" b="b"/>
            <a:pathLst>
              <a:path w="21950" h="27779" extrusionOk="0">
                <a:moveTo>
                  <a:pt x="5857" y="1"/>
                </a:moveTo>
                <a:cubicBezTo>
                  <a:pt x="4296" y="1"/>
                  <a:pt x="2949" y="354"/>
                  <a:pt x="2069" y="946"/>
                </a:cubicBezTo>
                <a:cubicBezTo>
                  <a:pt x="1501" y="2314"/>
                  <a:pt x="1135" y="3248"/>
                  <a:pt x="1135" y="4949"/>
                </a:cubicBezTo>
                <a:cubicBezTo>
                  <a:pt x="1135" y="5583"/>
                  <a:pt x="1034" y="6250"/>
                  <a:pt x="868" y="6850"/>
                </a:cubicBezTo>
                <a:cubicBezTo>
                  <a:pt x="201" y="9419"/>
                  <a:pt x="0" y="12087"/>
                  <a:pt x="367" y="14723"/>
                </a:cubicBezTo>
                <a:cubicBezTo>
                  <a:pt x="601" y="16624"/>
                  <a:pt x="2002" y="18225"/>
                  <a:pt x="3870" y="18725"/>
                </a:cubicBezTo>
                <a:cubicBezTo>
                  <a:pt x="4770" y="18892"/>
                  <a:pt x="5671" y="19026"/>
                  <a:pt x="6605" y="19092"/>
                </a:cubicBezTo>
                <a:lnTo>
                  <a:pt x="6438" y="22695"/>
                </a:lnTo>
                <a:cubicBezTo>
                  <a:pt x="5438" y="23896"/>
                  <a:pt x="4971" y="26364"/>
                  <a:pt x="5304" y="27765"/>
                </a:cubicBezTo>
                <a:cubicBezTo>
                  <a:pt x="5489" y="27774"/>
                  <a:pt x="5673" y="27779"/>
                  <a:pt x="5856" y="27779"/>
                </a:cubicBezTo>
                <a:cubicBezTo>
                  <a:pt x="11811" y="27779"/>
                  <a:pt x="16145" y="23162"/>
                  <a:pt x="16145" y="23162"/>
                </a:cubicBezTo>
                <a:lnTo>
                  <a:pt x="16145" y="19359"/>
                </a:lnTo>
                <a:lnTo>
                  <a:pt x="16412" y="14689"/>
                </a:lnTo>
                <a:cubicBezTo>
                  <a:pt x="16412" y="14689"/>
                  <a:pt x="16937" y="15323"/>
                  <a:pt x="17908" y="15323"/>
                </a:cubicBezTo>
                <a:cubicBezTo>
                  <a:pt x="18254" y="15323"/>
                  <a:pt x="18658" y="15242"/>
                  <a:pt x="19114" y="15023"/>
                </a:cubicBezTo>
                <a:cubicBezTo>
                  <a:pt x="20982" y="14156"/>
                  <a:pt x="21949" y="11454"/>
                  <a:pt x="21082" y="9519"/>
                </a:cubicBezTo>
                <a:cubicBezTo>
                  <a:pt x="20750" y="8727"/>
                  <a:pt x="19991" y="8392"/>
                  <a:pt x="19221" y="8392"/>
                </a:cubicBezTo>
                <a:cubicBezTo>
                  <a:pt x="18596" y="8392"/>
                  <a:pt x="17964" y="8612"/>
                  <a:pt x="17546" y="8985"/>
                </a:cubicBezTo>
                <a:cubicBezTo>
                  <a:pt x="16674" y="9793"/>
                  <a:pt x="16490" y="10756"/>
                  <a:pt x="15723" y="10756"/>
                </a:cubicBezTo>
                <a:cubicBezTo>
                  <a:pt x="15697" y="10756"/>
                  <a:pt x="15671" y="10755"/>
                  <a:pt x="15645" y="10753"/>
                </a:cubicBezTo>
                <a:cubicBezTo>
                  <a:pt x="14511" y="10686"/>
                  <a:pt x="14778" y="8952"/>
                  <a:pt x="14911" y="8251"/>
                </a:cubicBezTo>
                <a:cubicBezTo>
                  <a:pt x="13176" y="7117"/>
                  <a:pt x="12376" y="4982"/>
                  <a:pt x="13110" y="2480"/>
                </a:cubicBezTo>
                <a:cubicBezTo>
                  <a:pt x="10739" y="717"/>
                  <a:pt x="8080" y="1"/>
                  <a:pt x="5857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41">
            <a:extLst>
              <a:ext uri="{FF2B5EF4-FFF2-40B4-BE49-F238E27FC236}">
                <a16:creationId xmlns:a16="http://schemas.microsoft.com/office/drawing/2014/main" id="{F4F947B8-BB8E-F282-1463-67673D311B1D}"/>
              </a:ext>
            </a:extLst>
          </p:cNvPr>
          <p:cNvSpPr/>
          <p:nvPr/>
        </p:nvSpPr>
        <p:spPr>
          <a:xfrm>
            <a:off x="3240907" y="3132871"/>
            <a:ext cx="136943" cy="97314"/>
          </a:xfrm>
          <a:custGeom>
            <a:avLst/>
            <a:gdLst/>
            <a:ahLst/>
            <a:cxnLst/>
            <a:rect l="l" t="t" r="r" b="b"/>
            <a:pathLst>
              <a:path w="8874" h="6306" extrusionOk="0">
                <a:moveTo>
                  <a:pt x="8873" y="0"/>
                </a:moveTo>
                <a:cubicBezTo>
                  <a:pt x="8306" y="1134"/>
                  <a:pt x="7639" y="2235"/>
                  <a:pt x="6839" y="3236"/>
                </a:cubicBezTo>
                <a:cubicBezTo>
                  <a:pt x="5137" y="5171"/>
                  <a:pt x="2936" y="5271"/>
                  <a:pt x="34" y="5337"/>
                </a:cubicBezTo>
                <a:lnTo>
                  <a:pt x="0" y="6305"/>
                </a:lnTo>
                <a:cubicBezTo>
                  <a:pt x="79" y="6305"/>
                  <a:pt x="157" y="6306"/>
                  <a:pt x="234" y="6306"/>
                </a:cubicBezTo>
                <a:cubicBezTo>
                  <a:pt x="4601" y="6306"/>
                  <a:pt x="6419" y="5382"/>
                  <a:pt x="7239" y="4137"/>
                </a:cubicBezTo>
                <a:cubicBezTo>
                  <a:pt x="8340" y="2502"/>
                  <a:pt x="8873" y="1"/>
                  <a:pt x="887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41">
            <a:extLst>
              <a:ext uri="{FF2B5EF4-FFF2-40B4-BE49-F238E27FC236}">
                <a16:creationId xmlns:a16="http://schemas.microsoft.com/office/drawing/2014/main" id="{BB9130DE-60BC-7F59-8710-27B279B0CA85}"/>
              </a:ext>
            </a:extLst>
          </p:cNvPr>
          <p:cNvSpPr/>
          <p:nvPr/>
        </p:nvSpPr>
        <p:spPr>
          <a:xfrm>
            <a:off x="3270012" y="3030295"/>
            <a:ext cx="29598" cy="24953"/>
          </a:xfrm>
          <a:custGeom>
            <a:avLst/>
            <a:gdLst/>
            <a:ahLst/>
            <a:cxnLst/>
            <a:rect l="l" t="t" r="r" b="b"/>
            <a:pathLst>
              <a:path w="1918" h="1617" extrusionOk="0">
                <a:moveTo>
                  <a:pt x="839" y="1"/>
                </a:moveTo>
                <a:cubicBezTo>
                  <a:pt x="450" y="1"/>
                  <a:pt x="110" y="316"/>
                  <a:pt x="49" y="743"/>
                </a:cubicBezTo>
                <a:cubicBezTo>
                  <a:pt x="1" y="1250"/>
                  <a:pt x="424" y="1617"/>
                  <a:pt x="877" y="1617"/>
                </a:cubicBezTo>
                <a:cubicBezTo>
                  <a:pt x="1049" y="1617"/>
                  <a:pt x="1227" y="1563"/>
                  <a:pt x="1383" y="1444"/>
                </a:cubicBezTo>
                <a:cubicBezTo>
                  <a:pt x="1917" y="977"/>
                  <a:pt x="1684" y="76"/>
                  <a:pt x="950" y="9"/>
                </a:cubicBezTo>
                <a:cubicBezTo>
                  <a:pt x="913" y="3"/>
                  <a:pt x="876" y="1"/>
                  <a:pt x="83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1">
            <a:extLst>
              <a:ext uri="{FF2B5EF4-FFF2-40B4-BE49-F238E27FC236}">
                <a16:creationId xmlns:a16="http://schemas.microsoft.com/office/drawing/2014/main" id="{3955FBD9-C656-9F61-CCD4-06B5494735D4}"/>
              </a:ext>
            </a:extLst>
          </p:cNvPr>
          <p:cNvSpPr/>
          <p:nvPr/>
        </p:nvSpPr>
        <p:spPr>
          <a:xfrm>
            <a:off x="3284657" y="2997873"/>
            <a:ext cx="28842" cy="25370"/>
          </a:xfrm>
          <a:custGeom>
            <a:avLst/>
            <a:gdLst/>
            <a:ahLst/>
            <a:cxnLst/>
            <a:rect l="l" t="t" r="r" b="b"/>
            <a:pathLst>
              <a:path w="1869" h="1644" extrusionOk="0">
                <a:moveTo>
                  <a:pt x="785" y="0"/>
                </a:moveTo>
                <a:cubicBezTo>
                  <a:pt x="492" y="0"/>
                  <a:pt x="195" y="137"/>
                  <a:pt x="1" y="409"/>
                </a:cubicBezTo>
                <a:lnTo>
                  <a:pt x="1535" y="1643"/>
                </a:lnTo>
                <a:cubicBezTo>
                  <a:pt x="1869" y="1209"/>
                  <a:pt x="1802" y="576"/>
                  <a:pt x="1368" y="209"/>
                </a:cubicBezTo>
                <a:cubicBezTo>
                  <a:pt x="1202" y="70"/>
                  <a:pt x="994" y="0"/>
                  <a:pt x="78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41">
            <a:extLst>
              <a:ext uri="{FF2B5EF4-FFF2-40B4-BE49-F238E27FC236}">
                <a16:creationId xmlns:a16="http://schemas.microsoft.com/office/drawing/2014/main" id="{C2A1846F-4B2C-E86B-B272-E7C7676E6822}"/>
              </a:ext>
            </a:extLst>
          </p:cNvPr>
          <p:cNvSpPr/>
          <p:nvPr/>
        </p:nvSpPr>
        <p:spPr>
          <a:xfrm>
            <a:off x="3168331" y="2978197"/>
            <a:ext cx="30895" cy="17237"/>
          </a:xfrm>
          <a:custGeom>
            <a:avLst/>
            <a:gdLst/>
            <a:ahLst/>
            <a:cxnLst/>
            <a:rect l="l" t="t" r="r" b="b"/>
            <a:pathLst>
              <a:path w="2002" h="1117" extrusionOk="0">
                <a:moveTo>
                  <a:pt x="1098" y="1"/>
                </a:moveTo>
                <a:cubicBezTo>
                  <a:pt x="1044" y="1"/>
                  <a:pt x="989" y="6"/>
                  <a:pt x="934" y="16"/>
                </a:cubicBezTo>
                <a:cubicBezTo>
                  <a:pt x="367" y="83"/>
                  <a:pt x="0" y="583"/>
                  <a:pt x="33" y="1117"/>
                </a:cubicBezTo>
                <a:lnTo>
                  <a:pt x="2001" y="883"/>
                </a:lnTo>
                <a:cubicBezTo>
                  <a:pt x="1972" y="375"/>
                  <a:pt x="1566" y="1"/>
                  <a:pt x="109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1">
            <a:extLst>
              <a:ext uri="{FF2B5EF4-FFF2-40B4-BE49-F238E27FC236}">
                <a16:creationId xmlns:a16="http://schemas.microsoft.com/office/drawing/2014/main" id="{2598D539-529A-AFD0-BA25-AA8689C864CE}"/>
              </a:ext>
            </a:extLst>
          </p:cNvPr>
          <p:cNvSpPr/>
          <p:nvPr/>
        </p:nvSpPr>
        <p:spPr>
          <a:xfrm>
            <a:off x="3168609" y="3014431"/>
            <a:ext cx="29583" cy="25092"/>
          </a:xfrm>
          <a:custGeom>
            <a:avLst/>
            <a:gdLst/>
            <a:ahLst/>
            <a:cxnLst/>
            <a:rect l="l" t="t" r="r" b="b"/>
            <a:pathLst>
              <a:path w="1917" h="1626" extrusionOk="0">
                <a:moveTo>
                  <a:pt x="879" y="1"/>
                </a:moveTo>
                <a:cubicBezTo>
                  <a:pt x="443" y="1"/>
                  <a:pt x="80" y="294"/>
                  <a:pt x="49" y="737"/>
                </a:cubicBezTo>
                <a:cubicBezTo>
                  <a:pt x="1" y="1242"/>
                  <a:pt x="420" y="1625"/>
                  <a:pt x="859" y="1625"/>
                </a:cubicBezTo>
                <a:cubicBezTo>
                  <a:pt x="1028" y="1625"/>
                  <a:pt x="1201" y="1568"/>
                  <a:pt x="1350" y="1437"/>
                </a:cubicBezTo>
                <a:cubicBezTo>
                  <a:pt x="1917" y="1004"/>
                  <a:pt x="1650" y="103"/>
                  <a:pt x="949" y="3"/>
                </a:cubicBezTo>
                <a:cubicBezTo>
                  <a:pt x="926" y="1"/>
                  <a:pt x="902" y="1"/>
                  <a:pt x="879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1">
            <a:extLst>
              <a:ext uri="{FF2B5EF4-FFF2-40B4-BE49-F238E27FC236}">
                <a16:creationId xmlns:a16="http://schemas.microsoft.com/office/drawing/2014/main" id="{84B3B8A3-9C58-F62B-7079-2692B46177FE}"/>
              </a:ext>
            </a:extLst>
          </p:cNvPr>
          <p:cNvSpPr/>
          <p:nvPr/>
        </p:nvSpPr>
        <p:spPr>
          <a:xfrm>
            <a:off x="3180167" y="3016360"/>
            <a:ext cx="65894" cy="83579"/>
          </a:xfrm>
          <a:custGeom>
            <a:avLst/>
            <a:gdLst/>
            <a:ahLst/>
            <a:cxnLst/>
            <a:rect l="l" t="t" r="r" b="b"/>
            <a:pathLst>
              <a:path w="4270" h="5416" extrusionOk="0">
                <a:moveTo>
                  <a:pt x="3954" y="1"/>
                </a:moveTo>
                <a:cubicBezTo>
                  <a:pt x="2935" y="1"/>
                  <a:pt x="1413" y="2067"/>
                  <a:pt x="0" y="3781"/>
                </a:cubicBezTo>
                <a:lnTo>
                  <a:pt x="2635" y="5415"/>
                </a:lnTo>
                <a:lnTo>
                  <a:pt x="4270" y="78"/>
                </a:lnTo>
                <a:cubicBezTo>
                  <a:pt x="4171" y="26"/>
                  <a:pt x="4066" y="1"/>
                  <a:pt x="3954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1">
            <a:extLst>
              <a:ext uri="{FF2B5EF4-FFF2-40B4-BE49-F238E27FC236}">
                <a16:creationId xmlns:a16="http://schemas.microsoft.com/office/drawing/2014/main" id="{AD64A6A2-92B3-2F78-2025-406BAF847F34}"/>
              </a:ext>
            </a:extLst>
          </p:cNvPr>
          <p:cNvSpPr/>
          <p:nvPr/>
        </p:nvSpPr>
        <p:spPr>
          <a:xfrm>
            <a:off x="3215676" y="3127208"/>
            <a:ext cx="54073" cy="29413"/>
          </a:xfrm>
          <a:custGeom>
            <a:avLst/>
            <a:gdLst/>
            <a:ahLst/>
            <a:cxnLst/>
            <a:rect l="l" t="t" r="r" b="b"/>
            <a:pathLst>
              <a:path w="3504" h="1906" extrusionOk="0">
                <a:moveTo>
                  <a:pt x="3470" y="0"/>
                </a:moveTo>
                <a:lnTo>
                  <a:pt x="1" y="234"/>
                </a:lnTo>
                <a:cubicBezTo>
                  <a:pt x="1" y="1162"/>
                  <a:pt x="768" y="1906"/>
                  <a:pt x="1685" y="1906"/>
                </a:cubicBezTo>
                <a:cubicBezTo>
                  <a:pt x="1724" y="1906"/>
                  <a:pt x="1763" y="1904"/>
                  <a:pt x="1802" y="1902"/>
                </a:cubicBezTo>
                <a:cubicBezTo>
                  <a:pt x="2770" y="1802"/>
                  <a:pt x="3503" y="968"/>
                  <a:pt x="3470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41">
            <a:extLst>
              <a:ext uri="{FF2B5EF4-FFF2-40B4-BE49-F238E27FC236}">
                <a16:creationId xmlns:a16="http://schemas.microsoft.com/office/drawing/2014/main" id="{592CD8CA-1D93-8A6C-7FBB-1A15EF5EAC72}"/>
              </a:ext>
            </a:extLst>
          </p:cNvPr>
          <p:cNvSpPr/>
          <p:nvPr/>
        </p:nvSpPr>
        <p:spPr>
          <a:xfrm>
            <a:off x="3235244" y="3134337"/>
            <a:ext cx="32963" cy="22222"/>
          </a:xfrm>
          <a:custGeom>
            <a:avLst/>
            <a:gdLst/>
            <a:ahLst/>
            <a:cxnLst/>
            <a:rect l="l" t="t" r="r" b="b"/>
            <a:pathLst>
              <a:path w="2136" h="1440" extrusionOk="0">
                <a:moveTo>
                  <a:pt x="1575" y="0"/>
                </a:moveTo>
                <a:cubicBezTo>
                  <a:pt x="791" y="0"/>
                  <a:pt x="95" y="581"/>
                  <a:pt x="0" y="1373"/>
                </a:cubicBezTo>
                <a:cubicBezTo>
                  <a:pt x="167" y="1406"/>
                  <a:pt x="334" y="1440"/>
                  <a:pt x="534" y="1440"/>
                </a:cubicBezTo>
                <a:cubicBezTo>
                  <a:pt x="1301" y="1373"/>
                  <a:pt x="1935" y="839"/>
                  <a:pt x="2135" y="72"/>
                </a:cubicBezTo>
                <a:cubicBezTo>
                  <a:pt x="1969" y="39"/>
                  <a:pt x="1835" y="39"/>
                  <a:pt x="1702" y="5"/>
                </a:cubicBezTo>
                <a:cubicBezTo>
                  <a:pt x="1659" y="2"/>
                  <a:pt x="1617" y="0"/>
                  <a:pt x="1575" y="0"/>
                </a:cubicBez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DB7EAD01-8409-0997-6162-EC033DD6A90A}"/>
              </a:ext>
            </a:extLst>
          </p:cNvPr>
          <p:cNvSpPr/>
          <p:nvPr/>
        </p:nvSpPr>
        <p:spPr>
          <a:xfrm>
            <a:off x="3318113" y="3219136"/>
            <a:ext cx="102468" cy="238053"/>
          </a:xfrm>
          <a:custGeom>
            <a:avLst/>
            <a:gdLst/>
            <a:ahLst/>
            <a:cxnLst/>
            <a:rect l="l" t="t" r="r" b="b"/>
            <a:pathLst>
              <a:path w="6640" h="15426" extrusionOk="0">
                <a:moveTo>
                  <a:pt x="4694" y="1"/>
                </a:moveTo>
                <a:cubicBezTo>
                  <a:pt x="4638" y="1"/>
                  <a:pt x="4604" y="14"/>
                  <a:pt x="4604" y="14"/>
                </a:cubicBezTo>
                <a:lnTo>
                  <a:pt x="4604" y="1682"/>
                </a:lnTo>
                <a:cubicBezTo>
                  <a:pt x="4604" y="1682"/>
                  <a:pt x="4237" y="3550"/>
                  <a:pt x="2303" y="5952"/>
                </a:cubicBezTo>
                <a:cubicBezTo>
                  <a:pt x="835" y="7686"/>
                  <a:pt x="335" y="9921"/>
                  <a:pt x="1" y="15425"/>
                </a:cubicBezTo>
                <a:cubicBezTo>
                  <a:pt x="526" y="11157"/>
                  <a:pt x="1870" y="9546"/>
                  <a:pt x="2921" y="9546"/>
                </a:cubicBezTo>
                <a:cubicBezTo>
                  <a:pt x="3471" y="9546"/>
                  <a:pt x="3941" y="9988"/>
                  <a:pt x="4171" y="10722"/>
                </a:cubicBezTo>
                <a:cubicBezTo>
                  <a:pt x="6506" y="7186"/>
                  <a:pt x="6639" y="4151"/>
                  <a:pt x="6572" y="2916"/>
                </a:cubicBezTo>
                <a:cubicBezTo>
                  <a:pt x="5939" y="1816"/>
                  <a:pt x="5438" y="882"/>
                  <a:pt x="5205" y="448"/>
                </a:cubicBezTo>
                <a:cubicBezTo>
                  <a:pt x="5023" y="62"/>
                  <a:pt x="4811" y="1"/>
                  <a:pt x="469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1">
            <a:extLst>
              <a:ext uri="{FF2B5EF4-FFF2-40B4-BE49-F238E27FC236}">
                <a16:creationId xmlns:a16="http://schemas.microsoft.com/office/drawing/2014/main" id="{F69706F3-C6B6-2E30-878A-287388D93551}"/>
              </a:ext>
            </a:extLst>
          </p:cNvPr>
          <p:cNvSpPr/>
          <p:nvPr/>
        </p:nvSpPr>
        <p:spPr>
          <a:xfrm>
            <a:off x="3318113" y="3219136"/>
            <a:ext cx="102468" cy="238053"/>
          </a:xfrm>
          <a:custGeom>
            <a:avLst/>
            <a:gdLst/>
            <a:ahLst/>
            <a:cxnLst/>
            <a:rect l="l" t="t" r="r" b="b"/>
            <a:pathLst>
              <a:path w="6640" h="15426" extrusionOk="0">
                <a:moveTo>
                  <a:pt x="4694" y="1"/>
                </a:moveTo>
                <a:cubicBezTo>
                  <a:pt x="4638" y="1"/>
                  <a:pt x="4604" y="14"/>
                  <a:pt x="4604" y="14"/>
                </a:cubicBezTo>
                <a:lnTo>
                  <a:pt x="4604" y="1682"/>
                </a:lnTo>
                <a:cubicBezTo>
                  <a:pt x="4604" y="1682"/>
                  <a:pt x="4237" y="3550"/>
                  <a:pt x="2303" y="5952"/>
                </a:cubicBezTo>
                <a:cubicBezTo>
                  <a:pt x="835" y="7686"/>
                  <a:pt x="335" y="9921"/>
                  <a:pt x="1" y="15425"/>
                </a:cubicBezTo>
                <a:cubicBezTo>
                  <a:pt x="526" y="11157"/>
                  <a:pt x="1870" y="9546"/>
                  <a:pt x="2921" y="9546"/>
                </a:cubicBezTo>
                <a:cubicBezTo>
                  <a:pt x="3471" y="9546"/>
                  <a:pt x="3941" y="9988"/>
                  <a:pt x="4171" y="10722"/>
                </a:cubicBezTo>
                <a:cubicBezTo>
                  <a:pt x="6506" y="7186"/>
                  <a:pt x="6639" y="4151"/>
                  <a:pt x="6572" y="2916"/>
                </a:cubicBezTo>
                <a:cubicBezTo>
                  <a:pt x="5939" y="1816"/>
                  <a:pt x="5438" y="882"/>
                  <a:pt x="5205" y="448"/>
                </a:cubicBezTo>
                <a:cubicBezTo>
                  <a:pt x="5023" y="62"/>
                  <a:pt x="4811" y="1"/>
                  <a:pt x="4694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4B0182B-EA43-3927-DDA0-C4210F579DBB}"/>
              </a:ext>
            </a:extLst>
          </p:cNvPr>
          <p:cNvSpPr/>
          <p:nvPr/>
        </p:nvSpPr>
        <p:spPr>
          <a:xfrm>
            <a:off x="2813644" y="3473145"/>
            <a:ext cx="266154" cy="306632"/>
          </a:xfrm>
          <a:custGeom>
            <a:avLst/>
            <a:gdLst/>
            <a:ahLst/>
            <a:cxnLst/>
            <a:rect l="l" t="t" r="r" b="b"/>
            <a:pathLst>
              <a:path w="17247" h="19870" extrusionOk="0">
                <a:moveTo>
                  <a:pt x="1373" y="0"/>
                </a:moveTo>
                <a:cubicBezTo>
                  <a:pt x="1206" y="0"/>
                  <a:pt x="1038" y="52"/>
                  <a:pt x="902" y="166"/>
                </a:cubicBezTo>
                <a:lnTo>
                  <a:pt x="268" y="767"/>
                </a:lnTo>
                <a:cubicBezTo>
                  <a:pt x="34" y="967"/>
                  <a:pt x="1" y="1300"/>
                  <a:pt x="134" y="1567"/>
                </a:cubicBezTo>
                <a:lnTo>
                  <a:pt x="5972" y="16511"/>
                </a:lnTo>
                <a:cubicBezTo>
                  <a:pt x="6305" y="17212"/>
                  <a:pt x="6939" y="17745"/>
                  <a:pt x="7673" y="17979"/>
                </a:cubicBezTo>
                <a:lnTo>
                  <a:pt x="15679" y="19814"/>
                </a:lnTo>
                <a:cubicBezTo>
                  <a:pt x="15766" y="19851"/>
                  <a:pt x="15859" y="19870"/>
                  <a:pt x="15950" y="19870"/>
                </a:cubicBezTo>
                <a:cubicBezTo>
                  <a:pt x="16103" y="19870"/>
                  <a:pt x="16254" y="19818"/>
                  <a:pt x="16379" y="19713"/>
                </a:cubicBezTo>
                <a:lnTo>
                  <a:pt x="17046" y="19080"/>
                </a:lnTo>
                <a:cubicBezTo>
                  <a:pt x="17213" y="18880"/>
                  <a:pt x="17247" y="18546"/>
                  <a:pt x="17113" y="18312"/>
                </a:cubicBezTo>
                <a:lnTo>
                  <a:pt x="11276" y="3368"/>
                </a:lnTo>
                <a:cubicBezTo>
                  <a:pt x="10942" y="2668"/>
                  <a:pt x="10342" y="2134"/>
                  <a:pt x="9574" y="1901"/>
                </a:cubicBezTo>
                <a:lnTo>
                  <a:pt x="1602" y="33"/>
                </a:lnTo>
                <a:cubicBezTo>
                  <a:pt x="1528" y="12"/>
                  <a:pt x="1451" y="0"/>
                  <a:pt x="1373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1">
            <a:extLst>
              <a:ext uri="{FF2B5EF4-FFF2-40B4-BE49-F238E27FC236}">
                <a16:creationId xmlns:a16="http://schemas.microsoft.com/office/drawing/2014/main" id="{5DBC4D6B-070A-F898-C2B4-3B6DB5033D05}"/>
              </a:ext>
            </a:extLst>
          </p:cNvPr>
          <p:cNvSpPr/>
          <p:nvPr/>
        </p:nvSpPr>
        <p:spPr>
          <a:xfrm>
            <a:off x="2963966" y="3509672"/>
            <a:ext cx="116341" cy="267698"/>
          </a:xfrm>
          <a:custGeom>
            <a:avLst/>
            <a:gdLst/>
            <a:ahLst/>
            <a:cxnLst/>
            <a:rect l="l" t="t" r="r" b="b"/>
            <a:pathLst>
              <a:path w="7539" h="17347" extrusionOk="0">
                <a:moveTo>
                  <a:pt x="701" y="1"/>
                </a:moveTo>
                <a:lnTo>
                  <a:pt x="0" y="568"/>
                </a:lnTo>
                <a:cubicBezTo>
                  <a:pt x="401" y="835"/>
                  <a:pt x="701" y="1202"/>
                  <a:pt x="901" y="1635"/>
                </a:cubicBezTo>
                <a:lnTo>
                  <a:pt x="6738" y="16579"/>
                </a:lnTo>
                <a:cubicBezTo>
                  <a:pt x="6872" y="16813"/>
                  <a:pt x="6838" y="17113"/>
                  <a:pt x="6672" y="17346"/>
                </a:cubicBezTo>
                <a:lnTo>
                  <a:pt x="7305" y="16746"/>
                </a:lnTo>
                <a:cubicBezTo>
                  <a:pt x="7506" y="16546"/>
                  <a:pt x="7539" y="16212"/>
                  <a:pt x="7372" y="15979"/>
                </a:cubicBezTo>
                <a:lnTo>
                  <a:pt x="1535" y="1035"/>
                </a:lnTo>
                <a:cubicBezTo>
                  <a:pt x="1368" y="634"/>
                  <a:pt x="1068" y="268"/>
                  <a:pt x="701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1">
            <a:extLst>
              <a:ext uri="{FF2B5EF4-FFF2-40B4-BE49-F238E27FC236}">
                <a16:creationId xmlns:a16="http://schemas.microsoft.com/office/drawing/2014/main" id="{DD0F95FF-DA78-D0E4-0B9A-9D66AD9370FD}"/>
              </a:ext>
            </a:extLst>
          </p:cNvPr>
          <p:cNvSpPr/>
          <p:nvPr/>
        </p:nvSpPr>
        <p:spPr>
          <a:xfrm>
            <a:off x="2813258" y="3482836"/>
            <a:ext cx="258192" cy="296663"/>
          </a:xfrm>
          <a:custGeom>
            <a:avLst/>
            <a:gdLst/>
            <a:ahLst/>
            <a:cxnLst/>
            <a:rect l="l" t="t" r="r" b="b"/>
            <a:pathLst>
              <a:path w="16731" h="19224" extrusionOk="0">
                <a:moveTo>
                  <a:pt x="698" y="1"/>
                </a:moveTo>
                <a:cubicBezTo>
                  <a:pt x="205" y="1"/>
                  <a:pt x="0" y="374"/>
                  <a:pt x="226" y="939"/>
                </a:cubicBezTo>
                <a:lnTo>
                  <a:pt x="6064" y="15883"/>
                </a:lnTo>
                <a:cubicBezTo>
                  <a:pt x="6364" y="16584"/>
                  <a:pt x="6998" y="17117"/>
                  <a:pt x="7731" y="17351"/>
                </a:cubicBezTo>
                <a:lnTo>
                  <a:pt x="15737" y="19186"/>
                </a:lnTo>
                <a:cubicBezTo>
                  <a:pt x="15845" y="19211"/>
                  <a:pt x="15944" y="19223"/>
                  <a:pt x="16034" y="19223"/>
                </a:cubicBezTo>
                <a:cubicBezTo>
                  <a:pt x="16526" y="19223"/>
                  <a:pt x="16730" y="18854"/>
                  <a:pt x="16504" y="18318"/>
                </a:cubicBezTo>
                <a:lnTo>
                  <a:pt x="10667" y="3374"/>
                </a:lnTo>
                <a:cubicBezTo>
                  <a:pt x="10333" y="2640"/>
                  <a:pt x="9733" y="2107"/>
                  <a:pt x="8966" y="1906"/>
                </a:cubicBezTo>
                <a:lnTo>
                  <a:pt x="993" y="38"/>
                </a:lnTo>
                <a:cubicBezTo>
                  <a:pt x="886" y="13"/>
                  <a:pt x="787" y="1"/>
                  <a:pt x="69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1">
            <a:extLst>
              <a:ext uri="{FF2B5EF4-FFF2-40B4-BE49-F238E27FC236}">
                <a16:creationId xmlns:a16="http://schemas.microsoft.com/office/drawing/2014/main" id="{976D5972-F211-DE5C-1114-35700D7E1BCC}"/>
              </a:ext>
            </a:extLst>
          </p:cNvPr>
          <p:cNvSpPr/>
          <p:nvPr/>
        </p:nvSpPr>
        <p:spPr>
          <a:xfrm>
            <a:off x="2933658" y="3531200"/>
            <a:ext cx="46620" cy="55323"/>
          </a:xfrm>
          <a:custGeom>
            <a:avLst/>
            <a:gdLst/>
            <a:ahLst/>
            <a:cxnLst/>
            <a:rect l="l" t="t" r="r" b="b"/>
            <a:pathLst>
              <a:path w="3021" h="3585" extrusionOk="0">
                <a:moveTo>
                  <a:pt x="146" y="0"/>
                </a:moveTo>
                <a:cubicBezTo>
                  <a:pt x="47" y="0"/>
                  <a:pt x="1" y="87"/>
                  <a:pt x="30" y="173"/>
                </a:cubicBezTo>
                <a:lnTo>
                  <a:pt x="1130" y="2976"/>
                </a:lnTo>
                <a:cubicBezTo>
                  <a:pt x="1197" y="3109"/>
                  <a:pt x="1297" y="3209"/>
                  <a:pt x="1464" y="3242"/>
                </a:cubicBezTo>
                <a:lnTo>
                  <a:pt x="2832" y="3576"/>
                </a:lnTo>
                <a:cubicBezTo>
                  <a:pt x="2854" y="3582"/>
                  <a:pt x="2875" y="3584"/>
                  <a:pt x="2894" y="3584"/>
                </a:cubicBezTo>
                <a:cubicBezTo>
                  <a:pt x="2984" y="3584"/>
                  <a:pt x="3020" y="3520"/>
                  <a:pt x="2965" y="3409"/>
                </a:cubicBezTo>
                <a:lnTo>
                  <a:pt x="1864" y="607"/>
                </a:lnTo>
                <a:cubicBezTo>
                  <a:pt x="1831" y="474"/>
                  <a:pt x="1697" y="374"/>
                  <a:pt x="1564" y="340"/>
                </a:cubicBezTo>
                <a:lnTo>
                  <a:pt x="196" y="7"/>
                </a:lnTo>
                <a:cubicBezTo>
                  <a:pt x="178" y="2"/>
                  <a:pt x="162" y="0"/>
                  <a:pt x="146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1">
            <a:extLst>
              <a:ext uri="{FF2B5EF4-FFF2-40B4-BE49-F238E27FC236}">
                <a16:creationId xmlns:a16="http://schemas.microsoft.com/office/drawing/2014/main" id="{33E29DD7-6626-0F9B-6C15-06E53304126D}"/>
              </a:ext>
            </a:extLst>
          </p:cNvPr>
          <p:cNvSpPr/>
          <p:nvPr/>
        </p:nvSpPr>
        <p:spPr>
          <a:xfrm>
            <a:off x="2942053" y="3540336"/>
            <a:ext cx="21651" cy="17423"/>
          </a:xfrm>
          <a:custGeom>
            <a:avLst/>
            <a:gdLst/>
            <a:ahLst/>
            <a:cxnLst/>
            <a:rect l="l" t="t" r="r" b="b"/>
            <a:pathLst>
              <a:path w="1403" h="1129" extrusionOk="0">
                <a:moveTo>
                  <a:pt x="351" y="1"/>
                </a:moveTo>
                <a:cubicBezTo>
                  <a:pt x="110" y="1"/>
                  <a:pt x="1" y="164"/>
                  <a:pt x="86" y="449"/>
                </a:cubicBezTo>
                <a:cubicBezTo>
                  <a:pt x="253" y="782"/>
                  <a:pt x="553" y="1016"/>
                  <a:pt x="920" y="1116"/>
                </a:cubicBezTo>
                <a:cubicBezTo>
                  <a:pt x="964" y="1125"/>
                  <a:pt x="1005" y="1129"/>
                  <a:pt x="1043" y="1129"/>
                </a:cubicBezTo>
                <a:cubicBezTo>
                  <a:pt x="1292" y="1129"/>
                  <a:pt x="1403" y="947"/>
                  <a:pt x="1287" y="716"/>
                </a:cubicBezTo>
                <a:cubicBezTo>
                  <a:pt x="1120" y="382"/>
                  <a:pt x="853" y="115"/>
                  <a:pt x="486" y="15"/>
                </a:cubicBezTo>
                <a:cubicBezTo>
                  <a:pt x="438" y="5"/>
                  <a:pt x="392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1">
            <a:extLst>
              <a:ext uri="{FF2B5EF4-FFF2-40B4-BE49-F238E27FC236}">
                <a16:creationId xmlns:a16="http://schemas.microsoft.com/office/drawing/2014/main" id="{0352456D-FD76-FB28-2EF7-5A6E833641E1}"/>
              </a:ext>
            </a:extLst>
          </p:cNvPr>
          <p:cNvSpPr/>
          <p:nvPr/>
        </p:nvSpPr>
        <p:spPr>
          <a:xfrm>
            <a:off x="2950340" y="3562295"/>
            <a:ext cx="21574" cy="17114"/>
          </a:xfrm>
          <a:custGeom>
            <a:avLst/>
            <a:gdLst/>
            <a:ahLst/>
            <a:cxnLst/>
            <a:rect l="l" t="t" r="r" b="b"/>
            <a:pathLst>
              <a:path w="1398" h="1109" extrusionOk="0">
                <a:moveTo>
                  <a:pt x="322" y="0"/>
                </a:moveTo>
                <a:cubicBezTo>
                  <a:pt x="99" y="0"/>
                  <a:pt x="0" y="180"/>
                  <a:pt x="83" y="427"/>
                </a:cubicBezTo>
                <a:cubicBezTo>
                  <a:pt x="249" y="760"/>
                  <a:pt x="550" y="994"/>
                  <a:pt x="917" y="1094"/>
                </a:cubicBezTo>
                <a:cubicBezTo>
                  <a:pt x="966" y="1104"/>
                  <a:pt x="1011" y="1109"/>
                  <a:pt x="1053" y="1109"/>
                </a:cubicBezTo>
                <a:cubicBezTo>
                  <a:pt x="1293" y="1109"/>
                  <a:pt x="1397" y="950"/>
                  <a:pt x="1284" y="694"/>
                </a:cubicBezTo>
                <a:cubicBezTo>
                  <a:pt x="1150" y="360"/>
                  <a:pt x="850" y="93"/>
                  <a:pt x="483" y="27"/>
                </a:cubicBezTo>
                <a:cubicBezTo>
                  <a:pt x="424" y="9"/>
                  <a:pt x="370" y="0"/>
                  <a:pt x="32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1">
            <a:extLst>
              <a:ext uri="{FF2B5EF4-FFF2-40B4-BE49-F238E27FC236}">
                <a16:creationId xmlns:a16="http://schemas.microsoft.com/office/drawing/2014/main" id="{0FC9D9C3-8F66-9522-3288-3DF231AF5E72}"/>
              </a:ext>
            </a:extLst>
          </p:cNvPr>
          <p:cNvSpPr/>
          <p:nvPr/>
        </p:nvSpPr>
        <p:spPr>
          <a:xfrm>
            <a:off x="2833720" y="3583715"/>
            <a:ext cx="145184" cy="151449"/>
          </a:xfrm>
          <a:custGeom>
            <a:avLst/>
            <a:gdLst/>
            <a:ahLst/>
            <a:cxnLst/>
            <a:rect l="l" t="t" r="r" b="b"/>
            <a:pathLst>
              <a:path w="9408" h="9814" extrusionOk="0">
                <a:moveTo>
                  <a:pt x="4066" y="1"/>
                </a:moveTo>
                <a:cubicBezTo>
                  <a:pt x="3650" y="1"/>
                  <a:pt x="3143" y="66"/>
                  <a:pt x="2636" y="106"/>
                </a:cubicBezTo>
                <a:cubicBezTo>
                  <a:pt x="1669" y="206"/>
                  <a:pt x="835" y="740"/>
                  <a:pt x="334" y="1607"/>
                </a:cubicBezTo>
                <a:cubicBezTo>
                  <a:pt x="34" y="2108"/>
                  <a:pt x="1" y="2241"/>
                  <a:pt x="768" y="3108"/>
                </a:cubicBezTo>
                <a:lnTo>
                  <a:pt x="1002" y="3409"/>
                </a:lnTo>
                <a:cubicBezTo>
                  <a:pt x="801" y="3776"/>
                  <a:pt x="701" y="4209"/>
                  <a:pt x="735" y="4609"/>
                </a:cubicBezTo>
                <a:cubicBezTo>
                  <a:pt x="768" y="5076"/>
                  <a:pt x="1035" y="5477"/>
                  <a:pt x="1469" y="5677"/>
                </a:cubicBezTo>
                <a:cubicBezTo>
                  <a:pt x="1335" y="6144"/>
                  <a:pt x="1302" y="6644"/>
                  <a:pt x="1369" y="7111"/>
                </a:cubicBezTo>
                <a:cubicBezTo>
                  <a:pt x="1464" y="7588"/>
                  <a:pt x="2036" y="7656"/>
                  <a:pt x="2355" y="7656"/>
                </a:cubicBezTo>
                <a:cubicBezTo>
                  <a:pt x="2482" y="7656"/>
                  <a:pt x="2569" y="7645"/>
                  <a:pt x="2569" y="7645"/>
                </a:cubicBezTo>
                <a:lnTo>
                  <a:pt x="2569" y="7645"/>
                </a:lnTo>
                <a:cubicBezTo>
                  <a:pt x="2436" y="8446"/>
                  <a:pt x="2903" y="8779"/>
                  <a:pt x="3437" y="9079"/>
                </a:cubicBezTo>
                <a:cubicBezTo>
                  <a:pt x="4171" y="9446"/>
                  <a:pt x="4971" y="9813"/>
                  <a:pt x="4971" y="9813"/>
                </a:cubicBezTo>
                <a:cubicBezTo>
                  <a:pt x="4537" y="9146"/>
                  <a:pt x="4804" y="8112"/>
                  <a:pt x="6639" y="7345"/>
                </a:cubicBezTo>
                <a:cubicBezTo>
                  <a:pt x="8540" y="6578"/>
                  <a:pt x="9141" y="6244"/>
                  <a:pt x="8974" y="5310"/>
                </a:cubicBezTo>
                <a:cubicBezTo>
                  <a:pt x="8937" y="5125"/>
                  <a:pt x="8622" y="5083"/>
                  <a:pt x="8349" y="5083"/>
                </a:cubicBezTo>
                <a:cubicBezTo>
                  <a:pt x="8131" y="5083"/>
                  <a:pt x="7940" y="5110"/>
                  <a:pt x="7940" y="5110"/>
                </a:cubicBezTo>
                <a:cubicBezTo>
                  <a:pt x="8240" y="5043"/>
                  <a:pt x="8507" y="4910"/>
                  <a:pt x="8740" y="4676"/>
                </a:cubicBezTo>
                <a:cubicBezTo>
                  <a:pt x="9408" y="4042"/>
                  <a:pt x="9041" y="3575"/>
                  <a:pt x="8107" y="3542"/>
                </a:cubicBezTo>
                <a:lnTo>
                  <a:pt x="6772" y="3475"/>
                </a:lnTo>
                <a:cubicBezTo>
                  <a:pt x="7940" y="3008"/>
                  <a:pt x="7706" y="2108"/>
                  <a:pt x="6973" y="2074"/>
                </a:cubicBezTo>
                <a:cubicBezTo>
                  <a:pt x="6404" y="2048"/>
                  <a:pt x="5576" y="1943"/>
                  <a:pt x="4937" y="1943"/>
                </a:cubicBezTo>
                <a:cubicBezTo>
                  <a:pt x="4751" y="1943"/>
                  <a:pt x="4580" y="1952"/>
                  <a:pt x="4437" y="1974"/>
                </a:cubicBezTo>
                <a:cubicBezTo>
                  <a:pt x="3704" y="2141"/>
                  <a:pt x="2970" y="2341"/>
                  <a:pt x="2269" y="2608"/>
                </a:cubicBezTo>
                <a:cubicBezTo>
                  <a:pt x="2269" y="2608"/>
                  <a:pt x="2202" y="2141"/>
                  <a:pt x="3870" y="1574"/>
                </a:cubicBezTo>
                <a:cubicBezTo>
                  <a:pt x="4938" y="1207"/>
                  <a:pt x="5205" y="273"/>
                  <a:pt x="4738" y="106"/>
                </a:cubicBezTo>
                <a:cubicBezTo>
                  <a:pt x="4567" y="28"/>
                  <a:pt x="4336" y="1"/>
                  <a:pt x="4066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41">
            <a:extLst>
              <a:ext uri="{FF2B5EF4-FFF2-40B4-BE49-F238E27FC236}">
                <a16:creationId xmlns:a16="http://schemas.microsoft.com/office/drawing/2014/main" id="{E276789B-2BA5-E823-0868-BB723CA9183A}"/>
              </a:ext>
            </a:extLst>
          </p:cNvPr>
          <p:cNvSpPr/>
          <p:nvPr/>
        </p:nvSpPr>
        <p:spPr>
          <a:xfrm>
            <a:off x="2871822" y="3636955"/>
            <a:ext cx="66419" cy="28703"/>
          </a:xfrm>
          <a:custGeom>
            <a:avLst/>
            <a:gdLst/>
            <a:ahLst/>
            <a:cxnLst/>
            <a:rect l="l" t="t" r="r" b="b"/>
            <a:pathLst>
              <a:path w="4304" h="1860" extrusionOk="0">
                <a:moveTo>
                  <a:pt x="3674" y="0"/>
                </a:moveTo>
                <a:cubicBezTo>
                  <a:pt x="3469" y="0"/>
                  <a:pt x="3269" y="9"/>
                  <a:pt x="3069" y="25"/>
                </a:cubicBezTo>
                <a:cubicBezTo>
                  <a:pt x="2702" y="125"/>
                  <a:pt x="2302" y="292"/>
                  <a:pt x="1968" y="526"/>
                </a:cubicBezTo>
                <a:cubicBezTo>
                  <a:pt x="1268" y="893"/>
                  <a:pt x="634" y="1360"/>
                  <a:pt x="0" y="1860"/>
                </a:cubicBezTo>
                <a:cubicBezTo>
                  <a:pt x="734" y="1560"/>
                  <a:pt x="1468" y="1226"/>
                  <a:pt x="2135" y="826"/>
                </a:cubicBezTo>
                <a:cubicBezTo>
                  <a:pt x="2469" y="592"/>
                  <a:pt x="2802" y="426"/>
                  <a:pt x="3169" y="292"/>
                </a:cubicBezTo>
                <a:cubicBezTo>
                  <a:pt x="3503" y="192"/>
                  <a:pt x="3903" y="125"/>
                  <a:pt x="4303" y="25"/>
                </a:cubicBezTo>
                <a:cubicBezTo>
                  <a:pt x="4087" y="9"/>
                  <a:pt x="3878" y="0"/>
                  <a:pt x="367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1">
            <a:extLst>
              <a:ext uri="{FF2B5EF4-FFF2-40B4-BE49-F238E27FC236}">
                <a16:creationId xmlns:a16="http://schemas.microsoft.com/office/drawing/2014/main" id="{32CC2FB2-0D13-AFF3-E29F-BED4841CA6FE}"/>
              </a:ext>
            </a:extLst>
          </p:cNvPr>
          <p:cNvSpPr/>
          <p:nvPr/>
        </p:nvSpPr>
        <p:spPr>
          <a:xfrm>
            <a:off x="2885201" y="3661538"/>
            <a:ext cx="71049" cy="32438"/>
          </a:xfrm>
          <a:custGeom>
            <a:avLst/>
            <a:gdLst/>
            <a:ahLst/>
            <a:cxnLst/>
            <a:rect l="l" t="t" r="r" b="b"/>
            <a:pathLst>
              <a:path w="4604" h="2102" extrusionOk="0">
                <a:moveTo>
                  <a:pt x="4163" y="0"/>
                </a:moveTo>
                <a:cubicBezTo>
                  <a:pt x="3866" y="0"/>
                  <a:pt x="3570" y="45"/>
                  <a:pt x="3303" y="134"/>
                </a:cubicBezTo>
                <a:cubicBezTo>
                  <a:pt x="2903" y="267"/>
                  <a:pt x="2502" y="467"/>
                  <a:pt x="2135" y="667"/>
                </a:cubicBezTo>
                <a:cubicBezTo>
                  <a:pt x="1368" y="1068"/>
                  <a:pt x="668" y="1568"/>
                  <a:pt x="1" y="2102"/>
                </a:cubicBezTo>
                <a:cubicBezTo>
                  <a:pt x="768" y="1768"/>
                  <a:pt x="1535" y="1401"/>
                  <a:pt x="2302" y="967"/>
                </a:cubicBezTo>
                <a:cubicBezTo>
                  <a:pt x="3003" y="534"/>
                  <a:pt x="3770" y="200"/>
                  <a:pt x="4604" y="33"/>
                </a:cubicBezTo>
                <a:cubicBezTo>
                  <a:pt x="4459" y="11"/>
                  <a:pt x="4311" y="0"/>
                  <a:pt x="416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41">
            <a:extLst>
              <a:ext uri="{FF2B5EF4-FFF2-40B4-BE49-F238E27FC236}">
                <a16:creationId xmlns:a16="http://schemas.microsoft.com/office/drawing/2014/main" id="{CDFEBC98-2D45-3E6E-BA4D-DE16D3807CD4}"/>
              </a:ext>
            </a:extLst>
          </p:cNvPr>
          <p:cNvSpPr/>
          <p:nvPr/>
        </p:nvSpPr>
        <p:spPr>
          <a:xfrm>
            <a:off x="2907331" y="3306341"/>
            <a:ext cx="697014" cy="542772"/>
          </a:xfrm>
          <a:custGeom>
            <a:avLst/>
            <a:gdLst/>
            <a:ahLst/>
            <a:cxnLst/>
            <a:rect l="l" t="t" r="r" b="b"/>
            <a:pathLst>
              <a:path w="45167" h="35172" extrusionOk="0">
                <a:moveTo>
                  <a:pt x="38829" y="1"/>
                </a:moveTo>
                <a:cubicBezTo>
                  <a:pt x="35259" y="2502"/>
                  <a:pt x="33525" y="11142"/>
                  <a:pt x="33525" y="11142"/>
                </a:cubicBezTo>
                <a:lnTo>
                  <a:pt x="29856" y="25185"/>
                </a:lnTo>
                <a:cubicBezTo>
                  <a:pt x="29856" y="25185"/>
                  <a:pt x="18347" y="24185"/>
                  <a:pt x="16513" y="23718"/>
                </a:cubicBezTo>
                <a:cubicBezTo>
                  <a:pt x="14678" y="23251"/>
                  <a:pt x="13978" y="21616"/>
                  <a:pt x="12843" y="20449"/>
                </a:cubicBezTo>
                <a:cubicBezTo>
                  <a:pt x="11142" y="18681"/>
                  <a:pt x="11109" y="19081"/>
                  <a:pt x="9708" y="17113"/>
                </a:cubicBezTo>
                <a:cubicBezTo>
                  <a:pt x="9500" y="16816"/>
                  <a:pt x="9286" y="16695"/>
                  <a:pt x="9090" y="16695"/>
                </a:cubicBezTo>
                <a:cubicBezTo>
                  <a:pt x="8625" y="16695"/>
                  <a:pt x="8260" y="17371"/>
                  <a:pt x="8307" y="17980"/>
                </a:cubicBezTo>
                <a:cubicBezTo>
                  <a:pt x="8474" y="19748"/>
                  <a:pt x="9708" y="21249"/>
                  <a:pt x="9775" y="21850"/>
                </a:cubicBezTo>
                <a:cubicBezTo>
                  <a:pt x="9814" y="22075"/>
                  <a:pt x="9681" y="22168"/>
                  <a:pt x="9445" y="22168"/>
                </a:cubicBezTo>
                <a:cubicBezTo>
                  <a:pt x="9086" y="22168"/>
                  <a:pt x="8490" y="21951"/>
                  <a:pt x="7907" y="21649"/>
                </a:cubicBezTo>
                <a:cubicBezTo>
                  <a:pt x="6939" y="21149"/>
                  <a:pt x="4638" y="19681"/>
                  <a:pt x="2569" y="18681"/>
                </a:cubicBezTo>
                <a:cubicBezTo>
                  <a:pt x="2099" y="18446"/>
                  <a:pt x="1583" y="18234"/>
                  <a:pt x="1096" y="18234"/>
                </a:cubicBezTo>
                <a:cubicBezTo>
                  <a:pt x="753" y="18234"/>
                  <a:pt x="424" y="18338"/>
                  <a:pt x="134" y="18614"/>
                </a:cubicBezTo>
                <a:cubicBezTo>
                  <a:pt x="68" y="18647"/>
                  <a:pt x="34" y="18681"/>
                  <a:pt x="34" y="18747"/>
                </a:cubicBezTo>
                <a:cubicBezTo>
                  <a:pt x="1" y="18847"/>
                  <a:pt x="68" y="18981"/>
                  <a:pt x="134" y="19048"/>
                </a:cubicBezTo>
                <a:cubicBezTo>
                  <a:pt x="301" y="19281"/>
                  <a:pt x="468" y="19515"/>
                  <a:pt x="668" y="19715"/>
                </a:cubicBezTo>
                <a:cubicBezTo>
                  <a:pt x="802" y="19848"/>
                  <a:pt x="1235" y="20248"/>
                  <a:pt x="1235" y="20248"/>
                </a:cubicBezTo>
                <a:cubicBezTo>
                  <a:pt x="1102" y="20415"/>
                  <a:pt x="1068" y="20682"/>
                  <a:pt x="1168" y="20916"/>
                </a:cubicBezTo>
                <a:cubicBezTo>
                  <a:pt x="1369" y="21316"/>
                  <a:pt x="1602" y="21683"/>
                  <a:pt x="1936" y="22016"/>
                </a:cubicBezTo>
                <a:cubicBezTo>
                  <a:pt x="2036" y="22150"/>
                  <a:pt x="2136" y="22283"/>
                  <a:pt x="2236" y="22450"/>
                </a:cubicBezTo>
                <a:cubicBezTo>
                  <a:pt x="2303" y="22583"/>
                  <a:pt x="2369" y="22750"/>
                  <a:pt x="2436" y="22917"/>
                </a:cubicBezTo>
                <a:cubicBezTo>
                  <a:pt x="2536" y="23251"/>
                  <a:pt x="2703" y="23584"/>
                  <a:pt x="2870" y="23918"/>
                </a:cubicBezTo>
                <a:cubicBezTo>
                  <a:pt x="3070" y="24185"/>
                  <a:pt x="3337" y="24418"/>
                  <a:pt x="3604" y="24618"/>
                </a:cubicBezTo>
                <a:cubicBezTo>
                  <a:pt x="3737" y="24752"/>
                  <a:pt x="3870" y="24852"/>
                  <a:pt x="3970" y="24985"/>
                </a:cubicBezTo>
                <a:cubicBezTo>
                  <a:pt x="4104" y="25152"/>
                  <a:pt x="4171" y="25319"/>
                  <a:pt x="4237" y="25486"/>
                </a:cubicBezTo>
                <a:cubicBezTo>
                  <a:pt x="4704" y="26353"/>
                  <a:pt x="5371" y="27120"/>
                  <a:pt x="6172" y="27720"/>
                </a:cubicBezTo>
                <a:cubicBezTo>
                  <a:pt x="7073" y="28354"/>
                  <a:pt x="8040" y="28921"/>
                  <a:pt x="9074" y="29355"/>
                </a:cubicBezTo>
                <a:cubicBezTo>
                  <a:pt x="12043" y="30789"/>
                  <a:pt x="13277" y="30756"/>
                  <a:pt x="15879" y="31356"/>
                </a:cubicBezTo>
                <a:cubicBezTo>
                  <a:pt x="18481" y="31923"/>
                  <a:pt x="24719" y="33791"/>
                  <a:pt x="29222" y="34492"/>
                </a:cubicBezTo>
                <a:cubicBezTo>
                  <a:pt x="31790" y="34881"/>
                  <a:pt x="33457" y="35171"/>
                  <a:pt x="34638" y="35171"/>
                </a:cubicBezTo>
                <a:cubicBezTo>
                  <a:pt x="36296" y="35171"/>
                  <a:pt x="36999" y="34599"/>
                  <a:pt x="37895" y="32924"/>
                </a:cubicBezTo>
                <a:cubicBezTo>
                  <a:pt x="39096" y="30623"/>
                  <a:pt x="40730" y="26586"/>
                  <a:pt x="42398" y="20115"/>
                </a:cubicBezTo>
                <a:cubicBezTo>
                  <a:pt x="44399" y="12476"/>
                  <a:pt x="45167" y="9574"/>
                  <a:pt x="44766" y="6305"/>
                </a:cubicBezTo>
                <a:cubicBezTo>
                  <a:pt x="44533" y="4404"/>
                  <a:pt x="42531" y="1668"/>
                  <a:pt x="38829" y="1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41">
            <a:extLst>
              <a:ext uri="{FF2B5EF4-FFF2-40B4-BE49-F238E27FC236}">
                <a16:creationId xmlns:a16="http://schemas.microsoft.com/office/drawing/2014/main" id="{3949E9FD-5B26-F562-DDD6-9AE9E840FC05}"/>
              </a:ext>
            </a:extLst>
          </p:cNvPr>
          <p:cNvSpPr/>
          <p:nvPr/>
        </p:nvSpPr>
        <p:spPr>
          <a:xfrm>
            <a:off x="3368560" y="3683667"/>
            <a:ext cx="80323" cy="24213"/>
          </a:xfrm>
          <a:custGeom>
            <a:avLst/>
            <a:gdLst/>
            <a:ahLst/>
            <a:cxnLst/>
            <a:rect l="l" t="t" r="r" b="b"/>
            <a:pathLst>
              <a:path w="5205" h="1569" extrusionOk="0">
                <a:moveTo>
                  <a:pt x="201" y="0"/>
                </a:moveTo>
                <a:lnTo>
                  <a:pt x="1" y="734"/>
                </a:lnTo>
                <a:cubicBezTo>
                  <a:pt x="301" y="693"/>
                  <a:pt x="608" y="674"/>
                  <a:pt x="914" y="674"/>
                </a:cubicBezTo>
                <a:cubicBezTo>
                  <a:pt x="3059" y="674"/>
                  <a:pt x="5205" y="1568"/>
                  <a:pt x="5205" y="1568"/>
                </a:cubicBezTo>
                <a:cubicBezTo>
                  <a:pt x="3737" y="601"/>
                  <a:pt x="2002" y="34"/>
                  <a:pt x="201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41">
            <a:extLst>
              <a:ext uri="{FF2B5EF4-FFF2-40B4-BE49-F238E27FC236}">
                <a16:creationId xmlns:a16="http://schemas.microsoft.com/office/drawing/2014/main" id="{BBAC6553-7018-03AB-782C-3FFB899C42BE}"/>
              </a:ext>
            </a:extLst>
          </p:cNvPr>
          <p:cNvSpPr/>
          <p:nvPr/>
        </p:nvSpPr>
        <p:spPr>
          <a:xfrm>
            <a:off x="2926898" y="3620350"/>
            <a:ext cx="87005" cy="62823"/>
          </a:xfrm>
          <a:custGeom>
            <a:avLst/>
            <a:gdLst/>
            <a:ahLst/>
            <a:cxnLst/>
            <a:rect l="l" t="t" r="r" b="b"/>
            <a:pathLst>
              <a:path w="5638" h="4071" extrusionOk="0">
                <a:moveTo>
                  <a:pt x="1" y="1"/>
                </a:moveTo>
                <a:cubicBezTo>
                  <a:pt x="434" y="401"/>
                  <a:pt x="868" y="768"/>
                  <a:pt x="1335" y="1135"/>
                </a:cubicBezTo>
                <a:cubicBezTo>
                  <a:pt x="1768" y="1502"/>
                  <a:pt x="2235" y="1869"/>
                  <a:pt x="2702" y="2235"/>
                </a:cubicBezTo>
                <a:cubicBezTo>
                  <a:pt x="2936" y="2402"/>
                  <a:pt x="3136" y="2602"/>
                  <a:pt x="3403" y="2769"/>
                </a:cubicBezTo>
                <a:cubicBezTo>
                  <a:pt x="3636" y="2936"/>
                  <a:pt x="3870" y="3103"/>
                  <a:pt x="4103" y="3236"/>
                </a:cubicBezTo>
                <a:cubicBezTo>
                  <a:pt x="4604" y="3536"/>
                  <a:pt x="5104" y="3837"/>
                  <a:pt x="5638" y="4070"/>
                </a:cubicBezTo>
                <a:lnTo>
                  <a:pt x="4904" y="3570"/>
                </a:lnTo>
                <a:cubicBezTo>
                  <a:pt x="4671" y="3436"/>
                  <a:pt x="4437" y="3270"/>
                  <a:pt x="4204" y="3103"/>
                </a:cubicBezTo>
                <a:cubicBezTo>
                  <a:pt x="3970" y="2936"/>
                  <a:pt x="3737" y="2769"/>
                  <a:pt x="3503" y="2602"/>
                </a:cubicBezTo>
                <a:cubicBezTo>
                  <a:pt x="3270" y="2402"/>
                  <a:pt x="3036" y="2235"/>
                  <a:pt x="2803" y="2035"/>
                </a:cubicBezTo>
                <a:cubicBezTo>
                  <a:pt x="2369" y="1668"/>
                  <a:pt x="1902" y="1335"/>
                  <a:pt x="1402" y="1001"/>
                </a:cubicBezTo>
                <a:lnTo>
                  <a:pt x="1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41">
            <a:extLst>
              <a:ext uri="{FF2B5EF4-FFF2-40B4-BE49-F238E27FC236}">
                <a16:creationId xmlns:a16="http://schemas.microsoft.com/office/drawing/2014/main" id="{45D90A52-AD84-2E7D-1193-1817F4830A6E}"/>
              </a:ext>
            </a:extLst>
          </p:cNvPr>
          <p:cNvSpPr/>
          <p:nvPr/>
        </p:nvSpPr>
        <p:spPr>
          <a:xfrm>
            <a:off x="2941312" y="3651754"/>
            <a:ext cx="62823" cy="54058"/>
          </a:xfrm>
          <a:custGeom>
            <a:avLst/>
            <a:gdLst/>
            <a:ahLst/>
            <a:cxnLst/>
            <a:rect l="l" t="t" r="r" b="b"/>
            <a:pathLst>
              <a:path w="4071" h="3503" extrusionOk="0">
                <a:moveTo>
                  <a:pt x="1" y="0"/>
                </a:moveTo>
                <a:lnTo>
                  <a:pt x="1" y="0"/>
                </a:lnTo>
                <a:cubicBezTo>
                  <a:pt x="267" y="367"/>
                  <a:pt x="568" y="734"/>
                  <a:pt x="901" y="1034"/>
                </a:cubicBezTo>
                <a:cubicBezTo>
                  <a:pt x="1201" y="1368"/>
                  <a:pt x="1568" y="1668"/>
                  <a:pt x="1902" y="1935"/>
                </a:cubicBezTo>
                <a:cubicBezTo>
                  <a:pt x="2235" y="2235"/>
                  <a:pt x="2602" y="2502"/>
                  <a:pt x="2969" y="2769"/>
                </a:cubicBezTo>
                <a:cubicBezTo>
                  <a:pt x="3303" y="3036"/>
                  <a:pt x="3703" y="3303"/>
                  <a:pt x="4070" y="3503"/>
                </a:cubicBezTo>
                <a:cubicBezTo>
                  <a:pt x="3737" y="3236"/>
                  <a:pt x="3403" y="2936"/>
                  <a:pt x="3036" y="2636"/>
                </a:cubicBezTo>
                <a:lnTo>
                  <a:pt x="2035" y="1802"/>
                </a:lnTo>
                <a:lnTo>
                  <a:pt x="1001" y="934"/>
                </a:lnTo>
                <a:cubicBezTo>
                  <a:pt x="668" y="634"/>
                  <a:pt x="334" y="301"/>
                  <a:pt x="1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41">
            <a:extLst>
              <a:ext uri="{FF2B5EF4-FFF2-40B4-BE49-F238E27FC236}">
                <a16:creationId xmlns:a16="http://schemas.microsoft.com/office/drawing/2014/main" id="{E8AB81B8-B5A4-1918-DF3F-02007DB3D189}"/>
              </a:ext>
            </a:extLst>
          </p:cNvPr>
          <p:cNvSpPr/>
          <p:nvPr/>
        </p:nvSpPr>
        <p:spPr>
          <a:xfrm>
            <a:off x="3287234" y="3306851"/>
            <a:ext cx="327928" cy="550303"/>
          </a:xfrm>
          <a:custGeom>
            <a:avLst/>
            <a:gdLst/>
            <a:ahLst/>
            <a:cxnLst/>
            <a:rect l="l" t="t" r="r" b="b"/>
            <a:pathLst>
              <a:path w="21250" h="35660" extrusionOk="0">
                <a:moveTo>
                  <a:pt x="14244" y="1"/>
                </a:moveTo>
                <a:cubicBezTo>
                  <a:pt x="12643" y="902"/>
                  <a:pt x="10141" y="3570"/>
                  <a:pt x="8573" y="10275"/>
                </a:cubicBezTo>
                <a:lnTo>
                  <a:pt x="5071" y="24885"/>
                </a:lnTo>
                <a:lnTo>
                  <a:pt x="1" y="24652"/>
                </a:lnTo>
                <a:lnTo>
                  <a:pt x="1" y="24652"/>
                </a:lnTo>
                <a:cubicBezTo>
                  <a:pt x="1135" y="26020"/>
                  <a:pt x="768" y="32291"/>
                  <a:pt x="1" y="33825"/>
                </a:cubicBezTo>
                <a:cubicBezTo>
                  <a:pt x="3603" y="34859"/>
                  <a:pt x="7339" y="35493"/>
                  <a:pt x="11142" y="35660"/>
                </a:cubicBezTo>
                <a:cubicBezTo>
                  <a:pt x="12509" y="35660"/>
                  <a:pt x="13210" y="34759"/>
                  <a:pt x="14478" y="31857"/>
                </a:cubicBezTo>
                <a:cubicBezTo>
                  <a:pt x="15712" y="28955"/>
                  <a:pt x="18314" y="21516"/>
                  <a:pt x="19481" y="16079"/>
                </a:cubicBezTo>
                <a:cubicBezTo>
                  <a:pt x="20615" y="10675"/>
                  <a:pt x="21249" y="6806"/>
                  <a:pt x="20048" y="4371"/>
                </a:cubicBezTo>
                <a:cubicBezTo>
                  <a:pt x="18847" y="1902"/>
                  <a:pt x="16712" y="935"/>
                  <a:pt x="14244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41">
            <a:extLst>
              <a:ext uri="{FF2B5EF4-FFF2-40B4-BE49-F238E27FC236}">
                <a16:creationId xmlns:a16="http://schemas.microsoft.com/office/drawing/2014/main" id="{5880DDDE-111B-A2C2-8C9F-2C03EAE6BABC}"/>
              </a:ext>
            </a:extLst>
          </p:cNvPr>
          <p:cNvSpPr/>
          <p:nvPr/>
        </p:nvSpPr>
        <p:spPr>
          <a:xfrm>
            <a:off x="3287234" y="3306851"/>
            <a:ext cx="327941" cy="550323"/>
          </a:xfrm>
          <a:custGeom>
            <a:avLst/>
            <a:gdLst/>
            <a:ahLst/>
            <a:cxnLst/>
            <a:rect l="l" t="t" r="r" b="b"/>
            <a:pathLst>
              <a:path w="21250" h="35660" extrusionOk="0">
                <a:moveTo>
                  <a:pt x="14244" y="1"/>
                </a:moveTo>
                <a:cubicBezTo>
                  <a:pt x="12643" y="902"/>
                  <a:pt x="10141" y="3570"/>
                  <a:pt x="8573" y="10275"/>
                </a:cubicBezTo>
                <a:lnTo>
                  <a:pt x="5071" y="24885"/>
                </a:lnTo>
                <a:lnTo>
                  <a:pt x="1" y="24652"/>
                </a:lnTo>
                <a:lnTo>
                  <a:pt x="1" y="24652"/>
                </a:lnTo>
                <a:cubicBezTo>
                  <a:pt x="1135" y="26020"/>
                  <a:pt x="768" y="32291"/>
                  <a:pt x="1" y="33825"/>
                </a:cubicBezTo>
                <a:cubicBezTo>
                  <a:pt x="3603" y="34859"/>
                  <a:pt x="7339" y="35493"/>
                  <a:pt x="11142" y="35660"/>
                </a:cubicBezTo>
                <a:cubicBezTo>
                  <a:pt x="12509" y="35660"/>
                  <a:pt x="13210" y="34759"/>
                  <a:pt x="14478" y="31857"/>
                </a:cubicBezTo>
                <a:cubicBezTo>
                  <a:pt x="15712" y="28955"/>
                  <a:pt x="18314" y="21516"/>
                  <a:pt x="19481" y="16079"/>
                </a:cubicBezTo>
                <a:cubicBezTo>
                  <a:pt x="20615" y="10675"/>
                  <a:pt x="21249" y="6806"/>
                  <a:pt x="20048" y="4371"/>
                </a:cubicBezTo>
                <a:cubicBezTo>
                  <a:pt x="18847" y="1902"/>
                  <a:pt x="16712" y="935"/>
                  <a:pt x="14244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41">
            <a:extLst>
              <a:ext uri="{FF2B5EF4-FFF2-40B4-BE49-F238E27FC236}">
                <a16:creationId xmlns:a16="http://schemas.microsoft.com/office/drawing/2014/main" id="{673FBA4B-0ACF-A097-FC1A-E7EE0D4DE3F4}"/>
              </a:ext>
            </a:extLst>
          </p:cNvPr>
          <p:cNvSpPr/>
          <p:nvPr/>
        </p:nvSpPr>
        <p:spPr>
          <a:xfrm>
            <a:off x="3365474" y="3675952"/>
            <a:ext cx="77237" cy="44799"/>
          </a:xfrm>
          <a:custGeom>
            <a:avLst/>
            <a:gdLst/>
            <a:ahLst/>
            <a:cxnLst/>
            <a:rect l="l" t="t" r="r" b="b"/>
            <a:pathLst>
              <a:path w="5005" h="2903" extrusionOk="0">
                <a:moveTo>
                  <a:pt x="201" y="0"/>
                </a:moveTo>
                <a:lnTo>
                  <a:pt x="1" y="967"/>
                </a:lnTo>
                <a:cubicBezTo>
                  <a:pt x="1769" y="1301"/>
                  <a:pt x="3470" y="1968"/>
                  <a:pt x="5004" y="2902"/>
                </a:cubicBezTo>
                <a:cubicBezTo>
                  <a:pt x="5004" y="2902"/>
                  <a:pt x="3904" y="601"/>
                  <a:pt x="20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41">
            <a:extLst>
              <a:ext uri="{FF2B5EF4-FFF2-40B4-BE49-F238E27FC236}">
                <a16:creationId xmlns:a16="http://schemas.microsoft.com/office/drawing/2014/main" id="{F0F4C432-C5D0-3D33-6C5B-5C128BC62830}"/>
              </a:ext>
            </a:extLst>
          </p:cNvPr>
          <p:cNvSpPr/>
          <p:nvPr/>
        </p:nvSpPr>
        <p:spPr>
          <a:xfrm>
            <a:off x="2995370" y="2180104"/>
            <a:ext cx="472557" cy="492047"/>
          </a:xfrm>
          <a:custGeom>
            <a:avLst/>
            <a:gdLst/>
            <a:ahLst/>
            <a:cxnLst/>
            <a:rect l="l" t="t" r="r" b="b"/>
            <a:pathLst>
              <a:path w="30622" h="31885" extrusionOk="0">
                <a:moveTo>
                  <a:pt x="29120" y="0"/>
                </a:moveTo>
                <a:cubicBezTo>
                  <a:pt x="28875" y="0"/>
                  <a:pt x="28625" y="62"/>
                  <a:pt x="28387" y="196"/>
                </a:cubicBezTo>
                <a:lnTo>
                  <a:pt x="2235" y="15340"/>
                </a:lnTo>
                <a:cubicBezTo>
                  <a:pt x="867" y="16141"/>
                  <a:pt x="0" y="17609"/>
                  <a:pt x="0" y="19176"/>
                </a:cubicBezTo>
                <a:lnTo>
                  <a:pt x="0" y="30284"/>
                </a:lnTo>
                <a:cubicBezTo>
                  <a:pt x="0" y="31303"/>
                  <a:pt x="505" y="31885"/>
                  <a:pt x="1240" y="31885"/>
                </a:cubicBezTo>
                <a:cubicBezTo>
                  <a:pt x="1540" y="31885"/>
                  <a:pt x="1878" y="31788"/>
                  <a:pt x="2235" y="31585"/>
                </a:cubicBezTo>
                <a:lnTo>
                  <a:pt x="28387" y="16441"/>
                </a:lnTo>
                <a:cubicBezTo>
                  <a:pt x="29621" y="15741"/>
                  <a:pt x="30622" y="14840"/>
                  <a:pt x="30622" y="13439"/>
                </a:cubicBezTo>
                <a:lnTo>
                  <a:pt x="30622" y="1497"/>
                </a:lnTo>
                <a:cubicBezTo>
                  <a:pt x="30622" y="632"/>
                  <a:pt x="29904" y="0"/>
                  <a:pt x="2912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41">
            <a:extLst>
              <a:ext uri="{FF2B5EF4-FFF2-40B4-BE49-F238E27FC236}">
                <a16:creationId xmlns:a16="http://schemas.microsoft.com/office/drawing/2014/main" id="{541908ED-35F9-47BD-C6AB-00E52DFC0F3B}"/>
              </a:ext>
            </a:extLst>
          </p:cNvPr>
          <p:cNvSpPr/>
          <p:nvPr/>
        </p:nvSpPr>
        <p:spPr>
          <a:xfrm>
            <a:off x="3059196" y="2210536"/>
            <a:ext cx="490072" cy="513359"/>
          </a:xfrm>
          <a:custGeom>
            <a:avLst/>
            <a:gdLst/>
            <a:ahLst/>
            <a:cxnLst/>
            <a:rect l="l" t="t" r="r" b="b"/>
            <a:pathLst>
              <a:path w="31757" h="33266" extrusionOk="0">
                <a:moveTo>
                  <a:pt x="28533" y="0"/>
                </a:moveTo>
                <a:cubicBezTo>
                  <a:pt x="28062" y="0"/>
                  <a:pt x="27587" y="109"/>
                  <a:pt x="27153" y="326"/>
                </a:cubicBezTo>
                <a:lnTo>
                  <a:pt x="1368" y="15236"/>
                </a:lnTo>
                <a:cubicBezTo>
                  <a:pt x="567" y="15770"/>
                  <a:pt x="34" y="16637"/>
                  <a:pt x="0" y="17605"/>
                </a:cubicBezTo>
                <a:lnTo>
                  <a:pt x="0" y="30280"/>
                </a:lnTo>
                <a:cubicBezTo>
                  <a:pt x="34" y="31248"/>
                  <a:pt x="567" y="32115"/>
                  <a:pt x="1368" y="32649"/>
                </a:cubicBezTo>
                <a:lnTo>
                  <a:pt x="1868" y="32916"/>
                </a:lnTo>
                <a:cubicBezTo>
                  <a:pt x="2302" y="33149"/>
                  <a:pt x="2769" y="33266"/>
                  <a:pt x="3236" y="33266"/>
                </a:cubicBezTo>
                <a:cubicBezTo>
                  <a:pt x="3703" y="33266"/>
                  <a:pt x="4170" y="33149"/>
                  <a:pt x="4604" y="32916"/>
                </a:cubicBezTo>
                <a:lnTo>
                  <a:pt x="4604" y="32916"/>
                </a:lnTo>
                <a:lnTo>
                  <a:pt x="4470" y="32982"/>
                </a:lnTo>
                <a:lnTo>
                  <a:pt x="15812" y="26478"/>
                </a:lnTo>
                <a:cubicBezTo>
                  <a:pt x="15978" y="26378"/>
                  <a:pt x="16179" y="26278"/>
                  <a:pt x="16412" y="26211"/>
                </a:cubicBezTo>
                <a:lnTo>
                  <a:pt x="18480" y="28079"/>
                </a:lnTo>
                <a:lnTo>
                  <a:pt x="18647" y="28179"/>
                </a:lnTo>
                <a:lnTo>
                  <a:pt x="19781" y="28846"/>
                </a:lnTo>
                <a:lnTo>
                  <a:pt x="21883" y="30047"/>
                </a:lnTo>
                <a:cubicBezTo>
                  <a:pt x="22102" y="30149"/>
                  <a:pt x="22340" y="30200"/>
                  <a:pt x="22577" y="30200"/>
                </a:cubicBezTo>
                <a:cubicBezTo>
                  <a:pt x="22883" y="30200"/>
                  <a:pt x="23188" y="30116"/>
                  <a:pt x="23450" y="29947"/>
                </a:cubicBezTo>
                <a:cubicBezTo>
                  <a:pt x="24051" y="29613"/>
                  <a:pt x="24518" y="28646"/>
                  <a:pt x="24518" y="27745"/>
                </a:cubicBezTo>
                <a:lnTo>
                  <a:pt x="24518" y="23009"/>
                </a:lnTo>
                <a:cubicBezTo>
                  <a:pt x="24551" y="22041"/>
                  <a:pt x="25085" y="21174"/>
                  <a:pt x="25885" y="20640"/>
                </a:cubicBezTo>
                <a:lnTo>
                  <a:pt x="30389" y="18038"/>
                </a:lnTo>
                <a:cubicBezTo>
                  <a:pt x="31223" y="17505"/>
                  <a:pt x="31723" y="16637"/>
                  <a:pt x="31756" y="15670"/>
                </a:cubicBezTo>
                <a:lnTo>
                  <a:pt x="31756" y="2994"/>
                </a:lnTo>
                <a:cubicBezTo>
                  <a:pt x="31756" y="2961"/>
                  <a:pt x="31756" y="2928"/>
                  <a:pt x="31756" y="2894"/>
                </a:cubicBezTo>
                <a:cubicBezTo>
                  <a:pt x="31690" y="1960"/>
                  <a:pt x="31189" y="1126"/>
                  <a:pt x="30389" y="626"/>
                </a:cubicBezTo>
                <a:lnTo>
                  <a:pt x="29888" y="326"/>
                </a:lnTo>
                <a:cubicBezTo>
                  <a:pt x="29471" y="109"/>
                  <a:pt x="29004" y="0"/>
                  <a:pt x="2853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1">
            <a:extLst>
              <a:ext uri="{FF2B5EF4-FFF2-40B4-BE49-F238E27FC236}">
                <a16:creationId xmlns:a16="http://schemas.microsoft.com/office/drawing/2014/main" id="{4D811938-AEBB-F501-BE5F-E54CE323A962}"/>
              </a:ext>
            </a:extLst>
          </p:cNvPr>
          <p:cNvSpPr/>
          <p:nvPr/>
        </p:nvSpPr>
        <p:spPr>
          <a:xfrm>
            <a:off x="3066912" y="2210536"/>
            <a:ext cx="482356" cy="276833"/>
          </a:xfrm>
          <a:custGeom>
            <a:avLst/>
            <a:gdLst/>
            <a:ahLst/>
            <a:cxnLst/>
            <a:rect l="l" t="t" r="r" b="b"/>
            <a:pathLst>
              <a:path w="31257" h="17939" extrusionOk="0">
                <a:moveTo>
                  <a:pt x="31231" y="2704"/>
                </a:moveTo>
                <a:cubicBezTo>
                  <a:pt x="31244" y="2799"/>
                  <a:pt x="31253" y="2896"/>
                  <a:pt x="31256" y="2994"/>
                </a:cubicBezTo>
                <a:cubicBezTo>
                  <a:pt x="31256" y="2890"/>
                  <a:pt x="31248" y="2793"/>
                  <a:pt x="31231" y="2704"/>
                </a:cubicBezTo>
                <a:close/>
                <a:moveTo>
                  <a:pt x="28021" y="0"/>
                </a:moveTo>
                <a:cubicBezTo>
                  <a:pt x="27554" y="0"/>
                  <a:pt x="27087" y="109"/>
                  <a:pt x="26653" y="326"/>
                </a:cubicBezTo>
                <a:lnTo>
                  <a:pt x="835" y="15236"/>
                </a:lnTo>
                <a:cubicBezTo>
                  <a:pt x="501" y="15470"/>
                  <a:pt x="234" y="15737"/>
                  <a:pt x="1" y="16070"/>
                </a:cubicBezTo>
                <a:lnTo>
                  <a:pt x="3236" y="17938"/>
                </a:lnTo>
                <a:cubicBezTo>
                  <a:pt x="3470" y="17605"/>
                  <a:pt x="3737" y="17304"/>
                  <a:pt x="4104" y="17104"/>
                </a:cubicBezTo>
                <a:lnTo>
                  <a:pt x="29889" y="2194"/>
                </a:lnTo>
                <a:cubicBezTo>
                  <a:pt x="30108" y="2070"/>
                  <a:pt x="30314" y="2011"/>
                  <a:pt x="30496" y="2011"/>
                </a:cubicBezTo>
                <a:cubicBezTo>
                  <a:pt x="30874" y="2011"/>
                  <a:pt x="31149" y="2263"/>
                  <a:pt x="31231" y="2704"/>
                </a:cubicBezTo>
                <a:lnTo>
                  <a:pt x="31231" y="2704"/>
                </a:lnTo>
                <a:cubicBezTo>
                  <a:pt x="31112" y="1855"/>
                  <a:pt x="30608" y="1106"/>
                  <a:pt x="29889" y="626"/>
                </a:cubicBezTo>
                <a:lnTo>
                  <a:pt x="29388" y="326"/>
                </a:lnTo>
                <a:cubicBezTo>
                  <a:pt x="28955" y="109"/>
                  <a:pt x="28488" y="0"/>
                  <a:pt x="28021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41">
            <a:extLst>
              <a:ext uri="{FF2B5EF4-FFF2-40B4-BE49-F238E27FC236}">
                <a16:creationId xmlns:a16="http://schemas.microsoft.com/office/drawing/2014/main" id="{4446F1C1-40F1-2CE4-9A8C-CD4C96C293D9}"/>
              </a:ext>
            </a:extLst>
          </p:cNvPr>
          <p:cNvSpPr/>
          <p:nvPr/>
        </p:nvSpPr>
        <p:spPr>
          <a:xfrm>
            <a:off x="3066912" y="2210536"/>
            <a:ext cx="482356" cy="276833"/>
          </a:xfrm>
          <a:custGeom>
            <a:avLst/>
            <a:gdLst/>
            <a:ahLst/>
            <a:cxnLst/>
            <a:rect l="l" t="t" r="r" b="b"/>
            <a:pathLst>
              <a:path w="31257" h="17939" extrusionOk="0">
                <a:moveTo>
                  <a:pt x="31231" y="2704"/>
                </a:moveTo>
                <a:cubicBezTo>
                  <a:pt x="31244" y="2799"/>
                  <a:pt x="31253" y="2896"/>
                  <a:pt x="31256" y="2994"/>
                </a:cubicBezTo>
                <a:cubicBezTo>
                  <a:pt x="31256" y="2890"/>
                  <a:pt x="31248" y="2793"/>
                  <a:pt x="31231" y="2704"/>
                </a:cubicBezTo>
                <a:close/>
                <a:moveTo>
                  <a:pt x="28021" y="0"/>
                </a:moveTo>
                <a:cubicBezTo>
                  <a:pt x="27554" y="0"/>
                  <a:pt x="27087" y="109"/>
                  <a:pt x="26653" y="326"/>
                </a:cubicBezTo>
                <a:lnTo>
                  <a:pt x="835" y="15236"/>
                </a:lnTo>
                <a:cubicBezTo>
                  <a:pt x="501" y="15470"/>
                  <a:pt x="234" y="15737"/>
                  <a:pt x="1" y="16070"/>
                </a:cubicBezTo>
                <a:lnTo>
                  <a:pt x="3236" y="17938"/>
                </a:lnTo>
                <a:cubicBezTo>
                  <a:pt x="3470" y="17605"/>
                  <a:pt x="3737" y="17304"/>
                  <a:pt x="4104" y="17104"/>
                </a:cubicBezTo>
                <a:lnTo>
                  <a:pt x="29889" y="2194"/>
                </a:lnTo>
                <a:cubicBezTo>
                  <a:pt x="30108" y="2070"/>
                  <a:pt x="30314" y="2011"/>
                  <a:pt x="30496" y="2011"/>
                </a:cubicBezTo>
                <a:cubicBezTo>
                  <a:pt x="30874" y="2011"/>
                  <a:pt x="31149" y="2263"/>
                  <a:pt x="31231" y="2704"/>
                </a:cubicBezTo>
                <a:lnTo>
                  <a:pt x="31231" y="2704"/>
                </a:lnTo>
                <a:cubicBezTo>
                  <a:pt x="31112" y="1855"/>
                  <a:pt x="30608" y="1106"/>
                  <a:pt x="29889" y="626"/>
                </a:cubicBezTo>
                <a:lnTo>
                  <a:pt x="29388" y="326"/>
                </a:lnTo>
                <a:cubicBezTo>
                  <a:pt x="28955" y="109"/>
                  <a:pt x="28488" y="0"/>
                  <a:pt x="28021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41">
            <a:extLst>
              <a:ext uri="{FF2B5EF4-FFF2-40B4-BE49-F238E27FC236}">
                <a16:creationId xmlns:a16="http://schemas.microsoft.com/office/drawing/2014/main" id="{1893ED6C-C95B-95E2-702C-370364BC0770}"/>
              </a:ext>
            </a:extLst>
          </p:cNvPr>
          <p:cNvSpPr/>
          <p:nvPr/>
        </p:nvSpPr>
        <p:spPr>
          <a:xfrm>
            <a:off x="3400998" y="2398574"/>
            <a:ext cx="48410" cy="62252"/>
          </a:xfrm>
          <a:custGeom>
            <a:avLst/>
            <a:gdLst/>
            <a:ahLst/>
            <a:cxnLst/>
            <a:rect l="l" t="t" r="r" b="b"/>
            <a:pathLst>
              <a:path w="3137" h="4034" extrusionOk="0">
                <a:moveTo>
                  <a:pt x="2272" y="1"/>
                </a:moveTo>
                <a:cubicBezTo>
                  <a:pt x="2061" y="1"/>
                  <a:pt x="1822" y="70"/>
                  <a:pt x="1568" y="216"/>
                </a:cubicBezTo>
                <a:cubicBezTo>
                  <a:pt x="668" y="816"/>
                  <a:pt x="67" y="1817"/>
                  <a:pt x="0" y="2918"/>
                </a:cubicBezTo>
                <a:cubicBezTo>
                  <a:pt x="0" y="3626"/>
                  <a:pt x="352" y="4034"/>
                  <a:pt x="865" y="4034"/>
                </a:cubicBezTo>
                <a:cubicBezTo>
                  <a:pt x="1076" y="4034"/>
                  <a:pt x="1315" y="3965"/>
                  <a:pt x="1568" y="3819"/>
                </a:cubicBezTo>
                <a:cubicBezTo>
                  <a:pt x="2502" y="3218"/>
                  <a:pt x="3103" y="2217"/>
                  <a:pt x="3136" y="1117"/>
                </a:cubicBezTo>
                <a:cubicBezTo>
                  <a:pt x="3136" y="408"/>
                  <a:pt x="2785" y="1"/>
                  <a:pt x="22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1">
            <a:extLst>
              <a:ext uri="{FF2B5EF4-FFF2-40B4-BE49-F238E27FC236}">
                <a16:creationId xmlns:a16="http://schemas.microsoft.com/office/drawing/2014/main" id="{94F4436E-116D-CDF4-EAD2-DD403087138E}"/>
              </a:ext>
            </a:extLst>
          </p:cNvPr>
          <p:cNvSpPr/>
          <p:nvPr/>
        </p:nvSpPr>
        <p:spPr>
          <a:xfrm>
            <a:off x="3304225" y="2454175"/>
            <a:ext cx="48395" cy="62762"/>
          </a:xfrm>
          <a:custGeom>
            <a:avLst/>
            <a:gdLst/>
            <a:ahLst/>
            <a:cxnLst/>
            <a:rect l="l" t="t" r="r" b="b"/>
            <a:pathLst>
              <a:path w="3136" h="4067" extrusionOk="0">
                <a:moveTo>
                  <a:pt x="2272" y="0"/>
                </a:moveTo>
                <a:cubicBezTo>
                  <a:pt x="2060" y="0"/>
                  <a:pt x="1821" y="69"/>
                  <a:pt x="1568" y="216"/>
                </a:cubicBezTo>
                <a:cubicBezTo>
                  <a:pt x="667" y="816"/>
                  <a:pt x="67" y="1817"/>
                  <a:pt x="0" y="2918"/>
                </a:cubicBezTo>
                <a:cubicBezTo>
                  <a:pt x="0" y="3651"/>
                  <a:pt x="353" y="4066"/>
                  <a:pt x="868" y="4066"/>
                </a:cubicBezTo>
                <a:cubicBezTo>
                  <a:pt x="1079" y="4066"/>
                  <a:pt x="1316" y="3997"/>
                  <a:pt x="1568" y="3852"/>
                </a:cubicBezTo>
                <a:cubicBezTo>
                  <a:pt x="2502" y="3251"/>
                  <a:pt x="3069" y="2217"/>
                  <a:pt x="3136" y="1116"/>
                </a:cubicBezTo>
                <a:cubicBezTo>
                  <a:pt x="3136" y="408"/>
                  <a:pt x="2785" y="0"/>
                  <a:pt x="2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41">
            <a:extLst>
              <a:ext uri="{FF2B5EF4-FFF2-40B4-BE49-F238E27FC236}">
                <a16:creationId xmlns:a16="http://schemas.microsoft.com/office/drawing/2014/main" id="{F424ADE1-DC37-D90C-BAC7-2EAA7F927377}"/>
              </a:ext>
            </a:extLst>
          </p:cNvPr>
          <p:cNvSpPr/>
          <p:nvPr/>
        </p:nvSpPr>
        <p:spPr>
          <a:xfrm>
            <a:off x="3207451" y="2510285"/>
            <a:ext cx="48395" cy="62252"/>
          </a:xfrm>
          <a:custGeom>
            <a:avLst/>
            <a:gdLst/>
            <a:ahLst/>
            <a:cxnLst/>
            <a:rect l="l" t="t" r="r" b="b"/>
            <a:pathLst>
              <a:path w="3136" h="4034" extrusionOk="0">
                <a:moveTo>
                  <a:pt x="2272" y="0"/>
                </a:moveTo>
                <a:cubicBezTo>
                  <a:pt x="2060" y="0"/>
                  <a:pt x="1821" y="69"/>
                  <a:pt x="1568" y="216"/>
                </a:cubicBezTo>
                <a:cubicBezTo>
                  <a:pt x="634" y="816"/>
                  <a:pt x="67" y="1817"/>
                  <a:pt x="0" y="2917"/>
                </a:cubicBezTo>
                <a:cubicBezTo>
                  <a:pt x="0" y="3626"/>
                  <a:pt x="351" y="4033"/>
                  <a:pt x="864" y="4033"/>
                </a:cubicBezTo>
                <a:cubicBezTo>
                  <a:pt x="1076" y="4033"/>
                  <a:pt x="1315" y="3964"/>
                  <a:pt x="1568" y="3818"/>
                </a:cubicBezTo>
                <a:cubicBezTo>
                  <a:pt x="2502" y="3218"/>
                  <a:pt x="3069" y="2217"/>
                  <a:pt x="3136" y="1116"/>
                </a:cubicBezTo>
                <a:cubicBezTo>
                  <a:pt x="3136" y="408"/>
                  <a:pt x="2785" y="0"/>
                  <a:pt x="22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41">
            <a:extLst>
              <a:ext uri="{FF2B5EF4-FFF2-40B4-BE49-F238E27FC236}">
                <a16:creationId xmlns:a16="http://schemas.microsoft.com/office/drawing/2014/main" id="{EEC5253F-63DD-4724-1B31-61E17803A92D}"/>
              </a:ext>
            </a:extLst>
          </p:cNvPr>
          <p:cNvSpPr/>
          <p:nvPr/>
        </p:nvSpPr>
        <p:spPr>
          <a:xfrm>
            <a:off x="2246381" y="1601947"/>
            <a:ext cx="1081022" cy="1051161"/>
          </a:xfrm>
          <a:custGeom>
            <a:avLst/>
            <a:gdLst/>
            <a:ahLst/>
            <a:cxnLst/>
            <a:rect l="l" t="t" r="r" b="b"/>
            <a:pathLst>
              <a:path w="70051" h="68116" extrusionOk="0">
                <a:moveTo>
                  <a:pt x="68566" y="0"/>
                </a:moveTo>
                <a:cubicBezTo>
                  <a:pt x="68316" y="0"/>
                  <a:pt x="68059" y="63"/>
                  <a:pt x="67815" y="201"/>
                </a:cubicBezTo>
                <a:lnTo>
                  <a:pt x="2202" y="38095"/>
                </a:lnTo>
                <a:cubicBezTo>
                  <a:pt x="834" y="38895"/>
                  <a:pt x="0" y="40330"/>
                  <a:pt x="0" y="41931"/>
                </a:cubicBezTo>
                <a:lnTo>
                  <a:pt x="0" y="66515"/>
                </a:lnTo>
                <a:cubicBezTo>
                  <a:pt x="0" y="67534"/>
                  <a:pt x="505" y="68115"/>
                  <a:pt x="1229" y="68115"/>
                </a:cubicBezTo>
                <a:cubicBezTo>
                  <a:pt x="1523" y="68115"/>
                  <a:pt x="1854" y="68019"/>
                  <a:pt x="2202" y="67816"/>
                </a:cubicBezTo>
                <a:lnTo>
                  <a:pt x="67815" y="29922"/>
                </a:lnTo>
                <a:cubicBezTo>
                  <a:pt x="69050" y="29222"/>
                  <a:pt x="70050" y="28321"/>
                  <a:pt x="70050" y="26887"/>
                </a:cubicBezTo>
                <a:lnTo>
                  <a:pt x="70050" y="1469"/>
                </a:lnTo>
                <a:cubicBezTo>
                  <a:pt x="70050" y="610"/>
                  <a:pt x="69343" y="0"/>
                  <a:pt x="68566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1">
            <a:extLst>
              <a:ext uri="{FF2B5EF4-FFF2-40B4-BE49-F238E27FC236}">
                <a16:creationId xmlns:a16="http://schemas.microsoft.com/office/drawing/2014/main" id="{BA4ACE75-3739-07C6-38DE-A5813F781121}"/>
              </a:ext>
            </a:extLst>
          </p:cNvPr>
          <p:cNvSpPr/>
          <p:nvPr/>
        </p:nvSpPr>
        <p:spPr>
          <a:xfrm>
            <a:off x="2309698" y="1632456"/>
            <a:ext cx="1099031" cy="1111423"/>
          </a:xfrm>
          <a:custGeom>
            <a:avLst/>
            <a:gdLst/>
            <a:ahLst/>
            <a:cxnLst/>
            <a:rect l="l" t="t" r="r" b="b"/>
            <a:pathLst>
              <a:path w="71218" h="72021" extrusionOk="0">
                <a:moveTo>
                  <a:pt x="67999" y="0"/>
                </a:moveTo>
                <a:cubicBezTo>
                  <a:pt x="67532" y="0"/>
                  <a:pt x="67065" y="109"/>
                  <a:pt x="66648" y="326"/>
                </a:cubicBezTo>
                <a:lnTo>
                  <a:pt x="1368" y="38019"/>
                </a:lnTo>
                <a:cubicBezTo>
                  <a:pt x="567" y="38520"/>
                  <a:pt x="67" y="39420"/>
                  <a:pt x="0" y="40388"/>
                </a:cubicBezTo>
                <a:lnTo>
                  <a:pt x="0" y="66506"/>
                </a:lnTo>
                <a:cubicBezTo>
                  <a:pt x="67" y="67474"/>
                  <a:pt x="567" y="68341"/>
                  <a:pt x="1368" y="68875"/>
                </a:cubicBezTo>
                <a:lnTo>
                  <a:pt x="1902" y="69175"/>
                </a:lnTo>
                <a:cubicBezTo>
                  <a:pt x="2319" y="69392"/>
                  <a:pt x="2777" y="69500"/>
                  <a:pt x="3240" y="69500"/>
                </a:cubicBezTo>
                <a:cubicBezTo>
                  <a:pt x="3703" y="69500"/>
                  <a:pt x="4170" y="69392"/>
                  <a:pt x="4604" y="69175"/>
                </a:cubicBezTo>
                <a:lnTo>
                  <a:pt x="11609" y="65139"/>
                </a:lnTo>
                <a:cubicBezTo>
                  <a:pt x="11828" y="65014"/>
                  <a:pt x="12034" y="64956"/>
                  <a:pt x="12216" y="64956"/>
                </a:cubicBezTo>
                <a:cubicBezTo>
                  <a:pt x="12670" y="64956"/>
                  <a:pt x="12976" y="65320"/>
                  <a:pt x="12976" y="65939"/>
                </a:cubicBezTo>
                <a:lnTo>
                  <a:pt x="12976" y="69075"/>
                </a:lnTo>
                <a:cubicBezTo>
                  <a:pt x="13043" y="70042"/>
                  <a:pt x="13543" y="70909"/>
                  <a:pt x="14344" y="71443"/>
                </a:cubicBezTo>
                <a:lnTo>
                  <a:pt x="14677" y="71643"/>
                </a:lnTo>
                <a:cubicBezTo>
                  <a:pt x="15119" y="71893"/>
                  <a:pt x="15661" y="72021"/>
                  <a:pt x="16155" y="72021"/>
                </a:cubicBezTo>
                <a:cubicBezTo>
                  <a:pt x="16519" y="72021"/>
                  <a:pt x="16858" y="71952"/>
                  <a:pt x="17113" y="71810"/>
                </a:cubicBezTo>
                <a:cubicBezTo>
                  <a:pt x="17846" y="71276"/>
                  <a:pt x="18447" y="70576"/>
                  <a:pt x="18847" y="69742"/>
                </a:cubicBezTo>
                <a:lnTo>
                  <a:pt x="23917" y="59068"/>
                </a:lnTo>
                <a:cubicBezTo>
                  <a:pt x="24384" y="58167"/>
                  <a:pt x="25085" y="57400"/>
                  <a:pt x="25952" y="56833"/>
                </a:cubicBezTo>
                <a:lnTo>
                  <a:pt x="69850" y="31481"/>
                </a:lnTo>
                <a:cubicBezTo>
                  <a:pt x="70684" y="30947"/>
                  <a:pt x="71184" y="30080"/>
                  <a:pt x="71218" y="29113"/>
                </a:cubicBezTo>
                <a:lnTo>
                  <a:pt x="71218" y="2961"/>
                </a:lnTo>
                <a:cubicBezTo>
                  <a:pt x="71184" y="1993"/>
                  <a:pt x="70651" y="1126"/>
                  <a:pt x="69850" y="626"/>
                </a:cubicBezTo>
                <a:lnTo>
                  <a:pt x="69350" y="326"/>
                </a:lnTo>
                <a:cubicBezTo>
                  <a:pt x="68933" y="109"/>
                  <a:pt x="68466" y="0"/>
                  <a:pt x="67999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41">
            <a:extLst>
              <a:ext uri="{FF2B5EF4-FFF2-40B4-BE49-F238E27FC236}">
                <a16:creationId xmlns:a16="http://schemas.microsoft.com/office/drawing/2014/main" id="{73E18646-C100-4366-CD7C-497C84FFE9DA}"/>
              </a:ext>
            </a:extLst>
          </p:cNvPr>
          <p:cNvSpPr/>
          <p:nvPr/>
        </p:nvSpPr>
        <p:spPr>
          <a:xfrm>
            <a:off x="2309698" y="1632456"/>
            <a:ext cx="1099031" cy="1111423"/>
          </a:xfrm>
          <a:custGeom>
            <a:avLst/>
            <a:gdLst/>
            <a:ahLst/>
            <a:cxnLst/>
            <a:rect l="l" t="t" r="r" b="b"/>
            <a:pathLst>
              <a:path w="71218" h="72021" extrusionOk="0">
                <a:moveTo>
                  <a:pt x="67999" y="0"/>
                </a:moveTo>
                <a:cubicBezTo>
                  <a:pt x="67532" y="0"/>
                  <a:pt x="67065" y="109"/>
                  <a:pt x="66648" y="326"/>
                </a:cubicBezTo>
                <a:lnTo>
                  <a:pt x="1368" y="38019"/>
                </a:lnTo>
                <a:cubicBezTo>
                  <a:pt x="567" y="38520"/>
                  <a:pt x="67" y="39420"/>
                  <a:pt x="0" y="40388"/>
                </a:cubicBezTo>
                <a:lnTo>
                  <a:pt x="0" y="66506"/>
                </a:lnTo>
                <a:cubicBezTo>
                  <a:pt x="67" y="67474"/>
                  <a:pt x="567" y="68341"/>
                  <a:pt x="1368" y="68875"/>
                </a:cubicBezTo>
                <a:lnTo>
                  <a:pt x="1902" y="69175"/>
                </a:lnTo>
                <a:cubicBezTo>
                  <a:pt x="2319" y="69392"/>
                  <a:pt x="2777" y="69500"/>
                  <a:pt x="3240" y="69500"/>
                </a:cubicBezTo>
                <a:cubicBezTo>
                  <a:pt x="3703" y="69500"/>
                  <a:pt x="4170" y="69392"/>
                  <a:pt x="4604" y="69175"/>
                </a:cubicBezTo>
                <a:lnTo>
                  <a:pt x="11609" y="65139"/>
                </a:lnTo>
                <a:cubicBezTo>
                  <a:pt x="11828" y="65014"/>
                  <a:pt x="12034" y="64956"/>
                  <a:pt x="12216" y="64956"/>
                </a:cubicBezTo>
                <a:cubicBezTo>
                  <a:pt x="12670" y="64956"/>
                  <a:pt x="12976" y="65320"/>
                  <a:pt x="12976" y="65939"/>
                </a:cubicBezTo>
                <a:lnTo>
                  <a:pt x="12976" y="69075"/>
                </a:lnTo>
                <a:cubicBezTo>
                  <a:pt x="13043" y="70042"/>
                  <a:pt x="13543" y="70909"/>
                  <a:pt x="14344" y="71443"/>
                </a:cubicBezTo>
                <a:lnTo>
                  <a:pt x="14677" y="71643"/>
                </a:lnTo>
                <a:cubicBezTo>
                  <a:pt x="15119" y="71893"/>
                  <a:pt x="15661" y="72021"/>
                  <a:pt x="16155" y="72021"/>
                </a:cubicBezTo>
                <a:cubicBezTo>
                  <a:pt x="16519" y="72021"/>
                  <a:pt x="16858" y="71952"/>
                  <a:pt x="17113" y="71810"/>
                </a:cubicBezTo>
                <a:cubicBezTo>
                  <a:pt x="17846" y="71276"/>
                  <a:pt x="18447" y="70576"/>
                  <a:pt x="18847" y="69742"/>
                </a:cubicBezTo>
                <a:lnTo>
                  <a:pt x="23917" y="59068"/>
                </a:lnTo>
                <a:cubicBezTo>
                  <a:pt x="24384" y="58167"/>
                  <a:pt x="25085" y="57400"/>
                  <a:pt x="25952" y="56833"/>
                </a:cubicBezTo>
                <a:lnTo>
                  <a:pt x="69850" y="31481"/>
                </a:lnTo>
                <a:cubicBezTo>
                  <a:pt x="70684" y="30947"/>
                  <a:pt x="71184" y="30080"/>
                  <a:pt x="71218" y="29113"/>
                </a:cubicBezTo>
                <a:lnTo>
                  <a:pt x="71218" y="2961"/>
                </a:lnTo>
                <a:cubicBezTo>
                  <a:pt x="71184" y="1993"/>
                  <a:pt x="70651" y="1126"/>
                  <a:pt x="69850" y="626"/>
                </a:cubicBezTo>
                <a:lnTo>
                  <a:pt x="69350" y="326"/>
                </a:lnTo>
                <a:cubicBezTo>
                  <a:pt x="68933" y="109"/>
                  <a:pt x="68466" y="0"/>
                  <a:pt x="6799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41">
            <a:extLst>
              <a:ext uri="{FF2B5EF4-FFF2-40B4-BE49-F238E27FC236}">
                <a16:creationId xmlns:a16="http://schemas.microsoft.com/office/drawing/2014/main" id="{75BEF53D-E014-475E-F5F0-C002BBF71814}"/>
              </a:ext>
            </a:extLst>
          </p:cNvPr>
          <p:cNvSpPr/>
          <p:nvPr/>
        </p:nvSpPr>
        <p:spPr>
          <a:xfrm>
            <a:off x="2317939" y="1632456"/>
            <a:ext cx="1090790" cy="627894"/>
          </a:xfrm>
          <a:custGeom>
            <a:avLst/>
            <a:gdLst/>
            <a:ahLst/>
            <a:cxnLst/>
            <a:rect l="l" t="t" r="r" b="b"/>
            <a:pathLst>
              <a:path w="70684" h="40688" extrusionOk="0">
                <a:moveTo>
                  <a:pt x="70662" y="2689"/>
                </a:moveTo>
                <a:cubicBezTo>
                  <a:pt x="70673" y="2778"/>
                  <a:pt x="70681" y="2869"/>
                  <a:pt x="70684" y="2961"/>
                </a:cubicBezTo>
                <a:cubicBezTo>
                  <a:pt x="70684" y="2864"/>
                  <a:pt x="70676" y="2773"/>
                  <a:pt x="70662" y="2689"/>
                </a:cubicBezTo>
                <a:close/>
                <a:moveTo>
                  <a:pt x="67465" y="0"/>
                </a:moveTo>
                <a:cubicBezTo>
                  <a:pt x="66998" y="0"/>
                  <a:pt x="66531" y="109"/>
                  <a:pt x="66114" y="326"/>
                </a:cubicBezTo>
                <a:lnTo>
                  <a:pt x="834" y="37986"/>
                </a:lnTo>
                <a:cubicBezTo>
                  <a:pt x="500" y="38219"/>
                  <a:pt x="234" y="38486"/>
                  <a:pt x="0" y="38820"/>
                </a:cubicBezTo>
                <a:lnTo>
                  <a:pt x="3236" y="40688"/>
                </a:lnTo>
                <a:cubicBezTo>
                  <a:pt x="3469" y="40354"/>
                  <a:pt x="3736" y="40087"/>
                  <a:pt x="4070" y="39854"/>
                </a:cubicBezTo>
                <a:lnTo>
                  <a:pt x="69350" y="2160"/>
                </a:lnTo>
                <a:cubicBezTo>
                  <a:pt x="69560" y="2036"/>
                  <a:pt x="69759" y="1978"/>
                  <a:pt x="69936" y="1978"/>
                </a:cubicBezTo>
                <a:cubicBezTo>
                  <a:pt x="70309" y="1978"/>
                  <a:pt x="70585" y="2236"/>
                  <a:pt x="70662" y="2689"/>
                </a:cubicBezTo>
                <a:lnTo>
                  <a:pt x="70662" y="2689"/>
                </a:lnTo>
                <a:cubicBezTo>
                  <a:pt x="70553" y="1832"/>
                  <a:pt x="70074" y="1079"/>
                  <a:pt x="69350" y="626"/>
                </a:cubicBezTo>
                <a:lnTo>
                  <a:pt x="68816" y="326"/>
                </a:lnTo>
                <a:cubicBezTo>
                  <a:pt x="68399" y="109"/>
                  <a:pt x="67932" y="0"/>
                  <a:pt x="6746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41">
            <a:extLst>
              <a:ext uri="{FF2B5EF4-FFF2-40B4-BE49-F238E27FC236}">
                <a16:creationId xmlns:a16="http://schemas.microsoft.com/office/drawing/2014/main" id="{4098218F-E12B-2BD1-38E1-8CDEF35C261F}"/>
              </a:ext>
            </a:extLst>
          </p:cNvPr>
          <p:cNvSpPr/>
          <p:nvPr/>
        </p:nvSpPr>
        <p:spPr>
          <a:xfrm>
            <a:off x="2317939" y="1632456"/>
            <a:ext cx="1090790" cy="627894"/>
          </a:xfrm>
          <a:custGeom>
            <a:avLst/>
            <a:gdLst/>
            <a:ahLst/>
            <a:cxnLst/>
            <a:rect l="l" t="t" r="r" b="b"/>
            <a:pathLst>
              <a:path w="70684" h="40688" extrusionOk="0">
                <a:moveTo>
                  <a:pt x="70662" y="2689"/>
                </a:moveTo>
                <a:cubicBezTo>
                  <a:pt x="70673" y="2778"/>
                  <a:pt x="70681" y="2869"/>
                  <a:pt x="70684" y="2961"/>
                </a:cubicBezTo>
                <a:cubicBezTo>
                  <a:pt x="70684" y="2864"/>
                  <a:pt x="70676" y="2773"/>
                  <a:pt x="70662" y="2689"/>
                </a:cubicBezTo>
                <a:close/>
                <a:moveTo>
                  <a:pt x="67465" y="0"/>
                </a:moveTo>
                <a:cubicBezTo>
                  <a:pt x="66998" y="0"/>
                  <a:pt x="66531" y="109"/>
                  <a:pt x="66114" y="326"/>
                </a:cubicBezTo>
                <a:lnTo>
                  <a:pt x="834" y="37986"/>
                </a:lnTo>
                <a:cubicBezTo>
                  <a:pt x="500" y="38219"/>
                  <a:pt x="234" y="38486"/>
                  <a:pt x="0" y="38820"/>
                </a:cubicBezTo>
                <a:lnTo>
                  <a:pt x="3236" y="40688"/>
                </a:lnTo>
                <a:cubicBezTo>
                  <a:pt x="3469" y="40354"/>
                  <a:pt x="3736" y="40087"/>
                  <a:pt x="4070" y="39854"/>
                </a:cubicBezTo>
                <a:lnTo>
                  <a:pt x="69350" y="2160"/>
                </a:lnTo>
                <a:cubicBezTo>
                  <a:pt x="69560" y="2036"/>
                  <a:pt x="69759" y="1978"/>
                  <a:pt x="69936" y="1978"/>
                </a:cubicBezTo>
                <a:cubicBezTo>
                  <a:pt x="70309" y="1978"/>
                  <a:pt x="70585" y="2236"/>
                  <a:pt x="70662" y="2689"/>
                </a:cubicBezTo>
                <a:lnTo>
                  <a:pt x="70662" y="2689"/>
                </a:lnTo>
                <a:cubicBezTo>
                  <a:pt x="70553" y="1832"/>
                  <a:pt x="70074" y="1079"/>
                  <a:pt x="69350" y="626"/>
                </a:cubicBezTo>
                <a:lnTo>
                  <a:pt x="68816" y="326"/>
                </a:lnTo>
                <a:cubicBezTo>
                  <a:pt x="68399" y="109"/>
                  <a:pt x="67932" y="0"/>
                  <a:pt x="6746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41">
            <a:extLst>
              <a:ext uri="{FF2B5EF4-FFF2-40B4-BE49-F238E27FC236}">
                <a16:creationId xmlns:a16="http://schemas.microsoft.com/office/drawing/2014/main" id="{CBE1E578-3A2F-572F-E20D-79F8787497DA}"/>
              </a:ext>
            </a:extLst>
          </p:cNvPr>
          <p:cNvSpPr/>
          <p:nvPr/>
        </p:nvSpPr>
        <p:spPr>
          <a:xfrm>
            <a:off x="2450746" y="2250489"/>
            <a:ext cx="55092" cy="152514"/>
          </a:xfrm>
          <a:custGeom>
            <a:avLst/>
            <a:gdLst/>
            <a:ahLst/>
            <a:cxnLst/>
            <a:rect l="l" t="t" r="r" b="b"/>
            <a:pathLst>
              <a:path w="3570" h="9883" extrusionOk="0">
                <a:moveTo>
                  <a:pt x="3427" y="1"/>
                </a:moveTo>
                <a:cubicBezTo>
                  <a:pt x="3357" y="1"/>
                  <a:pt x="3261" y="36"/>
                  <a:pt x="3136" y="105"/>
                </a:cubicBezTo>
                <a:lnTo>
                  <a:pt x="2836" y="272"/>
                </a:lnTo>
                <a:cubicBezTo>
                  <a:pt x="2602" y="372"/>
                  <a:pt x="2435" y="605"/>
                  <a:pt x="2435" y="906"/>
                </a:cubicBezTo>
                <a:lnTo>
                  <a:pt x="2435" y="3741"/>
                </a:lnTo>
                <a:lnTo>
                  <a:pt x="1134" y="4475"/>
                </a:lnTo>
                <a:lnTo>
                  <a:pt x="1134" y="1639"/>
                </a:lnTo>
                <a:cubicBezTo>
                  <a:pt x="1134" y="1480"/>
                  <a:pt x="1087" y="1404"/>
                  <a:pt x="992" y="1404"/>
                </a:cubicBezTo>
                <a:cubicBezTo>
                  <a:pt x="928" y="1404"/>
                  <a:pt x="842" y="1439"/>
                  <a:pt x="734" y="1506"/>
                </a:cubicBezTo>
                <a:lnTo>
                  <a:pt x="434" y="1673"/>
                </a:lnTo>
                <a:cubicBezTo>
                  <a:pt x="167" y="1806"/>
                  <a:pt x="0" y="2040"/>
                  <a:pt x="0" y="2307"/>
                </a:cubicBezTo>
                <a:lnTo>
                  <a:pt x="0" y="9679"/>
                </a:lnTo>
                <a:cubicBezTo>
                  <a:pt x="0" y="9815"/>
                  <a:pt x="57" y="9883"/>
                  <a:pt x="157" y="9883"/>
                </a:cubicBezTo>
                <a:cubicBezTo>
                  <a:pt x="229" y="9883"/>
                  <a:pt x="323" y="9848"/>
                  <a:pt x="434" y="9779"/>
                </a:cubicBezTo>
                <a:lnTo>
                  <a:pt x="734" y="9612"/>
                </a:lnTo>
                <a:cubicBezTo>
                  <a:pt x="968" y="9478"/>
                  <a:pt x="1134" y="9245"/>
                  <a:pt x="1134" y="8978"/>
                </a:cubicBezTo>
                <a:lnTo>
                  <a:pt x="1134" y="5976"/>
                </a:lnTo>
                <a:lnTo>
                  <a:pt x="2435" y="5242"/>
                </a:lnTo>
                <a:lnTo>
                  <a:pt x="2435" y="8244"/>
                </a:lnTo>
                <a:cubicBezTo>
                  <a:pt x="2435" y="8403"/>
                  <a:pt x="2483" y="8480"/>
                  <a:pt x="2578" y="8480"/>
                </a:cubicBezTo>
                <a:cubicBezTo>
                  <a:pt x="2642" y="8480"/>
                  <a:pt x="2728" y="8445"/>
                  <a:pt x="2836" y="8378"/>
                </a:cubicBezTo>
                <a:lnTo>
                  <a:pt x="3136" y="8177"/>
                </a:lnTo>
                <a:cubicBezTo>
                  <a:pt x="3403" y="8077"/>
                  <a:pt x="3536" y="7844"/>
                  <a:pt x="3569" y="7577"/>
                </a:cubicBezTo>
                <a:lnTo>
                  <a:pt x="3569" y="205"/>
                </a:lnTo>
                <a:cubicBezTo>
                  <a:pt x="3569" y="69"/>
                  <a:pt x="3524" y="1"/>
                  <a:pt x="34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1">
            <a:extLst>
              <a:ext uri="{FF2B5EF4-FFF2-40B4-BE49-F238E27FC236}">
                <a16:creationId xmlns:a16="http://schemas.microsoft.com/office/drawing/2014/main" id="{2FB4774B-B1D7-FE3B-1D7B-13A09F668196}"/>
              </a:ext>
            </a:extLst>
          </p:cNvPr>
          <p:cNvSpPr/>
          <p:nvPr/>
        </p:nvSpPr>
        <p:spPr>
          <a:xfrm>
            <a:off x="2522289" y="2232264"/>
            <a:ext cx="17006" cy="129520"/>
          </a:xfrm>
          <a:custGeom>
            <a:avLst/>
            <a:gdLst/>
            <a:ahLst/>
            <a:cxnLst/>
            <a:rect l="l" t="t" r="r" b="b"/>
            <a:pathLst>
              <a:path w="1102" h="8393" extrusionOk="0">
                <a:moveTo>
                  <a:pt x="921" y="1"/>
                </a:moveTo>
                <a:cubicBezTo>
                  <a:pt x="838" y="1"/>
                  <a:pt x="721" y="42"/>
                  <a:pt x="568" y="119"/>
                </a:cubicBezTo>
                <a:cubicBezTo>
                  <a:pt x="234" y="319"/>
                  <a:pt x="68" y="552"/>
                  <a:pt x="68" y="786"/>
                </a:cubicBezTo>
                <a:lnTo>
                  <a:pt x="68" y="1453"/>
                </a:lnTo>
                <a:cubicBezTo>
                  <a:pt x="68" y="1602"/>
                  <a:pt x="120" y="1668"/>
                  <a:pt x="229" y="1668"/>
                </a:cubicBezTo>
                <a:cubicBezTo>
                  <a:pt x="316" y="1668"/>
                  <a:pt x="439" y="1627"/>
                  <a:pt x="601" y="1553"/>
                </a:cubicBezTo>
                <a:cubicBezTo>
                  <a:pt x="935" y="1353"/>
                  <a:pt x="1068" y="1119"/>
                  <a:pt x="1068" y="886"/>
                </a:cubicBezTo>
                <a:lnTo>
                  <a:pt x="1068" y="185"/>
                </a:lnTo>
                <a:cubicBezTo>
                  <a:pt x="1068" y="59"/>
                  <a:pt x="1019" y="1"/>
                  <a:pt x="921" y="1"/>
                </a:cubicBezTo>
                <a:close/>
                <a:moveTo>
                  <a:pt x="952" y="1985"/>
                </a:moveTo>
                <a:cubicBezTo>
                  <a:pt x="883" y="1985"/>
                  <a:pt x="789" y="2019"/>
                  <a:pt x="668" y="2087"/>
                </a:cubicBezTo>
                <a:lnTo>
                  <a:pt x="468" y="2220"/>
                </a:lnTo>
                <a:cubicBezTo>
                  <a:pt x="201" y="2320"/>
                  <a:pt x="34" y="2554"/>
                  <a:pt x="1" y="2854"/>
                </a:cubicBezTo>
                <a:lnTo>
                  <a:pt x="1" y="8158"/>
                </a:lnTo>
                <a:cubicBezTo>
                  <a:pt x="1" y="8317"/>
                  <a:pt x="60" y="8393"/>
                  <a:pt x="172" y="8393"/>
                </a:cubicBezTo>
                <a:cubicBezTo>
                  <a:pt x="247" y="8393"/>
                  <a:pt x="347" y="8358"/>
                  <a:pt x="468" y="8291"/>
                </a:cubicBezTo>
                <a:lnTo>
                  <a:pt x="668" y="8158"/>
                </a:lnTo>
                <a:cubicBezTo>
                  <a:pt x="935" y="8058"/>
                  <a:pt x="1102" y="7791"/>
                  <a:pt x="1102" y="7524"/>
                </a:cubicBezTo>
                <a:lnTo>
                  <a:pt x="1102" y="2220"/>
                </a:lnTo>
                <a:cubicBezTo>
                  <a:pt x="1102" y="2061"/>
                  <a:pt x="1054" y="1985"/>
                  <a:pt x="952" y="198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1">
            <a:extLst>
              <a:ext uri="{FF2B5EF4-FFF2-40B4-BE49-F238E27FC236}">
                <a16:creationId xmlns:a16="http://schemas.microsoft.com/office/drawing/2014/main" id="{8FC96100-2920-A2ED-9D7A-5B247E90580C}"/>
              </a:ext>
            </a:extLst>
          </p:cNvPr>
          <p:cNvSpPr/>
          <p:nvPr/>
        </p:nvSpPr>
        <p:spPr>
          <a:xfrm>
            <a:off x="2553693" y="2210921"/>
            <a:ext cx="20602" cy="132715"/>
          </a:xfrm>
          <a:custGeom>
            <a:avLst/>
            <a:gdLst/>
            <a:ahLst/>
            <a:cxnLst/>
            <a:rect l="l" t="t" r="r" b="b"/>
            <a:pathLst>
              <a:path w="1335" h="8600" extrusionOk="0">
                <a:moveTo>
                  <a:pt x="1235" y="0"/>
                </a:moveTo>
                <a:cubicBezTo>
                  <a:pt x="1101" y="0"/>
                  <a:pt x="1001" y="34"/>
                  <a:pt x="901" y="101"/>
                </a:cubicBezTo>
                <a:lnTo>
                  <a:pt x="568" y="301"/>
                </a:lnTo>
                <a:cubicBezTo>
                  <a:pt x="334" y="401"/>
                  <a:pt x="167" y="634"/>
                  <a:pt x="167" y="934"/>
                </a:cubicBezTo>
                <a:lnTo>
                  <a:pt x="167" y="5705"/>
                </a:lnTo>
                <a:cubicBezTo>
                  <a:pt x="167" y="5838"/>
                  <a:pt x="167" y="5905"/>
                  <a:pt x="234" y="5938"/>
                </a:cubicBezTo>
                <a:cubicBezTo>
                  <a:pt x="251" y="5946"/>
                  <a:pt x="272" y="5951"/>
                  <a:pt x="295" y="5951"/>
                </a:cubicBezTo>
                <a:cubicBezTo>
                  <a:pt x="365" y="5951"/>
                  <a:pt x="459" y="5913"/>
                  <a:pt x="534" y="5838"/>
                </a:cubicBezTo>
                <a:lnTo>
                  <a:pt x="568" y="5805"/>
                </a:lnTo>
                <a:cubicBezTo>
                  <a:pt x="701" y="5738"/>
                  <a:pt x="801" y="5671"/>
                  <a:pt x="868" y="5571"/>
                </a:cubicBezTo>
                <a:cubicBezTo>
                  <a:pt x="935" y="5471"/>
                  <a:pt x="968" y="5338"/>
                  <a:pt x="968" y="5238"/>
                </a:cubicBezTo>
                <a:lnTo>
                  <a:pt x="1335" y="167"/>
                </a:lnTo>
                <a:cubicBezTo>
                  <a:pt x="1335" y="67"/>
                  <a:pt x="1302" y="0"/>
                  <a:pt x="1235" y="0"/>
                </a:cubicBezTo>
                <a:close/>
                <a:moveTo>
                  <a:pt x="927" y="6453"/>
                </a:moveTo>
                <a:cubicBezTo>
                  <a:pt x="862" y="6453"/>
                  <a:pt x="776" y="6491"/>
                  <a:pt x="668" y="6572"/>
                </a:cubicBezTo>
                <a:lnTo>
                  <a:pt x="434" y="6705"/>
                </a:lnTo>
                <a:cubicBezTo>
                  <a:pt x="167" y="6805"/>
                  <a:pt x="1" y="7039"/>
                  <a:pt x="1" y="7306"/>
                </a:cubicBezTo>
                <a:lnTo>
                  <a:pt x="1" y="8373"/>
                </a:lnTo>
                <a:cubicBezTo>
                  <a:pt x="1" y="8518"/>
                  <a:pt x="65" y="8599"/>
                  <a:pt x="178" y="8599"/>
                </a:cubicBezTo>
                <a:cubicBezTo>
                  <a:pt x="247" y="8599"/>
                  <a:pt x="334" y="8570"/>
                  <a:pt x="434" y="8507"/>
                </a:cubicBezTo>
                <a:lnTo>
                  <a:pt x="668" y="8340"/>
                </a:lnTo>
                <a:cubicBezTo>
                  <a:pt x="901" y="8240"/>
                  <a:pt x="1068" y="8006"/>
                  <a:pt x="1068" y="7739"/>
                </a:cubicBezTo>
                <a:lnTo>
                  <a:pt x="1068" y="6672"/>
                </a:lnTo>
                <a:cubicBezTo>
                  <a:pt x="1068" y="6533"/>
                  <a:pt x="1021" y="6453"/>
                  <a:pt x="927" y="645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41">
            <a:extLst>
              <a:ext uri="{FF2B5EF4-FFF2-40B4-BE49-F238E27FC236}">
                <a16:creationId xmlns:a16="http://schemas.microsoft.com/office/drawing/2014/main" id="{9299D304-02B9-7B27-F08B-93BFB9517361}"/>
              </a:ext>
            </a:extLst>
          </p:cNvPr>
          <p:cNvSpPr/>
          <p:nvPr/>
        </p:nvSpPr>
        <p:spPr>
          <a:xfrm>
            <a:off x="2450746" y="2417833"/>
            <a:ext cx="55092" cy="152961"/>
          </a:xfrm>
          <a:custGeom>
            <a:avLst/>
            <a:gdLst/>
            <a:ahLst/>
            <a:cxnLst/>
            <a:rect l="l" t="t" r="r" b="b"/>
            <a:pathLst>
              <a:path w="3570" h="9912" extrusionOk="0">
                <a:moveTo>
                  <a:pt x="3420" y="0"/>
                </a:moveTo>
                <a:cubicBezTo>
                  <a:pt x="3351" y="0"/>
                  <a:pt x="3257" y="35"/>
                  <a:pt x="3136" y="102"/>
                </a:cubicBezTo>
                <a:lnTo>
                  <a:pt x="2836" y="302"/>
                </a:lnTo>
                <a:cubicBezTo>
                  <a:pt x="2602" y="402"/>
                  <a:pt x="2435" y="636"/>
                  <a:pt x="2435" y="903"/>
                </a:cubicBezTo>
                <a:lnTo>
                  <a:pt x="2435" y="3738"/>
                </a:lnTo>
                <a:lnTo>
                  <a:pt x="1134" y="4472"/>
                </a:lnTo>
                <a:lnTo>
                  <a:pt x="1134" y="1637"/>
                </a:lnTo>
                <a:cubicBezTo>
                  <a:pt x="1134" y="1500"/>
                  <a:pt x="1089" y="1432"/>
                  <a:pt x="998" y="1432"/>
                </a:cubicBezTo>
                <a:cubicBezTo>
                  <a:pt x="933" y="1432"/>
                  <a:pt x="845" y="1467"/>
                  <a:pt x="734" y="1536"/>
                </a:cubicBezTo>
                <a:lnTo>
                  <a:pt x="434" y="1703"/>
                </a:lnTo>
                <a:cubicBezTo>
                  <a:pt x="167" y="1803"/>
                  <a:pt x="0" y="2070"/>
                  <a:pt x="0" y="2337"/>
                </a:cubicBezTo>
                <a:lnTo>
                  <a:pt x="0" y="9676"/>
                </a:lnTo>
                <a:cubicBezTo>
                  <a:pt x="0" y="9835"/>
                  <a:pt x="60" y="9911"/>
                  <a:pt x="164" y="9911"/>
                </a:cubicBezTo>
                <a:cubicBezTo>
                  <a:pt x="235" y="9911"/>
                  <a:pt x="326" y="9876"/>
                  <a:pt x="434" y="9809"/>
                </a:cubicBezTo>
                <a:lnTo>
                  <a:pt x="734" y="9609"/>
                </a:lnTo>
                <a:cubicBezTo>
                  <a:pt x="968" y="9509"/>
                  <a:pt x="1134" y="9275"/>
                  <a:pt x="1134" y="9009"/>
                </a:cubicBezTo>
                <a:lnTo>
                  <a:pt x="1134" y="6006"/>
                </a:lnTo>
                <a:lnTo>
                  <a:pt x="2435" y="5273"/>
                </a:lnTo>
                <a:lnTo>
                  <a:pt x="2435" y="8275"/>
                </a:lnTo>
                <a:cubicBezTo>
                  <a:pt x="2435" y="8411"/>
                  <a:pt x="2481" y="8479"/>
                  <a:pt x="2571" y="8479"/>
                </a:cubicBezTo>
                <a:cubicBezTo>
                  <a:pt x="2636" y="8479"/>
                  <a:pt x="2724" y="8444"/>
                  <a:pt x="2836" y="8375"/>
                </a:cubicBezTo>
                <a:lnTo>
                  <a:pt x="3136" y="8208"/>
                </a:lnTo>
                <a:cubicBezTo>
                  <a:pt x="3403" y="8108"/>
                  <a:pt x="3536" y="7874"/>
                  <a:pt x="3569" y="7608"/>
                </a:cubicBezTo>
                <a:lnTo>
                  <a:pt x="3569" y="236"/>
                </a:lnTo>
                <a:cubicBezTo>
                  <a:pt x="3569" y="76"/>
                  <a:pt x="3522" y="0"/>
                  <a:pt x="342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41">
            <a:extLst>
              <a:ext uri="{FF2B5EF4-FFF2-40B4-BE49-F238E27FC236}">
                <a16:creationId xmlns:a16="http://schemas.microsoft.com/office/drawing/2014/main" id="{4D825E7D-9F3F-63C0-BC2A-68920DE1267F}"/>
              </a:ext>
            </a:extLst>
          </p:cNvPr>
          <p:cNvSpPr/>
          <p:nvPr/>
        </p:nvSpPr>
        <p:spPr>
          <a:xfrm>
            <a:off x="2519727" y="2421984"/>
            <a:ext cx="47885" cy="101341"/>
          </a:xfrm>
          <a:custGeom>
            <a:avLst/>
            <a:gdLst/>
            <a:ahLst/>
            <a:cxnLst/>
            <a:rect l="l" t="t" r="r" b="b"/>
            <a:pathLst>
              <a:path w="3103" h="6567" extrusionOk="0">
                <a:moveTo>
                  <a:pt x="1679" y="1489"/>
                </a:moveTo>
                <a:cubicBezTo>
                  <a:pt x="1758" y="1489"/>
                  <a:pt x="1821" y="1571"/>
                  <a:pt x="1868" y="1734"/>
                </a:cubicBezTo>
                <a:cubicBezTo>
                  <a:pt x="1968" y="2168"/>
                  <a:pt x="2001" y="2602"/>
                  <a:pt x="1968" y="3035"/>
                </a:cubicBezTo>
                <a:cubicBezTo>
                  <a:pt x="1968" y="3502"/>
                  <a:pt x="1935" y="3969"/>
                  <a:pt x="1868" y="4436"/>
                </a:cubicBezTo>
                <a:cubicBezTo>
                  <a:pt x="1868" y="4670"/>
                  <a:pt x="1735" y="4870"/>
                  <a:pt x="1568" y="5037"/>
                </a:cubicBezTo>
                <a:cubicBezTo>
                  <a:pt x="1527" y="5053"/>
                  <a:pt x="1491" y="5061"/>
                  <a:pt x="1458" y="5061"/>
                </a:cubicBezTo>
                <a:cubicBezTo>
                  <a:pt x="1354" y="5061"/>
                  <a:pt x="1285" y="4980"/>
                  <a:pt x="1234" y="4803"/>
                </a:cubicBezTo>
                <a:cubicBezTo>
                  <a:pt x="1168" y="4370"/>
                  <a:pt x="1134" y="3936"/>
                  <a:pt x="1168" y="3502"/>
                </a:cubicBezTo>
                <a:cubicBezTo>
                  <a:pt x="1134" y="3035"/>
                  <a:pt x="1168" y="2568"/>
                  <a:pt x="1234" y="2101"/>
                </a:cubicBezTo>
                <a:cubicBezTo>
                  <a:pt x="1268" y="1868"/>
                  <a:pt x="1368" y="1668"/>
                  <a:pt x="1568" y="1534"/>
                </a:cubicBezTo>
                <a:cubicBezTo>
                  <a:pt x="1608" y="1504"/>
                  <a:pt x="1645" y="1489"/>
                  <a:pt x="1679" y="1489"/>
                </a:cubicBezTo>
                <a:close/>
                <a:moveTo>
                  <a:pt x="2154" y="0"/>
                </a:moveTo>
                <a:cubicBezTo>
                  <a:pt x="1983" y="0"/>
                  <a:pt x="1788" y="68"/>
                  <a:pt x="1568" y="200"/>
                </a:cubicBezTo>
                <a:cubicBezTo>
                  <a:pt x="1001" y="534"/>
                  <a:pt x="600" y="1034"/>
                  <a:pt x="434" y="1634"/>
                </a:cubicBezTo>
                <a:cubicBezTo>
                  <a:pt x="133" y="2435"/>
                  <a:pt x="0" y="3302"/>
                  <a:pt x="33" y="4136"/>
                </a:cubicBezTo>
                <a:cubicBezTo>
                  <a:pt x="33" y="5170"/>
                  <a:pt x="167" y="5837"/>
                  <a:pt x="434" y="6238"/>
                </a:cubicBezTo>
                <a:cubicBezTo>
                  <a:pt x="572" y="6455"/>
                  <a:pt x="768" y="6567"/>
                  <a:pt x="1009" y="6567"/>
                </a:cubicBezTo>
                <a:cubicBezTo>
                  <a:pt x="1176" y="6567"/>
                  <a:pt x="1364" y="6513"/>
                  <a:pt x="1568" y="6405"/>
                </a:cubicBezTo>
                <a:cubicBezTo>
                  <a:pt x="2102" y="6071"/>
                  <a:pt x="2502" y="5537"/>
                  <a:pt x="2702" y="4937"/>
                </a:cubicBezTo>
                <a:cubicBezTo>
                  <a:pt x="2969" y="4136"/>
                  <a:pt x="3102" y="3269"/>
                  <a:pt x="3102" y="2402"/>
                </a:cubicBezTo>
                <a:cubicBezTo>
                  <a:pt x="3102" y="1401"/>
                  <a:pt x="2969" y="700"/>
                  <a:pt x="2702" y="333"/>
                </a:cubicBezTo>
                <a:cubicBezTo>
                  <a:pt x="2553" y="109"/>
                  <a:pt x="2372" y="0"/>
                  <a:pt x="215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41">
            <a:extLst>
              <a:ext uri="{FF2B5EF4-FFF2-40B4-BE49-F238E27FC236}">
                <a16:creationId xmlns:a16="http://schemas.microsoft.com/office/drawing/2014/main" id="{CBBB0083-818B-84B8-ACFA-0ACFFBF26DCA}"/>
              </a:ext>
            </a:extLst>
          </p:cNvPr>
          <p:cNvSpPr/>
          <p:nvPr/>
        </p:nvSpPr>
        <p:spPr>
          <a:xfrm>
            <a:off x="2575822" y="2370997"/>
            <a:ext cx="67453" cy="121233"/>
          </a:xfrm>
          <a:custGeom>
            <a:avLst/>
            <a:gdLst/>
            <a:ahLst/>
            <a:cxnLst/>
            <a:rect l="l" t="t" r="r" b="b"/>
            <a:pathLst>
              <a:path w="4371" h="7856" extrusionOk="0">
                <a:moveTo>
                  <a:pt x="4248" y="1"/>
                </a:moveTo>
                <a:cubicBezTo>
                  <a:pt x="4177" y="1"/>
                  <a:pt x="4075" y="43"/>
                  <a:pt x="3937" y="135"/>
                </a:cubicBezTo>
                <a:cubicBezTo>
                  <a:pt x="3604" y="335"/>
                  <a:pt x="3437" y="502"/>
                  <a:pt x="3437" y="669"/>
                </a:cubicBezTo>
                <a:lnTo>
                  <a:pt x="3237" y="3637"/>
                </a:lnTo>
                <a:lnTo>
                  <a:pt x="3170" y="4271"/>
                </a:lnTo>
                <a:cubicBezTo>
                  <a:pt x="3170" y="4371"/>
                  <a:pt x="3203" y="4471"/>
                  <a:pt x="3170" y="4605"/>
                </a:cubicBezTo>
                <a:cubicBezTo>
                  <a:pt x="3170" y="4705"/>
                  <a:pt x="3170" y="4838"/>
                  <a:pt x="3170" y="4938"/>
                </a:cubicBezTo>
                <a:lnTo>
                  <a:pt x="3137" y="4938"/>
                </a:lnTo>
                <a:cubicBezTo>
                  <a:pt x="3103" y="4371"/>
                  <a:pt x="3070" y="3971"/>
                  <a:pt x="3003" y="3704"/>
                </a:cubicBezTo>
                <a:lnTo>
                  <a:pt x="2703" y="1069"/>
                </a:lnTo>
                <a:cubicBezTo>
                  <a:pt x="2703" y="1015"/>
                  <a:pt x="2658" y="960"/>
                  <a:pt x="2606" y="960"/>
                </a:cubicBezTo>
                <a:cubicBezTo>
                  <a:pt x="2594" y="960"/>
                  <a:pt x="2582" y="963"/>
                  <a:pt x="2569" y="969"/>
                </a:cubicBezTo>
                <a:cubicBezTo>
                  <a:pt x="2503" y="969"/>
                  <a:pt x="2403" y="1002"/>
                  <a:pt x="2303" y="1036"/>
                </a:cubicBezTo>
                <a:lnTo>
                  <a:pt x="2136" y="1169"/>
                </a:lnTo>
                <a:cubicBezTo>
                  <a:pt x="2002" y="1236"/>
                  <a:pt x="1936" y="1302"/>
                  <a:pt x="1836" y="1403"/>
                </a:cubicBezTo>
                <a:cubicBezTo>
                  <a:pt x="1769" y="1436"/>
                  <a:pt x="1736" y="1536"/>
                  <a:pt x="1736" y="1636"/>
                </a:cubicBezTo>
                <a:lnTo>
                  <a:pt x="1435" y="4605"/>
                </a:lnTo>
                <a:cubicBezTo>
                  <a:pt x="1369" y="5072"/>
                  <a:pt x="1335" y="5539"/>
                  <a:pt x="1302" y="6006"/>
                </a:cubicBezTo>
                <a:lnTo>
                  <a:pt x="1269" y="6006"/>
                </a:lnTo>
                <a:lnTo>
                  <a:pt x="1202" y="4738"/>
                </a:lnTo>
                <a:lnTo>
                  <a:pt x="1002" y="2036"/>
                </a:lnTo>
                <a:cubicBezTo>
                  <a:pt x="1002" y="1964"/>
                  <a:pt x="958" y="1930"/>
                  <a:pt x="884" y="1930"/>
                </a:cubicBezTo>
                <a:cubicBezTo>
                  <a:pt x="787" y="1930"/>
                  <a:pt x="638" y="1989"/>
                  <a:pt x="468" y="2103"/>
                </a:cubicBezTo>
                <a:cubicBezTo>
                  <a:pt x="168" y="2270"/>
                  <a:pt x="1" y="2437"/>
                  <a:pt x="1" y="2637"/>
                </a:cubicBezTo>
                <a:lnTo>
                  <a:pt x="1" y="2837"/>
                </a:lnTo>
                <a:lnTo>
                  <a:pt x="802" y="7707"/>
                </a:lnTo>
                <a:cubicBezTo>
                  <a:pt x="802" y="7807"/>
                  <a:pt x="835" y="7840"/>
                  <a:pt x="902" y="7840"/>
                </a:cubicBezTo>
                <a:cubicBezTo>
                  <a:pt x="924" y="7852"/>
                  <a:pt x="946" y="7855"/>
                  <a:pt x="968" y="7855"/>
                </a:cubicBezTo>
                <a:cubicBezTo>
                  <a:pt x="1013" y="7855"/>
                  <a:pt x="1057" y="7840"/>
                  <a:pt x="1102" y="7840"/>
                </a:cubicBezTo>
                <a:lnTo>
                  <a:pt x="1369" y="7674"/>
                </a:lnTo>
                <a:cubicBezTo>
                  <a:pt x="1435" y="7640"/>
                  <a:pt x="1502" y="7574"/>
                  <a:pt x="1569" y="7507"/>
                </a:cubicBezTo>
                <a:cubicBezTo>
                  <a:pt x="1635" y="7440"/>
                  <a:pt x="1669" y="7340"/>
                  <a:pt x="1669" y="7273"/>
                </a:cubicBezTo>
                <a:lnTo>
                  <a:pt x="2136" y="3971"/>
                </a:lnTo>
                <a:cubicBezTo>
                  <a:pt x="2169" y="3938"/>
                  <a:pt x="2169" y="3738"/>
                  <a:pt x="2169" y="3504"/>
                </a:cubicBezTo>
                <a:cubicBezTo>
                  <a:pt x="2169" y="3404"/>
                  <a:pt x="2169" y="3237"/>
                  <a:pt x="2169" y="3037"/>
                </a:cubicBezTo>
                <a:lnTo>
                  <a:pt x="2203" y="3037"/>
                </a:lnTo>
                <a:cubicBezTo>
                  <a:pt x="2236" y="3104"/>
                  <a:pt x="2236" y="3237"/>
                  <a:pt x="2236" y="3471"/>
                </a:cubicBezTo>
                <a:cubicBezTo>
                  <a:pt x="2236" y="3571"/>
                  <a:pt x="2269" y="3704"/>
                  <a:pt x="2269" y="3871"/>
                </a:cubicBezTo>
                <a:lnTo>
                  <a:pt x="2736" y="6640"/>
                </a:lnTo>
                <a:cubicBezTo>
                  <a:pt x="2736" y="6706"/>
                  <a:pt x="2770" y="6773"/>
                  <a:pt x="2836" y="6773"/>
                </a:cubicBezTo>
                <a:cubicBezTo>
                  <a:pt x="2903" y="6773"/>
                  <a:pt x="3003" y="6740"/>
                  <a:pt x="3070" y="6706"/>
                </a:cubicBezTo>
                <a:lnTo>
                  <a:pt x="3303" y="6573"/>
                </a:lnTo>
                <a:cubicBezTo>
                  <a:pt x="3470" y="6473"/>
                  <a:pt x="3570" y="6339"/>
                  <a:pt x="3604" y="6139"/>
                </a:cubicBezTo>
                <a:lnTo>
                  <a:pt x="4371" y="335"/>
                </a:lnTo>
                <a:lnTo>
                  <a:pt x="4371" y="168"/>
                </a:lnTo>
                <a:cubicBezTo>
                  <a:pt x="4371" y="60"/>
                  <a:pt x="4332" y="1"/>
                  <a:pt x="424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41">
            <a:extLst>
              <a:ext uri="{FF2B5EF4-FFF2-40B4-BE49-F238E27FC236}">
                <a16:creationId xmlns:a16="http://schemas.microsoft.com/office/drawing/2014/main" id="{4B53140F-9DF0-FF4C-7DBD-198935F427B9}"/>
              </a:ext>
            </a:extLst>
          </p:cNvPr>
          <p:cNvSpPr/>
          <p:nvPr/>
        </p:nvSpPr>
        <p:spPr>
          <a:xfrm>
            <a:off x="2670543" y="2333744"/>
            <a:ext cx="42222" cy="102468"/>
          </a:xfrm>
          <a:custGeom>
            <a:avLst/>
            <a:gdLst/>
            <a:ahLst/>
            <a:cxnLst/>
            <a:rect l="l" t="t" r="r" b="b"/>
            <a:pathLst>
              <a:path w="2736" h="6640" extrusionOk="0">
                <a:moveTo>
                  <a:pt x="2249" y="1"/>
                </a:moveTo>
                <a:cubicBezTo>
                  <a:pt x="2209" y="1"/>
                  <a:pt x="2171" y="5"/>
                  <a:pt x="2136" y="14"/>
                </a:cubicBezTo>
                <a:cubicBezTo>
                  <a:pt x="1969" y="47"/>
                  <a:pt x="1769" y="114"/>
                  <a:pt x="1635" y="214"/>
                </a:cubicBezTo>
                <a:cubicBezTo>
                  <a:pt x="534" y="848"/>
                  <a:pt x="1" y="2182"/>
                  <a:pt x="1" y="4250"/>
                </a:cubicBezTo>
                <a:cubicBezTo>
                  <a:pt x="1" y="5838"/>
                  <a:pt x="315" y="6639"/>
                  <a:pt x="944" y="6639"/>
                </a:cubicBezTo>
                <a:cubicBezTo>
                  <a:pt x="1135" y="6639"/>
                  <a:pt x="1354" y="6566"/>
                  <a:pt x="1602" y="6418"/>
                </a:cubicBezTo>
                <a:cubicBezTo>
                  <a:pt x="1769" y="6318"/>
                  <a:pt x="1935" y="6185"/>
                  <a:pt x="2069" y="6051"/>
                </a:cubicBezTo>
                <a:cubicBezTo>
                  <a:pt x="2269" y="5885"/>
                  <a:pt x="2402" y="5685"/>
                  <a:pt x="2536" y="5484"/>
                </a:cubicBezTo>
                <a:cubicBezTo>
                  <a:pt x="2636" y="5351"/>
                  <a:pt x="2703" y="5184"/>
                  <a:pt x="2736" y="4984"/>
                </a:cubicBezTo>
                <a:cubicBezTo>
                  <a:pt x="2703" y="4817"/>
                  <a:pt x="2669" y="4650"/>
                  <a:pt x="2603" y="4484"/>
                </a:cubicBezTo>
                <a:cubicBezTo>
                  <a:pt x="2547" y="4345"/>
                  <a:pt x="2491" y="4275"/>
                  <a:pt x="2436" y="4275"/>
                </a:cubicBezTo>
                <a:cubicBezTo>
                  <a:pt x="2425" y="4275"/>
                  <a:pt x="2414" y="4278"/>
                  <a:pt x="2402" y="4284"/>
                </a:cubicBezTo>
                <a:cubicBezTo>
                  <a:pt x="2336" y="4350"/>
                  <a:pt x="2302" y="4384"/>
                  <a:pt x="2269" y="4450"/>
                </a:cubicBezTo>
                <a:lnTo>
                  <a:pt x="2169" y="4584"/>
                </a:lnTo>
                <a:cubicBezTo>
                  <a:pt x="2102" y="4650"/>
                  <a:pt x="2035" y="4717"/>
                  <a:pt x="1969" y="4817"/>
                </a:cubicBezTo>
                <a:cubicBezTo>
                  <a:pt x="1902" y="4884"/>
                  <a:pt x="1802" y="4951"/>
                  <a:pt x="1735" y="5017"/>
                </a:cubicBezTo>
                <a:cubicBezTo>
                  <a:pt x="1684" y="5048"/>
                  <a:pt x="1626" y="5063"/>
                  <a:pt x="1569" y="5063"/>
                </a:cubicBezTo>
                <a:cubicBezTo>
                  <a:pt x="1443" y="5063"/>
                  <a:pt x="1325" y="4989"/>
                  <a:pt x="1302" y="4851"/>
                </a:cubicBezTo>
                <a:cubicBezTo>
                  <a:pt x="1168" y="4450"/>
                  <a:pt x="1135" y="4017"/>
                  <a:pt x="1135" y="3583"/>
                </a:cubicBezTo>
                <a:cubicBezTo>
                  <a:pt x="1135" y="3116"/>
                  <a:pt x="1168" y="2649"/>
                  <a:pt x="1302" y="2182"/>
                </a:cubicBezTo>
                <a:cubicBezTo>
                  <a:pt x="1368" y="1882"/>
                  <a:pt x="1502" y="1648"/>
                  <a:pt x="1735" y="1515"/>
                </a:cubicBezTo>
                <a:cubicBezTo>
                  <a:pt x="1835" y="1448"/>
                  <a:pt x="1902" y="1415"/>
                  <a:pt x="2002" y="1415"/>
                </a:cubicBezTo>
                <a:cubicBezTo>
                  <a:pt x="2069" y="1415"/>
                  <a:pt x="2169" y="1448"/>
                  <a:pt x="2236" y="1448"/>
                </a:cubicBezTo>
                <a:cubicBezTo>
                  <a:pt x="2252" y="1465"/>
                  <a:pt x="2277" y="1473"/>
                  <a:pt x="2302" y="1473"/>
                </a:cubicBezTo>
                <a:cubicBezTo>
                  <a:pt x="2327" y="1473"/>
                  <a:pt x="2352" y="1465"/>
                  <a:pt x="2369" y="1448"/>
                </a:cubicBezTo>
                <a:cubicBezTo>
                  <a:pt x="2436" y="1415"/>
                  <a:pt x="2536" y="1248"/>
                  <a:pt x="2603" y="981"/>
                </a:cubicBezTo>
                <a:cubicBezTo>
                  <a:pt x="2669" y="781"/>
                  <a:pt x="2703" y="581"/>
                  <a:pt x="2703" y="381"/>
                </a:cubicBezTo>
                <a:cubicBezTo>
                  <a:pt x="2736" y="247"/>
                  <a:pt x="2669" y="147"/>
                  <a:pt x="2569" y="81"/>
                </a:cubicBezTo>
                <a:cubicBezTo>
                  <a:pt x="2472" y="32"/>
                  <a:pt x="2356" y="1"/>
                  <a:pt x="224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41">
            <a:extLst>
              <a:ext uri="{FF2B5EF4-FFF2-40B4-BE49-F238E27FC236}">
                <a16:creationId xmlns:a16="http://schemas.microsoft.com/office/drawing/2014/main" id="{F9AB3DCE-8668-E1B0-C5DC-C102550BE162}"/>
              </a:ext>
            </a:extLst>
          </p:cNvPr>
          <p:cNvSpPr/>
          <p:nvPr/>
        </p:nvSpPr>
        <p:spPr>
          <a:xfrm>
            <a:off x="2719956" y="2306368"/>
            <a:ext cx="46358" cy="104567"/>
          </a:xfrm>
          <a:custGeom>
            <a:avLst/>
            <a:gdLst/>
            <a:ahLst/>
            <a:cxnLst/>
            <a:rect l="l" t="t" r="r" b="b"/>
            <a:pathLst>
              <a:path w="3004" h="6776" extrusionOk="0">
                <a:moveTo>
                  <a:pt x="1802" y="3289"/>
                </a:moveTo>
                <a:lnTo>
                  <a:pt x="1802" y="4623"/>
                </a:lnTo>
                <a:cubicBezTo>
                  <a:pt x="1769" y="4757"/>
                  <a:pt x="1736" y="4890"/>
                  <a:pt x="1635" y="4990"/>
                </a:cubicBezTo>
                <a:cubicBezTo>
                  <a:pt x="1602" y="5090"/>
                  <a:pt x="1535" y="5157"/>
                  <a:pt x="1435" y="5224"/>
                </a:cubicBezTo>
                <a:cubicBezTo>
                  <a:pt x="1375" y="5254"/>
                  <a:pt x="1329" y="5270"/>
                  <a:pt x="1290" y="5270"/>
                </a:cubicBezTo>
                <a:cubicBezTo>
                  <a:pt x="1242" y="5270"/>
                  <a:pt x="1205" y="5245"/>
                  <a:pt x="1168" y="5190"/>
                </a:cubicBezTo>
                <a:cubicBezTo>
                  <a:pt x="1068" y="5057"/>
                  <a:pt x="1035" y="4890"/>
                  <a:pt x="1068" y="4723"/>
                </a:cubicBezTo>
                <a:cubicBezTo>
                  <a:pt x="1002" y="4156"/>
                  <a:pt x="1302" y="3589"/>
                  <a:pt x="1802" y="3289"/>
                </a:cubicBezTo>
                <a:close/>
                <a:moveTo>
                  <a:pt x="2184" y="0"/>
                </a:moveTo>
                <a:cubicBezTo>
                  <a:pt x="1983" y="0"/>
                  <a:pt x="1736" y="85"/>
                  <a:pt x="1435" y="253"/>
                </a:cubicBezTo>
                <a:cubicBezTo>
                  <a:pt x="1235" y="387"/>
                  <a:pt x="1035" y="520"/>
                  <a:pt x="868" y="687"/>
                </a:cubicBezTo>
                <a:cubicBezTo>
                  <a:pt x="701" y="854"/>
                  <a:pt x="535" y="1021"/>
                  <a:pt x="401" y="1221"/>
                </a:cubicBezTo>
                <a:cubicBezTo>
                  <a:pt x="301" y="1354"/>
                  <a:pt x="234" y="1521"/>
                  <a:pt x="234" y="1688"/>
                </a:cubicBezTo>
                <a:cubicBezTo>
                  <a:pt x="234" y="1821"/>
                  <a:pt x="268" y="1921"/>
                  <a:pt x="301" y="2021"/>
                </a:cubicBezTo>
                <a:cubicBezTo>
                  <a:pt x="335" y="2121"/>
                  <a:pt x="401" y="2221"/>
                  <a:pt x="468" y="2322"/>
                </a:cubicBezTo>
                <a:cubicBezTo>
                  <a:pt x="517" y="2370"/>
                  <a:pt x="548" y="2401"/>
                  <a:pt x="587" y="2401"/>
                </a:cubicBezTo>
                <a:cubicBezTo>
                  <a:pt x="601" y="2401"/>
                  <a:pt x="617" y="2397"/>
                  <a:pt x="635" y="2388"/>
                </a:cubicBezTo>
                <a:cubicBezTo>
                  <a:pt x="701" y="2355"/>
                  <a:pt x="735" y="2288"/>
                  <a:pt x="768" y="2221"/>
                </a:cubicBezTo>
                <a:cubicBezTo>
                  <a:pt x="902" y="2088"/>
                  <a:pt x="968" y="1955"/>
                  <a:pt x="1068" y="1888"/>
                </a:cubicBezTo>
                <a:cubicBezTo>
                  <a:pt x="1135" y="1788"/>
                  <a:pt x="1235" y="1688"/>
                  <a:pt x="1369" y="1654"/>
                </a:cubicBezTo>
                <a:cubicBezTo>
                  <a:pt x="1442" y="1599"/>
                  <a:pt x="1516" y="1575"/>
                  <a:pt x="1578" y="1575"/>
                </a:cubicBezTo>
                <a:cubicBezTo>
                  <a:pt x="1629" y="1575"/>
                  <a:pt x="1672" y="1591"/>
                  <a:pt x="1702" y="1621"/>
                </a:cubicBezTo>
                <a:cubicBezTo>
                  <a:pt x="1802" y="1754"/>
                  <a:pt x="1836" y="1921"/>
                  <a:pt x="1802" y="2088"/>
                </a:cubicBezTo>
                <a:lnTo>
                  <a:pt x="1802" y="2288"/>
                </a:lnTo>
                <a:cubicBezTo>
                  <a:pt x="668" y="2922"/>
                  <a:pt x="1" y="4123"/>
                  <a:pt x="68" y="5424"/>
                </a:cubicBezTo>
                <a:cubicBezTo>
                  <a:pt x="34" y="5824"/>
                  <a:pt x="134" y="6258"/>
                  <a:pt x="335" y="6591"/>
                </a:cubicBezTo>
                <a:cubicBezTo>
                  <a:pt x="425" y="6718"/>
                  <a:pt x="545" y="6776"/>
                  <a:pt x="689" y="6776"/>
                </a:cubicBezTo>
                <a:cubicBezTo>
                  <a:pt x="810" y="6776"/>
                  <a:pt x="949" y="6734"/>
                  <a:pt x="1102" y="6658"/>
                </a:cubicBezTo>
                <a:cubicBezTo>
                  <a:pt x="1302" y="6525"/>
                  <a:pt x="1469" y="6358"/>
                  <a:pt x="1602" y="6158"/>
                </a:cubicBezTo>
                <a:cubicBezTo>
                  <a:pt x="1736" y="5957"/>
                  <a:pt x="1836" y="5757"/>
                  <a:pt x="1902" y="5524"/>
                </a:cubicBezTo>
                <a:cubicBezTo>
                  <a:pt x="1936" y="5657"/>
                  <a:pt x="1969" y="5791"/>
                  <a:pt x="2002" y="5924"/>
                </a:cubicBezTo>
                <a:cubicBezTo>
                  <a:pt x="2022" y="5963"/>
                  <a:pt x="2053" y="5979"/>
                  <a:pt x="2089" y="5979"/>
                </a:cubicBezTo>
                <a:cubicBezTo>
                  <a:pt x="2114" y="5979"/>
                  <a:pt x="2142" y="5971"/>
                  <a:pt x="2169" y="5957"/>
                </a:cubicBezTo>
                <a:cubicBezTo>
                  <a:pt x="2369" y="5824"/>
                  <a:pt x="2536" y="5691"/>
                  <a:pt x="2703" y="5557"/>
                </a:cubicBezTo>
                <a:cubicBezTo>
                  <a:pt x="2903" y="5357"/>
                  <a:pt x="3003" y="5224"/>
                  <a:pt x="3003" y="5090"/>
                </a:cubicBezTo>
                <a:cubicBezTo>
                  <a:pt x="3003" y="5023"/>
                  <a:pt x="3003" y="4923"/>
                  <a:pt x="2970" y="4857"/>
                </a:cubicBezTo>
                <a:cubicBezTo>
                  <a:pt x="2970" y="4657"/>
                  <a:pt x="2970" y="4456"/>
                  <a:pt x="2936" y="4256"/>
                </a:cubicBezTo>
                <a:cubicBezTo>
                  <a:pt x="2903" y="4089"/>
                  <a:pt x="2903" y="3823"/>
                  <a:pt x="2903" y="3489"/>
                </a:cubicBezTo>
                <a:lnTo>
                  <a:pt x="2903" y="1388"/>
                </a:lnTo>
                <a:cubicBezTo>
                  <a:pt x="2970" y="954"/>
                  <a:pt x="2836" y="487"/>
                  <a:pt x="2569" y="153"/>
                </a:cubicBezTo>
                <a:cubicBezTo>
                  <a:pt x="2467" y="51"/>
                  <a:pt x="2340" y="0"/>
                  <a:pt x="218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41">
            <a:extLst>
              <a:ext uri="{FF2B5EF4-FFF2-40B4-BE49-F238E27FC236}">
                <a16:creationId xmlns:a16="http://schemas.microsoft.com/office/drawing/2014/main" id="{FB089CE1-C304-11DD-14F0-38E7669B070C}"/>
              </a:ext>
            </a:extLst>
          </p:cNvPr>
          <p:cNvSpPr/>
          <p:nvPr/>
        </p:nvSpPr>
        <p:spPr>
          <a:xfrm>
            <a:off x="2779678" y="2267726"/>
            <a:ext cx="46342" cy="112499"/>
          </a:xfrm>
          <a:custGeom>
            <a:avLst/>
            <a:gdLst/>
            <a:ahLst/>
            <a:cxnLst/>
            <a:rect l="l" t="t" r="r" b="b"/>
            <a:pathLst>
              <a:path w="3003" h="7290" extrusionOk="0">
                <a:moveTo>
                  <a:pt x="2472" y="1"/>
                </a:moveTo>
                <a:cubicBezTo>
                  <a:pt x="2375" y="1"/>
                  <a:pt x="2263" y="43"/>
                  <a:pt x="2135" y="122"/>
                </a:cubicBezTo>
                <a:cubicBezTo>
                  <a:pt x="1902" y="256"/>
                  <a:pt x="1702" y="456"/>
                  <a:pt x="1568" y="689"/>
                </a:cubicBezTo>
                <a:cubicBezTo>
                  <a:pt x="1368" y="956"/>
                  <a:pt x="1235" y="1223"/>
                  <a:pt x="1135" y="1557"/>
                </a:cubicBezTo>
                <a:cubicBezTo>
                  <a:pt x="1135" y="1490"/>
                  <a:pt x="1101" y="1390"/>
                  <a:pt x="1101" y="1256"/>
                </a:cubicBezTo>
                <a:cubicBezTo>
                  <a:pt x="1101" y="1156"/>
                  <a:pt x="1068" y="1056"/>
                  <a:pt x="1034" y="956"/>
                </a:cubicBezTo>
                <a:cubicBezTo>
                  <a:pt x="1015" y="917"/>
                  <a:pt x="984" y="901"/>
                  <a:pt x="948" y="901"/>
                </a:cubicBezTo>
                <a:cubicBezTo>
                  <a:pt x="923" y="901"/>
                  <a:pt x="895" y="909"/>
                  <a:pt x="868" y="923"/>
                </a:cubicBezTo>
                <a:cubicBezTo>
                  <a:pt x="668" y="1056"/>
                  <a:pt x="467" y="1190"/>
                  <a:pt x="301" y="1356"/>
                </a:cubicBezTo>
                <a:cubicBezTo>
                  <a:pt x="134" y="1456"/>
                  <a:pt x="34" y="1657"/>
                  <a:pt x="0" y="1857"/>
                </a:cubicBezTo>
                <a:cubicBezTo>
                  <a:pt x="0" y="1890"/>
                  <a:pt x="0" y="2024"/>
                  <a:pt x="34" y="2257"/>
                </a:cubicBezTo>
                <a:cubicBezTo>
                  <a:pt x="67" y="2491"/>
                  <a:pt x="67" y="2857"/>
                  <a:pt x="67" y="3391"/>
                </a:cubicBezTo>
                <a:lnTo>
                  <a:pt x="67" y="7060"/>
                </a:lnTo>
                <a:cubicBezTo>
                  <a:pt x="67" y="7213"/>
                  <a:pt x="111" y="7289"/>
                  <a:pt x="210" y="7289"/>
                </a:cubicBezTo>
                <a:cubicBezTo>
                  <a:pt x="285" y="7289"/>
                  <a:pt x="391" y="7246"/>
                  <a:pt x="534" y="7161"/>
                </a:cubicBezTo>
                <a:lnTo>
                  <a:pt x="801" y="7027"/>
                </a:lnTo>
                <a:cubicBezTo>
                  <a:pt x="934" y="6960"/>
                  <a:pt x="1034" y="6860"/>
                  <a:pt x="1101" y="6760"/>
                </a:cubicBezTo>
                <a:cubicBezTo>
                  <a:pt x="1168" y="6660"/>
                  <a:pt x="1235" y="6527"/>
                  <a:pt x="1235" y="6427"/>
                </a:cubicBezTo>
                <a:lnTo>
                  <a:pt x="1235" y="2457"/>
                </a:lnTo>
                <a:cubicBezTo>
                  <a:pt x="1268" y="2224"/>
                  <a:pt x="1401" y="2024"/>
                  <a:pt x="1602" y="1857"/>
                </a:cubicBezTo>
                <a:cubicBezTo>
                  <a:pt x="1652" y="1823"/>
                  <a:pt x="1693" y="1807"/>
                  <a:pt x="1727" y="1807"/>
                </a:cubicBezTo>
                <a:cubicBezTo>
                  <a:pt x="1760" y="1807"/>
                  <a:pt x="1785" y="1823"/>
                  <a:pt x="1802" y="1857"/>
                </a:cubicBezTo>
                <a:cubicBezTo>
                  <a:pt x="1868" y="1990"/>
                  <a:pt x="1868" y="2157"/>
                  <a:pt x="1868" y="2290"/>
                </a:cubicBezTo>
                <a:lnTo>
                  <a:pt x="1868" y="6026"/>
                </a:lnTo>
                <a:cubicBezTo>
                  <a:pt x="1868" y="6186"/>
                  <a:pt x="1916" y="6262"/>
                  <a:pt x="2018" y="6262"/>
                </a:cubicBezTo>
                <a:cubicBezTo>
                  <a:pt x="2087" y="6262"/>
                  <a:pt x="2181" y="6227"/>
                  <a:pt x="2302" y="6160"/>
                </a:cubicBezTo>
                <a:lnTo>
                  <a:pt x="2536" y="5993"/>
                </a:lnTo>
                <a:cubicBezTo>
                  <a:pt x="2769" y="5893"/>
                  <a:pt x="2936" y="5659"/>
                  <a:pt x="2969" y="5393"/>
                </a:cubicBezTo>
                <a:lnTo>
                  <a:pt x="2969" y="1223"/>
                </a:lnTo>
                <a:cubicBezTo>
                  <a:pt x="3003" y="856"/>
                  <a:pt x="2902" y="489"/>
                  <a:pt x="2736" y="156"/>
                </a:cubicBezTo>
                <a:cubicBezTo>
                  <a:pt x="2666" y="51"/>
                  <a:pt x="2578" y="1"/>
                  <a:pt x="24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41">
            <a:extLst>
              <a:ext uri="{FF2B5EF4-FFF2-40B4-BE49-F238E27FC236}">
                <a16:creationId xmlns:a16="http://schemas.microsoft.com/office/drawing/2014/main" id="{6C6404DD-EF55-D53E-4DAC-49C0587B88BA}"/>
              </a:ext>
            </a:extLst>
          </p:cNvPr>
          <p:cNvSpPr/>
          <p:nvPr/>
        </p:nvSpPr>
        <p:spPr>
          <a:xfrm>
            <a:off x="2857918" y="2204718"/>
            <a:ext cx="18040" cy="130816"/>
          </a:xfrm>
          <a:custGeom>
            <a:avLst/>
            <a:gdLst/>
            <a:ahLst/>
            <a:cxnLst/>
            <a:rect l="l" t="t" r="r" b="b"/>
            <a:pathLst>
              <a:path w="1169" h="8477" extrusionOk="0">
                <a:moveTo>
                  <a:pt x="1018" y="0"/>
                </a:moveTo>
                <a:cubicBezTo>
                  <a:pt x="949" y="0"/>
                  <a:pt x="856" y="35"/>
                  <a:pt x="735" y="102"/>
                </a:cubicBezTo>
                <a:lnTo>
                  <a:pt x="434" y="269"/>
                </a:lnTo>
                <a:cubicBezTo>
                  <a:pt x="201" y="402"/>
                  <a:pt x="34" y="636"/>
                  <a:pt x="1" y="903"/>
                </a:cubicBezTo>
                <a:lnTo>
                  <a:pt x="1" y="8241"/>
                </a:lnTo>
                <a:cubicBezTo>
                  <a:pt x="1" y="8401"/>
                  <a:pt x="60" y="8477"/>
                  <a:pt x="165" y="8477"/>
                </a:cubicBezTo>
                <a:cubicBezTo>
                  <a:pt x="235" y="8477"/>
                  <a:pt x="327" y="8442"/>
                  <a:pt x="434" y="8375"/>
                </a:cubicBezTo>
                <a:lnTo>
                  <a:pt x="735" y="8208"/>
                </a:lnTo>
                <a:cubicBezTo>
                  <a:pt x="1001" y="8075"/>
                  <a:pt x="1135" y="7841"/>
                  <a:pt x="1168" y="7574"/>
                </a:cubicBezTo>
                <a:lnTo>
                  <a:pt x="1168" y="236"/>
                </a:lnTo>
                <a:cubicBezTo>
                  <a:pt x="1168" y="76"/>
                  <a:pt x="1121" y="0"/>
                  <a:pt x="10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41">
            <a:extLst>
              <a:ext uri="{FF2B5EF4-FFF2-40B4-BE49-F238E27FC236}">
                <a16:creationId xmlns:a16="http://schemas.microsoft.com/office/drawing/2014/main" id="{DAAD047F-48DA-D06E-0F55-2F3ED4891B64}"/>
              </a:ext>
            </a:extLst>
          </p:cNvPr>
          <p:cNvSpPr/>
          <p:nvPr/>
        </p:nvSpPr>
        <p:spPr>
          <a:xfrm>
            <a:off x="2909908" y="2166107"/>
            <a:ext cx="44799" cy="139721"/>
          </a:xfrm>
          <a:custGeom>
            <a:avLst/>
            <a:gdLst/>
            <a:ahLst/>
            <a:cxnLst/>
            <a:rect l="l" t="t" r="r" b="b"/>
            <a:pathLst>
              <a:path w="2903" h="9054" extrusionOk="0">
                <a:moveTo>
                  <a:pt x="926" y="1"/>
                </a:moveTo>
                <a:cubicBezTo>
                  <a:pt x="861" y="1"/>
                  <a:pt x="775" y="35"/>
                  <a:pt x="668" y="102"/>
                </a:cubicBezTo>
                <a:lnTo>
                  <a:pt x="401" y="236"/>
                </a:lnTo>
                <a:cubicBezTo>
                  <a:pt x="168" y="369"/>
                  <a:pt x="1" y="603"/>
                  <a:pt x="1" y="870"/>
                </a:cubicBezTo>
                <a:lnTo>
                  <a:pt x="1" y="8842"/>
                </a:lnTo>
                <a:cubicBezTo>
                  <a:pt x="1" y="8986"/>
                  <a:pt x="51" y="9054"/>
                  <a:pt x="168" y="9054"/>
                </a:cubicBezTo>
                <a:cubicBezTo>
                  <a:pt x="241" y="9054"/>
                  <a:pt x="339" y="9027"/>
                  <a:pt x="468" y="8975"/>
                </a:cubicBezTo>
                <a:lnTo>
                  <a:pt x="701" y="8842"/>
                </a:lnTo>
                <a:cubicBezTo>
                  <a:pt x="968" y="8709"/>
                  <a:pt x="1102" y="8475"/>
                  <a:pt x="1135" y="8208"/>
                </a:cubicBezTo>
                <a:lnTo>
                  <a:pt x="1135" y="4205"/>
                </a:lnTo>
                <a:cubicBezTo>
                  <a:pt x="1168" y="4005"/>
                  <a:pt x="1302" y="3772"/>
                  <a:pt x="1502" y="3638"/>
                </a:cubicBezTo>
                <a:cubicBezTo>
                  <a:pt x="1552" y="3605"/>
                  <a:pt x="1594" y="3588"/>
                  <a:pt x="1627" y="3588"/>
                </a:cubicBezTo>
                <a:cubicBezTo>
                  <a:pt x="1660" y="3588"/>
                  <a:pt x="1685" y="3605"/>
                  <a:pt x="1702" y="3638"/>
                </a:cubicBezTo>
                <a:cubicBezTo>
                  <a:pt x="1769" y="3772"/>
                  <a:pt x="1802" y="3905"/>
                  <a:pt x="1769" y="4072"/>
                </a:cubicBezTo>
                <a:lnTo>
                  <a:pt x="1769" y="7808"/>
                </a:lnTo>
                <a:cubicBezTo>
                  <a:pt x="1769" y="7953"/>
                  <a:pt x="1820" y="8034"/>
                  <a:pt x="1932" y="8034"/>
                </a:cubicBezTo>
                <a:cubicBezTo>
                  <a:pt x="1999" y="8034"/>
                  <a:pt x="2089" y="8004"/>
                  <a:pt x="2202" y="7941"/>
                </a:cubicBezTo>
                <a:lnTo>
                  <a:pt x="2436" y="7775"/>
                </a:lnTo>
                <a:cubicBezTo>
                  <a:pt x="2703" y="7675"/>
                  <a:pt x="2869" y="7441"/>
                  <a:pt x="2869" y="7174"/>
                </a:cubicBezTo>
                <a:lnTo>
                  <a:pt x="2869" y="3005"/>
                </a:lnTo>
                <a:cubicBezTo>
                  <a:pt x="2903" y="2638"/>
                  <a:pt x="2836" y="2237"/>
                  <a:pt x="2669" y="1937"/>
                </a:cubicBezTo>
                <a:cubicBezTo>
                  <a:pt x="2578" y="1827"/>
                  <a:pt x="2476" y="1777"/>
                  <a:pt x="2358" y="1777"/>
                </a:cubicBezTo>
                <a:cubicBezTo>
                  <a:pt x="2262" y="1777"/>
                  <a:pt x="2156" y="1810"/>
                  <a:pt x="2036" y="1870"/>
                </a:cubicBezTo>
                <a:cubicBezTo>
                  <a:pt x="1802" y="2004"/>
                  <a:pt x="1635" y="2204"/>
                  <a:pt x="1502" y="2404"/>
                </a:cubicBezTo>
                <a:cubicBezTo>
                  <a:pt x="1335" y="2671"/>
                  <a:pt x="1168" y="2904"/>
                  <a:pt x="1068" y="3205"/>
                </a:cubicBezTo>
                <a:lnTo>
                  <a:pt x="1068" y="236"/>
                </a:lnTo>
                <a:cubicBezTo>
                  <a:pt x="1068" y="77"/>
                  <a:pt x="1021" y="1"/>
                  <a:pt x="9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1">
            <a:extLst>
              <a:ext uri="{FF2B5EF4-FFF2-40B4-BE49-F238E27FC236}">
                <a16:creationId xmlns:a16="http://schemas.microsoft.com/office/drawing/2014/main" id="{6B1D080E-9005-15D3-A653-4804AE45F8E0}"/>
              </a:ext>
            </a:extLst>
          </p:cNvPr>
          <p:cNvSpPr/>
          <p:nvPr/>
        </p:nvSpPr>
        <p:spPr>
          <a:xfrm>
            <a:off x="2966018" y="2164178"/>
            <a:ext cx="46867" cy="100817"/>
          </a:xfrm>
          <a:custGeom>
            <a:avLst/>
            <a:gdLst/>
            <a:ahLst/>
            <a:cxnLst/>
            <a:rect l="l" t="t" r="r" b="b"/>
            <a:pathLst>
              <a:path w="3037" h="6533" extrusionOk="0">
                <a:moveTo>
                  <a:pt x="1681" y="1370"/>
                </a:moveTo>
                <a:cubicBezTo>
                  <a:pt x="1781" y="1370"/>
                  <a:pt x="1844" y="1445"/>
                  <a:pt x="1869" y="1595"/>
                </a:cubicBezTo>
                <a:cubicBezTo>
                  <a:pt x="1969" y="1962"/>
                  <a:pt x="2002" y="2329"/>
                  <a:pt x="1969" y="2696"/>
                </a:cubicBezTo>
                <a:lnTo>
                  <a:pt x="1135" y="3163"/>
                </a:lnTo>
                <a:cubicBezTo>
                  <a:pt x="1135" y="2729"/>
                  <a:pt x="1202" y="2329"/>
                  <a:pt x="1268" y="1895"/>
                </a:cubicBezTo>
                <a:cubicBezTo>
                  <a:pt x="1302" y="1695"/>
                  <a:pt x="1402" y="1528"/>
                  <a:pt x="1568" y="1395"/>
                </a:cubicBezTo>
                <a:cubicBezTo>
                  <a:pt x="1610" y="1378"/>
                  <a:pt x="1648" y="1370"/>
                  <a:pt x="1681" y="1370"/>
                </a:cubicBezTo>
                <a:close/>
                <a:moveTo>
                  <a:pt x="2112" y="1"/>
                </a:moveTo>
                <a:cubicBezTo>
                  <a:pt x="1959" y="1"/>
                  <a:pt x="1789" y="54"/>
                  <a:pt x="1602" y="161"/>
                </a:cubicBezTo>
                <a:cubicBezTo>
                  <a:pt x="1068" y="494"/>
                  <a:pt x="668" y="961"/>
                  <a:pt x="434" y="1562"/>
                </a:cubicBezTo>
                <a:cubicBezTo>
                  <a:pt x="134" y="2396"/>
                  <a:pt x="1" y="3296"/>
                  <a:pt x="34" y="4197"/>
                </a:cubicBezTo>
                <a:cubicBezTo>
                  <a:pt x="34" y="5198"/>
                  <a:pt x="167" y="5898"/>
                  <a:pt x="434" y="6265"/>
                </a:cubicBezTo>
                <a:cubicBezTo>
                  <a:pt x="592" y="6440"/>
                  <a:pt x="777" y="6533"/>
                  <a:pt x="1000" y="6533"/>
                </a:cubicBezTo>
                <a:cubicBezTo>
                  <a:pt x="1201" y="6533"/>
                  <a:pt x="1433" y="6457"/>
                  <a:pt x="1702" y="6298"/>
                </a:cubicBezTo>
                <a:cubicBezTo>
                  <a:pt x="1902" y="6198"/>
                  <a:pt x="2069" y="6098"/>
                  <a:pt x="2202" y="5932"/>
                </a:cubicBezTo>
                <a:cubicBezTo>
                  <a:pt x="2369" y="5765"/>
                  <a:pt x="2536" y="5598"/>
                  <a:pt x="2669" y="5398"/>
                </a:cubicBezTo>
                <a:cubicBezTo>
                  <a:pt x="2803" y="5231"/>
                  <a:pt x="2869" y="5031"/>
                  <a:pt x="2869" y="4831"/>
                </a:cubicBezTo>
                <a:cubicBezTo>
                  <a:pt x="2869" y="4731"/>
                  <a:pt x="2836" y="4631"/>
                  <a:pt x="2803" y="4564"/>
                </a:cubicBezTo>
                <a:cubicBezTo>
                  <a:pt x="2769" y="4430"/>
                  <a:pt x="2736" y="4330"/>
                  <a:pt x="2669" y="4264"/>
                </a:cubicBezTo>
                <a:cubicBezTo>
                  <a:pt x="2620" y="4215"/>
                  <a:pt x="2572" y="4184"/>
                  <a:pt x="2536" y="4184"/>
                </a:cubicBezTo>
                <a:cubicBezTo>
                  <a:pt x="2523" y="4184"/>
                  <a:pt x="2511" y="4188"/>
                  <a:pt x="2502" y="4197"/>
                </a:cubicBezTo>
                <a:cubicBezTo>
                  <a:pt x="2436" y="4230"/>
                  <a:pt x="2369" y="4297"/>
                  <a:pt x="2336" y="4364"/>
                </a:cubicBezTo>
                <a:cubicBezTo>
                  <a:pt x="2236" y="4497"/>
                  <a:pt x="2169" y="4597"/>
                  <a:pt x="2069" y="4697"/>
                </a:cubicBezTo>
                <a:cubicBezTo>
                  <a:pt x="1969" y="4797"/>
                  <a:pt x="1869" y="4864"/>
                  <a:pt x="1769" y="4931"/>
                </a:cubicBezTo>
                <a:cubicBezTo>
                  <a:pt x="1685" y="4981"/>
                  <a:pt x="1610" y="5006"/>
                  <a:pt x="1543" y="5006"/>
                </a:cubicBezTo>
                <a:cubicBezTo>
                  <a:pt x="1477" y="5006"/>
                  <a:pt x="1418" y="4981"/>
                  <a:pt x="1368" y="4931"/>
                </a:cubicBezTo>
                <a:cubicBezTo>
                  <a:pt x="1235" y="4731"/>
                  <a:pt x="1168" y="4464"/>
                  <a:pt x="1168" y="4197"/>
                </a:cubicBezTo>
                <a:lnTo>
                  <a:pt x="2603" y="3363"/>
                </a:lnTo>
                <a:cubicBezTo>
                  <a:pt x="2703" y="3263"/>
                  <a:pt x="2803" y="3096"/>
                  <a:pt x="2836" y="2963"/>
                </a:cubicBezTo>
                <a:cubicBezTo>
                  <a:pt x="2903" y="2796"/>
                  <a:pt x="2969" y="2629"/>
                  <a:pt x="2969" y="2462"/>
                </a:cubicBezTo>
                <a:cubicBezTo>
                  <a:pt x="3036" y="1729"/>
                  <a:pt x="2936" y="1028"/>
                  <a:pt x="2669" y="361"/>
                </a:cubicBezTo>
                <a:cubicBezTo>
                  <a:pt x="2529" y="121"/>
                  <a:pt x="2341" y="1"/>
                  <a:pt x="211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41">
            <a:extLst>
              <a:ext uri="{FF2B5EF4-FFF2-40B4-BE49-F238E27FC236}">
                <a16:creationId xmlns:a16="http://schemas.microsoft.com/office/drawing/2014/main" id="{DAF5FEFB-5BE7-C405-D6F0-F02881F6B4BC}"/>
              </a:ext>
            </a:extLst>
          </p:cNvPr>
          <p:cNvSpPr/>
          <p:nvPr/>
        </p:nvSpPr>
        <p:spPr>
          <a:xfrm>
            <a:off x="3023672" y="2100691"/>
            <a:ext cx="25247" cy="136032"/>
          </a:xfrm>
          <a:custGeom>
            <a:avLst/>
            <a:gdLst/>
            <a:ahLst/>
            <a:cxnLst/>
            <a:rect l="l" t="t" r="r" b="b"/>
            <a:pathLst>
              <a:path w="1636" h="8815" extrusionOk="0">
                <a:moveTo>
                  <a:pt x="938" y="1"/>
                </a:moveTo>
                <a:cubicBezTo>
                  <a:pt x="862" y="1"/>
                  <a:pt x="760" y="36"/>
                  <a:pt x="634" y="105"/>
                </a:cubicBezTo>
                <a:lnTo>
                  <a:pt x="434" y="205"/>
                </a:lnTo>
                <a:cubicBezTo>
                  <a:pt x="167" y="339"/>
                  <a:pt x="1" y="572"/>
                  <a:pt x="1" y="839"/>
                </a:cubicBezTo>
                <a:lnTo>
                  <a:pt x="1" y="7510"/>
                </a:lnTo>
                <a:cubicBezTo>
                  <a:pt x="1" y="8389"/>
                  <a:pt x="171" y="8814"/>
                  <a:pt x="525" y="8814"/>
                </a:cubicBezTo>
                <a:cubicBezTo>
                  <a:pt x="642" y="8814"/>
                  <a:pt x="778" y="8769"/>
                  <a:pt x="935" y="8678"/>
                </a:cubicBezTo>
                <a:cubicBezTo>
                  <a:pt x="1135" y="8578"/>
                  <a:pt x="1302" y="8444"/>
                  <a:pt x="1435" y="8278"/>
                </a:cubicBezTo>
                <a:cubicBezTo>
                  <a:pt x="1568" y="8111"/>
                  <a:pt x="1635" y="7944"/>
                  <a:pt x="1635" y="7744"/>
                </a:cubicBezTo>
                <a:cubicBezTo>
                  <a:pt x="1635" y="7544"/>
                  <a:pt x="1635" y="7377"/>
                  <a:pt x="1602" y="7210"/>
                </a:cubicBezTo>
                <a:cubicBezTo>
                  <a:pt x="1546" y="7071"/>
                  <a:pt x="1514" y="7002"/>
                  <a:pt x="1466" y="7002"/>
                </a:cubicBezTo>
                <a:cubicBezTo>
                  <a:pt x="1456" y="7002"/>
                  <a:pt x="1446" y="7004"/>
                  <a:pt x="1435" y="7010"/>
                </a:cubicBezTo>
                <a:cubicBezTo>
                  <a:pt x="1402" y="7010"/>
                  <a:pt x="1368" y="7043"/>
                  <a:pt x="1368" y="7077"/>
                </a:cubicBezTo>
                <a:cubicBezTo>
                  <a:pt x="1335" y="7110"/>
                  <a:pt x="1302" y="7143"/>
                  <a:pt x="1268" y="7143"/>
                </a:cubicBezTo>
                <a:cubicBezTo>
                  <a:pt x="1235" y="7177"/>
                  <a:pt x="1210" y="7193"/>
                  <a:pt x="1189" y="7193"/>
                </a:cubicBezTo>
                <a:cubicBezTo>
                  <a:pt x="1168" y="7193"/>
                  <a:pt x="1152" y="7177"/>
                  <a:pt x="1135" y="7143"/>
                </a:cubicBezTo>
                <a:cubicBezTo>
                  <a:pt x="1101" y="7077"/>
                  <a:pt x="1068" y="6977"/>
                  <a:pt x="1101" y="6877"/>
                </a:cubicBezTo>
                <a:lnTo>
                  <a:pt x="1101" y="205"/>
                </a:lnTo>
                <a:cubicBezTo>
                  <a:pt x="1101" y="69"/>
                  <a:pt x="1045" y="1"/>
                  <a:pt x="9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1">
            <a:extLst>
              <a:ext uri="{FF2B5EF4-FFF2-40B4-BE49-F238E27FC236}">
                <a16:creationId xmlns:a16="http://schemas.microsoft.com/office/drawing/2014/main" id="{612D3768-734F-8B72-76F0-37EB37315B00}"/>
              </a:ext>
            </a:extLst>
          </p:cNvPr>
          <p:cNvSpPr/>
          <p:nvPr/>
        </p:nvSpPr>
        <p:spPr>
          <a:xfrm>
            <a:off x="3056619" y="2110089"/>
            <a:ext cx="47376" cy="146218"/>
          </a:xfrm>
          <a:custGeom>
            <a:avLst/>
            <a:gdLst/>
            <a:ahLst/>
            <a:cxnLst/>
            <a:rect l="l" t="t" r="r" b="b"/>
            <a:pathLst>
              <a:path w="3070" h="9475" extrusionOk="0">
                <a:moveTo>
                  <a:pt x="1641" y="1673"/>
                </a:moveTo>
                <a:cubicBezTo>
                  <a:pt x="1715" y="1673"/>
                  <a:pt x="1785" y="1754"/>
                  <a:pt x="1835" y="1931"/>
                </a:cubicBezTo>
                <a:cubicBezTo>
                  <a:pt x="1902" y="2331"/>
                  <a:pt x="1935" y="2765"/>
                  <a:pt x="1935" y="3199"/>
                </a:cubicBezTo>
                <a:cubicBezTo>
                  <a:pt x="1935" y="3666"/>
                  <a:pt x="1902" y="4133"/>
                  <a:pt x="1835" y="4600"/>
                </a:cubicBezTo>
                <a:cubicBezTo>
                  <a:pt x="1802" y="4833"/>
                  <a:pt x="1668" y="5067"/>
                  <a:pt x="1502" y="5200"/>
                </a:cubicBezTo>
                <a:cubicBezTo>
                  <a:pt x="1452" y="5234"/>
                  <a:pt x="1393" y="5250"/>
                  <a:pt x="1339" y="5250"/>
                </a:cubicBezTo>
                <a:cubicBezTo>
                  <a:pt x="1285" y="5250"/>
                  <a:pt x="1235" y="5234"/>
                  <a:pt x="1201" y="5200"/>
                </a:cubicBezTo>
                <a:lnTo>
                  <a:pt x="1201" y="2365"/>
                </a:lnTo>
                <a:cubicBezTo>
                  <a:pt x="1235" y="2098"/>
                  <a:pt x="1368" y="1864"/>
                  <a:pt x="1568" y="1698"/>
                </a:cubicBezTo>
                <a:cubicBezTo>
                  <a:pt x="1593" y="1681"/>
                  <a:pt x="1617" y="1673"/>
                  <a:pt x="1641" y="1673"/>
                </a:cubicBezTo>
                <a:close/>
                <a:moveTo>
                  <a:pt x="2217" y="0"/>
                </a:moveTo>
                <a:cubicBezTo>
                  <a:pt x="2115" y="0"/>
                  <a:pt x="2014" y="34"/>
                  <a:pt x="1935" y="97"/>
                </a:cubicBezTo>
                <a:cubicBezTo>
                  <a:pt x="1735" y="197"/>
                  <a:pt x="1568" y="363"/>
                  <a:pt x="1468" y="597"/>
                </a:cubicBezTo>
                <a:cubicBezTo>
                  <a:pt x="1335" y="830"/>
                  <a:pt x="1235" y="1064"/>
                  <a:pt x="1168" y="1364"/>
                </a:cubicBezTo>
                <a:cubicBezTo>
                  <a:pt x="1135" y="1197"/>
                  <a:pt x="1101" y="1031"/>
                  <a:pt x="1068" y="897"/>
                </a:cubicBezTo>
                <a:cubicBezTo>
                  <a:pt x="1025" y="832"/>
                  <a:pt x="982" y="796"/>
                  <a:pt x="930" y="796"/>
                </a:cubicBezTo>
                <a:cubicBezTo>
                  <a:pt x="901" y="796"/>
                  <a:pt x="870" y="807"/>
                  <a:pt x="834" y="830"/>
                </a:cubicBezTo>
                <a:cubicBezTo>
                  <a:pt x="668" y="930"/>
                  <a:pt x="468" y="1097"/>
                  <a:pt x="301" y="1231"/>
                </a:cubicBezTo>
                <a:cubicBezTo>
                  <a:pt x="101" y="1431"/>
                  <a:pt x="1" y="1564"/>
                  <a:pt x="1" y="1698"/>
                </a:cubicBezTo>
                <a:cubicBezTo>
                  <a:pt x="1" y="1764"/>
                  <a:pt x="34" y="1831"/>
                  <a:pt x="34" y="1931"/>
                </a:cubicBezTo>
                <a:cubicBezTo>
                  <a:pt x="67" y="2131"/>
                  <a:pt x="67" y="2331"/>
                  <a:pt x="67" y="2498"/>
                </a:cubicBezTo>
                <a:lnTo>
                  <a:pt x="67" y="3299"/>
                </a:lnTo>
                <a:lnTo>
                  <a:pt x="67" y="9270"/>
                </a:lnTo>
                <a:cubicBezTo>
                  <a:pt x="67" y="9406"/>
                  <a:pt x="124" y="9474"/>
                  <a:pt x="231" y="9474"/>
                </a:cubicBezTo>
                <a:cubicBezTo>
                  <a:pt x="307" y="9474"/>
                  <a:pt x="409" y="9439"/>
                  <a:pt x="534" y="9370"/>
                </a:cubicBezTo>
                <a:lnTo>
                  <a:pt x="768" y="9236"/>
                </a:lnTo>
                <a:cubicBezTo>
                  <a:pt x="1001" y="9136"/>
                  <a:pt x="1201" y="8903"/>
                  <a:pt x="1201" y="8603"/>
                </a:cubicBezTo>
                <a:lnTo>
                  <a:pt x="1201" y="6368"/>
                </a:lnTo>
                <a:cubicBezTo>
                  <a:pt x="1301" y="6434"/>
                  <a:pt x="1410" y="6468"/>
                  <a:pt x="1518" y="6468"/>
                </a:cubicBezTo>
                <a:cubicBezTo>
                  <a:pt x="1627" y="6468"/>
                  <a:pt x="1735" y="6434"/>
                  <a:pt x="1835" y="6368"/>
                </a:cubicBezTo>
                <a:cubicBezTo>
                  <a:pt x="2269" y="6034"/>
                  <a:pt x="2602" y="5567"/>
                  <a:pt x="2736" y="5033"/>
                </a:cubicBezTo>
                <a:cubicBezTo>
                  <a:pt x="2969" y="4233"/>
                  <a:pt x="3069" y="3399"/>
                  <a:pt x="3069" y="2565"/>
                </a:cubicBezTo>
                <a:cubicBezTo>
                  <a:pt x="3069" y="2031"/>
                  <a:pt x="3036" y="1464"/>
                  <a:pt x="2936" y="964"/>
                </a:cubicBezTo>
                <a:cubicBezTo>
                  <a:pt x="2869" y="630"/>
                  <a:pt x="2736" y="330"/>
                  <a:pt x="2536" y="130"/>
                </a:cubicBezTo>
                <a:cubicBezTo>
                  <a:pt x="2448" y="42"/>
                  <a:pt x="2332" y="0"/>
                  <a:pt x="22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1">
            <a:extLst>
              <a:ext uri="{FF2B5EF4-FFF2-40B4-BE49-F238E27FC236}">
                <a16:creationId xmlns:a16="http://schemas.microsoft.com/office/drawing/2014/main" id="{6417E4C2-3F41-D9C3-DAE9-FB8B112F1EE7}"/>
              </a:ext>
            </a:extLst>
          </p:cNvPr>
          <p:cNvSpPr/>
          <p:nvPr/>
        </p:nvSpPr>
        <p:spPr>
          <a:xfrm>
            <a:off x="3130230" y="2062790"/>
            <a:ext cx="45833" cy="145955"/>
          </a:xfrm>
          <a:custGeom>
            <a:avLst/>
            <a:gdLst/>
            <a:ahLst/>
            <a:cxnLst/>
            <a:rect l="l" t="t" r="r" b="b"/>
            <a:pathLst>
              <a:path w="2970" h="9458" extrusionOk="0">
                <a:moveTo>
                  <a:pt x="2853" y="1"/>
                </a:moveTo>
                <a:cubicBezTo>
                  <a:pt x="2778" y="1"/>
                  <a:pt x="2669" y="43"/>
                  <a:pt x="2536" y="126"/>
                </a:cubicBezTo>
                <a:lnTo>
                  <a:pt x="2336" y="259"/>
                </a:lnTo>
                <a:cubicBezTo>
                  <a:pt x="2135" y="326"/>
                  <a:pt x="1969" y="493"/>
                  <a:pt x="1935" y="726"/>
                </a:cubicBezTo>
                <a:lnTo>
                  <a:pt x="1635" y="3262"/>
                </a:lnTo>
                <a:cubicBezTo>
                  <a:pt x="1602" y="3428"/>
                  <a:pt x="1602" y="3695"/>
                  <a:pt x="1568" y="4096"/>
                </a:cubicBezTo>
                <a:cubicBezTo>
                  <a:pt x="1535" y="4162"/>
                  <a:pt x="1535" y="4362"/>
                  <a:pt x="1502" y="4629"/>
                </a:cubicBezTo>
                <a:lnTo>
                  <a:pt x="1468" y="4629"/>
                </a:lnTo>
                <a:cubicBezTo>
                  <a:pt x="1435" y="4062"/>
                  <a:pt x="1368" y="3662"/>
                  <a:pt x="1368" y="3428"/>
                </a:cubicBezTo>
                <a:lnTo>
                  <a:pt x="1068" y="1227"/>
                </a:lnTo>
                <a:cubicBezTo>
                  <a:pt x="1068" y="1127"/>
                  <a:pt x="1035" y="1093"/>
                  <a:pt x="968" y="1093"/>
                </a:cubicBezTo>
                <a:cubicBezTo>
                  <a:pt x="868" y="1093"/>
                  <a:pt x="768" y="1127"/>
                  <a:pt x="701" y="1193"/>
                </a:cubicBezTo>
                <a:lnTo>
                  <a:pt x="368" y="1394"/>
                </a:lnTo>
                <a:cubicBezTo>
                  <a:pt x="134" y="1527"/>
                  <a:pt x="1" y="1694"/>
                  <a:pt x="1" y="1861"/>
                </a:cubicBezTo>
                <a:cubicBezTo>
                  <a:pt x="1" y="1927"/>
                  <a:pt x="34" y="2027"/>
                  <a:pt x="34" y="2094"/>
                </a:cubicBezTo>
                <a:lnTo>
                  <a:pt x="901" y="6364"/>
                </a:lnTo>
                <a:cubicBezTo>
                  <a:pt x="935" y="6464"/>
                  <a:pt x="935" y="6531"/>
                  <a:pt x="1001" y="6531"/>
                </a:cubicBezTo>
                <a:cubicBezTo>
                  <a:pt x="1035" y="6531"/>
                  <a:pt x="1101" y="6497"/>
                  <a:pt x="1168" y="6464"/>
                </a:cubicBezTo>
                <a:lnTo>
                  <a:pt x="1168" y="6464"/>
                </a:lnTo>
                <a:lnTo>
                  <a:pt x="734" y="9132"/>
                </a:lnTo>
                <a:cubicBezTo>
                  <a:pt x="734" y="9199"/>
                  <a:pt x="734" y="9266"/>
                  <a:pt x="734" y="9333"/>
                </a:cubicBezTo>
                <a:cubicBezTo>
                  <a:pt x="734" y="9416"/>
                  <a:pt x="768" y="9458"/>
                  <a:pt x="835" y="9458"/>
                </a:cubicBezTo>
                <a:cubicBezTo>
                  <a:pt x="901" y="9458"/>
                  <a:pt x="1001" y="9416"/>
                  <a:pt x="1135" y="9333"/>
                </a:cubicBezTo>
                <a:lnTo>
                  <a:pt x="1302" y="9266"/>
                </a:lnTo>
                <a:cubicBezTo>
                  <a:pt x="1502" y="9166"/>
                  <a:pt x="1635" y="8999"/>
                  <a:pt x="1702" y="8799"/>
                </a:cubicBezTo>
                <a:lnTo>
                  <a:pt x="2969" y="360"/>
                </a:lnTo>
                <a:lnTo>
                  <a:pt x="2969" y="126"/>
                </a:lnTo>
                <a:cubicBezTo>
                  <a:pt x="2969" y="43"/>
                  <a:pt x="2928" y="1"/>
                  <a:pt x="28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1">
            <a:extLst>
              <a:ext uri="{FF2B5EF4-FFF2-40B4-BE49-F238E27FC236}">
                <a16:creationId xmlns:a16="http://schemas.microsoft.com/office/drawing/2014/main" id="{0CAC2698-0EDF-88A8-ABA7-78F0FF121FDE}"/>
              </a:ext>
            </a:extLst>
          </p:cNvPr>
          <p:cNvSpPr/>
          <p:nvPr/>
        </p:nvSpPr>
        <p:spPr>
          <a:xfrm>
            <a:off x="3182744" y="2039380"/>
            <a:ext cx="47885" cy="101125"/>
          </a:xfrm>
          <a:custGeom>
            <a:avLst/>
            <a:gdLst/>
            <a:ahLst/>
            <a:cxnLst/>
            <a:rect l="l" t="t" r="r" b="b"/>
            <a:pathLst>
              <a:path w="3103" h="6553" extrusionOk="0">
                <a:moveTo>
                  <a:pt x="1662" y="1485"/>
                </a:moveTo>
                <a:cubicBezTo>
                  <a:pt x="1749" y="1485"/>
                  <a:pt x="1818" y="1560"/>
                  <a:pt x="1868" y="1710"/>
                </a:cubicBezTo>
                <a:cubicBezTo>
                  <a:pt x="1935" y="2143"/>
                  <a:pt x="1968" y="2577"/>
                  <a:pt x="1968" y="3044"/>
                </a:cubicBezTo>
                <a:cubicBezTo>
                  <a:pt x="1968" y="3511"/>
                  <a:pt x="1935" y="3978"/>
                  <a:pt x="1868" y="4445"/>
                </a:cubicBezTo>
                <a:cubicBezTo>
                  <a:pt x="1835" y="4679"/>
                  <a:pt x="1735" y="4879"/>
                  <a:pt x="1568" y="5012"/>
                </a:cubicBezTo>
                <a:cubicBezTo>
                  <a:pt x="1518" y="5042"/>
                  <a:pt x="1474" y="5057"/>
                  <a:pt x="1435" y="5057"/>
                </a:cubicBezTo>
                <a:cubicBezTo>
                  <a:pt x="1344" y="5057"/>
                  <a:pt x="1281" y="4975"/>
                  <a:pt x="1234" y="4812"/>
                </a:cubicBezTo>
                <a:cubicBezTo>
                  <a:pt x="1168" y="4378"/>
                  <a:pt x="1134" y="3945"/>
                  <a:pt x="1134" y="3511"/>
                </a:cubicBezTo>
                <a:cubicBezTo>
                  <a:pt x="1134" y="3011"/>
                  <a:pt x="1168" y="2544"/>
                  <a:pt x="1234" y="2077"/>
                </a:cubicBezTo>
                <a:cubicBezTo>
                  <a:pt x="1268" y="1843"/>
                  <a:pt x="1368" y="1643"/>
                  <a:pt x="1568" y="1510"/>
                </a:cubicBezTo>
                <a:cubicBezTo>
                  <a:pt x="1601" y="1493"/>
                  <a:pt x="1632" y="1485"/>
                  <a:pt x="1662" y="1485"/>
                </a:cubicBezTo>
                <a:close/>
                <a:moveTo>
                  <a:pt x="2127" y="0"/>
                </a:moveTo>
                <a:cubicBezTo>
                  <a:pt x="1950" y="0"/>
                  <a:pt x="1752" y="59"/>
                  <a:pt x="1534" y="175"/>
                </a:cubicBezTo>
                <a:cubicBezTo>
                  <a:pt x="1001" y="509"/>
                  <a:pt x="600" y="1043"/>
                  <a:pt x="400" y="1643"/>
                </a:cubicBezTo>
                <a:cubicBezTo>
                  <a:pt x="133" y="2444"/>
                  <a:pt x="0" y="3278"/>
                  <a:pt x="33" y="4145"/>
                </a:cubicBezTo>
                <a:cubicBezTo>
                  <a:pt x="33" y="5146"/>
                  <a:pt x="167" y="5846"/>
                  <a:pt x="400" y="6213"/>
                </a:cubicBezTo>
                <a:cubicBezTo>
                  <a:pt x="554" y="6443"/>
                  <a:pt x="741" y="6552"/>
                  <a:pt x="967" y="6552"/>
                </a:cubicBezTo>
                <a:cubicBezTo>
                  <a:pt x="1134" y="6552"/>
                  <a:pt x="1322" y="6493"/>
                  <a:pt x="1534" y="6380"/>
                </a:cubicBezTo>
                <a:cubicBezTo>
                  <a:pt x="2068" y="6046"/>
                  <a:pt x="2502" y="5546"/>
                  <a:pt x="2702" y="4945"/>
                </a:cubicBezTo>
                <a:cubicBezTo>
                  <a:pt x="2969" y="4111"/>
                  <a:pt x="3102" y="3278"/>
                  <a:pt x="3069" y="2410"/>
                </a:cubicBezTo>
                <a:cubicBezTo>
                  <a:pt x="3069" y="1376"/>
                  <a:pt x="2969" y="709"/>
                  <a:pt x="2702" y="309"/>
                </a:cubicBezTo>
                <a:cubicBezTo>
                  <a:pt x="2551" y="101"/>
                  <a:pt x="2357" y="0"/>
                  <a:pt x="21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1">
            <a:extLst>
              <a:ext uri="{FF2B5EF4-FFF2-40B4-BE49-F238E27FC236}">
                <a16:creationId xmlns:a16="http://schemas.microsoft.com/office/drawing/2014/main" id="{01F53F7B-01B3-F3DF-47C4-873E4BB11077}"/>
              </a:ext>
            </a:extLst>
          </p:cNvPr>
          <p:cNvSpPr/>
          <p:nvPr/>
        </p:nvSpPr>
        <p:spPr>
          <a:xfrm>
            <a:off x="3241941" y="1999319"/>
            <a:ext cx="45308" cy="112298"/>
          </a:xfrm>
          <a:custGeom>
            <a:avLst/>
            <a:gdLst/>
            <a:ahLst/>
            <a:cxnLst/>
            <a:rect l="l" t="t" r="r" b="b"/>
            <a:pathLst>
              <a:path w="2936" h="7277" extrusionOk="0">
                <a:moveTo>
                  <a:pt x="2719" y="1"/>
                </a:moveTo>
                <a:cubicBezTo>
                  <a:pt x="2650" y="1"/>
                  <a:pt x="2556" y="35"/>
                  <a:pt x="2435" y="103"/>
                </a:cubicBezTo>
                <a:lnTo>
                  <a:pt x="2202" y="270"/>
                </a:lnTo>
                <a:cubicBezTo>
                  <a:pt x="2068" y="336"/>
                  <a:pt x="1968" y="403"/>
                  <a:pt x="1868" y="536"/>
                </a:cubicBezTo>
                <a:cubicBezTo>
                  <a:pt x="1801" y="636"/>
                  <a:pt x="1768" y="737"/>
                  <a:pt x="1768" y="870"/>
                </a:cubicBezTo>
                <a:lnTo>
                  <a:pt x="1768" y="4873"/>
                </a:lnTo>
                <a:cubicBezTo>
                  <a:pt x="1701" y="5106"/>
                  <a:pt x="1568" y="5306"/>
                  <a:pt x="1401" y="5473"/>
                </a:cubicBezTo>
                <a:cubicBezTo>
                  <a:pt x="1351" y="5507"/>
                  <a:pt x="1301" y="5523"/>
                  <a:pt x="1259" y="5523"/>
                </a:cubicBezTo>
                <a:cubicBezTo>
                  <a:pt x="1218" y="5523"/>
                  <a:pt x="1184" y="5507"/>
                  <a:pt x="1168" y="5473"/>
                </a:cubicBezTo>
                <a:cubicBezTo>
                  <a:pt x="1134" y="5340"/>
                  <a:pt x="1101" y="5173"/>
                  <a:pt x="1101" y="5040"/>
                </a:cubicBezTo>
                <a:lnTo>
                  <a:pt x="1101" y="1237"/>
                </a:lnTo>
                <a:cubicBezTo>
                  <a:pt x="1101" y="1101"/>
                  <a:pt x="1067" y="1033"/>
                  <a:pt x="979" y="1033"/>
                </a:cubicBezTo>
                <a:cubicBezTo>
                  <a:pt x="916" y="1033"/>
                  <a:pt x="826" y="1067"/>
                  <a:pt x="701" y="1137"/>
                </a:cubicBezTo>
                <a:lnTo>
                  <a:pt x="434" y="1270"/>
                </a:lnTo>
                <a:cubicBezTo>
                  <a:pt x="200" y="1370"/>
                  <a:pt x="33" y="1637"/>
                  <a:pt x="33" y="1904"/>
                </a:cubicBezTo>
                <a:lnTo>
                  <a:pt x="33" y="6074"/>
                </a:lnTo>
                <a:cubicBezTo>
                  <a:pt x="0" y="6441"/>
                  <a:pt x="67" y="6808"/>
                  <a:pt x="234" y="7141"/>
                </a:cubicBezTo>
                <a:cubicBezTo>
                  <a:pt x="328" y="7235"/>
                  <a:pt x="432" y="7276"/>
                  <a:pt x="547" y="7276"/>
                </a:cubicBezTo>
                <a:cubicBezTo>
                  <a:pt x="637" y="7276"/>
                  <a:pt x="732" y="7251"/>
                  <a:pt x="834" y="7208"/>
                </a:cubicBezTo>
                <a:cubicBezTo>
                  <a:pt x="1068" y="7041"/>
                  <a:pt x="1234" y="6874"/>
                  <a:pt x="1368" y="6641"/>
                </a:cubicBezTo>
                <a:cubicBezTo>
                  <a:pt x="1535" y="6374"/>
                  <a:pt x="1701" y="6074"/>
                  <a:pt x="1801" y="5773"/>
                </a:cubicBezTo>
                <a:cubicBezTo>
                  <a:pt x="1801" y="5840"/>
                  <a:pt x="1835" y="5940"/>
                  <a:pt x="1835" y="6074"/>
                </a:cubicBezTo>
                <a:cubicBezTo>
                  <a:pt x="1835" y="6174"/>
                  <a:pt x="1868" y="6274"/>
                  <a:pt x="1901" y="6374"/>
                </a:cubicBezTo>
                <a:cubicBezTo>
                  <a:pt x="1918" y="6391"/>
                  <a:pt x="1943" y="6399"/>
                  <a:pt x="1972" y="6399"/>
                </a:cubicBezTo>
                <a:cubicBezTo>
                  <a:pt x="2002" y="6399"/>
                  <a:pt x="2035" y="6391"/>
                  <a:pt x="2068" y="6374"/>
                </a:cubicBezTo>
                <a:cubicBezTo>
                  <a:pt x="2268" y="6240"/>
                  <a:pt x="2469" y="6107"/>
                  <a:pt x="2635" y="5940"/>
                </a:cubicBezTo>
                <a:cubicBezTo>
                  <a:pt x="2835" y="5773"/>
                  <a:pt x="2936" y="5607"/>
                  <a:pt x="2936" y="5473"/>
                </a:cubicBezTo>
                <a:cubicBezTo>
                  <a:pt x="2936" y="5407"/>
                  <a:pt x="2936" y="5273"/>
                  <a:pt x="2902" y="5040"/>
                </a:cubicBezTo>
                <a:cubicBezTo>
                  <a:pt x="2869" y="4839"/>
                  <a:pt x="2869" y="4439"/>
                  <a:pt x="2869" y="3905"/>
                </a:cubicBezTo>
                <a:lnTo>
                  <a:pt x="2869" y="236"/>
                </a:lnTo>
                <a:cubicBezTo>
                  <a:pt x="2869" y="77"/>
                  <a:pt x="2821" y="1"/>
                  <a:pt x="271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1">
            <a:extLst>
              <a:ext uri="{FF2B5EF4-FFF2-40B4-BE49-F238E27FC236}">
                <a16:creationId xmlns:a16="http://schemas.microsoft.com/office/drawing/2014/main" id="{EE4CF452-5E79-BF77-9217-A691ECBACAFF}"/>
              </a:ext>
            </a:extLst>
          </p:cNvPr>
          <p:cNvSpPr/>
          <p:nvPr/>
        </p:nvSpPr>
        <p:spPr>
          <a:xfrm>
            <a:off x="3297018" y="1943208"/>
            <a:ext cx="43256" cy="134057"/>
          </a:xfrm>
          <a:custGeom>
            <a:avLst/>
            <a:gdLst/>
            <a:ahLst/>
            <a:cxnLst/>
            <a:rect l="l" t="t" r="r" b="b"/>
            <a:pathLst>
              <a:path w="2803" h="8687" extrusionOk="0">
                <a:moveTo>
                  <a:pt x="1997" y="1"/>
                </a:moveTo>
                <a:cubicBezTo>
                  <a:pt x="1790" y="1"/>
                  <a:pt x="1547" y="77"/>
                  <a:pt x="1268" y="236"/>
                </a:cubicBezTo>
                <a:cubicBezTo>
                  <a:pt x="1068" y="336"/>
                  <a:pt x="868" y="503"/>
                  <a:pt x="701" y="670"/>
                </a:cubicBezTo>
                <a:cubicBezTo>
                  <a:pt x="501" y="870"/>
                  <a:pt x="334" y="1070"/>
                  <a:pt x="200" y="1270"/>
                </a:cubicBezTo>
                <a:cubicBezTo>
                  <a:pt x="100" y="1470"/>
                  <a:pt x="34" y="1671"/>
                  <a:pt x="0" y="1904"/>
                </a:cubicBezTo>
                <a:cubicBezTo>
                  <a:pt x="34" y="2004"/>
                  <a:pt x="34" y="2104"/>
                  <a:pt x="100" y="2204"/>
                </a:cubicBezTo>
                <a:cubicBezTo>
                  <a:pt x="134" y="2304"/>
                  <a:pt x="200" y="2404"/>
                  <a:pt x="267" y="2505"/>
                </a:cubicBezTo>
                <a:cubicBezTo>
                  <a:pt x="316" y="2553"/>
                  <a:pt x="383" y="2584"/>
                  <a:pt x="428" y="2584"/>
                </a:cubicBezTo>
                <a:cubicBezTo>
                  <a:pt x="445" y="2584"/>
                  <a:pt x="458" y="2580"/>
                  <a:pt x="467" y="2571"/>
                </a:cubicBezTo>
                <a:cubicBezTo>
                  <a:pt x="534" y="2505"/>
                  <a:pt x="601" y="2438"/>
                  <a:pt x="634" y="2371"/>
                </a:cubicBezTo>
                <a:cubicBezTo>
                  <a:pt x="701" y="2271"/>
                  <a:pt x="768" y="2138"/>
                  <a:pt x="868" y="2071"/>
                </a:cubicBezTo>
                <a:cubicBezTo>
                  <a:pt x="934" y="1971"/>
                  <a:pt x="1034" y="1904"/>
                  <a:pt x="1134" y="1837"/>
                </a:cubicBezTo>
                <a:cubicBezTo>
                  <a:pt x="1236" y="1776"/>
                  <a:pt x="1322" y="1746"/>
                  <a:pt x="1393" y="1746"/>
                </a:cubicBezTo>
                <a:cubicBezTo>
                  <a:pt x="1554" y="1746"/>
                  <a:pt x="1635" y="1903"/>
                  <a:pt x="1635" y="2204"/>
                </a:cubicBezTo>
                <a:cubicBezTo>
                  <a:pt x="1601" y="2371"/>
                  <a:pt x="1568" y="2505"/>
                  <a:pt x="1535" y="2671"/>
                </a:cubicBezTo>
                <a:cubicBezTo>
                  <a:pt x="1468" y="2871"/>
                  <a:pt x="1368" y="3138"/>
                  <a:pt x="1235" y="3472"/>
                </a:cubicBezTo>
                <a:lnTo>
                  <a:pt x="1068" y="3872"/>
                </a:lnTo>
                <a:cubicBezTo>
                  <a:pt x="934" y="4206"/>
                  <a:pt x="834" y="4539"/>
                  <a:pt x="734" y="4906"/>
                </a:cubicBezTo>
                <a:cubicBezTo>
                  <a:pt x="667" y="5240"/>
                  <a:pt x="634" y="5540"/>
                  <a:pt x="634" y="5874"/>
                </a:cubicBezTo>
                <a:cubicBezTo>
                  <a:pt x="634" y="6007"/>
                  <a:pt x="667" y="6074"/>
                  <a:pt x="734" y="6074"/>
                </a:cubicBezTo>
                <a:cubicBezTo>
                  <a:pt x="834" y="6074"/>
                  <a:pt x="934" y="6040"/>
                  <a:pt x="1001" y="5940"/>
                </a:cubicBezTo>
                <a:lnTo>
                  <a:pt x="1168" y="5840"/>
                </a:lnTo>
                <a:cubicBezTo>
                  <a:pt x="1301" y="5807"/>
                  <a:pt x="1368" y="5707"/>
                  <a:pt x="1468" y="5607"/>
                </a:cubicBezTo>
                <a:cubicBezTo>
                  <a:pt x="1535" y="5540"/>
                  <a:pt x="1568" y="5407"/>
                  <a:pt x="1568" y="5307"/>
                </a:cubicBezTo>
                <a:cubicBezTo>
                  <a:pt x="1601" y="5040"/>
                  <a:pt x="1668" y="4739"/>
                  <a:pt x="1768" y="4473"/>
                </a:cubicBezTo>
                <a:cubicBezTo>
                  <a:pt x="1868" y="4172"/>
                  <a:pt x="2002" y="3872"/>
                  <a:pt x="2169" y="3572"/>
                </a:cubicBezTo>
                <a:cubicBezTo>
                  <a:pt x="2302" y="3272"/>
                  <a:pt x="2435" y="3038"/>
                  <a:pt x="2502" y="2838"/>
                </a:cubicBezTo>
                <a:cubicBezTo>
                  <a:pt x="2602" y="2605"/>
                  <a:pt x="2669" y="2371"/>
                  <a:pt x="2702" y="2138"/>
                </a:cubicBezTo>
                <a:cubicBezTo>
                  <a:pt x="2769" y="1871"/>
                  <a:pt x="2802" y="1570"/>
                  <a:pt x="2802" y="1304"/>
                </a:cubicBezTo>
                <a:cubicBezTo>
                  <a:pt x="2802" y="703"/>
                  <a:pt x="2636" y="303"/>
                  <a:pt x="2369" y="103"/>
                </a:cubicBezTo>
                <a:cubicBezTo>
                  <a:pt x="2261" y="36"/>
                  <a:pt x="2137" y="1"/>
                  <a:pt x="1997" y="1"/>
                </a:cubicBezTo>
                <a:close/>
                <a:moveTo>
                  <a:pt x="1520" y="6556"/>
                </a:moveTo>
                <a:cubicBezTo>
                  <a:pt x="1451" y="6556"/>
                  <a:pt x="1356" y="6593"/>
                  <a:pt x="1235" y="6674"/>
                </a:cubicBezTo>
                <a:lnTo>
                  <a:pt x="1001" y="6808"/>
                </a:lnTo>
                <a:cubicBezTo>
                  <a:pt x="734" y="6908"/>
                  <a:pt x="567" y="7141"/>
                  <a:pt x="534" y="7441"/>
                </a:cubicBezTo>
                <a:lnTo>
                  <a:pt x="534" y="8475"/>
                </a:lnTo>
                <a:cubicBezTo>
                  <a:pt x="534" y="8619"/>
                  <a:pt x="597" y="8687"/>
                  <a:pt x="715" y="8687"/>
                </a:cubicBezTo>
                <a:cubicBezTo>
                  <a:pt x="790" y="8687"/>
                  <a:pt x="885" y="8660"/>
                  <a:pt x="1001" y="8609"/>
                </a:cubicBezTo>
                <a:lnTo>
                  <a:pt x="1235" y="8442"/>
                </a:lnTo>
                <a:cubicBezTo>
                  <a:pt x="1468" y="8342"/>
                  <a:pt x="1635" y="8109"/>
                  <a:pt x="1668" y="7842"/>
                </a:cubicBezTo>
                <a:lnTo>
                  <a:pt x="1668" y="6774"/>
                </a:lnTo>
                <a:cubicBezTo>
                  <a:pt x="1668" y="6635"/>
                  <a:pt x="1621" y="6556"/>
                  <a:pt x="1520" y="655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1">
            <a:extLst>
              <a:ext uri="{FF2B5EF4-FFF2-40B4-BE49-F238E27FC236}">
                <a16:creationId xmlns:a16="http://schemas.microsoft.com/office/drawing/2014/main" id="{2C165BEB-1142-B135-91F7-575792559D21}"/>
              </a:ext>
            </a:extLst>
          </p:cNvPr>
          <p:cNvSpPr/>
          <p:nvPr/>
        </p:nvSpPr>
        <p:spPr>
          <a:xfrm>
            <a:off x="1750661" y="4161363"/>
            <a:ext cx="543605" cy="329981"/>
          </a:xfrm>
          <a:custGeom>
            <a:avLst/>
            <a:gdLst/>
            <a:ahLst/>
            <a:cxnLst/>
            <a:rect l="l" t="t" r="r" b="b"/>
            <a:pathLst>
              <a:path w="35226" h="21383" extrusionOk="0">
                <a:moveTo>
                  <a:pt x="17805" y="7838"/>
                </a:moveTo>
                <a:cubicBezTo>
                  <a:pt x="19273" y="7838"/>
                  <a:pt x="20704" y="8203"/>
                  <a:pt x="21983" y="8874"/>
                </a:cubicBezTo>
                <a:cubicBezTo>
                  <a:pt x="22917" y="9441"/>
                  <a:pt x="23451" y="10075"/>
                  <a:pt x="23451" y="10675"/>
                </a:cubicBezTo>
                <a:cubicBezTo>
                  <a:pt x="23451" y="11309"/>
                  <a:pt x="22917" y="11943"/>
                  <a:pt x="21983" y="12477"/>
                </a:cubicBezTo>
                <a:cubicBezTo>
                  <a:pt x="20615" y="13160"/>
                  <a:pt x="19114" y="13502"/>
                  <a:pt x="17613" y="13502"/>
                </a:cubicBezTo>
                <a:cubicBezTo>
                  <a:pt x="16112" y="13502"/>
                  <a:pt x="14611" y="13160"/>
                  <a:pt x="13243" y="12477"/>
                </a:cubicBezTo>
                <a:cubicBezTo>
                  <a:pt x="12309" y="11943"/>
                  <a:pt x="11809" y="11276"/>
                  <a:pt x="11809" y="10675"/>
                </a:cubicBezTo>
                <a:cubicBezTo>
                  <a:pt x="11809" y="10075"/>
                  <a:pt x="12309" y="9408"/>
                  <a:pt x="13243" y="8874"/>
                </a:cubicBezTo>
                <a:cubicBezTo>
                  <a:pt x="14522" y="8203"/>
                  <a:pt x="15953" y="7838"/>
                  <a:pt x="17421" y="7838"/>
                </a:cubicBezTo>
                <a:cubicBezTo>
                  <a:pt x="17485" y="7838"/>
                  <a:pt x="17549" y="7838"/>
                  <a:pt x="17613" y="7840"/>
                </a:cubicBezTo>
                <a:cubicBezTo>
                  <a:pt x="17677" y="7838"/>
                  <a:pt x="17741" y="7838"/>
                  <a:pt x="17805" y="7838"/>
                </a:cubicBezTo>
                <a:close/>
                <a:moveTo>
                  <a:pt x="15445" y="1"/>
                </a:moveTo>
                <a:cubicBezTo>
                  <a:pt x="14644" y="1"/>
                  <a:pt x="13944" y="568"/>
                  <a:pt x="13777" y="1369"/>
                </a:cubicBezTo>
                <a:lnTo>
                  <a:pt x="13510" y="2870"/>
                </a:lnTo>
                <a:cubicBezTo>
                  <a:pt x="12876" y="3003"/>
                  <a:pt x="12243" y="3137"/>
                  <a:pt x="11609" y="3337"/>
                </a:cubicBezTo>
                <a:lnTo>
                  <a:pt x="8707" y="2002"/>
                </a:lnTo>
                <a:cubicBezTo>
                  <a:pt x="8473" y="1869"/>
                  <a:pt x="8173" y="1836"/>
                  <a:pt x="7873" y="1836"/>
                </a:cubicBezTo>
                <a:cubicBezTo>
                  <a:pt x="7539" y="1836"/>
                  <a:pt x="7206" y="1902"/>
                  <a:pt x="6905" y="2069"/>
                </a:cubicBezTo>
                <a:lnTo>
                  <a:pt x="3937" y="3804"/>
                </a:lnTo>
                <a:cubicBezTo>
                  <a:pt x="2969" y="4304"/>
                  <a:pt x="2903" y="5672"/>
                  <a:pt x="3803" y="6305"/>
                </a:cubicBezTo>
                <a:lnTo>
                  <a:pt x="5338" y="7406"/>
                </a:lnTo>
                <a:cubicBezTo>
                  <a:pt x="5271" y="7506"/>
                  <a:pt x="5204" y="7606"/>
                  <a:pt x="5137" y="7706"/>
                </a:cubicBezTo>
                <a:lnTo>
                  <a:pt x="1535" y="7940"/>
                </a:lnTo>
                <a:cubicBezTo>
                  <a:pt x="668" y="8007"/>
                  <a:pt x="0" y="8707"/>
                  <a:pt x="0" y="9574"/>
                </a:cubicBezTo>
                <a:lnTo>
                  <a:pt x="0" y="11776"/>
                </a:lnTo>
                <a:cubicBezTo>
                  <a:pt x="0" y="12643"/>
                  <a:pt x="668" y="13344"/>
                  <a:pt x="1535" y="13411"/>
                </a:cubicBezTo>
                <a:lnTo>
                  <a:pt x="5137" y="13644"/>
                </a:lnTo>
                <a:cubicBezTo>
                  <a:pt x="5204" y="13744"/>
                  <a:pt x="5271" y="13878"/>
                  <a:pt x="5338" y="13978"/>
                </a:cubicBezTo>
                <a:lnTo>
                  <a:pt x="3803" y="15078"/>
                </a:lnTo>
                <a:cubicBezTo>
                  <a:pt x="2903" y="15712"/>
                  <a:pt x="2969" y="17080"/>
                  <a:pt x="3937" y="17580"/>
                </a:cubicBezTo>
                <a:lnTo>
                  <a:pt x="6872" y="19281"/>
                </a:lnTo>
                <a:cubicBezTo>
                  <a:pt x="7172" y="19448"/>
                  <a:pt x="7539" y="19548"/>
                  <a:pt x="7873" y="19548"/>
                </a:cubicBezTo>
                <a:cubicBezTo>
                  <a:pt x="8140" y="19548"/>
                  <a:pt x="8440" y="19482"/>
                  <a:pt x="8707" y="19381"/>
                </a:cubicBezTo>
                <a:lnTo>
                  <a:pt x="11609" y="18047"/>
                </a:lnTo>
                <a:cubicBezTo>
                  <a:pt x="12209" y="18214"/>
                  <a:pt x="12843" y="18381"/>
                  <a:pt x="13477" y="18514"/>
                </a:cubicBezTo>
                <a:lnTo>
                  <a:pt x="13777" y="19982"/>
                </a:lnTo>
                <a:cubicBezTo>
                  <a:pt x="13910" y="20782"/>
                  <a:pt x="14611" y="21350"/>
                  <a:pt x="15445" y="21383"/>
                </a:cubicBezTo>
                <a:lnTo>
                  <a:pt x="19781" y="21383"/>
                </a:lnTo>
                <a:cubicBezTo>
                  <a:pt x="20582" y="21350"/>
                  <a:pt x="21282" y="20782"/>
                  <a:pt x="21449" y="19982"/>
                </a:cubicBezTo>
                <a:lnTo>
                  <a:pt x="21716" y="18514"/>
                </a:lnTo>
                <a:cubicBezTo>
                  <a:pt x="22383" y="18381"/>
                  <a:pt x="22984" y="18214"/>
                  <a:pt x="23617" y="18047"/>
                </a:cubicBezTo>
                <a:lnTo>
                  <a:pt x="26519" y="19381"/>
                </a:lnTo>
                <a:cubicBezTo>
                  <a:pt x="26786" y="19482"/>
                  <a:pt x="27053" y="19548"/>
                  <a:pt x="27353" y="19548"/>
                </a:cubicBezTo>
                <a:cubicBezTo>
                  <a:pt x="27687" y="19548"/>
                  <a:pt x="28020" y="19448"/>
                  <a:pt x="28354" y="19281"/>
                </a:cubicBezTo>
                <a:lnTo>
                  <a:pt x="31289" y="17580"/>
                </a:lnTo>
                <a:cubicBezTo>
                  <a:pt x="32257" y="17080"/>
                  <a:pt x="32324" y="15712"/>
                  <a:pt x="31423" y="15078"/>
                </a:cubicBezTo>
                <a:lnTo>
                  <a:pt x="29855" y="13978"/>
                </a:lnTo>
                <a:cubicBezTo>
                  <a:pt x="29955" y="13878"/>
                  <a:pt x="30022" y="13744"/>
                  <a:pt x="30089" y="13644"/>
                </a:cubicBezTo>
                <a:lnTo>
                  <a:pt x="33691" y="13411"/>
                </a:lnTo>
                <a:cubicBezTo>
                  <a:pt x="34558" y="13344"/>
                  <a:pt x="35192" y="12643"/>
                  <a:pt x="35226" y="11809"/>
                </a:cubicBezTo>
                <a:lnTo>
                  <a:pt x="35226" y="9608"/>
                </a:lnTo>
                <a:cubicBezTo>
                  <a:pt x="35226" y="8741"/>
                  <a:pt x="34558" y="8007"/>
                  <a:pt x="33691" y="7973"/>
                </a:cubicBezTo>
                <a:lnTo>
                  <a:pt x="30089" y="7740"/>
                </a:lnTo>
                <a:cubicBezTo>
                  <a:pt x="30022" y="7606"/>
                  <a:pt x="29955" y="7506"/>
                  <a:pt x="29888" y="7406"/>
                </a:cubicBezTo>
                <a:lnTo>
                  <a:pt x="31456" y="6305"/>
                </a:lnTo>
                <a:cubicBezTo>
                  <a:pt x="32357" y="5672"/>
                  <a:pt x="32290" y="4304"/>
                  <a:pt x="31323" y="3804"/>
                </a:cubicBezTo>
                <a:lnTo>
                  <a:pt x="28354" y="2069"/>
                </a:lnTo>
                <a:cubicBezTo>
                  <a:pt x="28054" y="1902"/>
                  <a:pt x="27720" y="1836"/>
                  <a:pt x="27353" y="1836"/>
                </a:cubicBezTo>
                <a:cubicBezTo>
                  <a:pt x="27086" y="1836"/>
                  <a:pt x="26786" y="1869"/>
                  <a:pt x="26519" y="2002"/>
                </a:cubicBezTo>
                <a:lnTo>
                  <a:pt x="23651" y="3337"/>
                </a:lnTo>
                <a:cubicBezTo>
                  <a:pt x="23017" y="3137"/>
                  <a:pt x="22383" y="3003"/>
                  <a:pt x="21749" y="2870"/>
                </a:cubicBezTo>
                <a:lnTo>
                  <a:pt x="21482" y="1369"/>
                </a:lnTo>
                <a:cubicBezTo>
                  <a:pt x="21316" y="568"/>
                  <a:pt x="20615" y="1"/>
                  <a:pt x="19815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1">
            <a:extLst>
              <a:ext uri="{FF2B5EF4-FFF2-40B4-BE49-F238E27FC236}">
                <a16:creationId xmlns:a16="http://schemas.microsoft.com/office/drawing/2014/main" id="{DCDBB121-CECB-2FBD-D521-7453A778879D}"/>
              </a:ext>
            </a:extLst>
          </p:cNvPr>
          <p:cNvSpPr/>
          <p:nvPr/>
        </p:nvSpPr>
        <p:spPr>
          <a:xfrm>
            <a:off x="1770229" y="4140777"/>
            <a:ext cx="504485" cy="331015"/>
          </a:xfrm>
          <a:custGeom>
            <a:avLst/>
            <a:gdLst/>
            <a:ahLst/>
            <a:cxnLst/>
            <a:rect l="l" t="t" r="r" b="b"/>
            <a:pathLst>
              <a:path w="32691" h="21450" extrusionOk="0">
                <a:moveTo>
                  <a:pt x="16345" y="7039"/>
                </a:moveTo>
                <a:cubicBezTo>
                  <a:pt x="18155" y="7039"/>
                  <a:pt x="19964" y="7439"/>
                  <a:pt x="21349" y="8240"/>
                </a:cubicBezTo>
                <a:cubicBezTo>
                  <a:pt x="22183" y="8640"/>
                  <a:pt x="22883" y="9307"/>
                  <a:pt x="23317" y="10141"/>
                </a:cubicBezTo>
                <a:cubicBezTo>
                  <a:pt x="23083" y="10942"/>
                  <a:pt x="22416" y="11709"/>
                  <a:pt x="21349" y="12343"/>
                </a:cubicBezTo>
                <a:cubicBezTo>
                  <a:pt x="19964" y="13143"/>
                  <a:pt x="18155" y="13544"/>
                  <a:pt x="16345" y="13544"/>
                </a:cubicBezTo>
                <a:cubicBezTo>
                  <a:pt x="14535" y="13544"/>
                  <a:pt x="12726" y="13143"/>
                  <a:pt x="11341" y="12343"/>
                </a:cubicBezTo>
                <a:cubicBezTo>
                  <a:pt x="10474" y="11909"/>
                  <a:pt x="9807" y="11175"/>
                  <a:pt x="9407" y="10275"/>
                </a:cubicBezTo>
                <a:cubicBezTo>
                  <a:pt x="9640" y="9574"/>
                  <a:pt x="10241" y="8874"/>
                  <a:pt x="11341" y="8240"/>
                </a:cubicBezTo>
                <a:cubicBezTo>
                  <a:pt x="12726" y="7439"/>
                  <a:pt x="14535" y="7039"/>
                  <a:pt x="16345" y="7039"/>
                </a:cubicBezTo>
                <a:close/>
                <a:moveTo>
                  <a:pt x="14177" y="1"/>
                </a:moveTo>
                <a:cubicBezTo>
                  <a:pt x="13943" y="1"/>
                  <a:pt x="13777" y="167"/>
                  <a:pt x="13743" y="368"/>
                </a:cubicBezTo>
                <a:lnTo>
                  <a:pt x="13343" y="2336"/>
                </a:lnTo>
                <a:cubicBezTo>
                  <a:pt x="13310" y="2569"/>
                  <a:pt x="13143" y="2703"/>
                  <a:pt x="12943" y="2769"/>
                </a:cubicBezTo>
                <a:cubicBezTo>
                  <a:pt x="12142" y="2903"/>
                  <a:pt x="11375" y="3070"/>
                  <a:pt x="10608" y="3336"/>
                </a:cubicBezTo>
                <a:cubicBezTo>
                  <a:pt x="10522" y="3349"/>
                  <a:pt x="10437" y="3356"/>
                  <a:pt x="10353" y="3356"/>
                </a:cubicBezTo>
                <a:cubicBezTo>
                  <a:pt x="10208" y="3356"/>
                  <a:pt x="10067" y="3333"/>
                  <a:pt x="9940" y="3270"/>
                </a:cubicBezTo>
                <a:lnTo>
                  <a:pt x="6938" y="1902"/>
                </a:lnTo>
                <a:cubicBezTo>
                  <a:pt x="6830" y="1856"/>
                  <a:pt x="6722" y="1831"/>
                  <a:pt x="6617" y="1831"/>
                </a:cubicBezTo>
                <a:cubicBezTo>
                  <a:pt x="6495" y="1831"/>
                  <a:pt x="6378" y="1864"/>
                  <a:pt x="6271" y="1935"/>
                </a:cubicBezTo>
                <a:lnTo>
                  <a:pt x="3302" y="3637"/>
                </a:lnTo>
                <a:cubicBezTo>
                  <a:pt x="3236" y="3670"/>
                  <a:pt x="3169" y="3737"/>
                  <a:pt x="3169" y="3837"/>
                </a:cubicBezTo>
                <a:lnTo>
                  <a:pt x="3169" y="6405"/>
                </a:lnTo>
                <a:cubicBezTo>
                  <a:pt x="3169" y="6472"/>
                  <a:pt x="3236" y="6539"/>
                  <a:pt x="3302" y="6605"/>
                </a:cubicBezTo>
                <a:lnTo>
                  <a:pt x="4637" y="7573"/>
                </a:lnTo>
                <a:cubicBezTo>
                  <a:pt x="4570" y="7639"/>
                  <a:pt x="4437" y="7706"/>
                  <a:pt x="4303" y="7706"/>
                </a:cubicBezTo>
                <a:lnTo>
                  <a:pt x="367" y="7973"/>
                </a:lnTo>
                <a:cubicBezTo>
                  <a:pt x="167" y="7973"/>
                  <a:pt x="33" y="8140"/>
                  <a:pt x="0" y="8340"/>
                </a:cubicBezTo>
                <a:lnTo>
                  <a:pt x="0" y="10008"/>
                </a:lnTo>
                <a:lnTo>
                  <a:pt x="0" y="13110"/>
                </a:lnTo>
                <a:cubicBezTo>
                  <a:pt x="33" y="13310"/>
                  <a:pt x="167" y="13477"/>
                  <a:pt x="367" y="13510"/>
                </a:cubicBezTo>
                <a:lnTo>
                  <a:pt x="4303" y="13744"/>
                </a:lnTo>
                <a:cubicBezTo>
                  <a:pt x="4437" y="13744"/>
                  <a:pt x="4570" y="13811"/>
                  <a:pt x="4670" y="13877"/>
                </a:cubicBezTo>
                <a:lnTo>
                  <a:pt x="3302" y="14878"/>
                </a:lnTo>
                <a:cubicBezTo>
                  <a:pt x="3236" y="14911"/>
                  <a:pt x="3202" y="14978"/>
                  <a:pt x="3202" y="15078"/>
                </a:cubicBezTo>
                <a:lnTo>
                  <a:pt x="3202" y="17647"/>
                </a:lnTo>
                <a:cubicBezTo>
                  <a:pt x="3202" y="17713"/>
                  <a:pt x="3236" y="17780"/>
                  <a:pt x="3336" y="17847"/>
                </a:cubicBezTo>
                <a:lnTo>
                  <a:pt x="6271" y="19548"/>
                </a:lnTo>
                <a:cubicBezTo>
                  <a:pt x="6400" y="19603"/>
                  <a:pt x="6528" y="19628"/>
                  <a:pt x="6651" y="19628"/>
                </a:cubicBezTo>
                <a:cubicBezTo>
                  <a:pt x="6752" y="19628"/>
                  <a:pt x="6848" y="19611"/>
                  <a:pt x="6938" y="19581"/>
                </a:cubicBezTo>
                <a:lnTo>
                  <a:pt x="9940" y="18180"/>
                </a:lnTo>
                <a:cubicBezTo>
                  <a:pt x="10069" y="18125"/>
                  <a:pt x="10198" y="18100"/>
                  <a:pt x="10321" y="18100"/>
                </a:cubicBezTo>
                <a:cubicBezTo>
                  <a:pt x="10421" y="18100"/>
                  <a:pt x="10518" y="18117"/>
                  <a:pt x="10608" y="18147"/>
                </a:cubicBezTo>
                <a:cubicBezTo>
                  <a:pt x="11375" y="18380"/>
                  <a:pt x="12175" y="18547"/>
                  <a:pt x="12943" y="18681"/>
                </a:cubicBezTo>
                <a:cubicBezTo>
                  <a:pt x="13143" y="18747"/>
                  <a:pt x="13310" y="18914"/>
                  <a:pt x="13376" y="19114"/>
                </a:cubicBezTo>
                <a:lnTo>
                  <a:pt x="13743" y="21082"/>
                </a:lnTo>
                <a:cubicBezTo>
                  <a:pt x="13777" y="21283"/>
                  <a:pt x="13977" y="21449"/>
                  <a:pt x="14177" y="21449"/>
                </a:cubicBezTo>
                <a:lnTo>
                  <a:pt x="18513" y="21449"/>
                </a:lnTo>
                <a:cubicBezTo>
                  <a:pt x="18747" y="21416"/>
                  <a:pt x="18914" y="21283"/>
                  <a:pt x="18947" y="21082"/>
                </a:cubicBezTo>
                <a:lnTo>
                  <a:pt x="19314" y="19114"/>
                </a:lnTo>
                <a:cubicBezTo>
                  <a:pt x="19381" y="18914"/>
                  <a:pt x="19547" y="18747"/>
                  <a:pt x="19747" y="18681"/>
                </a:cubicBezTo>
                <a:cubicBezTo>
                  <a:pt x="20515" y="18547"/>
                  <a:pt x="21315" y="18380"/>
                  <a:pt x="22082" y="18147"/>
                </a:cubicBezTo>
                <a:cubicBezTo>
                  <a:pt x="22172" y="18117"/>
                  <a:pt x="22276" y="18100"/>
                  <a:pt x="22381" y="18100"/>
                </a:cubicBezTo>
                <a:cubicBezTo>
                  <a:pt x="22509" y="18100"/>
                  <a:pt x="22639" y="18125"/>
                  <a:pt x="22750" y="18180"/>
                </a:cubicBezTo>
                <a:lnTo>
                  <a:pt x="25752" y="19581"/>
                </a:lnTo>
                <a:cubicBezTo>
                  <a:pt x="25842" y="19611"/>
                  <a:pt x="25945" y="19628"/>
                  <a:pt x="26050" y="19628"/>
                </a:cubicBezTo>
                <a:cubicBezTo>
                  <a:pt x="26178" y="19628"/>
                  <a:pt x="26309" y="19603"/>
                  <a:pt x="26419" y="19548"/>
                </a:cubicBezTo>
                <a:lnTo>
                  <a:pt x="29354" y="17847"/>
                </a:lnTo>
                <a:cubicBezTo>
                  <a:pt x="29454" y="17780"/>
                  <a:pt x="29488" y="17713"/>
                  <a:pt x="29521" y="17647"/>
                </a:cubicBezTo>
                <a:lnTo>
                  <a:pt x="29521" y="15045"/>
                </a:lnTo>
                <a:cubicBezTo>
                  <a:pt x="29488" y="14978"/>
                  <a:pt x="29454" y="14911"/>
                  <a:pt x="29388" y="14845"/>
                </a:cubicBezTo>
                <a:lnTo>
                  <a:pt x="28053" y="13877"/>
                </a:lnTo>
                <a:cubicBezTo>
                  <a:pt x="28153" y="13811"/>
                  <a:pt x="28254" y="13744"/>
                  <a:pt x="28387" y="13744"/>
                </a:cubicBezTo>
                <a:lnTo>
                  <a:pt x="32323" y="13477"/>
                </a:lnTo>
                <a:cubicBezTo>
                  <a:pt x="32523" y="13477"/>
                  <a:pt x="32690" y="13310"/>
                  <a:pt x="32690" y="13110"/>
                </a:cubicBezTo>
                <a:lnTo>
                  <a:pt x="32690" y="8340"/>
                </a:lnTo>
                <a:cubicBezTo>
                  <a:pt x="32690" y="8140"/>
                  <a:pt x="32523" y="7973"/>
                  <a:pt x="32323" y="7973"/>
                </a:cubicBezTo>
                <a:lnTo>
                  <a:pt x="28387" y="7706"/>
                </a:lnTo>
                <a:cubicBezTo>
                  <a:pt x="28254" y="7706"/>
                  <a:pt x="28153" y="7639"/>
                  <a:pt x="28053" y="7573"/>
                </a:cubicBezTo>
                <a:lnTo>
                  <a:pt x="29388" y="6605"/>
                </a:lnTo>
                <a:cubicBezTo>
                  <a:pt x="29454" y="6539"/>
                  <a:pt x="29521" y="6472"/>
                  <a:pt x="29521" y="6405"/>
                </a:cubicBezTo>
                <a:lnTo>
                  <a:pt x="29521" y="3837"/>
                </a:lnTo>
                <a:cubicBezTo>
                  <a:pt x="29521" y="3737"/>
                  <a:pt x="29454" y="3670"/>
                  <a:pt x="29388" y="3637"/>
                </a:cubicBezTo>
                <a:lnTo>
                  <a:pt x="26419" y="1935"/>
                </a:lnTo>
                <a:cubicBezTo>
                  <a:pt x="26312" y="1864"/>
                  <a:pt x="26195" y="1831"/>
                  <a:pt x="26079" y="1831"/>
                </a:cubicBezTo>
                <a:cubicBezTo>
                  <a:pt x="25978" y="1831"/>
                  <a:pt x="25878" y="1856"/>
                  <a:pt x="25785" y="1902"/>
                </a:cubicBezTo>
                <a:lnTo>
                  <a:pt x="22783" y="3270"/>
                </a:lnTo>
                <a:cubicBezTo>
                  <a:pt x="22635" y="3333"/>
                  <a:pt x="22487" y="3356"/>
                  <a:pt x="22339" y="3356"/>
                </a:cubicBezTo>
                <a:cubicBezTo>
                  <a:pt x="22253" y="3356"/>
                  <a:pt x="22168" y="3349"/>
                  <a:pt x="22082" y="3336"/>
                </a:cubicBezTo>
                <a:cubicBezTo>
                  <a:pt x="21315" y="3070"/>
                  <a:pt x="20548" y="2903"/>
                  <a:pt x="19747" y="2769"/>
                </a:cubicBezTo>
                <a:cubicBezTo>
                  <a:pt x="19547" y="2703"/>
                  <a:pt x="19381" y="2569"/>
                  <a:pt x="19347" y="2336"/>
                </a:cubicBezTo>
                <a:lnTo>
                  <a:pt x="18980" y="368"/>
                </a:lnTo>
                <a:cubicBezTo>
                  <a:pt x="18914" y="167"/>
                  <a:pt x="18747" y="1"/>
                  <a:pt x="18513" y="1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1">
            <a:extLst>
              <a:ext uri="{FF2B5EF4-FFF2-40B4-BE49-F238E27FC236}">
                <a16:creationId xmlns:a16="http://schemas.microsoft.com/office/drawing/2014/main" id="{C86E6270-CB2E-A825-58AB-F1282A0524A7}"/>
              </a:ext>
            </a:extLst>
          </p:cNvPr>
          <p:cNvSpPr/>
          <p:nvPr/>
        </p:nvSpPr>
        <p:spPr>
          <a:xfrm>
            <a:off x="1770229" y="4140777"/>
            <a:ext cx="504485" cy="331015"/>
          </a:xfrm>
          <a:custGeom>
            <a:avLst/>
            <a:gdLst/>
            <a:ahLst/>
            <a:cxnLst/>
            <a:rect l="l" t="t" r="r" b="b"/>
            <a:pathLst>
              <a:path w="32691" h="21450" extrusionOk="0">
                <a:moveTo>
                  <a:pt x="16345" y="7039"/>
                </a:moveTo>
                <a:cubicBezTo>
                  <a:pt x="18155" y="7039"/>
                  <a:pt x="19964" y="7439"/>
                  <a:pt x="21349" y="8240"/>
                </a:cubicBezTo>
                <a:cubicBezTo>
                  <a:pt x="22183" y="8640"/>
                  <a:pt x="22883" y="9307"/>
                  <a:pt x="23317" y="10141"/>
                </a:cubicBezTo>
                <a:cubicBezTo>
                  <a:pt x="23083" y="10942"/>
                  <a:pt x="22416" y="11709"/>
                  <a:pt x="21349" y="12343"/>
                </a:cubicBezTo>
                <a:cubicBezTo>
                  <a:pt x="19964" y="13143"/>
                  <a:pt x="18155" y="13544"/>
                  <a:pt x="16345" y="13544"/>
                </a:cubicBezTo>
                <a:cubicBezTo>
                  <a:pt x="14535" y="13544"/>
                  <a:pt x="12726" y="13143"/>
                  <a:pt x="11341" y="12343"/>
                </a:cubicBezTo>
                <a:cubicBezTo>
                  <a:pt x="10474" y="11909"/>
                  <a:pt x="9807" y="11175"/>
                  <a:pt x="9407" y="10275"/>
                </a:cubicBezTo>
                <a:cubicBezTo>
                  <a:pt x="9640" y="9574"/>
                  <a:pt x="10241" y="8874"/>
                  <a:pt x="11341" y="8240"/>
                </a:cubicBezTo>
                <a:cubicBezTo>
                  <a:pt x="12726" y="7439"/>
                  <a:pt x="14535" y="7039"/>
                  <a:pt x="16345" y="7039"/>
                </a:cubicBezTo>
                <a:close/>
                <a:moveTo>
                  <a:pt x="14177" y="1"/>
                </a:moveTo>
                <a:cubicBezTo>
                  <a:pt x="13943" y="1"/>
                  <a:pt x="13777" y="167"/>
                  <a:pt x="13743" y="368"/>
                </a:cubicBezTo>
                <a:lnTo>
                  <a:pt x="13343" y="2336"/>
                </a:lnTo>
                <a:cubicBezTo>
                  <a:pt x="13310" y="2569"/>
                  <a:pt x="13143" y="2703"/>
                  <a:pt x="12943" y="2769"/>
                </a:cubicBezTo>
                <a:cubicBezTo>
                  <a:pt x="12142" y="2903"/>
                  <a:pt x="11375" y="3070"/>
                  <a:pt x="10608" y="3336"/>
                </a:cubicBezTo>
                <a:cubicBezTo>
                  <a:pt x="10522" y="3349"/>
                  <a:pt x="10437" y="3356"/>
                  <a:pt x="10353" y="3356"/>
                </a:cubicBezTo>
                <a:cubicBezTo>
                  <a:pt x="10208" y="3356"/>
                  <a:pt x="10067" y="3333"/>
                  <a:pt x="9940" y="3270"/>
                </a:cubicBezTo>
                <a:lnTo>
                  <a:pt x="6938" y="1902"/>
                </a:lnTo>
                <a:cubicBezTo>
                  <a:pt x="6830" y="1856"/>
                  <a:pt x="6722" y="1831"/>
                  <a:pt x="6617" y="1831"/>
                </a:cubicBezTo>
                <a:cubicBezTo>
                  <a:pt x="6495" y="1831"/>
                  <a:pt x="6378" y="1864"/>
                  <a:pt x="6271" y="1935"/>
                </a:cubicBezTo>
                <a:lnTo>
                  <a:pt x="3302" y="3637"/>
                </a:lnTo>
                <a:cubicBezTo>
                  <a:pt x="3236" y="3670"/>
                  <a:pt x="3169" y="3737"/>
                  <a:pt x="3169" y="3837"/>
                </a:cubicBezTo>
                <a:lnTo>
                  <a:pt x="3169" y="6405"/>
                </a:lnTo>
                <a:cubicBezTo>
                  <a:pt x="3169" y="6472"/>
                  <a:pt x="3236" y="6539"/>
                  <a:pt x="3302" y="6605"/>
                </a:cubicBezTo>
                <a:lnTo>
                  <a:pt x="4637" y="7573"/>
                </a:lnTo>
                <a:cubicBezTo>
                  <a:pt x="4570" y="7639"/>
                  <a:pt x="4437" y="7706"/>
                  <a:pt x="4303" y="7706"/>
                </a:cubicBezTo>
                <a:lnTo>
                  <a:pt x="367" y="7973"/>
                </a:lnTo>
                <a:cubicBezTo>
                  <a:pt x="167" y="7973"/>
                  <a:pt x="33" y="8140"/>
                  <a:pt x="0" y="8340"/>
                </a:cubicBezTo>
                <a:lnTo>
                  <a:pt x="0" y="10008"/>
                </a:lnTo>
                <a:lnTo>
                  <a:pt x="0" y="13110"/>
                </a:lnTo>
                <a:cubicBezTo>
                  <a:pt x="33" y="13310"/>
                  <a:pt x="167" y="13477"/>
                  <a:pt x="367" y="13510"/>
                </a:cubicBezTo>
                <a:lnTo>
                  <a:pt x="4303" y="13744"/>
                </a:lnTo>
                <a:cubicBezTo>
                  <a:pt x="4437" y="13744"/>
                  <a:pt x="4570" y="13811"/>
                  <a:pt x="4670" y="13877"/>
                </a:cubicBezTo>
                <a:lnTo>
                  <a:pt x="3302" y="14878"/>
                </a:lnTo>
                <a:cubicBezTo>
                  <a:pt x="3236" y="14911"/>
                  <a:pt x="3202" y="14978"/>
                  <a:pt x="3202" y="15078"/>
                </a:cubicBezTo>
                <a:lnTo>
                  <a:pt x="3202" y="17647"/>
                </a:lnTo>
                <a:cubicBezTo>
                  <a:pt x="3202" y="17713"/>
                  <a:pt x="3236" y="17780"/>
                  <a:pt x="3336" y="17847"/>
                </a:cubicBezTo>
                <a:lnTo>
                  <a:pt x="6271" y="19548"/>
                </a:lnTo>
                <a:cubicBezTo>
                  <a:pt x="6400" y="19603"/>
                  <a:pt x="6528" y="19628"/>
                  <a:pt x="6651" y="19628"/>
                </a:cubicBezTo>
                <a:cubicBezTo>
                  <a:pt x="6752" y="19628"/>
                  <a:pt x="6848" y="19611"/>
                  <a:pt x="6938" y="19581"/>
                </a:cubicBezTo>
                <a:lnTo>
                  <a:pt x="9940" y="18180"/>
                </a:lnTo>
                <a:cubicBezTo>
                  <a:pt x="10069" y="18125"/>
                  <a:pt x="10198" y="18100"/>
                  <a:pt x="10321" y="18100"/>
                </a:cubicBezTo>
                <a:cubicBezTo>
                  <a:pt x="10421" y="18100"/>
                  <a:pt x="10518" y="18117"/>
                  <a:pt x="10608" y="18147"/>
                </a:cubicBezTo>
                <a:cubicBezTo>
                  <a:pt x="11375" y="18380"/>
                  <a:pt x="12175" y="18547"/>
                  <a:pt x="12943" y="18681"/>
                </a:cubicBezTo>
                <a:cubicBezTo>
                  <a:pt x="13143" y="18747"/>
                  <a:pt x="13310" y="18914"/>
                  <a:pt x="13376" y="19114"/>
                </a:cubicBezTo>
                <a:lnTo>
                  <a:pt x="13743" y="21082"/>
                </a:lnTo>
                <a:cubicBezTo>
                  <a:pt x="13777" y="21283"/>
                  <a:pt x="13977" y="21449"/>
                  <a:pt x="14177" y="21449"/>
                </a:cubicBezTo>
                <a:lnTo>
                  <a:pt x="18513" y="21449"/>
                </a:lnTo>
                <a:cubicBezTo>
                  <a:pt x="18747" y="21416"/>
                  <a:pt x="18914" y="21283"/>
                  <a:pt x="18947" y="21082"/>
                </a:cubicBezTo>
                <a:lnTo>
                  <a:pt x="19314" y="19114"/>
                </a:lnTo>
                <a:cubicBezTo>
                  <a:pt x="19381" y="18914"/>
                  <a:pt x="19547" y="18747"/>
                  <a:pt x="19747" y="18681"/>
                </a:cubicBezTo>
                <a:cubicBezTo>
                  <a:pt x="20515" y="18547"/>
                  <a:pt x="21315" y="18380"/>
                  <a:pt x="22082" y="18147"/>
                </a:cubicBezTo>
                <a:cubicBezTo>
                  <a:pt x="22172" y="18117"/>
                  <a:pt x="22276" y="18100"/>
                  <a:pt x="22381" y="18100"/>
                </a:cubicBezTo>
                <a:cubicBezTo>
                  <a:pt x="22509" y="18100"/>
                  <a:pt x="22639" y="18125"/>
                  <a:pt x="22750" y="18180"/>
                </a:cubicBezTo>
                <a:lnTo>
                  <a:pt x="25752" y="19581"/>
                </a:lnTo>
                <a:cubicBezTo>
                  <a:pt x="25842" y="19611"/>
                  <a:pt x="25945" y="19628"/>
                  <a:pt x="26050" y="19628"/>
                </a:cubicBezTo>
                <a:cubicBezTo>
                  <a:pt x="26178" y="19628"/>
                  <a:pt x="26309" y="19603"/>
                  <a:pt x="26419" y="19548"/>
                </a:cubicBezTo>
                <a:lnTo>
                  <a:pt x="29354" y="17847"/>
                </a:lnTo>
                <a:cubicBezTo>
                  <a:pt x="29454" y="17780"/>
                  <a:pt x="29488" y="17713"/>
                  <a:pt x="29521" y="17647"/>
                </a:cubicBezTo>
                <a:lnTo>
                  <a:pt x="29521" y="15045"/>
                </a:lnTo>
                <a:cubicBezTo>
                  <a:pt x="29488" y="14978"/>
                  <a:pt x="29454" y="14911"/>
                  <a:pt x="29388" y="14845"/>
                </a:cubicBezTo>
                <a:lnTo>
                  <a:pt x="28053" y="13877"/>
                </a:lnTo>
                <a:cubicBezTo>
                  <a:pt x="28153" y="13811"/>
                  <a:pt x="28254" y="13744"/>
                  <a:pt x="28387" y="13744"/>
                </a:cubicBezTo>
                <a:lnTo>
                  <a:pt x="32323" y="13477"/>
                </a:lnTo>
                <a:cubicBezTo>
                  <a:pt x="32523" y="13477"/>
                  <a:pt x="32690" y="13310"/>
                  <a:pt x="32690" y="13110"/>
                </a:cubicBezTo>
                <a:lnTo>
                  <a:pt x="32690" y="8340"/>
                </a:lnTo>
                <a:cubicBezTo>
                  <a:pt x="32690" y="8140"/>
                  <a:pt x="32523" y="7973"/>
                  <a:pt x="32323" y="7973"/>
                </a:cubicBezTo>
                <a:lnTo>
                  <a:pt x="28387" y="7706"/>
                </a:lnTo>
                <a:cubicBezTo>
                  <a:pt x="28254" y="7706"/>
                  <a:pt x="28153" y="7639"/>
                  <a:pt x="28053" y="7573"/>
                </a:cubicBezTo>
                <a:lnTo>
                  <a:pt x="29388" y="6605"/>
                </a:lnTo>
                <a:cubicBezTo>
                  <a:pt x="29454" y="6539"/>
                  <a:pt x="29521" y="6472"/>
                  <a:pt x="29521" y="6405"/>
                </a:cubicBezTo>
                <a:lnTo>
                  <a:pt x="29521" y="3837"/>
                </a:lnTo>
                <a:cubicBezTo>
                  <a:pt x="29521" y="3737"/>
                  <a:pt x="29454" y="3670"/>
                  <a:pt x="29388" y="3637"/>
                </a:cubicBezTo>
                <a:lnTo>
                  <a:pt x="26419" y="1935"/>
                </a:lnTo>
                <a:cubicBezTo>
                  <a:pt x="26312" y="1864"/>
                  <a:pt x="26195" y="1831"/>
                  <a:pt x="26079" y="1831"/>
                </a:cubicBezTo>
                <a:cubicBezTo>
                  <a:pt x="25978" y="1831"/>
                  <a:pt x="25878" y="1856"/>
                  <a:pt x="25785" y="1902"/>
                </a:cubicBezTo>
                <a:lnTo>
                  <a:pt x="22783" y="3270"/>
                </a:lnTo>
                <a:cubicBezTo>
                  <a:pt x="22635" y="3333"/>
                  <a:pt x="22487" y="3356"/>
                  <a:pt x="22339" y="3356"/>
                </a:cubicBezTo>
                <a:cubicBezTo>
                  <a:pt x="22253" y="3356"/>
                  <a:pt x="22168" y="3349"/>
                  <a:pt x="22082" y="3336"/>
                </a:cubicBezTo>
                <a:cubicBezTo>
                  <a:pt x="21315" y="3070"/>
                  <a:pt x="20548" y="2903"/>
                  <a:pt x="19747" y="2769"/>
                </a:cubicBezTo>
                <a:cubicBezTo>
                  <a:pt x="19547" y="2703"/>
                  <a:pt x="19381" y="2569"/>
                  <a:pt x="19347" y="2336"/>
                </a:cubicBezTo>
                <a:lnTo>
                  <a:pt x="18980" y="368"/>
                </a:lnTo>
                <a:cubicBezTo>
                  <a:pt x="18914" y="167"/>
                  <a:pt x="18747" y="1"/>
                  <a:pt x="18513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1">
            <a:extLst>
              <a:ext uri="{FF2B5EF4-FFF2-40B4-BE49-F238E27FC236}">
                <a16:creationId xmlns:a16="http://schemas.microsoft.com/office/drawing/2014/main" id="{E96B6137-2FC5-4248-7CD8-2180B553AAAC}"/>
              </a:ext>
            </a:extLst>
          </p:cNvPr>
          <p:cNvSpPr/>
          <p:nvPr/>
        </p:nvSpPr>
        <p:spPr>
          <a:xfrm>
            <a:off x="1770229" y="4200498"/>
            <a:ext cx="89582" cy="154952"/>
          </a:xfrm>
          <a:custGeom>
            <a:avLst/>
            <a:gdLst/>
            <a:ahLst/>
            <a:cxnLst/>
            <a:rect l="l" t="t" r="r" b="b"/>
            <a:pathLst>
              <a:path w="5805" h="10041" extrusionOk="0">
                <a:moveTo>
                  <a:pt x="3169" y="0"/>
                </a:moveTo>
                <a:lnTo>
                  <a:pt x="3169" y="2535"/>
                </a:lnTo>
                <a:cubicBezTo>
                  <a:pt x="3169" y="2602"/>
                  <a:pt x="3202" y="2669"/>
                  <a:pt x="3269" y="2735"/>
                </a:cubicBezTo>
                <a:lnTo>
                  <a:pt x="4637" y="3703"/>
                </a:lnTo>
                <a:cubicBezTo>
                  <a:pt x="4703" y="3636"/>
                  <a:pt x="4770" y="3569"/>
                  <a:pt x="4837" y="3503"/>
                </a:cubicBezTo>
                <a:cubicBezTo>
                  <a:pt x="5070" y="3069"/>
                  <a:pt x="5337" y="2669"/>
                  <a:pt x="5671" y="2335"/>
                </a:cubicBezTo>
                <a:cubicBezTo>
                  <a:pt x="5804" y="2168"/>
                  <a:pt x="5771" y="1935"/>
                  <a:pt x="5604" y="1835"/>
                </a:cubicBezTo>
                <a:lnTo>
                  <a:pt x="3269" y="167"/>
                </a:lnTo>
                <a:cubicBezTo>
                  <a:pt x="3202" y="134"/>
                  <a:pt x="3169" y="67"/>
                  <a:pt x="3169" y="0"/>
                </a:cubicBezTo>
                <a:close/>
                <a:moveTo>
                  <a:pt x="0" y="6672"/>
                </a:moveTo>
                <a:lnTo>
                  <a:pt x="0" y="9240"/>
                </a:lnTo>
                <a:cubicBezTo>
                  <a:pt x="0" y="9440"/>
                  <a:pt x="133" y="9607"/>
                  <a:pt x="367" y="9640"/>
                </a:cubicBezTo>
                <a:lnTo>
                  <a:pt x="4303" y="9874"/>
                </a:lnTo>
                <a:cubicBezTo>
                  <a:pt x="4437" y="9907"/>
                  <a:pt x="4537" y="9941"/>
                  <a:pt x="4637" y="10041"/>
                </a:cubicBezTo>
                <a:lnTo>
                  <a:pt x="5637" y="9307"/>
                </a:lnTo>
                <a:cubicBezTo>
                  <a:pt x="5804" y="9207"/>
                  <a:pt x="5804" y="8973"/>
                  <a:pt x="5671" y="8840"/>
                </a:cubicBezTo>
                <a:cubicBezTo>
                  <a:pt x="5337" y="8473"/>
                  <a:pt x="5070" y="8106"/>
                  <a:pt x="4837" y="7672"/>
                </a:cubicBezTo>
                <a:cubicBezTo>
                  <a:pt x="4703" y="7472"/>
                  <a:pt x="4503" y="7339"/>
                  <a:pt x="4303" y="7305"/>
                </a:cubicBezTo>
                <a:lnTo>
                  <a:pt x="367" y="7072"/>
                </a:lnTo>
                <a:cubicBezTo>
                  <a:pt x="133" y="7038"/>
                  <a:pt x="0" y="6872"/>
                  <a:pt x="0" y="6672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1">
            <a:extLst>
              <a:ext uri="{FF2B5EF4-FFF2-40B4-BE49-F238E27FC236}">
                <a16:creationId xmlns:a16="http://schemas.microsoft.com/office/drawing/2014/main" id="{5645380D-60B5-38C1-EA0C-E96EB01B2EA0}"/>
              </a:ext>
            </a:extLst>
          </p:cNvPr>
          <p:cNvSpPr/>
          <p:nvPr/>
        </p:nvSpPr>
        <p:spPr>
          <a:xfrm>
            <a:off x="1908175" y="4223662"/>
            <a:ext cx="227544" cy="75678"/>
          </a:xfrm>
          <a:custGeom>
            <a:avLst/>
            <a:gdLst/>
            <a:ahLst/>
            <a:cxnLst/>
            <a:rect l="l" t="t" r="r" b="b"/>
            <a:pathLst>
              <a:path w="14745" h="4904" extrusionOk="0">
                <a:moveTo>
                  <a:pt x="7406" y="0"/>
                </a:moveTo>
                <a:cubicBezTo>
                  <a:pt x="5596" y="0"/>
                  <a:pt x="3787" y="400"/>
                  <a:pt x="2402" y="1201"/>
                </a:cubicBezTo>
                <a:cubicBezTo>
                  <a:pt x="635" y="2202"/>
                  <a:pt x="1" y="3603"/>
                  <a:pt x="468" y="4904"/>
                </a:cubicBezTo>
                <a:cubicBezTo>
                  <a:pt x="668" y="4203"/>
                  <a:pt x="1302" y="3503"/>
                  <a:pt x="2402" y="2869"/>
                </a:cubicBezTo>
                <a:cubicBezTo>
                  <a:pt x="3770" y="2068"/>
                  <a:pt x="5580" y="1668"/>
                  <a:pt x="7394" y="1668"/>
                </a:cubicBezTo>
                <a:cubicBezTo>
                  <a:pt x="9207" y="1668"/>
                  <a:pt x="11025" y="2068"/>
                  <a:pt x="12410" y="2869"/>
                </a:cubicBezTo>
                <a:cubicBezTo>
                  <a:pt x="13244" y="3303"/>
                  <a:pt x="13911" y="3936"/>
                  <a:pt x="14378" y="4770"/>
                </a:cubicBezTo>
                <a:cubicBezTo>
                  <a:pt x="14745" y="3503"/>
                  <a:pt x="14077" y="2168"/>
                  <a:pt x="12410" y="1201"/>
                </a:cubicBezTo>
                <a:cubicBezTo>
                  <a:pt x="11025" y="400"/>
                  <a:pt x="9216" y="0"/>
                  <a:pt x="7406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41">
            <a:extLst>
              <a:ext uri="{FF2B5EF4-FFF2-40B4-BE49-F238E27FC236}">
                <a16:creationId xmlns:a16="http://schemas.microsoft.com/office/drawing/2014/main" id="{AF9BEA69-E41A-E3B8-67E7-88BE5F296EF1}"/>
              </a:ext>
            </a:extLst>
          </p:cNvPr>
          <p:cNvSpPr/>
          <p:nvPr/>
        </p:nvSpPr>
        <p:spPr>
          <a:xfrm>
            <a:off x="1872666" y="4201007"/>
            <a:ext cx="402048" cy="271293"/>
          </a:xfrm>
          <a:custGeom>
            <a:avLst/>
            <a:gdLst/>
            <a:ahLst/>
            <a:cxnLst/>
            <a:rect l="l" t="t" r="r" b="b"/>
            <a:pathLst>
              <a:path w="26053" h="17580" extrusionOk="0">
                <a:moveTo>
                  <a:pt x="22883" y="0"/>
                </a:moveTo>
                <a:cubicBezTo>
                  <a:pt x="22850" y="34"/>
                  <a:pt x="22850" y="67"/>
                  <a:pt x="22816" y="67"/>
                </a:cubicBezTo>
                <a:cubicBezTo>
                  <a:pt x="22816" y="101"/>
                  <a:pt x="22783" y="101"/>
                  <a:pt x="22783" y="134"/>
                </a:cubicBezTo>
                <a:lnTo>
                  <a:pt x="20415" y="1802"/>
                </a:lnTo>
                <a:cubicBezTo>
                  <a:pt x="20415" y="1835"/>
                  <a:pt x="20381" y="1835"/>
                  <a:pt x="20381" y="1868"/>
                </a:cubicBezTo>
                <a:cubicBezTo>
                  <a:pt x="20315" y="1902"/>
                  <a:pt x="20315" y="1969"/>
                  <a:pt x="20281" y="2002"/>
                </a:cubicBezTo>
                <a:cubicBezTo>
                  <a:pt x="20281" y="2035"/>
                  <a:pt x="20281" y="2069"/>
                  <a:pt x="20281" y="2102"/>
                </a:cubicBezTo>
                <a:cubicBezTo>
                  <a:pt x="20281" y="2102"/>
                  <a:pt x="20281" y="2135"/>
                  <a:pt x="20281" y="2169"/>
                </a:cubicBezTo>
                <a:cubicBezTo>
                  <a:pt x="20315" y="2202"/>
                  <a:pt x="20348" y="2235"/>
                  <a:pt x="20381" y="2302"/>
                </a:cubicBezTo>
                <a:cubicBezTo>
                  <a:pt x="20381" y="2302"/>
                  <a:pt x="20415" y="2335"/>
                  <a:pt x="20415" y="2335"/>
                </a:cubicBezTo>
                <a:cubicBezTo>
                  <a:pt x="20715" y="2669"/>
                  <a:pt x="20982" y="3036"/>
                  <a:pt x="21215" y="3436"/>
                </a:cubicBezTo>
                <a:cubicBezTo>
                  <a:pt x="21249" y="3536"/>
                  <a:pt x="21315" y="3603"/>
                  <a:pt x="21382" y="3670"/>
                </a:cubicBezTo>
                <a:lnTo>
                  <a:pt x="22750" y="2702"/>
                </a:lnTo>
                <a:cubicBezTo>
                  <a:pt x="22816" y="2636"/>
                  <a:pt x="22850" y="2569"/>
                  <a:pt x="22883" y="2502"/>
                </a:cubicBezTo>
                <a:lnTo>
                  <a:pt x="22883" y="0"/>
                </a:lnTo>
                <a:close/>
                <a:moveTo>
                  <a:pt x="26052" y="6705"/>
                </a:moveTo>
                <a:cubicBezTo>
                  <a:pt x="26019" y="6872"/>
                  <a:pt x="25885" y="7005"/>
                  <a:pt x="25685" y="7039"/>
                </a:cubicBezTo>
                <a:lnTo>
                  <a:pt x="21749" y="7306"/>
                </a:lnTo>
                <a:cubicBezTo>
                  <a:pt x="21682" y="7306"/>
                  <a:pt x="21616" y="7306"/>
                  <a:pt x="21549" y="7339"/>
                </a:cubicBezTo>
                <a:lnTo>
                  <a:pt x="21549" y="9908"/>
                </a:lnTo>
                <a:cubicBezTo>
                  <a:pt x="21616" y="9874"/>
                  <a:pt x="21682" y="9874"/>
                  <a:pt x="21749" y="9841"/>
                </a:cubicBezTo>
                <a:lnTo>
                  <a:pt x="25685" y="9607"/>
                </a:lnTo>
                <a:cubicBezTo>
                  <a:pt x="25885" y="9574"/>
                  <a:pt x="26052" y="9407"/>
                  <a:pt x="26052" y="9207"/>
                </a:cubicBezTo>
                <a:lnTo>
                  <a:pt x="26052" y="6705"/>
                </a:lnTo>
                <a:close/>
                <a:moveTo>
                  <a:pt x="3569" y="11642"/>
                </a:moveTo>
                <a:cubicBezTo>
                  <a:pt x="3469" y="11642"/>
                  <a:pt x="3369" y="11675"/>
                  <a:pt x="3269" y="11709"/>
                </a:cubicBezTo>
                <a:lnTo>
                  <a:pt x="267" y="13110"/>
                </a:lnTo>
                <a:cubicBezTo>
                  <a:pt x="200" y="13143"/>
                  <a:pt x="100" y="13177"/>
                  <a:pt x="0" y="13177"/>
                </a:cubicBezTo>
                <a:lnTo>
                  <a:pt x="0" y="15712"/>
                </a:lnTo>
                <a:cubicBezTo>
                  <a:pt x="100" y="15712"/>
                  <a:pt x="167" y="15712"/>
                  <a:pt x="267" y="15678"/>
                </a:cubicBezTo>
                <a:lnTo>
                  <a:pt x="3269" y="14277"/>
                </a:lnTo>
                <a:cubicBezTo>
                  <a:pt x="3369" y="14244"/>
                  <a:pt x="3469" y="14211"/>
                  <a:pt x="3569" y="14211"/>
                </a:cubicBezTo>
                <a:lnTo>
                  <a:pt x="3569" y="11642"/>
                </a:lnTo>
                <a:close/>
                <a:moveTo>
                  <a:pt x="22883" y="11175"/>
                </a:moveTo>
                <a:cubicBezTo>
                  <a:pt x="22850" y="11242"/>
                  <a:pt x="22816" y="11309"/>
                  <a:pt x="22716" y="11375"/>
                </a:cubicBezTo>
                <a:lnTo>
                  <a:pt x="19781" y="13076"/>
                </a:lnTo>
                <a:cubicBezTo>
                  <a:pt x="19659" y="13125"/>
                  <a:pt x="19555" y="13156"/>
                  <a:pt x="19442" y="13156"/>
                </a:cubicBezTo>
                <a:cubicBezTo>
                  <a:pt x="19401" y="13156"/>
                  <a:pt x="19359" y="13152"/>
                  <a:pt x="19314" y="13143"/>
                </a:cubicBezTo>
                <a:lnTo>
                  <a:pt x="19314" y="15712"/>
                </a:lnTo>
                <a:cubicBezTo>
                  <a:pt x="19481" y="15712"/>
                  <a:pt x="19614" y="15712"/>
                  <a:pt x="19781" y="15612"/>
                </a:cubicBezTo>
                <a:lnTo>
                  <a:pt x="22716" y="13910"/>
                </a:lnTo>
                <a:cubicBezTo>
                  <a:pt x="22816" y="13877"/>
                  <a:pt x="22850" y="13810"/>
                  <a:pt x="22883" y="13744"/>
                </a:cubicBezTo>
                <a:lnTo>
                  <a:pt x="22883" y="11175"/>
                </a:lnTo>
                <a:close/>
                <a:moveTo>
                  <a:pt x="12242" y="14778"/>
                </a:moveTo>
                <a:cubicBezTo>
                  <a:pt x="12142" y="14911"/>
                  <a:pt x="12009" y="14978"/>
                  <a:pt x="11875" y="14978"/>
                </a:cubicBezTo>
                <a:lnTo>
                  <a:pt x="7539" y="14978"/>
                </a:lnTo>
                <a:cubicBezTo>
                  <a:pt x="7439" y="14978"/>
                  <a:pt x="7339" y="14944"/>
                  <a:pt x="7272" y="14878"/>
                </a:cubicBezTo>
                <a:lnTo>
                  <a:pt x="7272" y="17480"/>
                </a:lnTo>
                <a:cubicBezTo>
                  <a:pt x="7339" y="17546"/>
                  <a:pt x="7439" y="17580"/>
                  <a:pt x="7539" y="17580"/>
                </a:cubicBezTo>
                <a:lnTo>
                  <a:pt x="11875" y="17580"/>
                </a:lnTo>
                <a:cubicBezTo>
                  <a:pt x="12042" y="17580"/>
                  <a:pt x="12175" y="17480"/>
                  <a:pt x="12242" y="17346"/>
                </a:cubicBezTo>
                <a:lnTo>
                  <a:pt x="12242" y="14778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1">
            <a:extLst>
              <a:ext uri="{FF2B5EF4-FFF2-40B4-BE49-F238E27FC236}">
                <a16:creationId xmlns:a16="http://schemas.microsoft.com/office/drawing/2014/main" id="{38DCFCE0-1377-F1EB-46CF-A0B4E064CF1E}"/>
              </a:ext>
            </a:extLst>
          </p:cNvPr>
          <p:cNvSpPr/>
          <p:nvPr/>
        </p:nvSpPr>
        <p:spPr>
          <a:xfrm>
            <a:off x="1872666" y="4201007"/>
            <a:ext cx="402048" cy="271293"/>
          </a:xfrm>
          <a:custGeom>
            <a:avLst/>
            <a:gdLst/>
            <a:ahLst/>
            <a:cxnLst/>
            <a:rect l="l" t="t" r="r" b="b"/>
            <a:pathLst>
              <a:path w="26053" h="17580" extrusionOk="0">
                <a:moveTo>
                  <a:pt x="22883" y="0"/>
                </a:moveTo>
                <a:cubicBezTo>
                  <a:pt x="22850" y="34"/>
                  <a:pt x="22850" y="67"/>
                  <a:pt x="22816" y="67"/>
                </a:cubicBezTo>
                <a:cubicBezTo>
                  <a:pt x="22816" y="101"/>
                  <a:pt x="22783" y="101"/>
                  <a:pt x="22783" y="134"/>
                </a:cubicBezTo>
                <a:lnTo>
                  <a:pt x="20415" y="1802"/>
                </a:lnTo>
                <a:cubicBezTo>
                  <a:pt x="20415" y="1835"/>
                  <a:pt x="20381" y="1835"/>
                  <a:pt x="20381" y="1868"/>
                </a:cubicBezTo>
                <a:cubicBezTo>
                  <a:pt x="20315" y="1902"/>
                  <a:pt x="20315" y="1969"/>
                  <a:pt x="20281" y="2002"/>
                </a:cubicBezTo>
                <a:cubicBezTo>
                  <a:pt x="20281" y="2035"/>
                  <a:pt x="20281" y="2069"/>
                  <a:pt x="20281" y="2102"/>
                </a:cubicBezTo>
                <a:cubicBezTo>
                  <a:pt x="20281" y="2102"/>
                  <a:pt x="20281" y="2135"/>
                  <a:pt x="20281" y="2169"/>
                </a:cubicBezTo>
                <a:cubicBezTo>
                  <a:pt x="20315" y="2202"/>
                  <a:pt x="20348" y="2235"/>
                  <a:pt x="20381" y="2302"/>
                </a:cubicBezTo>
                <a:cubicBezTo>
                  <a:pt x="20381" y="2302"/>
                  <a:pt x="20415" y="2335"/>
                  <a:pt x="20415" y="2335"/>
                </a:cubicBezTo>
                <a:cubicBezTo>
                  <a:pt x="20715" y="2669"/>
                  <a:pt x="20982" y="3036"/>
                  <a:pt x="21215" y="3436"/>
                </a:cubicBezTo>
                <a:cubicBezTo>
                  <a:pt x="21249" y="3536"/>
                  <a:pt x="21315" y="3603"/>
                  <a:pt x="21382" y="3670"/>
                </a:cubicBezTo>
                <a:lnTo>
                  <a:pt x="22750" y="2702"/>
                </a:lnTo>
                <a:cubicBezTo>
                  <a:pt x="22816" y="2636"/>
                  <a:pt x="22850" y="2569"/>
                  <a:pt x="22883" y="2502"/>
                </a:cubicBezTo>
                <a:lnTo>
                  <a:pt x="22883" y="0"/>
                </a:lnTo>
                <a:close/>
                <a:moveTo>
                  <a:pt x="26052" y="6705"/>
                </a:moveTo>
                <a:cubicBezTo>
                  <a:pt x="26019" y="6872"/>
                  <a:pt x="25885" y="7005"/>
                  <a:pt x="25685" y="7039"/>
                </a:cubicBezTo>
                <a:lnTo>
                  <a:pt x="21749" y="7306"/>
                </a:lnTo>
                <a:cubicBezTo>
                  <a:pt x="21682" y="7306"/>
                  <a:pt x="21616" y="7306"/>
                  <a:pt x="21549" y="7339"/>
                </a:cubicBezTo>
                <a:lnTo>
                  <a:pt x="21549" y="9908"/>
                </a:lnTo>
                <a:cubicBezTo>
                  <a:pt x="21616" y="9874"/>
                  <a:pt x="21682" y="9874"/>
                  <a:pt x="21749" y="9841"/>
                </a:cubicBezTo>
                <a:lnTo>
                  <a:pt x="25685" y="9607"/>
                </a:lnTo>
                <a:cubicBezTo>
                  <a:pt x="25885" y="9574"/>
                  <a:pt x="26052" y="9407"/>
                  <a:pt x="26052" y="9207"/>
                </a:cubicBezTo>
                <a:lnTo>
                  <a:pt x="26052" y="6705"/>
                </a:lnTo>
                <a:close/>
                <a:moveTo>
                  <a:pt x="3569" y="11642"/>
                </a:moveTo>
                <a:cubicBezTo>
                  <a:pt x="3469" y="11642"/>
                  <a:pt x="3369" y="11675"/>
                  <a:pt x="3269" y="11709"/>
                </a:cubicBezTo>
                <a:lnTo>
                  <a:pt x="267" y="13110"/>
                </a:lnTo>
                <a:cubicBezTo>
                  <a:pt x="200" y="13143"/>
                  <a:pt x="100" y="13177"/>
                  <a:pt x="0" y="13177"/>
                </a:cubicBezTo>
                <a:lnTo>
                  <a:pt x="0" y="15712"/>
                </a:lnTo>
                <a:cubicBezTo>
                  <a:pt x="100" y="15712"/>
                  <a:pt x="167" y="15712"/>
                  <a:pt x="267" y="15678"/>
                </a:cubicBezTo>
                <a:lnTo>
                  <a:pt x="3269" y="14277"/>
                </a:lnTo>
                <a:cubicBezTo>
                  <a:pt x="3369" y="14244"/>
                  <a:pt x="3469" y="14211"/>
                  <a:pt x="3569" y="14211"/>
                </a:cubicBezTo>
                <a:lnTo>
                  <a:pt x="3569" y="11642"/>
                </a:lnTo>
                <a:close/>
                <a:moveTo>
                  <a:pt x="22883" y="11175"/>
                </a:moveTo>
                <a:cubicBezTo>
                  <a:pt x="22850" y="11242"/>
                  <a:pt x="22816" y="11309"/>
                  <a:pt x="22716" y="11375"/>
                </a:cubicBezTo>
                <a:lnTo>
                  <a:pt x="19781" y="13076"/>
                </a:lnTo>
                <a:cubicBezTo>
                  <a:pt x="19659" y="13125"/>
                  <a:pt x="19555" y="13156"/>
                  <a:pt x="19442" y="13156"/>
                </a:cubicBezTo>
                <a:cubicBezTo>
                  <a:pt x="19401" y="13156"/>
                  <a:pt x="19359" y="13152"/>
                  <a:pt x="19314" y="13143"/>
                </a:cubicBezTo>
                <a:lnTo>
                  <a:pt x="19314" y="15712"/>
                </a:lnTo>
                <a:cubicBezTo>
                  <a:pt x="19481" y="15712"/>
                  <a:pt x="19614" y="15712"/>
                  <a:pt x="19781" y="15612"/>
                </a:cubicBezTo>
                <a:lnTo>
                  <a:pt x="22716" y="13910"/>
                </a:lnTo>
                <a:cubicBezTo>
                  <a:pt x="22816" y="13877"/>
                  <a:pt x="22850" y="13810"/>
                  <a:pt x="22883" y="13744"/>
                </a:cubicBezTo>
                <a:lnTo>
                  <a:pt x="22883" y="11175"/>
                </a:lnTo>
                <a:close/>
                <a:moveTo>
                  <a:pt x="12242" y="14778"/>
                </a:moveTo>
                <a:cubicBezTo>
                  <a:pt x="12142" y="14911"/>
                  <a:pt x="12009" y="14978"/>
                  <a:pt x="11875" y="14978"/>
                </a:cubicBezTo>
                <a:lnTo>
                  <a:pt x="7539" y="14978"/>
                </a:lnTo>
                <a:cubicBezTo>
                  <a:pt x="7439" y="14978"/>
                  <a:pt x="7339" y="14944"/>
                  <a:pt x="7272" y="14878"/>
                </a:cubicBezTo>
                <a:lnTo>
                  <a:pt x="7272" y="17480"/>
                </a:lnTo>
                <a:cubicBezTo>
                  <a:pt x="7339" y="17546"/>
                  <a:pt x="7439" y="17580"/>
                  <a:pt x="7539" y="17580"/>
                </a:cubicBezTo>
                <a:lnTo>
                  <a:pt x="11875" y="17580"/>
                </a:lnTo>
                <a:cubicBezTo>
                  <a:pt x="12042" y="17580"/>
                  <a:pt x="12175" y="17480"/>
                  <a:pt x="12242" y="17346"/>
                </a:cubicBezTo>
                <a:lnTo>
                  <a:pt x="12242" y="1477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41">
            <a:extLst>
              <a:ext uri="{FF2B5EF4-FFF2-40B4-BE49-F238E27FC236}">
                <a16:creationId xmlns:a16="http://schemas.microsoft.com/office/drawing/2014/main" id="{E1255B28-0633-4F4D-F17D-2DF6E210F706}"/>
              </a:ext>
            </a:extLst>
          </p:cNvPr>
          <p:cNvSpPr/>
          <p:nvPr/>
        </p:nvSpPr>
        <p:spPr>
          <a:xfrm>
            <a:off x="1770738" y="4140777"/>
            <a:ext cx="503451" cy="291895"/>
          </a:xfrm>
          <a:custGeom>
            <a:avLst/>
            <a:gdLst/>
            <a:ahLst/>
            <a:cxnLst/>
            <a:rect l="l" t="t" r="r" b="b"/>
            <a:pathLst>
              <a:path w="32624" h="18915" extrusionOk="0">
                <a:moveTo>
                  <a:pt x="16300" y="5371"/>
                </a:moveTo>
                <a:cubicBezTo>
                  <a:pt x="18113" y="5371"/>
                  <a:pt x="19931" y="5771"/>
                  <a:pt x="21316" y="6572"/>
                </a:cubicBezTo>
                <a:cubicBezTo>
                  <a:pt x="24051" y="8173"/>
                  <a:pt x="24051" y="10742"/>
                  <a:pt x="21316" y="12343"/>
                </a:cubicBezTo>
                <a:cubicBezTo>
                  <a:pt x="19939" y="13139"/>
                  <a:pt x="18141" y="13531"/>
                  <a:pt x="16341" y="13531"/>
                </a:cubicBezTo>
                <a:cubicBezTo>
                  <a:pt x="14521" y="13531"/>
                  <a:pt x="12700" y="13131"/>
                  <a:pt x="11308" y="12343"/>
                </a:cubicBezTo>
                <a:cubicBezTo>
                  <a:pt x="8540" y="10742"/>
                  <a:pt x="8540" y="8173"/>
                  <a:pt x="11308" y="6572"/>
                </a:cubicBezTo>
                <a:cubicBezTo>
                  <a:pt x="12676" y="5771"/>
                  <a:pt x="14486" y="5371"/>
                  <a:pt x="16300" y="5371"/>
                </a:cubicBezTo>
                <a:close/>
                <a:moveTo>
                  <a:pt x="14144" y="1"/>
                </a:moveTo>
                <a:cubicBezTo>
                  <a:pt x="13910" y="1"/>
                  <a:pt x="13744" y="167"/>
                  <a:pt x="13710" y="368"/>
                </a:cubicBezTo>
                <a:lnTo>
                  <a:pt x="13310" y="2336"/>
                </a:lnTo>
                <a:cubicBezTo>
                  <a:pt x="13277" y="2569"/>
                  <a:pt x="13110" y="2703"/>
                  <a:pt x="12910" y="2769"/>
                </a:cubicBezTo>
                <a:cubicBezTo>
                  <a:pt x="12109" y="2903"/>
                  <a:pt x="11342" y="3070"/>
                  <a:pt x="10575" y="3336"/>
                </a:cubicBezTo>
                <a:cubicBezTo>
                  <a:pt x="10489" y="3349"/>
                  <a:pt x="10404" y="3356"/>
                  <a:pt x="10320" y="3356"/>
                </a:cubicBezTo>
                <a:cubicBezTo>
                  <a:pt x="10175" y="3356"/>
                  <a:pt x="10034" y="3333"/>
                  <a:pt x="9907" y="3270"/>
                </a:cubicBezTo>
                <a:lnTo>
                  <a:pt x="6905" y="1902"/>
                </a:lnTo>
                <a:cubicBezTo>
                  <a:pt x="6797" y="1856"/>
                  <a:pt x="6689" y="1831"/>
                  <a:pt x="6584" y="1831"/>
                </a:cubicBezTo>
                <a:cubicBezTo>
                  <a:pt x="6462" y="1831"/>
                  <a:pt x="6345" y="1864"/>
                  <a:pt x="6238" y="1935"/>
                </a:cubicBezTo>
                <a:lnTo>
                  <a:pt x="3269" y="3637"/>
                </a:lnTo>
                <a:cubicBezTo>
                  <a:pt x="3069" y="3703"/>
                  <a:pt x="3069" y="3970"/>
                  <a:pt x="3269" y="4037"/>
                </a:cubicBezTo>
                <a:lnTo>
                  <a:pt x="5638" y="5738"/>
                </a:lnTo>
                <a:cubicBezTo>
                  <a:pt x="5771" y="5838"/>
                  <a:pt x="5805" y="6072"/>
                  <a:pt x="5671" y="6205"/>
                </a:cubicBezTo>
                <a:cubicBezTo>
                  <a:pt x="5338" y="6572"/>
                  <a:pt x="5071" y="6939"/>
                  <a:pt x="4837" y="7373"/>
                </a:cubicBezTo>
                <a:cubicBezTo>
                  <a:pt x="4704" y="7573"/>
                  <a:pt x="4537" y="7706"/>
                  <a:pt x="4303" y="7706"/>
                </a:cubicBezTo>
                <a:lnTo>
                  <a:pt x="367" y="7973"/>
                </a:lnTo>
                <a:cubicBezTo>
                  <a:pt x="167" y="8006"/>
                  <a:pt x="0" y="8173"/>
                  <a:pt x="0" y="8373"/>
                </a:cubicBezTo>
                <a:lnTo>
                  <a:pt x="0" y="10542"/>
                </a:lnTo>
                <a:cubicBezTo>
                  <a:pt x="0" y="10742"/>
                  <a:pt x="167" y="10908"/>
                  <a:pt x="367" y="10942"/>
                </a:cubicBezTo>
                <a:lnTo>
                  <a:pt x="4303" y="11175"/>
                </a:lnTo>
                <a:cubicBezTo>
                  <a:pt x="4537" y="11209"/>
                  <a:pt x="4704" y="11342"/>
                  <a:pt x="4837" y="11542"/>
                </a:cubicBezTo>
                <a:cubicBezTo>
                  <a:pt x="5071" y="11943"/>
                  <a:pt x="5338" y="12343"/>
                  <a:pt x="5671" y="12710"/>
                </a:cubicBezTo>
                <a:cubicBezTo>
                  <a:pt x="5805" y="12843"/>
                  <a:pt x="5771" y="13077"/>
                  <a:pt x="5638" y="13177"/>
                </a:cubicBezTo>
                <a:lnTo>
                  <a:pt x="3269" y="14878"/>
                </a:lnTo>
                <a:cubicBezTo>
                  <a:pt x="3069" y="14945"/>
                  <a:pt x="3069" y="15212"/>
                  <a:pt x="3269" y="15278"/>
                </a:cubicBezTo>
                <a:lnTo>
                  <a:pt x="6238" y="16979"/>
                </a:lnTo>
                <a:cubicBezTo>
                  <a:pt x="6354" y="17038"/>
                  <a:pt x="6482" y="17073"/>
                  <a:pt x="6608" y="17073"/>
                </a:cubicBezTo>
                <a:cubicBezTo>
                  <a:pt x="6698" y="17073"/>
                  <a:pt x="6788" y="17055"/>
                  <a:pt x="6872" y="17013"/>
                </a:cubicBezTo>
                <a:lnTo>
                  <a:pt x="9874" y="15645"/>
                </a:lnTo>
                <a:cubicBezTo>
                  <a:pt x="10022" y="15582"/>
                  <a:pt x="10170" y="15559"/>
                  <a:pt x="10318" y="15559"/>
                </a:cubicBezTo>
                <a:cubicBezTo>
                  <a:pt x="10404" y="15559"/>
                  <a:pt x="10489" y="15566"/>
                  <a:pt x="10575" y="15578"/>
                </a:cubicBezTo>
                <a:cubicBezTo>
                  <a:pt x="11342" y="15812"/>
                  <a:pt x="12109" y="16012"/>
                  <a:pt x="12910" y="16146"/>
                </a:cubicBezTo>
                <a:cubicBezTo>
                  <a:pt x="13110" y="16179"/>
                  <a:pt x="13277" y="16346"/>
                  <a:pt x="13310" y="16546"/>
                </a:cubicBezTo>
                <a:lnTo>
                  <a:pt x="13710" y="18547"/>
                </a:lnTo>
                <a:cubicBezTo>
                  <a:pt x="13744" y="18747"/>
                  <a:pt x="13910" y="18881"/>
                  <a:pt x="14144" y="18914"/>
                </a:cubicBezTo>
                <a:lnTo>
                  <a:pt x="18480" y="18914"/>
                </a:lnTo>
                <a:cubicBezTo>
                  <a:pt x="18680" y="18881"/>
                  <a:pt x="18881" y="18747"/>
                  <a:pt x="18914" y="18547"/>
                </a:cubicBezTo>
                <a:lnTo>
                  <a:pt x="19281" y="16546"/>
                </a:lnTo>
                <a:cubicBezTo>
                  <a:pt x="19348" y="16346"/>
                  <a:pt x="19514" y="16179"/>
                  <a:pt x="19714" y="16146"/>
                </a:cubicBezTo>
                <a:cubicBezTo>
                  <a:pt x="20482" y="16012"/>
                  <a:pt x="21282" y="15812"/>
                  <a:pt x="22049" y="15578"/>
                </a:cubicBezTo>
                <a:cubicBezTo>
                  <a:pt x="22123" y="15566"/>
                  <a:pt x="22205" y="15559"/>
                  <a:pt x="22290" y="15559"/>
                </a:cubicBezTo>
                <a:cubicBezTo>
                  <a:pt x="22436" y="15559"/>
                  <a:pt x="22590" y="15582"/>
                  <a:pt x="22717" y="15645"/>
                </a:cubicBezTo>
                <a:lnTo>
                  <a:pt x="25719" y="17013"/>
                </a:lnTo>
                <a:cubicBezTo>
                  <a:pt x="25803" y="17055"/>
                  <a:pt x="25898" y="17073"/>
                  <a:pt x="25996" y="17073"/>
                </a:cubicBezTo>
                <a:cubicBezTo>
                  <a:pt x="26131" y="17073"/>
                  <a:pt x="26270" y="17038"/>
                  <a:pt x="26386" y="16979"/>
                </a:cubicBezTo>
                <a:lnTo>
                  <a:pt x="29321" y="15278"/>
                </a:lnTo>
                <a:cubicBezTo>
                  <a:pt x="29521" y="15212"/>
                  <a:pt x="29521" y="14945"/>
                  <a:pt x="29321" y="14878"/>
                </a:cubicBezTo>
                <a:lnTo>
                  <a:pt x="26986" y="13177"/>
                </a:lnTo>
                <a:cubicBezTo>
                  <a:pt x="26820" y="13077"/>
                  <a:pt x="26786" y="12843"/>
                  <a:pt x="26953" y="12710"/>
                </a:cubicBezTo>
                <a:cubicBezTo>
                  <a:pt x="27253" y="12343"/>
                  <a:pt x="27553" y="11943"/>
                  <a:pt x="27787" y="11542"/>
                </a:cubicBezTo>
                <a:cubicBezTo>
                  <a:pt x="27887" y="11342"/>
                  <a:pt x="28087" y="11209"/>
                  <a:pt x="28321" y="11175"/>
                </a:cubicBezTo>
                <a:lnTo>
                  <a:pt x="32257" y="10942"/>
                </a:lnTo>
                <a:cubicBezTo>
                  <a:pt x="32457" y="10908"/>
                  <a:pt x="32624" y="10742"/>
                  <a:pt x="32624" y="10542"/>
                </a:cubicBezTo>
                <a:lnTo>
                  <a:pt x="32624" y="8340"/>
                </a:lnTo>
                <a:cubicBezTo>
                  <a:pt x="32624" y="8140"/>
                  <a:pt x="32457" y="7973"/>
                  <a:pt x="32257" y="7940"/>
                </a:cubicBezTo>
                <a:lnTo>
                  <a:pt x="28321" y="7706"/>
                </a:lnTo>
                <a:cubicBezTo>
                  <a:pt x="28087" y="7673"/>
                  <a:pt x="27887" y="7539"/>
                  <a:pt x="27787" y="7339"/>
                </a:cubicBezTo>
                <a:cubicBezTo>
                  <a:pt x="27553" y="6939"/>
                  <a:pt x="27253" y="6539"/>
                  <a:pt x="26953" y="6172"/>
                </a:cubicBezTo>
                <a:cubicBezTo>
                  <a:pt x="26786" y="6038"/>
                  <a:pt x="26820" y="5805"/>
                  <a:pt x="26986" y="5705"/>
                </a:cubicBezTo>
                <a:lnTo>
                  <a:pt x="29321" y="4004"/>
                </a:lnTo>
                <a:cubicBezTo>
                  <a:pt x="29521" y="3937"/>
                  <a:pt x="29521" y="3670"/>
                  <a:pt x="29321" y="3603"/>
                </a:cubicBezTo>
                <a:lnTo>
                  <a:pt x="26386" y="1902"/>
                </a:lnTo>
                <a:cubicBezTo>
                  <a:pt x="26286" y="1852"/>
                  <a:pt x="26177" y="1827"/>
                  <a:pt x="26069" y="1827"/>
                </a:cubicBezTo>
                <a:cubicBezTo>
                  <a:pt x="25961" y="1827"/>
                  <a:pt x="25852" y="1852"/>
                  <a:pt x="25752" y="1902"/>
                </a:cubicBezTo>
                <a:lnTo>
                  <a:pt x="22750" y="3270"/>
                </a:lnTo>
                <a:cubicBezTo>
                  <a:pt x="22602" y="3333"/>
                  <a:pt x="22454" y="3356"/>
                  <a:pt x="22306" y="3356"/>
                </a:cubicBezTo>
                <a:cubicBezTo>
                  <a:pt x="22220" y="3356"/>
                  <a:pt x="22135" y="3349"/>
                  <a:pt x="22049" y="3336"/>
                </a:cubicBezTo>
                <a:cubicBezTo>
                  <a:pt x="21282" y="3070"/>
                  <a:pt x="20515" y="2903"/>
                  <a:pt x="19714" y="2769"/>
                </a:cubicBezTo>
                <a:cubicBezTo>
                  <a:pt x="19514" y="2703"/>
                  <a:pt x="19348" y="2569"/>
                  <a:pt x="19314" y="2336"/>
                </a:cubicBezTo>
                <a:lnTo>
                  <a:pt x="18947" y="368"/>
                </a:lnTo>
                <a:cubicBezTo>
                  <a:pt x="18881" y="167"/>
                  <a:pt x="18714" y="1"/>
                  <a:pt x="1848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41">
            <a:extLst>
              <a:ext uri="{FF2B5EF4-FFF2-40B4-BE49-F238E27FC236}">
                <a16:creationId xmlns:a16="http://schemas.microsoft.com/office/drawing/2014/main" id="{DB174475-A8A2-75E7-97AD-26782DF1FC87}"/>
              </a:ext>
            </a:extLst>
          </p:cNvPr>
          <p:cNvSpPr/>
          <p:nvPr/>
        </p:nvSpPr>
        <p:spPr>
          <a:xfrm>
            <a:off x="2164530" y="3968850"/>
            <a:ext cx="396385" cy="242466"/>
          </a:xfrm>
          <a:custGeom>
            <a:avLst/>
            <a:gdLst/>
            <a:ahLst/>
            <a:cxnLst/>
            <a:rect l="l" t="t" r="r" b="b"/>
            <a:pathLst>
              <a:path w="25686" h="15712" extrusionOk="0">
                <a:moveTo>
                  <a:pt x="12639" y="6301"/>
                </a:moveTo>
                <a:cubicBezTo>
                  <a:pt x="12707" y="6301"/>
                  <a:pt x="12775" y="6302"/>
                  <a:pt x="12843" y="6305"/>
                </a:cubicBezTo>
                <a:cubicBezTo>
                  <a:pt x="14144" y="6305"/>
                  <a:pt x="15378" y="6638"/>
                  <a:pt x="16079" y="7239"/>
                </a:cubicBezTo>
                <a:cubicBezTo>
                  <a:pt x="16246" y="7372"/>
                  <a:pt x="16546" y="7673"/>
                  <a:pt x="16479" y="7939"/>
                </a:cubicBezTo>
                <a:cubicBezTo>
                  <a:pt x="16446" y="8206"/>
                  <a:pt x="16079" y="8673"/>
                  <a:pt x="15178" y="9040"/>
                </a:cubicBezTo>
                <a:cubicBezTo>
                  <a:pt x="14507" y="9284"/>
                  <a:pt x="13780" y="9445"/>
                  <a:pt x="13048" y="9445"/>
                </a:cubicBezTo>
                <a:cubicBezTo>
                  <a:pt x="12979" y="9445"/>
                  <a:pt x="12911" y="9443"/>
                  <a:pt x="12843" y="9440"/>
                </a:cubicBezTo>
                <a:cubicBezTo>
                  <a:pt x="11542" y="9440"/>
                  <a:pt x="10308" y="9107"/>
                  <a:pt x="9607" y="8540"/>
                </a:cubicBezTo>
                <a:cubicBezTo>
                  <a:pt x="9441" y="8373"/>
                  <a:pt x="9140" y="8073"/>
                  <a:pt x="9207" y="7806"/>
                </a:cubicBezTo>
                <a:cubicBezTo>
                  <a:pt x="9241" y="7539"/>
                  <a:pt x="9607" y="7072"/>
                  <a:pt x="10508" y="6705"/>
                </a:cubicBezTo>
                <a:cubicBezTo>
                  <a:pt x="11210" y="6461"/>
                  <a:pt x="11912" y="6301"/>
                  <a:pt x="12639" y="6301"/>
                </a:cubicBezTo>
                <a:close/>
                <a:moveTo>
                  <a:pt x="13510" y="0"/>
                </a:moveTo>
                <a:cubicBezTo>
                  <a:pt x="12810" y="34"/>
                  <a:pt x="12143" y="434"/>
                  <a:pt x="11809" y="1068"/>
                </a:cubicBezTo>
                <a:lnTo>
                  <a:pt x="11409" y="1835"/>
                </a:lnTo>
                <a:cubicBezTo>
                  <a:pt x="11008" y="1868"/>
                  <a:pt x="10608" y="1902"/>
                  <a:pt x="10241" y="1968"/>
                </a:cubicBezTo>
                <a:lnTo>
                  <a:pt x="8907" y="1101"/>
                </a:lnTo>
                <a:cubicBezTo>
                  <a:pt x="8578" y="891"/>
                  <a:pt x="8221" y="762"/>
                  <a:pt x="7838" y="762"/>
                </a:cubicBezTo>
                <a:cubicBezTo>
                  <a:pt x="7794" y="762"/>
                  <a:pt x="7750" y="764"/>
                  <a:pt x="7706" y="768"/>
                </a:cubicBezTo>
                <a:cubicBezTo>
                  <a:pt x="7439" y="768"/>
                  <a:pt x="7172" y="801"/>
                  <a:pt x="6939" y="901"/>
                </a:cubicBezTo>
                <a:lnTo>
                  <a:pt x="4871" y="1735"/>
                </a:lnTo>
                <a:cubicBezTo>
                  <a:pt x="3870" y="2135"/>
                  <a:pt x="3570" y="3436"/>
                  <a:pt x="4337" y="4237"/>
                </a:cubicBezTo>
                <a:lnTo>
                  <a:pt x="4604" y="4537"/>
                </a:lnTo>
                <a:lnTo>
                  <a:pt x="4604" y="4537"/>
                </a:lnTo>
                <a:lnTo>
                  <a:pt x="2436" y="4437"/>
                </a:lnTo>
                <a:cubicBezTo>
                  <a:pt x="1635" y="4470"/>
                  <a:pt x="901" y="4971"/>
                  <a:pt x="668" y="5738"/>
                </a:cubicBezTo>
                <a:lnTo>
                  <a:pt x="301" y="6872"/>
                </a:lnTo>
                <a:cubicBezTo>
                  <a:pt x="1" y="7839"/>
                  <a:pt x="601" y="8840"/>
                  <a:pt x="1602" y="9007"/>
                </a:cubicBezTo>
                <a:lnTo>
                  <a:pt x="2803" y="9207"/>
                </a:lnTo>
                <a:lnTo>
                  <a:pt x="2369" y="9407"/>
                </a:lnTo>
                <a:cubicBezTo>
                  <a:pt x="1335" y="9907"/>
                  <a:pt x="1168" y="11308"/>
                  <a:pt x="2069" y="12009"/>
                </a:cubicBezTo>
                <a:lnTo>
                  <a:pt x="3370" y="13076"/>
                </a:lnTo>
                <a:cubicBezTo>
                  <a:pt x="3770" y="13410"/>
                  <a:pt x="4237" y="13577"/>
                  <a:pt x="4737" y="13577"/>
                </a:cubicBezTo>
                <a:cubicBezTo>
                  <a:pt x="4937" y="13577"/>
                  <a:pt x="5138" y="13543"/>
                  <a:pt x="5338" y="13477"/>
                </a:cubicBezTo>
                <a:lnTo>
                  <a:pt x="7306" y="12876"/>
                </a:lnTo>
                <a:cubicBezTo>
                  <a:pt x="7539" y="12943"/>
                  <a:pt x="7739" y="13043"/>
                  <a:pt x="7940" y="13110"/>
                </a:cubicBezTo>
                <a:lnTo>
                  <a:pt x="7906" y="13543"/>
                </a:lnTo>
                <a:cubicBezTo>
                  <a:pt x="7806" y="14477"/>
                  <a:pt x="8473" y="15345"/>
                  <a:pt x="9407" y="15445"/>
                </a:cubicBezTo>
                <a:lnTo>
                  <a:pt x="11976" y="15712"/>
                </a:lnTo>
                <a:lnTo>
                  <a:pt x="12176" y="15712"/>
                </a:lnTo>
                <a:cubicBezTo>
                  <a:pt x="12876" y="15712"/>
                  <a:pt x="13544" y="15311"/>
                  <a:pt x="13911" y="14678"/>
                </a:cubicBezTo>
                <a:lnTo>
                  <a:pt x="14311" y="13910"/>
                </a:lnTo>
                <a:cubicBezTo>
                  <a:pt x="14678" y="13877"/>
                  <a:pt x="15078" y="13844"/>
                  <a:pt x="15478" y="13777"/>
                </a:cubicBezTo>
                <a:lnTo>
                  <a:pt x="16779" y="14577"/>
                </a:lnTo>
                <a:cubicBezTo>
                  <a:pt x="17146" y="14811"/>
                  <a:pt x="17546" y="14944"/>
                  <a:pt x="17980" y="14944"/>
                </a:cubicBezTo>
                <a:cubicBezTo>
                  <a:pt x="18247" y="14944"/>
                  <a:pt x="18514" y="14878"/>
                  <a:pt x="18747" y="14811"/>
                </a:cubicBezTo>
                <a:lnTo>
                  <a:pt x="20782" y="13977"/>
                </a:lnTo>
                <a:cubicBezTo>
                  <a:pt x="21816" y="13577"/>
                  <a:pt x="22116" y="12242"/>
                  <a:pt x="21349" y="11475"/>
                </a:cubicBezTo>
                <a:lnTo>
                  <a:pt x="21082" y="11175"/>
                </a:lnTo>
                <a:lnTo>
                  <a:pt x="23251" y="11242"/>
                </a:lnTo>
                <a:cubicBezTo>
                  <a:pt x="24051" y="11242"/>
                  <a:pt x="24752" y="10708"/>
                  <a:pt x="25018" y="9941"/>
                </a:cubicBezTo>
                <a:lnTo>
                  <a:pt x="25385" y="8807"/>
                </a:lnTo>
                <a:cubicBezTo>
                  <a:pt x="25686" y="7873"/>
                  <a:pt x="25085" y="6872"/>
                  <a:pt x="24084" y="6705"/>
                </a:cubicBezTo>
                <a:lnTo>
                  <a:pt x="22884" y="6505"/>
                </a:lnTo>
                <a:lnTo>
                  <a:pt x="23317" y="6271"/>
                </a:lnTo>
                <a:cubicBezTo>
                  <a:pt x="24351" y="5804"/>
                  <a:pt x="24518" y="4403"/>
                  <a:pt x="23617" y="3703"/>
                </a:cubicBezTo>
                <a:lnTo>
                  <a:pt x="22317" y="2602"/>
                </a:lnTo>
                <a:cubicBezTo>
                  <a:pt x="21916" y="2302"/>
                  <a:pt x="21449" y="2135"/>
                  <a:pt x="20949" y="2135"/>
                </a:cubicBezTo>
                <a:cubicBezTo>
                  <a:pt x="20749" y="2135"/>
                  <a:pt x="20549" y="2169"/>
                  <a:pt x="20348" y="2202"/>
                </a:cubicBezTo>
                <a:lnTo>
                  <a:pt x="18380" y="2836"/>
                </a:lnTo>
                <a:cubicBezTo>
                  <a:pt x="18147" y="2736"/>
                  <a:pt x="17947" y="2669"/>
                  <a:pt x="17747" y="2569"/>
                </a:cubicBezTo>
                <a:lnTo>
                  <a:pt x="17780" y="2169"/>
                </a:lnTo>
                <a:cubicBezTo>
                  <a:pt x="17880" y="1235"/>
                  <a:pt x="17213" y="401"/>
                  <a:pt x="16279" y="267"/>
                </a:cubicBezTo>
                <a:lnTo>
                  <a:pt x="13710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41">
            <a:extLst>
              <a:ext uri="{FF2B5EF4-FFF2-40B4-BE49-F238E27FC236}">
                <a16:creationId xmlns:a16="http://schemas.microsoft.com/office/drawing/2014/main" id="{D1BACEA6-BE27-143B-6341-F21D205CCB1B}"/>
              </a:ext>
            </a:extLst>
          </p:cNvPr>
          <p:cNvSpPr/>
          <p:nvPr/>
        </p:nvSpPr>
        <p:spPr>
          <a:xfrm>
            <a:off x="2187694" y="3955979"/>
            <a:ext cx="350567" cy="235769"/>
          </a:xfrm>
          <a:custGeom>
            <a:avLst/>
            <a:gdLst/>
            <a:ahLst/>
            <a:cxnLst/>
            <a:rect l="l" t="t" r="r" b="b"/>
            <a:pathLst>
              <a:path w="22717" h="15278" extrusionOk="0">
                <a:moveTo>
                  <a:pt x="11340" y="5863"/>
                </a:moveTo>
                <a:cubicBezTo>
                  <a:pt x="12899" y="5863"/>
                  <a:pt x="14431" y="6290"/>
                  <a:pt x="15378" y="7072"/>
                </a:cubicBezTo>
                <a:cubicBezTo>
                  <a:pt x="15578" y="7239"/>
                  <a:pt x="15745" y="7439"/>
                  <a:pt x="15912" y="7639"/>
                </a:cubicBezTo>
                <a:cubicBezTo>
                  <a:pt x="15445" y="8206"/>
                  <a:pt x="14845" y="8673"/>
                  <a:pt x="14144" y="8907"/>
                </a:cubicBezTo>
                <a:cubicBezTo>
                  <a:pt x="13289" y="9251"/>
                  <a:pt x="12316" y="9415"/>
                  <a:pt x="11354" y="9415"/>
                </a:cubicBezTo>
                <a:cubicBezTo>
                  <a:pt x="9801" y="9415"/>
                  <a:pt x="8274" y="8989"/>
                  <a:pt x="7306" y="8206"/>
                </a:cubicBezTo>
                <a:cubicBezTo>
                  <a:pt x="7106" y="8039"/>
                  <a:pt x="6939" y="7839"/>
                  <a:pt x="6806" y="7606"/>
                </a:cubicBezTo>
                <a:cubicBezTo>
                  <a:pt x="7239" y="7039"/>
                  <a:pt x="7873" y="6605"/>
                  <a:pt x="8540" y="6372"/>
                </a:cubicBezTo>
                <a:cubicBezTo>
                  <a:pt x="9395" y="6027"/>
                  <a:pt x="10373" y="5863"/>
                  <a:pt x="11340" y="5863"/>
                </a:cubicBezTo>
                <a:close/>
                <a:moveTo>
                  <a:pt x="12076" y="0"/>
                </a:moveTo>
                <a:cubicBezTo>
                  <a:pt x="11809" y="0"/>
                  <a:pt x="11542" y="134"/>
                  <a:pt x="11409" y="367"/>
                </a:cubicBezTo>
                <a:lnTo>
                  <a:pt x="10908" y="1368"/>
                </a:lnTo>
                <a:cubicBezTo>
                  <a:pt x="10775" y="1602"/>
                  <a:pt x="10508" y="1735"/>
                  <a:pt x="10241" y="1768"/>
                </a:cubicBezTo>
                <a:cubicBezTo>
                  <a:pt x="9808" y="1802"/>
                  <a:pt x="9374" y="1868"/>
                  <a:pt x="8907" y="1935"/>
                </a:cubicBezTo>
                <a:cubicBezTo>
                  <a:pt x="8847" y="1943"/>
                  <a:pt x="8785" y="1947"/>
                  <a:pt x="8723" y="1947"/>
                </a:cubicBezTo>
                <a:cubicBezTo>
                  <a:pt x="8507" y="1947"/>
                  <a:pt x="8280" y="1898"/>
                  <a:pt x="8073" y="1768"/>
                </a:cubicBezTo>
                <a:lnTo>
                  <a:pt x="6705" y="868"/>
                </a:lnTo>
                <a:cubicBezTo>
                  <a:pt x="6560" y="763"/>
                  <a:pt x="6388" y="711"/>
                  <a:pt x="6214" y="711"/>
                </a:cubicBezTo>
                <a:cubicBezTo>
                  <a:pt x="6110" y="711"/>
                  <a:pt x="6005" y="730"/>
                  <a:pt x="5905" y="768"/>
                </a:cubicBezTo>
                <a:lnTo>
                  <a:pt x="3837" y="1602"/>
                </a:lnTo>
                <a:cubicBezTo>
                  <a:pt x="3737" y="1635"/>
                  <a:pt x="3637" y="1735"/>
                  <a:pt x="3637" y="1868"/>
                </a:cubicBezTo>
                <a:lnTo>
                  <a:pt x="3637" y="1902"/>
                </a:lnTo>
                <a:lnTo>
                  <a:pt x="3637" y="3970"/>
                </a:lnTo>
                <a:cubicBezTo>
                  <a:pt x="3637" y="4070"/>
                  <a:pt x="3670" y="4137"/>
                  <a:pt x="3737" y="4203"/>
                </a:cubicBezTo>
                <a:lnTo>
                  <a:pt x="3870" y="4337"/>
                </a:lnTo>
                <a:cubicBezTo>
                  <a:pt x="3670" y="4437"/>
                  <a:pt x="3503" y="4504"/>
                  <a:pt x="3303" y="4504"/>
                </a:cubicBezTo>
                <a:lnTo>
                  <a:pt x="935" y="4404"/>
                </a:lnTo>
                <a:cubicBezTo>
                  <a:pt x="668" y="4404"/>
                  <a:pt x="434" y="4570"/>
                  <a:pt x="368" y="4837"/>
                </a:cubicBezTo>
                <a:lnTo>
                  <a:pt x="1" y="5971"/>
                </a:lnTo>
                <a:cubicBezTo>
                  <a:pt x="1" y="6005"/>
                  <a:pt x="1" y="6071"/>
                  <a:pt x="1" y="6105"/>
                </a:cubicBezTo>
                <a:lnTo>
                  <a:pt x="1" y="8240"/>
                </a:lnTo>
                <a:cubicBezTo>
                  <a:pt x="1" y="8406"/>
                  <a:pt x="134" y="8573"/>
                  <a:pt x="334" y="8607"/>
                </a:cubicBezTo>
                <a:lnTo>
                  <a:pt x="2136" y="8907"/>
                </a:lnTo>
                <a:lnTo>
                  <a:pt x="1435" y="9274"/>
                </a:lnTo>
                <a:cubicBezTo>
                  <a:pt x="1335" y="9307"/>
                  <a:pt x="1268" y="9407"/>
                  <a:pt x="1268" y="9507"/>
                </a:cubicBezTo>
                <a:lnTo>
                  <a:pt x="1268" y="11642"/>
                </a:lnTo>
                <a:cubicBezTo>
                  <a:pt x="1268" y="11742"/>
                  <a:pt x="1302" y="11809"/>
                  <a:pt x="1368" y="11876"/>
                </a:cubicBezTo>
                <a:lnTo>
                  <a:pt x="2703" y="12976"/>
                </a:lnTo>
                <a:cubicBezTo>
                  <a:pt x="2839" y="13090"/>
                  <a:pt x="3021" y="13157"/>
                  <a:pt x="3207" y="13157"/>
                </a:cubicBezTo>
                <a:cubicBezTo>
                  <a:pt x="3295" y="13157"/>
                  <a:pt x="3384" y="13142"/>
                  <a:pt x="3470" y="13110"/>
                </a:cubicBezTo>
                <a:lnTo>
                  <a:pt x="5471" y="12509"/>
                </a:lnTo>
                <a:cubicBezTo>
                  <a:pt x="5591" y="12479"/>
                  <a:pt x="5718" y="12463"/>
                  <a:pt x="5845" y="12463"/>
                </a:cubicBezTo>
                <a:cubicBezTo>
                  <a:pt x="6001" y="12463"/>
                  <a:pt x="6158" y="12488"/>
                  <a:pt x="6305" y="12543"/>
                </a:cubicBezTo>
                <a:cubicBezTo>
                  <a:pt x="6639" y="12710"/>
                  <a:pt x="7006" y="12843"/>
                  <a:pt x="7373" y="12943"/>
                </a:cubicBezTo>
                <a:cubicBezTo>
                  <a:pt x="7473" y="12976"/>
                  <a:pt x="7573" y="13043"/>
                  <a:pt x="7639" y="13143"/>
                </a:cubicBezTo>
                <a:lnTo>
                  <a:pt x="7639" y="14578"/>
                </a:lnTo>
                <a:cubicBezTo>
                  <a:pt x="7639" y="14811"/>
                  <a:pt x="7840" y="14978"/>
                  <a:pt x="8073" y="15011"/>
                </a:cubicBezTo>
                <a:lnTo>
                  <a:pt x="10608" y="15278"/>
                </a:lnTo>
                <a:cubicBezTo>
                  <a:pt x="10908" y="15278"/>
                  <a:pt x="11142" y="15145"/>
                  <a:pt x="11275" y="14911"/>
                </a:cubicBezTo>
                <a:lnTo>
                  <a:pt x="11809" y="13910"/>
                </a:lnTo>
                <a:cubicBezTo>
                  <a:pt x="11943" y="13677"/>
                  <a:pt x="12176" y="13543"/>
                  <a:pt x="12476" y="13510"/>
                </a:cubicBezTo>
                <a:cubicBezTo>
                  <a:pt x="12910" y="13477"/>
                  <a:pt x="13344" y="13410"/>
                  <a:pt x="13777" y="13343"/>
                </a:cubicBezTo>
                <a:cubicBezTo>
                  <a:pt x="13855" y="13326"/>
                  <a:pt x="13932" y="13318"/>
                  <a:pt x="14009" y="13318"/>
                </a:cubicBezTo>
                <a:cubicBezTo>
                  <a:pt x="14228" y="13318"/>
                  <a:pt x="14438" y="13386"/>
                  <a:pt x="14611" y="13510"/>
                </a:cubicBezTo>
                <a:lnTo>
                  <a:pt x="16012" y="14411"/>
                </a:lnTo>
                <a:cubicBezTo>
                  <a:pt x="16168" y="14500"/>
                  <a:pt x="16353" y="14544"/>
                  <a:pt x="16538" y="14544"/>
                </a:cubicBezTo>
                <a:cubicBezTo>
                  <a:pt x="16631" y="14544"/>
                  <a:pt x="16724" y="14533"/>
                  <a:pt x="16813" y="14511"/>
                </a:cubicBezTo>
                <a:lnTo>
                  <a:pt x="18847" y="13677"/>
                </a:lnTo>
                <a:cubicBezTo>
                  <a:pt x="18981" y="13644"/>
                  <a:pt x="19081" y="13510"/>
                  <a:pt x="19081" y="13410"/>
                </a:cubicBezTo>
                <a:lnTo>
                  <a:pt x="19081" y="11275"/>
                </a:lnTo>
                <a:cubicBezTo>
                  <a:pt x="19081" y="11175"/>
                  <a:pt x="19048" y="11075"/>
                  <a:pt x="18981" y="11042"/>
                </a:cubicBezTo>
                <a:lnTo>
                  <a:pt x="18847" y="10908"/>
                </a:lnTo>
                <a:cubicBezTo>
                  <a:pt x="19014" y="10808"/>
                  <a:pt x="19214" y="10741"/>
                  <a:pt x="19415" y="10741"/>
                </a:cubicBezTo>
                <a:lnTo>
                  <a:pt x="21750" y="10808"/>
                </a:lnTo>
                <a:cubicBezTo>
                  <a:pt x="22016" y="10808"/>
                  <a:pt x="22250" y="10641"/>
                  <a:pt x="22350" y="10408"/>
                </a:cubicBezTo>
                <a:lnTo>
                  <a:pt x="22717" y="9274"/>
                </a:lnTo>
                <a:cubicBezTo>
                  <a:pt x="22717" y="9240"/>
                  <a:pt x="22717" y="9174"/>
                  <a:pt x="22717" y="9140"/>
                </a:cubicBezTo>
                <a:lnTo>
                  <a:pt x="22717" y="7039"/>
                </a:lnTo>
                <a:cubicBezTo>
                  <a:pt x="22717" y="6839"/>
                  <a:pt x="22583" y="6672"/>
                  <a:pt x="22383" y="6638"/>
                </a:cubicBezTo>
                <a:lnTo>
                  <a:pt x="20582" y="6338"/>
                </a:lnTo>
                <a:lnTo>
                  <a:pt x="21283" y="5971"/>
                </a:lnTo>
                <a:cubicBezTo>
                  <a:pt x="21383" y="5938"/>
                  <a:pt x="21449" y="5838"/>
                  <a:pt x="21449" y="5704"/>
                </a:cubicBezTo>
                <a:lnTo>
                  <a:pt x="21449" y="3603"/>
                </a:lnTo>
                <a:cubicBezTo>
                  <a:pt x="21449" y="3503"/>
                  <a:pt x="21416" y="3403"/>
                  <a:pt x="21316" y="3369"/>
                </a:cubicBezTo>
                <a:lnTo>
                  <a:pt x="20015" y="2269"/>
                </a:lnTo>
                <a:cubicBezTo>
                  <a:pt x="19842" y="2145"/>
                  <a:pt x="19650" y="2076"/>
                  <a:pt x="19454" y="2076"/>
                </a:cubicBezTo>
                <a:cubicBezTo>
                  <a:pt x="19386" y="2076"/>
                  <a:pt x="19317" y="2085"/>
                  <a:pt x="19248" y="2102"/>
                </a:cubicBezTo>
                <a:lnTo>
                  <a:pt x="17246" y="2736"/>
                </a:lnTo>
                <a:cubicBezTo>
                  <a:pt x="17122" y="2763"/>
                  <a:pt x="17003" y="2780"/>
                  <a:pt x="16888" y="2780"/>
                </a:cubicBezTo>
                <a:cubicBezTo>
                  <a:pt x="16725" y="2780"/>
                  <a:pt x="16569" y="2747"/>
                  <a:pt x="16412" y="2669"/>
                </a:cubicBezTo>
                <a:cubicBezTo>
                  <a:pt x="16045" y="2536"/>
                  <a:pt x="15679" y="2402"/>
                  <a:pt x="15312" y="2302"/>
                </a:cubicBezTo>
                <a:cubicBezTo>
                  <a:pt x="15078" y="2235"/>
                  <a:pt x="14911" y="1968"/>
                  <a:pt x="14945" y="1735"/>
                </a:cubicBezTo>
                <a:lnTo>
                  <a:pt x="15045" y="734"/>
                </a:lnTo>
                <a:cubicBezTo>
                  <a:pt x="15078" y="501"/>
                  <a:pt x="14911" y="267"/>
                  <a:pt x="14644" y="234"/>
                </a:cubicBezTo>
                <a:lnTo>
                  <a:pt x="12076" y="0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1">
            <a:extLst>
              <a:ext uri="{FF2B5EF4-FFF2-40B4-BE49-F238E27FC236}">
                <a16:creationId xmlns:a16="http://schemas.microsoft.com/office/drawing/2014/main" id="{F4427211-73A4-A905-1C3F-B91905D7320C}"/>
              </a:ext>
            </a:extLst>
          </p:cNvPr>
          <p:cNvSpPr/>
          <p:nvPr/>
        </p:nvSpPr>
        <p:spPr>
          <a:xfrm>
            <a:off x="2187694" y="3955979"/>
            <a:ext cx="350567" cy="235769"/>
          </a:xfrm>
          <a:custGeom>
            <a:avLst/>
            <a:gdLst/>
            <a:ahLst/>
            <a:cxnLst/>
            <a:rect l="l" t="t" r="r" b="b"/>
            <a:pathLst>
              <a:path w="22717" h="15278" extrusionOk="0">
                <a:moveTo>
                  <a:pt x="11340" y="5863"/>
                </a:moveTo>
                <a:cubicBezTo>
                  <a:pt x="12899" y="5863"/>
                  <a:pt x="14431" y="6290"/>
                  <a:pt x="15378" y="7072"/>
                </a:cubicBezTo>
                <a:cubicBezTo>
                  <a:pt x="15578" y="7239"/>
                  <a:pt x="15745" y="7439"/>
                  <a:pt x="15912" y="7639"/>
                </a:cubicBezTo>
                <a:cubicBezTo>
                  <a:pt x="15445" y="8206"/>
                  <a:pt x="14845" y="8673"/>
                  <a:pt x="14144" y="8907"/>
                </a:cubicBezTo>
                <a:cubicBezTo>
                  <a:pt x="13289" y="9251"/>
                  <a:pt x="12316" y="9415"/>
                  <a:pt x="11354" y="9415"/>
                </a:cubicBezTo>
                <a:cubicBezTo>
                  <a:pt x="9801" y="9415"/>
                  <a:pt x="8274" y="8989"/>
                  <a:pt x="7306" y="8206"/>
                </a:cubicBezTo>
                <a:cubicBezTo>
                  <a:pt x="7106" y="8039"/>
                  <a:pt x="6939" y="7839"/>
                  <a:pt x="6806" y="7606"/>
                </a:cubicBezTo>
                <a:cubicBezTo>
                  <a:pt x="7239" y="7039"/>
                  <a:pt x="7873" y="6605"/>
                  <a:pt x="8540" y="6372"/>
                </a:cubicBezTo>
                <a:cubicBezTo>
                  <a:pt x="9395" y="6027"/>
                  <a:pt x="10373" y="5863"/>
                  <a:pt x="11340" y="5863"/>
                </a:cubicBezTo>
                <a:close/>
                <a:moveTo>
                  <a:pt x="12076" y="0"/>
                </a:moveTo>
                <a:cubicBezTo>
                  <a:pt x="11809" y="0"/>
                  <a:pt x="11542" y="134"/>
                  <a:pt x="11409" y="367"/>
                </a:cubicBezTo>
                <a:lnTo>
                  <a:pt x="10908" y="1368"/>
                </a:lnTo>
                <a:cubicBezTo>
                  <a:pt x="10775" y="1602"/>
                  <a:pt x="10508" y="1735"/>
                  <a:pt x="10241" y="1768"/>
                </a:cubicBezTo>
                <a:cubicBezTo>
                  <a:pt x="9808" y="1802"/>
                  <a:pt x="9374" y="1868"/>
                  <a:pt x="8907" y="1935"/>
                </a:cubicBezTo>
                <a:cubicBezTo>
                  <a:pt x="8847" y="1943"/>
                  <a:pt x="8785" y="1947"/>
                  <a:pt x="8723" y="1947"/>
                </a:cubicBezTo>
                <a:cubicBezTo>
                  <a:pt x="8507" y="1947"/>
                  <a:pt x="8280" y="1898"/>
                  <a:pt x="8073" y="1768"/>
                </a:cubicBezTo>
                <a:lnTo>
                  <a:pt x="6705" y="868"/>
                </a:lnTo>
                <a:cubicBezTo>
                  <a:pt x="6560" y="763"/>
                  <a:pt x="6388" y="711"/>
                  <a:pt x="6214" y="711"/>
                </a:cubicBezTo>
                <a:cubicBezTo>
                  <a:pt x="6110" y="711"/>
                  <a:pt x="6005" y="730"/>
                  <a:pt x="5905" y="768"/>
                </a:cubicBezTo>
                <a:lnTo>
                  <a:pt x="3837" y="1602"/>
                </a:lnTo>
                <a:cubicBezTo>
                  <a:pt x="3737" y="1635"/>
                  <a:pt x="3637" y="1735"/>
                  <a:pt x="3637" y="1868"/>
                </a:cubicBezTo>
                <a:lnTo>
                  <a:pt x="3637" y="1902"/>
                </a:lnTo>
                <a:lnTo>
                  <a:pt x="3637" y="3970"/>
                </a:lnTo>
                <a:cubicBezTo>
                  <a:pt x="3637" y="4070"/>
                  <a:pt x="3670" y="4137"/>
                  <a:pt x="3737" y="4203"/>
                </a:cubicBezTo>
                <a:lnTo>
                  <a:pt x="3870" y="4337"/>
                </a:lnTo>
                <a:cubicBezTo>
                  <a:pt x="3670" y="4437"/>
                  <a:pt x="3503" y="4504"/>
                  <a:pt x="3303" y="4504"/>
                </a:cubicBezTo>
                <a:lnTo>
                  <a:pt x="935" y="4404"/>
                </a:lnTo>
                <a:cubicBezTo>
                  <a:pt x="668" y="4404"/>
                  <a:pt x="434" y="4570"/>
                  <a:pt x="368" y="4837"/>
                </a:cubicBezTo>
                <a:lnTo>
                  <a:pt x="1" y="5971"/>
                </a:lnTo>
                <a:cubicBezTo>
                  <a:pt x="1" y="6005"/>
                  <a:pt x="1" y="6071"/>
                  <a:pt x="1" y="6105"/>
                </a:cubicBezTo>
                <a:lnTo>
                  <a:pt x="1" y="8240"/>
                </a:lnTo>
                <a:cubicBezTo>
                  <a:pt x="1" y="8406"/>
                  <a:pt x="134" y="8573"/>
                  <a:pt x="334" y="8607"/>
                </a:cubicBezTo>
                <a:lnTo>
                  <a:pt x="2136" y="8907"/>
                </a:lnTo>
                <a:lnTo>
                  <a:pt x="1435" y="9274"/>
                </a:lnTo>
                <a:cubicBezTo>
                  <a:pt x="1335" y="9307"/>
                  <a:pt x="1268" y="9407"/>
                  <a:pt x="1268" y="9507"/>
                </a:cubicBezTo>
                <a:lnTo>
                  <a:pt x="1268" y="11642"/>
                </a:lnTo>
                <a:cubicBezTo>
                  <a:pt x="1268" y="11742"/>
                  <a:pt x="1302" y="11809"/>
                  <a:pt x="1368" y="11876"/>
                </a:cubicBezTo>
                <a:lnTo>
                  <a:pt x="2703" y="12976"/>
                </a:lnTo>
                <a:cubicBezTo>
                  <a:pt x="2839" y="13090"/>
                  <a:pt x="3021" y="13157"/>
                  <a:pt x="3207" y="13157"/>
                </a:cubicBezTo>
                <a:cubicBezTo>
                  <a:pt x="3295" y="13157"/>
                  <a:pt x="3384" y="13142"/>
                  <a:pt x="3470" y="13110"/>
                </a:cubicBezTo>
                <a:lnTo>
                  <a:pt x="5471" y="12509"/>
                </a:lnTo>
                <a:cubicBezTo>
                  <a:pt x="5591" y="12479"/>
                  <a:pt x="5718" y="12463"/>
                  <a:pt x="5845" y="12463"/>
                </a:cubicBezTo>
                <a:cubicBezTo>
                  <a:pt x="6001" y="12463"/>
                  <a:pt x="6158" y="12488"/>
                  <a:pt x="6305" y="12543"/>
                </a:cubicBezTo>
                <a:cubicBezTo>
                  <a:pt x="6639" y="12710"/>
                  <a:pt x="7006" y="12843"/>
                  <a:pt x="7373" y="12943"/>
                </a:cubicBezTo>
                <a:cubicBezTo>
                  <a:pt x="7473" y="12976"/>
                  <a:pt x="7573" y="13043"/>
                  <a:pt x="7639" y="13143"/>
                </a:cubicBezTo>
                <a:lnTo>
                  <a:pt x="7639" y="14578"/>
                </a:lnTo>
                <a:cubicBezTo>
                  <a:pt x="7639" y="14811"/>
                  <a:pt x="7840" y="14978"/>
                  <a:pt x="8073" y="15011"/>
                </a:cubicBezTo>
                <a:lnTo>
                  <a:pt x="10608" y="15278"/>
                </a:lnTo>
                <a:cubicBezTo>
                  <a:pt x="10908" y="15278"/>
                  <a:pt x="11142" y="15145"/>
                  <a:pt x="11275" y="14911"/>
                </a:cubicBezTo>
                <a:lnTo>
                  <a:pt x="11809" y="13910"/>
                </a:lnTo>
                <a:cubicBezTo>
                  <a:pt x="11943" y="13677"/>
                  <a:pt x="12176" y="13543"/>
                  <a:pt x="12476" y="13510"/>
                </a:cubicBezTo>
                <a:cubicBezTo>
                  <a:pt x="12910" y="13477"/>
                  <a:pt x="13344" y="13410"/>
                  <a:pt x="13777" y="13343"/>
                </a:cubicBezTo>
                <a:cubicBezTo>
                  <a:pt x="13855" y="13326"/>
                  <a:pt x="13932" y="13318"/>
                  <a:pt x="14009" y="13318"/>
                </a:cubicBezTo>
                <a:cubicBezTo>
                  <a:pt x="14228" y="13318"/>
                  <a:pt x="14438" y="13386"/>
                  <a:pt x="14611" y="13510"/>
                </a:cubicBezTo>
                <a:lnTo>
                  <a:pt x="16012" y="14411"/>
                </a:lnTo>
                <a:cubicBezTo>
                  <a:pt x="16168" y="14500"/>
                  <a:pt x="16353" y="14544"/>
                  <a:pt x="16538" y="14544"/>
                </a:cubicBezTo>
                <a:cubicBezTo>
                  <a:pt x="16631" y="14544"/>
                  <a:pt x="16724" y="14533"/>
                  <a:pt x="16813" y="14511"/>
                </a:cubicBezTo>
                <a:lnTo>
                  <a:pt x="18847" y="13677"/>
                </a:lnTo>
                <a:cubicBezTo>
                  <a:pt x="18981" y="13644"/>
                  <a:pt x="19081" y="13510"/>
                  <a:pt x="19081" y="13410"/>
                </a:cubicBezTo>
                <a:lnTo>
                  <a:pt x="19081" y="11275"/>
                </a:lnTo>
                <a:cubicBezTo>
                  <a:pt x="19081" y="11175"/>
                  <a:pt x="19048" y="11075"/>
                  <a:pt x="18981" y="11042"/>
                </a:cubicBezTo>
                <a:lnTo>
                  <a:pt x="18847" y="10908"/>
                </a:lnTo>
                <a:cubicBezTo>
                  <a:pt x="19014" y="10808"/>
                  <a:pt x="19214" y="10741"/>
                  <a:pt x="19415" y="10741"/>
                </a:cubicBezTo>
                <a:lnTo>
                  <a:pt x="21750" y="10808"/>
                </a:lnTo>
                <a:cubicBezTo>
                  <a:pt x="22016" y="10808"/>
                  <a:pt x="22250" y="10641"/>
                  <a:pt x="22350" y="10408"/>
                </a:cubicBezTo>
                <a:lnTo>
                  <a:pt x="22717" y="9274"/>
                </a:lnTo>
                <a:cubicBezTo>
                  <a:pt x="22717" y="9240"/>
                  <a:pt x="22717" y="9174"/>
                  <a:pt x="22717" y="9140"/>
                </a:cubicBezTo>
                <a:lnTo>
                  <a:pt x="22717" y="7039"/>
                </a:lnTo>
                <a:cubicBezTo>
                  <a:pt x="22717" y="6839"/>
                  <a:pt x="22583" y="6672"/>
                  <a:pt x="22383" y="6638"/>
                </a:cubicBezTo>
                <a:lnTo>
                  <a:pt x="20582" y="6338"/>
                </a:lnTo>
                <a:lnTo>
                  <a:pt x="21283" y="5971"/>
                </a:lnTo>
                <a:cubicBezTo>
                  <a:pt x="21383" y="5938"/>
                  <a:pt x="21449" y="5838"/>
                  <a:pt x="21449" y="5704"/>
                </a:cubicBezTo>
                <a:lnTo>
                  <a:pt x="21449" y="3603"/>
                </a:lnTo>
                <a:cubicBezTo>
                  <a:pt x="21449" y="3503"/>
                  <a:pt x="21416" y="3403"/>
                  <a:pt x="21316" y="3369"/>
                </a:cubicBezTo>
                <a:lnTo>
                  <a:pt x="20015" y="2269"/>
                </a:lnTo>
                <a:cubicBezTo>
                  <a:pt x="19842" y="2145"/>
                  <a:pt x="19650" y="2076"/>
                  <a:pt x="19454" y="2076"/>
                </a:cubicBezTo>
                <a:cubicBezTo>
                  <a:pt x="19386" y="2076"/>
                  <a:pt x="19317" y="2085"/>
                  <a:pt x="19248" y="2102"/>
                </a:cubicBezTo>
                <a:lnTo>
                  <a:pt x="17246" y="2736"/>
                </a:lnTo>
                <a:cubicBezTo>
                  <a:pt x="17122" y="2763"/>
                  <a:pt x="17003" y="2780"/>
                  <a:pt x="16888" y="2780"/>
                </a:cubicBezTo>
                <a:cubicBezTo>
                  <a:pt x="16725" y="2780"/>
                  <a:pt x="16569" y="2747"/>
                  <a:pt x="16412" y="2669"/>
                </a:cubicBezTo>
                <a:cubicBezTo>
                  <a:pt x="16045" y="2536"/>
                  <a:pt x="15679" y="2402"/>
                  <a:pt x="15312" y="2302"/>
                </a:cubicBezTo>
                <a:cubicBezTo>
                  <a:pt x="15078" y="2235"/>
                  <a:pt x="14911" y="1968"/>
                  <a:pt x="14945" y="1735"/>
                </a:cubicBezTo>
                <a:lnTo>
                  <a:pt x="15045" y="734"/>
                </a:lnTo>
                <a:cubicBezTo>
                  <a:pt x="15078" y="501"/>
                  <a:pt x="14911" y="267"/>
                  <a:pt x="14644" y="234"/>
                </a:cubicBezTo>
                <a:lnTo>
                  <a:pt x="120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41">
            <a:extLst>
              <a:ext uri="{FF2B5EF4-FFF2-40B4-BE49-F238E27FC236}">
                <a16:creationId xmlns:a16="http://schemas.microsoft.com/office/drawing/2014/main" id="{54D2F60A-D3D8-CC57-26C3-2A11B6BCBDF5}"/>
              </a:ext>
            </a:extLst>
          </p:cNvPr>
          <p:cNvSpPr/>
          <p:nvPr/>
        </p:nvSpPr>
        <p:spPr>
          <a:xfrm>
            <a:off x="2187694" y="3984806"/>
            <a:ext cx="74660" cy="108625"/>
          </a:xfrm>
          <a:custGeom>
            <a:avLst/>
            <a:gdLst/>
            <a:ahLst/>
            <a:cxnLst/>
            <a:rect l="l" t="t" r="r" b="b"/>
            <a:pathLst>
              <a:path w="4838" h="7039" extrusionOk="0">
                <a:moveTo>
                  <a:pt x="3637" y="0"/>
                </a:moveTo>
                <a:lnTo>
                  <a:pt x="3637" y="2102"/>
                </a:lnTo>
                <a:cubicBezTo>
                  <a:pt x="3637" y="2202"/>
                  <a:pt x="3670" y="2269"/>
                  <a:pt x="3737" y="2335"/>
                </a:cubicBezTo>
                <a:lnTo>
                  <a:pt x="3870" y="2469"/>
                </a:lnTo>
                <a:cubicBezTo>
                  <a:pt x="3937" y="2435"/>
                  <a:pt x="4004" y="2369"/>
                  <a:pt x="4037" y="2302"/>
                </a:cubicBezTo>
                <a:cubicBezTo>
                  <a:pt x="4237" y="2135"/>
                  <a:pt x="4404" y="1968"/>
                  <a:pt x="4604" y="1802"/>
                </a:cubicBezTo>
                <a:cubicBezTo>
                  <a:pt x="4804" y="1668"/>
                  <a:pt x="4837" y="1401"/>
                  <a:pt x="4671" y="1201"/>
                </a:cubicBezTo>
                <a:lnTo>
                  <a:pt x="3737" y="234"/>
                </a:lnTo>
                <a:cubicBezTo>
                  <a:pt x="3670" y="167"/>
                  <a:pt x="3637" y="67"/>
                  <a:pt x="3637" y="0"/>
                </a:cubicBezTo>
                <a:close/>
                <a:moveTo>
                  <a:pt x="1" y="4270"/>
                </a:moveTo>
                <a:lnTo>
                  <a:pt x="1" y="6338"/>
                </a:lnTo>
                <a:cubicBezTo>
                  <a:pt x="1" y="6538"/>
                  <a:pt x="134" y="6705"/>
                  <a:pt x="301" y="6705"/>
                </a:cubicBezTo>
                <a:lnTo>
                  <a:pt x="2136" y="7039"/>
                </a:lnTo>
                <a:lnTo>
                  <a:pt x="3070" y="6572"/>
                </a:lnTo>
                <a:cubicBezTo>
                  <a:pt x="3303" y="6438"/>
                  <a:pt x="3370" y="6171"/>
                  <a:pt x="3270" y="5938"/>
                </a:cubicBezTo>
                <a:cubicBezTo>
                  <a:pt x="3203" y="5805"/>
                  <a:pt x="3136" y="5671"/>
                  <a:pt x="3103" y="5504"/>
                </a:cubicBezTo>
                <a:cubicBezTo>
                  <a:pt x="3003" y="5271"/>
                  <a:pt x="2803" y="5071"/>
                  <a:pt x="2536" y="5004"/>
                </a:cubicBezTo>
                <a:lnTo>
                  <a:pt x="301" y="4604"/>
                </a:lnTo>
                <a:cubicBezTo>
                  <a:pt x="134" y="4570"/>
                  <a:pt x="1" y="4437"/>
                  <a:pt x="1" y="427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41">
            <a:extLst>
              <a:ext uri="{FF2B5EF4-FFF2-40B4-BE49-F238E27FC236}">
                <a16:creationId xmlns:a16="http://schemas.microsoft.com/office/drawing/2014/main" id="{331061CC-FC20-3FC1-47ED-EEF0EA68D2E0}"/>
              </a:ext>
            </a:extLst>
          </p:cNvPr>
          <p:cNvSpPr/>
          <p:nvPr/>
        </p:nvSpPr>
        <p:spPr>
          <a:xfrm>
            <a:off x="2279838" y="4013540"/>
            <a:ext cx="162174" cy="60339"/>
          </a:xfrm>
          <a:custGeom>
            <a:avLst/>
            <a:gdLst/>
            <a:ahLst/>
            <a:cxnLst/>
            <a:rect l="l" t="t" r="r" b="b"/>
            <a:pathLst>
              <a:path w="10509" h="3910" extrusionOk="0">
                <a:moveTo>
                  <a:pt x="5367" y="0"/>
                </a:moveTo>
                <a:cubicBezTo>
                  <a:pt x="4406" y="0"/>
                  <a:pt x="3432" y="164"/>
                  <a:pt x="2569" y="507"/>
                </a:cubicBezTo>
                <a:cubicBezTo>
                  <a:pt x="668" y="1274"/>
                  <a:pt x="1" y="2708"/>
                  <a:pt x="835" y="3876"/>
                </a:cubicBezTo>
                <a:cubicBezTo>
                  <a:pt x="1268" y="3309"/>
                  <a:pt x="1902" y="2875"/>
                  <a:pt x="2569" y="2642"/>
                </a:cubicBezTo>
                <a:cubicBezTo>
                  <a:pt x="3424" y="2297"/>
                  <a:pt x="4402" y="2133"/>
                  <a:pt x="5369" y="2133"/>
                </a:cubicBezTo>
                <a:cubicBezTo>
                  <a:pt x="6928" y="2133"/>
                  <a:pt x="8460" y="2560"/>
                  <a:pt x="9407" y="3342"/>
                </a:cubicBezTo>
                <a:cubicBezTo>
                  <a:pt x="9607" y="3509"/>
                  <a:pt x="9774" y="3709"/>
                  <a:pt x="9941" y="3909"/>
                </a:cubicBezTo>
                <a:cubicBezTo>
                  <a:pt x="10508" y="3075"/>
                  <a:pt x="10375" y="2041"/>
                  <a:pt x="9407" y="1241"/>
                </a:cubicBezTo>
                <a:cubicBezTo>
                  <a:pt x="8457" y="435"/>
                  <a:pt x="6930" y="0"/>
                  <a:pt x="5367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41">
            <a:extLst>
              <a:ext uri="{FF2B5EF4-FFF2-40B4-BE49-F238E27FC236}">
                <a16:creationId xmlns:a16="http://schemas.microsoft.com/office/drawing/2014/main" id="{62F90EF0-45D6-D8AE-811B-19C9A5F6FE6E}"/>
              </a:ext>
            </a:extLst>
          </p:cNvPr>
          <p:cNvSpPr/>
          <p:nvPr/>
        </p:nvSpPr>
        <p:spPr>
          <a:xfrm>
            <a:off x="2233511" y="4012090"/>
            <a:ext cx="304750" cy="178640"/>
          </a:xfrm>
          <a:custGeom>
            <a:avLst/>
            <a:gdLst/>
            <a:ahLst/>
            <a:cxnLst/>
            <a:rect l="l" t="t" r="r" b="b"/>
            <a:pathLst>
              <a:path w="19748" h="11576" extrusionOk="0">
                <a:moveTo>
                  <a:pt x="18480" y="0"/>
                </a:moveTo>
                <a:cubicBezTo>
                  <a:pt x="18480" y="67"/>
                  <a:pt x="18447" y="134"/>
                  <a:pt x="18414" y="167"/>
                </a:cubicBezTo>
                <a:cubicBezTo>
                  <a:pt x="18380" y="200"/>
                  <a:pt x="18347" y="234"/>
                  <a:pt x="18314" y="234"/>
                </a:cubicBezTo>
                <a:lnTo>
                  <a:pt x="16646" y="1068"/>
                </a:lnTo>
                <a:cubicBezTo>
                  <a:pt x="16612" y="1101"/>
                  <a:pt x="16579" y="1101"/>
                  <a:pt x="16546" y="1134"/>
                </a:cubicBezTo>
                <a:cubicBezTo>
                  <a:pt x="16512" y="1201"/>
                  <a:pt x="16479" y="1268"/>
                  <a:pt x="16446" y="1335"/>
                </a:cubicBezTo>
                <a:cubicBezTo>
                  <a:pt x="16412" y="1368"/>
                  <a:pt x="16412" y="1435"/>
                  <a:pt x="16412" y="1468"/>
                </a:cubicBezTo>
                <a:cubicBezTo>
                  <a:pt x="16412" y="1501"/>
                  <a:pt x="16412" y="1535"/>
                  <a:pt x="16412" y="1568"/>
                </a:cubicBezTo>
                <a:cubicBezTo>
                  <a:pt x="16446" y="1601"/>
                  <a:pt x="16446" y="1635"/>
                  <a:pt x="16446" y="1668"/>
                </a:cubicBezTo>
                <a:cubicBezTo>
                  <a:pt x="16546" y="1835"/>
                  <a:pt x="16579" y="1968"/>
                  <a:pt x="16612" y="2135"/>
                </a:cubicBezTo>
                <a:cubicBezTo>
                  <a:pt x="16712" y="2369"/>
                  <a:pt x="16913" y="2569"/>
                  <a:pt x="17179" y="2636"/>
                </a:cubicBezTo>
                <a:lnTo>
                  <a:pt x="17580" y="2702"/>
                </a:lnTo>
                <a:lnTo>
                  <a:pt x="18314" y="2369"/>
                </a:lnTo>
                <a:cubicBezTo>
                  <a:pt x="18414" y="2302"/>
                  <a:pt x="18480" y="2202"/>
                  <a:pt x="18480" y="2102"/>
                </a:cubicBezTo>
                <a:lnTo>
                  <a:pt x="18480" y="0"/>
                </a:lnTo>
                <a:close/>
                <a:moveTo>
                  <a:pt x="19748" y="3403"/>
                </a:moveTo>
                <a:lnTo>
                  <a:pt x="19747" y="3432"/>
                </a:lnTo>
                <a:lnTo>
                  <a:pt x="19747" y="3432"/>
                </a:lnTo>
                <a:cubicBezTo>
                  <a:pt x="19748" y="3421"/>
                  <a:pt x="19748" y="3411"/>
                  <a:pt x="19748" y="3403"/>
                </a:cubicBezTo>
                <a:close/>
                <a:moveTo>
                  <a:pt x="19747" y="3432"/>
                </a:moveTo>
                <a:cubicBezTo>
                  <a:pt x="19746" y="3466"/>
                  <a:pt x="19740" y="3511"/>
                  <a:pt x="19715" y="3536"/>
                </a:cubicBezTo>
                <a:lnTo>
                  <a:pt x="19381" y="4670"/>
                </a:lnTo>
                <a:cubicBezTo>
                  <a:pt x="19281" y="4904"/>
                  <a:pt x="19047" y="5071"/>
                  <a:pt x="18781" y="5071"/>
                </a:cubicBezTo>
                <a:lnTo>
                  <a:pt x="16446" y="5004"/>
                </a:lnTo>
                <a:cubicBezTo>
                  <a:pt x="16410" y="4995"/>
                  <a:pt x="16374" y="4991"/>
                  <a:pt x="16339" y="4991"/>
                </a:cubicBezTo>
                <a:cubicBezTo>
                  <a:pt x="16243" y="4991"/>
                  <a:pt x="16152" y="5022"/>
                  <a:pt x="16079" y="5071"/>
                </a:cubicBezTo>
                <a:lnTo>
                  <a:pt x="16079" y="7172"/>
                </a:lnTo>
                <a:cubicBezTo>
                  <a:pt x="16179" y="7139"/>
                  <a:pt x="16312" y="7105"/>
                  <a:pt x="16446" y="7105"/>
                </a:cubicBezTo>
                <a:lnTo>
                  <a:pt x="18781" y="7206"/>
                </a:lnTo>
                <a:cubicBezTo>
                  <a:pt x="19047" y="7206"/>
                  <a:pt x="19281" y="7039"/>
                  <a:pt x="19381" y="6772"/>
                </a:cubicBezTo>
                <a:lnTo>
                  <a:pt x="19715" y="5638"/>
                </a:lnTo>
                <a:cubicBezTo>
                  <a:pt x="19715" y="5604"/>
                  <a:pt x="19715" y="5538"/>
                  <a:pt x="19715" y="5504"/>
                </a:cubicBezTo>
                <a:lnTo>
                  <a:pt x="19747" y="3432"/>
                </a:lnTo>
                <a:close/>
                <a:moveTo>
                  <a:pt x="2469" y="6739"/>
                </a:moveTo>
                <a:lnTo>
                  <a:pt x="501" y="7372"/>
                </a:lnTo>
                <a:cubicBezTo>
                  <a:pt x="417" y="7389"/>
                  <a:pt x="334" y="7397"/>
                  <a:pt x="251" y="7397"/>
                </a:cubicBezTo>
                <a:cubicBezTo>
                  <a:pt x="167" y="7397"/>
                  <a:pt x="84" y="7389"/>
                  <a:pt x="0" y="7372"/>
                </a:cubicBezTo>
                <a:lnTo>
                  <a:pt x="0" y="9474"/>
                </a:lnTo>
                <a:cubicBezTo>
                  <a:pt x="84" y="9490"/>
                  <a:pt x="167" y="9499"/>
                  <a:pt x="251" y="9499"/>
                </a:cubicBezTo>
                <a:cubicBezTo>
                  <a:pt x="334" y="9499"/>
                  <a:pt x="417" y="9490"/>
                  <a:pt x="501" y="9474"/>
                </a:cubicBezTo>
                <a:lnTo>
                  <a:pt x="2469" y="8873"/>
                </a:lnTo>
                <a:lnTo>
                  <a:pt x="2469" y="6739"/>
                </a:lnTo>
                <a:close/>
                <a:moveTo>
                  <a:pt x="16079" y="7639"/>
                </a:moveTo>
                <a:cubicBezTo>
                  <a:pt x="16079" y="7739"/>
                  <a:pt x="16012" y="7873"/>
                  <a:pt x="15878" y="7906"/>
                </a:cubicBezTo>
                <a:lnTo>
                  <a:pt x="13810" y="8740"/>
                </a:lnTo>
                <a:cubicBezTo>
                  <a:pt x="13713" y="8779"/>
                  <a:pt x="13615" y="8795"/>
                  <a:pt x="13511" y="8795"/>
                </a:cubicBezTo>
                <a:cubicBezTo>
                  <a:pt x="13437" y="8795"/>
                  <a:pt x="13360" y="8787"/>
                  <a:pt x="13277" y="8773"/>
                </a:cubicBezTo>
                <a:lnTo>
                  <a:pt x="13277" y="10875"/>
                </a:lnTo>
                <a:cubicBezTo>
                  <a:pt x="13360" y="10889"/>
                  <a:pt x="13437" y="10897"/>
                  <a:pt x="13511" y="10897"/>
                </a:cubicBezTo>
                <a:cubicBezTo>
                  <a:pt x="13615" y="10897"/>
                  <a:pt x="13713" y="10881"/>
                  <a:pt x="13810" y="10841"/>
                </a:cubicBezTo>
                <a:lnTo>
                  <a:pt x="15878" y="10008"/>
                </a:lnTo>
                <a:cubicBezTo>
                  <a:pt x="16012" y="9974"/>
                  <a:pt x="16079" y="9874"/>
                  <a:pt x="16079" y="9741"/>
                </a:cubicBezTo>
                <a:lnTo>
                  <a:pt x="16079" y="7639"/>
                </a:lnTo>
                <a:close/>
                <a:moveTo>
                  <a:pt x="9040" y="7906"/>
                </a:moveTo>
                <a:cubicBezTo>
                  <a:pt x="8940" y="7973"/>
                  <a:pt x="8873" y="8073"/>
                  <a:pt x="8807" y="8173"/>
                </a:cubicBezTo>
                <a:lnTo>
                  <a:pt x="8306" y="9140"/>
                </a:lnTo>
                <a:cubicBezTo>
                  <a:pt x="8206" y="9307"/>
                  <a:pt x="8073" y="9407"/>
                  <a:pt x="7939" y="9474"/>
                </a:cubicBezTo>
                <a:lnTo>
                  <a:pt x="7939" y="11575"/>
                </a:lnTo>
                <a:cubicBezTo>
                  <a:pt x="8073" y="11509"/>
                  <a:pt x="8240" y="11409"/>
                  <a:pt x="8306" y="11275"/>
                </a:cubicBezTo>
                <a:lnTo>
                  <a:pt x="8807" y="10274"/>
                </a:lnTo>
                <a:cubicBezTo>
                  <a:pt x="8873" y="10174"/>
                  <a:pt x="8940" y="10074"/>
                  <a:pt x="9040" y="10041"/>
                </a:cubicBezTo>
                <a:lnTo>
                  <a:pt x="9040" y="7906"/>
                </a:ln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41">
            <a:extLst>
              <a:ext uri="{FF2B5EF4-FFF2-40B4-BE49-F238E27FC236}">
                <a16:creationId xmlns:a16="http://schemas.microsoft.com/office/drawing/2014/main" id="{ACF61DAE-D420-8AA8-D2AE-EE9C2D022F73}"/>
              </a:ext>
            </a:extLst>
          </p:cNvPr>
          <p:cNvSpPr/>
          <p:nvPr/>
        </p:nvSpPr>
        <p:spPr>
          <a:xfrm>
            <a:off x="2233511" y="4012090"/>
            <a:ext cx="304750" cy="178640"/>
          </a:xfrm>
          <a:custGeom>
            <a:avLst/>
            <a:gdLst/>
            <a:ahLst/>
            <a:cxnLst/>
            <a:rect l="l" t="t" r="r" b="b"/>
            <a:pathLst>
              <a:path w="19748" h="11576" extrusionOk="0">
                <a:moveTo>
                  <a:pt x="18480" y="0"/>
                </a:moveTo>
                <a:cubicBezTo>
                  <a:pt x="18480" y="67"/>
                  <a:pt x="18447" y="134"/>
                  <a:pt x="18414" y="167"/>
                </a:cubicBezTo>
                <a:cubicBezTo>
                  <a:pt x="18380" y="200"/>
                  <a:pt x="18347" y="234"/>
                  <a:pt x="18314" y="234"/>
                </a:cubicBezTo>
                <a:lnTo>
                  <a:pt x="16646" y="1068"/>
                </a:lnTo>
                <a:cubicBezTo>
                  <a:pt x="16612" y="1101"/>
                  <a:pt x="16579" y="1101"/>
                  <a:pt x="16546" y="1134"/>
                </a:cubicBezTo>
                <a:cubicBezTo>
                  <a:pt x="16512" y="1201"/>
                  <a:pt x="16479" y="1268"/>
                  <a:pt x="16446" y="1335"/>
                </a:cubicBezTo>
                <a:cubicBezTo>
                  <a:pt x="16412" y="1368"/>
                  <a:pt x="16412" y="1435"/>
                  <a:pt x="16412" y="1468"/>
                </a:cubicBezTo>
                <a:cubicBezTo>
                  <a:pt x="16412" y="1501"/>
                  <a:pt x="16412" y="1535"/>
                  <a:pt x="16412" y="1568"/>
                </a:cubicBezTo>
                <a:cubicBezTo>
                  <a:pt x="16446" y="1601"/>
                  <a:pt x="16446" y="1635"/>
                  <a:pt x="16446" y="1668"/>
                </a:cubicBezTo>
                <a:cubicBezTo>
                  <a:pt x="16546" y="1835"/>
                  <a:pt x="16579" y="1968"/>
                  <a:pt x="16612" y="2135"/>
                </a:cubicBezTo>
                <a:cubicBezTo>
                  <a:pt x="16712" y="2369"/>
                  <a:pt x="16913" y="2569"/>
                  <a:pt x="17179" y="2636"/>
                </a:cubicBezTo>
                <a:lnTo>
                  <a:pt x="17580" y="2702"/>
                </a:lnTo>
                <a:lnTo>
                  <a:pt x="18314" y="2369"/>
                </a:lnTo>
                <a:cubicBezTo>
                  <a:pt x="18414" y="2302"/>
                  <a:pt x="18480" y="2202"/>
                  <a:pt x="18480" y="2102"/>
                </a:cubicBezTo>
                <a:lnTo>
                  <a:pt x="18480" y="0"/>
                </a:lnTo>
                <a:close/>
                <a:moveTo>
                  <a:pt x="19748" y="3403"/>
                </a:moveTo>
                <a:lnTo>
                  <a:pt x="19747" y="3432"/>
                </a:lnTo>
                <a:lnTo>
                  <a:pt x="19747" y="3432"/>
                </a:lnTo>
                <a:cubicBezTo>
                  <a:pt x="19748" y="3421"/>
                  <a:pt x="19748" y="3411"/>
                  <a:pt x="19748" y="3403"/>
                </a:cubicBezTo>
                <a:close/>
                <a:moveTo>
                  <a:pt x="19747" y="3432"/>
                </a:moveTo>
                <a:cubicBezTo>
                  <a:pt x="19746" y="3466"/>
                  <a:pt x="19740" y="3511"/>
                  <a:pt x="19715" y="3536"/>
                </a:cubicBezTo>
                <a:lnTo>
                  <a:pt x="19381" y="4670"/>
                </a:lnTo>
                <a:cubicBezTo>
                  <a:pt x="19281" y="4904"/>
                  <a:pt x="19047" y="5071"/>
                  <a:pt x="18781" y="5071"/>
                </a:cubicBezTo>
                <a:lnTo>
                  <a:pt x="16446" y="5004"/>
                </a:lnTo>
                <a:cubicBezTo>
                  <a:pt x="16410" y="4995"/>
                  <a:pt x="16374" y="4991"/>
                  <a:pt x="16339" y="4991"/>
                </a:cubicBezTo>
                <a:cubicBezTo>
                  <a:pt x="16243" y="4991"/>
                  <a:pt x="16152" y="5022"/>
                  <a:pt x="16079" y="5071"/>
                </a:cubicBezTo>
                <a:lnTo>
                  <a:pt x="16079" y="7172"/>
                </a:lnTo>
                <a:cubicBezTo>
                  <a:pt x="16179" y="7139"/>
                  <a:pt x="16312" y="7105"/>
                  <a:pt x="16446" y="7105"/>
                </a:cubicBezTo>
                <a:lnTo>
                  <a:pt x="18781" y="7206"/>
                </a:lnTo>
                <a:cubicBezTo>
                  <a:pt x="19047" y="7206"/>
                  <a:pt x="19281" y="7039"/>
                  <a:pt x="19381" y="6772"/>
                </a:cubicBezTo>
                <a:lnTo>
                  <a:pt x="19715" y="5638"/>
                </a:lnTo>
                <a:cubicBezTo>
                  <a:pt x="19715" y="5604"/>
                  <a:pt x="19715" y="5538"/>
                  <a:pt x="19715" y="5504"/>
                </a:cubicBezTo>
                <a:lnTo>
                  <a:pt x="19747" y="3432"/>
                </a:lnTo>
                <a:close/>
                <a:moveTo>
                  <a:pt x="2469" y="6739"/>
                </a:moveTo>
                <a:lnTo>
                  <a:pt x="501" y="7372"/>
                </a:lnTo>
                <a:cubicBezTo>
                  <a:pt x="417" y="7389"/>
                  <a:pt x="334" y="7397"/>
                  <a:pt x="251" y="7397"/>
                </a:cubicBezTo>
                <a:cubicBezTo>
                  <a:pt x="167" y="7397"/>
                  <a:pt x="84" y="7389"/>
                  <a:pt x="0" y="7372"/>
                </a:cubicBezTo>
                <a:lnTo>
                  <a:pt x="0" y="9474"/>
                </a:lnTo>
                <a:cubicBezTo>
                  <a:pt x="84" y="9490"/>
                  <a:pt x="167" y="9499"/>
                  <a:pt x="251" y="9499"/>
                </a:cubicBezTo>
                <a:cubicBezTo>
                  <a:pt x="334" y="9499"/>
                  <a:pt x="417" y="9490"/>
                  <a:pt x="501" y="9474"/>
                </a:cubicBezTo>
                <a:lnTo>
                  <a:pt x="2469" y="8873"/>
                </a:lnTo>
                <a:lnTo>
                  <a:pt x="2469" y="6739"/>
                </a:lnTo>
                <a:close/>
                <a:moveTo>
                  <a:pt x="16079" y="7639"/>
                </a:moveTo>
                <a:cubicBezTo>
                  <a:pt x="16079" y="7739"/>
                  <a:pt x="16012" y="7873"/>
                  <a:pt x="15878" y="7906"/>
                </a:cubicBezTo>
                <a:lnTo>
                  <a:pt x="13810" y="8740"/>
                </a:lnTo>
                <a:cubicBezTo>
                  <a:pt x="13713" y="8779"/>
                  <a:pt x="13615" y="8795"/>
                  <a:pt x="13511" y="8795"/>
                </a:cubicBezTo>
                <a:cubicBezTo>
                  <a:pt x="13437" y="8795"/>
                  <a:pt x="13360" y="8787"/>
                  <a:pt x="13277" y="8773"/>
                </a:cubicBezTo>
                <a:lnTo>
                  <a:pt x="13277" y="10875"/>
                </a:lnTo>
                <a:cubicBezTo>
                  <a:pt x="13360" y="10889"/>
                  <a:pt x="13437" y="10897"/>
                  <a:pt x="13511" y="10897"/>
                </a:cubicBezTo>
                <a:cubicBezTo>
                  <a:pt x="13615" y="10897"/>
                  <a:pt x="13713" y="10881"/>
                  <a:pt x="13810" y="10841"/>
                </a:cubicBezTo>
                <a:lnTo>
                  <a:pt x="15878" y="10008"/>
                </a:lnTo>
                <a:cubicBezTo>
                  <a:pt x="16012" y="9974"/>
                  <a:pt x="16079" y="9874"/>
                  <a:pt x="16079" y="9741"/>
                </a:cubicBezTo>
                <a:lnTo>
                  <a:pt x="16079" y="7639"/>
                </a:lnTo>
                <a:close/>
                <a:moveTo>
                  <a:pt x="9040" y="7906"/>
                </a:moveTo>
                <a:cubicBezTo>
                  <a:pt x="8940" y="7973"/>
                  <a:pt x="8873" y="8073"/>
                  <a:pt x="8807" y="8173"/>
                </a:cubicBezTo>
                <a:lnTo>
                  <a:pt x="8306" y="9140"/>
                </a:lnTo>
                <a:cubicBezTo>
                  <a:pt x="8206" y="9307"/>
                  <a:pt x="8073" y="9407"/>
                  <a:pt x="7939" y="9474"/>
                </a:cubicBezTo>
                <a:lnTo>
                  <a:pt x="7939" y="11575"/>
                </a:lnTo>
                <a:cubicBezTo>
                  <a:pt x="8073" y="11509"/>
                  <a:pt x="8240" y="11409"/>
                  <a:pt x="8306" y="11275"/>
                </a:cubicBezTo>
                <a:lnTo>
                  <a:pt x="8807" y="10274"/>
                </a:lnTo>
                <a:cubicBezTo>
                  <a:pt x="8873" y="10174"/>
                  <a:pt x="8940" y="10074"/>
                  <a:pt x="9040" y="10041"/>
                </a:cubicBezTo>
                <a:lnTo>
                  <a:pt x="9040" y="7906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41">
            <a:extLst>
              <a:ext uri="{FF2B5EF4-FFF2-40B4-BE49-F238E27FC236}">
                <a16:creationId xmlns:a16="http://schemas.microsoft.com/office/drawing/2014/main" id="{76294C82-2D60-8546-560D-EFB4ABAE59CE}"/>
              </a:ext>
            </a:extLst>
          </p:cNvPr>
          <p:cNvSpPr/>
          <p:nvPr/>
        </p:nvSpPr>
        <p:spPr>
          <a:xfrm>
            <a:off x="2186150" y="3955979"/>
            <a:ext cx="353144" cy="203347"/>
          </a:xfrm>
          <a:custGeom>
            <a:avLst/>
            <a:gdLst/>
            <a:ahLst/>
            <a:cxnLst/>
            <a:rect l="l" t="t" r="r" b="b"/>
            <a:pathLst>
              <a:path w="22884" h="13177" extrusionOk="0">
                <a:moveTo>
                  <a:pt x="11454" y="3728"/>
                </a:moveTo>
                <a:cubicBezTo>
                  <a:pt x="13012" y="3728"/>
                  <a:pt x="14531" y="4155"/>
                  <a:pt x="15478" y="4937"/>
                </a:cubicBezTo>
                <a:cubicBezTo>
                  <a:pt x="17013" y="6238"/>
                  <a:pt x="16479" y="8006"/>
                  <a:pt x="14244" y="8907"/>
                </a:cubicBezTo>
                <a:cubicBezTo>
                  <a:pt x="13378" y="9238"/>
                  <a:pt x="12400" y="9399"/>
                  <a:pt x="11436" y="9399"/>
                </a:cubicBezTo>
                <a:cubicBezTo>
                  <a:pt x="9877" y="9399"/>
                  <a:pt x="8354" y="8977"/>
                  <a:pt x="7406" y="8173"/>
                </a:cubicBezTo>
                <a:cubicBezTo>
                  <a:pt x="5871" y="6905"/>
                  <a:pt x="6405" y="5137"/>
                  <a:pt x="8640" y="4237"/>
                </a:cubicBezTo>
                <a:cubicBezTo>
                  <a:pt x="9508" y="3892"/>
                  <a:pt x="10489" y="3728"/>
                  <a:pt x="11454" y="3728"/>
                </a:cubicBezTo>
                <a:close/>
                <a:moveTo>
                  <a:pt x="12176" y="0"/>
                </a:moveTo>
                <a:cubicBezTo>
                  <a:pt x="11909" y="0"/>
                  <a:pt x="11642" y="134"/>
                  <a:pt x="11509" y="367"/>
                </a:cubicBezTo>
                <a:lnTo>
                  <a:pt x="11008" y="1368"/>
                </a:lnTo>
                <a:cubicBezTo>
                  <a:pt x="10875" y="1602"/>
                  <a:pt x="10608" y="1735"/>
                  <a:pt x="10341" y="1768"/>
                </a:cubicBezTo>
                <a:cubicBezTo>
                  <a:pt x="9908" y="1802"/>
                  <a:pt x="9474" y="1868"/>
                  <a:pt x="9007" y="1935"/>
                </a:cubicBezTo>
                <a:cubicBezTo>
                  <a:pt x="8947" y="1943"/>
                  <a:pt x="8885" y="1947"/>
                  <a:pt x="8823" y="1947"/>
                </a:cubicBezTo>
                <a:cubicBezTo>
                  <a:pt x="8607" y="1947"/>
                  <a:pt x="8380" y="1898"/>
                  <a:pt x="8173" y="1768"/>
                </a:cubicBezTo>
                <a:lnTo>
                  <a:pt x="6805" y="868"/>
                </a:lnTo>
                <a:cubicBezTo>
                  <a:pt x="6660" y="763"/>
                  <a:pt x="6488" y="711"/>
                  <a:pt x="6314" y="711"/>
                </a:cubicBezTo>
                <a:cubicBezTo>
                  <a:pt x="6210" y="711"/>
                  <a:pt x="6105" y="730"/>
                  <a:pt x="6005" y="768"/>
                </a:cubicBezTo>
                <a:lnTo>
                  <a:pt x="3937" y="1602"/>
                </a:lnTo>
                <a:cubicBezTo>
                  <a:pt x="3737" y="1668"/>
                  <a:pt x="3670" y="1968"/>
                  <a:pt x="3837" y="2102"/>
                </a:cubicBezTo>
                <a:lnTo>
                  <a:pt x="4771" y="3103"/>
                </a:lnTo>
                <a:cubicBezTo>
                  <a:pt x="4937" y="3269"/>
                  <a:pt x="4904" y="3536"/>
                  <a:pt x="4704" y="3703"/>
                </a:cubicBezTo>
                <a:cubicBezTo>
                  <a:pt x="4504" y="3836"/>
                  <a:pt x="4337" y="4037"/>
                  <a:pt x="4137" y="4203"/>
                </a:cubicBezTo>
                <a:cubicBezTo>
                  <a:pt x="3937" y="4404"/>
                  <a:pt x="3670" y="4504"/>
                  <a:pt x="3403" y="4537"/>
                </a:cubicBezTo>
                <a:lnTo>
                  <a:pt x="1035" y="4437"/>
                </a:lnTo>
                <a:cubicBezTo>
                  <a:pt x="768" y="4437"/>
                  <a:pt x="534" y="4604"/>
                  <a:pt x="468" y="4837"/>
                </a:cubicBezTo>
                <a:lnTo>
                  <a:pt x="101" y="5971"/>
                </a:lnTo>
                <a:cubicBezTo>
                  <a:pt x="1" y="6205"/>
                  <a:pt x="167" y="6472"/>
                  <a:pt x="401" y="6505"/>
                </a:cubicBezTo>
                <a:lnTo>
                  <a:pt x="2636" y="6872"/>
                </a:lnTo>
                <a:cubicBezTo>
                  <a:pt x="2903" y="6939"/>
                  <a:pt x="3103" y="7139"/>
                  <a:pt x="3203" y="7406"/>
                </a:cubicBezTo>
                <a:cubicBezTo>
                  <a:pt x="3236" y="7539"/>
                  <a:pt x="3303" y="7706"/>
                  <a:pt x="3370" y="7839"/>
                </a:cubicBezTo>
                <a:cubicBezTo>
                  <a:pt x="3470" y="8073"/>
                  <a:pt x="3370" y="8340"/>
                  <a:pt x="3170" y="8440"/>
                </a:cubicBezTo>
                <a:lnTo>
                  <a:pt x="1535" y="9274"/>
                </a:lnTo>
                <a:cubicBezTo>
                  <a:pt x="1302" y="9340"/>
                  <a:pt x="1268" y="9641"/>
                  <a:pt x="1468" y="9774"/>
                </a:cubicBezTo>
                <a:lnTo>
                  <a:pt x="2769" y="10875"/>
                </a:lnTo>
                <a:cubicBezTo>
                  <a:pt x="2929" y="10989"/>
                  <a:pt x="3104" y="11041"/>
                  <a:pt x="3295" y="11041"/>
                </a:cubicBezTo>
                <a:cubicBezTo>
                  <a:pt x="3383" y="11041"/>
                  <a:pt x="3475" y="11029"/>
                  <a:pt x="3570" y="11008"/>
                </a:cubicBezTo>
                <a:lnTo>
                  <a:pt x="5571" y="10408"/>
                </a:lnTo>
                <a:cubicBezTo>
                  <a:pt x="5691" y="10378"/>
                  <a:pt x="5818" y="10361"/>
                  <a:pt x="5945" y="10361"/>
                </a:cubicBezTo>
                <a:cubicBezTo>
                  <a:pt x="6101" y="10361"/>
                  <a:pt x="6258" y="10386"/>
                  <a:pt x="6405" y="10441"/>
                </a:cubicBezTo>
                <a:cubicBezTo>
                  <a:pt x="6739" y="10608"/>
                  <a:pt x="7106" y="10741"/>
                  <a:pt x="7473" y="10842"/>
                </a:cubicBezTo>
                <a:cubicBezTo>
                  <a:pt x="7706" y="10908"/>
                  <a:pt x="7873" y="11175"/>
                  <a:pt x="7840" y="11409"/>
                </a:cubicBezTo>
                <a:lnTo>
                  <a:pt x="7739" y="12409"/>
                </a:lnTo>
                <a:cubicBezTo>
                  <a:pt x="7706" y="12643"/>
                  <a:pt x="7873" y="12876"/>
                  <a:pt x="8140" y="12910"/>
                </a:cubicBezTo>
                <a:lnTo>
                  <a:pt x="10708" y="13177"/>
                </a:lnTo>
                <a:cubicBezTo>
                  <a:pt x="10975" y="13177"/>
                  <a:pt x="11242" y="13043"/>
                  <a:pt x="11375" y="12810"/>
                </a:cubicBezTo>
                <a:lnTo>
                  <a:pt x="11876" y="11809"/>
                </a:lnTo>
                <a:cubicBezTo>
                  <a:pt x="12009" y="11575"/>
                  <a:pt x="12276" y="11442"/>
                  <a:pt x="12543" y="11409"/>
                </a:cubicBezTo>
                <a:cubicBezTo>
                  <a:pt x="12977" y="11375"/>
                  <a:pt x="13444" y="11309"/>
                  <a:pt x="13877" y="11242"/>
                </a:cubicBezTo>
                <a:cubicBezTo>
                  <a:pt x="13945" y="11234"/>
                  <a:pt x="14010" y="11230"/>
                  <a:pt x="14075" y="11230"/>
                </a:cubicBezTo>
                <a:cubicBezTo>
                  <a:pt x="14297" y="11230"/>
                  <a:pt x="14504" y="11279"/>
                  <a:pt x="14711" y="11409"/>
                </a:cubicBezTo>
                <a:lnTo>
                  <a:pt x="16079" y="12309"/>
                </a:lnTo>
                <a:cubicBezTo>
                  <a:pt x="16257" y="12398"/>
                  <a:pt x="16435" y="12443"/>
                  <a:pt x="16612" y="12443"/>
                </a:cubicBezTo>
                <a:cubicBezTo>
                  <a:pt x="16701" y="12443"/>
                  <a:pt x="16790" y="12432"/>
                  <a:pt x="16879" y="12409"/>
                </a:cubicBezTo>
                <a:lnTo>
                  <a:pt x="18947" y="11575"/>
                </a:lnTo>
                <a:cubicBezTo>
                  <a:pt x="19181" y="11509"/>
                  <a:pt x="19248" y="11208"/>
                  <a:pt x="19048" y="11042"/>
                </a:cubicBezTo>
                <a:lnTo>
                  <a:pt x="18114" y="10074"/>
                </a:lnTo>
                <a:cubicBezTo>
                  <a:pt x="17980" y="9874"/>
                  <a:pt x="17980" y="9607"/>
                  <a:pt x="18180" y="9474"/>
                </a:cubicBezTo>
                <a:cubicBezTo>
                  <a:pt x="18380" y="9307"/>
                  <a:pt x="18581" y="9140"/>
                  <a:pt x="18747" y="8974"/>
                </a:cubicBezTo>
                <a:cubicBezTo>
                  <a:pt x="18947" y="8773"/>
                  <a:pt x="19214" y="8640"/>
                  <a:pt x="19515" y="8640"/>
                </a:cubicBezTo>
                <a:lnTo>
                  <a:pt x="21850" y="8740"/>
                </a:lnTo>
                <a:cubicBezTo>
                  <a:pt x="22116" y="8740"/>
                  <a:pt x="22350" y="8573"/>
                  <a:pt x="22450" y="8340"/>
                </a:cubicBezTo>
                <a:lnTo>
                  <a:pt x="22784" y="7172"/>
                </a:lnTo>
                <a:cubicBezTo>
                  <a:pt x="22884" y="6972"/>
                  <a:pt x="22717" y="6705"/>
                  <a:pt x="22483" y="6672"/>
                </a:cubicBezTo>
                <a:lnTo>
                  <a:pt x="20248" y="6305"/>
                </a:lnTo>
                <a:cubicBezTo>
                  <a:pt x="19982" y="6238"/>
                  <a:pt x="19781" y="6038"/>
                  <a:pt x="19715" y="5771"/>
                </a:cubicBezTo>
                <a:cubicBezTo>
                  <a:pt x="19648" y="5604"/>
                  <a:pt x="19615" y="5471"/>
                  <a:pt x="19548" y="5338"/>
                </a:cubicBezTo>
                <a:cubicBezTo>
                  <a:pt x="19414" y="5104"/>
                  <a:pt x="19515" y="4837"/>
                  <a:pt x="19715" y="4704"/>
                </a:cubicBezTo>
                <a:lnTo>
                  <a:pt x="21383" y="3870"/>
                </a:lnTo>
                <a:cubicBezTo>
                  <a:pt x="21583" y="3803"/>
                  <a:pt x="21616" y="3503"/>
                  <a:pt x="21416" y="3403"/>
                </a:cubicBezTo>
                <a:lnTo>
                  <a:pt x="20115" y="2302"/>
                </a:lnTo>
                <a:cubicBezTo>
                  <a:pt x="19942" y="2178"/>
                  <a:pt x="19750" y="2110"/>
                  <a:pt x="19554" y="2110"/>
                </a:cubicBezTo>
                <a:cubicBezTo>
                  <a:pt x="19486" y="2110"/>
                  <a:pt x="19417" y="2118"/>
                  <a:pt x="19348" y="2135"/>
                </a:cubicBezTo>
                <a:lnTo>
                  <a:pt x="17346" y="2769"/>
                </a:lnTo>
                <a:cubicBezTo>
                  <a:pt x="17240" y="2793"/>
                  <a:pt x="17138" y="2804"/>
                  <a:pt x="17038" y="2804"/>
                </a:cubicBezTo>
                <a:cubicBezTo>
                  <a:pt x="16857" y="2804"/>
                  <a:pt x="16685" y="2767"/>
                  <a:pt x="16512" y="2702"/>
                </a:cubicBezTo>
                <a:cubicBezTo>
                  <a:pt x="16145" y="2536"/>
                  <a:pt x="15779" y="2402"/>
                  <a:pt x="15445" y="2269"/>
                </a:cubicBezTo>
                <a:cubicBezTo>
                  <a:pt x="15178" y="2202"/>
                  <a:pt x="15011" y="1968"/>
                  <a:pt x="15045" y="1702"/>
                </a:cubicBezTo>
                <a:lnTo>
                  <a:pt x="15145" y="734"/>
                </a:lnTo>
                <a:cubicBezTo>
                  <a:pt x="15178" y="467"/>
                  <a:pt x="15011" y="267"/>
                  <a:pt x="14778" y="234"/>
                </a:cubicBezTo>
                <a:lnTo>
                  <a:pt x="121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41">
            <a:extLst>
              <a:ext uri="{FF2B5EF4-FFF2-40B4-BE49-F238E27FC236}">
                <a16:creationId xmlns:a16="http://schemas.microsoft.com/office/drawing/2014/main" id="{EA1794A4-FA72-DCFF-F54C-2883A9A54B74}"/>
              </a:ext>
            </a:extLst>
          </p:cNvPr>
          <p:cNvSpPr/>
          <p:nvPr/>
        </p:nvSpPr>
        <p:spPr>
          <a:xfrm>
            <a:off x="1254432" y="1539586"/>
            <a:ext cx="230105" cy="323438"/>
          </a:xfrm>
          <a:custGeom>
            <a:avLst/>
            <a:gdLst/>
            <a:ahLst/>
            <a:cxnLst/>
            <a:rect l="l" t="t" r="r" b="b"/>
            <a:pathLst>
              <a:path w="14911" h="20959" extrusionOk="0">
                <a:moveTo>
                  <a:pt x="9164" y="5970"/>
                </a:moveTo>
                <a:cubicBezTo>
                  <a:pt x="9783" y="5970"/>
                  <a:pt x="10281" y="6298"/>
                  <a:pt x="10541" y="6977"/>
                </a:cubicBezTo>
                <a:cubicBezTo>
                  <a:pt x="11141" y="8545"/>
                  <a:pt x="10241" y="11380"/>
                  <a:pt x="8540" y="13315"/>
                </a:cubicBezTo>
                <a:cubicBezTo>
                  <a:pt x="7580" y="14407"/>
                  <a:pt x="6567" y="14967"/>
                  <a:pt x="5759" y="14967"/>
                </a:cubicBezTo>
                <a:cubicBezTo>
                  <a:pt x="5134" y="14967"/>
                  <a:pt x="4632" y="14632"/>
                  <a:pt x="4370" y="13949"/>
                </a:cubicBezTo>
                <a:cubicBezTo>
                  <a:pt x="3770" y="12381"/>
                  <a:pt x="4670" y="9546"/>
                  <a:pt x="6371" y="7611"/>
                </a:cubicBezTo>
                <a:cubicBezTo>
                  <a:pt x="7336" y="6533"/>
                  <a:pt x="8354" y="5970"/>
                  <a:pt x="9164" y="5970"/>
                </a:cubicBezTo>
                <a:close/>
                <a:moveTo>
                  <a:pt x="11386" y="1"/>
                </a:moveTo>
                <a:cubicBezTo>
                  <a:pt x="11361" y="1"/>
                  <a:pt x="11335" y="2"/>
                  <a:pt x="11308" y="6"/>
                </a:cubicBezTo>
                <a:lnTo>
                  <a:pt x="10107" y="206"/>
                </a:lnTo>
                <a:cubicBezTo>
                  <a:pt x="9841" y="239"/>
                  <a:pt x="9607" y="439"/>
                  <a:pt x="9474" y="673"/>
                </a:cubicBezTo>
                <a:lnTo>
                  <a:pt x="8640" y="2841"/>
                </a:lnTo>
                <a:cubicBezTo>
                  <a:pt x="8506" y="3108"/>
                  <a:pt x="8306" y="3341"/>
                  <a:pt x="8073" y="3508"/>
                </a:cubicBezTo>
                <a:cubicBezTo>
                  <a:pt x="7839" y="3642"/>
                  <a:pt x="7606" y="3775"/>
                  <a:pt x="7372" y="3942"/>
                </a:cubicBezTo>
                <a:cubicBezTo>
                  <a:pt x="7255" y="4025"/>
                  <a:pt x="7130" y="4067"/>
                  <a:pt x="7022" y="4067"/>
                </a:cubicBezTo>
                <a:cubicBezTo>
                  <a:pt x="6913" y="4067"/>
                  <a:pt x="6822" y="4025"/>
                  <a:pt x="6772" y="3942"/>
                </a:cubicBezTo>
                <a:lnTo>
                  <a:pt x="6238" y="2974"/>
                </a:lnTo>
                <a:cubicBezTo>
                  <a:pt x="6177" y="2883"/>
                  <a:pt x="6102" y="2840"/>
                  <a:pt x="6019" y="2840"/>
                </a:cubicBezTo>
                <a:cubicBezTo>
                  <a:pt x="5921" y="2840"/>
                  <a:pt x="5813" y="2899"/>
                  <a:pt x="5704" y="3008"/>
                </a:cubicBezTo>
                <a:lnTo>
                  <a:pt x="4136" y="4776"/>
                </a:lnTo>
                <a:cubicBezTo>
                  <a:pt x="3970" y="4976"/>
                  <a:pt x="3870" y="5243"/>
                  <a:pt x="3903" y="5543"/>
                </a:cubicBezTo>
                <a:lnTo>
                  <a:pt x="4237" y="6911"/>
                </a:lnTo>
                <a:cubicBezTo>
                  <a:pt x="4270" y="7177"/>
                  <a:pt x="4203" y="7444"/>
                  <a:pt x="4070" y="7678"/>
                </a:cubicBezTo>
                <a:cubicBezTo>
                  <a:pt x="3803" y="8078"/>
                  <a:pt x="3603" y="8478"/>
                  <a:pt x="3369" y="8879"/>
                </a:cubicBezTo>
                <a:cubicBezTo>
                  <a:pt x="3236" y="9146"/>
                  <a:pt x="3002" y="9346"/>
                  <a:pt x="2735" y="9446"/>
                </a:cubicBezTo>
                <a:lnTo>
                  <a:pt x="1601" y="9779"/>
                </a:lnTo>
                <a:cubicBezTo>
                  <a:pt x="1334" y="9879"/>
                  <a:pt x="1101" y="10080"/>
                  <a:pt x="1001" y="10346"/>
                </a:cubicBezTo>
                <a:lnTo>
                  <a:pt x="267" y="12748"/>
                </a:lnTo>
                <a:cubicBezTo>
                  <a:pt x="173" y="12935"/>
                  <a:pt x="313" y="13152"/>
                  <a:pt x="523" y="13152"/>
                </a:cubicBezTo>
                <a:cubicBezTo>
                  <a:pt x="537" y="13152"/>
                  <a:pt x="552" y="13151"/>
                  <a:pt x="567" y="13148"/>
                </a:cubicBezTo>
                <a:lnTo>
                  <a:pt x="1535" y="13148"/>
                </a:lnTo>
                <a:cubicBezTo>
                  <a:pt x="1552" y="13146"/>
                  <a:pt x="1569" y="13145"/>
                  <a:pt x="1585" y="13145"/>
                </a:cubicBezTo>
                <a:cubicBezTo>
                  <a:pt x="1796" y="13145"/>
                  <a:pt x="1966" y="13335"/>
                  <a:pt x="1935" y="13582"/>
                </a:cubicBezTo>
                <a:cubicBezTo>
                  <a:pt x="1902" y="13916"/>
                  <a:pt x="1902" y="14249"/>
                  <a:pt x="1902" y="14583"/>
                </a:cubicBezTo>
                <a:cubicBezTo>
                  <a:pt x="1902" y="14883"/>
                  <a:pt x="1801" y="15150"/>
                  <a:pt x="1635" y="15383"/>
                </a:cubicBezTo>
                <a:lnTo>
                  <a:pt x="234" y="17151"/>
                </a:lnTo>
                <a:cubicBezTo>
                  <a:pt x="67" y="17351"/>
                  <a:pt x="0" y="17618"/>
                  <a:pt x="67" y="17885"/>
                </a:cubicBezTo>
                <a:lnTo>
                  <a:pt x="601" y="19219"/>
                </a:lnTo>
                <a:cubicBezTo>
                  <a:pt x="634" y="19319"/>
                  <a:pt x="701" y="19370"/>
                  <a:pt x="784" y="19370"/>
                </a:cubicBezTo>
                <a:cubicBezTo>
                  <a:pt x="867" y="19370"/>
                  <a:pt x="968" y="19319"/>
                  <a:pt x="1068" y="19219"/>
                </a:cubicBezTo>
                <a:lnTo>
                  <a:pt x="2502" y="17818"/>
                </a:lnTo>
                <a:cubicBezTo>
                  <a:pt x="2599" y="17721"/>
                  <a:pt x="2730" y="17669"/>
                  <a:pt x="2862" y="17669"/>
                </a:cubicBezTo>
                <a:cubicBezTo>
                  <a:pt x="2957" y="17669"/>
                  <a:pt x="3052" y="17696"/>
                  <a:pt x="3136" y="17752"/>
                </a:cubicBezTo>
                <a:cubicBezTo>
                  <a:pt x="3236" y="17818"/>
                  <a:pt x="3369" y="17885"/>
                  <a:pt x="3469" y="17952"/>
                </a:cubicBezTo>
                <a:cubicBezTo>
                  <a:pt x="3703" y="18052"/>
                  <a:pt x="3803" y="18285"/>
                  <a:pt x="3770" y="18519"/>
                </a:cubicBezTo>
                <a:lnTo>
                  <a:pt x="3236" y="20587"/>
                </a:lnTo>
                <a:cubicBezTo>
                  <a:pt x="3205" y="20801"/>
                  <a:pt x="3314" y="20958"/>
                  <a:pt x="3537" y="20958"/>
                </a:cubicBezTo>
                <a:cubicBezTo>
                  <a:pt x="3558" y="20958"/>
                  <a:pt x="3580" y="20957"/>
                  <a:pt x="3603" y="20954"/>
                </a:cubicBezTo>
                <a:lnTo>
                  <a:pt x="4804" y="20754"/>
                </a:lnTo>
                <a:cubicBezTo>
                  <a:pt x="5070" y="20687"/>
                  <a:pt x="5304" y="20487"/>
                  <a:pt x="5437" y="20253"/>
                </a:cubicBezTo>
                <a:lnTo>
                  <a:pt x="6271" y="18085"/>
                </a:lnTo>
                <a:cubicBezTo>
                  <a:pt x="6405" y="17818"/>
                  <a:pt x="6605" y="17585"/>
                  <a:pt x="6872" y="17418"/>
                </a:cubicBezTo>
                <a:cubicBezTo>
                  <a:pt x="7105" y="17285"/>
                  <a:pt x="7305" y="17118"/>
                  <a:pt x="7539" y="16984"/>
                </a:cubicBezTo>
                <a:cubicBezTo>
                  <a:pt x="7656" y="16901"/>
                  <a:pt x="7772" y="16859"/>
                  <a:pt x="7877" y="16859"/>
                </a:cubicBezTo>
                <a:cubicBezTo>
                  <a:pt x="7981" y="16859"/>
                  <a:pt x="8073" y="16901"/>
                  <a:pt x="8139" y="16984"/>
                </a:cubicBezTo>
                <a:lnTo>
                  <a:pt x="8706" y="17952"/>
                </a:lnTo>
                <a:cubicBezTo>
                  <a:pt x="8752" y="18028"/>
                  <a:pt x="8826" y="18070"/>
                  <a:pt x="8909" y="18070"/>
                </a:cubicBezTo>
                <a:cubicBezTo>
                  <a:pt x="9006" y="18070"/>
                  <a:pt x="9116" y="18012"/>
                  <a:pt x="9207" y="17885"/>
                </a:cubicBezTo>
                <a:lnTo>
                  <a:pt x="10775" y="16117"/>
                </a:lnTo>
                <a:cubicBezTo>
                  <a:pt x="10941" y="15917"/>
                  <a:pt x="11041" y="15650"/>
                  <a:pt x="11008" y="15383"/>
                </a:cubicBezTo>
                <a:lnTo>
                  <a:pt x="10674" y="13982"/>
                </a:lnTo>
                <a:cubicBezTo>
                  <a:pt x="10641" y="13715"/>
                  <a:pt x="10708" y="13449"/>
                  <a:pt x="10841" y="13215"/>
                </a:cubicBezTo>
                <a:cubicBezTo>
                  <a:pt x="11108" y="12815"/>
                  <a:pt x="11308" y="12415"/>
                  <a:pt x="11508" y="12014"/>
                </a:cubicBezTo>
                <a:cubicBezTo>
                  <a:pt x="11675" y="11747"/>
                  <a:pt x="11909" y="11547"/>
                  <a:pt x="12176" y="11447"/>
                </a:cubicBezTo>
                <a:lnTo>
                  <a:pt x="13310" y="11114"/>
                </a:lnTo>
                <a:cubicBezTo>
                  <a:pt x="13577" y="11014"/>
                  <a:pt x="13810" y="10813"/>
                  <a:pt x="13910" y="10547"/>
                </a:cubicBezTo>
                <a:lnTo>
                  <a:pt x="14644" y="8178"/>
                </a:lnTo>
                <a:cubicBezTo>
                  <a:pt x="14744" y="7945"/>
                  <a:pt x="14577" y="7745"/>
                  <a:pt x="14344" y="7745"/>
                </a:cubicBezTo>
                <a:lnTo>
                  <a:pt x="13376" y="7745"/>
                </a:lnTo>
                <a:cubicBezTo>
                  <a:pt x="13143" y="7745"/>
                  <a:pt x="12976" y="7544"/>
                  <a:pt x="13009" y="7344"/>
                </a:cubicBezTo>
                <a:cubicBezTo>
                  <a:pt x="13043" y="6977"/>
                  <a:pt x="13043" y="6644"/>
                  <a:pt x="13043" y="6310"/>
                </a:cubicBezTo>
                <a:cubicBezTo>
                  <a:pt x="13043" y="6010"/>
                  <a:pt x="13143" y="5743"/>
                  <a:pt x="13310" y="5510"/>
                </a:cubicBezTo>
                <a:lnTo>
                  <a:pt x="14677" y="3775"/>
                </a:lnTo>
                <a:cubicBezTo>
                  <a:pt x="14844" y="3542"/>
                  <a:pt x="14911" y="3275"/>
                  <a:pt x="14844" y="3041"/>
                </a:cubicBezTo>
                <a:lnTo>
                  <a:pt x="14310" y="1707"/>
                </a:lnTo>
                <a:cubicBezTo>
                  <a:pt x="14277" y="1607"/>
                  <a:pt x="14210" y="1557"/>
                  <a:pt x="14127" y="1557"/>
                </a:cubicBezTo>
                <a:cubicBezTo>
                  <a:pt x="14044" y="1557"/>
                  <a:pt x="13943" y="1607"/>
                  <a:pt x="13843" y="1707"/>
                </a:cubicBezTo>
                <a:lnTo>
                  <a:pt x="12409" y="3108"/>
                </a:lnTo>
                <a:cubicBezTo>
                  <a:pt x="12309" y="3228"/>
                  <a:pt x="12173" y="3288"/>
                  <a:pt x="12037" y="3288"/>
                </a:cubicBezTo>
                <a:cubicBezTo>
                  <a:pt x="11946" y="3288"/>
                  <a:pt x="11855" y="3261"/>
                  <a:pt x="11775" y="3208"/>
                </a:cubicBezTo>
                <a:cubicBezTo>
                  <a:pt x="11675" y="3141"/>
                  <a:pt x="11542" y="3075"/>
                  <a:pt x="11442" y="3008"/>
                </a:cubicBezTo>
                <a:cubicBezTo>
                  <a:pt x="11208" y="2908"/>
                  <a:pt x="11108" y="2674"/>
                  <a:pt x="11141" y="2441"/>
                </a:cubicBezTo>
                <a:lnTo>
                  <a:pt x="11675" y="339"/>
                </a:lnTo>
                <a:cubicBezTo>
                  <a:pt x="11705" y="130"/>
                  <a:pt x="11601" y="1"/>
                  <a:pt x="113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41">
            <a:extLst>
              <a:ext uri="{FF2B5EF4-FFF2-40B4-BE49-F238E27FC236}">
                <a16:creationId xmlns:a16="http://schemas.microsoft.com/office/drawing/2014/main" id="{BC97F13D-4D74-C455-8DF2-03CA2E28BBF7}"/>
              </a:ext>
            </a:extLst>
          </p:cNvPr>
          <p:cNvSpPr/>
          <p:nvPr/>
        </p:nvSpPr>
        <p:spPr>
          <a:xfrm>
            <a:off x="884822" y="1591777"/>
            <a:ext cx="326385" cy="455983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1">
            <a:extLst>
              <a:ext uri="{FF2B5EF4-FFF2-40B4-BE49-F238E27FC236}">
                <a16:creationId xmlns:a16="http://schemas.microsoft.com/office/drawing/2014/main" id="{B8723CE7-F515-F69E-D9E7-B48BBABA6A5C}"/>
              </a:ext>
            </a:extLst>
          </p:cNvPr>
          <p:cNvSpPr/>
          <p:nvPr/>
        </p:nvSpPr>
        <p:spPr>
          <a:xfrm>
            <a:off x="2776591" y="3079970"/>
            <a:ext cx="123548" cy="175615"/>
          </a:xfrm>
          <a:custGeom>
            <a:avLst/>
            <a:gdLst/>
            <a:ahLst/>
            <a:cxnLst/>
            <a:rect l="l" t="t" r="r" b="b"/>
            <a:pathLst>
              <a:path w="8006" h="11380" extrusionOk="0">
                <a:moveTo>
                  <a:pt x="1935" y="1"/>
                </a:moveTo>
                <a:cubicBezTo>
                  <a:pt x="1877" y="1"/>
                  <a:pt x="1818" y="9"/>
                  <a:pt x="1768" y="26"/>
                </a:cubicBezTo>
                <a:lnTo>
                  <a:pt x="467" y="526"/>
                </a:lnTo>
                <a:cubicBezTo>
                  <a:pt x="367" y="560"/>
                  <a:pt x="267" y="626"/>
                  <a:pt x="234" y="760"/>
                </a:cubicBezTo>
                <a:cubicBezTo>
                  <a:pt x="167" y="860"/>
                  <a:pt x="167" y="960"/>
                  <a:pt x="234" y="1093"/>
                </a:cubicBezTo>
                <a:lnTo>
                  <a:pt x="734" y="2428"/>
                </a:lnTo>
                <a:cubicBezTo>
                  <a:pt x="767" y="2528"/>
                  <a:pt x="834" y="2594"/>
                  <a:pt x="934" y="2661"/>
                </a:cubicBezTo>
                <a:cubicBezTo>
                  <a:pt x="1001" y="2678"/>
                  <a:pt x="1059" y="2686"/>
                  <a:pt x="1118" y="2686"/>
                </a:cubicBezTo>
                <a:cubicBezTo>
                  <a:pt x="1176" y="2686"/>
                  <a:pt x="1234" y="2678"/>
                  <a:pt x="1301" y="2661"/>
                </a:cubicBezTo>
                <a:lnTo>
                  <a:pt x="2602" y="2161"/>
                </a:lnTo>
                <a:cubicBezTo>
                  <a:pt x="2702" y="2127"/>
                  <a:pt x="2769" y="2027"/>
                  <a:pt x="2836" y="1927"/>
                </a:cubicBezTo>
                <a:cubicBezTo>
                  <a:pt x="2869" y="1827"/>
                  <a:pt x="2869" y="1694"/>
                  <a:pt x="2836" y="1594"/>
                </a:cubicBezTo>
                <a:lnTo>
                  <a:pt x="2335" y="259"/>
                </a:lnTo>
                <a:cubicBezTo>
                  <a:pt x="2302" y="159"/>
                  <a:pt x="2202" y="59"/>
                  <a:pt x="2102" y="26"/>
                </a:cubicBezTo>
                <a:cubicBezTo>
                  <a:pt x="2052" y="9"/>
                  <a:pt x="1993" y="1"/>
                  <a:pt x="1935" y="1"/>
                </a:cubicBezTo>
                <a:close/>
                <a:moveTo>
                  <a:pt x="3036" y="3078"/>
                </a:moveTo>
                <a:cubicBezTo>
                  <a:pt x="2977" y="3078"/>
                  <a:pt x="2919" y="3095"/>
                  <a:pt x="2869" y="3128"/>
                </a:cubicBezTo>
                <a:lnTo>
                  <a:pt x="1701" y="3528"/>
                </a:lnTo>
                <a:cubicBezTo>
                  <a:pt x="1601" y="3562"/>
                  <a:pt x="1535" y="3662"/>
                  <a:pt x="1501" y="3762"/>
                </a:cubicBezTo>
                <a:cubicBezTo>
                  <a:pt x="1435" y="3862"/>
                  <a:pt x="1435" y="3995"/>
                  <a:pt x="1468" y="4095"/>
                </a:cubicBezTo>
                <a:cubicBezTo>
                  <a:pt x="1501" y="4329"/>
                  <a:pt x="1501" y="4596"/>
                  <a:pt x="1401" y="4829"/>
                </a:cubicBezTo>
                <a:cubicBezTo>
                  <a:pt x="1335" y="5096"/>
                  <a:pt x="1201" y="5330"/>
                  <a:pt x="1068" y="5596"/>
                </a:cubicBezTo>
                <a:cubicBezTo>
                  <a:pt x="934" y="5830"/>
                  <a:pt x="801" y="6097"/>
                  <a:pt x="634" y="6397"/>
                </a:cubicBezTo>
                <a:cubicBezTo>
                  <a:pt x="467" y="6664"/>
                  <a:pt x="334" y="6964"/>
                  <a:pt x="200" y="7298"/>
                </a:cubicBezTo>
                <a:cubicBezTo>
                  <a:pt x="100" y="7598"/>
                  <a:pt x="34" y="7931"/>
                  <a:pt x="34" y="8265"/>
                </a:cubicBezTo>
                <a:cubicBezTo>
                  <a:pt x="0" y="8665"/>
                  <a:pt x="100" y="9032"/>
                  <a:pt x="234" y="9399"/>
                </a:cubicBezTo>
                <a:cubicBezTo>
                  <a:pt x="401" y="9866"/>
                  <a:pt x="667" y="10266"/>
                  <a:pt x="1034" y="10600"/>
                </a:cubicBezTo>
                <a:cubicBezTo>
                  <a:pt x="1401" y="10900"/>
                  <a:pt x="1802" y="11100"/>
                  <a:pt x="2235" y="11234"/>
                </a:cubicBezTo>
                <a:cubicBezTo>
                  <a:pt x="2592" y="11336"/>
                  <a:pt x="2949" y="11379"/>
                  <a:pt x="3320" y="11379"/>
                </a:cubicBezTo>
                <a:cubicBezTo>
                  <a:pt x="3435" y="11379"/>
                  <a:pt x="3551" y="11375"/>
                  <a:pt x="3670" y="11367"/>
                </a:cubicBezTo>
                <a:cubicBezTo>
                  <a:pt x="4170" y="11334"/>
                  <a:pt x="4637" y="11234"/>
                  <a:pt x="5104" y="11034"/>
                </a:cubicBezTo>
                <a:cubicBezTo>
                  <a:pt x="5638" y="10867"/>
                  <a:pt x="6138" y="10567"/>
                  <a:pt x="6538" y="10200"/>
                </a:cubicBezTo>
                <a:cubicBezTo>
                  <a:pt x="6905" y="9833"/>
                  <a:pt x="7239" y="9433"/>
                  <a:pt x="7506" y="8999"/>
                </a:cubicBezTo>
                <a:cubicBezTo>
                  <a:pt x="7706" y="8599"/>
                  <a:pt x="7873" y="8132"/>
                  <a:pt x="7939" y="7665"/>
                </a:cubicBezTo>
                <a:cubicBezTo>
                  <a:pt x="8006" y="7264"/>
                  <a:pt x="8006" y="6864"/>
                  <a:pt x="7873" y="6464"/>
                </a:cubicBezTo>
                <a:cubicBezTo>
                  <a:pt x="7839" y="6364"/>
                  <a:pt x="7772" y="6297"/>
                  <a:pt x="7672" y="6264"/>
                </a:cubicBezTo>
                <a:cubicBezTo>
                  <a:pt x="7639" y="6247"/>
                  <a:pt x="7597" y="6239"/>
                  <a:pt x="7551" y="6239"/>
                </a:cubicBezTo>
                <a:cubicBezTo>
                  <a:pt x="7506" y="6239"/>
                  <a:pt x="7456" y="6247"/>
                  <a:pt x="7406" y="6264"/>
                </a:cubicBezTo>
                <a:lnTo>
                  <a:pt x="6171" y="6731"/>
                </a:lnTo>
                <a:cubicBezTo>
                  <a:pt x="6071" y="6764"/>
                  <a:pt x="5971" y="6831"/>
                  <a:pt x="5938" y="6931"/>
                </a:cubicBezTo>
                <a:cubicBezTo>
                  <a:pt x="5904" y="7031"/>
                  <a:pt x="5871" y="7131"/>
                  <a:pt x="5871" y="7231"/>
                </a:cubicBezTo>
                <a:cubicBezTo>
                  <a:pt x="5871" y="8132"/>
                  <a:pt x="5304" y="8932"/>
                  <a:pt x="4437" y="9232"/>
                </a:cubicBezTo>
                <a:cubicBezTo>
                  <a:pt x="4177" y="9352"/>
                  <a:pt x="3892" y="9413"/>
                  <a:pt x="3606" y="9413"/>
                </a:cubicBezTo>
                <a:cubicBezTo>
                  <a:pt x="3415" y="9413"/>
                  <a:pt x="3223" y="9386"/>
                  <a:pt x="3036" y="9332"/>
                </a:cubicBezTo>
                <a:cubicBezTo>
                  <a:pt x="2635" y="9232"/>
                  <a:pt x="2335" y="8932"/>
                  <a:pt x="2202" y="8565"/>
                </a:cubicBezTo>
                <a:cubicBezTo>
                  <a:pt x="2102" y="8365"/>
                  <a:pt x="2102" y="8132"/>
                  <a:pt x="2168" y="7898"/>
                </a:cubicBezTo>
                <a:cubicBezTo>
                  <a:pt x="2235" y="7665"/>
                  <a:pt x="2335" y="7431"/>
                  <a:pt x="2469" y="7198"/>
                </a:cubicBezTo>
                <a:cubicBezTo>
                  <a:pt x="2602" y="6931"/>
                  <a:pt x="2769" y="6664"/>
                  <a:pt x="2936" y="6397"/>
                </a:cubicBezTo>
                <a:cubicBezTo>
                  <a:pt x="3102" y="6097"/>
                  <a:pt x="3236" y="5797"/>
                  <a:pt x="3336" y="5496"/>
                </a:cubicBezTo>
                <a:cubicBezTo>
                  <a:pt x="3469" y="5163"/>
                  <a:pt x="3536" y="4829"/>
                  <a:pt x="3569" y="4496"/>
                </a:cubicBezTo>
                <a:cubicBezTo>
                  <a:pt x="3603" y="4129"/>
                  <a:pt x="3569" y="3728"/>
                  <a:pt x="3436" y="3362"/>
                </a:cubicBezTo>
                <a:cubicBezTo>
                  <a:pt x="3403" y="3261"/>
                  <a:pt x="3336" y="3161"/>
                  <a:pt x="3203" y="3128"/>
                </a:cubicBezTo>
                <a:cubicBezTo>
                  <a:pt x="3153" y="3095"/>
                  <a:pt x="3094" y="3078"/>
                  <a:pt x="3036" y="3078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41">
            <a:extLst>
              <a:ext uri="{FF2B5EF4-FFF2-40B4-BE49-F238E27FC236}">
                <a16:creationId xmlns:a16="http://schemas.microsoft.com/office/drawing/2014/main" id="{AC2E1F93-E7D9-E39B-A61D-0F47B11A562B}"/>
              </a:ext>
            </a:extLst>
          </p:cNvPr>
          <p:cNvSpPr/>
          <p:nvPr/>
        </p:nvSpPr>
        <p:spPr>
          <a:xfrm>
            <a:off x="2776591" y="3079970"/>
            <a:ext cx="123548" cy="175615"/>
          </a:xfrm>
          <a:custGeom>
            <a:avLst/>
            <a:gdLst/>
            <a:ahLst/>
            <a:cxnLst/>
            <a:rect l="l" t="t" r="r" b="b"/>
            <a:pathLst>
              <a:path w="8006" h="11380" extrusionOk="0">
                <a:moveTo>
                  <a:pt x="1935" y="1"/>
                </a:moveTo>
                <a:cubicBezTo>
                  <a:pt x="1877" y="1"/>
                  <a:pt x="1818" y="9"/>
                  <a:pt x="1768" y="26"/>
                </a:cubicBezTo>
                <a:lnTo>
                  <a:pt x="467" y="526"/>
                </a:lnTo>
                <a:cubicBezTo>
                  <a:pt x="367" y="560"/>
                  <a:pt x="267" y="626"/>
                  <a:pt x="234" y="760"/>
                </a:cubicBezTo>
                <a:cubicBezTo>
                  <a:pt x="167" y="860"/>
                  <a:pt x="167" y="960"/>
                  <a:pt x="234" y="1093"/>
                </a:cubicBezTo>
                <a:lnTo>
                  <a:pt x="734" y="2428"/>
                </a:lnTo>
                <a:cubicBezTo>
                  <a:pt x="767" y="2528"/>
                  <a:pt x="834" y="2594"/>
                  <a:pt x="934" y="2661"/>
                </a:cubicBezTo>
                <a:cubicBezTo>
                  <a:pt x="1001" y="2678"/>
                  <a:pt x="1059" y="2686"/>
                  <a:pt x="1118" y="2686"/>
                </a:cubicBezTo>
                <a:cubicBezTo>
                  <a:pt x="1176" y="2686"/>
                  <a:pt x="1234" y="2678"/>
                  <a:pt x="1301" y="2661"/>
                </a:cubicBezTo>
                <a:lnTo>
                  <a:pt x="2602" y="2161"/>
                </a:lnTo>
                <a:cubicBezTo>
                  <a:pt x="2702" y="2127"/>
                  <a:pt x="2769" y="2027"/>
                  <a:pt x="2836" y="1927"/>
                </a:cubicBezTo>
                <a:cubicBezTo>
                  <a:pt x="2869" y="1827"/>
                  <a:pt x="2869" y="1694"/>
                  <a:pt x="2836" y="1594"/>
                </a:cubicBezTo>
                <a:lnTo>
                  <a:pt x="2335" y="259"/>
                </a:lnTo>
                <a:cubicBezTo>
                  <a:pt x="2302" y="159"/>
                  <a:pt x="2202" y="59"/>
                  <a:pt x="2102" y="26"/>
                </a:cubicBezTo>
                <a:cubicBezTo>
                  <a:pt x="2052" y="9"/>
                  <a:pt x="1993" y="1"/>
                  <a:pt x="1935" y="1"/>
                </a:cubicBezTo>
                <a:close/>
                <a:moveTo>
                  <a:pt x="3036" y="3078"/>
                </a:moveTo>
                <a:cubicBezTo>
                  <a:pt x="2977" y="3078"/>
                  <a:pt x="2919" y="3095"/>
                  <a:pt x="2869" y="3128"/>
                </a:cubicBezTo>
                <a:lnTo>
                  <a:pt x="1701" y="3528"/>
                </a:lnTo>
                <a:cubicBezTo>
                  <a:pt x="1601" y="3562"/>
                  <a:pt x="1535" y="3662"/>
                  <a:pt x="1501" y="3762"/>
                </a:cubicBezTo>
                <a:cubicBezTo>
                  <a:pt x="1435" y="3862"/>
                  <a:pt x="1435" y="3995"/>
                  <a:pt x="1468" y="4095"/>
                </a:cubicBezTo>
                <a:cubicBezTo>
                  <a:pt x="1501" y="4329"/>
                  <a:pt x="1501" y="4596"/>
                  <a:pt x="1401" y="4829"/>
                </a:cubicBezTo>
                <a:cubicBezTo>
                  <a:pt x="1335" y="5096"/>
                  <a:pt x="1201" y="5330"/>
                  <a:pt x="1068" y="5596"/>
                </a:cubicBezTo>
                <a:cubicBezTo>
                  <a:pt x="934" y="5830"/>
                  <a:pt x="801" y="6097"/>
                  <a:pt x="634" y="6397"/>
                </a:cubicBezTo>
                <a:cubicBezTo>
                  <a:pt x="467" y="6664"/>
                  <a:pt x="334" y="6964"/>
                  <a:pt x="200" y="7298"/>
                </a:cubicBezTo>
                <a:cubicBezTo>
                  <a:pt x="100" y="7598"/>
                  <a:pt x="34" y="7931"/>
                  <a:pt x="34" y="8265"/>
                </a:cubicBezTo>
                <a:cubicBezTo>
                  <a:pt x="0" y="8665"/>
                  <a:pt x="100" y="9032"/>
                  <a:pt x="234" y="9399"/>
                </a:cubicBezTo>
                <a:cubicBezTo>
                  <a:pt x="401" y="9866"/>
                  <a:pt x="667" y="10266"/>
                  <a:pt x="1034" y="10600"/>
                </a:cubicBezTo>
                <a:cubicBezTo>
                  <a:pt x="1401" y="10900"/>
                  <a:pt x="1802" y="11100"/>
                  <a:pt x="2235" y="11234"/>
                </a:cubicBezTo>
                <a:cubicBezTo>
                  <a:pt x="2592" y="11336"/>
                  <a:pt x="2949" y="11379"/>
                  <a:pt x="3320" y="11379"/>
                </a:cubicBezTo>
                <a:cubicBezTo>
                  <a:pt x="3435" y="11379"/>
                  <a:pt x="3551" y="11375"/>
                  <a:pt x="3670" y="11367"/>
                </a:cubicBezTo>
                <a:cubicBezTo>
                  <a:pt x="4170" y="11334"/>
                  <a:pt x="4637" y="11234"/>
                  <a:pt x="5104" y="11034"/>
                </a:cubicBezTo>
                <a:cubicBezTo>
                  <a:pt x="5638" y="10867"/>
                  <a:pt x="6138" y="10567"/>
                  <a:pt x="6538" y="10200"/>
                </a:cubicBezTo>
                <a:cubicBezTo>
                  <a:pt x="6905" y="9833"/>
                  <a:pt x="7239" y="9433"/>
                  <a:pt x="7506" y="8999"/>
                </a:cubicBezTo>
                <a:cubicBezTo>
                  <a:pt x="7706" y="8599"/>
                  <a:pt x="7873" y="8132"/>
                  <a:pt x="7939" y="7665"/>
                </a:cubicBezTo>
                <a:cubicBezTo>
                  <a:pt x="8006" y="7264"/>
                  <a:pt x="8006" y="6864"/>
                  <a:pt x="7873" y="6464"/>
                </a:cubicBezTo>
                <a:cubicBezTo>
                  <a:pt x="7839" y="6364"/>
                  <a:pt x="7772" y="6297"/>
                  <a:pt x="7672" y="6264"/>
                </a:cubicBezTo>
                <a:cubicBezTo>
                  <a:pt x="7639" y="6247"/>
                  <a:pt x="7597" y="6239"/>
                  <a:pt x="7551" y="6239"/>
                </a:cubicBezTo>
                <a:cubicBezTo>
                  <a:pt x="7506" y="6239"/>
                  <a:pt x="7456" y="6247"/>
                  <a:pt x="7406" y="6264"/>
                </a:cubicBezTo>
                <a:lnTo>
                  <a:pt x="6171" y="6731"/>
                </a:lnTo>
                <a:cubicBezTo>
                  <a:pt x="6071" y="6764"/>
                  <a:pt x="5971" y="6831"/>
                  <a:pt x="5938" y="6931"/>
                </a:cubicBezTo>
                <a:cubicBezTo>
                  <a:pt x="5904" y="7031"/>
                  <a:pt x="5871" y="7131"/>
                  <a:pt x="5871" y="7231"/>
                </a:cubicBezTo>
                <a:cubicBezTo>
                  <a:pt x="5871" y="8132"/>
                  <a:pt x="5304" y="8932"/>
                  <a:pt x="4437" y="9232"/>
                </a:cubicBezTo>
                <a:cubicBezTo>
                  <a:pt x="4177" y="9352"/>
                  <a:pt x="3892" y="9413"/>
                  <a:pt x="3606" y="9413"/>
                </a:cubicBezTo>
                <a:cubicBezTo>
                  <a:pt x="3415" y="9413"/>
                  <a:pt x="3223" y="9386"/>
                  <a:pt x="3036" y="9332"/>
                </a:cubicBezTo>
                <a:cubicBezTo>
                  <a:pt x="2635" y="9232"/>
                  <a:pt x="2335" y="8932"/>
                  <a:pt x="2202" y="8565"/>
                </a:cubicBezTo>
                <a:cubicBezTo>
                  <a:pt x="2102" y="8365"/>
                  <a:pt x="2102" y="8132"/>
                  <a:pt x="2168" y="7898"/>
                </a:cubicBezTo>
                <a:cubicBezTo>
                  <a:pt x="2235" y="7665"/>
                  <a:pt x="2335" y="7431"/>
                  <a:pt x="2469" y="7198"/>
                </a:cubicBezTo>
                <a:cubicBezTo>
                  <a:pt x="2602" y="6931"/>
                  <a:pt x="2769" y="6664"/>
                  <a:pt x="2936" y="6397"/>
                </a:cubicBezTo>
                <a:cubicBezTo>
                  <a:pt x="3102" y="6097"/>
                  <a:pt x="3236" y="5797"/>
                  <a:pt x="3336" y="5496"/>
                </a:cubicBezTo>
                <a:cubicBezTo>
                  <a:pt x="3469" y="5163"/>
                  <a:pt x="3536" y="4829"/>
                  <a:pt x="3569" y="4496"/>
                </a:cubicBezTo>
                <a:cubicBezTo>
                  <a:pt x="3603" y="4129"/>
                  <a:pt x="3569" y="3728"/>
                  <a:pt x="3436" y="3362"/>
                </a:cubicBezTo>
                <a:cubicBezTo>
                  <a:pt x="3403" y="3261"/>
                  <a:pt x="3336" y="3161"/>
                  <a:pt x="3203" y="3128"/>
                </a:cubicBezTo>
                <a:cubicBezTo>
                  <a:pt x="3153" y="3095"/>
                  <a:pt x="3094" y="3078"/>
                  <a:pt x="3036" y="307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41">
            <a:extLst>
              <a:ext uri="{FF2B5EF4-FFF2-40B4-BE49-F238E27FC236}">
                <a16:creationId xmlns:a16="http://schemas.microsoft.com/office/drawing/2014/main" id="{FF9B971C-ADD4-6F65-3B37-7EB1D9FE4134}"/>
              </a:ext>
            </a:extLst>
          </p:cNvPr>
          <p:cNvSpPr/>
          <p:nvPr/>
        </p:nvSpPr>
        <p:spPr>
          <a:xfrm>
            <a:off x="2854322" y="2797242"/>
            <a:ext cx="168331" cy="198887"/>
          </a:xfrm>
          <a:custGeom>
            <a:avLst/>
            <a:gdLst/>
            <a:ahLst/>
            <a:cxnLst/>
            <a:rect l="l" t="t" r="r" b="b"/>
            <a:pathLst>
              <a:path w="10908" h="12888" extrusionOk="0">
                <a:moveTo>
                  <a:pt x="5604" y="0"/>
                </a:moveTo>
                <a:cubicBezTo>
                  <a:pt x="5037" y="0"/>
                  <a:pt x="4470" y="67"/>
                  <a:pt x="3936" y="267"/>
                </a:cubicBezTo>
                <a:cubicBezTo>
                  <a:pt x="3369" y="434"/>
                  <a:pt x="2836" y="701"/>
                  <a:pt x="2335" y="1034"/>
                </a:cubicBezTo>
                <a:lnTo>
                  <a:pt x="2335" y="1001"/>
                </a:lnTo>
                <a:cubicBezTo>
                  <a:pt x="1768" y="1401"/>
                  <a:pt x="1301" y="1902"/>
                  <a:pt x="968" y="2469"/>
                </a:cubicBezTo>
                <a:cubicBezTo>
                  <a:pt x="601" y="2969"/>
                  <a:pt x="367" y="3503"/>
                  <a:pt x="200" y="4103"/>
                </a:cubicBezTo>
                <a:cubicBezTo>
                  <a:pt x="34" y="4637"/>
                  <a:pt x="0" y="5204"/>
                  <a:pt x="34" y="5738"/>
                </a:cubicBezTo>
                <a:cubicBezTo>
                  <a:pt x="67" y="6238"/>
                  <a:pt x="200" y="6705"/>
                  <a:pt x="434" y="7105"/>
                </a:cubicBezTo>
                <a:cubicBezTo>
                  <a:pt x="501" y="7205"/>
                  <a:pt x="601" y="7272"/>
                  <a:pt x="734" y="7306"/>
                </a:cubicBezTo>
                <a:cubicBezTo>
                  <a:pt x="834" y="7306"/>
                  <a:pt x="934" y="7272"/>
                  <a:pt x="1034" y="7205"/>
                </a:cubicBezTo>
                <a:lnTo>
                  <a:pt x="2335" y="6338"/>
                </a:lnTo>
                <a:cubicBezTo>
                  <a:pt x="2435" y="6305"/>
                  <a:pt x="2502" y="6171"/>
                  <a:pt x="2569" y="6071"/>
                </a:cubicBezTo>
                <a:cubicBezTo>
                  <a:pt x="2569" y="5938"/>
                  <a:pt x="2569" y="5804"/>
                  <a:pt x="2569" y="5671"/>
                </a:cubicBezTo>
                <a:cubicBezTo>
                  <a:pt x="2302" y="4637"/>
                  <a:pt x="2735" y="3570"/>
                  <a:pt x="3636" y="3002"/>
                </a:cubicBezTo>
                <a:cubicBezTo>
                  <a:pt x="4103" y="2636"/>
                  <a:pt x="4670" y="2469"/>
                  <a:pt x="5237" y="2469"/>
                </a:cubicBezTo>
                <a:cubicBezTo>
                  <a:pt x="5704" y="2469"/>
                  <a:pt x="6138" y="2702"/>
                  <a:pt x="6405" y="3103"/>
                </a:cubicBezTo>
                <a:cubicBezTo>
                  <a:pt x="6572" y="3336"/>
                  <a:pt x="6638" y="3603"/>
                  <a:pt x="6638" y="3870"/>
                </a:cubicBezTo>
                <a:cubicBezTo>
                  <a:pt x="6605" y="4170"/>
                  <a:pt x="6572" y="4470"/>
                  <a:pt x="6471" y="4770"/>
                </a:cubicBezTo>
                <a:cubicBezTo>
                  <a:pt x="6405" y="5104"/>
                  <a:pt x="6305" y="5471"/>
                  <a:pt x="6171" y="5838"/>
                </a:cubicBezTo>
                <a:cubicBezTo>
                  <a:pt x="6071" y="6205"/>
                  <a:pt x="5971" y="6572"/>
                  <a:pt x="5938" y="6972"/>
                </a:cubicBezTo>
                <a:cubicBezTo>
                  <a:pt x="5871" y="7372"/>
                  <a:pt x="5871" y="7806"/>
                  <a:pt x="5938" y="8206"/>
                </a:cubicBezTo>
                <a:cubicBezTo>
                  <a:pt x="6004" y="8640"/>
                  <a:pt x="6171" y="9073"/>
                  <a:pt x="6405" y="9440"/>
                </a:cubicBezTo>
                <a:cubicBezTo>
                  <a:pt x="6471" y="9574"/>
                  <a:pt x="6605" y="9641"/>
                  <a:pt x="6738" y="9674"/>
                </a:cubicBezTo>
                <a:cubicBezTo>
                  <a:pt x="6772" y="9682"/>
                  <a:pt x="6805" y="9686"/>
                  <a:pt x="6838" y="9686"/>
                </a:cubicBezTo>
                <a:cubicBezTo>
                  <a:pt x="6938" y="9686"/>
                  <a:pt x="7039" y="9649"/>
                  <a:pt x="7139" y="9574"/>
                </a:cubicBezTo>
                <a:lnTo>
                  <a:pt x="8339" y="8740"/>
                </a:lnTo>
                <a:cubicBezTo>
                  <a:pt x="8440" y="8673"/>
                  <a:pt x="8540" y="8573"/>
                  <a:pt x="8540" y="8440"/>
                </a:cubicBezTo>
                <a:cubicBezTo>
                  <a:pt x="8573" y="8273"/>
                  <a:pt x="8540" y="8139"/>
                  <a:pt x="8473" y="8006"/>
                </a:cubicBezTo>
                <a:cubicBezTo>
                  <a:pt x="8339" y="7739"/>
                  <a:pt x="8306" y="7472"/>
                  <a:pt x="8339" y="7172"/>
                </a:cubicBezTo>
                <a:cubicBezTo>
                  <a:pt x="8373" y="6839"/>
                  <a:pt x="8406" y="6538"/>
                  <a:pt x="8506" y="6205"/>
                </a:cubicBezTo>
                <a:lnTo>
                  <a:pt x="8806" y="5137"/>
                </a:lnTo>
                <a:cubicBezTo>
                  <a:pt x="8907" y="4770"/>
                  <a:pt x="8973" y="4403"/>
                  <a:pt x="9007" y="4003"/>
                </a:cubicBezTo>
                <a:cubicBezTo>
                  <a:pt x="9040" y="3603"/>
                  <a:pt x="9040" y="3203"/>
                  <a:pt x="8973" y="2836"/>
                </a:cubicBezTo>
                <a:cubicBezTo>
                  <a:pt x="8873" y="2369"/>
                  <a:pt x="8673" y="1935"/>
                  <a:pt x="8406" y="1568"/>
                </a:cubicBezTo>
                <a:cubicBezTo>
                  <a:pt x="8106" y="1101"/>
                  <a:pt x="7672" y="701"/>
                  <a:pt x="7172" y="434"/>
                </a:cubicBezTo>
                <a:cubicBezTo>
                  <a:pt x="6672" y="167"/>
                  <a:pt x="6138" y="34"/>
                  <a:pt x="5604" y="0"/>
                </a:cubicBezTo>
                <a:close/>
                <a:moveTo>
                  <a:pt x="9366" y="9548"/>
                </a:moveTo>
                <a:cubicBezTo>
                  <a:pt x="9264" y="9548"/>
                  <a:pt x="9161" y="9578"/>
                  <a:pt x="9073" y="9641"/>
                </a:cubicBezTo>
                <a:lnTo>
                  <a:pt x="7706" y="10541"/>
                </a:lnTo>
                <a:cubicBezTo>
                  <a:pt x="7606" y="10608"/>
                  <a:pt x="7539" y="10741"/>
                  <a:pt x="7506" y="10875"/>
                </a:cubicBezTo>
                <a:cubicBezTo>
                  <a:pt x="7472" y="11008"/>
                  <a:pt x="7506" y="11142"/>
                  <a:pt x="7572" y="11275"/>
                </a:cubicBezTo>
                <a:lnTo>
                  <a:pt x="8540" y="12676"/>
                </a:lnTo>
                <a:cubicBezTo>
                  <a:pt x="8622" y="12820"/>
                  <a:pt x="8779" y="12888"/>
                  <a:pt x="8943" y="12888"/>
                </a:cubicBezTo>
                <a:cubicBezTo>
                  <a:pt x="9045" y="12888"/>
                  <a:pt x="9150" y="12861"/>
                  <a:pt x="9240" y="12809"/>
                </a:cubicBezTo>
                <a:lnTo>
                  <a:pt x="10608" y="11875"/>
                </a:lnTo>
                <a:cubicBezTo>
                  <a:pt x="10841" y="11709"/>
                  <a:pt x="10908" y="11408"/>
                  <a:pt x="10741" y="11175"/>
                </a:cubicBezTo>
                <a:lnTo>
                  <a:pt x="9807" y="9774"/>
                </a:lnTo>
                <a:cubicBezTo>
                  <a:pt x="9703" y="9629"/>
                  <a:pt x="9535" y="9548"/>
                  <a:pt x="9366" y="9548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41">
            <a:extLst>
              <a:ext uri="{FF2B5EF4-FFF2-40B4-BE49-F238E27FC236}">
                <a16:creationId xmlns:a16="http://schemas.microsoft.com/office/drawing/2014/main" id="{42521210-C98C-CBEC-C8D8-6220A6C51CA7}"/>
              </a:ext>
            </a:extLst>
          </p:cNvPr>
          <p:cNvSpPr/>
          <p:nvPr/>
        </p:nvSpPr>
        <p:spPr>
          <a:xfrm>
            <a:off x="2854322" y="2797242"/>
            <a:ext cx="168331" cy="198887"/>
          </a:xfrm>
          <a:custGeom>
            <a:avLst/>
            <a:gdLst/>
            <a:ahLst/>
            <a:cxnLst/>
            <a:rect l="l" t="t" r="r" b="b"/>
            <a:pathLst>
              <a:path w="10908" h="12888" extrusionOk="0">
                <a:moveTo>
                  <a:pt x="5604" y="0"/>
                </a:moveTo>
                <a:cubicBezTo>
                  <a:pt x="5037" y="0"/>
                  <a:pt x="4470" y="67"/>
                  <a:pt x="3936" y="267"/>
                </a:cubicBezTo>
                <a:cubicBezTo>
                  <a:pt x="3369" y="434"/>
                  <a:pt x="2836" y="701"/>
                  <a:pt x="2335" y="1034"/>
                </a:cubicBezTo>
                <a:lnTo>
                  <a:pt x="2335" y="1001"/>
                </a:lnTo>
                <a:cubicBezTo>
                  <a:pt x="1768" y="1401"/>
                  <a:pt x="1301" y="1902"/>
                  <a:pt x="968" y="2469"/>
                </a:cubicBezTo>
                <a:cubicBezTo>
                  <a:pt x="601" y="2969"/>
                  <a:pt x="367" y="3503"/>
                  <a:pt x="200" y="4103"/>
                </a:cubicBezTo>
                <a:cubicBezTo>
                  <a:pt x="34" y="4637"/>
                  <a:pt x="0" y="5204"/>
                  <a:pt x="34" y="5738"/>
                </a:cubicBezTo>
                <a:cubicBezTo>
                  <a:pt x="67" y="6238"/>
                  <a:pt x="200" y="6705"/>
                  <a:pt x="434" y="7105"/>
                </a:cubicBezTo>
                <a:cubicBezTo>
                  <a:pt x="501" y="7205"/>
                  <a:pt x="601" y="7272"/>
                  <a:pt x="734" y="7306"/>
                </a:cubicBezTo>
                <a:cubicBezTo>
                  <a:pt x="834" y="7306"/>
                  <a:pt x="934" y="7272"/>
                  <a:pt x="1034" y="7205"/>
                </a:cubicBezTo>
                <a:lnTo>
                  <a:pt x="2335" y="6338"/>
                </a:lnTo>
                <a:cubicBezTo>
                  <a:pt x="2435" y="6305"/>
                  <a:pt x="2502" y="6171"/>
                  <a:pt x="2569" y="6071"/>
                </a:cubicBezTo>
                <a:cubicBezTo>
                  <a:pt x="2569" y="5938"/>
                  <a:pt x="2569" y="5804"/>
                  <a:pt x="2569" y="5671"/>
                </a:cubicBezTo>
                <a:cubicBezTo>
                  <a:pt x="2302" y="4637"/>
                  <a:pt x="2735" y="3570"/>
                  <a:pt x="3636" y="3002"/>
                </a:cubicBezTo>
                <a:cubicBezTo>
                  <a:pt x="4103" y="2636"/>
                  <a:pt x="4670" y="2469"/>
                  <a:pt x="5237" y="2469"/>
                </a:cubicBezTo>
                <a:cubicBezTo>
                  <a:pt x="5704" y="2469"/>
                  <a:pt x="6138" y="2702"/>
                  <a:pt x="6405" y="3103"/>
                </a:cubicBezTo>
                <a:cubicBezTo>
                  <a:pt x="6572" y="3336"/>
                  <a:pt x="6638" y="3603"/>
                  <a:pt x="6638" y="3870"/>
                </a:cubicBezTo>
                <a:cubicBezTo>
                  <a:pt x="6605" y="4170"/>
                  <a:pt x="6572" y="4470"/>
                  <a:pt x="6471" y="4770"/>
                </a:cubicBezTo>
                <a:cubicBezTo>
                  <a:pt x="6405" y="5104"/>
                  <a:pt x="6305" y="5471"/>
                  <a:pt x="6171" y="5838"/>
                </a:cubicBezTo>
                <a:cubicBezTo>
                  <a:pt x="6071" y="6205"/>
                  <a:pt x="5971" y="6572"/>
                  <a:pt x="5938" y="6972"/>
                </a:cubicBezTo>
                <a:cubicBezTo>
                  <a:pt x="5871" y="7372"/>
                  <a:pt x="5871" y="7806"/>
                  <a:pt x="5938" y="8206"/>
                </a:cubicBezTo>
                <a:cubicBezTo>
                  <a:pt x="6004" y="8640"/>
                  <a:pt x="6171" y="9073"/>
                  <a:pt x="6405" y="9440"/>
                </a:cubicBezTo>
                <a:cubicBezTo>
                  <a:pt x="6471" y="9574"/>
                  <a:pt x="6605" y="9641"/>
                  <a:pt x="6738" y="9674"/>
                </a:cubicBezTo>
                <a:cubicBezTo>
                  <a:pt x="6772" y="9682"/>
                  <a:pt x="6805" y="9686"/>
                  <a:pt x="6838" y="9686"/>
                </a:cubicBezTo>
                <a:cubicBezTo>
                  <a:pt x="6938" y="9686"/>
                  <a:pt x="7039" y="9649"/>
                  <a:pt x="7139" y="9574"/>
                </a:cubicBezTo>
                <a:lnTo>
                  <a:pt x="8339" y="8740"/>
                </a:lnTo>
                <a:cubicBezTo>
                  <a:pt x="8440" y="8673"/>
                  <a:pt x="8540" y="8573"/>
                  <a:pt x="8540" y="8440"/>
                </a:cubicBezTo>
                <a:cubicBezTo>
                  <a:pt x="8573" y="8273"/>
                  <a:pt x="8540" y="8139"/>
                  <a:pt x="8473" y="8006"/>
                </a:cubicBezTo>
                <a:cubicBezTo>
                  <a:pt x="8339" y="7739"/>
                  <a:pt x="8306" y="7472"/>
                  <a:pt x="8339" y="7172"/>
                </a:cubicBezTo>
                <a:cubicBezTo>
                  <a:pt x="8373" y="6839"/>
                  <a:pt x="8406" y="6538"/>
                  <a:pt x="8506" y="6205"/>
                </a:cubicBezTo>
                <a:lnTo>
                  <a:pt x="8806" y="5137"/>
                </a:lnTo>
                <a:cubicBezTo>
                  <a:pt x="8907" y="4770"/>
                  <a:pt x="8973" y="4403"/>
                  <a:pt x="9007" y="4003"/>
                </a:cubicBezTo>
                <a:cubicBezTo>
                  <a:pt x="9040" y="3603"/>
                  <a:pt x="9040" y="3203"/>
                  <a:pt x="8973" y="2836"/>
                </a:cubicBezTo>
                <a:cubicBezTo>
                  <a:pt x="8873" y="2369"/>
                  <a:pt x="8673" y="1935"/>
                  <a:pt x="8406" y="1568"/>
                </a:cubicBezTo>
                <a:cubicBezTo>
                  <a:pt x="8106" y="1101"/>
                  <a:pt x="7672" y="701"/>
                  <a:pt x="7172" y="434"/>
                </a:cubicBezTo>
                <a:cubicBezTo>
                  <a:pt x="6672" y="167"/>
                  <a:pt x="6138" y="34"/>
                  <a:pt x="5604" y="0"/>
                </a:cubicBezTo>
                <a:close/>
                <a:moveTo>
                  <a:pt x="9366" y="9548"/>
                </a:moveTo>
                <a:cubicBezTo>
                  <a:pt x="9264" y="9548"/>
                  <a:pt x="9161" y="9578"/>
                  <a:pt x="9073" y="9641"/>
                </a:cubicBezTo>
                <a:lnTo>
                  <a:pt x="7706" y="10541"/>
                </a:lnTo>
                <a:cubicBezTo>
                  <a:pt x="7606" y="10608"/>
                  <a:pt x="7539" y="10741"/>
                  <a:pt x="7506" y="10875"/>
                </a:cubicBezTo>
                <a:cubicBezTo>
                  <a:pt x="7472" y="11008"/>
                  <a:pt x="7506" y="11142"/>
                  <a:pt x="7572" y="11275"/>
                </a:cubicBezTo>
                <a:lnTo>
                  <a:pt x="8540" y="12676"/>
                </a:lnTo>
                <a:cubicBezTo>
                  <a:pt x="8622" y="12820"/>
                  <a:pt x="8779" y="12888"/>
                  <a:pt x="8943" y="12888"/>
                </a:cubicBezTo>
                <a:cubicBezTo>
                  <a:pt x="9045" y="12888"/>
                  <a:pt x="9150" y="12861"/>
                  <a:pt x="9240" y="12809"/>
                </a:cubicBezTo>
                <a:lnTo>
                  <a:pt x="10608" y="11875"/>
                </a:lnTo>
                <a:cubicBezTo>
                  <a:pt x="10841" y="11709"/>
                  <a:pt x="10908" y="11408"/>
                  <a:pt x="10741" y="11175"/>
                </a:cubicBezTo>
                <a:lnTo>
                  <a:pt x="9807" y="9774"/>
                </a:lnTo>
                <a:cubicBezTo>
                  <a:pt x="9703" y="9629"/>
                  <a:pt x="9535" y="9548"/>
                  <a:pt x="9366" y="95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41">
            <a:extLst>
              <a:ext uri="{FF2B5EF4-FFF2-40B4-BE49-F238E27FC236}">
                <a16:creationId xmlns:a16="http://schemas.microsoft.com/office/drawing/2014/main" id="{1705B59A-C4ED-865C-9D15-831EA13F9633}"/>
              </a:ext>
            </a:extLst>
          </p:cNvPr>
          <p:cNvSpPr/>
          <p:nvPr/>
        </p:nvSpPr>
        <p:spPr>
          <a:xfrm>
            <a:off x="3578589" y="3005589"/>
            <a:ext cx="151356" cy="204797"/>
          </a:xfrm>
          <a:custGeom>
            <a:avLst/>
            <a:gdLst/>
            <a:ahLst/>
            <a:cxnLst/>
            <a:rect l="l" t="t" r="r" b="b"/>
            <a:pathLst>
              <a:path w="9808" h="13271" extrusionOk="0">
                <a:moveTo>
                  <a:pt x="4504" y="1"/>
                </a:moveTo>
                <a:cubicBezTo>
                  <a:pt x="4004" y="1"/>
                  <a:pt x="3503" y="70"/>
                  <a:pt x="3003" y="209"/>
                </a:cubicBezTo>
                <a:cubicBezTo>
                  <a:pt x="2469" y="376"/>
                  <a:pt x="1969" y="609"/>
                  <a:pt x="1535" y="943"/>
                </a:cubicBezTo>
                <a:cubicBezTo>
                  <a:pt x="1135" y="1210"/>
                  <a:pt x="801" y="1610"/>
                  <a:pt x="601" y="2044"/>
                </a:cubicBezTo>
                <a:cubicBezTo>
                  <a:pt x="534" y="2144"/>
                  <a:pt x="534" y="2244"/>
                  <a:pt x="601" y="2344"/>
                </a:cubicBezTo>
                <a:cubicBezTo>
                  <a:pt x="635" y="2444"/>
                  <a:pt x="701" y="2544"/>
                  <a:pt x="801" y="2578"/>
                </a:cubicBezTo>
                <a:lnTo>
                  <a:pt x="2236" y="3211"/>
                </a:lnTo>
                <a:cubicBezTo>
                  <a:pt x="2309" y="3260"/>
                  <a:pt x="2400" y="3291"/>
                  <a:pt x="2496" y="3291"/>
                </a:cubicBezTo>
                <a:cubicBezTo>
                  <a:pt x="2531" y="3291"/>
                  <a:pt x="2567" y="3287"/>
                  <a:pt x="2603" y="3278"/>
                </a:cubicBezTo>
                <a:cubicBezTo>
                  <a:pt x="2703" y="3211"/>
                  <a:pt x="2836" y="3145"/>
                  <a:pt x="2903" y="3078"/>
                </a:cubicBezTo>
                <a:cubicBezTo>
                  <a:pt x="3493" y="2572"/>
                  <a:pt x="4083" y="2319"/>
                  <a:pt x="4689" y="2319"/>
                </a:cubicBezTo>
                <a:cubicBezTo>
                  <a:pt x="5043" y="2319"/>
                  <a:pt x="5403" y="2405"/>
                  <a:pt x="5772" y="2578"/>
                </a:cubicBezTo>
                <a:cubicBezTo>
                  <a:pt x="6305" y="2778"/>
                  <a:pt x="6772" y="3145"/>
                  <a:pt x="7072" y="3645"/>
                </a:cubicBezTo>
                <a:cubicBezTo>
                  <a:pt x="7306" y="4079"/>
                  <a:pt x="7339" y="4579"/>
                  <a:pt x="7139" y="5013"/>
                </a:cubicBezTo>
                <a:cubicBezTo>
                  <a:pt x="7039" y="5246"/>
                  <a:pt x="6839" y="5446"/>
                  <a:pt x="6605" y="5580"/>
                </a:cubicBezTo>
                <a:cubicBezTo>
                  <a:pt x="6339" y="5713"/>
                  <a:pt x="6072" y="5847"/>
                  <a:pt x="5772" y="5947"/>
                </a:cubicBezTo>
                <a:cubicBezTo>
                  <a:pt x="5438" y="6013"/>
                  <a:pt x="5104" y="6113"/>
                  <a:pt x="4737" y="6213"/>
                </a:cubicBezTo>
                <a:cubicBezTo>
                  <a:pt x="4337" y="6347"/>
                  <a:pt x="3970" y="6480"/>
                  <a:pt x="3637" y="6647"/>
                </a:cubicBezTo>
                <a:cubicBezTo>
                  <a:pt x="3236" y="6814"/>
                  <a:pt x="2903" y="7047"/>
                  <a:pt x="2603" y="7314"/>
                </a:cubicBezTo>
                <a:cubicBezTo>
                  <a:pt x="2236" y="7581"/>
                  <a:pt x="1969" y="7948"/>
                  <a:pt x="1769" y="8382"/>
                </a:cubicBezTo>
                <a:cubicBezTo>
                  <a:pt x="1669" y="8482"/>
                  <a:pt x="1669" y="8615"/>
                  <a:pt x="1735" y="8749"/>
                </a:cubicBezTo>
                <a:cubicBezTo>
                  <a:pt x="1802" y="8882"/>
                  <a:pt x="1902" y="8982"/>
                  <a:pt x="2002" y="9049"/>
                </a:cubicBezTo>
                <a:lnTo>
                  <a:pt x="3336" y="9649"/>
                </a:lnTo>
                <a:cubicBezTo>
                  <a:pt x="3386" y="9666"/>
                  <a:pt x="3453" y="9674"/>
                  <a:pt x="3520" y="9674"/>
                </a:cubicBezTo>
                <a:cubicBezTo>
                  <a:pt x="3587" y="9674"/>
                  <a:pt x="3653" y="9666"/>
                  <a:pt x="3703" y="9649"/>
                </a:cubicBezTo>
                <a:cubicBezTo>
                  <a:pt x="3837" y="9583"/>
                  <a:pt x="3937" y="9482"/>
                  <a:pt x="4004" y="9382"/>
                </a:cubicBezTo>
                <a:cubicBezTo>
                  <a:pt x="4170" y="9116"/>
                  <a:pt x="4404" y="8915"/>
                  <a:pt x="4671" y="8815"/>
                </a:cubicBezTo>
                <a:cubicBezTo>
                  <a:pt x="4971" y="8649"/>
                  <a:pt x="5271" y="8548"/>
                  <a:pt x="5571" y="8448"/>
                </a:cubicBezTo>
                <a:lnTo>
                  <a:pt x="6639" y="8148"/>
                </a:lnTo>
                <a:cubicBezTo>
                  <a:pt x="7006" y="8048"/>
                  <a:pt x="7373" y="7881"/>
                  <a:pt x="7706" y="7715"/>
                </a:cubicBezTo>
                <a:cubicBezTo>
                  <a:pt x="8073" y="7548"/>
                  <a:pt x="8407" y="7314"/>
                  <a:pt x="8674" y="7047"/>
                </a:cubicBezTo>
                <a:cubicBezTo>
                  <a:pt x="9007" y="6714"/>
                  <a:pt x="9274" y="6347"/>
                  <a:pt x="9441" y="5947"/>
                </a:cubicBezTo>
                <a:cubicBezTo>
                  <a:pt x="9708" y="5413"/>
                  <a:pt x="9808" y="4846"/>
                  <a:pt x="9774" y="4279"/>
                </a:cubicBezTo>
                <a:cubicBezTo>
                  <a:pt x="9708" y="3712"/>
                  <a:pt x="9574" y="3211"/>
                  <a:pt x="9274" y="2711"/>
                </a:cubicBezTo>
                <a:cubicBezTo>
                  <a:pt x="9007" y="2244"/>
                  <a:pt x="8640" y="1777"/>
                  <a:pt x="8207" y="1443"/>
                </a:cubicBezTo>
                <a:cubicBezTo>
                  <a:pt x="7773" y="1043"/>
                  <a:pt x="7239" y="709"/>
                  <a:pt x="6706" y="476"/>
                </a:cubicBezTo>
                <a:lnTo>
                  <a:pt x="6739" y="476"/>
                </a:lnTo>
                <a:cubicBezTo>
                  <a:pt x="6138" y="209"/>
                  <a:pt x="5471" y="42"/>
                  <a:pt x="4804" y="9"/>
                </a:cubicBezTo>
                <a:cubicBezTo>
                  <a:pt x="4704" y="3"/>
                  <a:pt x="4604" y="1"/>
                  <a:pt x="4504" y="1"/>
                </a:cubicBezTo>
                <a:close/>
                <a:moveTo>
                  <a:pt x="1252" y="9999"/>
                </a:moveTo>
                <a:cubicBezTo>
                  <a:pt x="1185" y="9999"/>
                  <a:pt x="1118" y="10016"/>
                  <a:pt x="1068" y="10050"/>
                </a:cubicBezTo>
                <a:cubicBezTo>
                  <a:pt x="935" y="10116"/>
                  <a:pt x="835" y="10183"/>
                  <a:pt x="768" y="10316"/>
                </a:cubicBezTo>
                <a:lnTo>
                  <a:pt x="67" y="11851"/>
                </a:lnTo>
                <a:cubicBezTo>
                  <a:pt x="1" y="11984"/>
                  <a:pt x="1" y="12118"/>
                  <a:pt x="67" y="12251"/>
                </a:cubicBezTo>
                <a:cubicBezTo>
                  <a:pt x="101" y="12385"/>
                  <a:pt x="201" y="12485"/>
                  <a:pt x="334" y="12551"/>
                </a:cubicBezTo>
                <a:lnTo>
                  <a:pt x="1835" y="13218"/>
                </a:lnTo>
                <a:cubicBezTo>
                  <a:pt x="1907" y="13254"/>
                  <a:pt x="1981" y="13271"/>
                  <a:pt x="2053" y="13271"/>
                </a:cubicBezTo>
                <a:cubicBezTo>
                  <a:pt x="2251" y="13271"/>
                  <a:pt x="2438" y="13147"/>
                  <a:pt x="2536" y="12952"/>
                </a:cubicBezTo>
                <a:lnTo>
                  <a:pt x="3236" y="11417"/>
                </a:lnTo>
                <a:cubicBezTo>
                  <a:pt x="3336" y="11150"/>
                  <a:pt x="3203" y="10850"/>
                  <a:pt x="2970" y="10750"/>
                </a:cubicBezTo>
                <a:lnTo>
                  <a:pt x="1435" y="10050"/>
                </a:lnTo>
                <a:cubicBezTo>
                  <a:pt x="1385" y="10016"/>
                  <a:pt x="1318" y="9999"/>
                  <a:pt x="1252" y="9999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41">
            <a:extLst>
              <a:ext uri="{FF2B5EF4-FFF2-40B4-BE49-F238E27FC236}">
                <a16:creationId xmlns:a16="http://schemas.microsoft.com/office/drawing/2014/main" id="{3BB886B4-0C2C-EEEB-D599-21715B4E5ED2}"/>
              </a:ext>
            </a:extLst>
          </p:cNvPr>
          <p:cNvSpPr/>
          <p:nvPr/>
        </p:nvSpPr>
        <p:spPr>
          <a:xfrm>
            <a:off x="3578589" y="3005589"/>
            <a:ext cx="151356" cy="204797"/>
          </a:xfrm>
          <a:custGeom>
            <a:avLst/>
            <a:gdLst/>
            <a:ahLst/>
            <a:cxnLst/>
            <a:rect l="l" t="t" r="r" b="b"/>
            <a:pathLst>
              <a:path w="9808" h="13271" extrusionOk="0">
                <a:moveTo>
                  <a:pt x="4504" y="1"/>
                </a:moveTo>
                <a:cubicBezTo>
                  <a:pt x="4004" y="1"/>
                  <a:pt x="3503" y="70"/>
                  <a:pt x="3003" y="209"/>
                </a:cubicBezTo>
                <a:cubicBezTo>
                  <a:pt x="2469" y="376"/>
                  <a:pt x="1969" y="609"/>
                  <a:pt x="1535" y="943"/>
                </a:cubicBezTo>
                <a:cubicBezTo>
                  <a:pt x="1135" y="1210"/>
                  <a:pt x="801" y="1610"/>
                  <a:pt x="601" y="2044"/>
                </a:cubicBezTo>
                <a:cubicBezTo>
                  <a:pt x="534" y="2144"/>
                  <a:pt x="534" y="2244"/>
                  <a:pt x="601" y="2344"/>
                </a:cubicBezTo>
                <a:cubicBezTo>
                  <a:pt x="635" y="2444"/>
                  <a:pt x="701" y="2544"/>
                  <a:pt x="801" y="2578"/>
                </a:cubicBezTo>
                <a:lnTo>
                  <a:pt x="2236" y="3211"/>
                </a:lnTo>
                <a:cubicBezTo>
                  <a:pt x="2309" y="3260"/>
                  <a:pt x="2400" y="3291"/>
                  <a:pt x="2496" y="3291"/>
                </a:cubicBezTo>
                <a:cubicBezTo>
                  <a:pt x="2531" y="3291"/>
                  <a:pt x="2567" y="3287"/>
                  <a:pt x="2603" y="3278"/>
                </a:cubicBezTo>
                <a:cubicBezTo>
                  <a:pt x="2703" y="3211"/>
                  <a:pt x="2836" y="3145"/>
                  <a:pt x="2903" y="3078"/>
                </a:cubicBezTo>
                <a:cubicBezTo>
                  <a:pt x="3493" y="2572"/>
                  <a:pt x="4083" y="2319"/>
                  <a:pt x="4689" y="2319"/>
                </a:cubicBezTo>
                <a:cubicBezTo>
                  <a:pt x="5043" y="2319"/>
                  <a:pt x="5403" y="2405"/>
                  <a:pt x="5772" y="2578"/>
                </a:cubicBezTo>
                <a:cubicBezTo>
                  <a:pt x="6305" y="2778"/>
                  <a:pt x="6772" y="3145"/>
                  <a:pt x="7072" y="3645"/>
                </a:cubicBezTo>
                <a:cubicBezTo>
                  <a:pt x="7306" y="4079"/>
                  <a:pt x="7339" y="4579"/>
                  <a:pt x="7139" y="5013"/>
                </a:cubicBezTo>
                <a:cubicBezTo>
                  <a:pt x="7039" y="5246"/>
                  <a:pt x="6839" y="5446"/>
                  <a:pt x="6605" y="5580"/>
                </a:cubicBezTo>
                <a:cubicBezTo>
                  <a:pt x="6339" y="5713"/>
                  <a:pt x="6072" y="5847"/>
                  <a:pt x="5772" y="5947"/>
                </a:cubicBezTo>
                <a:cubicBezTo>
                  <a:pt x="5438" y="6013"/>
                  <a:pt x="5104" y="6113"/>
                  <a:pt x="4737" y="6213"/>
                </a:cubicBezTo>
                <a:cubicBezTo>
                  <a:pt x="4337" y="6347"/>
                  <a:pt x="3970" y="6480"/>
                  <a:pt x="3637" y="6647"/>
                </a:cubicBezTo>
                <a:cubicBezTo>
                  <a:pt x="3236" y="6814"/>
                  <a:pt x="2903" y="7047"/>
                  <a:pt x="2603" y="7314"/>
                </a:cubicBezTo>
                <a:cubicBezTo>
                  <a:pt x="2236" y="7581"/>
                  <a:pt x="1969" y="7948"/>
                  <a:pt x="1769" y="8382"/>
                </a:cubicBezTo>
                <a:cubicBezTo>
                  <a:pt x="1669" y="8482"/>
                  <a:pt x="1669" y="8615"/>
                  <a:pt x="1735" y="8749"/>
                </a:cubicBezTo>
                <a:cubicBezTo>
                  <a:pt x="1802" y="8882"/>
                  <a:pt x="1902" y="8982"/>
                  <a:pt x="2002" y="9049"/>
                </a:cubicBezTo>
                <a:lnTo>
                  <a:pt x="3336" y="9649"/>
                </a:lnTo>
                <a:cubicBezTo>
                  <a:pt x="3386" y="9666"/>
                  <a:pt x="3453" y="9674"/>
                  <a:pt x="3520" y="9674"/>
                </a:cubicBezTo>
                <a:cubicBezTo>
                  <a:pt x="3587" y="9674"/>
                  <a:pt x="3653" y="9666"/>
                  <a:pt x="3703" y="9649"/>
                </a:cubicBezTo>
                <a:cubicBezTo>
                  <a:pt x="3837" y="9583"/>
                  <a:pt x="3937" y="9482"/>
                  <a:pt x="4004" y="9382"/>
                </a:cubicBezTo>
                <a:cubicBezTo>
                  <a:pt x="4170" y="9116"/>
                  <a:pt x="4404" y="8915"/>
                  <a:pt x="4671" y="8815"/>
                </a:cubicBezTo>
                <a:cubicBezTo>
                  <a:pt x="4971" y="8649"/>
                  <a:pt x="5271" y="8548"/>
                  <a:pt x="5571" y="8448"/>
                </a:cubicBezTo>
                <a:lnTo>
                  <a:pt x="6639" y="8148"/>
                </a:lnTo>
                <a:cubicBezTo>
                  <a:pt x="7006" y="8048"/>
                  <a:pt x="7373" y="7881"/>
                  <a:pt x="7706" y="7715"/>
                </a:cubicBezTo>
                <a:cubicBezTo>
                  <a:pt x="8073" y="7548"/>
                  <a:pt x="8407" y="7314"/>
                  <a:pt x="8674" y="7047"/>
                </a:cubicBezTo>
                <a:cubicBezTo>
                  <a:pt x="9007" y="6714"/>
                  <a:pt x="9274" y="6347"/>
                  <a:pt x="9441" y="5947"/>
                </a:cubicBezTo>
                <a:cubicBezTo>
                  <a:pt x="9708" y="5413"/>
                  <a:pt x="9808" y="4846"/>
                  <a:pt x="9774" y="4279"/>
                </a:cubicBezTo>
                <a:cubicBezTo>
                  <a:pt x="9708" y="3712"/>
                  <a:pt x="9574" y="3211"/>
                  <a:pt x="9274" y="2711"/>
                </a:cubicBezTo>
                <a:cubicBezTo>
                  <a:pt x="9007" y="2244"/>
                  <a:pt x="8640" y="1777"/>
                  <a:pt x="8207" y="1443"/>
                </a:cubicBezTo>
                <a:cubicBezTo>
                  <a:pt x="7773" y="1043"/>
                  <a:pt x="7239" y="709"/>
                  <a:pt x="6706" y="476"/>
                </a:cubicBezTo>
                <a:lnTo>
                  <a:pt x="6739" y="476"/>
                </a:lnTo>
                <a:cubicBezTo>
                  <a:pt x="6138" y="209"/>
                  <a:pt x="5471" y="42"/>
                  <a:pt x="4804" y="9"/>
                </a:cubicBezTo>
                <a:cubicBezTo>
                  <a:pt x="4704" y="3"/>
                  <a:pt x="4604" y="1"/>
                  <a:pt x="4504" y="1"/>
                </a:cubicBezTo>
                <a:close/>
                <a:moveTo>
                  <a:pt x="1252" y="9999"/>
                </a:moveTo>
                <a:cubicBezTo>
                  <a:pt x="1185" y="9999"/>
                  <a:pt x="1118" y="10016"/>
                  <a:pt x="1068" y="10050"/>
                </a:cubicBezTo>
                <a:cubicBezTo>
                  <a:pt x="935" y="10116"/>
                  <a:pt x="835" y="10183"/>
                  <a:pt x="768" y="10316"/>
                </a:cubicBezTo>
                <a:lnTo>
                  <a:pt x="67" y="11851"/>
                </a:lnTo>
                <a:cubicBezTo>
                  <a:pt x="1" y="11984"/>
                  <a:pt x="1" y="12118"/>
                  <a:pt x="67" y="12251"/>
                </a:cubicBezTo>
                <a:cubicBezTo>
                  <a:pt x="101" y="12385"/>
                  <a:pt x="201" y="12485"/>
                  <a:pt x="334" y="12551"/>
                </a:cubicBezTo>
                <a:lnTo>
                  <a:pt x="1835" y="13218"/>
                </a:lnTo>
                <a:cubicBezTo>
                  <a:pt x="1907" y="13254"/>
                  <a:pt x="1981" y="13271"/>
                  <a:pt x="2053" y="13271"/>
                </a:cubicBezTo>
                <a:cubicBezTo>
                  <a:pt x="2251" y="13271"/>
                  <a:pt x="2438" y="13147"/>
                  <a:pt x="2536" y="12952"/>
                </a:cubicBezTo>
                <a:lnTo>
                  <a:pt x="3236" y="11417"/>
                </a:lnTo>
                <a:cubicBezTo>
                  <a:pt x="3336" y="11150"/>
                  <a:pt x="3203" y="10850"/>
                  <a:pt x="2970" y="10750"/>
                </a:cubicBezTo>
                <a:lnTo>
                  <a:pt x="1435" y="10050"/>
                </a:lnTo>
                <a:cubicBezTo>
                  <a:pt x="1385" y="10016"/>
                  <a:pt x="1318" y="9999"/>
                  <a:pt x="1252" y="999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41">
            <a:extLst>
              <a:ext uri="{FF2B5EF4-FFF2-40B4-BE49-F238E27FC236}">
                <a16:creationId xmlns:a16="http://schemas.microsoft.com/office/drawing/2014/main" id="{5B2A1D9A-478E-08CF-3DC4-67D84B8E5173}"/>
              </a:ext>
            </a:extLst>
          </p:cNvPr>
          <p:cNvSpPr/>
          <p:nvPr/>
        </p:nvSpPr>
        <p:spPr>
          <a:xfrm>
            <a:off x="2164530" y="1593274"/>
            <a:ext cx="274904" cy="381308"/>
          </a:xfrm>
          <a:custGeom>
            <a:avLst/>
            <a:gdLst/>
            <a:ahLst/>
            <a:cxnLst/>
            <a:rect l="l" t="t" r="r" b="b"/>
            <a:pathLst>
              <a:path w="17814" h="24709" extrusionOk="0">
                <a:moveTo>
                  <a:pt x="17280" y="930"/>
                </a:moveTo>
                <a:cubicBezTo>
                  <a:pt x="17346" y="1097"/>
                  <a:pt x="17380" y="1263"/>
                  <a:pt x="17380" y="1464"/>
                </a:cubicBezTo>
                <a:lnTo>
                  <a:pt x="17380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6850" y="650"/>
                </a:moveTo>
                <a:cubicBezTo>
                  <a:pt x="16894" y="650"/>
                  <a:pt x="16938" y="655"/>
                  <a:pt x="16979" y="663"/>
                </a:cubicBezTo>
                <a:lnTo>
                  <a:pt x="9474" y="14273"/>
                </a:lnTo>
                <a:cubicBezTo>
                  <a:pt x="9243" y="14735"/>
                  <a:pt x="8874" y="15019"/>
                  <a:pt x="8579" y="15019"/>
                </a:cubicBezTo>
                <a:cubicBezTo>
                  <a:pt x="8491" y="15019"/>
                  <a:pt x="8409" y="14994"/>
                  <a:pt x="8340" y="14940"/>
                </a:cubicBezTo>
                <a:lnTo>
                  <a:pt x="835" y="10003"/>
                </a:lnTo>
                <a:cubicBezTo>
                  <a:pt x="968" y="9769"/>
                  <a:pt x="1135" y="9603"/>
                  <a:pt x="1368" y="9469"/>
                </a:cubicBezTo>
                <a:lnTo>
                  <a:pt x="16479" y="763"/>
                </a:lnTo>
                <a:cubicBezTo>
                  <a:pt x="16579" y="688"/>
                  <a:pt x="16717" y="650"/>
                  <a:pt x="16850" y="650"/>
                </a:cubicBezTo>
                <a:close/>
                <a:moveTo>
                  <a:pt x="534" y="10603"/>
                </a:moveTo>
                <a:lnTo>
                  <a:pt x="5805" y="14106"/>
                </a:lnTo>
                <a:lnTo>
                  <a:pt x="401" y="22679"/>
                </a:lnTo>
                <a:lnTo>
                  <a:pt x="401" y="11237"/>
                </a:lnTo>
                <a:cubicBezTo>
                  <a:pt x="401" y="11037"/>
                  <a:pt x="468" y="10804"/>
                  <a:pt x="534" y="10603"/>
                </a:cubicBezTo>
                <a:close/>
                <a:moveTo>
                  <a:pt x="11676" y="11137"/>
                </a:moveTo>
                <a:lnTo>
                  <a:pt x="17380" y="13606"/>
                </a:lnTo>
                <a:cubicBezTo>
                  <a:pt x="17346" y="14239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3"/>
                  <a:pt x="9574" y="14940"/>
                  <a:pt x="9808" y="14540"/>
                </a:cubicBezTo>
                <a:lnTo>
                  <a:pt x="11676" y="11137"/>
                </a:lnTo>
                <a:close/>
                <a:moveTo>
                  <a:pt x="17005" y="0"/>
                </a:moveTo>
                <a:cubicBezTo>
                  <a:pt x="16843" y="0"/>
                  <a:pt x="16665" y="53"/>
                  <a:pt x="16479" y="163"/>
                </a:cubicBezTo>
                <a:lnTo>
                  <a:pt x="1368" y="8902"/>
                </a:lnTo>
                <a:cubicBezTo>
                  <a:pt x="501" y="9503"/>
                  <a:pt x="1" y="10470"/>
                  <a:pt x="1" y="11504"/>
                </a:cubicBezTo>
                <a:lnTo>
                  <a:pt x="1" y="23513"/>
                </a:lnTo>
                <a:cubicBezTo>
                  <a:pt x="1" y="24259"/>
                  <a:pt x="335" y="24709"/>
                  <a:pt x="823" y="24709"/>
                </a:cubicBezTo>
                <a:cubicBezTo>
                  <a:pt x="989" y="24709"/>
                  <a:pt x="1173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13" y="13205"/>
                </a:cubicBezTo>
                <a:lnTo>
                  <a:pt x="17813" y="1197"/>
                </a:lnTo>
                <a:cubicBezTo>
                  <a:pt x="17813" y="450"/>
                  <a:pt x="17479" y="0"/>
                  <a:pt x="17005" y="0"/>
                </a:cubicBezTo>
                <a:close/>
              </a:path>
            </a:pathLst>
          </a:custGeom>
          <a:solidFill>
            <a:srgbClr val="C8DD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41">
            <a:extLst>
              <a:ext uri="{FF2B5EF4-FFF2-40B4-BE49-F238E27FC236}">
                <a16:creationId xmlns:a16="http://schemas.microsoft.com/office/drawing/2014/main" id="{250A0C0F-EC0B-C952-CAA5-20B26778B95B}"/>
              </a:ext>
            </a:extLst>
          </p:cNvPr>
          <p:cNvSpPr/>
          <p:nvPr/>
        </p:nvSpPr>
        <p:spPr>
          <a:xfrm>
            <a:off x="2164530" y="1593274"/>
            <a:ext cx="274904" cy="381308"/>
          </a:xfrm>
          <a:custGeom>
            <a:avLst/>
            <a:gdLst/>
            <a:ahLst/>
            <a:cxnLst/>
            <a:rect l="l" t="t" r="r" b="b"/>
            <a:pathLst>
              <a:path w="17814" h="24709" extrusionOk="0">
                <a:moveTo>
                  <a:pt x="17280" y="930"/>
                </a:moveTo>
                <a:cubicBezTo>
                  <a:pt x="17346" y="1097"/>
                  <a:pt x="17380" y="1263"/>
                  <a:pt x="17380" y="1464"/>
                </a:cubicBezTo>
                <a:lnTo>
                  <a:pt x="17380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6850" y="650"/>
                </a:moveTo>
                <a:cubicBezTo>
                  <a:pt x="16894" y="650"/>
                  <a:pt x="16938" y="655"/>
                  <a:pt x="16979" y="663"/>
                </a:cubicBezTo>
                <a:lnTo>
                  <a:pt x="9474" y="14273"/>
                </a:lnTo>
                <a:cubicBezTo>
                  <a:pt x="9243" y="14735"/>
                  <a:pt x="8874" y="15019"/>
                  <a:pt x="8579" y="15019"/>
                </a:cubicBezTo>
                <a:cubicBezTo>
                  <a:pt x="8491" y="15019"/>
                  <a:pt x="8409" y="14994"/>
                  <a:pt x="8340" y="14940"/>
                </a:cubicBezTo>
                <a:lnTo>
                  <a:pt x="835" y="10003"/>
                </a:lnTo>
                <a:cubicBezTo>
                  <a:pt x="968" y="9769"/>
                  <a:pt x="1135" y="9603"/>
                  <a:pt x="1368" y="9469"/>
                </a:cubicBezTo>
                <a:lnTo>
                  <a:pt x="16479" y="763"/>
                </a:lnTo>
                <a:cubicBezTo>
                  <a:pt x="16579" y="688"/>
                  <a:pt x="16717" y="650"/>
                  <a:pt x="16850" y="650"/>
                </a:cubicBezTo>
                <a:close/>
                <a:moveTo>
                  <a:pt x="534" y="10603"/>
                </a:moveTo>
                <a:lnTo>
                  <a:pt x="5805" y="14106"/>
                </a:lnTo>
                <a:lnTo>
                  <a:pt x="401" y="22679"/>
                </a:lnTo>
                <a:lnTo>
                  <a:pt x="401" y="11237"/>
                </a:lnTo>
                <a:cubicBezTo>
                  <a:pt x="401" y="11037"/>
                  <a:pt x="468" y="10804"/>
                  <a:pt x="534" y="10603"/>
                </a:cubicBezTo>
                <a:close/>
                <a:moveTo>
                  <a:pt x="11676" y="11137"/>
                </a:moveTo>
                <a:lnTo>
                  <a:pt x="17380" y="13606"/>
                </a:lnTo>
                <a:cubicBezTo>
                  <a:pt x="17346" y="14239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3"/>
                  <a:pt x="9574" y="14940"/>
                  <a:pt x="9808" y="14540"/>
                </a:cubicBezTo>
                <a:lnTo>
                  <a:pt x="11676" y="11137"/>
                </a:lnTo>
                <a:close/>
                <a:moveTo>
                  <a:pt x="17005" y="0"/>
                </a:moveTo>
                <a:cubicBezTo>
                  <a:pt x="16843" y="0"/>
                  <a:pt x="16665" y="53"/>
                  <a:pt x="16479" y="163"/>
                </a:cubicBezTo>
                <a:lnTo>
                  <a:pt x="1368" y="8902"/>
                </a:lnTo>
                <a:cubicBezTo>
                  <a:pt x="501" y="9503"/>
                  <a:pt x="1" y="10470"/>
                  <a:pt x="1" y="11504"/>
                </a:cubicBezTo>
                <a:lnTo>
                  <a:pt x="1" y="23513"/>
                </a:lnTo>
                <a:cubicBezTo>
                  <a:pt x="1" y="24259"/>
                  <a:pt x="335" y="24709"/>
                  <a:pt x="823" y="24709"/>
                </a:cubicBezTo>
                <a:cubicBezTo>
                  <a:pt x="989" y="24709"/>
                  <a:pt x="1173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13" y="13205"/>
                </a:cubicBezTo>
                <a:lnTo>
                  <a:pt x="17813" y="1197"/>
                </a:lnTo>
                <a:cubicBezTo>
                  <a:pt x="17813" y="450"/>
                  <a:pt x="17479" y="0"/>
                  <a:pt x="1700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41">
            <a:extLst>
              <a:ext uri="{FF2B5EF4-FFF2-40B4-BE49-F238E27FC236}">
                <a16:creationId xmlns:a16="http://schemas.microsoft.com/office/drawing/2014/main" id="{C36F6642-9897-12BF-55FF-073D1ECE3993}"/>
              </a:ext>
            </a:extLst>
          </p:cNvPr>
          <p:cNvSpPr/>
          <p:nvPr/>
        </p:nvSpPr>
        <p:spPr>
          <a:xfrm>
            <a:off x="2402352" y="1574740"/>
            <a:ext cx="275414" cy="381308"/>
          </a:xfrm>
          <a:custGeom>
            <a:avLst/>
            <a:gdLst/>
            <a:ahLst/>
            <a:cxnLst/>
            <a:rect l="l" t="t" r="r" b="b"/>
            <a:pathLst>
              <a:path w="17847" h="24709" extrusionOk="0">
                <a:moveTo>
                  <a:pt x="17280" y="930"/>
                </a:moveTo>
                <a:cubicBezTo>
                  <a:pt x="17380" y="1097"/>
                  <a:pt x="17413" y="1264"/>
                  <a:pt x="17413" y="1464"/>
                </a:cubicBezTo>
                <a:lnTo>
                  <a:pt x="17413" y="12872"/>
                </a:lnTo>
                <a:lnTo>
                  <a:pt x="11976" y="10570"/>
                </a:lnTo>
                <a:lnTo>
                  <a:pt x="17280" y="930"/>
                </a:lnTo>
                <a:close/>
                <a:moveTo>
                  <a:pt x="11642" y="11171"/>
                </a:moveTo>
                <a:lnTo>
                  <a:pt x="17380" y="13606"/>
                </a:lnTo>
                <a:cubicBezTo>
                  <a:pt x="17346" y="14273"/>
                  <a:pt x="17013" y="14840"/>
                  <a:pt x="16479" y="15240"/>
                </a:cubicBezTo>
                <a:lnTo>
                  <a:pt x="1368" y="23946"/>
                </a:lnTo>
                <a:cubicBezTo>
                  <a:pt x="1244" y="24017"/>
                  <a:pt x="1125" y="24050"/>
                  <a:pt x="1016" y="24050"/>
                </a:cubicBezTo>
                <a:cubicBezTo>
                  <a:pt x="712" y="24050"/>
                  <a:pt x="483" y="23796"/>
                  <a:pt x="434" y="23379"/>
                </a:cubicBezTo>
                <a:lnTo>
                  <a:pt x="6172" y="14306"/>
                </a:lnTo>
                <a:lnTo>
                  <a:pt x="8040" y="15574"/>
                </a:lnTo>
                <a:cubicBezTo>
                  <a:pt x="8160" y="15634"/>
                  <a:pt x="8293" y="15667"/>
                  <a:pt x="8428" y="15667"/>
                </a:cubicBezTo>
                <a:cubicBezTo>
                  <a:pt x="8593" y="15667"/>
                  <a:pt x="8760" y="15617"/>
                  <a:pt x="8907" y="15507"/>
                </a:cubicBezTo>
                <a:cubicBezTo>
                  <a:pt x="9274" y="15274"/>
                  <a:pt x="9574" y="14940"/>
                  <a:pt x="9774" y="14573"/>
                </a:cubicBezTo>
                <a:lnTo>
                  <a:pt x="11642" y="11171"/>
                </a:lnTo>
                <a:close/>
                <a:moveTo>
                  <a:pt x="17010" y="1"/>
                </a:moveTo>
                <a:cubicBezTo>
                  <a:pt x="16845" y="1"/>
                  <a:pt x="16665" y="53"/>
                  <a:pt x="16479" y="163"/>
                </a:cubicBezTo>
                <a:lnTo>
                  <a:pt x="3570" y="7635"/>
                </a:lnTo>
                <a:lnTo>
                  <a:pt x="3570" y="8202"/>
                </a:lnTo>
                <a:lnTo>
                  <a:pt x="16479" y="763"/>
                </a:lnTo>
                <a:cubicBezTo>
                  <a:pt x="16604" y="688"/>
                  <a:pt x="16729" y="651"/>
                  <a:pt x="16868" y="651"/>
                </a:cubicBezTo>
                <a:cubicBezTo>
                  <a:pt x="16915" y="651"/>
                  <a:pt x="16963" y="655"/>
                  <a:pt x="17013" y="663"/>
                </a:cubicBezTo>
                <a:lnTo>
                  <a:pt x="9507" y="14273"/>
                </a:lnTo>
                <a:cubicBezTo>
                  <a:pt x="9251" y="14735"/>
                  <a:pt x="8895" y="15019"/>
                  <a:pt x="8593" y="15019"/>
                </a:cubicBezTo>
                <a:cubicBezTo>
                  <a:pt x="8502" y="15019"/>
                  <a:pt x="8417" y="14994"/>
                  <a:pt x="8340" y="14940"/>
                </a:cubicBezTo>
                <a:lnTo>
                  <a:pt x="3570" y="11771"/>
                </a:lnTo>
                <a:lnTo>
                  <a:pt x="3570" y="12572"/>
                </a:lnTo>
                <a:lnTo>
                  <a:pt x="5838" y="14106"/>
                </a:lnTo>
                <a:lnTo>
                  <a:pt x="434" y="22679"/>
                </a:lnTo>
                <a:lnTo>
                  <a:pt x="434" y="18676"/>
                </a:lnTo>
                <a:lnTo>
                  <a:pt x="1" y="18943"/>
                </a:lnTo>
                <a:lnTo>
                  <a:pt x="1" y="23513"/>
                </a:lnTo>
                <a:cubicBezTo>
                  <a:pt x="1" y="24259"/>
                  <a:pt x="353" y="24709"/>
                  <a:pt x="837" y="24709"/>
                </a:cubicBezTo>
                <a:cubicBezTo>
                  <a:pt x="1002" y="24709"/>
                  <a:pt x="1182" y="24657"/>
                  <a:pt x="1368" y="24547"/>
                </a:cubicBezTo>
                <a:lnTo>
                  <a:pt x="16479" y="15807"/>
                </a:lnTo>
                <a:cubicBezTo>
                  <a:pt x="17313" y="15207"/>
                  <a:pt x="17813" y="14239"/>
                  <a:pt x="17847" y="13205"/>
                </a:cubicBezTo>
                <a:lnTo>
                  <a:pt x="17847" y="1197"/>
                </a:lnTo>
                <a:cubicBezTo>
                  <a:pt x="17847" y="450"/>
                  <a:pt x="17494" y="1"/>
                  <a:pt x="17010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1">
            <a:extLst>
              <a:ext uri="{FF2B5EF4-FFF2-40B4-BE49-F238E27FC236}">
                <a16:creationId xmlns:a16="http://schemas.microsoft.com/office/drawing/2014/main" id="{ECC9BEF1-70C7-6791-8F10-565BD74E72D3}"/>
              </a:ext>
            </a:extLst>
          </p:cNvPr>
          <p:cNvSpPr/>
          <p:nvPr/>
        </p:nvSpPr>
        <p:spPr>
          <a:xfrm>
            <a:off x="5973719" y="401695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>
            <a:extLst>
              <a:ext uri="{FF2B5EF4-FFF2-40B4-BE49-F238E27FC236}">
                <a16:creationId xmlns:a16="http://schemas.microsoft.com/office/drawing/2014/main" id="{FCF39E2D-1EF2-AA39-CEDF-4F7078FF34F7}"/>
              </a:ext>
            </a:extLst>
          </p:cNvPr>
          <p:cNvSpPr/>
          <p:nvPr/>
        </p:nvSpPr>
        <p:spPr>
          <a:xfrm>
            <a:off x="7346449" y="3370383"/>
            <a:ext cx="631645" cy="631740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41">
            <a:extLst>
              <a:ext uri="{FF2B5EF4-FFF2-40B4-BE49-F238E27FC236}">
                <a16:creationId xmlns:a16="http://schemas.microsoft.com/office/drawing/2014/main" id="{16D4758F-1B7A-D465-D778-EC54A45603CB}"/>
              </a:ext>
            </a:extLst>
          </p:cNvPr>
          <p:cNvSpPr/>
          <p:nvPr/>
        </p:nvSpPr>
        <p:spPr>
          <a:xfrm rot="2036805">
            <a:off x="4947780" y="3366771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41">
            <a:extLst>
              <a:ext uri="{FF2B5EF4-FFF2-40B4-BE49-F238E27FC236}">
                <a16:creationId xmlns:a16="http://schemas.microsoft.com/office/drawing/2014/main" id="{506E3BC7-4F63-6BB8-203B-210ED13AA700}"/>
              </a:ext>
            </a:extLst>
          </p:cNvPr>
          <p:cNvSpPr/>
          <p:nvPr/>
        </p:nvSpPr>
        <p:spPr>
          <a:xfrm>
            <a:off x="6692777" y="4059949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41">
            <a:extLst>
              <a:ext uri="{FF2B5EF4-FFF2-40B4-BE49-F238E27FC236}">
                <a16:creationId xmlns:a16="http://schemas.microsoft.com/office/drawing/2014/main" id="{201A3A1F-0DA7-CB73-338D-D22D262E2644}"/>
              </a:ext>
            </a:extLst>
          </p:cNvPr>
          <p:cNvSpPr/>
          <p:nvPr/>
        </p:nvSpPr>
        <p:spPr>
          <a:xfrm>
            <a:off x="1961244" y="93240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1">
            <a:extLst>
              <a:ext uri="{FF2B5EF4-FFF2-40B4-BE49-F238E27FC236}">
                <a16:creationId xmlns:a16="http://schemas.microsoft.com/office/drawing/2014/main" id="{2C8EA836-F0A5-853E-0400-EB4D027497B1}"/>
              </a:ext>
            </a:extLst>
          </p:cNvPr>
          <p:cNvSpPr/>
          <p:nvPr/>
        </p:nvSpPr>
        <p:spPr>
          <a:xfrm>
            <a:off x="2762265" y="786574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8D0E6-D044-B846-9007-FC2392979980}"/>
              </a:ext>
            </a:extLst>
          </p:cNvPr>
          <p:cNvSpPr txBox="1"/>
          <p:nvPr/>
        </p:nvSpPr>
        <p:spPr>
          <a:xfrm>
            <a:off x="4361550" y="182080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Wasting time on known courses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C59DA3-A70B-D063-724E-8068C56BB11E}"/>
              </a:ext>
            </a:extLst>
          </p:cNvPr>
          <p:cNvSpPr txBox="1"/>
          <p:nvPr/>
        </p:nvSpPr>
        <p:spPr>
          <a:xfrm>
            <a:off x="4361550" y="139194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Majority learners quit online courses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B7000-A1E3-9938-0BFE-9ED614E5E1CF}"/>
              </a:ext>
            </a:extLst>
          </p:cNvPr>
          <p:cNvSpPr txBox="1"/>
          <p:nvPr/>
        </p:nvSpPr>
        <p:spPr>
          <a:xfrm>
            <a:off x="4361550" y="222874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Memorizing syntax, not thinking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CAC63-35FC-C568-4307-57C6481FC2D9}"/>
              </a:ext>
            </a:extLst>
          </p:cNvPr>
          <p:cNvSpPr txBox="1"/>
          <p:nvPr/>
        </p:nvSpPr>
        <p:spPr>
          <a:xfrm>
            <a:off x="4361550" y="265737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Zero Real-World Preparation</a:t>
            </a:r>
          </a:p>
        </p:txBody>
      </p:sp>
    </p:spTree>
    <p:extLst>
      <p:ext uri="{BB962C8B-B14F-4D97-AF65-F5344CB8AC3E}">
        <p14:creationId xmlns:p14="http://schemas.microsoft.com/office/powerpoint/2010/main" val="2409992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68C4F5DB-7A35-84AE-6EC9-77ED847C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>
            <a:extLst>
              <a:ext uri="{FF2B5EF4-FFF2-40B4-BE49-F238E27FC236}">
                <a16:creationId xmlns:a16="http://schemas.microsoft.com/office/drawing/2014/main" id="{20D11C63-8076-BD57-1E83-28BAE8F259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263" y="1327200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7" name="Google Shape;427;p39">
            <a:extLst>
              <a:ext uri="{FF2B5EF4-FFF2-40B4-BE49-F238E27FC236}">
                <a16:creationId xmlns:a16="http://schemas.microsoft.com/office/drawing/2014/main" id="{90B7FBB2-FAF3-0515-0897-125F03213A7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158264" y="132720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9" name="Google Shape;429;p39">
            <a:extLst>
              <a:ext uri="{FF2B5EF4-FFF2-40B4-BE49-F238E27FC236}">
                <a16:creationId xmlns:a16="http://schemas.microsoft.com/office/drawing/2014/main" id="{4EC855C8-3B14-EC9D-5370-841FBCAA8720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6810775" y="132720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31" name="Google Shape;431;p39">
            <a:extLst>
              <a:ext uri="{FF2B5EF4-FFF2-40B4-BE49-F238E27FC236}">
                <a16:creationId xmlns:a16="http://schemas.microsoft.com/office/drawing/2014/main" id="{FDB55AF5-7ACB-B683-DA03-DC32815A9E18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2886176" y="3059887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3" name="Google Shape;433;p39">
            <a:extLst>
              <a:ext uri="{FF2B5EF4-FFF2-40B4-BE49-F238E27FC236}">
                <a16:creationId xmlns:a16="http://schemas.microsoft.com/office/drawing/2014/main" id="{84A7EF2E-45DB-9D84-3031-519F29D13087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5933126" y="3059887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37" name="Google Shape;437;p39">
            <a:extLst>
              <a:ext uri="{FF2B5EF4-FFF2-40B4-BE49-F238E27FC236}">
                <a16:creationId xmlns:a16="http://schemas.microsoft.com/office/drawing/2014/main" id="{E8F36542-0ED8-7DEB-77C3-1342D5CF93C2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Big Shoulders Display"/>
                <a:ea typeface="Big Shoulders Display"/>
                <a:cs typeface="Big Shoulders Display"/>
                <a:sym typeface="Big Shoulders Display"/>
              </a:rPr>
              <a:t>TABLE OF </a:t>
            </a:r>
            <a:r>
              <a:rPr lang="en" b="0" dirty="0"/>
              <a:t>CONTENTS</a:t>
            </a:r>
            <a:endParaRPr b="0" dirty="0"/>
          </a:p>
        </p:txBody>
      </p:sp>
      <p:sp>
        <p:nvSpPr>
          <p:cNvPr id="438" name="Google Shape;438;p39">
            <a:extLst>
              <a:ext uri="{FF2B5EF4-FFF2-40B4-BE49-F238E27FC236}">
                <a16:creationId xmlns:a16="http://schemas.microsoft.com/office/drawing/2014/main" id="{B19B65BD-3158-B58E-E778-B0B52564B1CF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295764" y="2068360"/>
            <a:ext cx="325369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439" name="Google Shape;439;p39">
            <a:extLst>
              <a:ext uri="{FF2B5EF4-FFF2-40B4-BE49-F238E27FC236}">
                <a16:creationId xmlns:a16="http://schemas.microsoft.com/office/drawing/2014/main" id="{B0BB6BD6-3B16-66AB-C264-AF1E46881255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3368250" y="2096627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440" name="Google Shape;440;p39">
            <a:extLst>
              <a:ext uri="{FF2B5EF4-FFF2-40B4-BE49-F238E27FC236}">
                <a16:creationId xmlns:a16="http://schemas.microsoft.com/office/drawing/2014/main" id="{C9848C53-B2D3-506A-3738-0D04EDF1150A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6017637" y="2095900"/>
            <a:ext cx="2402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Prototype Demonstration</a:t>
            </a:r>
            <a:endParaRPr dirty="0"/>
          </a:p>
        </p:txBody>
      </p:sp>
      <p:sp>
        <p:nvSpPr>
          <p:cNvPr id="441" name="Google Shape;441;p39">
            <a:extLst>
              <a:ext uri="{FF2B5EF4-FFF2-40B4-BE49-F238E27FC236}">
                <a16:creationId xmlns:a16="http://schemas.microsoft.com/office/drawing/2014/main" id="{4E1BC079-95F7-54F7-E40C-114E6D63F097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2100776" y="3504281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Future Work</a:t>
            </a:r>
            <a:endParaRPr dirty="0"/>
          </a:p>
        </p:txBody>
      </p:sp>
      <p:sp>
        <p:nvSpPr>
          <p:cNvPr id="442" name="Google Shape;442;p39">
            <a:extLst>
              <a:ext uri="{FF2B5EF4-FFF2-40B4-BE49-F238E27FC236}">
                <a16:creationId xmlns:a16="http://schemas.microsoft.com/office/drawing/2014/main" id="{2F8D8786-5DB9-D9A1-479A-A926A3ECA07F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5029201" y="3200894"/>
            <a:ext cx="2643050" cy="8685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444" name="Google Shape;444;p39">
            <a:extLst>
              <a:ext uri="{FF2B5EF4-FFF2-40B4-BE49-F238E27FC236}">
                <a16:creationId xmlns:a16="http://schemas.microsoft.com/office/drawing/2014/main" id="{DA6699F0-11BD-620B-F2DF-10668AF8A2B6}"/>
              </a:ext>
            </a:extLst>
          </p:cNvPr>
          <p:cNvSpPr/>
          <p:nvPr/>
        </p:nvSpPr>
        <p:spPr>
          <a:xfrm>
            <a:off x="720001" y="621124"/>
            <a:ext cx="466410" cy="65160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9">
            <a:extLst>
              <a:ext uri="{FF2B5EF4-FFF2-40B4-BE49-F238E27FC236}">
                <a16:creationId xmlns:a16="http://schemas.microsoft.com/office/drawing/2014/main" id="{01E7B7F9-10E5-0F7F-A870-7D30D3AF8D86}"/>
              </a:ext>
            </a:extLst>
          </p:cNvPr>
          <p:cNvSpPr/>
          <p:nvPr/>
        </p:nvSpPr>
        <p:spPr>
          <a:xfrm>
            <a:off x="1364125" y="488975"/>
            <a:ext cx="347019" cy="4848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9">
            <a:extLst>
              <a:ext uri="{FF2B5EF4-FFF2-40B4-BE49-F238E27FC236}">
                <a16:creationId xmlns:a16="http://schemas.microsoft.com/office/drawing/2014/main" id="{E2E7BA00-5D47-AC8A-8BF5-C30BD0A17F43}"/>
              </a:ext>
            </a:extLst>
          </p:cNvPr>
          <p:cNvSpPr/>
          <p:nvPr/>
        </p:nvSpPr>
        <p:spPr>
          <a:xfrm>
            <a:off x="8299951" y="728769"/>
            <a:ext cx="347044" cy="34716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9">
            <a:extLst>
              <a:ext uri="{FF2B5EF4-FFF2-40B4-BE49-F238E27FC236}">
                <a16:creationId xmlns:a16="http://schemas.microsoft.com/office/drawing/2014/main" id="{FF8EA2C9-C171-46D8-C292-E6780C542307}"/>
              </a:ext>
            </a:extLst>
          </p:cNvPr>
          <p:cNvSpPr/>
          <p:nvPr/>
        </p:nvSpPr>
        <p:spPr>
          <a:xfrm>
            <a:off x="7636625" y="488974"/>
            <a:ext cx="484652" cy="48480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7108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4825E932-5395-D29C-8908-DE5DC42B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>
            <a:extLst>
              <a:ext uri="{FF2B5EF4-FFF2-40B4-BE49-F238E27FC236}">
                <a16:creationId xmlns:a16="http://schemas.microsoft.com/office/drawing/2014/main" id="{F44AB37C-3211-7E84-8269-57AEC27F04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321737" y="1289291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7" name="Google Shape;427;p39">
            <a:extLst>
              <a:ext uri="{FF2B5EF4-FFF2-40B4-BE49-F238E27FC236}">
                <a16:creationId xmlns:a16="http://schemas.microsoft.com/office/drawing/2014/main" id="{A83051C4-D636-73AC-53CF-A587AD31E06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257" y="1830532"/>
            <a:ext cx="1617486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02</a:t>
            </a:r>
            <a:endParaRPr sz="8000" dirty="0"/>
          </a:p>
        </p:txBody>
      </p:sp>
      <p:sp>
        <p:nvSpPr>
          <p:cNvPr id="429" name="Google Shape;429;p39">
            <a:extLst>
              <a:ext uri="{FF2B5EF4-FFF2-40B4-BE49-F238E27FC236}">
                <a16:creationId xmlns:a16="http://schemas.microsoft.com/office/drawing/2014/main" id="{5DC710FF-0DF0-F9A5-BC81-2DDACB517102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1250695" y="240381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31" name="Google Shape;431;p39">
            <a:extLst>
              <a:ext uri="{FF2B5EF4-FFF2-40B4-BE49-F238E27FC236}">
                <a16:creationId xmlns:a16="http://schemas.microsoft.com/office/drawing/2014/main" id="{57CB82A5-5EC4-F007-5915-5516BD12B8CA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-3321737" y="3014466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3" name="Google Shape;433;p39">
            <a:extLst>
              <a:ext uri="{FF2B5EF4-FFF2-40B4-BE49-F238E27FC236}">
                <a16:creationId xmlns:a16="http://schemas.microsoft.com/office/drawing/2014/main" id="{092AD1E3-2B3D-F1CE-48FD-5E2791E88306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8720104" y="6008935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35" name="Google Shape;435;p39">
            <a:extLst>
              <a:ext uri="{FF2B5EF4-FFF2-40B4-BE49-F238E27FC236}">
                <a16:creationId xmlns:a16="http://schemas.microsoft.com/office/drawing/2014/main" id="{6CC39FE7-FC96-EB5A-C1A1-B189B093CAD3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11363265" y="600416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37" name="Google Shape;437;p39">
            <a:extLst>
              <a:ext uri="{FF2B5EF4-FFF2-40B4-BE49-F238E27FC236}">
                <a16:creationId xmlns:a16="http://schemas.microsoft.com/office/drawing/2014/main" id="{0E9C74FE-1429-B396-3EC0-8A8E10DB5F9E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Big Shoulders Display"/>
                <a:ea typeface="Big Shoulders Display"/>
                <a:cs typeface="Big Shoulders Display"/>
                <a:sym typeface="Big Shoulders Display"/>
              </a:rPr>
              <a:t>TABLE OF </a:t>
            </a:r>
            <a:r>
              <a:rPr lang="en" b="0" dirty="0"/>
              <a:t>CONTENTS</a:t>
            </a:r>
            <a:endParaRPr b="0" dirty="0"/>
          </a:p>
        </p:txBody>
      </p:sp>
      <p:sp>
        <p:nvSpPr>
          <p:cNvPr id="438" name="Google Shape;438;p39">
            <a:extLst>
              <a:ext uri="{FF2B5EF4-FFF2-40B4-BE49-F238E27FC236}">
                <a16:creationId xmlns:a16="http://schemas.microsoft.com/office/drawing/2014/main" id="{63409A2D-CF58-A783-5717-BC7E6075EB80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-4107137" y="2060491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 &amp; Problem Statement</a:t>
            </a:r>
            <a:endParaRPr dirty="0"/>
          </a:p>
        </p:txBody>
      </p:sp>
      <p:sp>
        <p:nvSpPr>
          <p:cNvPr id="439" name="Google Shape;439;p39">
            <a:extLst>
              <a:ext uri="{FF2B5EF4-FFF2-40B4-BE49-F238E27FC236}">
                <a16:creationId xmlns:a16="http://schemas.microsoft.com/office/drawing/2014/main" id="{D6F27BF8-E2F4-6973-FB50-BAE6BFE25C90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953206" y="2888610"/>
            <a:ext cx="7178856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Proposed Solution</a:t>
            </a:r>
            <a:endParaRPr sz="4800" dirty="0"/>
          </a:p>
        </p:txBody>
      </p:sp>
      <p:sp>
        <p:nvSpPr>
          <p:cNvPr id="440" name="Google Shape;440;p39">
            <a:extLst>
              <a:ext uri="{FF2B5EF4-FFF2-40B4-BE49-F238E27FC236}">
                <a16:creationId xmlns:a16="http://schemas.microsoft.com/office/drawing/2014/main" id="{69C2CEC9-43B8-D1B0-DE4F-6E526D3BE036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10457557" y="3172510"/>
            <a:ext cx="2402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Implementation</a:t>
            </a:r>
            <a:endParaRPr dirty="0"/>
          </a:p>
        </p:txBody>
      </p:sp>
      <p:sp>
        <p:nvSpPr>
          <p:cNvPr id="441" name="Google Shape;441;p39">
            <a:extLst>
              <a:ext uri="{FF2B5EF4-FFF2-40B4-BE49-F238E27FC236}">
                <a16:creationId xmlns:a16="http://schemas.microsoft.com/office/drawing/2014/main" id="{BBE7FAB1-53FE-46E0-AE88-E5895A24C633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-4107137" y="3458860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Analysis &amp; Evals</a:t>
            </a:r>
            <a:endParaRPr dirty="0"/>
          </a:p>
        </p:txBody>
      </p:sp>
      <p:sp>
        <p:nvSpPr>
          <p:cNvPr id="442" name="Google Shape;442;p39">
            <a:extLst>
              <a:ext uri="{FF2B5EF4-FFF2-40B4-BE49-F238E27FC236}">
                <a16:creationId xmlns:a16="http://schemas.microsoft.com/office/drawing/2014/main" id="{76390413-C20C-D1E0-CA51-658C375C4211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7930090" y="6766422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</a:t>
            </a:r>
            <a:r>
              <a:rPr lang="en-US" dirty="0"/>
              <a:t>e</a:t>
            </a:r>
            <a:r>
              <a:rPr lang="en" dirty="0"/>
              <a:t>nges &amp; Future Dev</a:t>
            </a:r>
            <a:endParaRPr dirty="0"/>
          </a:p>
        </p:txBody>
      </p:sp>
      <p:sp>
        <p:nvSpPr>
          <p:cNvPr id="443" name="Google Shape;443;p39">
            <a:extLst>
              <a:ext uri="{FF2B5EF4-FFF2-40B4-BE49-F238E27FC236}">
                <a16:creationId xmlns:a16="http://schemas.microsoft.com/office/drawing/2014/main" id="{D8EFCD9B-B51D-919F-F8AE-BF15C5F7EC67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10573140" y="6488960"/>
            <a:ext cx="2402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444" name="Google Shape;444;p39">
            <a:extLst>
              <a:ext uri="{FF2B5EF4-FFF2-40B4-BE49-F238E27FC236}">
                <a16:creationId xmlns:a16="http://schemas.microsoft.com/office/drawing/2014/main" id="{1C54D5D8-A4B7-FE56-CD05-BF3EB20901A6}"/>
              </a:ext>
            </a:extLst>
          </p:cNvPr>
          <p:cNvSpPr/>
          <p:nvPr/>
        </p:nvSpPr>
        <p:spPr>
          <a:xfrm>
            <a:off x="720001" y="621124"/>
            <a:ext cx="466410" cy="65160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9">
            <a:extLst>
              <a:ext uri="{FF2B5EF4-FFF2-40B4-BE49-F238E27FC236}">
                <a16:creationId xmlns:a16="http://schemas.microsoft.com/office/drawing/2014/main" id="{E61C41D2-AF94-DC3C-3F16-6C4BF3C22722}"/>
              </a:ext>
            </a:extLst>
          </p:cNvPr>
          <p:cNvSpPr/>
          <p:nvPr/>
        </p:nvSpPr>
        <p:spPr>
          <a:xfrm>
            <a:off x="1364125" y="488975"/>
            <a:ext cx="347019" cy="4848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9">
            <a:extLst>
              <a:ext uri="{FF2B5EF4-FFF2-40B4-BE49-F238E27FC236}">
                <a16:creationId xmlns:a16="http://schemas.microsoft.com/office/drawing/2014/main" id="{B9C496C1-66CA-12F9-536F-CD6170F70F54}"/>
              </a:ext>
            </a:extLst>
          </p:cNvPr>
          <p:cNvSpPr/>
          <p:nvPr/>
        </p:nvSpPr>
        <p:spPr>
          <a:xfrm>
            <a:off x="8299951" y="728769"/>
            <a:ext cx="347044" cy="34716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9">
            <a:extLst>
              <a:ext uri="{FF2B5EF4-FFF2-40B4-BE49-F238E27FC236}">
                <a16:creationId xmlns:a16="http://schemas.microsoft.com/office/drawing/2014/main" id="{F09A9912-6466-F76C-ED85-593D90786E84}"/>
              </a:ext>
            </a:extLst>
          </p:cNvPr>
          <p:cNvSpPr/>
          <p:nvPr/>
        </p:nvSpPr>
        <p:spPr>
          <a:xfrm>
            <a:off x="7636625" y="488974"/>
            <a:ext cx="484652" cy="48480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834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</a:t>
            </a:r>
            <a:r>
              <a:rPr lang="en" b="0" dirty="0"/>
              <a:t>VISION</a:t>
            </a:r>
            <a:endParaRPr b="0" dirty="0"/>
          </a:p>
        </p:txBody>
      </p:sp>
      <p:sp>
        <p:nvSpPr>
          <p:cNvPr id="453" name="Google Shape;453;p40"/>
          <p:cNvSpPr txBox="1">
            <a:spLocks noGrp="1"/>
          </p:cNvSpPr>
          <p:nvPr>
            <p:ph type="body" idx="1"/>
          </p:nvPr>
        </p:nvSpPr>
        <p:spPr>
          <a:xfrm>
            <a:off x="719999" y="1250550"/>
            <a:ext cx="3709131" cy="899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Teaching How to Think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" dirty="0">
                <a:solidFill>
                  <a:schemeClr val="dk1"/>
                </a:solidFill>
              </a:rPr>
              <a:t>Problem Solving over memorization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54" name="Google Shape;454;p40"/>
          <p:cNvSpPr/>
          <p:nvPr/>
        </p:nvSpPr>
        <p:spPr>
          <a:xfrm>
            <a:off x="-4355503" y="3115332"/>
            <a:ext cx="3755874" cy="1975250"/>
          </a:xfrm>
          <a:custGeom>
            <a:avLst/>
            <a:gdLst/>
            <a:ahLst/>
            <a:cxnLst/>
            <a:rect l="l" t="t" r="r" b="b"/>
            <a:pathLst>
              <a:path w="209884" h="110380" extrusionOk="0">
                <a:moveTo>
                  <a:pt x="104942" y="1"/>
                </a:moveTo>
                <a:cubicBezTo>
                  <a:pt x="80483" y="1"/>
                  <a:pt x="56024" y="5388"/>
                  <a:pt x="37361" y="16162"/>
                </a:cubicBezTo>
                <a:cubicBezTo>
                  <a:pt x="1" y="37711"/>
                  <a:pt x="1" y="72669"/>
                  <a:pt x="37361" y="94218"/>
                </a:cubicBezTo>
                <a:cubicBezTo>
                  <a:pt x="56024" y="104992"/>
                  <a:pt x="80483" y="110380"/>
                  <a:pt x="104942" y="110380"/>
                </a:cubicBezTo>
                <a:cubicBezTo>
                  <a:pt x="129401" y="110380"/>
                  <a:pt x="153860" y="104992"/>
                  <a:pt x="172524" y="94218"/>
                </a:cubicBezTo>
                <a:cubicBezTo>
                  <a:pt x="209884" y="72669"/>
                  <a:pt x="209884" y="37711"/>
                  <a:pt x="172524" y="16162"/>
                </a:cubicBezTo>
                <a:cubicBezTo>
                  <a:pt x="153860" y="5388"/>
                  <a:pt x="129401" y="1"/>
                  <a:pt x="1049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40"/>
          <p:cNvSpPr/>
          <p:nvPr/>
        </p:nvSpPr>
        <p:spPr>
          <a:xfrm>
            <a:off x="12036614" y="3667876"/>
            <a:ext cx="922273" cy="485402"/>
          </a:xfrm>
          <a:custGeom>
            <a:avLst/>
            <a:gdLst/>
            <a:ahLst/>
            <a:cxnLst/>
            <a:rect l="l" t="t" r="r" b="b"/>
            <a:pathLst>
              <a:path w="51538" h="27125" extrusionOk="0">
                <a:moveTo>
                  <a:pt x="25753" y="1"/>
                </a:moveTo>
                <a:cubicBezTo>
                  <a:pt x="19754" y="1"/>
                  <a:pt x="13753" y="1318"/>
                  <a:pt x="9174" y="3966"/>
                </a:cubicBezTo>
                <a:cubicBezTo>
                  <a:pt x="1" y="9270"/>
                  <a:pt x="1" y="17876"/>
                  <a:pt x="9174" y="23146"/>
                </a:cubicBezTo>
                <a:cubicBezTo>
                  <a:pt x="13761" y="25798"/>
                  <a:pt x="19765" y="27124"/>
                  <a:pt x="25769" y="27124"/>
                </a:cubicBezTo>
                <a:cubicBezTo>
                  <a:pt x="31773" y="27124"/>
                  <a:pt x="37778" y="25798"/>
                  <a:pt x="42364" y="23146"/>
                </a:cubicBezTo>
                <a:cubicBezTo>
                  <a:pt x="51538" y="17843"/>
                  <a:pt x="51538" y="9270"/>
                  <a:pt x="42364" y="3966"/>
                </a:cubicBezTo>
                <a:cubicBezTo>
                  <a:pt x="37787" y="1327"/>
                  <a:pt x="31771" y="1"/>
                  <a:pt x="25753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0"/>
          <p:cNvSpPr/>
          <p:nvPr/>
        </p:nvSpPr>
        <p:spPr>
          <a:xfrm>
            <a:off x="11483265" y="4105659"/>
            <a:ext cx="560543" cy="324150"/>
          </a:xfrm>
          <a:custGeom>
            <a:avLst/>
            <a:gdLst/>
            <a:ahLst/>
            <a:cxnLst/>
            <a:rect l="l" t="t" r="r" b="b"/>
            <a:pathLst>
              <a:path w="31324" h="18114" extrusionOk="0">
                <a:moveTo>
                  <a:pt x="15674" y="0"/>
                </a:moveTo>
                <a:cubicBezTo>
                  <a:pt x="11667" y="0"/>
                  <a:pt x="7656" y="884"/>
                  <a:pt x="4571" y="2652"/>
                </a:cubicBezTo>
                <a:cubicBezTo>
                  <a:pt x="1535" y="4420"/>
                  <a:pt x="1" y="6755"/>
                  <a:pt x="1" y="9057"/>
                </a:cubicBezTo>
                <a:cubicBezTo>
                  <a:pt x="1" y="11358"/>
                  <a:pt x="1535" y="13693"/>
                  <a:pt x="4571" y="15461"/>
                </a:cubicBezTo>
                <a:cubicBezTo>
                  <a:pt x="7639" y="17229"/>
                  <a:pt x="11651" y="18113"/>
                  <a:pt x="15662" y="18113"/>
                </a:cubicBezTo>
                <a:cubicBezTo>
                  <a:pt x="19673" y="18113"/>
                  <a:pt x="23684" y="17229"/>
                  <a:pt x="26753" y="15461"/>
                </a:cubicBezTo>
                <a:cubicBezTo>
                  <a:pt x="29789" y="13693"/>
                  <a:pt x="31323" y="11358"/>
                  <a:pt x="31323" y="9057"/>
                </a:cubicBezTo>
                <a:cubicBezTo>
                  <a:pt x="31323" y="6755"/>
                  <a:pt x="29822" y="4420"/>
                  <a:pt x="26753" y="2652"/>
                </a:cubicBezTo>
                <a:cubicBezTo>
                  <a:pt x="23684" y="884"/>
                  <a:pt x="19681" y="0"/>
                  <a:pt x="15674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0"/>
          <p:cNvSpPr/>
          <p:nvPr/>
        </p:nvSpPr>
        <p:spPr>
          <a:xfrm>
            <a:off x="11502967" y="3381287"/>
            <a:ext cx="696026" cy="401743"/>
          </a:xfrm>
          <a:custGeom>
            <a:avLst/>
            <a:gdLst/>
            <a:ahLst/>
            <a:cxnLst/>
            <a:rect l="l" t="t" r="r" b="b"/>
            <a:pathLst>
              <a:path w="38895" h="22450" extrusionOk="0">
                <a:moveTo>
                  <a:pt x="19448" y="0"/>
                </a:moveTo>
                <a:lnTo>
                  <a:pt x="0" y="11241"/>
                </a:lnTo>
                <a:lnTo>
                  <a:pt x="19448" y="22450"/>
                </a:lnTo>
                <a:lnTo>
                  <a:pt x="38895" y="11241"/>
                </a:lnTo>
                <a:lnTo>
                  <a:pt x="19448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0"/>
          <p:cNvSpPr/>
          <p:nvPr/>
        </p:nvSpPr>
        <p:spPr>
          <a:xfrm>
            <a:off x="10874405" y="3714367"/>
            <a:ext cx="782584" cy="451885"/>
          </a:xfrm>
          <a:custGeom>
            <a:avLst/>
            <a:gdLst/>
            <a:ahLst/>
            <a:cxnLst/>
            <a:rect l="l" t="t" r="r" b="b"/>
            <a:pathLst>
              <a:path w="43732" h="25252" extrusionOk="0">
                <a:moveTo>
                  <a:pt x="27387" y="0"/>
                </a:moveTo>
                <a:lnTo>
                  <a:pt x="0" y="15812"/>
                </a:lnTo>
                <a:lnTo>
                  <a:pt x="16312" y="25252"/>
                </a:lnTo>
                <a:lnTo>
                  <a:pt x="43732" y="9441"/>
                </a:lnTo>
                <a:lnTo>
                  <a:pt x="27387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0"/>
          <p:cNvSpPr/>
          <p:nvPr/>
        </p:nvSpPr>
        <p:spPr>
          <a:xfrm>
            <a:off x="13599367" y="3668395"/>
            <a:ext cx="455481" cy="262681"/>
          </a:xfrm>
          <a:custGeom>
            <a:avLst/>
            <a:gdLst/>
            <a:ahLst/>
            <a:cxnLst/>
            <a:rect l="l" t="t" r="r" b="b"/>
            <a:pathLst>
              <a:path w="25453" h="14679" extrusionOk="0">
                <a:moveTo>
                  <a:pt x="12743" y="1"/>
                </a:moveTo>
                <a:lnTo>
                  <a:pt x="1" y="7340"/>
                </a:lnTo>
                <a:lnTo>
                  <a:pt x="12743" y="14678"/>
                </a:lnTo>
                <a:lnTo>
                  <a:pt x="25452" y="7340"/>
                </a:lnTo>
                <a:lnTo>
                  <a:pt x="12743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40"/>
          <p:cNvSpPr/>
          <p:nvPr/>
        </p:nvSpPr>
        <p:spPr>
          <a:xfrm>
            <a:off x="12955290" y="3927460"/>
            <a:ext cx="831527" cy="499056"/>
          </a:xfrm>
          <a:custGeom>
            <a:avLst/>
            <a:gdLst/>
            <a:ahLst/>
            <a:cxnLst/>
            <a:rect l="l" t="t" r="r" b="b"/>
            <a:pathLst>
              <a:path w="46467" h="27888" extrusionOk="0">
                <a:moveTo>
                  <a:pt x="23221" y="11985"/>
                </a:moveTo>
                <a:cubicBezTo>
                  <a:pt x="25293" y="11985"/>
                  <a:pt x="27370" y="12460"/>
                  <a:pt x="29288" y="13411"/>
                </a:cubicBezTo>
                <a:cubicBezTo>
                  <a:pt x="30656" y="14178"/>
                  <a:pt x="31423" y="15212"/>
                  <a:pt x="31423" y="16179"/>
                </a:cubicBezTo>
                <a:cubicBezTo>
                  <a:pt x="31423" y="17147"/>
                  <a:pt x="30656" y="18147"/>
                  <a:pt x="29288" y="18914"/>
                </a:cubicBezTo>
                <a:cubicBezTo>
                  <a:pt x="27370" y="19882"/>
                  <a:pt x="25293" y="20366"/>
                  <a:pt x="23221" y="20366"/>
                </a:cubicBezTo>
                <a:cubicBezTo>
                  <a:pt x="21149" y="20366"/>
                  <a:pt x="19081" y="19882"/>
                  <a:pt x="17179" y="18914"/>
                </a:cubicBezTo>
                <a:cubicBezTo>
                  <a:pt x="15812" y="18147"/>
                  <a:pt x="15044" y="17147"/>
                  <a:pt x="15044" y="16179"/>
                </a:cubicBezTo>
                <a:cubicBezTo>
                  <a:pt x="15044" y="15212"/>
                  <a:pt x="15812" y="14178"/>
                  <a:pt x="17179" y="13411"/>
                </a:cubicBezTo>
                <a:cubicBezTo>
                  <a:pt x="19081" y="12460"/>
                  <a:pt x="21149" y="11985"/>
                  <a:pt x="23221" y="11985"/>
                </a:cubicBezTo>
                <a:close/>
                <a:moveTo>
                  <a:pt x="20282" y="1"/>
                </a:moveTo>
                <a:cubicBezTo>
                  <a:pt x="19381" y="1"/>
                  <a:pt x="18614" y="635"/>
                  <a:pt x="18447" y="1502"/>
                </a:cubicBezTo>
                <a:lnTo>
                  <a:pt x="18047" y="3770"/>
                </a:lnTo>
                <a:cubicBezTo>
                  <a:pt x="17079" y="3937"/>
                  <a:pt x="16112" y="4171"/>
                  <a:pt x="15178" y="4471"/>
                </a:cubicBezTo>
                <a:lnTo>
                  <a:pt x="15078" y="4471"/>
                </a:lnTo>
                <a:lnTo>
                  <a:pt x="11108" y="2636"/>
                </a:lnTo>
                <a:cubicBezTo>
                  <a:pt x="10808" y="2503"/>
                  <a:pt x="10508" y="2436"/>
                  <a:pt x="10174" y="2436"/>
                </a:cubicBezTo>
                <a:cubicBezTo>
                  <a:pt x="9774" y="2436"/>
                  <a:pt x="9407" y="2536"/>
                  <a:pt x="9040" y="2736"/>
                </a:cubicBezTo>
                <a:lnTo>
                  <a:pt x="5104" y="5005"/>
                </a:lnTo>
                <a:cubicBezTo>
                  <a:pt x="4037" y="5572"/>
                  <a:pt x="3970" y="7039"/>
                  <a:pt x="4971" y="7706"/>
                </a:cubicBezTo>
                <a:lnTo>
                  <a:pt x="7372" y="9441"/>
                </a:lnTo>
                <a:cubicBezTo>
                  <a:pt x="7139" y="9708"/>
                  <a:pt x="6939" y="10008"/>
                  <a:pt x="6772" y="10342"/>
                </a:cubicBezTo>
                <a:lnTo>
                  <a:pt x="1702" y="10642"/>
                </a:lnTo>
                <a:cubicBezTo>
                  <a:pt x="734" y="10709"/>
                  <a:pt x="0" y="11509"/>
                  <a:pt x="0" y="12477"/>
                </a:cubicBezTo>
                <a:lnTo>
                  <a:pt x="0" y="15412"/>
                </a:lnTo>
                <a:cubicBezTo>
                  <a:pt x="0" y="16346"/>
                  <a:pt x="734" y="17147"/>
                  <a:pt x="1702" y="17213"/>
                </a:cubicBezTo>
                <a:lnTo>
                  <a:pt x="6772" y="17547"/>
                </a:lnTo>
                <a:cubicBezTo>
                  <a:pt x="6939" y="17847"/>
                  <a:pt x="7139" y="18147"/>
                  <a:pt x="7372" y="18447"/>
                </a:cubicBezTo>
                <a:lnTo>
                  <a:pt x="4971" y="20182"/>
                </a:lnTo>
                <a:cubicBezTo>
                  <a:pt x="3970" y="20816"/>
                  <a:pt x="4037" y="22284"/>
                  <a:pt x="5104" y="22851"/>
                </a:cubicBezTo>
                <a:lnTo>
                  <a:pt x="9040" y="25152"/>
                </a:lnTo>
                <a:cubicBezTo>
                  <a:pt x="9407" y="25319"/>
                  <a:pt x="9774" y="25419"/>
                  <a:pt x="10174" y="25419"/>
                </a:cubicBezTo>
                <a:cubicBezTo>
                  <a:pt x="10508" y="25419"/>
                  <a:pt x="10808" y="25352"/>
                  <a:pt x="11108" y="25252"/>
                </a:cubicBezTo>
                <a:lnTo>
                  <a:pt x="15078" y="23384"/>
                </a:lnTo>
                <a:lnTo>
                  <a:pt x="15111" y="23384"/>
                </a:lnTo>
                <a:cubicBezTo>
                  <a:pt x="16079" y="23685"/>
                  <a:pt x="17046" y="23918"/>
                  <a:pt x="18047" y="24085"/>
                </a:cubicBezTo>
                <a:lnTo>
                  <a:pt x="18447" y="26353"/>
                </a:lnTo>
                <a:cubicBezTo>
                  <a:pt x="18647" y="27220"/>
                  <a:pt x="19414" y="27854"/>
                  <a:pt x="20315" y="27888"/>
                </a:cubicBezTo>
                <a:lnTo>
                  <a:pt x="26152" y="27888"/>
                </a:lnTo>
                <a:cubicBezTo>
                  <a:pt x="27053" y="27888"/>
                  <a:pt x="27820" y="27254"/>
                  <a:pt x="28020" y="26353"/>
                </a:cubicBezTo>
                <a:lnTo>
                  <a:pt x="28421" y="24118"/>
                </a:lnTo>
                <a:cubicBezTo>
                  <a:pt x="29388" y="23918"/>
                  <a:pt x="30355" y="23685"/>
                  <a:pt x="31289" y="23418"/>
                </a:cubicBezTo>
                <a:lnTo>
                  <a:pt x="31356" y="23418"/>
                </a:lnTo>
                <a:lnTo>
                  <a:pt x="35359" y="25252"/>
                </a:lnTo>
                <a:cubicBezTo>
                  <a:pt x="35626" y="25386"/>
                  <a:pt x="35959" y="25453"/>
                  <a:pt x="36293" y="25453"/>
                </a:cubicBezTo>
                <a:cubicBezTo>
                  <a:pt x="36660" y="25453"/>
                  <a:pt x="37060" y="25352"/>
                  <a:pt x="37394" y="25152"/>
                </a:cubicBezTo>
                <a:lnTo>
                  <a:pt x="41363" y="22851"/>
                </a:lnTo>
                <a:cubicBezTo>
                  <a:pt x="42431" y="22317"/>
                  <a:pt x="42497" y="20849"/>
                  <a:pt x="41497" y="20182"/>
                </a:cubicBezTo>
                <a:lnTo>
                  <a:pt x="39095" y="18447"/>
                </a:lnTo>
                <a:cubicBezTo>
                  <a:pt x="39328" y="18147"/>
                  <a:pt x="39529" y="17847"/>
                  <a:pt x="39695" y="17547"/>
                </a:cubicBezTo>
                <a:lnTo>
                  <a:pt x="44766" y="17213"/>
                </a:lnTo>
                <a:cubicBezTo>
                  <a:pt x="45700" y="17147"/>
                  <a:pt x="46467" y="16379"/>
                  <a:pt x="46467" y="15412"/>
                </a:cubicBezTo>
                <a:lnTo>
                  <a:pt x="46467" y="12477"/>
                </a:lnTo>
                <a:cubicBezTo>
                  <a:pt x="46467" y="11509"/>
                  <a:pt x="45700" y="10709"/>
                  <a:pt x="44766" y="10675"/>
                </a:cubicBezTo>
                <a:lnTo>
                  <a:pt x="39695" y="10342"/>
                </a:lnTo>
                <a:cubicBezTo>
                  <a:pt x="39529" y="10041"/>
                  <a:pt x="39328" y="9708"/>
                  <a:pt x="39095" y="9441"/>
                </a:cubicBezTo>
                <a:lnTo>
                  <a:pt x="41497" y="7706"/>
                </a:lnTo>
                <a:cubicBezTo>
                  <a:pt x="42497" y="7039"/>
                  <a:pt x="42431" y="5572"/>
                  <a:pt x="41363" y="5038"/>
                </a:cubicBezTo>
                <a:lnTo>
                  <a:pt x="37394" y="2736"/>
                </a:lnTo>
                <a:cubicBezTo>
                  <a:pt x="37060" y="2536"/>
                  <a:pt x="36660" y="2436"/>
                  <a:pt x="36293" y="2436"/>
                </a:cubicBezTo>
                <a:cubicBezTo>
                  <a:pt x="35959" y="2436"/>
                  <a:pt x="35626" y="2503"/>
                  <a:pt x="35359" y="2636"/>
                </a:cubicBezTo>
                <a:lnTo>
                  <a:pt x="31356" y="4471"/>
                </a:lnTo>
                <a:lnTo>
                  <a:pt x="31323" y="4471"/>
                </a:lnTo>
                <a:cubicBezTo>
                  <a:pt x="30355" y="4204"/>
                  <a:pt x="29388" y="3937"/>
                  <a:pt x="28387" y="3770"/>
                </a:cubicBezTo>
                <a:lnTo>
                  <a:pt x="27987" y="1502"/>
                </a:lnTo>
                <a:cubicBezTo>
                  <a:pt x="27787" y="635"/>
                  <a:pt x="27020" y="1"/>
                  <a:pt x="26119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0"/>
          <p:cNvSpPr/>
          <p:nvPr/>
        </p:nvSpPr>
        <p:spPr>
          <a:xfrm>
            <a:off x="12933798" y="3422213"/>
            <a:ext cx="623211" cy="378193"/>
          </a:xfrm>
          <a:custGeom>
            <a:avLst/>
            <a:gdLst/>
            <a:ahLst/>
            <a:cxnLst/>
            <a:rect l="l" t="t" r="r" b="b"/>
            <a:pathLst>
              <a:path w="34826" h="21134" extrusionOk="0">
                <a:moveTo>
                  <a:pt x="17413" y="8221"/>
                </a:moveTo>
                <a:cubicBezTo>
                  <a:pt x="18247" y="8221"/>
                  <a:pt x="19081" y="8321"/>
                  <a:pt x="19915" y="8521"/>
                </a:cubicBezTo>
                <a:cubicBezTo>
                  <a:pt x="20982" y="8721"/>
                  <a:pt x="21983" y="9221"/>
                  <a:pt x="22817" y="9955"/>
                </a:cubicBezTo>
                <a:lnTo>
                  <a:pt x="22950" y="10089"/>
                </a:lnTo>
                <a:cubicBezTo>
                  <a:pt x="22984" y="10122"/>
                  <a:pt x="23017" y="10189"/>
                  <a:pt x="23050" y="10222"/>
                </a:cubicBezTo>
                <a:cubicBezTo>
                  <a:pt x="23117" y="10255"/>
                  <a:pt x="23150" y="10322"/>
                  <a:pt x="23184" y="10355"/>
                </a:cubicBezTo>
                <a:lnTo>
                  <a:pt x="23250" y="10489"/>
                </a:lnTo>
                <a:cubicBezTo>
                  <a:pt x="23551" y="10989"/>
                  <a:pt x="23517" y="11623"/>
                  <a:pt x="23117" y="12090"/>
                </a:cubicBezTo>
                <a:cubicBezTo>
                  <a:pt x="22917" y="12357"/>
                  <a:pt x="22683" y="12590"/>
                  <a:pt x="22417" y="12791"/>
                </a:cubicBezTo>
                <a:cubicBezTo>
                  <a:pt x="22250" y="12891"/>
                  <a:pt x="22083" y="13024"/>
                  <a:pt x="21916" y="13124"/>
                </a:cubicBezTo>
                <a:cubicBezTo>
                  <a:pt x="20606" y="13795"/>
                  <a:pt x="19112" y="14160"/>
                  <a:pt x="17639" y="14160"/>
                </a:cubicBezTo>
                <a:cubicBezTo>
                  <a:pt x="17575" y="14160"/>
                  <a:pt x="17511" y="14160"/>
                  <a:pt x="17446" y="14158"/>
                </a:cubicBezTo>
                <a:cubicBezTo>
                  <a:pt x="16612" y="14158"/>
                  <a:pt x="15778" y="14058"/>
                  <a:pt x="14978" y="13858"/>
                </a:cubicBezTo>
                <a:cubicBezTo>
                  <a:pt x="14277" y="13725"/>
                  <a:pt x="13610" y="13458"/>
                  <a:pt x="12976" y="13124"/>
                </a:cubicBezTo>
                <a:cubicBezTo>
                  <a:pt x="12810" y="13024"/>
                  <a:pt x="12643" y="12924"/>
                  <a:pt x="12509" y="12791"/>
                </a:cubicBezTo>
                <a:cubicBezTo>
                  <a:pt x="12176" y="12590"/>
                  <a:pt x="11876" y="12290"/>
                  <a:pt x="11676" y="11957"/>
                </a:cubicBezTo>
                <a:lnTo>
                  <a:pt x="11575" y="11790"/>
                </a:lnTo>
                <a:lnTo>
                  <a:pt x="11509" y="11690"/>
                </a:lnTo>
                <a:cubicBezTo>
                  <a:pt x="11342" y="11223"/>
                  <a:pt x="11442" y="10689"/>
                  <a:pt x="11742" y="10322"/>
                </a:cubicBezTo>
                <a:cubicBezTo>
                  <a:pt x="12643" y="9055"/>
                  <a:pt x="14911" y="8221"/>
                  <a:pt x="17413" y="8221"/>
                </a:cubicBezTo>
                <a:close/>
                <a:moveTo>
                  <a:pt x="13048" y="1"/>
                </a:moveTo>
                <a:cubicBezTo>
                  <a:pt x="12965" y="1"/>
                  <a:pt x="12871" y="25"/>
                  <a:pt x="12776" y="48"/>
                </a:cubicBezTo>
                <a:lnTo>
                  <a:pt x="8707" y="1015"/>
                </a:lnTo>
                <a:cubicBezTo>
                  <a:pt x="8106" y="1149"/>
                  <a:pt x="7673" y="1649"/>
                  <a:pt x="7606" y="2250"/>
                </a:cubicBezTo>
                <a:lnTo>
                  <a:pt x="7606" y="2283"/>
                </a:lnTo>
                <a:lnTo>
                  <a:pt x="7606" y="2450"/>
                </a:lnTo>
                <a:cubicBezTo>
                  <a:pt x="7606" y="2717"/>
                  <a:pt x="7673" y="2950"/>
                  <a:pt x="7773" y="3150"/>
                </a:cubicBezTo>
                <a:lnTo>
                  <a:pt x="8407" y="4351"/>
                </a:lnTo>
                <a:lnTo>
                  <a:pt x="8206" y="4485"/>
                </a:lnTo>
                <a:cubicBezTo>
                  <a:pt x="7906" y="4651"/>
                  <a:pt x="7606" y="4818"/>
                  <a:pt x="7339" y="5018"/>
                </a:cubicBezTo>
                <a:lnTo>
                  <a:pt x="3636" y="4385"/>
                </a:lnTo>
                <a:lnTo>
                  <a:pt x="3336" y="4385"/>
                </a:lnTo>
                <a:cubicBezTo>
                  <a:pt x="3304" y="4383"/>
                  <a:pt x="3273" y="4382"/>
                  <a:pt x="3241" y="4382"/>
                </a:cubicBezTo>
                <a:cubicBezTo>
                  <a:pt x="2710" y="4382"/>
                  <a:pt x="2217" y="4642"/>
                  <a:pt x="1902" y="5052"/>
                </a:cubicBezTo>
                <a:lnTo>
                  <a:pt x="267" y="7320"/>
                </a:lnTo>
                <a:cubicBezTo>
                  <a:pt x="101" y="7553"/>
                  <a:pt x="1" y="7820"/>
                  <a:pt x="1" y="8087"/>
                </a:cubicBezTo>
                <a:lnTo>
                  <a:pt x="1" y="8187"/>
                </a:lnTo>
                <a:cubicBezTo>
                  <a:pt x="67" y="8821"/>
                  <a:pt x="501" y="9355"/>
                  <a:pt x="1135" y="9522"/>
                </a:cubicBezTo>
                <a:lnTo>
                  <a:pt x="3937" y="10389"/>
                </a:lnTo>
                <a:lnTo>
                  <a:pt x="3937" y="10689"/>
                </a:lnTo>
                <a:lnTo>
                  <a:pt x="1035" y="11590"/>
                </a:lnTo>
                <a:cubicBezTo>
                  <a:pt x="434" y="11790"/>
                  <a:pt x="34" y="12324"/>
                  <a:pt x="34" y="12957"/>
                </a:cubicBezTo>
                <a:cubicBezTo>
                  <a:pt x="34" y="13258"/>
                  <a:pt x="134" y="13591"/>
                  <a:pt x="334" y="13858"/>
                </a:cubicBezTo>
                <a:lnTo>
                  <a:pt x="1835" y="15926"/>
                </a:lnTo>
                <a:cubicBezTo>
                  <a:pt x="2169" y="16426"/>
                  <a:pt x="2736" y="16727"/>
                  <a:pt x="3336" y="16727"/>
                </a:cubicBezTo>
                <a:lnTo>
                  <a:pt x="3603" y="16727"/>
                </a:lnTo>
                <a:lnTo>
                  <a:pt x="7339" y="16093"/>
                </a:lnTo>
                <a:cubicBezTo>
                  <a:pt x="7673" y="16326"/>
                  <a:pt x="8040" y="16560"/>
                  <a:pt x="8407" y="16760"/>
                </a:cubicBezTo>
                <a:lnTo>
                  <a:pt x="7739" y="18061"/>
                </a:lnTo>
                <a:cubicBezTo>
                  <a:pt x="7539" y="18428"/>
                  <a:pt x="7539" y="18895"/>
                  <a:pt x="7739" y="19262"/>
                </a:cubicBezTo>
                <a:cubicBezTo>
                  <a:pt x="7940" y="19696"/>
                  <a:pt x="8340" y="19996"/>
                  <a:pt x="8807" y="20129"/>
                </a:cubicBezTo>
                <a:lnTo>
                  <a:pt x="12743" y="21097"/>
                </a:lnTo>
                <a:cubicBezTo>
                  <a:pt x="12910" y="21130"/>
                  <a:pt x="13077" y="21130"/>
                  <a:pt x="13243" y="21130"/>
                </a:cubicBezTo>
                <a:cubicBezTo>
                  <a:pt x="13277" y="21132"/>
                  <a:pt x="13311" y="21133"/>
                  <a:pt x="13345" y="21133"/>
                </a:cubicBezTo>
                <a:cubicBezTo>
                  <a:pt x="13777" y="21133"/>
                  <a:pt x="14202" y="20939"/>
                  <a:pt x="14511" y="20630"/>
                </a:cubicBezTo>
                <a:lnTo>
                  <a:pt x="16245" y="18828"/>
                </a:lnTo>
                <a:cubicBezTo>
                  <a:pt x="16612" y="18862"/>
                  <a:pt x="17013" y="18862"/>
                  <a:pt x="17413" y="18862"/>
                </a:cubicBezTo>
                <a:cubicBezTo>
                  <a:pt x="17813" y="18862"/>
                  <a:pt x="18214" y="18862"/>
                  <a:pt x="18614" y="18828"/>
                </a:cubicBezTo>
                <a:lnTo>
                  <a:pt x="20248" y="20529"/>
                </a:lnTo>
                <a:cubicBezTo>
                  <a:pt x="20615" y="20896"/>
                  <a:pt x="21116" y="21130"/>
                  <a:pt x="21649" y="21130"/>
                </a:cubicBezTo>
                <a:cubicBezTo>
                  <a:pt x="21749" y="21130"/>
                  <a:pt x="21883" y="21130"/>
                  <a:pt x="21983" y="21097"/>
                </a:cubicBezTo>
                <a:lnTo>
                  <a:pt x="26086" y="20096"/>
                </a:lnTo>
                <a:cubicBezTo>
                  <a:pt x="26519" y="19996"/>
                  <a:pt x="26886" y="19729"/>
                  <a:pt x="27053" y="19329"/>
                </a:cubicBezTo>
                <a:cubicBezTo>
                  <a:pt x="27253" y="18895"/>
                  <a:pt x="27253" y="18395"/>
                  <a:pt x="27020" y="17994"/>
                </a:cubicBezTo>
                <a:lnTo>
                  <a:pt x="26419" y="16760"/>
                </a:lnTo>
                <a:cubicBezTo>
                  <a:pt x="26786" y="16560"/>
                  <a:pt x="27153" y="16360"/>
                  <a:pt x="27487" y="16093"/>
                </a:cubicBezTo>
                <a:lnTo>
                  <a:pt x="31156" y="16727"/>
                </a:lnTo>
                <a:cubicBezTo>
                  <a:pt x="31256" y="16760"/>
                  <a:pt x="31390" y="16760"/>
                  <a:pt x="31490" y="16760"/>
                </a:cubicBezTo>
                <a:cubicBezTo>
                  <a:pt x="32023" y="16760"/>
                  <a:pt x="32557" y="16527"/>
                  <a:pt x="32924" y="16093"/>
                </a:cubicBezTo>
                <a:lnTo>
                  <a:pt x="33324" y="15526"/>
                </a:lnTo>
                <a:lnTo>
                  <a:pt x="34192" y="14258"/>
                </a:lnTo>
                <a:cubicBezTo>
                  <a:pt x="34425" y="13958"/>
                  <a:pt x="34592" y="13624"/>
                  <a:pt x="34725" y="13291"/>
                </a:cubicBezTo>
                <a:cubicBezTo>
                  <a:pt x="34825" y="12924"/>
                  <a:pt x="34792" y="12557"/>
                  <a:pt x="34559" y="12223"/>
                </a:cubicBezTo>
                <a:cubicBezTo>
                  <a:pt x="34358" y="11923"/>
                  <a:pt x="34058" y="11690"/>
                  <a:pt x="33691" y="11556"/>
                </a:cubicBezTo>
                <a:lnTo>
                  <a:pt x="30856" y="10689"/>
                </a:lnTo>
                <a:lnTo>
                  <a:pt x="30856" y="10389"/>
                </a:lnTo>
                <a:lnTo>
                  <a:pt x="33758" y="9455"/>
                </a:lnTo>
                <a:cubicBezTo>
                  <a:pt x="34258" y="9321"/>
                  <a:pt x="34625" y="8888"/>
                  <a:pt x="34725" y="8387"/>
                </a:cubicBezTo>
                <a:lnTo>
                  <a:pt x="34759" y="8321"/>
                </a:lnTo>
                <a:lnTo>
                  <a:pt x="34759" y="8121"/>
                </a:lnTo>
                <a:cubicBezTo>
                  <a:pt x="34759" y="7787"/>
                  <a:pt x="34659" y="7453"/>
                  <a:pt x="34458" y="7187"/>
                </a:cubicBezTo>
                <a:lnTo>
                  <a:pt x="32957" y="5152"/>
                </a:lnTo>
                <a:cubicBezTo>
                  <a:pt x="32624" y="4651"/>
                  <a:pt x="32057" y="4385"/>
                  <a:pt x="31456" y="4351"/>
                </a:cubicBezTo>
                <a:cubicBezTo>
                  <a:pt x="31390" y="4351"/>
                  <a:pt x="31290" y="4351"/>
                  <a:pt x="31223" y="4385"/>
                </a:cubicBezTo>
                <a:lnTo>
                  <a:pt x="27453" y="5018"/>
                </a:lnTo>
                <a:cubicBezTo>
                  <a:pt x="27220" y="4852"/>
                  <a:pt x="26920" y="4651"/>
                  <a:pt x="26620" y="4485"/>
                </a:cubicBezTo>
                <a:lnTo>
                  <a:pt x="26419" y="4351"/>
                </a:lnTo>
                <a:lnTo>
                  <a:pt x="27087" y="3050"/>
                </a:lnTo>
                <a:cubicBezTo>
                  <a:pt x="27153" y="2850"/>
                  <a:pt x="27220" y="2617"/>
                  <a:pt x="27220" y="2416"/>
                </a:cubicBezTo>
                <a:cubicBezTo>
                  <a:pt x="27187" y="1716"/>
                  <a:pt x="26686" y="1149"/>
                  <a:pt x="26019" y="982"/>
                </a:cubicBezTo>
                <a:lnTo>
                  <a:pt x="22083" y="48"/>
                </a:lnTo>
                <a:cubicBezTo>
                  <a:pt x="21916" y="15"/>
                  <a:pt x="21749" y="15"/>
                  <a:pt x="21616" y="15"/>
                </a:cubicBezTo>
                <a:cubicBezTo>
                  <a:pt x="21580" y="12"/>
                  <a:pt x="21544" y="11"/>
                  <a:pt x="21508" y="11"/>
                </a:cubicBezTo>
                <a:cubicBezTo>
                  <a:pt x="21049" y="11"/>
                  <a:pt x="20624" y="206"/>
                  <a:pt x="20315" y="515"/>
                </a:cubicBezTo>
                <a:lnTo>
                  <a:pt x="18614" y="2316"/>
                </a:lnTo>
                <a:cubicBezTo>
                  <a:pt x="18214" y="2283"/>
                  <a:pt x="17847" y="2283"/>
                  <a:pt x="17446" y="2283"/>
                </a:cubicBezTo>
                <a:cubicBezTo>
                  <a:pt x="17013" y="2283"/>
                  <a:pt x="16612" y="2283"/>
                  <a:pt x="16179" y="2316"/>
                </a:cubicBezTo>
                <a:lnTo>
                  <a:pt x="14578" y="615"/>
                </a:lnTo>
                <a:cubicBezTo>
                  <a:pt x="14211" y="215"/>
                  <a:pt x="13710" y="15"/>
                  <a:pt x="13143" y="15"/>
                </a:cubicBezTo>
                <a:cubicBezTo>
                  <a:pt x="13114" y="5"/>
                  <a:pt x="13082" y="1"/>
                  <a:pt x="13048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0"/>
          <p:cNvSpPr/>
          <p:nvPr/>
        </p:nvSpPr>
        <p:spPr>
          <a:xfrm>
            <a:off x="13647719" y="2642277"/>
            <a:ext cx="455481" cy="454282"/>
          </a:xfrm>
          <a:custGeom>
            <a:avLst/>
            <a:gdLst/>
            <a:ahLst/>
            <a:cxnLst/>
            <a:rect l="l" t="t" r="r" b="b"/>
            <a:pathLst>
              <a:path w="25453" h="25386" extrusionOk="0">
                <a:moveTo>
                  <a:pt x="12804" y="7179"/>
                </a:moveTo>
                <a:cubicBezTo>
                  <a:pt x="13904" y="7179"/>
                  <a:pt x="14984" y="7536"/>
                  <a:pt x="15879" y="8207"/>
                </a:cubicBezTo>
                <a:cubicBezTo>
                  <a:pt x="19815" y="11009"/>
                  <a:pt x="18514" y="17180"/>
                  <a:pt x="13744" y="18114"/>
                </a:cubicBezTo>
                <a:cubicBezTo>
                  <a:pt x="13376" y="18199"/>
                  <a:pt x="13001" y="18241"/>
                  <a:pt x="12627" y="18241"/>
                </a:cubicBezTo>
                <a:cubicBezTo>
                  <a:pt x="11544" y="18241"/>
                  <a:pt x="10467" y="17891"/>
                  <a:pt x="9574" y="17247"/>
                </a:cubicBezTo>
                <a:cubicBezTo>
                  <a:pt x="7773" y="15946"/>
                  <a:pt x="6906" y="13744"/>
                  <a:pt x="7373" y="11576"/>
                </a:cubicBezTo>
                <a:cubicBezTo>
                  <a:pt x="7740" y="9741"/>
                  <a:pt x="9040" y="8240"/>
                  <a:pt x="10808" y="7573"/>
                </a:cubicBezTo>
                <a:cubicBezTo>
                  <a:pt x="11075" y="7473"/>
                  <a:pt x="11375" y="7373"/>
                  <a:pt x="11676" y="7306"/>
                </a:cubicBezTo>
                <a:cubicBezTo>
                  <a:pt x="12050" y="7221"/>
                  <a:pt x="12428" y="7179"/>
                  <a:pt x="12804" y="7179"/>
                </a:cubicBezTo>
                <a:close/>
                <a:moveTo>
                  <a:pt x="12830" y="6533"/>
                </a:moveTo>
                <a:cubicBezTo>
                  <a:pt x="12412" y="6533"/>
                  <a:pt x="11991" y="6579"/>
                  <a:pt x="11576" y="6672"/>
                </a:cubicBezTo>
                <a:cubicBezTo>
                  <a:pt x="6272" y="7740"/>
                  <a:pt x="4837" y="14578"/>
                  <a:pt x="9207" y="17714"/>
                </a:cubicBezTo>
                <a:cubicBezTo>
                  <a:pt x="10202" y="18460"/>
                  <a:pt x="11419" y="18853"/>
                  <a:pt x="12652" y="18853"/>
                </a:cubicBezTo>
                <a:cubicBezTo>
                  <a:pt x="13072" y="18853"/>
                  <a:pt x="13495" y="18808"/>
                  <a:pt x="13911" y="18714"/>
                </a:cubicBezTo>
                <a:cubicBezTo>
                  <a:pt x="14244" y="18648"/>
                  <a:pt x="14578" y="18547"/>
                  <a:pt x="14911" y="18414"/>
                </a:cubicBezTo>
                <a:cubicBezTo>
                  <a:pt x="16846" y="17680"/>
                  <a:pt x="18280" y="16012"/>
                  <a:pt x="18714" y="13978"/>
                </a:cubicBezTo>
                <a:cubicBezTo>
                  <a:pt x="19214" y="11576"/>
                  <a:pt x="18247" y="9107"/>
                  <a:pt x="16279" y="7673"/>
                </a:cubicBezTo>
                <a:cubicBezTo>
                  <a:pt x="15259" y="6927"/>
                  <a:pt x="14054" y="6533"/>
                  <a:pt x="12830" y="6533"/>
                </a:cubicBezTo>
                <a:close/>
                <a:moveTo>
                  <a:pt x="13277" y="668"/>
                </a:moveTo>
                <a:cubicBezTo>
                  <a:pt x="14611" y="701"/>
                  <a:pt x="15945" y="968"/>
                  <a:pt x="17213" y="1469"/>
                </a:cubicBezTo>
                <a:lnTo>
                  <a:pt x="16779" y="3470"/>
                </a:lnTo>
                <a:cubicBezTo>
                  <a:pt x="16746" y="3603"/>
                  <a:pt x="16813" y="3737"/>
                  <a:pt x="16946" y="3804"/>
                </a:cubicBezTo>
                <a:cubicBezTo>
                  <a:pt x="17914" y="4271"/>
                  <a:pt x="18781" y="4871"/>
                  <a:pt x="19548" y="5605"/>
                </a:cubicBezTo>
                <a:cubicBezTo>
                  <a:pt x="19603" y="5660"/>
                  <a:pt x="19678" y="5685"/>
                  <a:pt x="19757" y="5685"/>
                </a:cubicBezTo>
                <a:cubicBezTo>
                  <a:pt x="19822" y="5685"/>
                  <a:pt x="19888" y="5668"/>
                  <a:pt x="19948" y="5638"/>
                </a:cubicBezTo>
                <a:lnTo>
                  <a:pt x="21616" y="4537"/>
                </a:lnTo>
                <a:cubicBezTo>
                  <a:pt x="22083" y="5038"/>
                  <a:pt x="22483" y="5538"/>
                  <a:pt x="22850" y="6139"/>
                </a:cubicBezTo>
                <a:cubicBezTo>
                  <a:pt x="23217" y="6672"/>
                  <a:pt x="23551" y="7273"/>
                  <a:pt x="23818" y="7873"/>
                </a:cubicBezTo>
                <a:lnTo>
                  <a:pt x="22117" y="9007"/>
                </a:lnTo>
                <a:cubicBezTo>
                  <a:pt x="21983" y="9074"/>
                  <a:pt x="21950" y="9241"/>
                  <a:pt x="21983" y="9374"/>
                </a:cubicBezTo>
                <a:cubicBezTo>
                  <a:pt x="22350" y="10375"/>
                  <a:pt x="22517" y="11409"/>
                  <a:pt x="22550" y="12476"/>
                </a:cubicBezTo>
                <a:cubicBezTo>
                  <a:pt x="22550" y="12610"/>
                  <a:pt x="22650" y="12743"/>
                  <a:pt x="22817" y="12777"/>
                </a:cubicBezTo>
                <a:lnTo>
                  <a:pt x="24752" y="13210"/>
                </a:lnTo>
                <a:cubicBezTo>
                  <a:pt x="24718" y="14545"/>
                  <a:pt x="24452" y="15879"/>
                  <a:pt x="23951" y="17113"/>
                </a:cubicBezTo>
                <a:lnTo>
                  <a:pt x="21983" y="16713"/>
                </a:lnTo>
                <a:lnTo>
                  <a:pt x="21816" y="16713"/>
                </a:lnTo>
                <a:cubicBezTo>
                  <a:pt x="21716" y="16746"/>
                  <a:pt x="21650" y="16813"/>
                  <a:pt x="21616" y="16880"/>
                </a:cubicBezTo>
                <a:cubicBezTo>
                  <a:pt x="21183" y="17814"/>
                  <a:pt x="20582" y="18714"/>
                  <a:pt x="19848" y="19448"/>
                </a:cubicBezTo>
                <a:cubicBezTo>
                  <a:pt x="19748" y="19582"/>
                  <a:pt x="19715" y="19715"/>
                  <a:pt x="19815" y="19848"/>
                </a:cubicBezTo>
                <a:lnTo>
                  <a:pt x="20916" y="21516"/>
                </a:lnTo>
                <a:cubicBezTo>
                  <a:pt x="20415" y="21983"/>
                  <a:pt x="19882" y="22417"/>
                  <a:pt x="19315" y="22784"/>
                </a:cubicBezTo>
                <a:cubicBezTo>
                  <a:pt x="18747" y="23151"/>
                  <a:pt x="18180" y="23451"/>
                  <a:pt x="17580" y="23718"/>
                </a:cubicBezTo>
                <a:lnTo>
                  <a:pt x="16446" y="22017"/>
                </a:lnTo>
                <a:cubicBezTo>
                  <a:pt x="16369" y="21915"/>
                  <a:pt x="16273" y="21871"/>
                  <a:pt x="16173" y="21871"/>
                </a:cubicBezTo>
                <a:cubicBezTo>
                  <a:pt x="16142" y="21871"/>
                  <a:pt x="16110" y="21875"/>
                  <a:pt x="16079" y="21883"/>
                </a:cubicBezTo>
                <a:cubicBezTo>
                  <a:pt x="15078" y="22250"/>
                  <a:pt x="14011" y="22450"/>
                  <a:pt x="12977" y="22484"/>
                </a:cubicBezTo>
                <a:cubicBezTo>
                  <a:pt x="12810" y="22484"/>
                  <a:pt x="12710" y="22584"/>
                  <a:pt x="12676" y="22717"/>
                </a:cubicBezTo>
                <a:lnTo>
                  <a:pt x="12243" y="24685"/>
                </a:lnTo>
                <a:cubicBezTo>
                  <a:pt x="10908" y="24652"/>
                  <a:pt x="9574" y="24385"/>
                  <a:pt x="8340" y="23885"/>
                </a:cubicBezTo>
                <a:lnTo>
                  <a:pt x="8740" y="21883"/>
                </a:lnTo>
                <a:cubicBezTo>
                  <a:pt x="8774" y="21750"/>
                  <a:pt x="8707" y="21583"/>
                  <a:pt x="8573" y="21516"/>
                </a:cubicBezTo>
                <a:cubicBezTo>
                  <a:pt x="7606" y="21083"/>
                  <a:pt x="6739" y="20482"/>
                  <a:pt x="5972" y="19748"/>
                </a:cubicBezTo>
                <a:cubicBezTo>
                  <a:pt x="5913" y="19690"/>
                  <a:pt x="5833" y="19655"/>
                  <a:pt x="5756" y="19655"/>
                </a:cubicBezTo>
                <a:cubicBezTo>
                  <a:pt x="5700" y="19655"/>
                  <a:pt x="5647" y="19673"/>
                  <a:pt x="5605" y="19715"/>
                </a:cubicBezTo>
                <a:lnTo>
                  <a:pt x="3937" y="20782"/>
                </a:lnTo>
                <a:cubicBezTo>
                  <a:pt x="3920" y="20799"/>
                  <a:pt x="3912" y="20807"/>
                  <a:pt x="3903" y="20807"/>
                </a:cubicBezTo>
                <a:cubicBezTo>
                  <a:pt x="3895" y="20807"/>
                  <a:pt x="3887" y="20799"/>
                  <a:pt x="3870" y="20782"/>
                </a:cubicBezTo>
                <a:cubicBezTo>
                  <a:pt x="3436" y="20315"/>
                  <a:pt x="3036" y="19782"/>
                  <a:pt x="2669" y="19215"/>
                </a:cubicBezTo>
                <a:cubicBezTo>
                  <a:pt x="2302" y="18648"/>
                  <a:pt x="1969" y="18080"/>
                  <a:pt x="1702" y="17480"/>
                </a:cubicBezTo>
                <a:lnTo>
                  <a:pt x="3403" y="16346"/>
                </a:lnTo>
                <a:cubicBezTo>
                  <a:pt x="3537" y="16246"/>
                  <a:pt x="3570" y="16112"/>
                  <a:pt x="3537" y="15979"/>
                </a:cubicBezTo>
                <a:cubicBezTo>
                  <a:pt x="3170" y="14978"/>
                  <a:pt x="2969" y="13911"/>
                  <a:pt x="2969" y="12877"/>
                </a:cubicBezTo>
                <a:cubicBezTo>
                  <a:pt x="2969" y="12710"/>
                  <a:pt x="2836" y="12610"/>
                  <a:pt x="2703" y="12577"/>
                </a:cubicBezTo>
                <a:lnTo>
                  <a:pt x="768" y="12143"/>
                </a:lnTo>
                <a:cubicBezTo>
                  <a:pt x="768" y="10809"/>
                  <a:pt x="1068" y="9474"/>
                  <a:pt x="1568" y="8240"/>
                </a:cubicBezTo>
                <a:lnTo>
                  <a:pt x="3537" y="8640"/>
                </a:lnTo>
                <a:cubicBezTo>
                  <a:pt x="3565" y="8646"/>
                  <a:pt x="3593" y="8649"/>
                  <a:pt x="3619" y="8649"/>
                </a:cubicBezTo>
                <a:cubicBezTo>
                  <a:pt x="3747" y="8649"/>
                  <a:pt x="3848" y="8584"/>
                  <a:pt x="3903" y="8474"/>
                </a:cubicBezTo>
                <a:cubicBezTo>
                  <a:pt x="4337" y="7506"/>
                  <a:pt x="4938" y="6639"/>
                  <a:pt x="5671" y="5872"/>
                </a:cubicBezTo>
                <a:cubicBezTo>
                  <a:pt x="5771" y="5772"/>
                  <a:pt x="5805" y="5605"/>
                  <a:pt x="5738" y="5505"/>
                </a:cubicBezTo>
                <a:lnTo>
                  <a:pt x="4637" y="3837"/>
                </a:lnTo>
                <a:cubicBezTo>
                  <a:pt x="5104" y="3337"/>
                  <a:pt x="5638" y="2936"/>
                  <a:pt x="6205" y="2569"/>
                </a:cubicBezTo>
                <a:cubicBezTo>
                  <a:pt x="6772" y="2202"/>
                  <a:pt x="7339" y="1902"/>
                  <a:pt x="7973" y="1635"/>
                </a:cubicBezTo>
                <a:lnTo>
                  <a:pt x="9107" y="3337"/>
                </a:lnTo>
                <a:cubicBezTo>
                  <a:pt x="9155" y="3409"/>
                  <a:pt x="9255" y="3464"/>
                  <a:pt x="9357" y="3464"/>
                </a:cubicBezTo>
                <a:cubicBezTo>
                  <a:pt x="9397" y="3464"/>
                  <a:pt x="9437" y="3455"/>
                  <a:pt x="9474" y="3437"/>
                </a:cubicBezTo>
                <a:cubicBezTo>
                  <a:pt x="10475" y="3103"/>
                  <a:pt x="11509" y="2903"/>
                  <a:pt x="12543" y="2870"/>
                </a:cubicBezTo>
                <a:cubicBezTo>
                  <a:pt x="12710" y="2870"/>
                  <a:pt x="12843" y="2770"/>
                  <a:pt x="12877" y="2636"/>
                </a:cubicBezTo>
                <a:lnTo>
                  <a:pt x="13277" y="668"/>
                </a:lnTo>
                <a:close/>
                <a:moveTo>
                  <a:pt x="13310" y="1"/>
                </a:moveTo>
                <a:cubicBezTo>
                  <a:pt x="12977" y="1"/>
                  <a:pt x="12676" y="234"/>
                  <a:pt x="12610" y="535"/>
                </a:cubicBezTo>
                <a:lnTo>
                  <a:pt x="12243" y="2269"/>
                </a:lnTo>
                <a:cubicBezTo>
                  <a:pt x="11275" y="2303"/>
                  <a:pt x="10341" y="2469"/>
                  <a:pt x="9441" y="2770"/>
                </a:cubicBezTo>
                <a:lnTo>
                  <a:pt x="8473" y="1268"/>
                </a:lnTo>
                <a:cubicBezTo>
                  <a:pt x="8357" y="1083"/>
                  <a:pt x="8144" y="961"/>
                  <a:pt x="7924" y="961"/>
                </a:cubicBezTo>
                <a:cubicBezTo>
                  <a:pt x="7828" y="961"/>
                  <a:pt x="7731" y="984"/>
                  <a:pt x="7639" y="1035"/>
                </a:cubicBezTo>
                <a:cubicBezTo>
                  <a:pt x="6372" y="1569"/>
                  <a:pt x="5171" y="2336"/>
                  <a:pt x="4137" y="3303"/>
                </a:cubicBezTo>
                <a:cubicBezTo>
                  <a:pt x="3903" y="3503"/>
                  <a:pt x="3870" y="3870"/>
                  <a:pt x="4037" y="4171"/>
                </a:cubicBezTo>
                <a:lnTo>
                  <a:pt x="5004" y="5638"/>
                </a:lnTo>
                <a:cubicBezTo>
                  <a:pt x="4337" y="6339"/>
                  <a:pt x="3803" y="7106"/>
                  <a:pt x="3370" y="7973"/>
                </a:cubicBezTo>
                <a:lnTo>
                  <a:pt x="1669" y="7606"/>
                </a:lnTo>
                <a:cubicBezTo>
                  <a:pt x="1620" y="7597"/>
                  <a:pt x="1571" y="7592"/>
                  <a:pt x="1523" y="7592"/>
                </a:cubicBezTo>
                <a:cubicBezTo>
                  <a:pt x="1243" y="7592"/>
                  <a:pt x="987" y="7755"/>
                  <a:pt x="901" y="8040"/>
                </a:cubicBezTo>
                <a:cubicBezTo>
                  <a:pt x="368" y="9341"/>
                  <a:pt x="101" y="10709"/>
                  <a:pt x="34" y="12110"/>
                </a:cubicBezTo>
                <a:cubicBezTo>
                  <a:pt x="1" y="12443"/>
                  <a:pt x="234" y="12743"/>
                  <a:pt x="568" y="12810"/>
                </a:cubicBezTo>
                <a:lnTo>
                  <a:pt x="2269" y="13177"/>
                </a:lnTo>
                <a:cubicBezTo>
                  <a:pt x="2302" y="14111"/>
                  <a:pt x="2502" y="15045"/>
                  <a:pt x="2803" y="15979"/>
                </a:cubicBezTo>
                <a:lnTo>
                  <a:pt x="1335" y="16913"/>
                </a:lnTo>
                <a:cubicBezTo>
                  <a:pt x="1035" y="17080"/>
                  <a:pt x="935" y="17447"/>
                  <a:pt x="1068" y="17747"/>
                </a:cubicBezTo>
                <a:cubicBezTo>
                  <a:pt x="1335" y="18381"/>
                  <a:pt x="1669" y="19014"/>
                  <a:pt x="2069" y="19582"/>
                </a:cubicBezTo>
                <a:cubicBezTo>
                  <a:pt x="2436" y="20182"/>
                  <a:pt x="2869" y="20749"/>
                  <a:pt x="3336" y="21249"/>
                </a:cubicBezTo>
                <a:cubicBezTo>
                  <a:pt x="3476" y="21409"/>
                  <a:pt x="3663" y="21485"/>
                  <a:pt x="3847" y="21485"/>
                </a:cubicBezTo>
                <a:cubicBezTo>
                  <a:pt x="3972" y="21485"/>
                  <a:pt x="4096" y="21450"/>
                  <a:pt x="4204" y="21383"/>
                </a:cubicBezTo>
                <a:lnTo>
                  <a:pt x="5671" y="20415"/>
                </a:lnTo>
                <a:cubicBezTo>
                  <a:pt x="6372" y="21049"/>
                  <a:pt x="7172" y="21616"/>
                  <a:pt x="8006" y="22017"/>
                </a:cubicBezTo>
                <a:lnTo>
                  <a:pt x="7673" y="23751"/>
                </a:lnTo>
                <a:cubicBezTo>
                  <a:pt x="7573" y="24051"/>
                  <a:pt x="7773" y="24385"/>
                  <a:pt x="8073" y="24518"/>
                </a:cubicBezTo>
                <a:cubicBezTo>
                  <a:pt x="9374" y="25019"/>
                  <a:pt x="10775" y="25319"/>
                  <a:pt x="12176" y="25386"/>
                </a:cubicBezTo>
                <a:cubicBezTo>
                  <a:pt x="12476" y="25386"/>
                  <a:pt x="12776" y="25152"/>
                  <a:pt x="12843" y="24852"/>
                </a:cubicBezTo>
                <a:lnTo>
                  <a:pt x="13210" y="23151"/>
                </a:lnTo>
                <a:cubicBezTo>
                  <a:pt x="14177" y="23084"/>
                  <a:pt x="15111" y="22917"/>
                  <a:pt x="16012" y="22617"/>
                </a:cubicBezTo>
                <a:lnTo>
                  <a:pt x="16979" y="24085"/>
                </a:lnTo>
                <a:cubicBezTo>
                  <a:pt x="17083" y="24292"/>
                  <a:pt x="17326" y="24418"/>
                  <a:pt x="17571" y="24418"/>
                </a:cubicBezTo>
                <a:cubicBezTo>
                  <a:pt x="17642" y="24418"/>
                  <a:pt x="17712" y="24408"/>
                  <a:pt x="17780" y="24385"/>
                </a:cubicBezTo>
                <a:lnTo>
                  <a:pt x="17813" y="24385"/>
                </a:lnTo>
                <a:cubicBezTo>
                  <a:pt x="18447" y="24085"/>
                  <a:pt x="19048" y="23751"/>
                  <a:pt x="19648" y="23384"/>
                </a:cubicBezTo>
                <a:cubicBezTo>
                  <a:pt x="20215" y="23017"/>
                  <a:pt x="20782" y="22584"/>
                  <a:pt x="21316" y="22117"/>
                </a:cubicBezTo>
                <a:cubicBezTo>
                  <a:pt x="21549" y="21883"/>
                  <a:pt x="21583" y="21516"/>
                  <a:pt x="21416" y="21249"/>
                </a:cubicBezTo>
                <a:lnTo>
                  <a:pt x="20449" y="19782"/>
                </a:lnTo>
                <a:cubicBezTo>
                  <a:pt x="21116" y="19081"/>
                  <a:pt x="21650" y="18281"/>
                  <a:pt x="22083" y="17413"/>
                </a:cubicBezTo>
                <a:lnTo>
                  <a:pt x="23784" y="17780"/>
                </a:lnTo>
                <a:cubicBezTo>
                  <a:pt x="23834" y="17790"/>
                  <a:pt x="23882" y="17795"/>
                  <a:pt x="23929" y="17795"/>
                </a:cubicBezTo>
                <a:cubicBezTo>
                  <a:pt x="24203" y="17795"/>
                  <a:pt x="24438" y="17636"/>
                  <a:pt x="24552" y="17380"/>
                </a:cubicBezTo>
                <a:cubicBezTo>
                  <a:pt x="25052" y="16079"/>
                  <a:pt x="25352" y="14678"/>
                  <a:pt x="25419" y="13277"/>
                </a:cubicBezTo>
                <a:cubicBezTo>
                  <a:pt x="25452" y="12943"/>
                  <a:pt x="25219" y="12677"/>
                  <a:pt x="24885" y="12610"/>
                </a:cubicBezTo>
                <a:lnTo>
                  <a:pt x="23184" y="12243"/>
                </a:lnTo>
                <a:cubicBezTo>
                  <a:pt x="23117" y="11276"/>
                  <a:pt x="22950" y="10342"/>
                  <a:pt x="22650" y="9441"/>
                </a:cubicBezTo>
                <a:lnTo>
                  <a:pt x="24118" y="8474"/>
                </a:lnTo>
                <a:cubicBezTo>
                  <a:pt x="24418" y="8307"/>
                  <a:pt x="24518" y="7940"/>
                  <a:pt x="24385" y="7640"/>
                </a:cubicBezTo>
                <a:cubicBezTo>
                  <a:pt x="24118" y="7006"/>
                  <a:pt x="23784" y="6372"/>
                  <a:pt x="23384" y="5805"/>
                </a:cubicBezTo>
                <a:cubicBezTo>
                  <a:pt x="23017" y="5205"/>
                  <a:pt x="22584" y="4638"/>
                  <a:pt x="22117" y="4137"/>
                </a:cubicBezTo>
                <a:cubicBezTo>
                  <a:pt x="21983" y="3985"/>
                  <a:pt x="21806" y="3908"/>
                  <a:pt x="21629" y="3908"/>
                </a:cubicBezTo>
                <a:cubicBezTo>
                  <a:pt x="21496" y="3908"/>
                  <a:pt x="21364" y="3951"/>
                  <a:pt x="21249" y="4037"/>
                </a:cubicBezTo>
                <a:lnTo>
                  <a:pt x="19782" y="4971"/>
                </a:lnTo>
                <a:cubicBezTo>
                  <a:pt x="19081" y="4337"/>
                  <a:pt x="18280" y="3770"/>
                  <a:pt x="17446" y="3370"/>
                </a:cubicBezTo>
                <a:lnTo>
                  <a:pt x="17813" y="1635"/>
                </a:lnTo>
                <a:cubicBezTo>
                  <a:pt x="17847" y="1335"/>
                  <a:pt x="17680" y="1002"/>
                  <a:pt x="17380" y="868"/>
                </a:cubicBezTo>
                <a:cubicBezTo>
                  <a:pt x="16079" y="368"/>
                  <a:pt x="14678" y="68"/>
                  <a:pt x="1331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0"/>
          <p:cNvSpPr/>
          <p:nvPr/>
        </p:nvSpPr>
        <p:spPr>
          <a:xfrm>
            <a:off x="3893025" y="-2258062"/>
            <a:ext cx="322361" cy="323631"/>
          </a:xfrm>
          <a:custGeom>
            <a:avLst/>
            <a:gdLst/>
            <a:ahLst/>
            <a:cxnLst/>
            <a:rect l="l" t="t" r="r" b="b"/>
            <a:pathLst>
              <a:path w="18014" h="18085" extrusionOk="0">
                <a:moveTo>
                  <a:pt x="9073" y="5186"/>
                </a:moveTo>
                <a:cubicBezTo>
                  <a:pt x="9840" y="5186"/>
                  <a:pt x="10589" y="5429"/>
                  <a:pt x="11208" y="5875"/>
                </a:cubicBezTo>
                <a:cubicBezTo>
                  <a:pt x="13977" y="7843"/>
                  <a:pt x="13043" y="12180"/>
                  <a:pt x="9741" y="12847"/>
                </a:cubicBezTo>
                <a:cubicBezTo>
                  <a:pt x="9498" y="12894"/>
                  <a:pt x="9253" y="12917"/>
                  <a:pt x="9009" y="12917"/>
                </a:cubicBezTo>
                <a:cubicBezTo>
                  <a:pt x="8218" y="12917"/>
                  <a:pt x="7443" y="12673"/>
                  <a:pt x="6805" y="12213"/>
                </a:cubicBezTo>
                <a:cubicBezTo>
                  <a:pt x="5571" y="11313"/>
                  <a:pt x="4937" y="9745"/>
                  <a:pt x="5271" y="8244"/>
                </a:cubicBezTo>
                <a:cubicBezTo>
                  <a:pt x="5504" y="7143"/>
                  <a:pt x="6205" y="6209"/>
                  <a:pt x="7205" y="5675"/>
                </a:cubicBezTo>
                <a:cubicBezTo>
                  <a:pt x="7339" y="5575"/>
                  <a:pt x="7506" y="5508"/>
                  <a:pt x="7672" y="5442"/>
                </a:cubicBezTo>
                <a:cubicBezTo>
                  <a:pt x="7873" y="5375"/>
                  <a:pt x="8073" y="5308"/>
                  <a:pt x="8273" y="5275"/>
                </a:cubicBezTo>
                <a:cubicBezTo>
                  <a:pt x="8539" y="5215"/>
                  <a:pt x="8807" y="5186"/>
                  <a:pt x="9073" y="5186"/>
                </a:cubicBezTo>
                <a:close/>
                <a:moveTo>
                  <a:pt x="9070" y="4640"/>
                </a:moveTo>
                <a:cubicBezTo>
                  <a:pt x="8770" y="4640"/>
                  <a:pt x="8469" y="4673"/>
                  <a:pt x="8173" y="4741"/>
                </a:cubicBezTo>
                <a:cubicBezTo>
                  <a:pt x="6438" y="5108"/>
                  <a:pt x="5104" y="6442"/>
                  <a:pt x="4737" y="8144"/>
                </a:cubicBezTo>
                <a:cubicBezTo>
                  <a:pt x="4370" y="9845"/>
                  <a:pt x="5071" y="11613"/>
                  <a:pt x="6472" y="12647"/>
                </a:cubicBezTo>
                <a:cubicBezTo>
                  <a:pt x="7191" y="13168"/>
                  <a:pt x="8058" y="13449"/>
                  <a:pt x="8936" y="13449"/>
                </a:cubicBezTo>
                <a:cubicBezTo>
                  <a:pt x="9238" y="13449"/>
                  <a:pt x="9542" y="13416"/>
                  <a:pt x="9841" y="13347"/>
                </a:cubicBezTo>
                <a:cubicBezTo>
                  <a:pt x="10108" y="13314"/>
                  <a:pt x="10341" y="13214"/>
                  <a:pt x="10541" y="13147"/>
                </a:cubicBezTo>
                <a:cubicBezTo>
                  <a:pt x="10741" y="13081"/>
                  <a:pt x="10908" y="12980"/>
                  <a:pt x="11075" y="12880"/>
                </a:cubicBezTo>
                <a:cubicBezTo>
                  <a:pt x="12209" y="12280"/>
                  <a:pt x="13010" y="11213"/>
                  <a:pt x="13276" y="9978"/>
                </a:cubicBezTo>
                <a:cubicBezTo>
                  <a:pt x="13643" y="8244"/>
                  <a:pt x="12943" y="6476"/>
                  <a:pt x="11542" y="5475"/>
                </a:cubicBezTo>
                <a:cubicBezTo>
                  <a:pt x="10820" y="4928"/>
                  <a:pt x="9950" y="4640"/>
                  <a:pt x="9070" y="4640"/>
                </a:cubicBezTo>
                <a:close/>
                <a:moveTo>
                  <a:pt x="9374" y="572"/>
                </a:moveTo>
                <a:cubicBezTo>
                  <a:pt x="10308" y="605"/>
                  <a:pt x="11208" y="772"/>
                  <a:pt x="12076" y="1105"/>
                </a:cubicBezTo>
                <a:lnTo>
                  <a:pt x="11775" y="2506"/>
                </a:lnTo>
                <a:cubicBezTo>
                  <a:pt x="11775" y="2606"/>
                  <a:pt x="11842" y="2740"/>
                  <a:pt x="11942" y="2806"/>
                </a:cubicBezTo>
                <a:cubicBezTo>
                  <a:pt x="12609" y="3107"/>
                  <a:pt x="13210" y="3540"/>
                  <a:pt x="13777" y="4041"/>
                </a:cubicBezTo>
                <a:cubicBezTo>
                  <a:pt x="13814" y="4096"/>
                  <a:pt x="13871" y="4121"/>
                  <a:pt x="13931" y="4121"/>
                </a:cubicBezTo>
                <a:cubicBezTo>
                  <a:pt x="13980" y="4121"/>
                  <a:pt x="14032" y="4104"/>
                  <a:pt x="14077" y="4074"/>
                </a:cubicBezTo>
                <a:lnTo>
                  <a:pt x="15245" y="3340"/>
                </a:lnTo>
                <a:cubicBezTo>
                  <a:pt x="15578" y="3674"/>
                  <a:pt x="15878" y="4041"/>
                  <a:pt x="16145" y="4441"/>
                </a:cubicBezTo>
                <a:cubicBezTo>
                  <a:pt x="16379" y="4808"/>
                  <a:pt x="16612" y="5208"/>
                  <a:pt x="16812" y="5642"/>
                </a:cubicBezTo>
                <a:lnTo>
                  <a:pt x="15645" y="6409"/>
                </a:lnTo>
                <a:cubicBezTo>
                  <a:pt x="15511" y="6476"/>
                  <a:pt x="15478" y="6609"/>
                  <a:pt x="15511" y="6743"/>
                </a:cubicBezTo>
                <a:cubicBezTo>
                  <a:pt x="15778" y="7410"/>
                  <a:pt x="15912" y="8144"/>
                  <a:pt x="15945" y="8911"/>
                </a:cubicBezTo>
                <a:cubicBezTo>
                  <a:pt x="15945" y="9011"/>
                  <a:pt x="16045" y="9144"/>
                  <a:pt x="16145" y="9144"/>
                </a:cubicBezTo>
                <a:lnTo>
                  <a:pt x="17513" y="9445"/>
                </a:lnTo>
                <a:cubicBezTo>
                  <a:pt x="17479" y="10379"/>
                  <a:pt x="17279" y="11279"/>
                  <a:pt x="16946" y="12113"/>
                </a:cubicBezTo>
                <a:lnTo>
                  <a:pt x="15578" y="11846"/>
                </a:lnTo>
                <a:lnTo>
                  <a:pt x="15411" y="11846"/>
                </a:lnTo>
                <a:cubicBezTo>
                  <a:pt x="15345" y="11880"/>
                  <a:pt x="15311" y="11913"/>
                  <a:pt x="15278" y="11980"/>
                </a:cubicBezTo>
                <a:cubicBezTo>
                  <a:pt x="14978" y="12647"/>
                  <a:pt x="14544" y="13281"/>
                  <a:pt x="14044" y="13814"/>
                </a:cubicBezTo>
                <a:cubicBezTo>
                  <a:pt x="13944" y="13881"/>
                  <a:pt x="13944" y="14048"/>
                  <a:pt x="14010" y="14148"/>
                </a:cubicBezTo>
                <a:lnTo>
                  <a:pt x="14744" y="15315"/>
                </a:lnTo>
                <a:cubicBezTo>
                  <a:pt x="14411" y="15616"/>
                  <a:pt x="14044" y="15916"/>
                  <a:pt x="13677" y="16149"/>
                </a:cubicBezTo>
                <a:cubicBezTo>
                  <a:pt x="13276" y="16416"/>
                  <a:pt x="12876" y="16616"/>
                  <a:pt x="12476" y="16817"/>
                </a:cubicBezTo>
                <a:lnTo>
                  <a:pt x="11675" y="15649"/>
                </a:lnTo>
                <a:cubicBezTo>
                  <a:pt x="11620" y="15567"/>
                  <a:pt x="11520" y="15507"/>
                  <a:pt x="11431" y="15507"/>
                </a:cubicBezTo>
                <a:cubicBezTo>
                  <a:pt x="11412" y="15507"/>
                  <a:pt x="11393" y="15510"/>
                  <a:pt x="11375" y="15516"/>
                </a:cubicBezTo>
                <a:cubicBezTo>
                  <a:pt x="10675" y="15782"/>
                  <a:pt x="9941" y="15916"/>
                  <a:pt x="9207" y="15949"/>
                </a:cubicBezTo>
                <a:cubicBezTo>
                  <a:pt x="9073" y="15949"/>
                  <a:pt x="8973" y="16049"/>
                  <a:pt x="8940" y="16149"/>
                </a:cubicBezTo>
                <a:lnTo>
                  <a:pt x="8640" y="17517"/>
                </a:lnTo>
                <a:cubicBezTo>
                  <a:pt x="7739" y="17484"/>
                  <a:pt x="6839" y="17284"/>
                  <a:pt x="5971" y="16950"/>
                </a:cubicBezTo>
                <a:lnTo>
                  <a:pt x="6238" y="15582"/>
                </a:lnTo>
                <a:cubicBezTo>
                  <a:pt x="6271" y="15449"/>
                  <a:pt x="6205" y="15349"/>
                  <a:pt x="6105" y="15282"/>
                </a:cubicBezTo>
                <a:cubicBezTo>
                  <a:pt x="5438" y="14982"/>
                  <a:pt x="4804" y="14548"/>
                  <a:pt x="4270" y="14048"/>
                </a:cubicBezTo>
                <a:cubicBezTo>
                  <a:pt x="4205" y="13983"/>
                  <a:pt x="4127" y="13946"/>
                  <a:pt x="4052" y="13946"/>
                </a:cubicBezTo>
                <a:cubicBezTo>
                  <a:pt x="4012" y="13946"/>
                  <a:pt x="3972" y="13958"/>
                  <a:pt x="3936" y="13981"/>
                </a:cubicBezTo>
                <a:lnTo>
                  <a:pt x="2769" y="14748"/>
                </a:lnTo>
                <a:cubicBezTo>
                  <a:pt x="2135" y="14081"/>
                  <a:pt x="1635" y="13314"/>
                  <a:pt x="1268" y="12480"/>
                </a:cubicBezTo>
                <a:lnTo>
                  <a:pt x="1235" y="12480"/>
                </a:lnTo>
                <a:lnTo>
                  <a:pt x="2402" y="11680"/>
                </a:lnTo>
                <a:cubicBezTo>
                  <a:pt x="2502" y="11613"/>
                  <a:pt x="2569" y="11479"/>
                  <a:pt x="2502" y="11379"/>
                </a:cubicBezTo>
                <a:cubicBezTo>
                  <a:pt x="2269" y="10679"/>
                  <a:pt x="2102" y="9945"/>
                  <a:pt x="2102" y="9211"/>
                </a:cubicBezTo>
                <a:cubicBezTo>
                  <a:pt x="2102" y="9078"/>
                  <a:pt x="2002" y="8978"/>
                  <a:pt x="1868" y="8944"/>
                </a:cubicBezTo>
                <a:lnTo>
                  <a:pt x="534" y="8644"/>
                </a:lnTo>
                <a:cubicBezTo>
                  <a:pt x="567" y="7743"/>
                  <a:pt x="734" y="6843"/>
                  <a:pt x="1068" y="5975"/>
                </a:cubicBezTo>
                <a:lnTo>
                  <a:pt x="2469" y="6242"/>
                </a:lnTo>
                <a:cubicBezTo>
                  <a:pt x="2486" y="6248"/>
                  <a:pt x="2505" y="6251"/>
                  <a:pt x="2525" y="6251"/>
                </a:cubicBezTo>
                <a:cubicBezTo>
                  <a:pt x="2614" y="6251"/>
                  <a:pt x="2714" y="6191"/>
                  <a:pt x="2769" y="6109"/>
                </a:cubicBezTo>
                <a:cubicBezTo>
                  <a:pt x="3069" y="5442"/>
                  <a:pt x="3503" y="4808"/>
                  <a:pt x="4003" y="4274"/>
                </a:cubicBezTo>
                <a:cubicBezTo>
                  <a:pt x="4103" y="4174"/>
                  <a:pt x="4103" y="4041"/>
                  <a:pt x="4037" y="3941"/>
                </a:cubicBezTo>
                <a:lnTo>
                  <a:pt x="3269" y="2773"/>
                </a:lnTo>
                <a:cubicBezTo>
                  <a:pt x="3603" y="2473"/>
                  <a:pt x="3970" y="2173"/>
                  <a:pt x="4370" y="1906"/>
                </a:cubicBezTo>
                <a:cubicBezTo>
                  <a:pt x="4737" y="1672"/>
                  <a:pt x="5137" y="1472"/>
                  <a:pt x="5571" y="1272"/>
                </a:cubicBezTo>
                <a:lnTo>
                  <a:pt x="6338" y="2440"/>
                </a:lnTo>
                <a:cubicBezTo>
                  <a:pt x="6386" y="2512"/>
                  <a:pt x="6469" y="2566"/>
                  <a:pt x="6561" y="2566"/>
                </a:cubicBezTo>
                <a:cubicBezTo>
                  <a:pt x="6597" y="2566"/>
                  <a:pt x="6635" y="2558"/>
                  <a:pt x="6672" y="2540"/>
                </a:cubicBezTo>
                <a:cubicBezTo>
                  <a:pt x="7372" y="2306"/>
                  <a:pt x="8106" y="2139"/>
                  <a:pt x="8840" y="2139"/>
                </a:cubicBezTo>
                <a:cubicBezTo>
                  <a:pt x="8973" y="2139"/>
                  <a:pt x="9073" y="2039"/>
                  <a:pt x="9107" y="1906"/>
                </a:cubicBezTo>
                <a:lnTo>
                  <a:pt x="9374" y="572"/>
                </a:lnTo>
                <a:close/>
                <a:moveTo>
                  <a:pt x="9316" y="1"/>
                </a:moveTo>
                <a:cubicBezTo>
                  <a:pt x="9078" y="1"/>
                  <a:pt x="8902" y="189"/>
                  <a:pt x="8840" y="405"/>
                </a:cubicBezTo>
                <a:lnTo>
                  <a:pt x="8606" y="1606"/>
                </a:lnTo>
                <a:cubicBezTo>
                  <a:pt x="7939" y="1639"/>
                  <a:pt x="7306" y="1739"/>
                  <a:pt x="6672" y="1939"/>
                </a:cubicBezTo>
                <a:lnTo>
                  <a:pt x="6005" y="938"/>
                </a:lnTo>
                <a:cubicBezTo>
                  <a:pt x="5911" y="775"/>
                  <a:pt x="5752" y="693"/>
                  <a:pt x="5585" y="693"/>
                </a:cubicBezTo>
                <a:cubicBezTo>
                  <a:pt x="5514" y="693"/>
                  <a:pt x="5441" y="708"/>
                  <a:pt x="5371" y="738"/>
                </a:cubicBezTo>
                <a:cubicBezTo>
                  <a:pt x="4904" y="938"/>
                  <a:pt x="4470" y="1172"/>
                  <a:pt x="4070" y="1439"/>
                </a:cubicBezTo>
                <a:cubicBezTo>
                  <a:pt x="3636" y="1706"/>
                  <a:pt x="3236" y="2039"/>
                  <a:pt x="2869" y="2373"/>
                </a:cubicBezTo>
                <a:cubicBezTo>
                  <a:pt x="2702" y="2540"/>
                  <a:pt x="2669" y="2806"/>
                  <a:pt x="2802" y="3007"/>
                </a:cubicBezTo>
                <a:lnTo>
                  <a:pt x="3469" y="4041"/>
                </a:lnTo>
                <a:cubicBezTo>
                  <a:pt x="3036" y="4541"/>
                  <a:pt x="2669" y="5075"/>
                  <a:pt x="2402" y="5675"/>
                </a:cubicBezTo>
                <a:lnTo>
                  <a:pt x="1201" y="5442"/>
                </a:lnTo>
                <a:cubicBezTo>
                  <a:pt x="1161" y="5430"/>
                  <a:pt x="1119" y="5425"/>
                  <a:pt x="1077" y="5425"/>
                </a:cubicBezTo>
                <a:cubicBezTo>
                  <a:pt x="880" y="5425"/>
                  <a:pt x="683" y="5549"/>
                  <a:pt x="601" y="5742"/>
                </a:cubicBezTo>
                <a:cubicBezTo>
                  <a:pt x="234" y="6676"/>
                  <a:pt x="34" y="7643"/>
                  <a:pt x="0" y="8677"/>
                </a:cubicBezTo>
                <a:cubicBezTo>
                  <a:pt x="0" y="8911"/>
                  <a:pt x="167" y="9144"/>
                  <a:pt x="401" y="9178"/>
                </a:cubicBezTo>
                <a:lnTo>
                  <a:pt x="1601" y="9445"/>
                </a:lnTo>
                <a:cubicBezTo>
                  <a:pt x="1635" y="10112"/>
                  <a:pt x="1735" y="10746"/>
                  <a:pt x="1935" y="11379"/>
                </a:cubicBezTo>
                <a:lnTo>
                  <a:pt x="934" y="12013"/>
                </a:lnTo>
                <a:cubicBezTo>
                  <a:pt x="734" y="12147"/>
                  <a:pt x="634" y="12447"/>
                  <a:pt x="734" y="12680"/>
                </a:cubicBezTo>
                <a:cubicBezTo>
                  <a:pt x="934" y="13114"/>
                  <a:pt x="1168" y="13548"/>
                  <a:pt x="1435" y="13948"/>
                </a:cubicBezTo>
                <a:cubicBezTo>
                  <a:pt x="1702" y="14381"/>
                  <a:pt x="2002" y="14782"/>
                  <a:pt x="2335" y="15149"/>
                </a:cubicBezTo>
                <a:cubicBezTo>
                  <a:pt x="2433" y="15246"/>
                  <a:pt x="2575" y="15298"/>
                  <a:pt x="2717" y="15298"/>
                </a:cubicBezTo>
                <a:cubicBezTo>
                  <a:pt x="2818" y="15298"/>
                  <a:pt x="2919" y="15271"/>
                  <a:pt x="3002" y="15215"/>
                </a:cubicBezTo>
                <a:lnTo>
                  <a:pt x="4037" y="14582"/>
                </a:lnTo>
                <a:cubicBezTo>
                  <a:pt x="4504" y="15015"/>
                  <a:pt x="5037" y="15382"/>
                  <a:pt x="5638" y="15682"/>
                </a:cubicBezTo>
                <a:lnTo>
                  <a:pt x="5404" y="16850"/>
                </a:lnTo>
                <a:cubicBezTo>
                  <a:pt x="5337" y="17117"/>
                  <a:pt x="5471" y="17350"/>
                  <a:pt x="5704" y="17450"/>
                </a:cubicBezTo>
                <a:cubicBezTo>
                  <a:pt x="6638" y="17817"/>
                  <a:pt x="7606" y="18017"/>
                  <a:pt x="8606" y="18084"/>
                </a:cubicBezTo>
                <a:cubicBezTo>
                  <a:pt x="8873" y="18084"/>
                  <a:pt x="9107" y="17917"/>
                  <a:pt x="9140" y="17650"/>
                </a:cubicBezTo>
                <a:lnTo>
                  <a:pt x="9407" y="16483"/>
                </a:lnTo>
                <a:cubicBezTo>
                  <a:pt x="10041" y="16450"/>
                  <a:pt x="10708" y="16316"/>
                  <a:pt x="11342" y="16116"/>
                </a:cubicBezTo>
                <a:lnTo>
                  <a:pt x="11976" y="17117"/>
                </a:lnTo>
                <a:cubicBezTo>
                  <a:pt x="12069" y="17280"/>
                  <a:pt x="12228" y="17362"/>
                  <a:pt x="12395" y="17362"/>
                </a:cubicBezTo>
                <a:cubicBezTo>
                  <a:pt x="12466" y="17362"/>
                  <a:pt x="12539" y="17347"/>
                  <a:pt x="12609" y="17317"/>
                </a:cubicBezTo>
                <a:cubicBezTo>
                  <a:pt x="12843" y="17217"/>
                  <a:pt x="13110" y="17117"/>
                  <a:pt x="13343" y="16983"/>
                </a:cubicBezTo>
                <a:cubicBezTo>
                  <a:pt x="13577" y="16850"/>
                  <a:pt x="13743" y="16750"/>
                  <a:pt x="13910" y="16616"/>
                </a:cubicBezTo>
                <a:cubicBezTo>
                  <a:pt x="14344" y="16350"/>
                  <a:pt x="14744" y="16049"/>
                  <a:pt x="15111" y="15716"/>
                </a:cubicBezTo>
                <a:cubicBezTo>
                  <a:pt x="15278" y="15549"/>
                  <a:pt x="15311" y="15249"/>
                  <a:pt x="15178" y="15049"/>
                </a:cubicBezTo>
                <a:lnTo>
                  <a:pt x="14511" y="14048"/>
                </a:lnTo>
                <a:cubicBezTo>
                  <a:pt x="14978" y="13548"/>
                  <a:pt x="15345" y="13014"/>
                  <a:pt x="15645" y="12413"/>
                </a:cubicBezTo>
                <a:lnTo>
                  <a:pt x="16812" y="12680"/>
                </a:lnTo>
                <a:cubicBezTo>
                  <a:pt x="16840" y="12684"/>
                  <a:pt x="16866" y="12685"/>
                  <a:pt x="16893" y="12685"/>
                </a:cubicBezTo>
                <a:cubicBezTo>
                  <a:pt x="17125" y="12685"/>
                  <a:pt x="17323" y="12556"/>
                  <a:pt x="17413" y="12347"/>
                </a:cubicBezTo>
                <a:cubicBezTo>
                  <a:pt x="17780" y="11413"/>
                  <a:pt x="17980" y="10412"/>
                  <a:pt x="18013" y="9445"/>
                </a:cubicBezTo>
                <a:cubicBezTo>
                  <a:pt x="18013" y="9178"/>
                  <a:pt x="17846" y="8944"/>
                  <a:pt x="17613" y="8911"/>
                </a:cubicBezTo>
                <a:lnTo>
                  <a:pt x="16412" y="8644"/>
                </a:lnTo>
                <a:cubicBezTo>
                  <a:pt x="16379" y="7977"/>
                  <a:pt x="16279" y="7343"/>
                  <a:pt x="16078" y="6709"/>
                </a:cubicBezTo>
                <a:lnTo>
                  <a:pt x="17079" y="6076"/>
                </a:lnTo>
                <a:cubicBezTo>
                  <a:pt x="17279" y="5942"/>
                  <a:pt x="17379" y="5642"/>
                  <a:pt x="17279" y="5408"/>
                </a:cubicBezTo>
                <a:cubicBezTo>
                  <a:pt x="16879" y="4508"/>
                  <a:pt x="16312" y="3674"/>
                  <a:pt x="15645" y="2907"/>
                </a:cubicBezTo>
                <a:cubicBezTo>
                  <a:pt x="15548" y="2809"/>
                  <a:pt x="15417" y="2758"/>
                  <a:pt x="15278" y="2758"/>
                </a:cubicBezTo>
                <a:cubicBezTo>
                  <a:pt x="15178" y="2758"/>
                  <a:pt x="15075" y="2784"/>
                  <a:pt x="14978" y="2840"/>
                </a:cubicBezTo>
                <a:lnTo>
                  <a:pt x="13977" y="3507"/>
                </a:lnTo>
                <a:cubicBezTo>
                  <a:pt x="13477" y="3040"/>
                  <a:pt x="12943" y="2673"/>
                  <a:pt x="12376" y="2373"/>
                </a:cubicBezTo>
                <a:lnTo>
                  <a:pt x="12609" y="1205"/>
                </a:lnTo>
                <a:cubicBezTo>
                  <a:pt x="12676" y="972"/>
                  <a:pt x="12543" y="705"/>
                  <a:pt x="12309" y="605"/>
                </a:cubicBezTo>
                <a:cubicBezTo>
                  <a:pt x="11375" y="238"/>
                  <a:pt x="10374" y="38"/>
                  <a:pt x="9374" y="4"/>
                </a:cubicBezTo>
                <a:cubicBezTo>
                  <a:pt x="9354" y="2"/>
                  <a:pt x="9335" y="1"/>
                  <a:pt x="931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0"/>
          <p:cNvSpPr/>
          <p:nvPr/>
        </p:nvSpPr>
        <p:spPr>
          <a:xfrm>
            <a:off x="10898886" y="2795101"/>
            <a:ext cx="322951" cy="323023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0"/>
          <p:cNvSpPr/>
          <p:nvPr/>
        </p:nvSpPr>
        <p:spPr>
          <a:xfrm>
            <a:off x="13604145" y="2152133"/>
            <a:ext cx="364736" cy="364807"/>
          </a:xfrm>
          <a:custGeom>
            <a:avLst/>
            <a:gdLst/>
            <a:ahLst/>
            <a:cxnLst/>
            <a:rect l="l" t="t" r="r" b="b"/>
            <a:pathLst>
              <a:path w="20382" h="20386" extrusionOk="0">
                <a:moveTo>
                  <a:pt x="10225" y="5822"/>
                </a:moveTo>
                <a:cubicBezTo>
                  <a:pt x="11089" y="5822"/>
                  <a:pt x="11949" y="6091"/>
                  <a:pt x="12676" y="6643"/>
                </a:cubicBezTo>
                <a:cubicBezTo>
                  <a:pt x="15779" y="8844"/>
                  <a:pt x="14744" y="13714"/>
                  <a:pt x="11008" y="14482"/>
                </a:cubicBezTo>
                <a:cubicBezTo>
                  <a:pt x="10732" y="14537"/>
                  <a:pt x="10453" y="14564"/>
                  <a:pt x="10176" y="14564"/>
                </a:cubicBezTo>
                <a:cubicBezTo>
                  <a:pt x="9287" y="14564"/>
                  <a:pt x="8419" y="14282"/>
                  <a:pt x="7706" y="13748"/>
                </a:cubicBezTo>
                <a:cubicBezTo>
                  <a:pt x="6272" y="12747"/>
                  <a:pt x="5605" y="10979"/>
                  <a:pt x="5938" y="9278"/>
                </a:cubicBezTo>
                <a:cubicBezTo>
                  <a:pt x="6272" y="7844"/>
                  <a:pt x="7272" y="6676"/>
                  <a:pt x="8673" y="6142"/>
                </a:cubicBezTo>
                <a:cubicBezTo>
                  <a:pt x="8874" y="6042"/>
                  <a:pt x="9107" y="5976"/>
                  <a:pt x="9374" y="5909"/>
                </a:cubicBezTo>
                <a:cubicBezTo>
                  <a:pt x="9655" y="5851"/>
                  <a:pt x="9940" y="5822"/>
                  <a:pt x="10225" y="5822"/>
                </a:cubicBezTo>
                <a:close/>
                <a:moveTo>
                  <a:pt x="10243" y="5195"/>
                </a:moveTo>
                <a:cubicBezTo>
                  <a:pt x="9907" y="5195"/>
                  <a:pt x="9570" y="5232"/>
                  <a:pt x="9241" y="5308"/>
                </a:cubicBezTo>
                <a:cubicBezTo>
                  <a:pt x="7272" y="5709"/>
                  <a:pt x="5771" y="7210"/>
                  <a:pt x="5338" y="9178"/>
                </a:cubicBezTo>
                <a:cubicBezTo>
                  <a:pt x="4937" y="11113"/>
                  <a:pt x="5705" y="13081"/>
                  <a:pt x="7339" y="14248"/>
                </a:cubicBezTo>
                <a:cubicBezTo>
                  <a:pt x="8134" y="14844"/>
                  <a:pt x="9114" y="15163"/>
                  <a:pt x="10113" y="15163"/>
                </a:cubicBezTo>
                <a:cubicBezTo>
                  <a:pt x="10456" y="15163"/>
                  <a:pt x="10801" y="15125"/>
                  <a:pt x="11142" y="15049"/>
                </a:cubicBezTo>
                <a:cubicBezTo>
                  <a:pt x="11409" y="14982"/>
                  <a:pt x="11676" y="14915"/>
                  <a:pt x="11942" y="14815"/>
                </a:cubicBezTo>
                <a:cubicBezTo>
                  <a:pt x="13477" y="14215"/>
                  <a:pt x="14644" y="12847"/>
                  <a:pt x="15011" y="11213"/>
                </a:cubicBezTo>
                <a:cubicBezTo>
                  <a:pt x="15412" y="9278"/>
                  <a:pt x="14644" y="7276"/>
                  <a:pt x="13043" y="6142"/>
                </a:cubicBezTo>
                <a:cubicBezTo>
                  <a:pt x="12222" y="5520"/>
                  <a:pt x="11233" y="5195"/>
                  <a:pt x="10243" y="5195"/>
                </a:cubicBezTo>
                <a:close/>
                <a:moveTo>
                  <a:pt x="10642" y="672"/>
                </a:moveTo>
                <a:cubicBezTo>
                  <a:pt x="11676" y="672"/>
                  <a:pt x="12710" y="905"/>
                  <a:pt x="13677" y="1272"/>
                </a:cubicBezTo>
                <a:lnTo>
                  <a:pt x="13377" y="2840"/>
                </a:lnTo>
                <a:cubicBezTo>
                  <a:pt x="13343" y="2973"/>
                  <a:pt x="13410" y="3107"/>
                  <a:pt x="13544" y="3174"/>
                </a:cubicBezTo>
                <a:cubicBezTo>
                  <a:pt x="14277" y="3540"/>
                  <a:pt x="14978" y="4007"/>
                  <a:pt x="15578" y="4575"/>
                </a:cubicBezTo>
                <a:cubicBezTo>
                  <a:pt x="15643" y="4639"/>
                  <a:pt x="15722" y="4676"/>
                  <a:pt x="15805" y="4676"/>
                </a:cubicBezTo>
                <a:cubicBezTo>
                  <a:pt x="15851" y="4676"/>
                  <a:pt x="15898" y="4665"/>
                  <a:pt x="15945" y="4641"/>
                </a:cubicBezTo>
                <a:lnTo>
                  <a:pt x="15979" y="4641"/>
                </a:lnTo>
                <a:lnTo>
                  <a:pt x="17280" y="3807"/>
                </a:lnTo>
                <a:cubicBezTo>
                  <a:pt x="17647" y="4174"/>
                  <a:pt x="17947" y="4575"/>
                  <a:pt x="18247" y="5008"/>
                </a:cubicBezTo>
                <a:cubicBezTo>
                  <a:pt x="18514" y="5442"/>
                  <a:pt x="18781" y="5909"/>
                  <a:pt x="18981" y="6376"/>
                </a:cubicBezTo>
                <a:lnTo>
                  <a:pt x="17647" y="7243"/>
                </a:lnTo>
                <a:cubicBezTo>
                  <a:pt x="17546" y="7343"/>
                  <a:pt x="17480" y="7477"/>
                  <a:pt x="17546" y="7610"/>
                </a:cubicBezTo>
                <a:cubicBezTo>
                  <a:pt x="17813" y="8411"/>
                  <a:pt x="17980" y="9211"/>
                  <a:pt x="17980" y="10078"/>
                </a:cubicBezTo>
                <a:cubicBezTo>
                  <a:pt x="17980" y="10212"/>
                  <a:pt x="18080" y="10312"/>
                  <a:pt x="18247" y="10345"/>
                </a:cubicBezTo>
                <a:lnTo>
                  <a:pt x="19748" y="10679"/>
                </a:lnTo>
                <a:cubicBezTo>
                  <a:pt x="19715" y="11713"/>
                  <a:pt x="19515" y="12747"/>
                  <a:pt x="19148" y="13714"/>
                </a:cubicBezTo>
                <a:lnTo>
                  <a:pt x="17580" y="13414"/>
                </a:lnTo>
                <a:cubicBezTo>
                  <a:pt x="17546" y="13398"/>
                  <a:pt x="17521" y="13389"/>
                  <a:pt x="17496" y="13389"/>
                </a:cubicBezTo>
                <a:cubicBezTo>
                  <a:pt x="17471" y="13389"/>
                  <a:pt x="17446" y="13398"/>
                  <a:pt x="17413" y="13414"/>
                </a:cubicBezTo>
                <a:cubicBezTo>
                  <a:pt x="17346" y="13414"/>
                  <a:pt x="17280" y="13481"/>
                  <a:pt x="17246" y="13548"/>
                </a:cubicBezTo>
                <a:cubicBezTo>
                  <a:pt x="16879" y="14315"/>
                  <a:pt x="16412" y="15015"/>
                  <a:pt x="15845" y="15616"/>
                </a:cubicBezTo>
                <a:cubicBezTo>
                  <a:pt x="15745" y="15716"/>
                  <a:pt x="15712" y="15849"/>
                  <a:pt x="15779" y="15983"/>
                </a:cubicBezTo>
                <a:lnTo>
                  <a:pt x="16612" y="17284"/>
                </a:lnTo>
                <a:cubicBezTo>
                  <a:pt x="16246" y="17651"/>
                  <a:pt x="15845" y="17984"/>
                  <a:pt x="15412" y="18251"/>
                </a:cubicBezTo>
                <a:cubicBezTo>
                  <a:pt x="14978" y="18551"/>
                  <a:pt x="14511" y="18785"/>
                  <a:pt x="14044" y="18985"/>
                </a:cubicBezTo>
                <a:lnTo>
                  <a:pt x="13177" y="17684"/>
                </a:lnTo>
                <a:cubicBezTo>
                  <a:pt x="13100" y="17582"/>
                  <a:pt x="13004" y="17538"/>
                  <a:pt x="12904" y="17538"/>
                </a:cubicBezTo>
                <a:cubicBezTo>
                  <a:pt x="12873" y="17538"/>
                  <a:pt x="12841" y="17543"/>
                  <a:pt x="12810" y="17550"/>
                </a:cubicBezTo>
                <a:cubicBezTo>
                  <a:pt x="12009" y="17851"/>
                  <a:pt x="11175" y="17984"/>
                  <a:pt x="10341" y="18017"/>
                </a:cubicBezTo>
                <a:cubicBezTo>
                  <a:pt x="10208" y="18017"/>
                  <a:pt x="10108" y="18118"/>
                  <a:pt x="10074" y="18251"/>
                </a:cubicBezTo>
                <a:lnTo>
                  <a:pt x="9741" y="19785"/>
                </a:lnTo>
                <a:cubicBezTo>
                  <a:pt x="8707" y="19752"/>
                  <a:pt x="7673" y="19519"/>
                  <a:pt x="6705" y="19152"/>
                </a:cubicBezTo>
                <a:lnTo>
                  <a:pt x="7039" y="17617"/>
                </a:lnTo>
                <a:cubicBezTo>
                  <a:pt x="7039" y="17450"/>
                  <a:pt x="6972" y="17317"/>
                  <a:pt x="6839" y="17250"/>
                </a:cubicBezTo>
                <a:cubicBezTo>
                  <a:pt x="6105" y="16883"/>
                  <a:pt x="5404" y="16416"/>
                  <a:pt x="4804" y="15816"/>
                </a:cubicBezTo>
                <a:cubicBezTo>
                  <a:pt x="4731" y="15761"/>
                  <a:pt x="4657" y="15736"/>
                  <a:pt x="4584" y="15736"/>
                </a:cubicBezTo>
                <a:cubicBezTo>
                  <a:pt x="4524" y="15736"/>
                  <a:pt x="4464" y="15753"/>
                  <a:pt x="4404" y="15783"/>
                </a:cubicBezTo>
                <a:lnTo>
                  <a:pt x="3103" y="16650"/>
                </a:lnTo>
                <a:cubicBezTo>
                  <a:pt x="2736" y="16250"/>
                  <a:pt x="2402" y="15849"/>
                  <a:pt x="2135" y="15382"/>
                </a:cubicBezTo>
                <a:cubicBezTo>
                  <a:pt x="1874" y="14989"/>
                  <a:pt x="1612" y="14532"/>
                  <a:pt x="1413" y="14074"/>
                </a:cubicBezTo>
                <a:lnTo>
                  <a:pt x="1413" y="14074"/>
                </a:lnTo>
                <a:lnTo>
                  <a:pt x="2736" y="13181"/>
                </a:lnTo>
                <a:cubicBezTo>
                  <a:pt x="2836" y="13114"/>
                  <a:pt x="2903" y="12981"/>
                  <a:pt x="2836" y="12847"/>
                </a:cubicBezTo>
                <a:cubicBezTo>
                  <a:pt x="2569" y="12047"/>
                  <a:pt x="2402" y="11213"/>
                  <a:pt x="2402" y="10379"/>
                </a:cubicBezTo>
                <a:cubicBezTo>
                  <a:pt x="2402" y="10245"/>
                  <a:pt x="2302" y="10112"/>
                  <a:pt x="2135" y="10078"/>
                </a:cubicBezTo>
                <a:lnTo>
                  <a:pt x="634" y="9778"/>
                </a:lnTo>
                <a:cubicBezTo>
                  <a:pt x="668" y="8744"/>
                  <a:pt x="868" y="7710"/>
                  <a:pt x="1235" y="6743"/>
                </a:cubicBezTo>
                <a:lnTo>
                  <a:pt x="2803" y="7043"/>
                </a:lnTo>
                <a:cubicBezTo>
                  <a:pt x="2826" y="7049"/>
                  <a:pt x="2848" y="7051"/>
                  <a:pt x="2871" y="7051"/>
                </a:cubicBezTo>
                <a:cubicBezTo>
                  <a:pt x="2980" y="7051"/>
                  <a:pt x="3081" y="6987"/>
                  <a:pt x="3136" y="6876"/>
                </a:cubicBezTo>
                <a:cubicBezTo>
                  <a:pt x="3503" y="6109"/>
                  <a:pt x="3970" y="5442"/>
                  <a:pt x="4571" y="4841"/>
                </a:cubicBezTo>
                <a:cubicBezTo>
                  <a:pt x="4637" y="4708"/>
                  <a:pt x="4671" y="4575"/>
                  <a:pt x="4604" y="4441"/>
                </a:cubicBezTo>
                <a:lnTo>
                  <a:pt x="3770" y="3140"/>
                </a:lnTo>
                <a:cubicBezTo>
                  <a:pt x="4137" y="2773"/>
                  <a:pt x="4537" y="2440"/>
                  <a:pt x="4971" y="2173"/>
                </a:cubicBezTo>
                <a:cubicBezTo>
                  <a:pt x="5404" y="1906"/>
                  <a:pt x="5871" y="1639"/>
                  <a:pt x="6338" y="1439"/>
                </a:cubicBezTo>
                <a:lnTo>
                  <a:pt x="7206" y="2773"/>
                </a:lnTo>
                <a:cubicBezTo>
                  <a:pt x="7278" y="2845"/>
                  <a:pt x="7367" y="2900"/>
                  <a:pt x="7462" y="2900"/>
                </a:cubicBezTo>
                <a:cubicBezTo>
                  <a:pt x="7498" y="2900"/>
                  <a:pt x="7535" y="2892"/>
                  <a:pt x="7573" y="2873"/>
                </a:cubicBezTo>
                <a:cubicBezTo>
                  <a:pt x="8373" y="2573"/>
                  <a:pt x="9207" y="2440"/>
                  <a:pt x="10041" y="2406"/>
                </a:cubicBezTo>
                <a:cubicBezTo>
                  <a:pt x="10175" y="2406"/>
                  <a:pt x="10275" y="2306"/>
                  <a:pt x="10308" y="2173"/>
                </a:cubicBezTo>
                <a:lnTo>
                  <a:pt x="10642" y="672"/>
                </a:lnTo>
                <a:close/>
                <a:moveTo>
                  <a:pt x="10577" y="1"/>
                </a:moveTo>
                <a:cubicBezTo>
                  <a:pt x="10308" y="1"/>
                  <a:pt x="10103" y="193"/>
                  <a:pt x="10041" y="472"/>
                </a:cubicBezTo>
                <a:lnTo>
                  <a:pt x="9741" y="1806"/>
                </a:lnTo>
                <a:cubicBezTo>
                  <a:pt x="9007" y="1839"/>
                  <a:pt x="8273" y="1973"/>
                  <a:pt x="7573" y="2206"/>
                </a:cubicBezTo>
                <a:lnTo>
                  <a:pt x="6839" y="1072"/>
                </a:lnTo>
                <a:cubicBezTo>
                  <a:pt x="6721" y="883"/>
                  <a:pt x="6536" y="794"/>
                  <a:pt x="6343" y="794"/>
                </a:cubicBezTo>
                <a:cubicBezTo>
                  <a:pt x="6263" y="794"/>
                  <a:pt x="6183" y="809"/>
                  <a:pt x="6105" y="839"/>
                </a:cubicBezTo>
                <a:cubicBezTo>
                  <a:pt x="5605" y="1072"/>
                  <a:pt x="5104" y="1339"/>
                  <a:pt x="4637" y="1639"/>
                </a:cubicBezTo>
                <a:cubicBezTo>
                  <a:pt x="4170" y="1939"/>
                  <a:pt x="3703" y="2306"/>
                  <a:pt x="3303" y="2673"/>
                </a:cubicBezTo>
                <a:cubicBezTo>
                  <a:pt x="3103" y="2873"/>
                  <a:pt x="3036" y="3174"/>
                  <a:pt x="3203" y="3407"/>
                </a:cubicBezTo>
                <a:lnTo>
                  <a:pt x="3937" y="4575"/>
                </a:lnTo>
                <a:cubicBezTo>
                  <a:pt x="3436" y="5108"/>
                  <a:pt x="3036" y="5709"/>
                  <a:pt x="2703" y="6376"/>
                </a:cubicBezTo>
                <a:lnTo>
                  <a:pt x="1368" y="6109"/>
                </a:lnTo>
                <a:cubicBezTo>
                  <a:pt x="1328" y="6099"/>
                  <a:pt x="1288" y="6094"/>
                  <a:pt x="1247" y="6094"/>
                </a:cubicBezTo>
                <a:cubicBezTo>
                  <a:pt x="1016" y="6094"/>
                  <a:pt x="786" y="6249"/>
                  <a:pt x="701" y="6476"/>
                </a:cubicBezTo>
                <a:cubicBezTo>
                  <a:pt x="301" y="7510"/>
                  <a:pt x="34" y="8611"/>
                  <a:pt x="1" y="9745"/>
                </a:cubicBezTo>
                <a:cubicBezTo>
                  <a:pt x="1" y="10012"/>
                  <a:pt x="201" y="10279"/>
                  <a:pt x="468" y="10345"/>
                </a:cubicBezTo>
                <a:lnTo>
                  <a:pt x="1802" y="10612"/>
                </a:lnTo>
                <a:cubicBezTo>
                  <a:pt x="1835" y="11346"/>
                  <a:pt x="1969" y="12080"/>
                  <a:pt x="2202" y="12814"/>
                </a:cubicBezTo>
                <a:lnTo>
                  <a:pt x="1035" y="13548"/>
                </a:lnTo>
                <a:cubicBezTo>
                  <a:pt x="801" y="13681"/>
                  <a:pt x="701" y="13981"/>
                  <a:pt x="801" y="14248"/>
                </a:cubicBezTo>
                <a:cubicBezTo>
                  <a:pt x="1035" y="14782"/>
                  <a:pt x="1302" y="15282"/>
                  <a:pt x="1635" y="15749"/>
                </a:cubicBezTo>
                <a:cubicBezTo>
                  <a:pt x="1935" y="16216"/>
                  <a:pt x="2269" y="16650"/>
                  <a:pt x="2669" y="17083"/>
                </a:cubicBezTo>
                <a:cubicBezTo>
                  <a:pt x="2769" y="17204"/>
                  <a:pt x="2929" y="17264"/>
                  <a:pt x="3092" y="17264"/>
                </a:cubicBezTo>
                <a:cubicBezTo>
                  <a:pt x="3200" y="17264"/>
                  <a:pt x="3310" y="17237"/>
                  <a:pt x="3403" y="17184"/>
                </a:cubicBezTo>
                <a:lnTo>
                  <a:pt x="4537" y="16416"/>
                </a:lnTo>
                <a:cubicBezTo>
                  <a:pt x="5104" y="16917"/>
                  <a:pt x="5705" y="17350"/>
                  <a:pt x="6372" y="17684"/>
                </a:cubicBezTo>
                <a:lnTo>
                  <a:pt x="6105" y="19018"/>
                </a:lnTo>
                <a:cubicBezTo>
                  <a:pt x="6038" y="19285"/>
                  <a:pt x="6172" y="19585"/>
                  <a:pt x="6439" y="19685"/>
                </a:cubicBezTo>
                <a:cubicBezTo>
                  <a:pt x="7506" y="20086"/>
                  <a:pt x="8607" y="20319"/>
                  <a:pt x="9741" y="20386"/>
                </a:cubicBezTo>
                <a:cubicBezTo>
                  <a:pt x="10008" y="20386"/>
                  <a:pt x="10275" y="20186"/>
                  <a:pt x="10341" y="19919"/>
                </a:cubicBezTo>
                <a:lnTo>
                  <a:pt x="10608" y="18585"/>
                </a:lnTo>
                <a:cubicBezTo>
                  <a:pt x="11342" y="18551"/>
                  <a:pt x="12076" y="18418"/>
                  <a:pt x="12776" y="18184"/>
                </a:cubicBezTo>
                <a:lnTo>
                  <a:pt x="13544" y="19318"/>
                </a:lnTo>
                <a:cubicBezTo>
                  <a:pt x="13667" y="19491"/>
                  <a:pt x="13845" y="19591"/>
                  <a:pt x="14037" y="19591"/>
                </a:cubicBezTo>
                <a:cubicBezTo>
                  <a:pt x="14105" y="19591"/>
                  <a:pt x="14174" y="19578"/>
                  <a:pt x="14244" y="19552"/>
                </a:cubicBezTo>
                <a:cubicBezTo>
                  <a:pt x="14544" y="19418"/>
                  <a:pt x="14811" y="19285"/>
                  <a:pt x="15078" y="19152"/>
                </a:cubicBezTo>
                <a:cubicBezTo>
                  <a:pt x="15345" y="18985"/>
                  <a:pt x="15512" y="18885"/>
                  <a:pt x="15745" y="18718"/>
                </a:cubicBezTo>
                <a:cubicBezTo>
                  <a:pt x="16212" y="18418"/>
                  <a:pt x="16646" y="18084"/>
                  <a:pt x="17079" y="17684"/>
                </a:cubicBezTo>
                <a:cubicBezTo>
                  <a:pt x="17280" y="17517"/>
                  <a:pt x="17313" y="17184"/>
                  <a:pt x="17180" y="16950"/>
                </a:cubicBezTo>
                <a:lnTo>
                  <a:pt x="16412" y="15816"/>
                </a:lnTo>
                <a:cubicBezTo>
                  <a:pt x="16913" y="15249"/>
                  <a:pt x="17346" y="14648"/>
                  <a:pt x="17680" y="13981"/>
                </a:cubicBezTo>
                <a:lnTo>
                  <a:pt x="19014" y="14281"/>
                </a:lnTo>
                <a:cubicBezTo>
                  <a:pt x="19041" y="14285"/>
                  <a:pt x="19068" y="14287"/>
                  <a:pt x="19096" y="14287"/>
                </a:cubicBezTo>
                <a:cubicBezTo>
                  <a:pt x="19340" y="14287"/>
                  <a:pt x="19591" y="14154"/>
                  <a:pt x="19681" y="13915"/>
                </a:cubicBezTo>
                <a:cubicBezTo>
                  <a:pt x="20082" y="12847"/>
                  <a:pt x="20315" y="11746"/>
                  <a:pt x="20382" y="10612"/>
                </a:cubicBezTo>
                <a:cubicBezTo>
                  <a:pt x="20382" y="10345"/>
                  <a:pt x="20182" y="10078"/>
                  <a:pt x="19915" y="10012"/>
                </a:cubicBezTo>
                <a:lnTo>
                  <a:pt x="18581" y="9745"/>
                </a:lnTo>
                <a:cubicBezTo>
                  <a:pt x="18547" y="9011"/>
                  <a:pt x="18380" y="8277"/>
                  <a:pt x="18147" y="7577"/>
                </a:cubicBezTo>
                <a:lnTo>
                  <a:pt x="19314" y="6809"/>
                </a:lnTo>
                <a:cubicBezTo>
                  <a:pt x="19548" y="6676"/>
                  <a:pt x="19648" y="6376"/>
                  <a:pt x="19515" y="6109"/>
                </a:cubicBezTo>
                <a:cubicBezTo>
                  <a:pt x="19314" y="5575"/>
                  <a:pt x="19048" y="5075"/>
                  <a:pt x="18714" y="4608"/>
                </a:cubicBezTo>
                <a:cubicBezTo>
                  <a:pt x="18414" y="4141"/>
                  <a:pt x="18080" y="3707"/>
                  <a:pt x="17680" y="3274"/>
                </a:cubicBezTo>
                <a:cubicBezTo>
                  <a:pt x="17585" y="3160"/>
                  <a:pt x="17437" y="3100"/>
                  <a:pt x="17283" y="3100"/>
                </a:cubicBezTo>
                <a:cubicBezTo>
                  <a:pt x="17167" y="3100"/>
                  <a:pt x="17047" y="3135"/>
                  <a:pt x="16946" y="3207"/>
                </a:cubicBezTo>
                <a:lnTo>
                  <a:pt x="15812" y="3941"/>
                </a:lnTo>
                <a:cubicBezTo>
                  <a:pt x="15278" y="3440"/>
                  <a:pt x="14644" y="3040"/>
                  <a:pt x="13977" y="2707"/>
                </a:cubicBezTo>
                <a:lnTo>
                  <a:pt x="14277" y="1372"/>
                </a:lnTo>
                <a:cubicBezTo>
                  <a:pt x="14344" y="1072"/>
                  <a:pt x="14177" y="805"/>
                  <a:pt x="13911" y="705"/>
                </a:cubicBezTo>
                <a:cubicBezTo>
                  <a:pt x="12876" y="271"/>
                  <a:pt x="11776" y="38"/>
                  <a:pt x="10642" y="5"/>
                </a:cubicBezTo>
                <a:cubicBezTo>
                  <a:pt x="10620" y="2"/>
                  <a:pt x="10598" y="1"/>
                  <a:pt x="1057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40"/>
          <p:cNvSpPr/>
          <p:nvPr/>
        </p:nvSpPr>
        <p:spPr>
          <a:xfrm>
            <a:off x="6466046" y="-1345160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" y="0"/>
                </a:moveTo>
                <a:lnTo>
                  <a:pt x="1" y="37327"/>
                </a:lnTo>
                <a:lnTo>
                  <a:pt x="16045" y="28054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40"/>
          <p:cNvSpPr/>
          <p:nvPr/>
        </p:nvSpPr>
        <p:spPr>
          <a:xfrm>
            <a:off x="11563846" y="3070881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6046" y="0"/>
                </a:moveTo>
                <a:lnTo>
                  <a:pt x="1" y="28054"/>
                </a:lnTo>
                <a:lnTo>
                  <a:pt x="16046" y="37327"/>
                </a:lnTo>
                <a:lnTo>
                  <a:pt x="16046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40"/>
          <p:cNvSpPr/>
          <p:nvPr/>
        </p:nvSpPr>
        <p:spPr>
          <a:xfrm>
            <a:off x="11563846" y="3070881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6046" y="0"/>
                </a:moveTo>
                <a:lnTo>
                  <a:pt x="1" y="28054"/>
                </a:lnTo>
                <a:lnTo>
                  <a:pt x="16046" y="37327"/>
                </a:lnTo>
                <a:lnTo>
                  <a:pt x="1604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0"/>
          <p:cNvSpPr/>
          <p:nvPr/>
        </p:nvSpPr>
        <p:spPr>
          <a:xfrm>
            <a:off x="10926337" y="3577667"/>
            <a:ext cx="678131" cy="391006"/>
          </a:xfrm>
          <a:custGeom>
            <a:avLst/>
            <a:gdLst/>
            <a:ahLst/>
            <a:cxnLst/>
            <a:rect l="l" t="t" r="r" b="b"/>
            <a:pathLst>
              <a:path w="37895" h="21850" extrusionOk="0">
                <a:moveTo>
                  <a:pt x="24418" y="1"/>
                </a:moveTo>
                <a:lnTo>
                  <a:pt x="0" y="14077"/>
                </a:lnTo>
                <a:lnTo>
                  <a:pt x="13477" y="21850"/>
                </a:lnTo>
                <a:lnTo>
                  <a:pt x="37894" y="7773"/>
                </a:lnTo>
                <a:lnTo>
                  <a:pt x="24418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0"/>
          <p:cNvSpPr/>
          <p:nvPr/>
        </p:nvSpPr>
        <p:spPr>
          <a:xfrm>
            <a:off x="10926337" y="3577667"/>
            <a:ext cx="678131" cy="391006"/>
          </a:xfrm>
          <a:custGeom>
            <a:avLst/>
            <a:gdLst/>
            <a:ahLst/>
            <a:cxnLst/>
            <a:rect l="l" t="t" r="r" b="b"/>
            <a:pathLst>
              <a:path w="37895" h="21850" extrusionOk="0">
                <a:moveTo>
                  <a:pt x="24418" y="1"/>
                </a:moveTo>
                <a:lnTo>
                  <a:pt x="0" y="14077"/>
                </a:lnTo>
                <a:lnTo>
                  <a:pt x="13477" y="21850"/>
                </a:lnTo>
                <a:lnTo>
                  <a:pt x="37894" y="7773"/>
                </a:lnTo>
                <a:lnTo>
                  <a:pt x="244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0"/>
          <p:cNvSpPr/>
          <p:nvPr/>
        </p:nvSpPr>
        <p:spPr>
          <a:xfrm>
            <a:off x="10926337" y="3829575"/>
            <a:ext cx="241171" cy="303249"/>
          </a:xfrm>
          <a:custGeom>
            <a:avLst/>
            <a:gdLst/>
            <a:ahLst/>
            <a:cxnLst/>
            <a:rect l="l" t="t" r="r" b="b"/>
            <a:pathLst>
              <a:path w="13477" h="16946" extrusionOk="0">
                <a:moveTo>
                  <a:pt x="0" y="0"/>
                </a:moveTo>
                <a:lnTo>
                  <a:pt x="0" y="9174"/>
                </a:lnTo>
                <a:lnTo>
                  <a:pt x="13477" y="16946"/>
                </a:lnTo>
                <a:lnTo>
                  <a:pt x="13477" y="7773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0"/>
          <p:cNvSpPr/>
          <p:nvPr/>
        </p:nvSpPr>
        <p:spPr>
          <a:xfrm>
            <a:off x="11167490" y="3716747"/>
            <a:ext cx="436978" cy="416077"/>
          </a:xfrm>
          <a:custGeom>
            <a:avLst/>
            <a:gdLst/>
            <a:ahLst/>
            <a:cxnLst/>
            <a:rect l="l" t="t" r="r" b="b"/>
            <a:pathLst>
              <a:path w="24419" h="23251" extrusionOk="0">
                <a:moveTo>
                  <a:pt x="24418" y="1"/>
                </a:moveTo>
                <a:lnTo>
                  <a:pt x="1" y="14078"/>
                </a:lnTo>
                <a:lnTo>
                  <a:pt x="1" y="23251"/>
                </a:lnTo>
                <a:lnTo>
                  <a:pt x="24418" y="9174"/>
                </a:lnTo>
                <a:lnTo>
                  <a:pt x="24418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0"/>
          <p:cNvSpPr/>
          <p:nvPr/>
        </p:nvSpPr>
        <p:spPr>
          <a:xfrm>
            <a:off x="7345767" y="5638012"/>
            <a:ext cx="436978" cy="416077"/>
          </a:xfrm>
          <a:custGeom>
            <a:avLst/>
            <a:gdLst/>
            <a:ahLst/>
            <a:cxnLst/>
            <a:rect l="l" t="t" r="r" b="b"/>
            <a:pathLst>
              <a:path w="24419" h="23251" extrusionOk="0">
                <a:moveTo>
                  <a:pt x="24418" y="1"/>
                </a:moveTo>
                <a:lnTo>
                  <a:pt x="1" y="14078"/>
                </a:lnTo>
                <a:lnTo>
                  <a:pt x="1" y="23251"/>
                </a:lnTo>
                <a:lnTo>
                  <a:pt x="24418" y="9174"/>
                </a:lnTo>
                <a:lnTo>
                  <a:pt x="2441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0"/>
          <p:cNvSpPr/>
          <p:nvPr/>
        </p:nvSpPr>
        <p:spPr>
          <a:xfrm>
            <a:off x="11516693" y="3970140"/>
            <a:ext cx="494278" cy="414287"/>
          </a:xfrm>
          <a:custGeom>
            <a:avLst/>
            <a:gdLst/>
            <a:ahLst/>
            <a:cxnLst/>
            <a:rect l="l" t="t" r="r" b="b"/>
            <a:pathLst>
              <a:path w="27621" h="23151" extrusionOk="0">
                <a:moveTo>
                  <a:pt x="13811" y="1"/>
                </a:moveTo>
                <a:cubicBezTo>
                  <a:pt x="10275" y="1"/>
                  <a:pt x="6739" y="785"/>
                  <a:pt x="4037" y="2353"/>
                </a:cubicBezTo>
                <a:cubicBezTo>
                  <a:pt x="1335" y="3887"/>
                  <a:pt x="1" y="5955"/>
                  <a:pt x="1" y="7990"/>
                </a:cubicBezTo>
                <a:lnTo>
                  <a:pt x="1" y="15162"/>
                </a:lnTo>
                <a:cubicBezTo>
                  <a:pt x="1" y="17197"/>
                  <a:pt x="1335" y="19265"/>
                  <a:pt x="4037" y="20799"/>
                </a:cubicBezTo>
                <a:cubicBezTo>
                  <a:pt x="6739" y="22367"/>
                  <a:pt x="10275" y="23151"/>
                  <a:pt x="13811" y="23151"/>
                </a:cubicBezTo>
                <a:cubicBezTo>
                  <a:pt x="17346" y="23151"/>
                  <a:pt x="20882" y="22367"/>
                  <a:pt x="23584" y="20799"/>
                </a:cubicBezTo>
                <a:cubicBezTo>
                  <a:pt x="26253" y="19265"/>
                  <a:pt x="27620" y="17197"/>
                  <a:pt x="27620" y="15162"/>
                </a:cubicBezTo>
                <a:lnTo>
                  <a:pt x="27620" y="7990"/>
                </a:lnTo>
                <a:cubicBezTo>
                  <a:pt x="27620" y="5955"/>
                  <a:pt x="26253" y="3887"/>
                  <a:pt x="23584" y="2353"/>
                </a:cubicBezTo>
                <a:cubicBezTo>
                  <a:pt x="20882" y="785"/>
                  <a:pt x="17346" y="1"/>
                  <a:pt x="1381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0"/>
          <p:cNvSpPr/>
          <p:nvPr/>
        </p:nvSpPr>
        <p:spPr>
          <a:xfrm>
            <a:off x="11516693" y="3970140"/>
            <a:ext cx="494278" cy="285515"/>
          </a:xfrm>
          <a:custGeom>
            <a:avLst/>
            <a:gdLst/>
            <a:ahLst/>
            <a:cxnLst/>
            <a:rect l="l" t="t" r="r" b="b"/>
            <a:pathLst>
              <a:path w="27621" h="15955" extrusionOk="0">
                <a:moveTo>
                  <a:pt x="13811" y="1"/>
                </a:moveTo>
                <a:cubicBezTo>
                  <a:pt x="10275" y="1"/>
                  <a:pt x="6739" y="785"/>
                  <a:pt x="4037" y="2353"/>
                </a:cubicBezTo>
                <a:cubicBezTo>
                  <a:pt x="1335" y="3887"/>
                  <a:pt x="1" y="5955"/>
                  <a:pt x="1" y="7990"/>
                </a:cubicBezTo>
                <a:cubicBezTo>
                  <a:pt x="1" y="10025"/>
                  <a:pt x="1335" y="12060"/>
                  <a:pt x="4037" y="13627"/>
                </a:cubicBezTo>
                <a:cubicBezTo>
                  <a:pt x="6739" y="15179"/>
                  <a:pt x="10275" y="15954"/>
                  <a:pt x="13811" y="15954"/>
                </a:cubicBezTo>
                <a:cubicBezTo>
                  <a:pt x="17346" y="15954"/>
                  <a:pt x="20882" y="15179"/>
                  <a:pt x="23584" y="13627"/>
                </a:cubicBezTo>
                <a:cubicBezTo>
                  <a:pt x="26253" y="12060"/>
                  <a:pt x="27620" y="10025"/>
                  <a:pt x="27620" y="7990"/>
                </a:cubicBezTo>
                <a:cubicBezTo>
                  <a:pt x="27620" y="5955"/>
                  <a:pt x="26253" y="3887"/>
                  <a:pt x="23584" y="2353"/>
                </a:cubicBezTo>
                <a:cubicBezTo>
                  <a:pt x="20882" y="785"/>
                  <a:pt x="17346" y="1"/>
                  <a:pt x="138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0"/>
          <p:cNvSpPr/>
          <p:nvPr/>
        </p:nvSpPr>
        <p:spPr>
          <a:xfrm>
            <a:off x="13649508" y="3494097"/>
            <a:ext cx="355198" cy="204772"/>
          </a:xfrm>
          <a:custGeom>
            <a:avLst/>
            <a:gdLst/>
            <a:ahLst/>
            <a:cxnLst/>
            <a:rect l="l" t="t" r="r" b="b"/>
            <a:pathLst>
              <a:path w="19849" h="11443" extrusionOk="0">
                <a:moveTo>
                  <a:pt x="9941" y="1"/>
                </a:moveTo>
                <a:lnTo>
                  <a:pt x="1" y="5738"/>
                </a:lnTo>
                <a:lnTo>
                  <a:pt x="9941" y="11442"/>
                </a:lnTo>
                <a:lnTo>
                  <a:pt x="19848" y="5738"/>
                </a:lnTo>
                <a:lnTo>
                  <a:pt x="9941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0"/>
          <p:cNvSpPr/>
          <p:nvPr/>
        </p:nvSpPr>
        <p:spPr>
          <a:xfrm>
            <a:off x="13649508" y="3494097"/>
            <a:ext cx="355198" cy="204772"/>
          </a:xfrm>
          <a:custGeom>
            <a:avLst/>
            <a:gdLst/>
            <a:ahLst/>
            <a:cxnLst/>
            <a:rect l="l" t="t" r="r" b="b"/>
            <a:pathLst>
              <a:path w="19849" h="11443" extrusionOk="0">
                <a:moveTo>
                  <a:pt x="9941" y="1"/>
                </a:moveTo>
                <a:lnTo>
                  <a:pt x="1" y="5738"/>
                </a:lnTo>
                <a:lnTo>
                  <a:pt x="9941" y="11442"/>
                </a:lnTo>
                <a:lnTo>
                  <a:pt x="19848" y="5738"/>
                </a:lnTo>
                <a:lnTo>
                  <a:pt x="994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0"/>
          <p:cNvSpPr/>
          <p:nvPr/>
        </p:nvSpPr>
        <p:spPr>
          <a:xfrm>
            <a:off x="13649508" y="3596779"/>
            <a:ext cx="177912" cy="306828"/>
          </a:xfrm>
          <a:custGeom>
            <a:avLst/>
            <a:gdLst/>
            <a:ahLst/>
            <a:cxnLst/>
            <a:rect l="l" t="t" r="r" b="b"/>
            <a:pathLst>
              <a:path w="9942" h="17146" extrusionOk="0">
                <a:moveTo>
                  <a:pt x="1" y="0"/>
                </a:moveTo>
                <a:lnTo>
                  <a:pt x="1" y="11442"/>
                </a:lnTo>
                <a:lnTo>
                  <a:pt x="9941" y="17146"/>
                </a:lnTo>
                <a:lnTo>
                  <a:pt x="9941" y="5704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0"/>
          <p:cNvSpPr/>
          <p:nvPr/>
        </p:nvSpPr>
        <p:spPr>
          <a:xfrm>
            <a:off x="13827403" y="3596779"/>
            <a:ext cx="177304" cy="306828"/>
          </a:xfrm>
          <a:custGeom>
            <a:avLst/>
            <a:gdLst/>
            <a:ahLst/>
            <a:cxnLst/>
            <a:rect l="l" t="t" r="r" b="b"/>
            <a:pathLst>
              <a:path w="9908" h="17146" extrusionOk="0">
                <a:moveTo>
                  <a:pt x="9907" y="0"/>
                </a:moveTo>
                <a:lnTo>
                  <a:pt x="0" y="5704"/>
                </a:lnTo>
                <a:lnTo>
                  <a:pt x="0" y="17146"/>
                </a:lnTo>
                <a:lnTo>
                  <a:pt x="9907" y="11442"/>
                </a:lnTo>
                <a:lnTo>
                  <a:pt x="9907" y="0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40"/>
          <p:cNvSpPr/>
          <p:nvPr/>
        </p:nvSpPr>
        <p:spPr>
          <a:xfrm>
            <a:off x="13827403" y="3596779"/>
            <a:ext cx="177304" cy="306828"/>
          </a:xfrm>
          <a:custGeom>
            <a:avLst/>
            <a:gdLst/>
            <a:ahLst/>
            <a:cxnLst/>
            <a:rect l="l" t="t" r="r" b="b"/>
            <a:pathLst>
              <a:path w="9908" h="17146" extrusionOk="0">
                <a:moveTo>
                  <a:pt x="9907" y="0"/>
                </a:moveTo>
                <a:lnTo>
                  <a:pt x="0" y="5704"/>
                </a:lnTo>
                <a:lnTo>
                  <a:pt x="0" y="17146"/>
                </a:lnTo>
                <a:lnTo>
                  <a:pt x="9907" y="11442"/>
                </a:lnTo>
                <a:lnTo>
                  <a:pt x="99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40"/>
          <p:cNvSpPr/>
          <p:nvPr/>
        </p:nvSpPr>
        <p:spPr>
          <a:xfrm>
            <a:off x="12977963" y="3860014"/>
            <a:ext cx="784982" cy="543221"/>
          </a:xfrm>
          <a:custGeom>
            <a:avLst/>
            <a:gdLst/>
            <a:ahLst/>
            <a:cxnLst/>
            <a:rect l="l" t="t" r="r" b="b"/>
            <a:pathLst>
              <a:path w="43866" h="30356" extrusionOk="0">
                <a:moveTo>
                  <a:pt x="21950" y="13944"/>
                </a:moveTo>
                <a:cubicBezTo>
                  <a:pt x="24377" y="13944"/>
                  <a:pt x="26803" y="14478"/>
                  <a:pt x="28655" y="15545"/>
                </a:cubicBezTo>
                <a:cubicBezTo>
                  <a:pt x="28955" y="15712"/>
                  <a:pt x="29188" y="15879"/>
                  <a:pt x="29422" y="16045"/>
                </a:cubicBezTo>
                <a:cubicBezTo>
                  <a:pt x="29188" y="16212"/>
                  <a:pt x="28922" y="16379"/>
                  <a:pt x="28655" y="16546"/>
                </a:cubicBezTo>
                <a:cubicBezTo>
                  <a:pt x="26803" y="17613"/>
                  <a:pt x="24377" y="18147"/>
                  <a:pt x="21950" y="18147"/>
                </a:cubicBezTo>
                <a:cubicBezTo>
                  <a:pt x="19523" y="18147"/>
                  <a:pt x="17097" y="17613"/>
                  <a:pt x="15245" y="16546"/>
                </a:cubicBezTo>
                <a:cubicBezTo>
                  <a:pt x="14978" y="16379"/>
                  <a:pt x="14711" y="16212"/>
                  <a:pt x="14478" y="16045"/>
                </a:cubicBezTo>
                <a:cubicBezTo>
                  <a:pt x="14711" y="15879"/>
                  <a:pt x="14978" y="15712"/>
                  <a:pt x="15245" y="15545"/>
                </a:cubicBezTo>
                <a:cubicBezTo>
                  <a:pt x="17097" y="14478"/>
                  <a:pt x="19523" y="13944"/>
                  <a:pt x="21950" y="13944"/>
                </a:cubicBezTo>
                <a:close/>
                <a:moveTo>
                  <a:pt x="19048" y="1"/>
                </a:moveTo>
                <a:cubicBezTo>
                  <a:pt x="18781" y="34"/>
                  <a:pt x="18514" y="234"/>
                  <a:pt x="18481" y="501"/>
                </a:cubicBezTo>
                <a:lnTo>
                  <a:pt x="17980" y="3136"/>
                </a:lnTo>
                <a:cubicBezTo>
                  <a:pt x="17914" y="3436"/>
                  <a:pt x="17680" y="3670"/>
                  <a:pt x="17380" y="3703"/>
                </a:cubicBezTo>
                <a:cubicBezTo>
                  <a:pt x="16313" y="3903"/>
                  <a:pt x="15279" y="4137"/>
                  <a:pt x="14278" y="4470"/>
                </a:cubicBezTo>
                <a:cubicBezTo>
                  <a:pt x="14160" y="4494"/>
                  <a:pt x="14046" y="4505"/>
                  <a:pt x="13934" y="4505"/>
                </a:cubicBezTo>
                <a:cubicBezTo>
                  <a:pt x="13732" y="4505"/>
                  <a:pt x="13538" y="4468"/>
                  <a:pt x="13344" y="4404"/>
                </a:cubicBezTo>
                <a:lnTo>
                  <a:pt x="9341" y="2536"/>
                </a:lnTo>
                <a:cubicBezTo>
                  <a:pt x="9202" y="2489"/>
                  <a:pt x="9055" y="2464"/>
                  <a:pt x="8911" y="2464"/>
                </a:cubicBezTo>
                <a:cubicBezTo>
                  <a:pt x="8746" y="2464"/>
                  <a:pt x="8583" y="2498"/>
                  <a:pt x="8440" y="2569"/>
                </a:cubicBezTo>
                <a:lnTo>
                  <a:pt x="4471" y="4871"/>
                </a:lnTo>
                <a:cubicBezTo>
                  <a:pt x="4371" y="4937"/>
                  <a:pt x="4304" y="5038"/>
                  <a:pt x="4304" y="5171"/>
                </a:cubicBezTo>
                <a:lnTo>
                  <a:pt x="4304" y="10441"/>
                </a:lnTo>
                <a:lnTo>
                  <a:pt x="535" y="10675"/>
                </a:lnTo>
                <a:cubicBezTo>
                  <a:pt x="268" y="10708"/>
                  <a:pt x="34" y="10942"/>
                  <a:pt x="34" y="11209"/>
                </a:cubicBezTo>
                <a:lnTo>
                  <a:pt x="34" y="13577"/>
                </a:lnTo>
                <a:cubicBezTo>
                  <a:pt x="34" y="13610"/>
                  <a:pt x="34" y="13644"/>
                  <a:pt x="1" y="13677"/>
                </a:cubicBezTo>
                <a:lnTo>
                  <a:pt x="1" y="19181"/>
                </a:lnTo>
                <a:cubicBezTo>
                  <a:pt x="1" y="19448"/>
                  <a:pt x="234" y="19681"/>
                  <a:pt x="501" y="19715"/>
                </a:cubicBezTo>
                <a:lnTo>
                  <a:pt x="4271" y="19948"/>
                </a:lnTo>
                <a:lnTo>
                  <a:pt x="4271" y="25252"/>
                </a:lnTo>
                <a:cubicBezTo>
                  <a:pt x="4271" y="25352"/>
                  <a:pt x="4337" y="25452"/>
                  <a:pt x="4437" y="25519"/>
                </a:cubicBezTo>
                <a:lnTo>
                  <a:pt x="8407" y="27820"/>
                </a:lnTo>
                <a:cubicBezTo>
                  <a:pt x="8574" y="27887"/>
                  <a:pt x="8741" y="27921"/>
                  <a:pt x="8907" y="27921"/>
                </a:cubicBezTo>
                <a:cubicBezTo>
                  <a:pt x="9041" y="27921"/>
                  <a:pt x="9174" y="27887"/>
                  <a:pt x="9274" y="27854"/>
                </a:cubicBezTo>
                <a:lnTo>
                  <a:pt x="13310" y="25986"/>
                </a:lnTo>
                <a:cubicBezTo>
                  <a:pt x="13486" y="25908"/>
                  <a:pt x="13662" y="25875"/>
                  <a:pt x="13838" y="25875"/>
                </a:cubicBezTo>
                <a:cubicBezTo>
                  <a:pt x="13962" y="25875"/>
                  <a:pt x="14087" y="25892"/>
                  <a:pt x="14211" y="25919"/>
                </a:cubicBezTo>
                <a:cubicBezTo>
                  <a:pt x="15245" y="26253"/>
                  <a:pt x="16279" y="26486"/>
                  <a:pt x="17347" y="26653"/>
                </a:cubicBezTo>
                <a:cubicBezTo>
                  <a:pt x="17647" y="26720"/>
                  <a:pt x="17847" y="26953"/>
                  <a:pt x="17914" y="27220"/>
                </a:cubicBezTo>
                <a:lnTo>
                  <a:pt x="18447" y="29889"/>
                </a:lnTo>
                <a:cubicBezTo>
                  <a:pt x="18447" y="30022"/>
                  <a:pt x="18548" y="30156"/>
                  <a:pt x="18648" y="30222"/>
                </a:cubicBezTo>
                <a:cubicBezTo>
                  <a:pt x="18748" y="30322"/>
                  <a:pt x="18881" y="30356"/>
                  <a:pt x="19015" y="30356"/>
                </a:cubicBezTo>
                <a:lnTo>
                  <a:pt x="24852" y="30356"/>
                </a:lnTo>
                <a:cubicBezTo>
                  <a:pt x="24985" y="30356"/>
                  <a:pt x="25086" y="30322"/>
                  <a:pt x="25186" y="30222"/>
                </a:cubicBezTo>
                <a:cubicBezTo>
                  <a:pt x="25219" y="30222"/>
                  <a:pt x="25252" y="30189"/>
                  <a:pt x="25252" y="30156"/>
                </a:cubicBezTo>
                <a:cubicBezTo>
                  <a:pt x="25286" y="30156"/>
                  <a:pt x="25319" y="30122"/>
                  <a:pt x="25352" y="30089"/>
                </a:cubicBezTo>
                <a:lnTo>
                  <a:pt x="25352" y="30022"/>
                </a:lnTo>
                <a:cubicBezTo>
                  <a:pt x="25386" y="29989"/>
                  <a:pt x="25419" y="29955"/>
                  <a:pt x="25452" y="29889"/>
                </a:cubicBezTo>
                <a:lnTo>
                  <a:pt x="25953" y="27220"/>
                </a:lnTo>
                <a:cubicBezTo>
                  <a:pt x="26020" y="26953"/>
                  <a:pt x="26253" y="26720"/>
                  <a:pt x="26520" y="26653"/>
                </a:cubicBezTo>
                <a:cubicBezTo>
                  <a:pt x="27587" y="26486"/>
                  <a:pt x="28621" y="26253"/>
                  <a:pt x="29655" y="25919"/>
                </a:cubicBezTo>
                <a:cubicBezTo>
                  <a:pt x="29780" y="25892"/>
                  <a:pt x="29910" y="25875"/>
                  <a:pt x="30039" y="25875"/>
                </a:cubicBezTo>
                <a:cubicBezTo>
                  <a:pt x="30221" y="25875"/>
                  <a:pt x="30400" y="25908"/>
                  <a:pt x="30556" y="25986"/>
                </a:cubicBezTo>
                <a:lnTo>
                  <a:pt x="34592" y="27854"/>
                </a:lnTo>
                <a:cubicBezTo>
                  <a:pt x="34659" y="27854"/>
                  <a:pt x="34759" y="27887"/>
                  <a:pt x="34826" y="27887"/>
                </a:cubicBezTo>
                <a:lnTo>
                  <a:pt x="34826" y="27921"/>
                </a:lnTo>
                <a:lnTo>
                  <a:pt x="35093" y="27921"/>
                </a:lnTo>
                <a:cubicBezTo>
                  <a:pt x="35226" y="27887"/>
                  <a:pt x="35360" y="27854"/>
                  <a:pt x="35460" y="27820"/>
                </a:cubicBezTo>
                <a:lnTo>
                  <a:pt x="39429" y="25519"/>
                </a:lnTo>
                <a:cubicBezTo>
                  <a:pt x="39496" y="25485"/>
                  <a:pt x="39529" y="25452"/>
                  <a:pt x="39563" y="25385"/>
                </a:cubicBezTo>
                <a:cubicBezTo>
                  <a:pt x="39596" y="25352"/>
                  <a:pt x="39596" y="25319"/>
                  <a:pt x="39596" y="25285"/>
                </a:cubicBezTo>
                <a:lnTo>
                  <a:pt x="39596" y="23017"/>
                </a:lnTo>
                <a:lnTo>
                  <a:pt x="39596" y="19982"/>
                </a:lnTo>
                <a:lnTo>
                  <a:pt x="43299" y="19748"/>
                </a:lnTo>
                <a:lnTo>
                  <a:pt x="43365" y="19748"/>
                </a:lnTo>
                <a:cubicBezTo>
                  <a:pt x="43399" y="19748"/>
                  <a:pt x="43432" y="19715"/>
                  <a:pt x="43465" y="19681"/>
                </a:cubicBezTo>
                <a:cubicBezTo>
                  <a:pt x="43565" y="19681"/>
                  <a:pt x="43632" y="19648"/>
                  <a:pt x="43699" y="19581"/>
                </a:cubicBezTo>
                <a:cubicBezTo>
                  <a:pt x="43732" y="19515"/>
                  <a:pt x="43766" y="19448"/>
                  <a:pt x="43799" y="19381"/>
                </a:cubicBezTo>
                <a:cubicBezTo>
                  <a:pt x="43799" y="19314"/>
                  <a:pt x="43866" y="19281"/>
                  <a:pt x="43866" y="19214"/>
                </a:cubicBezTo>
                <a:lnTo>
                  <a:pt x="43866" y="16279"/>
                </a:lnTo>
                <a:lnTo>
                  <a:pt x="43866" y="14177"/>
                </a:lnTo>
                <a:lnTo>
                  <a:pt x="43866" y="11242"/>
                </a:lnTo>
                <a:cubicBezTo>
                  <a:pt x="43866" y="10942"/>
                  <a:pt x="43632" y="10742"/>
                  <a:pt x="43365" y="10708"/>
                </a:cubicBezTo>
                <a:lnTo>
                  <a:pt x="39596" y="10475"/>
                </a:lnTo>
                <a:lnTo>
                  <a:pt x="39596" y="5171"/>
                </a:lnTo>
                <a:cubicBezTo>
                  <a:pt x="39596" y="5038"/>
                  <a:pt x="39529" y="4937"/>
                  <a:pt x="39429" y="4904"/>
                </a:cubicBezTo>
                <a:lnTo>
                  <a:pt x="35460" y="2602"/>
                </a:lnTo>
                <a:cubicBezTo>
                  <a:pt x="35310" y="2528"/>
                  <a:pt x="35139" y="2484"/>
                  <a:pt x="34971" y="2484"/>
                </a:cubicBezTo>
                <a:cubicBezTo>
                  <a:pt x="34839" y="2484"/>
                  <a:pt x="34709" y="2511"/>
                  <a:pt x="34592" y="2569"/>
                </a:cubicBezTo>
                <a:lnTo>
                  <a:pt x="30623" y="4404"/>
                </a:lnTo>
                <a:cubicBezTo>
                  <a:pt x="30429" y="4468"/>
                  <a:pt x="30221" y="4505"/>
                  <a:pt x="30017" y="4505"/>
                </a:cubicBezTo>
                <a:cubicBezTo>
                  <a:pt x="29906" y="4505"/>
                  <a:pt x="29795" y="4494"/>
                  <a:pt x="29689" y="4470"/>
                </a:cubicBezTo>
                <a:cubicBezTo>
                  <a:pt x="28655" y="4137"/>
                  <a:pt x="27621" y="3903"/>
                  <a:pt x="26553" y="3703"/>
                </a:cubicBezTo>
                <a:cubicBezTo>
                  <a:pt x="26286" y="3670"/>
                  <a:pt x="26053" y="3436"/>
                  <a:pt x="25986" y="3136"/>
                </a:cubicBezTo>
                <a:lnTo>
                  <a:pt x="25486" y="501"/>
                </a:lnTo>
                <a:cubicBezTo>
                  <a:pt x="25419" y="234"/>
                  <a:pt x="25186" y="34"/>
                  <a:pt x="24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0"/>
          <p:cNvSpPr/>
          <p:nvPr/>
        </p:nvSpPr>
        <p:spPr>
          <a:xfrm>
            <a:off x="-1285791" y="2983914"/>
            <a:ext cx="784982" cy="300278"/>
          </a:xfrm>
          <a:custGeom>
            <a:avLst/>
            <a:gdLst/>
            <a:ahLst/>
            <a:cxnLst/>
            <a:rect l="l" t="t" r="r" b="b"/>
            <a:pathLst>
              <a:path w="43866" h="16780" extrusionOk="0">
                <a:moveTo>
                  <a:pt x="34" y="1"/>
                </a:moveTo>
                <a:cubicBezTo>
                  <a:pt x="34" y="34"/>
                  <a:pt x="1" y="68"/>
                  <a:pt x="1" y="101"/>
                </a:cubicBezTo>
                <a:lnTo>
                  <a:pt x="1" y="5605"/>
                </a:lnTo>
                <a:cubicBezTo>
                  <a:pt x="1" y="5872"/>
                  <a:pt x="234" y="6105"/>
                  <a:pt x="501" y="6139"/>
                </a:cubicBezTo>
                <a:lnTo>
                  <a:pt x="4271" y="6372"/>
                </a:lnTo>
                <a:lnTo>
                  <a:pt x="4271" y="11676"/>
                </a:lnTo>
                <a:cubicBezTo>
                  <a:pt x="4271" y="11776"/>
                  <a:pt x="4337" y="11876"/>
                  <a:pt x="4437" y="11943"/>
                </a:cubicBezTo>
                <a:lnTo>
                  <a:pt x="8407" y="14244"/>
                </a:lnTo>
                <a:cubicBezTo>
                  <a:pt x="8574" y="14311"/>
                  <a:pt x="8741" y="14345"/>
                  <a:pt x="8907" y="14345"/>
                </a:cubicBezTo>
                <a:cubicBezTo>
                  <a:pt x="9041" y="14345"/>
                  <a:pt x="9174" y="14311"/>
                  <a:pt x="9274" y="14278"/>
                </a:cubicBezTo>
                <a:lnTo>
                  <a:pt x="13310" y="12410"/>
                </a:lnTo>
                <a:cubicBezTo>
                  <a:pt x="13411" y="12343"/>
                  <a:pt x="13544" y="12310"/>
                  <a:pt x="13677" y="12310"/>
                </a:cubicBezTo>
                <a:cubicBezTo>
                  <a:pt x="13736" y="12300"/>
                  <a:pt x="13792" y="12296"/>
                  <a:pt x="13846" y="12296"/>
                </a:cubicBezTo>
                <a:cubicBezTo>
                  <a:pt x="13975" y="12296"/>
                  <a:pt x="14093" y="12320"/>
                  <a:pt x="14211" y="12343"/>
                </a:cubicBezTo>
                <a:cubicBezTo>
                  <a:pt x="15245" y="12677"/>
                  <a:pt x="16279" y="12910"/>
                  <a:pt x="17347" y="13077"/>
                </a:cubicBezTo>
                <a:cubicBezTo>
                  <a:pt x="17447" y="13110"/>
                  <a:pt x="17513" y="13144"/>
                  <a:pt x="17580" y="13177"/>
                </a:cubicBezTo>
                <a:lnTo>
                  <a:pt x="17580" y="13210"/>
                </a:lnTo>
                <a:cubicBezTo>
                  <a:pt x="17747" y="13310"/>
                  <a:pt x="17880" y="13444"/>
                  <a:pt x="17914" y="13644"/>
                </a:cubicBezTo>
                <a:lnTo>
                  <a:pt x="18414" y="16279"/>
                </a:lnTo>
                <a:cubicBezTo>
                  <a:pt x="18447" y="16413"/>
                  <a:pt x="18548" y="16546"/>
                  <a:pt x="18648" y="16646"/>
                </a:cubicBezTo>
                <a:cubicBezTo>
                  <a:pt x="18748" y="16713"/>
                  <a:pt x="18881" y="16780"/>
                  <a:pt x="19015" y="16780"/>
                </a:cubicBezTo>
                <a:lnTo>
                  <a:pt x="24952" y="16780"/>
                </a:lnTo>
                <a:cubicBezTo>
                  <a:pt x="25119" y="16746"/>
                  <a:pt x="25252" y="16646"/>
                  <a:pt x="25352" y="16513"/>
                </a:cubicBezTo>
                <a:lnTo>
                  <a:pt x="25352" y="16446"/>
                </a:lnTo>
                <a:cubicBezTo>
                  <a:pt x="25386" y="16413"/>
                  <a:pt x="25419" y="16346"/>
                  <a:pt x="25452" y="16313"/>
                </a:cubicBezTo>
                <a:lnTo>
                  <a:pt x="25953" y="13644"/>
                </a:lnTo>
                <a:cubicBezTo>
                  <a:pt x="25986" y="13511"/>
                  <a:pt x="26053" y="13377"/>
                  <a:pt x="26186" y="13277"/>
                </a:cubicBezTo>
                <a:cubicBezTo>
                  <a:pt x="26286" y="13177"/>
                  <a:pt x="26386" y="13110"/>
                  <a:pt x="26520" y="13077"/>
                </a:cubicBezTo>
                <a:cubicBezTo>
                  <a:pt x="27587" y="12910"/>
                  <a:pt x="28621" y="12677"/>
                  <a:pt x="29655" y="12343"/>
                </a:cubicBezTo>
                <a:cubicBezTo>
                  <a:pt x="29797" y="12320"/>
                  <a:pt x="29939" y="12296"/>
                  <a:pt x="30080" y="12296"/>
                </a:cubicBezTo>
                <a:cubicBezTo>
                  <a:pt x="30139" y="12296"/>
                  <a:pt x="30197" y="12300"/>
                  <a:pt x="30256" y="12310"/>
                </a:cubicBezTo>
                <a:cubicBezTo>
                  <a:pt x="30356" y="12343"/>
                  <a:pt x="30456" y="12343"/>
                  <a:pt x="30556" y="12376"/>
                </a:cubicBezTo>
                <a:lnTo>
                  <a:pt x="34592" y="14244"/>
                </a:lnTo>
                <a:cubicBezTo>
                  <a:pt x="34659" y="14278"/>
                  <a:pt x="34759" y="14278"/>
                  <a:pt x="34826" y="14278"/>
                </a:cubicBezTo>
                <a:lnTo>
                  <a:pt x="34826" y="14311"/>
                </a:lnTo>
                <a:cubicBezTo>
                  <a:pt x="34884" y="14320"/>
                  <a:pt x="34941" y="14324"/>
                  <a:pt x="34995" y="14324"/>
                </a:cubicBezTo>
                <a:cubicBezTo>
                  <a:pt x="35159" y="14324"/>
                  <a:pt x="35310" y="14286"/>
                  <a:pt x="35460" y="14211"/>
                </a:cubicBezTo>
                <a:lnTo>
                  <a:pt x="39429" y="11909"/>
                </a:lnTo>
                <a:cubicBezTo>
                  <a:pt x="39462" y="11909"/>
                  <a:pt x="39496" y="11876"/>
                  <a:pt x="39529" y="11876"/>
                </a:cubicBezTo>
                <a:cubicBezTo>
                  <a:pt x="39529" y="11843"/>
                  <a:pt x="39563" y="11809"/>
                  <a:pt x="39563" y="11776"/>
                </a:cubicBezTo>
                <a:cubicBezTo>
                  <a:pt x="39596" y="11743"/>
                  <a:pt x="39596" y="11709"/>
                  <a:pt x="39629" y="11676"/>
                </a:cubicBezTo>
                <a:lnTo>
                  <a:pt x="39629" y="6372"/>
                </a:lnTo>
                <a:lnTo>
                  <a:pt x="40296" y="6339"/>
                </a:lnTo>
                <a:lnTo>
                  <a:pt x="43299" y="6139"/>
                </a:lnTo>
                <a:lnTo>
                  <a:pt x="43365" y="6139"/>
                </a:lnTo>
                <a:cubicBezTo>
                  <a:pt x="43665" y="6105"/>
                  <a:pt x="43866" y="5872"/>
                  <a:pt x="43866" y="5605"/>
                </a:cubicBezTo>
                <a:lnTo>
                  <a:pt x="43866" y="568"/>
                </a:lnTo>
                <a:cubicBezTo>
                  <a:pt x="43866" y="868"/>
                  <a:pt x="43665" y="1068"/>
                  <a:pt x="43365" y="1102"/>
                </a:cubicBezTo>
                <a:lnTo>
                  <a:pt x="38095" y="1435"/>
                </a:lnTo>
                <a:cubicBezTo>
                  <a:pt x="37795" y="1469"/>
                  <a:pt x="37528" y="1635"/>
                  <a:pt x="37361" y="1902"/>
                </a:cubicBezTo>
                <a:cubicBezTo>
                  <a:pt x="37061" y="2469"/>
                  <a:pt x="36694" y="3003"/>
                  <a:pt x="36260" y="3470"/>
                </a:cubicBezTo>
                <a:cubicBezTo>
                  <a:pt x="36060" y="3670"/>
                  <a:pt x="36093" y="3970"/>
                  <a:pt x="36327" y="4104"/>
                </a:cubicBezTo>
                <a:lnTo>
                  <a:pt x="39462" y="6372"/>
                </a:lnTo>
                <a:cubicBezTo>
                  <a:pt x="39696" y="6506"/>
                  <a:pt x="39663" y="6806"/>
                  <a:pt x="39429" y="6906"/>
                </a:cubicBezTo>
                <a:lnTo>
                  <a:pt x="35460" y="9208"/>
                </a:lnTo>
                <a:cubicBezTo>
                  <a:pt x="35317" y="9279"/>
                  <a:pt x="35154" y="9312"/>
                  <a:pt x="34994" y="9312"/>
                </a:cubicBezTo>
                <a:cubicBezTo>
                  <a:pt x="34854" y="9312"/>
                  <a:pt x="34716" y="9287"/>
                  <a:pt x="34592" y="9241"/>
                </a:cubicBezTo>
                <a:lnTo>
                  <a:pt x="30623" y="7373"/>
                </a:lnTo>
                <a:cubicBezTo>
                  <a:pt x="30448" y="7315"/>
                  <a:pt x="30263" y="7279"/>
                  <a:pt x="30079" y="7279"/>
                </a:cubicBezTo>
                <a:cubicBezTo>
                  <a:pt x="29946" y="7279"/>
                  <a:pt x="29815" y="7298"/>
                  <a:pt x="29689" y="7340"/>
                </a:cubicBezTo>
                <a:cubicBezTo>
                  <a:pt x="28655" y="7640"/>
                  <a:pt x="27621" y="7907"/>
                  <a:pt x="26553" y="8073"/>
                </a:cubicBezTo>
                <a:cubicBezTo>
                  <a:pt x="26286" y="8140"/>
                  <a:pt x="26053" y="8340"/>
                  <a:pt x="25986" y="8640"/>
                </a:cubicBezTo>
                <a:lnTo>
                  <a:pt x="25486" y="11276"/>
                </a:lnTo>
                <a:cubicBezTo>
                  <a:pt x="25419" y="11576"/>
                  <a:pt x="25186" y="11776"/>
                  <a:pt x="24885" y="11776"/>
                </a:cubicBezTo>
                <a:lnTo>
                  <a:pt x="19048" y="11776"/>
                </a:lnTo>
                <a:cubicBezTo>
                  <a:pt x="18781" y="11776"/>
                  <a:pt x="18514" y="11576"/>
                  <a:pt x="18481" y="11276"/>
                </a:cubicBezTo>
                <a:lnTo>
                  <a:pt x="17980" y="8640"/>
                </a:lnTo>
                <a:cubicBezTo>
                  <a:pt x="17880" y="8340"/>
                  <a:pt x="17680" y="8140"/>
                  <a:pt x="17380" y="8073"/>
                </a:cubicBezTo>
                <a:cubicBezTo>
                  <a:pt x="16346" y="7907"/>
                  <a:pt x="15279" y="7640"/>
                  <a:pt x="14278" y="7306"/>
                </a:cubicBezTo>
                <a:cubicBezTo>
                  <a:pt x="14160" y="7283"/>
                  <a:pt x="14046" y="7271"/>
                  <a:pt x="13934" y="7271"/>
                </a:cubicBezTo>
                <a:cubicBezTo>
                  <a:pt x="13732" y="7271"/>
                  <a:pt x="13538" y="7308"/>
                  <a:pt x="13344" y="7373"/>
                </a:cubicBezTo>
                <a:lnTo>
                  <a:pt x="9308" y="9241"/>
                </a:lnTo>
                <a:cubicBezTo>
                  <a:pt x="9184" y="9287"/>
                  <a:pt x="9046" y="9312"/>
                  <a:pt x="8906" y="9312"/>
                </a:cubicBezTo>
                <a:cubicBezTo>
                  <a:pt x="8746" y="9312"/>
                  <a:pt x="8583" y="9279"/>
                  <a:pt x="8440" y="9208"/>
                </a:cubicBezTo>
                <a:lnTo>
                  <a:pt x="4471" y="6906"/>
                </a:lnTo>
                <a:cubicBezTo>
                  <a:pt x="4237" y="6806"/>
                  <a:pt x="4237" y="6506"/>
                  <a:pt x="4437" y="6372"/>
                </a:cubicBezTo>
                <a:lnTo>
                  <a:pt x="7606" y="4104"/>
                </a:lnTo>
                <a:cubicBezTo>
                  <a:pt x="7807" y="3970"/>
                  <a:pt x="7840" y="3670"/>
                  <a:pt x="7640" y="3470"/>
                </a:cubicBezTo>
                <a:cubicBezTo>
                  <a:pt x="7206" y="3003"/>
                  <a:pt x="6839" y="2469"/>
                  <a:pt x="6539" y="1902"/>
                </a:cubicBezTo>
                <a:cubicBezTo>
                  <a:pt x="6372" y="1669"/>
                  <a:pt x="6105" y="1469"/>
                  <a:pt x="5805" y="1435"/>
                </a:cubicBezTo>
                <a:lnTo>
                  <a:pt x="535" y="1102"/>
                </a:lnTo>
                <a:cubicBezTo>
                  <a:pt x="268" y="1068"/>
                  <a:pt x="34" y="868"/>
                  <a:pt x="34" y="568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40"/>
          <p:cNvSpPr/>
          <p:nvPr/>
        </p:nvSpPr>
        <p:spPr>
          <a:xfrm>
            <a:off x="13054374" y="3952531"/>
            <a:ext cx="63885" cy="94342"/>
          </a:xfrm>
          <a:custGeom>
            <a:avLst/>
            <a:gdLst/>
            <a:ahLst/>
            <a:cxnLst/>
            <a:rect l="l" t="t" r="r" b="b"/>
            <a:pathLst>
              <a:path w="3570" h="5272" extrusionOk="0">
                <a:moveTo>
                  <a:pt x="1" y="1"/>
                </a:moveTo>
                <a:lnTo>
                  <a:pt x="1" y="5271"/>
                </a:lnTo>
                <a:lnTo>
                  <a:pt x="1535" y="5171"/>
                </a:lnTo>
                <a:cubicBezTo>
                  <a:pt x="1835" y="5138"/>
                  <a:pt x="2102" y="4971"/>
                  <a:pt x="2236" y="4704"/>
                </a:cubicBezTo>
                <a:cubicBezTo>
                  <a:pt x="2569" y="4137"/>
                  <a:pt x="2936" y="3604"/>
                  <a:pt x="3370" y="3137"/>
                </a:cubicBezTo>
                <a:cubicBezTo>
                  <a:pt x="3570" y="2970"/>
                  <a:pt x="3537" y="2636"/>
                  <a:pt x="3303" y="2503"/>
                </a:cubicBezTo>
                <a:lnTo>
                  <a:pt x="167" y="234"/>
                </a:lnTo>
                <a:cubicBezTo>
                  <a:pt x="67" y="168"/>
                  <a:pt x="34" y="10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40"/>
          <p:cNvSpPr/>
          <p:nvPr/>
        </p:nvSpPr>
        <p:spPr>
          <a:xfrm>
            <a:off x="13623847" y="3951941"/>
            <a:ext cx="63295" cy="94933"/>
          </a:xfrm>
          <a:custGeom>
            <a:avLst/>
            <a:gdLst/>
            <a:ahLst/>
            <a:cxnLst/>
            <a:rect l="l" t="t" r="r" b="b"/>
            <a:pathLst>
              <a:path w="3537" h="5305" extrusionOk="0">
                <a:moveTo>
                  <a:pt x="3536" y="1"/>
                </a:moveTo>
                <a:cubicBezTo>
                  <a:pt x="3536" y="101"/>
                  <a:pt x="3470" y="201"/>
                  <a:pt x="3369" y="267"/>
                </a:cubicBezTo>
                <a:lnTo>
                  <a:pt x="234" y="2536"/>
                </a:lnTo>
                <a:cubicBezTo>
                  <a:pt x="34" y="2669"/>
                  <a:pt x="0" y="3003"/>
                  <a:pt x="201" y="3170"/>
                </a:cubicBezTo>
                <a:cubicBezTo>
                  <a:pt x="634" y="3637"/>
                  <a:pt x="1001" y="4170"/>
                  <a:pt x="1301" y="4737"/>
                </a:cubicBezTo>
                <a:cubicBezTo>
                  <a:pt x="1468" y="5004"/>
                  <a:pt x="1735" y="5171"/>
                  <a:pt x="2035" y="5204"/>
                </a:cubicBezTo>
                <a:lnTo>
                  <a:pt x="3536" y="5304"/>
                </a:lnTo>
                <a:lnTo>
                  <a:pt x="35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0"/>
          <p:cNvSpPr/>
          <p:nvPr/>
        </p:nvSpPr>
        <p:spPr>
          <a:xfrm>
            <a:off x="12978571" y="3860014"/>
            <a:ext cx="784964" cy="453692"/>
          </a:xfrm>
          <a:custGeom>
            <a:avLst/>
            <a:gdLst/>
            <a:ahLst/>
            <a:cxnLst/>
            <a:rect l="l" t="t" r="r" b="b"/>
            <a:pathLst>
              <a:path w="43865" h="25353" extrusionOk="0">
                <a:moveTo>
                  <a:pt x="21916" y="7206"/>
                </a:moveTo>
                <a:cubicBezTo>
                  <a:pt x="24343" y="7206"/>
                  <a:pt x="26769" y="7739"/>
                  <a:pt x="28621" y="8807"/>
                </a:cubicBezTo>
                <a:cubicBezTo>
                  <a:pt x="32323" y="10942"/>
                  <a:pt x="32323" y="14411"/>
                  <a:pt x="28621" y="16546"/>
                </a:cubicBezTo>
                <a:cubicBezTo>
                  <a:pt x="26769" y="17613"/>
                  <a:pt x="24343" y="18147"/>
                  <a:pt x="21916" y="18147"/>
                </a:cubicBezTo>
                <a:cubicBezTo>
                  <a:pt x="19489" y="18147"/>
                  <a:pt x="17063" y="17613"/>
                  <a:pt x="15211" y="16546"/>
                </a:cubicBezTo>
                <a:cubicBezTo>
                  <a:pt x="11509" y="14411"/>
                  <a:pt x="11509" y="10942"/>
                  <a:pt x="15211" y="8807"/>
                </a:cubicBezTo>
                <a:cubicBezTo>
                  <a:pt x="17063" y="7739"/>
                  <a:pt x="19489" y="7206"/>
                  <a:pt x="21916" y="7206"/>
                </a:cubicBezTo>
                <a:close/>
                <a:moveTo>
                  <a:pt x="19014" y="1"/>
                </a:moveTo>
                <a:cubicBezTo>
                  <a:pt x="18747" y="34"/>
                  <a:pt x="18480" y="234"/>
                  <a:pt x="18447" y="501"/>
                </a:cubicBezTo>
                <a:lnTo>
                  <a:pt x="17946" y="3136"/>
                </a:lnTo>
                <a:cubicBezTo>
                  <a:pt x="17880" y="3436"/>
                  <a:pt x="17646" y="3670"/>
                  <a:pt x="17346" y="3703"/>
                </a:cubicBezTo>
                <a:cubicBezTo>
                  <a:pt x="16279" y="3903"/>
                  <a:pt x="15245" y="4137"/>
                  <a:pt x="14244" y="4470"/>
                </a:cubicBezTo>
                <a:cubicBezTo>
                  <a:pt x="14126" y="4494"/>
                  <a:pt x="14012" y="4505"/>
                  <a:pt x="13900" y="4505"/>
                </a:cubicBezTo>
                <a:cubicBezTo>
                  <a:pt x="13698" y="4505"/>
                  <a:pt x="13504" y="4468"/>
                  <a:pt x="13310" y="4404"/>
                </a:cubicBezTo>
                <a:lnTo>
                  <a:pt x="9307" y="2536"/>
                </a:lnTo>
                <a:cubicBezTo>
                  <a:pt x="9168" y="2489"/>
                  <a:pt x="9021" y="2464"/>
                  <a:pt x="8877" y="2464"/>
                </a:cubicBezTo>
                <a:cubicBezTo>
                  <a:pt x="8712" y="2464"/>
                  <a:pt x="8549" y="2498"/>
                  <a:pt x="8406" y="2569"/>
                </a:cubicBezTo>
                <a:lnTo>
                  <a:pt x="4437" y="4871"/>
                </a:lnTo>
                <a:cubicBezTo>
                  <a:pt x="4203" y="4971"/>
                  <a:pt x="4203" y="5304"/>
                  <a:pt x="4403" y="5404"/>
                </a:cubicBezTo>
                <a:lnTo>
                  <a:pt x="7572" y="7673"/>
                </a:lnTo>
                <a:cubicBezTo>
                  <a:pt x="7773" y="7806"/>
                  <a:pt x="7806" y="8140"/>
                  <a:pt x="7606" y="8307"/>
                </a:cubicBezTo>
                <a:cubicBezTo>
                  <a:pt x="7172" y="8774"/>
                  <a:pt x="6805" y="9307"/>
                  <a:pt x="6505" y="9874"/>
                </a:cubicBezTo>
                <a:cubicBezTo>
                  <a:pt x="6338" y="10141"/>
                  <a:pt x="6071" y="10308"/>
                  <a:pt x="5771" y="10341"/>
                </a:cubicBezTo>
                <a:lnTo>
                  <a:pt x="501" y="10675"/>
                </a:lnTo>
                <a:cubicBezTo>
                  <a:pt x="234" y="10708"/>
                  <a:pt x="0" y="10942"/>
                  <a:pt x="0" y="11209"/>
                </a:cubicBezTo>
                <a:lnTo>
                  <a:pt x="0" y="14144"/>
                </a:lnTo>
                <a:cubicBezTo>
                  <a:pt x="0" y="14444"/>
                  <a:pt x="234" y="14678"/>
                  <a:pt x="501" y="14678"/>
                </a:cubicBezTo>
                <a:lnTo>
                  <a:pt x="5771" y="15011"/>
                </a:lnTo>
                <a:cubicBezTo>
                  <a:pt x="6071" y="15045"/>
                  <a:pt x="6338" y="15245"/>
                  <a:pt x="6505" y="15478"/>
                </a:cubicBezTo>
                <a:cubicBezTo>
                  <a:pt x="6805" y="16045"/>
                  <a:pt x="7172" y="16579"/>
                  <a:pt x="7606" y="17046"/>
                </a:cubicBezTo>
                <a:cubicBezTo>
                  <a:pt x="7806" y="17246"/>
                  <a:pt x="7773" y="17546"/>
                  <a:pt x="7572" y="17680"/>
                </a:cubicBezTo>
                <a:lnTo>
                  <a:pt x="4403" y="19948"/>
                </a:lnTo>
                <a:cubicBezTo>
                  <a:pt x="4203" y="20082"/>
                  <a:pt x="4203" y="20382"/>
                  <a:pt x="4437" y="20482"/>
                </a:cubicBezTo>
                <a:lnTo>
                  <a:pt x="8406" y="22784"/>
                </a:lnTo>
                <a:cubicBezTo>
                  <a:pt x="8549" y="22855"/>
                  <a:pt x="8712" y="22888"/>
                  <a:pt x="8877" y="22888"/>
                </a:cubicBezTo>
                <a:cubicBezTo>
                  <a:pt x="9021" y="22888"/>
                  <a:pt x="9168" y="22863"/>
                  <a:pt x="9307" y="22817"/>
                </a:cubicBezTo>
                <a:lnTo>
                  <a:pt x="13310" y="20949"/>
                </a:lnTo>
                <a:cubicBezTo>
                  <a:pt x="13484" y="20891"/>
                  <a:pt x="13659" y="20855"/>
                  <a:pt x="13840" y="20855"/>
                </a:cubicBezTo>
                <a:cubicBezTo>
                  <a:pt x="13970" y="20855"/>
                  <a:pt x="14104" y="20874"/>
                  <a:pt x="14244" y="20916"/>
                </a:cubicBezTo>
                <a:cubicBezTo>
                  <a:pt x="15245" y="21216"/>
                  <a:pt x="16279" y="21483"/>
                  <a:pt x="17346" y="21649"/>
                </a:cubicBezTo>
                <a:cubicBezTo>
                  <a:pt x="17646" y="21716"/>
                  <a:pt x="17846" y="21916"/>
                  <a:pt x="17946" y="22216"/>
                </a:cubicBezTo>
                <a:lnTo>
                  <a:pt x="18447" y="24852"/>
                </a:lnTo>
                <a:cubicBezTo>
                  <a:pt x="18514" y="25152"/>
                  <a:pt x="18747" y="25352"/>
                  <a:pt x="19014" y="25352"/>
                </a:cubicBezTo>
                <a:lnTo>
                  <a:pt x="24851" y="25352"/>
                </a:lnTo>
                <a:cubicBezTo>
                  <a:pt x="25152" y="25352"/>
                  <a:pt x="25385" y="25152"/>
                  <a:pt x="25452" y="24852"/>
                </a:cubicBezTo>
                <a:lnTo>
                  <a:pt x="25952" y="22216"/>
                </a:lnTo>
                <a:cubicBezTo>
                  <a:pt x="26019" y="21916"/>
                  <a:pt x="26252" y="21716"/>
                  <a:pt x="26519" y="21649"/>
                </a:cubicBezTo>
                <a:cubicBezTo>
                  <a:pt x="27587" y="21483"/>
                  <a:pt x="28621" y="21216"/>
                  <a:pt x="29655" y="20916"/>
                </a:cubicBezTo>
                <a:cubicBezTo>
                  <a:pt x="29781" y="20874"/>
                  <a:pt x="29912" y="20855"/>
                  <a:pt x="30045" y="20855"/>
                </a:cubicBezTo>
                <a:cubicBezTo>
                  <a:pt x="30229" y="20855"/>
                  <a:pt x="30414" y="20891"/>
                  <a:pt x="30589" y="20949"/>
                </a:cubicBezTo>
                <a:lnTo>
                  <a:pt x="34592" y="22817"/>
                </a:lnTo>
                <a:cubicBezTo>
                  <a:pt x="34731" y="22863"/>
                  <a:pt x="34870" y="22888"/>
                  <a:pt x="35006" y="22888"/>
                </a:cubicBezTo>
                <a:cubicBezTo>
                  <a:pt x="35163" y="22888"/>
                  <a:pt x="35316" y="22855"/>
                  <a:pt x="35459" y="22784"/>
                </a:cubicBezTo>
                <a:lnTo>
                  <a:pt x="39428" y="20482"/>
                </a:lnTo>
                <a:cubicBezTo>
                  <a:pt x="39662" y="20382"/>
                  <a:pt x="39695" y="20082"/>
                  <a:pt x="39462" y="19948"/>
                </a:cubicBezTo>
                <a:lnTo>
                  <a:pt x="36326" y="17680"/>
                </a:lnTo>
                <a:cubicBezTo>
                  <a:pt x="36093" y="17546"/>
                  <a:pt x="36059" y="17246"/>
                  <a:pt x="36260" y="17046"/>
                </a:cubicBezTo>
                <a:cubicBezTo>
                  <a:pt x="36693" y="16579"/>
                  <a:pt x="37093" y="16045"/>
                  <a:pt x="37394" y="15478"/>
                </a:cubicBezTo>
                <a:cubicBezTo>
                  <a:pt x="37527" y="15245"/>
                  <a:pt x="37794" y="15045"/>
                  <a:pt x="38094" y="15011"/>
                </a:cubicBezTo>
                <a:lnTo>
                  <a:pt x="43398" y="14678"/>
                </a:lnTo>
                <a:cubicBezTo>
                  <a:pt x="43665" y="14678"/>
                  <a:pt x="43865" y="14444"/>
                  <a:pt x="43865" y="14144"/>
                </a:cubicBezTo>
                <a:lnTo>
                  <a:pt x="43865" y="11209"/>
                </a:lnTo>
                <a:cubicBezTo>
                  <a:pt x="43865" y="10942"/>
                  <a:pt x="43665" y="10708"/>
                  <a:pt x="43398" y="10675"/>
                </a:cubicBezTo>
                <a:lnTo>
                  <a:pt x="38094" y="10341"/>
                </a:lnTo>
                <a:cubicBezTo>
                  <a:pt x="37794" y="10308"/>
                  <a:pt x="37527" y="10141"/>
                  <a:pt x="37394" y="9874"/>
                </a:cubicBezTo>
                <a:cubicBezTo>
                  <a:pt x="37093" y="9307"/>
                  <a:pt x="36693" y="8774"/>
                  <a:pt x="36260" y="8307"/>
                </a:cubicBezTo>
                <a:cubicBezTo>
                  <a:pt x="36059" y="8140"/>
                  <a:pt x="36093" y="7806"/>
                  <a:pt x="36326" y="7673"/>
                </a:cubicBezTo>
                <a:lnTo>
                  <a:pt x="39462" y="5404"/>
                </a:lnTo>
                <a:cubicBezTo>
                  <a:pt x="39695" y="5304"/>
                  <a:pt x="39662" y="4971"/>
                  <a:pt x="39428" y="4871"/>
                </a:cubicBezTo>
                <a:lnTo>
                  <a:pt x="35459" y="2569"/>
                </a:lnTo>
                <a:cubicBezTo>
                  <a:pt x="35316" y="2498"/>
                  <a:pt x="35154" y="2464"/>
                  <a:pt x="34993" y="2464"/>
                </a:cubicBezTo>
                <a:cubicBezTo>
                  <a:pt x="34854" y="2464"/>
                  <a:pt x="34716" y="2489"/>
                  <a:pt x="34592" y="2536"/>
                </a:cubicBezTo>
                <a:lnTo>
                  <a:pt x="30589" y="4404"/>
                </a:lnTo>
                <a:cubicBezTo>
                  <a:pt x="30395" y="4468"/>
                  <a:pt x="30187" y="4505"/>
                  <a:pt x="29983" y="4505"/>
                </a:cubicBezTo>
                <a:cubicBezTo>
                  <a:pt x="29872" y="4505"/>
                  <a:pt x="29761" y="4494"/>
                  <a:pt x="29655" y="4470"/>
                </a:cubicBezTo>
                <a:cubicBezTo>
                  <a:pt x="28621" y="4137"/>
                  <a:pt x="27587" y="3903"/>
                  <a:pt x="26519" y="3703"/>
                </a:cubicBezTo>
                <a:cubicBezTo>
                  <a:pt x="26252" y="3670"/>
                  <a:pt x="26019" y="3436"/>
                  <a:pt x="25952" y="3136"/>
                </a:cubicBezTo>
                <a:lnTo>
                  <a:pt x="25452" y="501"/>
                </a:lnTo>
                <a:cubicBezTo>
                  <a:pt x="25385" y="234"/>
                  <a:pt x="25152" y="34"/>
                  <a:pt x="2485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0"/>
          <p:cNvSpPr/>
          <p:nvPr/>
        </p:nvSpPr>
        <p:spPr>
          <a:xfrm>
            <a:off x="13656076" y="4113121"/>
            <a:ext cx="107459" cy="108658"/>
          </a:xfrm>
          <a:custGeom>
            <a:avLst/>
            <a:gdLst/>
            <a:ahLst/>
            <a:cxnLst/>
            <a:rect l="l" t="t" r="r" b="b"/>
            <a:pathLst>
              <a:path w="6005" h="6072" extrusionOk="0">
                <a:moveTo>
                  <a:pt x="6005" y="0"/>
                </a:moveTo>
                <a:cubicBezTo>
                  <a:pt x="6005" y="267"/>
                  <a:pt x="5771" y="500"/>
                  <a:pt x="5505" y="534"/>
                </a:cubicBezTo>
                <a:lnTo>
                  <a:pt x="234" y="867"/>
                </a:lnTo>
                <a:cubicBezTo>
                  <a:pt x="134" y="867"/>
                  <a:pt x="67" y="901"/>
                  <a:pt x="1" y="934"/>
                </a:cubicBezTo>
                <a:lnTo>
                  <a:pt x="1" y="4670"/>
                </a:lnTo>
                <a:lnTo>
                  <a:pt x="1602" y="5804"/>
                </a:lnTo>
                <a:cubicBezTo>
                  <a:pt x="1669" y="5871"/>
                  <a:pt x="1735" y="5971"/>
                  <a:pt x="1735" y="6071"/>
                </a:cubicBezTo>
                <a:lnTo>
                  <a:pt x="1735" y="5804"/>
                </a:lnTo>
                <a:lnTo>
                  <a:pt x="2436" y="5737"/>
                </a:lnTo>
                <a:lnTo>
                  <a:pt x="5438" y="5571"/>
                </a:lnTo>
                <a:lnTo>
                  <a:pt x="5505" y="5571"/>
                </a:lnTo>
                <a:cubicBezTo>
                  <a:pt x="5771" y="5537"/>
                  <a:pt x="6005" y="5304"/>
                  <a:pt x="6005" y="5037"/>
                </a:cubicBezTo>
                <a:lnTo>
                  <a:pt x="600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0"/>
          <p:cNvSpPr/>
          <p:nvPr/>
        </p:nvSpPr>
        <p:spPr>
          <a:xfrm>
            <a:off x="13519984" y="4233698"/>
            <a:ext cx="86576" cy="125963"/>
          </a:xfrm>
          <a:custGeom>
            <a:avLst/>
            <a:gdLst/>
            <a:ahLst/>
            <a:cxnLst/>
            <a:rect l="l" t="t" r="r" b="b"/>
            <a:pathLst>
              <a:path w="4838" h="7039" extrusionOk="0">
                <a:moveTo>
                  <a:pt x="0" y="0"/>
                </a:moveTo>
                <a:lnTo>
                  <a:pt x="34" y="5037"/>
                </a:lnTo>
                <a:cubicBezTo>
                  <a:pt x="134" y="5037"/>
                  <a:pt x="234" y="5070"/>
                  <a:pt x="334" y="5104"/>
                </a:cubicBezTo>
                <a:lnTo>
                  <a:pt x="4303" y="6972"/>
                </a:lnTo>
                <a:cubicBezTo>
                  <a:pt x="4403" y="6972"/>
                  <a:pt x="4470" y="7005"/>
                  <a:pt x="4570" y="7005"/>
                </a:cubicBezTo>
                <a:lnTo>
                  <a:pt x="4570" y="7039"/>
                </a:lnTo>
                <a:lnTo>
                  <a:pt x="4837" y="7039"/>
                </a:lnTo>
                <a:lnTo>
                  <a:pt x="4837" y="2002"/>
                </a:lnTo>
                <a:cubicBezTo>
                  <a:pt x="4792" y="2011"/>
                  <a:pt x="4745" y="2015"/>
                  <a:pt x="4697" y="2015"/>
                </a:cubicBezTo>
                <a:cubicBezTo>
                  <a:pt x="4565" y="2015"/>
                  <a:pt x="4425" y="1984"/>
                  <a:pt x="4303" y="1935"/>
                </a:cubicBezTo>
                <a:lnTo>
                  <a:pt x="300" y="67"/>
                </a:lnTo>
                <a:cubicBezTo>
                  <a:pt x="200" y="34"/>
                  <a:pt x="100" y="0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40"/>
          <p:cNvSpPr/>
          <p:nvPr/>
        </p:nvSpPr>
        <p:spPr>
          <a:xfrm>
            <a:off x="13432227" y="4253991"/>
            <a:ext cx="11954" cy="142677"/>
          </a:xfrm>
          <a:custGeom>
            <a:avLst/>
            <a:gdLst/>
            <a:ahLst/>
            <a:cxnLst/>
            <a:rect l="l" t="t" r="r" b="b"/>
            <a:pathLst>
              <a:path w="668" h="7973" extrusionOk="0">
                <a:moveTo>
                  <a:pt x="668" y="0"/>
                </a:moveTo>
                <a:cubicBezTo>
                  <a:pt x="635" y="67"/>
                  <a:pt x="601" y="134"/>
                  <a:pt x="568" y="200"/>
                </a:cubicBezTo>
                <a:lnTo>
                  <a:pt x="67" y="2836"/>
                </a:lnTo>
                <a:cubicBezTo>
                  <a:pt x="67" y="2902"/>
                  <a:pt x="34" y="2969"/>
                  <a:pt x="1" y="3036"/>
                </a:cubicBezTo>
                <a:lnTo>
                  <a:pt x="1" y="7973"/>
                </a:lnTo>
                <a:cubicBezTo>
                  <a:pt x="34" y="7939"/>
                  <a:pt x="67" y="7906"/>
                  <a:pt x="67" y="7839"/>
                </a:cubicBezTo>
                <a:lnTo>
                  <a:pt x="568" y="5204"/>
                </a:lnTo>
                <a:cubicBezTo>
                  <a:pt x="601" y="5137"/>
                  <a:pt x="601" y="5071"/>
                  <a:pt x="668" y="5004"/>
                </a:cubicBezTo>
                <a:lnTo>
                  <a:pt x="668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0"/>
          <p:cNvSpPr/>
          <p:nvPr/>
        </p:nvSpPr>
        <p:spPr>
          <a:xfrm>
            <a:off x="13297925" y="4253991"/>
            <a:ext cx="11363" cy="143876"/>
          </a:xfrm>
          <a:custGeom>
            <a:avLst/>
            <a:gdLst/>
            <a:ahLst/>
            <a:cxnLst/>
            <a:rect l="l" t="t" r="r" b="b"/>
            <a:pathLst>
              <a:path w="635" h="8040" extrusionOk="0">
                <a:moveTo>
                  <a:pt x="0" y="0"/>
                </a:moveTo>
                <a:lnTo>
                  <a:pt x="0" y="5004"/>
                </a:lnTo>
                <a:cubicBezTo>
                  <a:pt x="34" y="5071"/>
                  <a:pt x="67" y="5137"/>
                  <a:pt x="67" y="5204"/>
                </a:cubicBezTo>
                <a:lnTo>
                  <a:pt x="567" y="7839"/>
                </a:lnTo>
                <a:cubicBezTo>
                  <a:pt x="601" y="7906"/>
                  <a:pt x="601" y="7973"/>
                  <a:pt x="634" y="8039"/>
                </a:cubicBezTo>
                <a:lnTo>
                  <a:pt x="634" y="3036"/>
                </a:lnTo>
                <a:cubicBezTo>
                  <a:pt x="601" y="2969"/>
                  <a:pt x="601" y="2902"/>
                  <a:pt x="567" y="2836"/>
                </a:cubicBezTo>
                <a:lnTo>
                  <a:pt x="67" y="200"/>
                </a:lnTo>
                <a:cubicBezTo>
                  <a:pt x="67" y="134"/>
                  <a:pt x="34" y="67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40"/>
          <p:cNvSpPr/>
          <p:nvPr/>
        </p:nvSpPr>
        <p:spPr>
          <a:xfrm>
            <a:off x="13135564" y="4233698"/>
            <a:ext cx="86576" cy="125372"/>
          </a:xfrm>
          <a:custGeom>
            <a:avLst/>
            <a:gdLst/>
            <a:ahLst/>
            <a:cxnLst/>
            <a:rect l="l" t="t" r="r" b="b"/>
            <a:pathLst>
              <a:path w="4838" h="7006" extrusionOk="0">
                <a:moveTo>
                  <a:pt x="4837" y="0"/>
                </a:moveTo>
                <a:cubicBezTo>
                  <a:pt x="4704" y="0"/>
                  <a:pt x="4604" y="34"/>
                  <a:pt x="4537" y="67"/>
                </a:cubicBezTo>
                <a:lnTo>
                  <a:pt x="501" y="1935"/>
                </a:lnTo>
                <a:cubicBezTo>
                  <a:pt x="379" y="1984"/>
                  <a:pt x="256" y="2015"/>
                  <a:pt x="134" y="2015"/>
                </a:cubicBezTo>
                <a:cubicBezTo>
                  <a:pt x="90" y="2015"/>
                  <a:pt x="45" y="2011"/>
                  <a:pt x="0" y="2002"/>
                </a:cubicBezTo>
                <a:lnTo>
                  <a:pt x="0" y="7005"/>
                </a:lnTo>
                <a:lnTo>
                  <a:pt x="134" y="7005"/>
                </a:lnTo>
                <a:cubicBezTo>
                  <a:pt x="234" y="7005"/>
                  <a:pt x="367" y="7005"/>
                  <a:pt x="501" y="6938"/>
                </a:cubicBezTo>
                <a:lnTo>
                  <a:pt x="4537" y="5070"/>
                </a:lnTo>
                <a:cubicBezTo>
                  <a:pt x="4604" y="5037"/>
                  <a:pt x="4704" y="5004"/>
                  <a:pt x="4837" y="5004"/>
                </a:cubicBezTo>
                <a:lnTo>
                  <a:pt x="4837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0"/>
          <p:cNvSpPr/>
          <p:nvPr/>
        </p:nvSpPr>
        <p:spPr>
          <a:xfrm>
            <a:off x="12978571" y="4113121"/>
            <a:ext cx="106869" cy="108658"/>
          </a:xfrm>
          <a:custGeom>
            <a:avLst/>
            <a:gdLst/>
            <a:ahLst/>
            <a:cxnLst/>
            <a:rect l="l" t="t" r="r" b="b"/>
            <a:pathLst>
              <a:path w="5972" h="6072" extrusionOk="0">
                <a:moveTo>
                  <a:pt x="0" y="0"/>
                </a:moveTo>
                <a:lnTo>
                  <a:pt x="0" y="5037"/>
                </a:lnTo>
                <a:cubicBezTo>
                  <a:pt x="0" y="5304"/>
                  <a:pt x="200" y="5537"/>
                  <a:pt x="501" y="5571"/>
                </a:cubicBezTo>
                <a:lnTo>
                  <a:pt x="4237" y="5804"/>
                </a:lnTo>
                <a:lnTo>
                  <a:pt x="4237" y="6071"/>
                </a:lnTo>
                <a:cubicBezTo>
                  <a:pt x="4237" y="5971"/>
                  <a:pt x="4303" y="5871"/>
                  <a:pt x="4403" y="5804"/>
                </a:cubicBezTo>
                <a:lnTo>
                  <a:pt x="5971" y="4670"/>
                </a:lnTo>
                <a:lnTo>
                  <a:pt x="5971" y="934"/>
                </a:lnTo>
                <a:cubicBezTo>
                  <a:pt x="5905" y="901"/>
                  <a:pt x="5838" y="867"/>
                  <a:pt x="5771" y="867"/>
                </a:cubicBezTo>
                <a:lnTo>
                  <a:pt x="467" y="534"/>
                </a:lnTo>
                <a:cubicBezTo>
                  <a:pt x="200" y="500"/>
                  <a:pt x="0" y="300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40"/>
          <p:cNvSpPr/>
          <p:nvPr/>
        </p:nvSpPr>
        <p:spPr>
          <a:xfrm>
            <a:off x="12955290" y="3367436"/>
            <a:ext cx="580227" cy="409617"/>
          </a:xfrm>
          <a:custGeom>
            <a:avLst/>
            <a:gdLst/>
            <a:ahLst/>
            <a:cxnLst/>
            <a:rect l="l" t="t" r="r" b="b"/>
            <a:pathLst>
              <a:path w="32424" h="22890" extrusionOk="0">
                <a:moveTo>
                  <a:pt x="16241" y="10348"/>
                </a:moveTo>
                <a:cubicBezTo>
                  <a:pt x="18080" y="10348"/>
                  <a:pt x="19915" y="10748"/>
                  <a:pt x="21316" y="11548"/>
                </a:cubicBezTo>
                <a:cubicBezTo>
                  <a:pt x="21516" y="11682"/>
                  <a:pt x="21716" y="11815"/>
                  <a:pt x="21883" y="11915"/>
                </a:cubicBezTo>
                <a:cubicBezTo>
                  <a:pt x="21683" y="12082"/>
                  <a:pt x="21482" y="12216"/>
                  <a:pt x="21282" y="12349"/>
                </a:cubicBezTo>
                <a:cubicBezTo>
                  <a:pt x="19940" y="13110"/>
                  <a:pt x="18118" y="13540"/>
                  <a:pt x="16239" y="13540"/>
                </a:cubicBezTo>
                <a:cubicBezTo>
                  <a:pt x="15315" y="13540"/>
                  <a:pt x="14378" y="13436"/>
                  <a:pt x="13477" y="13216"/>
                </a:cubicBezTo>
                <a:cubicBezTo>
                  <a:pt x="12676" y="13050"/>
                  <a:pt x="11909" y="12749"/>
                  <a:pt x="11175" y="12349"/>
                </a:cubicBezTo>
                <a:cubicBezTo>
                  <a:pt x="10975" y="12216"/>
                  <a:pt x="10775" y="12082"/>
                  <a:pt x="10575" y="11915"/>
                </a:cubicBezTo>
                <a:cubicBezTo>
                  <a:pt x="10741" y="11815"/>
                  <a:pt x="10942" y="11682"/>
                  <a:pt x="11142" y="11548"/>
                </a:cubicBezTo>
                <a:cubicBezTo>
                  <a:pt x="12559" y="10748"/>
                  <a:pt x="14402" y="10348"/>
                  <a:pt x="16241" y="10348"/>
                </a:cubicBezTo>
                <a:close/>
                <a:moveTo>
                  <a:pt x="12031" y="1"/>
                </a:moveTo>
                <a:cubicBezTo>
                  <a:pt x="12002" y="1"/>
                  <a:pt x="11972" y="3"/>
                  <a:pt x="11942" y="7"/>
                </a:cubicBezTo>
                <a:lnTo>
                  <a:pt x="7839" y="974"/>
                </a:lnTo>
                <a:cubicBezTo>
                  <a:pt x="7706" y="1008"/>
                  <a:pt x="7639" y="1141"/>
                  <a:pt x="7639" y="1274"/>
                </a:cubicBezTo>
                <a:lnTo>
                  <a:pt x="7639" y="4310"/>
                </a:lnTo>
                <a:cubicBezTo>
                  <a:pt x="7306" y="4477"/>
                  <a:pt x="7005" y="4677"/>
                  <a:pt x="6739" y="4877"/>
                </a:cubicBezTo>
                <a:cubicBezTo>
                  <a:pt x="6560" y="4979"/>
                  <a:pt x="6382" y="5022"/>
                  <a:pt x="6203" y="5022"/>
                </a:cubicBezTo>
                <a:cubicBezTo>
                  <a:pt x="6148" y="5022"/>
                  <a:pt x="6093" y="5018"/>
                  <a:pt x="6038" y="5010"/>
                </a:cubicBezTo>
                <a:lnTo>
                  <a:pt x="2269" y="4410"/>
                </a:lnTo>
                <a:cubicBezTo>
                  <a:pt x="2234" y="4404"/>
                  <a:pt x="2199" y="4402"/>
                  <a:pt x="2163" y="4402"/>
                </a:cubicBezTo>
                <a:cubicBezTo>
                  <a:pt x="1990" y="4402"/>
                  <a:pt x="1806" y="4466"/>
                  <a:pt x="1668" y="4577"/>
                </a:cubicBezTo>
                <a:lnTo>
                  <a:pt x="34" y="6845"/>
                </a:lnTo>
                <a:cubicBezTo>
                  <a:pt x="34" y="6878"/>
                  <a:pt x="0" y="6912"/>
                  <a:pt x="0" y="6945"/>
                </a:cubicBezTo>
                <a:lnTo>
                  <a:pt x="0" y="12849"/>
                </a:lnTo>
                <a:cubicBezTo>
                  <a:pt x="0" y="12883"/>
                  <a:pt x="34" y="12916"/>
                  <a:pt x="34" y="12949"/>
                </a:cubicBezTo>
                <a:lnTo>
                  <a:pt x="34" y="15918"/>
                </a:lnTo>
                <a:cubicBezTo>
                  <a:pt x="34" y="16018"/>
                  <a:pt x="67" y="16085"/>
                  <a:pt x="134" y="16152"/>
                </a:cubicBezTo>
                <a:lnTo>
                  <a:pt x="1602" y="18220"/>
                </a:lnTo>
                <a:cubicBezTo>
                  <a:pt x="1735" y="18420"/>
                  <a:pt x="1968" y="18520"/>
                  <a:pt x="2202" y="18520"/>
                </a:cubicBezTo>
                <a:lnTo>
                  <a:pt x="6071" y="17853"/>
                </a:lnTo>
                <a:cubicBezTo>
                  <a:pt x="6338" y="17853"/>
                  <a:pt x="6605" y="17920"/>
                  <a:pt x="6839" y="18086"/>
                </a:cubicBezTo>
                <a:cubicBezTo>
                  <a:pt x="7072" y="18253"/>
                  <a:pt x="7339" y="18387"/>
                  <a:pt x="7606" y="18553"/>
                </a:cubicBezTo>
                <a:lnTo>
                  <a:pt x="7606" y="21622"/>
                </a:lnTo>
                <a:cubicBezTo>
                  <a:pt x="7606" y="21756"/>
                  <a:pt x="7706" y="21856"/>
                  <a:pt x="7906" y="21923"/>
                </a:cubicBezTo>
                <a:lnTo>
                  <a:pt x="11842" y="22857"/>
                </a:lnTo>
                <a:cubicBezTo>
                  <a:pt x="11906" y="22878"/>
                  <a:pt x="11972" y="22889"/>
                  <a:pt x="12040" y="22889"/>
                </a:cubicBezTo>
                <a:cubicBezTo>
                  <a:pt x="12187" y="22889"/>
                  <a:pt x="12339" y="22837"/>
                  <a:pt x="12476" y="22723"/>
                </a:cubicBezTo>
                <a:lnTo>
                  <a:pt x="14344" y="20755"/>
                </a:lnTo>
                <a:cubicBezTo>
                  <a:pt x="14511" y="20622"/>
                  <a:pt x="14744" y="20555"/>
                  <a:pt x="14978" y="20555"/>
                </a:cubicBezTo>
                <a:cubicBezTo>
                  <a:pt x="15395" y="20588"/>
                  <a:pt x="15820" y="20605"/>
                  <a:pt x="16245" y="20605"/>
                </a:cubicBezTo>
                <a:cubicBezTo>
                  <a:pt x="16671" y="20605"/>
                  <a:pt x="17096" y="20588"/>
                  <a:pt x="17513" y="20555"/>
                </a:cubicBezTo>
                <a:cubicBezTo>
                  <a:pt x="17780" y="20588"/>
                  <a:pt x="18013" y="20688"/>
                  <a:pt x="18213" y="20855"/>
                </a:cubicBezTo>
                <a:lnTo>
                  <a:pt x="19881" y="22623"/>
                </a:lnTo>
                <a:cubicBezTo>
                  <a:pt x="20048" y="22823"/>
                  <a:pt x="20282" y="22890"/>
                  <a:pt x="20548" y="22890"/>
                </a:cubicBezTo>
                <a:lnTo>
                  <a:pt x="24618" y="21889"/>
                </a:lnTo>
                <a:cubicBezTo>
                  <a:pt x="24718" y="21889"/>
                  <a:pt x="24818" y="21789"/>
                  <a:pt x="24818" y="21689"/>
                </a:cubicBezTo>
                <a:lnTo>
                  <a:pt x="24818" y="18553"/>
                </a:lnTo>
                <a:cubicBezTo>
                  <a:pt x="25152" y="18387"/>
                  <a:pt x="25452" y="18187"/>
                  <a:pt x="25719" y="17986"/>
                </a:cubicBezTo>
                <a:cubicBezTo>
                  <a:pt x="25887" y="17914"/>
                  <a:pt x="26055" y="17859"/>
                  <a:pt x="26224" y="17859"/>
                </a:cubicBezTo>
                <a:cubicBezTo>
                  <a:pt x="26289" y="17859"/>
                  <a:pt x="26354" y="17868"/>
                  <a:pt x="26419" y="17886"/>
                </a:cubicBezTo>
                <a:lnTo>
                  <a:pt x="30155" y="18520"/>
                </a:lnTo>
                <a:cubicBezTo>
                  <a:pt x="30194" y="18526"/>
                  <a:pt x="30232" y="18528"/>
                  <a:pt x="30269" y="18528"/>
                </a:cubicBezTo>
                <a:cubicBezTo>
                  <a:pt x="30455" y="18528"/>
                  <a:pt x="30617" y="18459"/>
                  <a:pt x="30756" y="18320"/>
                </a:cubicBezTo>
                <a:lnTo>
                  <a:pt x="32390" y="16052"/>
                </a:lnTo>
                <a:cubicBezTo>
                  <a:pt x="32390" y="16018"/>
                  <a:pt x="32424" y="15985"/>
                  <a:pt x="32424" y="15952"/>
                </a:cubicBezTo>
                <a:lnTo>
                  <a:pt x="32424" y="11815"/>
                </a:lnTo>
                <a:cubicBezTo>
                  <a:pt x="32424" y="11782"/>
                  <a:pt x="32424" y="11749"/>
                  <a:pt x="32390" y="11715"/>
                </a:cubicBezTo>
                <a:lnTo>
                  <a:pt x="32390" y="6979"/>
                </a:lnTo>
                <a:cubicBezTo>
                  <a:pt x="32390" y="6912"/>
                  <a:pt x="32357" y="6812"/>
                  <a:pt x="32323" y="6745"/>
                </a:cubicBezTo>
                <a:lnTo>
                  <a:pt x="30856" y="4677"/>
                </a:lnTo>
                <a:cubicBezTo>
                  <a:pt x="30706" y="4528"/>
                  <a:pt x="30503" y="4405"/>
                  <a:pt x="30295" y="4405"/>
                </a:cubicBezTo>
                <a:cubicBezTo>
                  <a:pt x="30271" y="4405"/>
                  <a:pt x="30246" y="4407"/>
                  <a:pt x="30222" y="4410"/>
                </a:cubicBezTo>
                <a:lnTo>
                  <a:pt x="26353" y="5044"/>
                </a:lnTo>
                <a:cubicBezTo>
                  <a:pt x="26317" y="5048"/>
                  <a:pt x="26282" y="5050"/>
                  <a:pt x="26247" y="5050"/>
                </a:cubicBezTo>
                <a:cubicBezTo>
                  <a:pt x="26017" y="5050"/>
                  <a:pt x="25793" y="4960"/>
                  <a:pt x="25619" y="4844"/>
                </a:cubicBezTo>
                <a:cubicBezTo>
                  <a:pt x="25385" y="4677"/>
                  <a:pt x="25118" y="4510"/>
                  <a:pt x="24851" y="4343"/>
                </a:cubicBezTo>
                <a:lnTo>
                  <a:pt x="24851" y="1274"/>
                </a:lnTo>
                <a:cubicBezTo>
                  <a:pt x="24851" y="1141"/>
                  <a:pt x="24751" y="1041"/>
                  <a:pt x="24551" y="974"/>
                </a:cubicBezTo>
                <a:lnTo>
                  <a:pt x="20615" y="40"/>
                </a:lnTo>
                <a:cubicBezTo>
                  <a:pt x="20541" y="19"/>
                  <a:pt x="20467" y="8"/>
                  <a:pt x="20395" y="8"/>
                </a:cubicBezTo>
                <a:cubicBezTo>
                  <a:pt x="20240" y="8"/>
                  <a:pt x="20095" y="60"/>
                  <a:pt x="19981" y="174"/>
                </a:cubicBezTo>
                <a:lnTo>
                  <a:pt x="18113" y="2142"/>
                </a:lnTo>
                <a:cubicBezTo>
                  <a:pt x="17947" y="2275"/>
                  <a:pt x="17713" y="2342"/>
                  <a:pt x="17513" y="2342"/>
                </a:cubicBezTo>
                <a:cubicBezTo>
                  <a:pt x="17079" y="2309"/>
                  <a:pt x="16646" y="2292"/>
                  <a:pt x="16216" y="2292"/>
                </a:cubicBezTo>
                <a:cubicBezTo>
                  <a:pt x="15787" y="2292"/>
                  <a:pt x="15361" y="2309"/>
                  <a:pt x="14944" y="2342"/>
                </a:cubicBezTo>
                <a:cubicBezTo>
                  <a:pt x="14678" y="2309"/>
                  <a:pt x="14444" y="2208"/>
                  <a:pt x="14244" y="2042"/>
                </a:cubicBezTo>
                <a:lnTo>
                  <a:pt x="12576" y="274"/>
                </a:lnTo>
                <a:cubicBezTo>
                  <a:pt x="12430" y="99"/>
                  <a:pt x="12234" y="1"/>
                  <a:pt x="120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0"/>
          <p:cNvSpPr/>
          <p:nvPr/>
        </p:nvSpPr>
        <p:spPr>
          <a:xfrm>
            <a:off x="13091381" y="3390235"/>
            <a:ext cx="20311" cy="54938"/>
          </a:xfrm>
          <a:custGeom>
            <a:avLst/>
            <a:gdLst/>
            <a:ahLst/>
            <a:cxnLst/>
            <a:rect l="l" t="t" r="r" b="b"/>
            <a:pathLst>
              <a:path w="1135" h="3070" extrusionOk="0">
                <a:moveTo>
                  <a:pt x="1" y="0"/>
                </a:moveTo>
                <a:lnTo>
                  <a:pt x="1" y="3069"/>
                </a:lnTo>
                <a:cubicBezTo>
                  <a:pt x="301" y="2903"/>
                  <a:pt x="601" y="2736"/>
                  <a:pt x="935" y="2602"/>
                </a:cubicBezTo>
                <a:cubicBezTo>
                  <a:pt x="1102" y="2502"/>
                  <a:pt x="1135" y="2269"/>
                  <a:pt x="1035" y="2102"/>
                </a:cubicBezTo>
                <a:lnTo>
                  <a:pt x="68" y="167"/>
                </a:lnTo>
                <a:cubicBezTo>
                  <a:pt x="34" y="101"/>
                  <a:pt x="1" y="67"/>
                  <a:pt x="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0"/>
          <p:cNvSpPr/>
          <p:nvPr/>
        </p:nvSpPr>
        <p:spPr>
          <a:xfrm>
            <a:off x="12955880" y="3491717"/>
            <a:ext cx="71652" cy="107459"/>
          </a:xfrm>
          <a:custGeom>
            <a:avLst/>
            <a:gdLst/>
            <a:ahLst/>
            <a:cxnLst/>
            <a:rect l="l" t="t" r="r" b="b"/>
            <a:pathLst>
              <a:path w="4004" h="6005" extrusionOk="0">
                <a:moveTo>
                  <a:pt x="1" y="0"/>
                </a:moveTo>
                <a:lnTo>
                  <a:pt x="1" y="267"/>
                </a:lnTo>
                <a:lnTo>
                  <a:pt x="1" y="5904"/>
                </a:lnTo>
                <a:cubicBezTo>
                  <a:pt x="1" y="5938"/>
                  <a:pt x="1" y="5971"/>
                  <a:pt x="34" y="6004"/>
                </a:cubicBezTo>
                <a:lnTo>
                  <a:pt x="34" y="4837"/>
                </a:lnTo>
                <a:cubicBezTo>
                  <a:pt x="1" y="4737"/>
                  <a:pt x="67" y="4637"/>
                  <a:pt x="168" y="4603"/>
                </a:cubicBezTo>
                <a:lnTo>
                  <a:pt x="3703" y="3503"/>
                </a:lnTo>
                <a:cubicBezTo>
                  <a:pt x="3904" y="3436"/>
                  <a:pt x="4004" y="3236"/>
                  <a:pt x="3970" y="3036"/>
                </a:cubicBezTo>
                <a:cubicBezTo>
                  <a:pt x="3904" y="2635"/>
                  <a:pt x="3904" y="2202"/>
                  <a:pt x="3970" y="1768"/>
                </a:cubicBezTo>
                <a:cubicBezTo>
                  <a:pt x="3970" y="1568"/>
                  <a:pt x="3803" y="1368"/>
                  <a:pt x="3603" y="1334"/>
                </a:cubicBezTo>
                <a:lnTo>
                  <a:pt x="268" y="267"/>
                </a:lnTo>
                <a:cubicBezTo>
                  <a:pt x="101" y="234"/>
                  <a:pt x="1" y="100"/>
                  <a:pt x="1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0"/>
          <p:cNvSpPr/>
          <p:nvPr/>
        </p:nvSpPr>
        <p:spPr>
          <a:xfrm>
            <a:off x="12991098" y="3612884"/>
            <a:ext cx="75231" cy="85985"/>
          </a:xfrm>
          <a:custGeom>
            <a:avLst/>
            <a:gdLst/>
            <a:ahLst/>
            <a:cxnLst/>
            <a:rect l="l" t="t" r="r" b="b"/>
            <a:pathLst>
              <a:path w="4204" h="4805" extrusionOk="0">
                <a:moveTo>
                  <a:pt x="4070" y="1"/>
                </a:moveTo>
                <a:lnTo>
                  <a:pt x="201" y="634"/>
                </a:lnTo>
                <a:cubicBezTo>
                  <a:pt x="168" y="651"/>
                  <a:pt x="134" y="660"/>
                  <a:pt x="101" y="660"/>
                </a:cubicBezTo>
                <a:cubicBezTo>
                  <a:pt x="68" y="660"/>
                  <a:pt x="34" y="651"/>
                  <a:pt x="1" y="634"/>
                </a:cubicBezTo>
                <a:lnTo>
                  <a:pt x="1" y="4804"/>
                </a:lnTo>
                <a:lnTo>
                  <a:pt x="201" y="4804"/>
                </a:lnTo>
                <a:lnTo>
                  <a:pt x="4070" y="4137"/>
                </a:lnTo>
                <a:lnTo>
                  <a:pt x="4204" y="4137"/>
                </a:lnTo>
                <a:lnTo>
                  <a:pt x="4204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0"/>
          <p:cNvSpPr/>
          <p:nvPr/>
        </p:nvSpPr>
        <p:spPr>
          <a:xfrm>
            <a:off x="13066310" y="3612884"/>
            <a:ext cx="45382" cy="86576"/>
          </a:xfrm>
          <a:custGeom>
            <a:avLst/>
            <a:gdLst/>
            <a:ahLst/>
            <a:cxnLst/>
            <a:rect l="l" t="t" r="r" b="b"/>
            <a:pathLst>
              <a:path w="2536" h="4838" extrusionOk="0">
                <a:moveTo>
                  <a:pt x="1" y="1"/>
                </a:moveTo>
                <a:lnTo>
                  <a:pt x="1" y="4137"/>
                </a:lnTo>
                <a:cubicBezTo>
                  <a:pt x="234" y="4170"/>
                  <a:pt x="434" y="4237"/>
                  <a:pt x="601" y="4370"/>
                </a:cubicBezTo>
                <a:cubicBezTo>
                  <a:pt x="868" y="4537"/>
                  <a:pt x="1102" y="4671"/>
                  <a:pt x="1368" y="4837"/>
                </a:cubicBezTo>
                <a:cubicBezTo>
                  <a:pt x="1368" y="4837"/>
                  <a:pt x="1402" y="3903"/>
                  <a:pt x="1402" y="3770"/>
                </a:cubicBezTo>
                <a:cubicBezTo>
                  <a:pt x="1402" y="3737"/>
                  <a:pt x="1402" y="3703"/>
                  <a:pt x="1402" y="3703"/>
                </a:cubicBezTo>
                <a:lnTo>
                  <a:pt x="2469" y="1568"/>
                </a:lnTo>
                <a:cubicBezTo>
                  <a:pt x="2536" y="1435"/>
                  <a:pt x="2403" y="1235"/>
                  <a:pt x="2202" y="1101"/>
                </a:cubicBezTo>
                <a:cubicBezTo>
                  <a:pt x="1635" y="868"/>
                  <a:pt x="1102" y="568"/>
                  <a:pt x="635" y="201"/>
                </a:cubicBezTo>
                <a:cubicBezTo>
                  <a:pt x="434" y="101"/>
                  <a:pt x="234" y="34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0"/>
          <p:cNvSpPr/>
          <p:nvPr/>
        </p:nvSpPr>
        <p:spPr>
          <a:xfrm>
            <a:off x="13171980" y="3663026"/>
            <a:ext cx="44183" cy="114027"/>
          </a:xfrm>
          <a:custGeom>
            <a:avLst/>
            <a:gdLst/>
            <a:ahLst/>
            <a:cxnLst/>
            <a:rect l="l" t="t" r="r" b="b"/>
            <a:pathLst>
              <a:path w="2469" h="6372" extrusionOk="0">
                <a:moveTo>
                  <a:pt x="2468" y="1"/>
                </a:moveTo>
                <a:cubicBezTo>
                  <a:pt x="2368" y="1"/>
                  <a:pt x="2302" y="67"/>
                  <a:pt x="2235" y="134"/>
                </a:cubicBezTo>
                <a:lnTo>
                  <a:pt x="367" y="2102"/>
                </a:lnTo>
                <a:cubicBezTo>
                  <a:pt x="267" y="2169"/>
                  <a:pt x="133" y="2236"/>
                  <a:pt x="0" y="2236"/>
                </a:cubicBezTo>
                <a:lnTo>
                  <a:pt x="0" y="6372"/>
                </a:lnTo>
                <a:cubicBezTo>
                  <a:pt x="133" y="6372"/>
                  <a:pt x="234" y="6305"/>
                  <a:pt x="334" y="6239"/>
                </a:cubicBezTo>
                <a:lnTo>
                  <a:pt x="2235" y="4270"/>
                </a:lnTo>
                <a:cubicBezTo>
                  <a:pt x="2302" y="4204"/>
                  <a:pt x="2368" y="4170"/>
                  <a:pt x="2468" y="4137"/>
                </a:cubicBezTo>
                <a:lnTo>
                  <a:pt x="2468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40"/>
          <p:cNvSpPr/>
          <p:nvPr/>
        </p:nvSpPr>
        <p:spPr>
          <a:xfrm>
            <a:off x="13216145" y="3661577"/>
            <a:ext cx="56727" cy="74891"/>
          </a:xfrm>
          <a:custGeom>
            <a:avLst/>
            <a:gdLst/>
            <a:ahLst/>
            <a:cxnLst/>
            <a:rect l="l" t="t" r="r" b="b"/>
            <a:pathLst>
              <a:path w="3170" h="4185" extrusionOk="0">
                <a:moveTo>
                  <a:pt x="3011" y="0"/>
                </a:moveTo>
                <a:cubicBezTo>
                  <a:pt x="2984" y="0"/>
                  <a:pt x="2958" y="4"/>
                  <a:pt x="2936" y="15"/>
                </a:cubicBezTo>
                <a:cubicBezTo>
                  <a:pt x="2502" y="32"/>
                  <a:pt x="2077" y="40"/>
                  <a:pt x="1652" y="40"/>
                </a:cubicBezTo>
                <a:cubicBezTo>
                  <a:pt x="1226" y="40"/>
                  <a:pt x="801" y="32"/>
                  <a:pt x="367" y="15"/>
                </a:cubicBezTo>
                <a:cubicBezTo>
                  <a:pt x="234" y="15"/>
                  <a:pt x="101" y="15"/>
                  <a:pt x="0" y="82"/>
                </a:cubicBezTo>
                <a:lnTo>
                  <a:pt x="0" y="4185"/>
                </a:lnTo>
                <a:cubicBezTo>
                  <a:pt x="101" y="4151"/>
                  <a:pt x="234" y="4118"/>
                  <a:pt x="367" y="4118"/>
                </a:cubicBezTo>
                <a:cubicBezTo>
                  <a:pt x="801" y="4151"/>
                  <a:pt x="1226" y="4168"/>
                  <a:pt x="1652" y="4168"/>
                </a:cubicBezTo>
                <a:cubicBezTo>
                  <a:pt x="2077" y="4168"/>
                  <a:pt x="2502" y="4151"/>
                  <a:pt x="2936" y="4118"/>
                </a:cubicBezTo>
                <a:cubicBezTo>
                  <a:pt x="3003" y="4118"/>
                  <a:pt x="3103" y="4151"/>
                  <a:pt x="3169" y="4151"/>
                </a:cubicBezTo>
                <a:lnTo>
                  <a:pt x="3169" y="15"/>
                </a:lnTo>
                <a:cubicBezTo>
                  <a:pt x="3125" y="15"/>
                  <a:pt x="3066" y="0"/>
                  <a:pt x="30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0"/>
          <p:cNvSpPr/>
          <p:nvPr/>
        </p:nvSpPr>
        <p:spPr>
          <a:xfrm>
            <a:off x="13273445" y="3661827"/>
            <a:ext cx="44201" cy="114635"/>
          </a:xfrm>
          <a:custGeom>
            <a:avLst/>
            <a:gdLst/>
            <a:ahLst/>
            <a:cxnLst/>
            <a:rect l="l" t="t" r="r" b="b"/>
            <a:pathLst>
              <a:path w="2470" h="6406" extrusionOk="0">
                <a:moveTo>
                  <a:pt x="1" y="1"/>
                </a:moveTo>
                <a:lnTo>
                  <a:pt x="1" y="4137"/>
                </a:lnTo>
                <a:cubicBezTo>
                  <a:pt x="168" y="4204"/>
                  <a:pt x="301" y="4271"/>
                  <a:pt x="434" y="4404"/>
                </a:cubicBezTo>
                <a:lnTo>
                  <a:pt x="2102" y="6172"/>
                </a:lnTo>
                <a:cubicBezTo>
                  <a:pt x="2202" y="6272"/>
                  <a:pt x="2336" y="6372"/>
                  <a:pt x="2469" y="6406"/>
                </a:cubicBezTo>
                <a:lnTo>
                  <a:pt x="2469" y="2269"/>
                </a:lnTo>
                <a:cubicBezTo>
                  <a:pt x="2336" y="2203"/>
                  <a:pt x="2202" y="2136"/>
                  <a:pt x="2102" y="2036"/>
                </a:cubicBezTo>
                <a:lnTo>
                  <a:pt x="434" y="268"/>
                </a:lnTo>
                <a:cubicBezTo>
                  <a:pt x="301" y="134"/>
                  <a:pt x="168" y="68"/>
                  <a:pt x="1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0"/>
          <p:cNvSpPr/>
          <p:nvPr/>
        </p:nvSpPr>
        <p:spPr>
          <a:xfrm>
            <a:off x="13318218" y="3681529"/>
            <a:ext cx="81798" cy="95524"/>
          </a:xfrm>
          <a:custGeom>
            <a:avLst/>
            <a:gdLst/>
            <a:ahLst/>
            <a:cxnLst/>
            <a:rect l="l" t="t" r="r" b="b"/>
            <a:pathLst>
              <a:path w="4571" h="5338" extrusionOk="0">
                <a:moveTo>
                  <a:pt x="4570" y="1"/>
                </a:moveTo>
                <a:cubicBezTo>
                  <a:pt x="4537" y="101"/>
                  <a:pt x="4470" y="168"/>
                  <a:pt x="4370" y="201"/>
                </a:cubicBezTo>
                <a:lnTo>
                  <a:pt x="267" y="1168"/>
                </a:lnTo>
                <a:cubicBezTo>
                  <a:pt x="217" y="1185"/>
                  <a:pt x="167" y="1193"/>
                  <a:pt x="121" y="1193"/>
                </a:cubicBezTo>
                <a:cubicBezTo>
                  <a:pt x="76" y="1193"/>
                  <a:pt x="34" y="1185"/>
                  <a:pt x="1" y="1168"/>
                </a:cubicBezTo>
                <a:lnTo>
                  <a:pt x="1" y="5338"/>
                </a:lnTo>
                <a:lnTo>
                  <a:pt x="267" y="5338"/>
                </a:lnTo>
                <a:lnTo>
                  <a:pt x="4337" y="4337"/>
                </a:lnTo>
                <a:cubicBezTo>
                  <a:pt x="4470" y="4337"/>
                  <a:pt x="4537" y="4237"/>
                  <a:pt x="4570" y="4137"/>
                </a:cubicBezTo>
                <a:lnTo>
                  <a:pt x="4570" y="2636"/>
                </a:lnTo>
                <a:lnTo>
                  <a:pt x="4570" y="1001"/>
                </a:lnTo>
                <a:lnTo>
                  <a:pt x="457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0"/>
          <p:cNvSpPr/>
          <p:nvPr/>
        </p:nvSpPr>
        <p:spPr>
          <a:xfrm>
            <a:off x="13379097" y="3612884"/>
            <a:ext cx="44201" cy="86576"/>
          </a:xfrm>
          <a:custGeom>
            <a:avLst/>
            <a:gdLst/>
            <a:ahLst/>
            <a:cxnLst/>
            <a:rect l="l" t="t" r="r" b="b"/>
            <a:pathLst>
              <a:path w="2470" h="4838" extrusionOk="0">
                <a:moveTo>
                  <a:pt x="2469" y="1"/>
                </a:moveTo>
                <a:cubicBezTo>
                  <a:pt x="2336" y="1"/>
                  <a:pt x="2169" y="67"/>
                  <a:pt x="2069" y="134"/>
                </a:cubicBezTo>
                <a:cubicBezTo>
                  <a:pt x="1469" y="534"/>
                  <a:pt x="868" y="868"/>
                  <a:pt x="234" y="1168"/>
                </a:cubicBezTo>
                <a:cubicBezTo>
                  <a:pt x="68" y="1268"/>
                  <a:pt x="1" y="1502"/>
                  <a:pt x="134" y="1669"/>
                </a:cubicBezTo>
                <a:lnTo>
                  <a:pt x="1102" y="3603"/>
                </a:lnTo>
                <a:cubicBezTo>
                  <a:pt x="1135" y="3670"/>
                  <a:pt x="1135" y="3703"/>
                  <a:pt x="1135" y="3770"/>
                </a:cubicBezTo>
                <a:lnTo>
                  <a:pt x="1135" y="4837"/>
                </a:lnTo>
                <a:cubicBezTo>
                  <a:pt x="1469" y="4671"/>
                  <a:pt x="1769" y="4471"/>
                  <a:pt x="2069" y="4270"/>
                </a:cubicBezTo>
                <a:cubicBezTo>
                  <a:pt x="2169" y="4204"/>
                  <a:pt x="2336" y="4137"/>
                  <a:pt x="2469" y="4137"/>
                </a:cubicBezTo>
                <a:lnTo>
                  <a:pt x="2469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0"/>
          <p:cNvSpPr/>
          <p:nvPr/>
        </p:nvSpPr>
        <p:spPr>
          <a:xfrm>
            <a:off x="13500872" y="3578866"/>
            <a:ext cx="34645" cy="119395"/>
          </a:xfrm>
          <a:custGeom>
            <a:avLst/>
            <a:gdLst/>
            <a:ahLst/>
            <a:cxnLst/>
            <a:rect l="l" t="t" r="r" b="b"/>
            <a:pathLst>
              <a:path w="1936" h="6672" extrusionOk="0">
                <a:moveTo>
                  <a:pt x="1936" y="0"/>
                </a:moveTo>
                <a:cubicBezTo>
                  <a:pt x="1936" y="34"/>
                  <a:pt x="1936" y="67"/>
                  <a:pt x="1902" y="100"/>
                </a:cubicBezTo>
                <a:lnTo>
                  <a:pt x="301" y="2369"/>
                </a:lnTo>
                <a:cubicBezTo>
                  <a:pt x="201" y="2469"/>
                  <a:pt x="101" y="2502"/>
                  <a:pt x="1" y="2535"/>
                </a:cubicBezTo>
                <a:lnTo>
                  <a:pt x="1" y="6672"/>
                </a:lnTo>
                <a:cubicBezTo>
                  <a:pt x="101" y="6638"/>
                  <a:pt x="201" y="6605"/>
                  <a:pt x="268" y="6505"/>
                </a:cubicBezTo>
                <a:lnTo>
                  <a:pt x="1902" y="4237"/>
                </a:lnTo>
                <a:cubicBezTo>
                  <a:pt x="1936" y="4203"/>
                  <a:pt x="1936" y="4170"/>
                  <a:pt x="1936" y="4137"/>
                </a:cubicBezTo>
                <a:lnTo>
                  <a:pt x="19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40"/>
          <p:cNvSpPr/>
          <p:nvPr/>
        </p:nvSpPr>
        <p:spPr>
          <a:xfrm>
            <a:off x="12955290" y="3367436"/>
            <a:ext cx="580227" cy="335478"/>
          </a:xfrm>
          <a:custGeom>
            <a:avLst/>
            <a:gdLst/>
            <a:ahLst/>
            <a:cxnLst/>
            <a:rect l="l" t="t" r="r" b="b"/>
            <a:pathLst>
              <a:path w="32424" h="18747" extrusionOk="0">
                <a:moveTo>
                  <a:pt x="16213" y="5265"/>
                </a:moveTo>
                <a:cubicBezTo>
                  <a:pt x="17124" y="5265"/>
                  <a:pt x="18050" y="5366"/>
                  <a:pt x="18947" y="5578"/>
                </a:cubicBezTo>
                <a:cubicBezTo>
                  <a:pt x="20282" y="5811"/>
                  <a:pt x="21482" y="6445"/>
                  <a:pt x="22450" y="7345"/>
                </a:cubicBezTo>
                <a:lnTo>
                  <a:pt x="22550" y="7446"/>
                </a:lnTo>
                <a:lnTo>
                  <a:pt x="22650" y="7512"/>
                </a:lnTo>
                <a:cubicBezTo>
                  <a:pt x="22683" y="7579"/>
                  <a:pt x="22750" y="7612"/>
                  <a:pt x="22783" y="7679"/>
                </a:cubicBezTo>
                <a:cubicBezTo>
                  <a:pt x="22817" y="7746"/>
                  <a:pt x="22883" y="7812"/>
                  <a:pt x="22917" y="7913"/>
                </a:cubicBezTo>
                <a:cubicBezTo>
                  <a:pt x="22950" y="7946"/>
                  <a:pt x="22983" y="7979"/>
                  <a:pt x="23017" y="8046"/>
                </a:cubicBezTo>
                <a:lnTo>
                  <a:pt x="23050" y="8113"/>
                </a:lnTo>
                <a:cubicBezTo>
                  <a:pt x="23584" y="9013"/>
                  <a:pt x="23517" y="10147"/>
                  <a:pt x="22850" y="10948"/>
                </a:cubicBezTo>
                <a:cubicBezTo>
                  <a:pt x="22583" y="11315"/>
                  <a:pt x="22250" y="11649"/>
                  <a:pt x="21883" y="11915"/>
                </a:cubicBezTo>
                <a:cubicBezTo>
                  <a:pt x="21683" y="12082"/>
                  <a:pt x="21482" y="12216"/>
                  <a:pt x="21249" y="12349"/>
                </a:cubicBezTo>
                <a:cubicBezTo>
                  <a:pt x="19907" y="13110"/>
                  <a:pt x="18100" y="13540"/>
                  <a:pt x="16230" y="13540"/>
                </a:cubicBezTo>
                <a:cubicBezTo>
                  <a:pt x="15312" y="13540"/>
                  <a:pt x="14378" y="13436"/>
                  <a:pt x="13477" y="13216"/>
                </a:cubicBezTo>
                <a:cubicBezTo>
                  <a:pt x="12643" y="13016"/>
                  <a:pt x="11876" y="12716"/>
                  <a:pt x="11142" y="12316"/>
                </a:cubicBezTo>
                <a:cubicBezTo>
                  <a:pt x="10942" y="12216"/>
                  <a:pt x="10741" y="12082"/>
                  <a:pt x="10541" y="11949"/>
                </a:cubicBezTo>
                <a:cubicBezTo>
                  <a:pt x="10041" y="11582"/>
                  <a:pt x="9641" y="11115"/>
                  <a:pt x="9340" y="10581"/>
                </a:cubicBezTo>
                <a:cubicBezTo>
                  <a:pt x="9307" y="10548"/>
                  <a:pt x="9307" y="10514"/>
                  <a:pt x="9274" y="10514"/>
                </a:cubicBezTo>
                <a:cubicBezTo>
                  <a:pt x="9240" y="10381"/>
                  <a:pt x="9274" y="10448"/>
                  <a:pt x="9207" y="10314"/>
                </a:cubicBezTo>
                <a:cubicBezTo>
                  <a:pt x="8873" y="9480"/>
                  <a:pt x="9007" y="8546"/>
                  <a:pt x="9574" y="7812"/>
                </a:cubicBezTo>
                <a:cubicBezTo>
                  <a:pt x="10733" y="6225"/>
                  <a:pt x="13397" y="5265"/>
                  <a:pt x="16213" y="5265"/>
                </a:cubicBezTo>
                <a:close/>
                <a:moveTo>
                  <a:pt x="12033" y="0"/>
                </a:moveTo>
                <a:cubicBezTo>
                  <a:pt x="12003" y="0"/>
                  <a:pt x="11972" y="3"/>
                  <a:pt x="11942" y="7"/>
                </a:cubicBezTo>
                <a:lnTo>
                  <a:pt x="7839" y="974"/>
                </a:lnTo>
                <a:cubicBezTo>
                  <a:pt x="7706" y="1008"/>
                  <a:pt x="7606" y="1141"/>
                  <a:pt x="7606" y="1274"/>
                </a:cubicBezTo>
                <a:cubicBezTo>
                  <a:pt x="7606" y="1308"/>
                  <a:pt x="7639" y="1375"/>
                  <a:pt x="7639" y="1408"/>
                </a:cubicBezTo>
                <a:lnTo>
                  <a:pt x="8640" y="3376"/>
                </a:lnTo>
                <a:cubicBezTo>
                  <a:pt x="8740" y="3543"/>
                  <a:pt x="8673" y="3743"/>
                  <a:pt x="8506" y="3843"/>
                </a:cubicBezTo>
                <a:cubicBezTo>
                  <a:pt x="8206" y="4010"/>
                  <a:pt x="7906" y="4143"/>
                  <a:pt x="7606" y="4310"/>
                </a:cubicBezTo>
                <a:cubicBezTo>
                  <a:pt x="7306" y="4510"/>
                  <a:pt x="7005" y="4677"/>
                  <a:pt x="6705" y="4910"/>
                </a:cubicBezTo>
                <a:cubicBezTo>
                  <a:pt x="6555" y="4985"/>
                  <a:pt x="6367" y="5023"/>
                  <a:pt x="6199" y="5023"/>
                </a:cubicBezTo>
                <a:cubicBezTo>
                  <a:pt x="6142" y="5023"/>
                  <a:pt x="6088" y="5019"/>
                  <a:pt x="6038" y="5010"/>
                </a:cubicBezTo>
                <a:lnTo>
                  <a:pt x="2269" y="4410"/>
                </a:lnTo>
                <a:cubicBezTo>
                  <a:pt x="2234" y="4404"/>
                  <a:pt x="2199" y="4402"/>
                  <a:pt x="2163" y="4402"/>
                </a:cubicBezTo>
                <a:cubicBezTo>
                  <a:pt x="1990" y="4402"/>
                  <a:pt x="1806" y="4466"/>
                  <a:pt x="1668" y="4577"/>
                </a:cubicBezTo>
                <a:lnTo>
                  <a:pt x="34" y="6845"/>
                </a:lnTo>
                <a:cubicBezTo>
                  <a:pt x="34" y="6878"/>
                  <a:pt x="0" y="6912"/>
                  <a:pt x="0" y="6945"/>
                </a:cubicBezTo>
                <a:cubicBezTo>
                  <a:pt x="0" y="7045"/>
                  <a:pt x="134" y="7179"/>
                  <a:pt x="301" y="7212"/>
                </a:cubicBezTo>
                <a:lnTo>
                  <a:pt x="3636" y="8279"/>
                </a:lnTo>
                <a:cubicBezTo>
                  <a:pt x="3836" y="8313"/>
                  <a:pt x="4003" y="8513"/>
                  <a:pt x="4003" y="8713"/>
                </a:cubicBezTo>
                <a:cubicBezTo>
                  <a:pt x="3937" y="9147"/>
                  <a:pt x="3937" y="9580"/>
                  <a:pt x="4003" y="10014"/>
                </a:cubicBezTo>
                <a:cubicBezTo>
                  <a:pt x="4037" y="10181"/>
                  <a:pt x="3903" y="10381"/>
                  <a:pt x="3736" y="10448"/>
                </a:cubicBezTo>
                <a:lnTo>
                  <a:pt x="201" y="11582"/>
                </a:lnTo>
                <a:cubicBezTo>
                  <a:pt x="100" y="11582"/>
                  <a:pt x="34" y="11682"/>
                  <a:pt x="34" y="11782"/>
                </a:cubicBezTo>
                <a:cubicBezTo>
                  <a:pt x="34" y="11882"/>
                  <a:pt x="67" y="11949"/>
                  <a:pt x="134" y="12015"/>
                </a:cubicBezTo>
                <a:lnTo>
                  <a:pt x="1602" y="14084"/>
                </a:lnTo>
                <a:cubicBezTo>
                  <a:pt x="1735" y="14284"/>
                  <a:pt x="1968" y="14384"/>
                  <a:pt x="2202" y="14384"/>
                </a:cubicBezTo>
                <a:lnTo>
                  <a:pt x="6071" y="13717"/>
                </a:lnTo>
                <a:cubicBezTo>
                  <a:pt x="6338" y="13717"/>
                  <a:pt x="6605" y="13783"/>
                  <a:pt x="6805" y="13917"/>
                </a:cubicBezTo>
                <a:cubicBezTo>
                  <a:pt x="7306" y="14284"/>
                  <a:pt x="7839" y="14584"/>
                  <a:pt x="8373" y="14817"/>
                </a:cubicBezTo>
                <a:cubicBezTo>
                  <a:pt x="8607" y="14951"/>
                  <a:pt x="8740" y="15151"/>
                  <a:pt x="8673" y="15284"/>
                </a:cubicBezTo>
                <a:lnTo>
                  <a:pt x="7606" y="17419"/>
                </a:lnTo>
                <a:cubicBezTo>
                  <a:pt x="7539" y="17553"/>
                  <a:pt x="7673" y="17720"/>
                  <a:pt x="7906" y="17786"/>
                </a:cubicBezTo>
                <a:lnTo>
                  <a:pt x="11809" y="18720"/>
                </a:lnTo>
                <a:cubicBezTo>
                  <a:pt x="11871" y="18738"/>
                  <a:pt x="11934" y="18746"/>
                  <a:pt x="11995" y="18746"/>
                </a:cubicBezTo>
                <a:cubicBezTo>
                  <a:pt x="12163" y="18746"/>
                  <a:pt x="12321" y="18685"/>
                  <a:pt x="12443" y="18587"/>
                </a:cubicBezTo>
                <a:lnTo>
                  <a:pt x="14344" y="16619"/>
                </a:lnTo>
                <a:cubicBezTo>
                  <a:pt x="14511" y="16485"/>
                  <a:pt x="14744" y="16419"/>
                  <a:pt x="14944" y="16419"/>
                </a:cubicBezTo>
                <a:cubicBezTo>
                  <a:pt x="15378" y="16452"/>
                  <a:pt x="15803" y="16469"/>
                  <a:pt x="16229" y="16469"/>
                </a:cubicBezTo>
                <a:cubicBezTo>
                  <a:pt x="16654" y="16469"/>
                  <a:pt x="17079" y="16452"/>
                  <a:pt x="17513" y="16419"/>
                </a:cubicBezTo>
                <a:cubicBezTo>
                  <a:pt x="17780" y="16419"/>
                  <a:pt x="18013" y="16519"/>
                  <a:pt x="18213" y="16719"/>
                </a:cubicBezTo>
                <a:lnTo>
                  <a:pt x="19881" y="18487"/>
                </a:lnTo>
                <a:cubicBezTo>
                  <a:pt x="20027" y="18632"/>
                  <a:pt x="20222" y="18727"/>
                  <a:pt x="20425" y="18727"/>
                </a:cubicBezTo>
                <a:cubicBezTo>
                  <a:pt x="20455" y="18727"/>
                  <a:pt x="20485" y="18725"/>
                  <a:pt x="20515" y="18720"/>
                </a:cubicBezTo>
                <a:lnTo>
                  <a:pt x="24618" y="17753"/>
                </a:lnTo>
                <a:cubicBezTo>
                  <a:pt x="24785" y="17686"/>
                  <a:pt x="24885" y="17486"/>
                  <a:pt x="24785" y="17353"/>
                </a:cubicBezTo>
                <a:lnTo>
                  <a:pt x="23784" y="15385"/>
                </a:lnTo>
                <a:cubicBezTo>
                  <a:pt x="23684" y="15218"/>
                  <a:pt x="23751" y="14984"/>
                  <a:pt x="23917" y="14918"/>
                </a:cubicBezTo>
                <a:cubicBezTo>
                  <a:pt x="24551" y="14617"/>
                  <a:pt x="25152" y="14250"/>
                  <a:pt x="25719" y="13850"/>
                </a:cubicBezTo>
                <a:cubicBezTo>
                  <a:pt x="25894" y="13775"/>
                  <a:pt x="26069" y="13738"/>
                  <a:pt x="26244" y="13738"/>
                </a:cubicBezTo>
                <a:cubicBezTo>
                  <a:pt x="26303" y="13738"/>
                  <a:pt x="26361" y="13742"/>
                  <a:pt x="26419" y="13750"/>
                </a:cubicBezTo>
                <a:lnTo>
                  <a:pt x="30155" y="14384"/>
                </a:lnTo>
                <a:cubicBezTo>
                  <a:pt x="30190" y="14390"/>
                  <a:pt x="30225" y="14392"/>
                  <a:pt x="30261" y="14392"/>
                </a:cubicBezTo>
                <a:cubicBezTo>
                  <a:pt x="30434" y="14392"/>
                  <a:pt x="30618" y="14328"/>
                  <a:pt x="30756" y="14217"/>
                </a:cubicBezTo>
                <a:lnTo>
                  <a:pt x="32390" y="11949"/>
                </a:lnTo>
                <a:cubicBezTo>
                  <a:pt x="32390" y="11915"/>
                  <a:pt x="32424" y="11882"/>
                  <a:pt x="32424" y="11849"/>
                </a:cubicBezTo>
                <a:cubicBezTo>
                  <a:pt x="32424" y="11815"/>
                  <a:pt x="32390" y="11782"/>
                  <a:pt x="32390" y="11749"/>
                </a:cubicBezTo>
                <a:cubicBezTo>
                  <a:pt x="32323" y="11649"/>
                  <a:pt x="32223" y="11582"/>
                  <a:pt x="32123" y="11548"/>
                </a:cubicBezTo>
                <a:lnTo>
                  <a:pt x="28788" y="10514"/>
                </a:lnTo>
                <a:cubicBezTo>
                  <a:pt x="28587" y="10448"/>
                  <a:pt x="28421" y="10281"/>
                  <a:pt x="28421" y="10047"/>
                </a:cubicBezTo>
                <a:cubicBezTo>
                  <a:pt x="28487" y="9647"/>
                  <a:pt x="28487" y="9213"/>
                  <a:pt x="28421" y="8780"/>
                </a:cubicBezTo>
                <a:cubicBezTo>
                  <a:pt x="28387" y="8580"/>
                  <a:pt x="28521" y="8413"/>
                  <a:pt x="28688" y="8346"/>
                </a:cubicBezTo>
                <a:lnTo>
                  <a:pt x="32223" y="7212"/>
                </a:lnTo>
                <a:cubicBezTo>
                  <a:pt x="32323" y="7179"/>
                  <a:pt x="32390" y="7112"/>
                  <a:pt x="32390" y="7012"/>
                </a:cubicBezTo>
                <a:cubicBezTo>
                  <a:pt x="32390" y="6912"/>
                  <a:pt x="32357" y="6845"/>
                  <a:pt x="32290" y="6778"/>
                </a:cubicBezTo>
                <a:lnTo>
                  <a:pt x="30822" y="4710"/>
                </a:lnTo>
                <a:cubicBezTo>
                  <a:pt x="30689" y="4510"/>
                  <a:pt x="30455" y="4410"/>
                  <a:pt x="30222" y="4410"/>
                </a:cubicBezTo>
                <a:lnTo>
                  <a:pt x="26353" y="5077"/>
                </a:lnTo>
                <a:cubicBezTo>
                  <a:pt x="26086" y="5077"/>
                  <a:pt x="25819" y="4977"/>
                  <a:pt x="25619" y="4844"/>
                </a:cubicBezTo>
                <a:cubicBezTo>
                  <a:pt x="25385" y="4677"/>
                  <a:pt x="25118" y="4510"/>
                  <a:pt x="24851" y="4343"/>
                </a:cubicBezTo>
                <a:cubicBezTo>
                  <a:pt x="24585" y="4177"/>
                  <a:pt x="24318" y="4043"/>
                  <a:pt x="24051" y="3910"/>
                </a:cubicBezTo>
                <a:cubicBezTo>
                  <a:pt x="23784" y="3810"/>
                  <a:pt x="23684" y="3609"/>
                  <a:pt x="23784" y="3476"/>
                </a:cubicBezTo>
                <a:lnTo>
                  <a:pt x="24851" y="1341"/>
                </a:lnTo>
                <a:cubicBezTo>
                  <a:pt x="24851" y="1341"/>
                  <a:pt x="24851" y="1308"/>
                  <a:pt x="24851" y="1274"/>
                </a:cubicBezTo>
                <a:cubicBezTo>
                  <a:pt x="24851" y="1141"/>
                  <a:pt x="24751" y="1041"/>
                  <a:pt x="24551" y="974"/>
                </a:cubicBezTo>
                <a:lnTo>
                  <a:pt x="20615" y="40"/>
                </a:lnTo>
                <a:cubicBezTo>
                  <a:pt x="20541" y="19"/>
                  <a:pt x="20467" y="8"/>
                  <a:pt x="20395" y="8"/>
                </a:cubicBezTo>
                <a:cubicBezTo>
                  <a:pt x="20240" y="8"/>
                  <a:pt x="20095" y="60"/>
                  <a:pt x="19981" y="174"/>
                </a:cubicBezTo>
                <a:lnTo>
                  <a:pt x="18113" y="2142"/>
                </a:lnTo>
                <a:cubicBezTo>
                  <a:pt x="17947" y="2275"/>
                  <a:pt x="17713" y="2342"/>
                  <a:pt x="17513" y="2342"/>
                </a:cubicBezTo>
                <a:cubicBezTo>
                  <a:pt x="17079" y="2309"/>
                  <a:pt x="16646" y="2292"/>
                  <a:pt x="16216" y="2292"/>
                </a:cubicBezTo>
                <a:cubicBezTo>
                  <a:pt x="15787" y="2292"/>
                  <a:pt x="15361" y="2309"/>
                  <a:pt x="14944" y="2342"/>
                </a:cubicBezTo>
                <a:cubicBezTo>
                  <a:pt x="14678" y="2309"/>
                  <a:pt x="14444" y="2208"/>
                  <a:pt x="14244" y="2042"/>
                </a:cubicBezTo>
                <a:lnTo>
                  <a:pt x="12576" y="240"/>
                </a:lnTo>
                <a:cubicBezTo>
                  <a:pt x="12431" y="95"/>
                  <a:pt x="12235" y="0"/>
                  <a:pt x="12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0"/>
          <p:cNvSpPr/>
          <p:nvPr/>
        </p:nvSpPr>
        <p:spPr>
          <a:xfrm>
            <a:off x="1933156" y="-2714288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0" y="1"/>
                </a:moveTo>
                <a:cubicBezTo>
                  <a:pt x="38843" y="1"/>
                  <a:pt x="36498" y="1880"/>
                  <a:pt x="34758" y="5176"/>
                </a:cubicBezTo>
                <a:lnTo>
                  <a:pt x="4203" y="62450"/>
                </a:lnTo>
                <a:cubicBezTo>
                  <a:pt x="300" y="69822"/>
                  <a:pt x="0" y="79129"/>
                  <a:pt x="3536" y="82731"/>
                </a:cubicBezTo>
                <a:cubicBezTo>
                  <a:pt x="3836" y="83065"/>
                  <a:pt x="4203" y="83332"/>
                  <a:pt x="4570" y="83565"/>
                </a:cubicBezTo>
                <a:cubicBezTo>
                  <a:pt x="5471" y="84065"/>
                  <a:pt x="9307" y="86300"/>
                  <a:pt x="9674" y="86501"/>
                </a:cubicBezTo>
                <a:cubicBezTo>
                  <a:pt x="10362" y="86902"/>
                  <a:pt x="11108" y="87096"/>
                  <a:pt x="11886" y="87096"/>
                </a:cubicBezTo>
                <a:cubicBezTo>
                  <a:pt x="15177" y="87096"/>
                  <a:pt x="19040" y="83635"/>
                  <a:pt x="21549" y="77861"/>
                </a:cubicBezTo>
                <a:lnTo>
                  <a:pt x="48368" y="16751"/>
                </a:lnTo>
                <a:cubicBezTo>
                  <a:pt x="50536" y="11814"/>
                  <a:pt x="50469" y="6176"/>
                  <a:pt x="48234" y="3908"/>
                </a:cubicBezTo>
                <a:cubicBezTo>
                  <a:pt x="48001" y="3675"/>
                  <a:pt x="47767" y="3474"/>
                  <a:pt x="47467" y="3308"/>
                </a:cubicBezTo>
                <a:cubicBezTo>
                  <a:pt x="46567" y="2807"/>
                  <a:pt x="42664" y="539"/>
                  <a:pt x="42397" y="406"/>
                </a:cubicBezTo>
                <a:cubicBezTo>
                  <a:pt x="41922" y="133"/>
                  <a:pt x="41407" y="1"/>
                  <a:pt x="40870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0"/>
          <p:cNvSpPr/>
          <p:nvPr/>
        </p:nvSpPr>
        <p:spPr>
          <a:xfrm>
            <a:off x="-1198774" y="601454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0" y="1"/>
                </a:moveTo>
                <a:cubicBezTo>
                  <a:pt x="38843" y="1"/>
                  <a:pt x="36498" y="1880"/>
                  <a:pt x="34758" y="5176"/>
                </a:cubicBezTo>
                <a:lnTo>
                  <a:pt x="4203" y="62450"/>
                </a:lnTo>
                <a:cubicBezTo>
                  <a:pt x="300" y="69822"/>
                  <a:pt x="0" y="79129"/>
                  <a:pt x="3536" y="82731"/>
                </a:cubicBezTo>
                <a:cubicBezTo>
                  <a:pt x="3836" y="83065"/>
                  <a:pt x="4203" y="83332"/>
                  <a:pt x="4570" y="83565"/>
                </a:cubicBezTo>
                <a:cubicBezTo>
                  <a:pt x="5471" y="84065"/>
                  <a:pt x="9307" y="86300"/>
                  <a:pt x="9674" y="86501"/>
                </a:cubicBezTo>
                <a:cubicBezTo>
                  <a:pt x="10362" y="86902"/>
                  <a:pt x="11108" y="87096"/>
                  <a:pt x="11886" y="87096"/>
                </a:cubicBezTo>
                <a:cubicBezTo>
                  <a:pt x="15177" y="87096"/>
                  <a:pt x="19040" y="83635"/>
                  <a:pt x="21549" y="77861"/>
                </a:cubicBezTo>
                <a:lnTo>
                  <a:pt x="48368" y="16751"/>
                </a:lnTo>
                <a:cubicBezTo>
                  <a:pt x="50536" y="11814"/>
                  <a:pt x="50469" y="6176"/>
                  <a:pt x="48234" y="3908"/>
                </a:cubicBezTo>
                <a:cubicBezTo>
                  <a:pt x="48001" y="3675"/>
                  <a:pt x="47767" y="3474"/>
                  <a:pt x="47467" y="3308"/>
                </a:cubicBezTo>
                <a:cubicBezTo>
                  <a:pt x="46567" y="2807"/>
                  <a:pt x="42664" y="539"/>
                  <a:pt x="42397" y="406"/>
                </a:cubicBezTo>
                <a:cubicBezTo>
                  <a:pt x="41922" y="133"/>
                  <a:pt x="41407" y="1"/>
                  <a:pt x="40870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40"/>
          <p:cNvSpPr/>
          <p:nvPr/>
        </p:nvSpPr>
        <p:spPr>
          <a:xfrm>
            <a:off x="9457503" y="6428173"/>
            <a:ext cx="813632" cy="1506365"/>
          </a:xfrm>
          <a:custGeom>
            <a:avLst/>
            <a:gdLst/>
            <a:ahLst/>
            <a:cxnLst/>
            <a:rect l="l" t="t" r="r" b="b"/>
            <a:pathLst>
              <a:path w="45467" h="84178" extrusionOk="0">
                <a:moveTo>
                  <a:pt x="40884" y="1"/>
                </a:moveTo>
                <a:cubicBezTo>
                  <a:pt x="38856" y="1"/>
                  <a:pt x="36506" y="1879"/>
                  <a:pt x="34758" y="5162"/>
                </a:cubicBezTo>
                <a:lnTo>
                  <a:pt x="4237" y="62469"/>
                </a:lnTo>
                <a:cubicBezTo>
                  <a:pt x="301" y="69841"/>
                  <a:pt x="0" y="79148"/>
                  <a:pt x="3570" y="82751"/>
                </a:cubicBezTo>
                <a:cubicBezTo>
                  <a:pt x="4512" y="83720"/>
                  <a:pt x="5626" y="84177"/>
                  <a:pt x="6817" y="84177"/>
                </a:cubicBezTo>
                <a:cubicBezTo>
                  <a:pt x="10094" y="84177"/>
                  <a:pt x="13959" y="80718"/>
                  <a:pt x="16479" y="74945"/>
                </a:cubicBezTo>
                <a:lnTo>
                  <a:pt x="43298" y="13835"/>
                </a:lnTo>
                <a:cubicBezTo>
                  <a:pt x="45466" y="8898"/>
                  <a:pt x="45399" y="3260"/>
                  <a:pt x="43164" y="992"/>
                </a:cubicBezTo>
                <a:cubicBezTo>
                  <a:pt x="42502" y="320"/>
                  <a:pt x="41720" y="1"/>
                  <a:pt x="4088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0"/>
          <p:cNvSpPr/>
          <p:nvPr/>
        </p:nvSpPr>
        <p:spPr>
          <a:xfrm>
            <a:off x="12369712" y="2994684"/>
            <a:ext cx="204755" cy="236572"/>
          </a:xfrm>
          <a:custGeom>
            <a:avLst/>
            <a:gdLst/>
            <a:ahLst/>
            <a:cxnLst/>
            <a:rect l="l" t="t" r="r" b="b"/>
            <a:pathLst>
              <a:path w="11442" h="13220" extrusionOk="0">
                <a:moveTo>
                  <a:pt x="6406" y="1"/>
                </a:moveTo>
                <a:cubicBezTo>
                  <a:pt x="5709" y="1"/>
                  <a:pt x="4930" y="283"/>
                  <a:pt x="4136" y="856"/>
                </a:cubicBezTo>
                <a:cubicBezTo>
                  <a:pt x="1701" y="2557"/>
                  <a:pt x="0" y="6360"/>
                  <a:pt x="367" y="9295"/>
                </a:cubicBezTo>
                <a:cubicBezTo>
                  <a:pt x="534" y="10796"/>
                  <a:pt x="1201" y="11764"/>
                  <a:pt x="2102" y="12164"/>
                </a:cubicBezTo>
                <a:lnTo>
                  <a:pt x="4036" y="12998"/>
                </a:lnTo>
                <a:cubicBezTo>
                  <a:pt x="4342" y="13145"/>
                  <a:pt x="4678" y="13219"/>
                  <a:pt x="5037" y="13219"/>
                </a:cubicBezTo>
                <a:cubicBezTo>
                  <a:pt x="5736" y="13219"/>
                  <a:pt x="6523" y="12937"/>
                  <a:pt x="7339" y="12364"/>
                </a:cubicBezTo>
                <a:cubicBezTo>
                  <a:pt x="9740" y="10663"/>
                  <a:pt x="11442" y="6860"/>
                  <a:pt x="11075" y="3925"/>
                </a:cubicBezTo>
                <a:cubicBezTo>
                  <a:pt x="10908" y="2457"/>
                  <a:pt x="10241" y="1456"/>
                  <a:pt x="9340" y="1056"/>
                </a:cubicBezTo>
                <a:cubicBezTo>
                  <a:pt x="8806" y="789"/>
                  <a:pt x="7972" y="456"/>
                  <a:pt x="7405" y="222"/>
                </a:cubicBezTo>
                <a:cubicBezTo>
                  <a:pt x="7100" y="75"/>
                  <a:pt x="6764" y="1"/>
                  <a:pt x="6406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40"/>
          <p:cNvSpPr/>
          <p:nvPr/>
        </p:nvSpPr>
        <p:spPr>
          <a:xfrm>
            <a:off x="12404929" y="3009876"/>
            <a:ext cx="169537" cy="221379"/>
          </a:xfrm>
          <a:custGeom>
            <a:avLst/>
            <a:gdLst/>
            <a:ahLst/>
            <a:cxnLst/>
            <a:rect l="l" t="t" r="r" b="b"/>
            <a:pathLst>
              <a:path w="9474" h="12371" extrusionOk="0">
                <a:moveTo>
                  <a:pt x="6396" y="1"/>
                </a:moveTo>
                <a:cubicBezTo>
                  <a:pt x="5690" y="1"/>
                  <a:pt x="4896" y="268"/>
                  <a:pt x="4103" y="841"/>
                </a:cubicBezTo>
                <a:cubicBezTo>
                  <a:pt x="1668" y="2542"/>
                  <a:pt x="0" y="6345"/>
                  <a:pt x="367" y="9280"/>
                </a:cubicBezTo>
                <a:cubicBezTo>
                  <a:pt x="534" y="10781"/>
                  <a:pt x="1201" y="11749"/>
                  <a:pt x="2068" y="12149"/>
                </a:cubicBezTo>
                <a:cubicBezTo>
                  <a:pt x="2374" y="12296"/>
                  <a:pt x="2714" y="12370"/>
                  <a:pt x="3076" y="12370"/>
                </a:cubicBezTo>
                <a:cubicBezTo>
                  <a:pt x="3783" y="12370"/>
                  <a:pt x="4577" y="12088"/>
                  <a:pt x="5371" y="11515"/>
                </a:cubicBezTo>
                <a:cubicBezTo>
                  <a:pt x="7772" y="9814"/>
                  <a:pt x="9474" y="6045"/>
                  <a:pt x="9140" y="3076"/>
                </a:cubicBezTo>
                <a:cubicBezTo>
                  <a:pt x="8940" y="1608"/>
                  <a:pt x="8306" y="607"/>
                  <a:pt x="7405" y="207"/>
                </a:cubicBezTo>
                <a:cubicBezTo>
                  <a:pt x="7100" y="71"/>
                  <a:pt x="6759" y="1"/>
                  <a:pt x="6396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0"/>
          <p:cNvSpPr/>
          <p:nvPr/>
        </p:nvSpPr>
        <p:spPr>
          <a:xfrm>
            <a:off x="12941564" y="1936338"/>
            <a:ext cx="109249" cy="130311"/>
          </a:xfrm>
          <a:custGeom>
            <a:avLst/>
            <a:gdLst/>
            <a:ahLst/>
            <a:cxnLst/>
            <a:rect l="l" t="t" r="r" b="b"/>
            <a:pathLst>
              <a:path w="6105" h="7282" extrusionOk="0">
                <a:moveTo>
                  <a:pt x="3443" y="1"/>
                </a:moveTo>
                <a:cubicBezTo>
                  <a:pt x="3063" y="1"/>
                  <a:pt x="2639" y="149"/>
                  <a:pt x="2202" y="455"/>
                </a:cubicBezTo>
                <a:cubicBezTo>
                  <a:pt x="767" y="1589"/>
                  <a:pt x="0" y="3324"/>
                  <a:pt x="100" y="5125"/>
                </a:cubicBezTo>
                <a:cubicBezTo>
                  <a:pt x="100" y="5759"/>
                  <a:pt x="467" y="6360"/>
                  <a:pt x="1068" y="6693"/>
                </a:cubicBezTo>
                <a:lnTo>
                  <a:pt x="2135" y="7160"/>
                </a:lnTo>
                <a:cubicBezTo>
                  <a:pt x="2307" y="7240"/>
                  <a:pt x="2495" y="7281"/>
                  <a:pt x="2695" y="7281"/>
                </a:cubicBezTo>
                <a:cubicBezTo>
                  <a:pt x="3076" y="7281"/>
                  <a:pt x="3499" y="7133"/>
                  <a:pt x="3936" y="6827"/>
                </a:cubicBezTo>
                <a:cubicBezTo>
                  <a:pt x="5337" y="5692"/>
                  <a:pt x="6105" y="3958"/>
                  <a:pt x="6004" y="2157"/>
                </a:cubicBezTo>
                <a:cubicBezTo>
                  <a:pt x="5904" y="1323"/>
                  <a:pt x="5571" y="789"/>
                  <a:pt x="5070" y="589"/>
                </a:cubicBezTo>
                <a:lnTo>
                  <a:pt x="4003" y="122"/>
                </a:lnTo>
                <a:cubicBezTo>
                  <a:pt x="3831" y="41"/>
                  <a:pt x="3643" y="1"/>
                  <a:pt x="3443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0"/>
          <p:cNvSpPr/>
          <p:nvPr/>
        </p:nvSpPr>
        <p:spPr>
          <a:xfrm>
            <a:off x="12960068" y="1944694"/>
            <a:ext cx="90746" cy="121954"/>
          </a:xfrm>
          <a:custGeom>
            <a:avLst/>
            <a:gdLst/>
            <a:ahLst/>
            <a:cxnLst/>
            <a:rect l="l" t="t" r="r" b="b"/>
            <a:pathLst>
              <a:path w="5071" h="6815" extrusionOk="0">
                <a:moveTo>
                  <a:pt x="3458" y="1"/>
                </a:moveTo>
                <a:cubicBezTo>
                  <a:pt x="3077" y="1"/>
                  <a:pt x="2639" y="149"/>
                  <a:pt x="2202" y="455"/>
                </a:cubicBezTo>
                <a:cubicBezTo>
                  <a:pt x="801" y="1589"/>
                  <a:pt x="0" y="3324"/>
                  <a:pt x="134" y="5125"/>
                </a:cubicBezTo>
                <a:cubicBezTo>
                  <a:pt x="234" y="5926"/>
                  <a:pt x="567" y="6460"/>
                  <a:pt x="1068" y="6693"/>
                </a:cubicBezTo>
                <a:cubicBezTo>
                  <a:pt x="1240" y="6773"/>
                  <a:pt x="1428" y="6814"/>
                  <a:pt x="1627" y="6814"/>
                </a:cubicBezTo>
                <a:cubicBezTo>
                  <a:pt x="2008" y="6814"/>
                  <a:pt x="2431" y="6666"/>
                  <a:pt x="2869" y="6360"/>
                </a:cubicBezTo>
                <a:cubicBezTo>
                  <a:pt x="4303" y="5225"/>
                  <a:pt x="5071" y="3491"/>
                  <a:pt x="4970" y="1690"/>
                </a:cubicBezTo>
                <a:cubicBezTo>
                  <a:pt x="4870" y="856"/>
                  <a:pt x="4503" y="322"/>
                  <a:pt x="4003" y="122"/>
                </a:cubicBezTo>
                <a:cubicBezTo>
                  <a:pt x="3842" y="41"/>
                  <a:pt x="3658" y="1"/>
                  <a:pt x="3458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0"/>
          <p:cNvSpPr/>
          <p:nvPr/>
        </p:nvSpPr>
        <p:spPr>
          <a:xfrm>
            <a:off x="12026468" y="1837629"/>
            <a:ext cx="1141343" cy="450399"/>
          </a:xfrm>
          <a:custGeom>
            <a:avLst/>
            <a:gdLst/>
            <a:ahLst/>
            <a:cxnLst/>
            <a:rect l="l" t="t" r="r" b="b"/>
            <a:pathLst>
              <a:path w="63780" h="25169" extrusionOk="0">
                <a:moveTo>
                  <a:pt x="55521" y="0"/>
                </a:moveTo>
                <a:cubicBezTo>
                  <a:pt x="55159" y="0"/>
                  <a:pt x="54795" y="45"/>
                  <a:pt x="54440" y="134"/>
                </a:cubicBezTo>
                <a:lnTo>
                  <a:pt x="7239" y="10174"/>
                </a:lnTo>
                <a:cubicBezTo>
                  <a:pt x="4604" y="10741"/>
                  <a:pt x="1769" y="13910"/>
                  <a:pt x="735" y="17379"/>
                </a:cubicBezTo>
                <a:cubicBezTo>
                  <a:pt x="1" y="19981"/>
                  <a:pt x="468" y="22049"/>
                  <a:pt x="1835" y="22850"/>
                </a:cubicBezTo>
                <a:cubicBezTo>
                  <a:pt x="2269" y="23117"/>
                  <a:pt x="4671" y="24485"/>
                  <a:pt x="5238" y="24818"/>
                </a:cubicBezTo>
                <a:cubicBezTo>
                  <a:pt x="5652" y="25039"/>
                  <a:pt x="6113" y="25169"/>
                  <a:pt x="6562" y="25169"/>
                </a:cubicBezTo>
                <a:cubicBezTo>
                  <a:pt x="6655" y="25169"/>
                  <a:pt x="6747" y="25163"/>
                  <a:pt x="6839" y="25152"/>
                </a:cubicBezTo>
                <a:lnTo>
                  <a:pt x="52205" y="21449"/>
                </a:lnTo>
                <a:cubicBezTo>
                  <a:pt x="56241" y="21115"/>
                  <a:pt x="61011" y="16179"/>
                  <a:pt x="62645" y="10641"/>
                </a:cubicBezTo>
                <a:cubicBezTo>
                  <a:pt x="63780" y="6739"/>
                  <a:pt x="63012" y="3636"/>
                  <a:pt x="61011" y="2469"/>
                </a:cubicBezTo>
                <a:cubicBezTo>
                  <a:pt x="60444" y="2135"/>
                  <a:pt x="58176" y="868"/>
                  <a:pt x="57608" y="534"/>
                </a:cubicBezTo>
                <a:cubicBezTo>
                  <a:pt x="56964" y="178"/>
                  <a:pt x="56245" y="0"/>
                  <a:pt x="55521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0"/>
          <p:cNvSpPr/>
          <p:nvPr/>
        </p:nvSpPr>
        <p:spPr>
          <a:xfrm>
            <a:off x="12026468" y="1837629"/>
            <a:ext cx="1141343" cy="450399"/>
          </a:xfrm>
          <a:custGeom>
            <a:avLst/>
            <a:gdLst/>
            <a:ahLst/>
            <a:cxnLst/>
            <a:rect l="l" t="t" r="r" b="b"/>
            <a:pathLst>
              <a:path w="63780" h="25169" extrusionOk="0">
                <a:moveTo>
                  <a:pt x="55521" y="0"/>
                </a:moveTo>
                <a:cubicBezTo>
                  <a:pt x="55159" y="0"/>
                  <a:pt x="54795" y="45"/>
                  <a:pt x="54440" y="134"/>
                </a:cubicBezTo>
                <a:lnTo>
                  <a:pt x="7239" y="10174"/>
                </a:lnTo>
                <a:cubicBezTo>
                  <a:pt x="4604" y="10741"/>
                  <a:pt x="1769" y="13910"/>
                  <a:pt x="735" y="17379"/>
                </a:cubicBezTo>
                <a:cubicBezTo>
                  <a:pt x="1" y="19981"/>
                  <a:pt x="468" y="22049"/>
                  <a:pt x="1835" y="22850"/>
                </a:cubicBezTo>
                <a:cubicBezTo>
                  <a:pt x="2269" y="23117"/>
                  <a:pt x="4671" y="24485"/>
                  <a:pt x="5238" y="24818"/>
                </a:cubicBezTo>
                <a:cubicBezTo>
                  <a:pt x="5652" y="25039"/>
                  <a:pt x="6113" y="25169"/>
                  <a:pt x="6562" y="25169"/>
                </a:cubicBezTo>
                <a:cubicBezTo>
                  <a:pt x="6655" y="25169"/>
                  <a:pt x="6747" y="25163"/>
                  <a:pt x="6839" y="25152"/>
                </a:cubicBezTo>
                <a:lnTo>
                  <a:pt x="52205" y="21449"/>
                </a:lnTo>
                <a:cubicBezTo>
                  <a:pt x="56241" y="21115"/>
                  <a:pt x="61011" y="16179"/>
                  <a:pt x="62645" y="10641"/>
                </a:cubicBezTo>
                <a:cubicBezTo>
                  <a:pt x="63780" y="6739"/>
                  <a:pt x="63012" y="3636"/>
                  <a:pt x="61011" y="2469"/>
                </a:cubicBezTo>
                <a:cubicBezTo>
                  <a:pt x="60444" y="2135"/>
                  <a:pt x="58176" y="868"/>
                  <a:pt x="57608" y="534"/>
                </a:cubicBezTo>
                <a:cubicBezTo>
                  <a:pt x="56964" y="178"/>
                  <a:pt x="56245" y="0"/>
                  <a:pt x="55521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40"/>
          <p:cNvSpPr/>
          <p:nvPr/>
        </p:nvSpPr>
        <p:spPr>
          <a:xfrm>
            <a:off x="2599764" y="-770344"/>
            <a:ext cx="1090163" cy="415003"/>
          </a:xfrm>
          <a:custGeom>
            <a:avLst/>
            <a:gdLst/>
            <a:ahLst/>
            <a:cxnLst/>
            <a:rect l="l" t="t" r="r" b="b"/>
            <a:pathLst>
              <a:path w="60920" h="23191" extrusionOk="0">
                <a:moveTo>
                  <a:pt x="55833" y="0"/>
                </a:moveTo>
                <a:cubicBezTo>
                  <a:pt x="55465" y="0"/>
                  <a:pt x="55077" y="43"/>
                  <a:pt x="54670" y="130"/>
                </a:cubicBezTo>
                <a:lnTo>
                  <a:pt x="7470" y="10170"/>
                </a:lnTo>
                <a:cubicBezTo>
                  <a:pt x="4834" y="10737"/>
                  <a:pt x="1966" y="13873"/>
                  <a:pt x="965" y="17342"/>
                </a:cubicBezTo>
                <a:cubicBezTo>
                  <a:pt x="1" y="20684"/>
                  <a:pt x="1049" y="23191"/>
                  <a:pt x="3394" y="23191"/>
                </a:cubicBezTo>
                <a:cubicBezTo>
                  <a:pt x="3483" y="23191"/>
                  <a:pt x="3574" y="23187"/>
                  <a:pt x="3667" y="23180"/>
                </a:cubicBezTo>
                <a:lnTo>
                  <a:pt x="49033" y="19477"/>
                </a:lnTo>
                <a:cubicBezTo>
                  <a:pt x="53069" y="19143"/>
                  <a:pt x="57839" y="14240"/>
                  <a:pt x="59473" y="8669"/>
                </a:cubicBezTo>
                <a:cubicBezTo>
                  <a:pt x="60919" y="3668"/>
                  <a:pt x="59264" y="0"/>
                  <a:pt x="55833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0"/>
          <p:cNvSpPr/>
          <p:nvPr/>
        </p:nvSpPr>
        <p:spPr>
          <a:xfrm>
            <a:off x="12145255" y="3721686"/>
            <a:ext cx="704991" cy="361443"/>
          </a:xfrm>
          <a:custGeom>
            <a:avLst/>
            <a:gdLst/>
            <a:ahLst/>
            <a:cxnLst/>
            <a:rect l="l" t="t" r="r" b="b"/>
            <a:pathLst>
              <a:path w="39396" h="20198" extrusionOk="0">
                <a:moveTo>
                  <a:pt x="19715" y="0"/>
                </a:moveTo>
                <a:cubicBezTo>
                  <a:pt x="14695" y="0"/>
                  <a:pt x="9674" y="1109"/>
                  <a:pt x="5838" y="3327"/>
                </a:cubicBezTo>
                <a:cubicBezTo>
                  <a:pt x="5338" y="3628"/>
                  <a:pt x="4838" y="3928"/>
                  <a:pt x="4404" y="4228"/>
                </a:cubicBezTo>
                <a:lnTo>
                  <a:pt x="67" y="4228"/>
                </a:lnTo>
                <a:lnTo>
                  <a:pt x="67" y="9966"/>
                </a:lnTo>
                <a:cubicBezTo>
                  <a:pt x="1" y="12301"/>
                  <a:pt x="1902" y="14636"/>
                  <a:pt x="5805" y="16870"/>
                </a:cubicBezTo>
                <a:cubicBezTo>
                  <a:pt x="9641" y="19089"/>
                  <a:pt x="14670" y="20198"/>
                  <a:pt x="19698" y="20198"/>
                </a:cubicBezTo>
                <a:cubicBezTo>
                  <a:pt x="24727" y="20198"/>
                  <a:pt x="29755" y="19089"/>
                  <a:pt x="33591" y="16870"/>
                </a:cubicBezTo>
                <a:cubicBezTo>
                  <a:pt x="37494" y="14602"/>
                  <a:pt x="39396" y="12267"/>
                  <a:pt x="39329" y="9966"/>
                </a:cubicBezTo>
                <a:lnTo>
                  <a:pt x="39329" y="4228"/>
                </a:lnTo>
                <a:lnTo>
                  <a:pt x="35026" y="4228"/>
                </a:lnTo>
                <a:cubicBezTo>
                  <a:pt x="34592" y="3928"/>
                  <a:pt x="34092" y="3628"/>
                  <a:pt x="33591" y="3327"/>
                </a:cubicBezTo>
                <a:cubicBezTo>
                  <a:pt x="29755" y="1109"/>
                  <a:pt x="24735" y="0"/>
                  <a:pt x="1971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0"/>
          <p:cNvSpPr/>
          <p:nvPr/>
        </p:nvSpPr>
        <p:spPr>
          <a:xfrm>
            <a:off x="0" y="-947516"/>
            <a:ext cx="771239" cy="405626"/>
          </a:xfrm>
          <a:custGeom>
            <a:avLst/>
            <a:gdLst/>
            <a:ahLst/>
            <a:cxnLst/>
            <a:rect l="l" t="t" r="r" b="b"/>
            <a:pathLst>
              <a:path w="43098" h="22667" extrusionOk="0">
                <a:moveTo>
                  <a:pt x="21549" y="1"/>
                </a:moveTo>
                <a:cubicBezTo>
                  <a:pt x="16529" y="1"/>
                  <a:pt x="11508" y="1110"/>
                  <a:pt x="7672" y="3328"/>
                </a:cubicBezTo>
                <a:cubicBezTo>
                  <a:pt x="0" y="7764"/>
                  <a:pt x="0" y="14936"/>
                  <a:pt x="7672" y="19339"/>
                </a:cubicBezTo>
                <a:cubicBezTo>
                  <a:pt x="11492" y="21558"/>
                  <a:pt x="16512" y="22667"/>
                  <a:pt x="21536" y="22667"/>
                </a:cubicBezTo>
                <a:cubicBezTo>
                  <a:pt x="26561" y="22667"/>
                  <a:pt x="31589" y="21558"/>
                  <a:pt x="35425" y="19339"/>
                </a:cubicBezTo>
                <a:cubicBezTo>
                  <a:pt x="43098" y="14936"/>
                  <a:pt x="43098" y="7764"/>
                  <a:pt x="35425" y="3328"/>
                </a:cubicBezTo>
                <a:cubicBezTo>
                  <a:pt x="31589" y="1110"/>
                  <a:pt x="26569" y="1"/>
                  <a:pt x="21549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40"/>
          <p:cNvSpPr/>
          <p:nvPr/>
        </p:nvSpPr>
        <p:spPr>
          <a:xfrm>
            <a:off x="5041724" y="-1934996"/>
            <a:ext cx="463230" cy="923829"/>
          </a:xfrm>
          <a:custGeom>
            <a:avLst/>
            <a:gdLst/>
            <a:ahLst/>
            <a:cxnLst/>
            <a:rect l="l" t="t" r="r" b="b"/>
            <a:pathLst>
              <a:path w="25886" h="51625" extrusionOk="0">
                <a:moveTo>
                  <a:pt x="12943" y="0"/>
                </a:moveTo>
                <a:cubicBezTo>
                  <a:pt x="5805" y="0"/>
                  <a:pt x="1" y="5871"/>
                  <a:pt x="134" y="13043"/>
                </a:cubicBezTo>
                <a:lnTo>
                  <a:pt x="134" y="44298"/>
                </a:lnTo>
                <a:cubicBezTo>
                  <a:pt x="134" y="46200"/>
                  <a:pt x="1402" y="48068"/>
                  <a:pt x="3904" y="49502"/>
                </a:cubicBezTo>
                <a:cubicBezTo>
                  <a:pt x="6398" y="50916"/>
                  <a:pt x="9672" y="51625"/>
                  <a:pt x="12944" y="51625"/>
                </a:cubicBezTo>
                <a:cubicBezTo>
                  <a:pt x="16235" y="51625"/>
                  <a:pt x="19524" y="50907"/>
                  <a:pt x="22016" y="49469"/>
                </a:cubicBezTo>
                <a:cubicBezTo>
                  <a:pt x="24485" y="48034"/>
                  <a:pt x="25719" y="46166"/>
                  <a:pt x="25752" y="44298"/>
                </a:cubicBezTo>
                <a:lnTo>
                  <a:pt x="25752" y="44232"/>
                </a:lnTo>
                <a:lnTo>
                  <a:pt x="25752" y="13043"/>
                </a:lnTo>
                <a:cubicBezTo>
                  <a:pt x="25886" y="5871"/>
                  <a:pt x="20115" y="0"/>
                  <a:pt x="12943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40"/>
          <p:cNvSpPr/>
          <p:nvPr/>
        </p:nvSpPr>
        <p:spPr>
          <a:xfrm>
            <a:off x="12592952" y="3487959"/>
            <a:ext cx="67464" cy="85556"/>
          </a:xfrm>
          <a:custGeom>
            <a:avLst/>
            <a:gdLst/>
            <a:ahLst/>
            <a:cxnLst/>
            <a:rect l="l" t="t" r="r" b="b"/>
            <a:pathLst>
              <a:path w="3770" h="4781" extrusionOk="0">
                <a:moveTo>
                  <a:pt x="2465" y="1"/>
                </a:moveTo>
                <a:cubicBezTo>
                  <a:pt x="2207" y="1"/>
                  <a:pt x="1949" y="88"/>
                  <a:pt x="1735" y="244"/>
                </a:cubicBezTo>
                <a:cubicBezTo>
                  <a:pt x="734" y="877"/>
                  <a:pt x="101" y="1978"/>
                  <a:pt x="34" y="3179"/>
                </a:cubicBezTo>
                <a:cubicBezTo>
                  <a:pt x="1" y="3613"/>
                  <a:pt x="167" y="4013"/>
                  <a:pt x="501" y="4280"/>
                </a:cubicBezTo>
                <a:lnTo>
                  <a:pt x="534" y="4280"/>
                </a:lnTo>
                <a:lnTo>
                  <a:pt x="1368" y="4780"/>
                </a:lnTo>
                <a:lnTo>
                  <a:pt x="1735" y="4146"/>
                </a:lnTo>
                <a:cubicBezTo>
                  <a:pt x="2736" y="3513"/>
                  <a:pt x="3370" y="2412"/>
                  <a:pt x="3436" y="1211"/>
                </a:cubicBezTo>
                <a:lnTo>
                  <a:pt x="3436" y="1144"/>
                </a:lnTo>
                <a:lnTo>
                  <a:pt x="3770" y="610"/>
                </a:lnTo>
                <a:lnTo>
                  <a:pt x="3003" y="143"/>
                </a:lnTo>
                <a:cubicBezTo>
                  <a:pt x="2835" y="46"/>
                  <a:pt x="2651" y="1"/>
                  <a:pt x="2465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0"/>
          <p:cNvSpPr/>
          <p:nvPr/>
        </p:nvSpPr>
        <p:spPr>
          <a:xfrm>
            <a:off x="12592952" y="3487959"/>
            <a:ext cx="67464" cy="85556"/>
          </a:xfrm>
          <a:custGeom>
            <a:avLst/>
            <a:gdLst/>
            <a:ahLst/>
            <a:cxnLst/>
            <a:rect l="l" t="t" r="r" b="b"/>
            <a:pathLst>
              <a:path w="3770" h="4781" extrusionOk="0">
                <a:moveTo>
                  <a:pt x="2465" y="1"/>
                </a:moveTo>
                <a:cubicBezTo>
                  <a:pt x="2207" y="1"/>
                  <a:pt x="1949" y="88"/>
                  <a:pt x="1735" y="244"/>
                </a:cubicBezTo>
                <a:cubicBezTo>
                  <a:pt x="734" y="877"/>
                  <a:pt x="101" y="1978"/>
                  <a:pt x="34" y="3179"/>
                </a:cubicBezTo>
                <a:cubicBezTo>
                  <a:pt x="1" y="3613"/>
                  <a:pt x="167" y="4013"/>
                  <a:pt x="501" y="4280"/>
                </a:cubicBezTo>
                <a:lnTo>
                  <a:pt x="534" y="4280"/>
                </a:lnTo>
                <a:lnTo>
                  <a:pt x="1368" y="4780"/>
                </a:lnTo>
                <a:lnTo>
                  <a:pt x="1735" y="4146"/>
                </a:lnTo>
                <a:cubicBezTo>
                  <a:pt x="2736" y="3513"/>
                  <a:pt x="3370" y="2412"/>
                  <a:pt x="3436" y="1211"/>
                </a:cubicBezTo>
                <a:lnTo>
                  <a:pt x="3436" y="1144"/>
                </a:lnTo>
                <a:lnTo>
                  <a:pt x="3770" y="610"/>
                </a:lnTo>
                <a:lnTo>
                  <a:pt x="3003" y="143"/>
                </a:lnTo>
                <a:cubicBezTo>
                  <a:pt x="2835" y="46"/>
                  <a:pt x="2651" y="1"/>
                  <a:pt x="246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0"/>
          <p:cNvSpPr/>
          <p:nvPr/>
        </p:nvSpPr>
        <p:spPr>
          <a:xfrm>
            <a:off x="12608467" y="3496799"/>
            <a:ext cx="61505" cy="78774"/>
          </a:xfrm>
          <a:custGeom>
            <a:avLst/>
            <a:gdLst/>
            <a:ahLst/>
            <a:cxnLst/>
            <a:rect l="l" t="t" r="r" b="b"/>
            <a:pathLst>
              <a:path w="3437" h="4402" extrusionOk="0">
                <a:moveTo>
                  <a:pt x="2499" y="1"/>
                </a:moveTo>
                <a:cubicBezTo>
                  <a:pt x="2261" y="1"/>
                  <a:pt x="1991" y="81"/>
                  <a:pt x="1702" y="250"/>
                </a:cubicBezTo>
                <a:cubicBezTo>
                  <a:pt x="701" y="884"/>
                  <a:pt x="68" y="1984"/>
                  <a:pt x="1" y="3185"/>
                </a:cubicBezTo>
                <a:cubicBezTo>
                  <a:pt x="1" y="3958"/>
                  <a:pt x="379" y="4402"/>
                  <a:pt x="927" y="4402"/>
                </a:cubicBezTo>
                <a:cubicBezTo>
                  <a:pt x="1160" y="4402"/>
                  <a:pt x="1424" y="4322"/>
                  <a:pt x="1702" y="4153"/>
                </a:cubicBezTo>
                <a:cubicBezTo>
                  <a:pt x="2736" y="3519"/>
                  <a:pt x="3370" y="2418"/>
                  <a:pt x="3437" y="1217"/>
                </a:cubicBezTo>
                <a:cubicBezTo>
                  <a:pt x="3437" y="445"/>
                  <a:pt x="3059" y="1"/>
                  <a:pt x="2499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0"/>
          <p:cNvSpPr/>
          <p:nvPr/>
        </p:nvSpPr>
        <p:spPr>
          <a:xfrm>
            <a:off x="12592952" y="3618951"/>
            <a:ext cx="67464" cy="85878"/>
          </a:xfrm>
          <a:custGeom>
            <a:avLst/>
            <a:gdLst/>
            <a:ahLst/>
            <a:cxnLst/>
            <a:rect l="l" t="t" r="r" b="b"/>
            <a:pathLst>
              <a:path w="3770" h="4799" extrusionOk="0">
                <a:moveTo>
                  <a:pt x="2451" y="0"/>
                </a:moveTo>
                <a:cubicBezTo>
                  <a:pt x="2198" y="0"/>
                  <a:pt x="1945" y="76"/>
                  <a:pt x="1735" y="229"/>
                </a:cubicBezTo>
                <a:cubicBezTo>
                  <a:pt x="734" y="896"/>
                  <a:pt x="101" y="1997"/>
                  <a:pt x="34" y="3198"/>
                </a:cubicBezTo>
                <a:cubicBezTo>
                  <a:pt x="1" y="3631"/>
                  <a:pt x="167" y="4031"/>
                  <a:pt x="534" y="4298"/>
                </a:cubicBezTo>
                <a:lnTo>
                  <a:pt x="568" y="4298"/>
                </a:lnTo>
                <a:lnTo>
                  <a:pt x="1402" y="4799"/>
                </a:lnTo>
                <a:lnTo>
                  <a:pt x="1735" y="4165"/>
                </a:lnTo>
                <a:cubicBezTo>
                  <a:pt x="2769" y="3498"/>
                  <a:pt x="3403" y="2430"/>
                  <a:pt x="3470" y="1196"/>
                </a:cubicBezTo>
                <a:lnTo>
                  <a:pt x="3470" y="1163"/>
                </a:lnTo>
                <a:lnTo>
                  <a:pt x="3770" y="596"/>
                </a:lnTo>
                <a:lnTo>
                  <a:pt x="3003" y="129"/>
                </a:lnTo>
                <a:cubicBezTo>
                  <a:pt x="2831" y="43"/>
                  <a:pt x="2641" y="0"/>
                  <a:pt x="245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0"/>
          <p:cNvSpPr/>
          <p:nvPr/>
        </p:nvSpPr>
        <p:spPr>
          <a:xfrm>
            <a:off x="12608467" y="3627898"/>
            <a:ext cx="61505" cy="78631"/>
          </a:xfrm>
          <a:custGeom>
            <a:avLst/>
            <a:gdLst/>
            <a:ahLst/>
            <a:cxnLst/>
            <a:rect l="l" t="t" r="r" b="b"/>
            <a:pathLst>
              <a:path w="3437" h="4394" extrusionOk="0">
                <a:moveTo>
                  <a:pt x="2480" y="1"/>
                </a:moveTo>
                <a:cubicBezTo>
                  <a:pt x="2247" y="1"/>
                  <a:pt x="1983" y="74"/>
                  <a:pt x="1702" y="229"/>
                </a:cubicBezTo>
                <a:cubicBezTo>
                  <a:pt x="701" y="896"/>
                  <a:pt x="68" y="1997"/>
                  <a:pt x="1" y="3198"/>
                </a:cubicBezTo>
                <a:cubicBezTo>
                  <a:pt x="1" y="3955"/>
                  <a:pt x="387" y="4394"/>
                  <a:pt x="945" y="4394"/>
                </a:cubicBezTo>
                <a:cubicBezTo>
                  <a:pt x="1174" y="4394"/>
                  <a:pt x="1431" y="4320"/>
                  <a:pt x="1702" y="4165"/>
                </a:cubicBezTo>
                <a:cubicBezTo>
                  <a:pt x="2736" y="3498"/>
                  <a:pt x="3370" y="2397"/>
                  <a:pt x="3437" y="1196"/>
                </a:cubicBezTo>
                <a:cubicBezTo>
                  <a:pt x="3437" y="439"/>
                  <a:pt x="3050" y="1"/>
                  <a:pt x="2480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0"/>
          <p:cNvSpPr/>
          <p:nvPr/>
        </p:nvSpPr>
        <p:spPr>
          <a:xfrm>
            <a:off x="3421511" y="5658286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4" y="0"/>
                </a:moveTo>
                <a:cubicBezTo>
                  <a:pt x="38855" y="0"/>
                  <a:pt x="36525" y="1879"/>
                  <a:pt x="34759" y="5175"/>
                </a:cubicBezTo>
                <a:lnTo>
                  <a:pt x="4204" y="62483"/>
                </a:lnTo>
                <a:cubicBezTo>
                  <a:pt x="301" y="69821"/>
                  <a:pt x="1" y="79161"/>
                  <a:pt x="3536" y="82764"/>
                </a:cubicBezTo>
                <a:cubicBezTo>
                  <a:pt x="3870" y="83064"/>
                  <a:pt x="4204" y="83331"/>
                  <a:pt x="4570" y="83565"/>
                </a:cubicBezTo>
                <a:cubicBezTo>
                  <a:pt x="5471" y="84098"/>
                  <a:pt x="9307" y="86300"/>
                  <a:pt x="9674" y="86500"/>
                </a:cubicBezTo>
                <a:cubicBezTo>
                  <a:pt x="10363" y="86902"/>
                  <a:pt x="11110" y="87095"/>
                  <a:pt x="11888" y="87095"/>
                </a:cubicBezTo>
                <a:cubicBezTo>
                  <a:pt x="15180" y="87095"/>
                  <a:pt x="19047" y="83640"/>
                  <a:pt x="21583" y="77894"/>
                </a:cubicBezTo>
                <a:lnTo>
                  <a:pt x="48368" y="16783"/>
                </a:lnTo>
                <a:cubicBezTo>
                  <a:pt x="50537" y="11813"/>
                  <a:pt x="50470" y="6176"/>
                  <a:pt x="48235" y="3908"/>
                </a:cubicBezTo>
                <a:cubicBezTo>
                  <a:pt x="48001" y="3674"/>
                  <a:pt x="47768" y="3474"/>
                  <a:pt x="47468" y="3307"/>
                </a:cubicBezTo>
                <a:cubicBezTo>
                  <a:pt x="46567" y="2807"/>
                  <a:pt x="42664" y="538"/>
                  <a:pt x="42397" y="405"/>
                </a:cubicBezTo>
                <a:cubicBezTo>
                  <a:pt x="41922" y="132"/>
                  <a:pt x="41409" y="0"/>
                  <a:pt x="40874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40"/>
          <p:cNvSpPr/>
          <p:nvPr/>
        </p:nvSpPr>
        <p:spPr>
          <a:xfrm>
            <a:off x="5504954" y="6063401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4" y="0"/>
                </a:moveTo>
                <a:cubicBezTo>
                  <a:pt x="38855" y="0"/>
                  <a:pt x="36525" y="1879"/>
                  <a:pt x="34759" y="5175"/>
                </a:cubicBezTo>
                <a:lnTo>
                  <a:pt x="4204" y="62483"/>
                </a:lnTo>
                <a:cubicBezTo>
                  <a:pt x="301" y="69821"/>
                  <a:pt x="1" y="79161"/>
                  <a:pt x="3536" y="82764"/>
                </a:cubicBezTo>
                <a:cubicBezTo>
                  <a:pt x="3870" y="83064"/>
                  <a:pt x="4204" y="83331"/>
                  <a:pt x="4570" y="83565"/>
                </a:cubicBezTo>
                <a:cubicBezTo>
                  <a:pt x="5471" y="84098"/>
                  <a:pt x="9307" y="86300"/>
                  <a:pt x="9674" y="86500"/>
                </a:cubicBezTo>
                <a:cubicBezTo>
                  <a:pt x="10363" y="86902"/>
                  <a:pt x="11110" y="87095"/>
                  <a:pt x="11888" y="87095"/>
                </a:cubicBezTo>
                <a:cubicBezTo>
                  <a:pt x="15180" y="87095"/>
                  <a:pt x="19047" y="83640"/>
                  <a:pt x="21583" y="77894"/>
                </a:cubicBezTo>
                <a:lnTo>
                  <a:pt x="48368" y="16783"/>
                </a:lnTo>
                <a:cubicBezTo>
                  <a:pt x="50537" y="11813"/>
                  <a:pt x="50470" y="6176"/>
                  <a:pt x="48235" y="3908"/>
                </a:cubicBezTo>
                <a:cubicBezTo>
                  <a:pt x="48001" y="3674"/>
                  <a:pt x="47768" y="3474"/>
                  <a:pt x="47468" y="3307"/>
                </a:cubicBezTo>
                <a:cubicBezTo>
                  <a:pt x="46567" y="2807"/>
                  <a:pt x="42664" y="538"/>
                  <a:pt x="42397" y="405"/>
                </a:cubicBezTo>
                <a:cubicBezTo>
                  <a:pt x="41922" y="132"/>
                  <a:pt x="41409" y="0"/>
                  <a:pt x="40874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40"/>
          <p:cNvSpPr/>
          <p:nvPr/>
        </p:nvSpPr>
        <p:spPr>
          <a:xfrm>
            <a:off x="-1962586" y="635058"/>
            <a:ext cx="813632" cy="1506258"/>
          </a:xfrm>
          <a:custGeom>
            <a:avLst/>
            <a:gdLst/>
            <a:ahLst/>
            <a:cxnLst/>
            <a:rect l="l" t="t" r="r" b="b"/>
            <a:pathLst>
              <a:path w="45467" h="84172" extrusionOk="0">
                <a:moveTo>
                  <a:pt x="40905" y="0"/>
                </a:moveTo>
                <a:cubicBezTo>
                  <a:pt x="38887" y="0"/>
                  <a:pt x="36530" y="1878"/>
                  <a:pt x="34759" y="5161"/>
                </a:cubicBezTo>
                <a:lnTo>
                  <a:pt x="4237" y="62469"/>
                </a:lnTo>
                <a:cubicBezTo>
                  <a:pt x="301" y="69841"/>
                  <a:pt x="1" y="79114"/>
                  <a:pt x="3570" y="82750"/>
                </a:cubicBezTo>
                <a:cubicBezTo>
                  <a:pt x="4510" y="83717"/>
                  <a:pt x="5622" y="84172"/>
                  <a:pt x="6812" y="84172"/>
                </a:cubicBezTo>
                <a:cubicBezTo>
                  <a:pt x="10101" y="84172"/>
                  <a:pt x="13990" y="80700"/>
                  <a:pt x="16513" y="74945"/>
                </a:cubicBezTo>
                <a:lnTo>
                  <a:pt x="43298" y="13834"/>
                </a:lnTo>
                <a:cubicBezTo>
                  <a:pt x="45467" y="8897"/>
                  <a:pt x="45400" y="3260"/>
                  <a:pt x="43165" y="992"/>
                </a:cubicBezTo>
                <a:cubicBezTo>
                  <a:pt x="42512" y="320"/>
                  <a:pt x="41738" y="0"/>
                  <a:pt x="4090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40"/>
          <p:cNvSpPr/>
          <p:nvPr/>
        </p:nvSpPr>
        <p:spPr>
          <a:xfrm>
            <a:off x="12524307" y="3082441"/>
            <a:ext cx="204772" cy="236554"/>
          </a:xfrm>
          <a:custGeom>
            <a:avLst/>
            <a:gdLst/>
            <a:ahLst/>
            <a:cxnLst/>
            <a:rect l="l" t="t" r="r" b="b"/>
            <a:pathLst>
              <a:path w="11443" h="13219" extrusionOk="0">
                <a:moveTo>
                  <a:pt x="6407" y="0"/>
                </a:moveTo>
                <a:cubicBezTo>
                  <a:pt x="5710" y="0"/>
                  <a:pt x="4931" y="282"/>
                  <a:pt x="4137" y="855"/>
                </a:cubicBezTo>
                <a:cubicBezTo>
                  <a:pt x="1702" y="2557"/>
                  <a:pt x="1" y="6359"/>
                  <a:pt x="367" y="9295"/>
                </a:cubicBezTo>
                <a:cubicBezTo>
                  <a:pt x="534" y="10796"/>
                  <a:pt x="1201" y="11763"/>
                  <a:pt x="2102" y="12164"/>
                </a:cubicBezTo>
                <a:lnTo>
                  <a:pt x="4037" y="12997"/>
                </a:lnTo>
                <a:cubicBezTo>
                  <a:pt x="4342" y="13144"/>
                  <a:pt x="4682" y="13219"/>
                  <a:pt x="5045" y="13219"/>
                </a:cubicBezTo>
                <a:cubicBezTo>
                  <a:pt x="5752" y="13219"/>
                  <a:pt x="6545" y="12937"/>
                  <a:pt x="7339" y="12364"/>
                </a:cubicBezTo>
                <a:cubicBezTo>
                  <a:pt x="9774" y="10662"/>
                  <a:pt x="11442" y="6860"/>
                  <a:pt x="11075" y="3924"/>
                </a:cubicBezTo>
                <a:cubicBezTo>
                  <a:pt x="10908" y="2423"/>
                  <a:pt x="10241" y="1456"/>
                  <a:pt x="9341" y="1056"/>
                </a:cubicBezTo>
                <a:lnTo>
                  <a:pt x="7406" y="222"/>
                </a:lnTo>
                <a:cubicBezTo>
                  <a:pt x="7100" y="75"/>
                  <a:pt x="6764" y="0"/>
                  <a:pt x="640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40"/>
          <p:cNvSpPr/>
          <p:nvPr/>
        </p:nvSpPr>
        <p:spPr>
          <a:xfrm>
            <a:off x="12559524" y="3097634"/>
            <a:ext cx="169555" cy="221093"/>
          </a:xfrm>
          <a:custGeom>
            <a:avLst/>
            <a:gdLst/>
            <a:ahLst/>
            <a:cxnLst/>
            <a:rect l="l" t="t" r="r" b="b"/>
            <a:pathLst>
              <a:path w="9475" h="12355" extrusionOk="0">
                <a:moveTo>
                  <a:pt x="6397" y="0"/>
                </a:moveTo>
                <a:cubicBezTo>
                  <a:pt x="5690" y="0"/>
                  <a:pt x="4897" y="267"/>
                  <a:pt x="4104" y="840"/>
                </a:cubicBezTo>
                <a:cubicBezTo>
                  <a:pt x="1668" y="2542"/>
                  <a:pt x="1" y="6344"/>
                  <a:pt x="368" y="9280"/>
                </a:cubicBezTo>
                <a:cubicBezTo>
                  <a:pt x="534" y="10781"/>
                  <a:pt x="1201" y="11748"/>
                  <a:pt x="2069" y="12148"/>
                </a:cubicBezTo>
                <a:cubicBezTo>
                  <a:pt x="2374" y="12284"/>
                  <a:pt x="2715" y="12355"/>
                  <a:pt x="3078" y="12355"/>
                </a:cubicBezTo>
                <a:cubicBezTo>
                  <a:pt x="3785" y="12355"/>
                  <a:pt x="4578" y="12088"/>
                  <a:pt x="5371" y="11515"/>
                </a:cubicBezTo>
                <a:cubicBezTo>
                  <a:pt x="7806" y="9813"/>
                  <a:pt x="9474" y="6011"/>
                  <a:pt x="9140" y="3075"/>
                </a:cubicBezTo>
                <a:cubicBezTo>
                  <a:pt x="8974" y="1574"/>
                  <a:pt x="8307" y="607"/>
                  <a:pt x="7406" y="207"/>
                </a:cubicBezTo>
                <a:cubicBezTo>
                  <a:pt x="7100" y="71"/>
                  <a:pt x="6760" y="0"/>
                  <a:pt x="6397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40"/>
          <p:cNvSpPr/>
          <p:nvPr/>
        </p:nvSpPr>
        <p:spPr>
          <a:xfrm>
            <a:off x="13095569" y="2024095"/>
            <a:ext cx="110448" cy="129757"/>
          </a:xfrm>
          <a:custGeom>
            <a:avLst/>
            <a:gdLst/>
            <a:ahLst/>
            <a:cxnLst/>
            <a:rect l="l" t="t" r="r" b="b"/>
            <a:pathLst>
              <a:path w="6172" h="7251" extrusionOk="0">
                <a:moveTo>
                  <a:pt x="3468" y="0"/>
                </a:moveTo>
                <a:cubicBezTo>
                  <a:pt x="3077" y="0"/>
                  <a:pt x="2640" y="148"/>
                  <a:pt x="2202" y="455"/>
                </a:cubicBezTo>
                <a:cubicBezTo>
                  <a:pt x="801" y="1556"/>
                  <a:pt x="0" y="3290"/>
                  <a:pt x="134" y="5091"/>
                </a:cubicBezTo>
                <a:cubicBezTo>
                  <a:pt x="234" y="5925"/>
                  <a:pt x="567" y="6459"/>
                  <a:pt x="1068" y="6693"/>
                </a:cubicBezTo>
                <a:cubicBezTo>
                  <a:pt x="1401" y="6826"/>
                  <a:pt x="1868" y="7026"/>
                  <a:pt x="2169" y="7160"/>
                </a:cubicBezTo>
                <a:cubicBezTo>
                  <a:pt x="2351" y="7221"/>
                  <a:pt x="2544" y="7251"/>
                  <a:pt x="2737" y="7251"/>
                </a:cubicBezTo>
                <a:cubicBezTo>
                  <a:pt x="3177" y="7251"/>
                  <a:pt x="3622" y="7094"/>
                  <a:pt x="3970" y="6793"/>
                </a:cubicBezTo>
                <a:cubicBezTo>
                  <a:pt x="5371" y="5692"/>
                  <a:pt x="6171" y="3957"/>
                  <a:pt x="6038" y="2156"/>
                </a:cubicBezTo>
                <a:cubicBezTo>
                  <a:pt x="5938" y="1322"/>
                  <a:pt x="5604" y="788"/>
                  <a:pt x="5104" y="588"/>
                </a:cubicBezTo>
                <a:lnTo>
                  <a:pt x="4037" y="121"/>
                </a:lnTo>
                <a:cubicBezTo>
                  <a:pt x="3864" y="41"/>
                  <a:pt x="3672" y="0"/>
                  <a:pt x="346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0"/>
          <p:cNvSpPr/>
          <p:nvPr/>
        </p:nvSpPr>
        <p:spPr>
          <a:xfrm>
            <a:off x="-1287423" y="-1277105"/>
            <a:ext cx="90763" cy="121400"/>
          </a:xfrm>
          <a:custGeom>
            <a:avLst/>
            <a:gdLst/>
            <a:ahLst/>
            <a:cxnLst/>
            <a:rect l="l" t="t" r="r" b="b"/>
            <a:pathLst>
              <a:path w="5072" h="6784" extrusionOk="0">
                <a:moveTo>
                  <a:pt x="3468" y="0"/>
                </a:moveTo>
                <a:cubicBezTo>
                  <a:pt x="3078" y="0"/>
                  <a:pt x="2640" y="148"/>
                  <a:pt x="2202" y="455"/>
                </a:cubicBezTo>
                <a:cubicBezTo>
                  <a:pt x="801" y="1556"/>
                  <a:pt x="1" y="3324"/>
                  <a:pt x="134" y="5125"/>
                </a:cubicBezTo>
                <a:cubicBezTo>
                  <a:pt x="234" y="5925"/>
                  <a:pt x="568" y="6459"/>
                  <a:pt x="1068" y="6693"/>
                </a:cubicBezTo>
                <a:cubicBezTo>
                  <a:pt x="1261" y="6754"/>
                  <a:pt x="1461" y="6784"/>
                  <a:pt x="1658" y="6784"/>
                </a:cubicBezTo>
                <a:cubicBezTo>
                  <a:pt x="2110" y="6784"/>
                  <a:pt x="2555" y="6627"/>
                  <a:pt x="2903" y="6326"/>
                </a:cubicBezTo>
                <a:cubicBezTo>
                  <a:pt x="4304" y="5225"/>
                  <a:pt x="5071" y="3490"/>
                  <a:pt x="4971" y="1689"/>
                </a:cubicBezTo>
                <a:cubicBezTo>
                  <a:pt x="4871" y="855"/>
                  <a:pt x="4537" y="321"/>
                  <a:pt x="4037" y="121"/>
                </a:cubicBezTo>
                <a:cubicBezTo>
                  <a:pt x="3865" y="41"/>
                  <a:pt x="3673" y="0"/>
                  <a:pt x="3468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0"/>
          <p:cNvSpPr/>
          <p:nvPr/>
        </p:nvSpPr>
        <p:spPr>
          <a:xfrm>
            <a:off x="11967378" y="1954322"/>
            <a:ext cx="330717" cy="373988"/>
          </a:xfrm>
          <a:custGeom>
            <a:avLst/>
            <a:gdLst/>
            <a:ahLst/>
            <a:cxnLst/>
            <a:rect l="l" t="t" r="r" b="b"/>
            <a:pathLst>
              <a:path w="18481" h="20899" extrusionOk="0">
                <a:moveTo>
                  <a:pt x="8538" y="0"/>
                </a:moveTo>
                <a:cubicBezTo>
                  <a:pt x="7594" y="0"/>
                  <a:pt x="6531" y="393"/>
                  <a:pt x="5438" y="1218"/>
                </a:cubicBezTo>
                <a:cubicBezTo>
                  <a:pt x="2235" y="3620"/>
                  <a:pt x="0" y="8757"/>
                  <a:pt x="501" y="12760"/>
                </a:cubicBezTo>
                <a:cubicBezTo>
                  <a:pt x="734" y="14795"/>
                  <a:pt x="1702" y="16129"/>
                  <a:pt x="2936" y="16596"/>
                </a:cubicBezTo>
                <a:lnTo>
                  <a:pt x="10374" y="20899"/>
                </a:lnTo>
                <a:lnTo>
                  <a:pt x="10541" y="20432"/>
                </a:lnTo>
                <a:cubicBezTo>
                  <a:pt x="11475" y="20265"/>
                  <a:pt x="12342" y="19865"/>
                  <a:pt x="13076" y="19264"/>
                </a:cubicBezTo>
                <a:cubicBezTo>
                  <a:pt x="16279" y="16863"/>
                  <a:pt x="18480" y="11726"/>
                  <a:pt x="18013" y="7723"/>
                </a:cubicBezTo>
                <a:cubicBezTo>
                  <a:pt x="17913" y="6789"/>
                  <a:pt x="17613" y="5888"/>
                  <a:pt x="17079" y="5088"/>
                </a:cubicBezTo>
                <a:lnTo>
                  <a:pt x="17279" y="4621"/>
                </a:lnTo>
                <a:lnTo>
                  <a:pt x="9841" y="284"/>
                </a:lnTo>
                <a:cubicBezTo>
                  <a:pt x="9443" y="96"/>
                  <a:pt x="9005" y="0"/>
                  <a:pt x="8538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40"/>
          <p:cNvSpPr/>
          <p:nvPr/>
        </p:nvSpPr>
        <p:spPr>
          <a:xfrm>
            <a:off x="11967378" y="1954322"/>
            <a:ext cx="330717" cy="373988"/>
          </a:xfrm>
          <a:custGeom>
            <a:avLst/>
            <a:gdLst/>
            <a:ahLst/>
            <a:cxnLst/>
            <a:rect l="l" t="t" r="r" b="b"/>
            <a:pathLst>
              <a:path w="18481" h="20899" extrusionOk="0">
                <a:moveTo>
                  <a:pt x="8538" y="0"/>
                </a:moveTo>
                <a:cubicBezTo>
                  <a:pt x="7594" y="0"/>
                  <a:pt x="6531" y="393"/>
                  <a:pt x="5438" y="1218"/>
                </a:cubicBezTo>
                <a:cubicBezTo>
                  <a:pt x="2235" y="3620"/>
                  <a:pt x="0" y="8757"/>
                  <a:pt x="501" y="12760"/>
                </a:cubicBezTo>
                <a:cubicBezTo>
                  <a:pt x="734" y="14795"/>
                  <a:pt x="1702" y="16129"/>
                  <a:pt x="2936" y="16596"/>
                </a:cubicBezTo>
                <a:lnTo>
                  <a:pt x="10374" y="20899"/>
                </a:lnTo>
                <a:lnTo>
                  <a:pt x="10541" y="20432"/>
                </a:lnTo>
                <a:cubicBezTo>
                  <a:pt x="11475" y="20265"/>
                  <a:pt x="12342" y="19865"/>
                  <a:pt x="13076" y="19264"/>
                </a:cubicBezTo>
                <a:cubicBezTo>
                  <a:pt x="16279" y="16863"/>
                  <a:pt x="18480" y="11726"/>
                  <a:pt x="18013" y="7723"/>
                </a:cubicBezTo>
                <a:cubicBezTo>
                  <a:pt x="17913" y="6789"/>
                  <a:pt x="17613" y="5888"/>
                  <a:pt x="17079" y="5088"/>
                </a:cubicBezTo>
                <a:lnTo>
                  <a:pt x="17279" y="4621"/>
                </a:lnTo>
                <a:lnTo>
                  <a:pt x="9841" y="284"/>
                </a:lnTo>
                <a:cubicBezTo>
                  <a:pt x="9443" y="96"/>
                  <a:pt x="9005" y="0"/>
                  <a:pt x="8538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0"/>
          <p:cNvSpPr/>
          <p:nvPr/>
        </p:nvSpPr>
        <p:spPr>
          <a:xfrm>
            <a:off x="12103470" y="2032720"/>
            <a:ext cx="225065" cy="300636"/>
          </a:xfrm>
          <a:custGeom>
            <a:avLst/>
            <a:gdLst/>
            <a:ahLst/>
            <a:cxnLst/>
            <a:rect l="l" t="t" r="r" b="b"/>
            <a:pathLst>
              <a:path w="12577" h="16800" extrusionOk="0">
                <a:moveTo>
                  <a:pt x="8514" y="1"/>
                </a:moveTo>
                <a:cubicBezTo>
                  <a:pt x="7562" y="1"/>
                  <a:pt x="6495" y="389"/>
                  <a:pt x="5405" y="1207"/>
                </a:cubicBezTo>
                <a:cubicBezTo>
                  <a:pt x="2202" y="3609"/>
                  <a:pt x="1" y="8779"/>
                  <a:pt x="468" y="12749"/>
                </a:cubicBezTo>
                <a:cubicBezTo>
                  <a:pt x="797" y="15358"/>
                  <a:pt x="2192" y="16799"/>
                  <a:pt x="4019" y="16799"/>
                </a:cubicBezTo>
                <a:cubicBezTo>
                  <a:pt x="4971" y="16799"/>
                  <a:pt x="6042" y="16407"/>
                  <a:pt x="7139" y="15584"/>
                </a:cubicBezTo>
                <a:cubicBezTo>
                  <a:pt x="10375" y="13182"/>
                  <a:pt x="12576" y="8045"/>
                  <a:pt x="12076" y="4076"/>
                </a:cubicBezTo>
                <a:cubicBezTo>
                  <a:pt x="11768" y="1458"/>
                  <a:pt x="10357" y="1"/>
                  <a:pt x="851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40"/>
          <p:cNvSpPr/>
          <p:nvPr/>
        </p:nvSpPr>
        <p:spPr>
          <a:xfrm>
            <a:off x="12163758" y="2111619"/>
            <a:ext cx="103880" cy="143536"/>
          </a:xfrm>
          <a:custGeom>
            <a:avLst/>
            <a:gdLst/>
            <a:ahLst/>
            <a:cxnLst/>
            <a:rect l="l" t="t" r="r" b="b"/>
            <a:pathLst>
              <a:path w="5805" h="8021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826" y="7749"/>
                  <a:pt x="1296" y="8020"/>
                  <a:pt x="1848" y="8020"/>
                </a:cubicBezTo>
                <a:cubicBezTo>
                  <a:pt x="2307" y="8020"/>
                  <a:pt x="2822" y="7833"/>
                  <a:pt x="3337" y="7439"/>
                </a:cubicBezTo>
                <a:cubicBezTo>
                  <a:pt x="4938" y="6071"/>
                  <a:pt x="5805" y="4037"/>
                  <a:pt x="5672" y="1935"/>
                </a:cubicBezTo>
                <a:cubicBezTo>
                  <a:pt x="5538" y="667"/>
                  <a:pt x="4904" y="0"/>
                  <a:pt x="4037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40"/>
          <p:cNvSpPr/>
          <p:nvPr/>
        </p:nvSpPr>
        <p:spPr>
          <a:xfrm>
            <a:off x="12163758" y="2111619"/>
            <a:ext cx="103880" cy="143536"/>
          </a:xfrm>
          <a:custGeom>
            <a:avLst/>
            <a:gdLst/>
            <a:ahLst/>
            <a:cxnLst/>
            <a:rect l="l" t="t" r="r" b="b"/>
            <a:pathLst>
              <a:path w="5805" h="8021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826" y="7749"/>
                  <a:pt x="1296" y="8020"/>
                  <a:pt x="1848" y="8020"/>
                </a:cubicBezTo>
                <a:cubicBezTo>
                  <a:pt x="2307" y="8020"/>
                  <a:pt x="2822" y="7833"/>
                  <a:pt x="3337" y="7439"/>
                </a:cubicBezTo>
                <a:cubicBezTo>
                  <a:pt x="4938" y="6071"/>
                  <a:pt x="5805" y="4037"/>
                  <a:pt x="5672" y="1935"/>
                </a:cubicBezTo>
                <a:cubicBezTo>
                  <a:pt x="5538" y="667"/>
                  <a:pt x="4904" y="0"/>
                  <a:pt x="4037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0"/>
          <p:cNvSpPr/>
          <p:nvPr/>
        </p:nvSpPr>
        <p:spPr>
          <a:xfrm>
            <a:off x="12163758" y="2111619"/>
            <a:ext cx="81208" cy="129542"/>
          </a:xfrm>
          <a:custGeom>
            <a:avLst/>
            <a:gdLst/>
            <a:ahLst/>
            <a:cxnLst/>
            <a:rect l="l" t="t" r="r" b="b"/>
            <a:pathLst>
              <a:path w="4538" h="7239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1068" y="7239"/>
                  <a:pt x="1635" y="7039"/>
                  <a:pt x="2069" y="6672"/>
                </a:cubicBezTo>
                <a:cubicBezTo>
                  <a:pt x="3670" y="5304"/>
                  <a:pt x="4537" y="3269"/>
                  <a:pt x="4404" y="1168"/>
                </a:cubicBezTo>
                <a:cubicBezTo>
                  <a:pt x="4371" y="734"/>
                  <a:pt x="4237" y="334"/>
                  <a:pt x="403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0"/>
          <p:cNvSpPr/>
          <p:nvPr/>
        </p:nvSpPr>
        <p:spPr>
          <a:xfrm>
            <a:off x="11722628" y="2081502"/>
            <a:ext cx="380269" cy="288879"/>
          </a:xfrm>
          <a:custGeom>
            <a:avLst/>
            <a:gdLst/>
            <a:ahLst/>
            <a:cxnLst/>
            <a:rect l="l" t="t" r="r" b="b"/>
            <a:pathLst>
              <a:path w="21250" h="16143" extrusionOk="0">
                <a:moveTo>
                  <a:pt x="17092" y="0"/>
                </a:moveTo>
                <a:cubicBezTo>
                  <a:pt x="16823" y="0"/>
                  <a:pt x="16574" y="62"/>
                  <a:pt x="16346" y="182"/>
                </a:cubicBezTo>
                <a:lnTo>
                  <a:pt x="902" y="8722"/>
                </a:lnTo>
                <a:cubicBezTo>
                  <a:pt x="368" y="9022"/>
                  <a:pt x="34" y="9656"/>
                  <a:pt x="1" y="10590"/>
                </a:cubicBezTo>
                <a:cubicBezTo>
                  <a:pt x="68" y="12658"/>
                  <a:pt x="1135" y="14559"/>
                  <a:pt x="2836" y="15727"/>
                </a:cubicBezTo>
                <a:cubicBezTo>
                  <a:pt x="3315" y="16006"/>
                  <a:pt x="3770" y="16142"/>
                  <a:pt x="4173" y="16142"/>
                </a:cubicBezTo>
                <a:cubicBezTo>
                  <a:pt x="4443" y="16142"/>
                  <a:pt x="4690" y="16081"/>
                  <a:pt x="4904" y="15960"/>
                </a:cubicBezTo>
                <a:lnTo>
                  <a:pt x="20382" y="7421"/>
                </a:lnTo>
                <a:cubicBezTo>
                  <a:pt x="20916" y="7121"/>
                  <a:pt x="21249" y="6487"/>
                  <a:pt x="21249" y="5553"/>
                </a:cubicBezTo>
                <a:cubicBezTo>
                  <a:pt x="21183" y="3485"/>
                  <a:pt x="20149" y="1583"/>
                  <a:pt x="18414" y="416"/>
                </a:cubicBezTo>
                <a:cubicBezTo>
                  <a:pt x="17935" y="136"/>
                  <a:pt x="17492" y="0"/>
                  <a:pt x="17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0"/>
          <p:cNvSpPr/>
          <p:nvPr/>
        </p:nvSpPr>
        <p:spPr>
          <a:xfrm>
            <a:off x="11722628" y="2234003"/>
            <a:ext cx="103898" cy="136342"/>
          </a:xfrm>
          <a:custGeom>
            <a:avLst/>
            <a:gdLst/>
            <a:ahLst/>
            <a:cxnLst/>
            <a:rect l="l" t="t" r="r" b="b"/>
            <a:pathLst>
              <a:path w="5806" h="7619" extrusionOk="0">
                <a:moveTo>
                  <a:pt x="1630" y="1"/>
                </a:moveTo>
                <a:cubicBezTo>
                  <a:pt x="1361" y="1"/>
                  <a:pt x="1115" y="60"/>
                  <a:pt x="902" y="166"/>
                </a:cubicBezTo>
                <a:cubicBezTo>
                  <a:pt x="368" y="467"/>
                  <a:pt x="34" y="1134"/>
                  <a:pt x="1" y="2068"/>
                </a:cubicBezTo>
                <a:cubicBezTo>
                  <a:pt x="68" y="4136"/>
                  <a:pt x="1135" y="6037"/>
                  <a:pt x="2836" y="7171"/>
                </a:cubicBezTo>
                <a:cubicBezTo>
                  <a:pt x="3321" y="7474"/>
                  <a:pt x="3781" y="7618"/>
                  <a:pt x="4187" y="7618"/>
                </a:cubicBezTo>
                <a:cubicBezTo>
                  <a:pt x="4452" y="7618"/>
                  <a:pt x="4694" y="7557"/>
                  <a:pt x="4904" y="7438"/>
                </a:cubicBezTo>
                <a:cubicBezTo>
                  <a:pt x="5438" y="7138"/>
                  <a:pt x="5772" y="6471"/>
                  <a:pt x="5805" y="5537"/>
                </a:cubicBezTo>
                <a:cubicBezTo>
                  <a:pt x="5738" y="3502"/>
                  <a:pt x="4671" y="1567"/>
                  <a:pt x="2970" y="433"/>
                </a:cubicBezTo>
                <a:cubicBezTo>
                  <a:pt x="2489" y="133"/>
                  <a:pt x="2033" y="1"/>
                  <a:pt x="1630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0"/>
          <p:cNvSpPr/>
          <p:nvPr/>
        </p:nvSpPr>
        <p:spPr>
          <a:xfrm>
            <a:off x="8809417" y="5578815"/>
            <a:ext cx="611866" cy="534470"/>
          </a:xfrm>
          <a:custGeom>
            <a:avLst/>
            <a:gdLst/>
            <a:ahLst/>
            <a:cxnLst/>
            <a:rect l="l" t="t" r="r" b="b"/>
            <a:pathLst>
              <a:path w="34192" h="29867" extrusionOk="0">
                <a:moveTo>
                  <a:pt x="25084" y="1"/>
                </a:moveTo>
                <a:cubicBezTo>
                  <a:pt x="24766" y="1"/>
                  <a:pt x="24464" y="39"/>
                  <a:pt x="24184" y="114"/>
                </a:cubicBezTo>
                <a:cubicBezTo>
                  <a:pt x="22783" y="481"/>
                  <a:pt x="21349" y="714"/>
                  <a:pt x="19881" y="814"/>
                </a:cubicBezTo>
                <a:cubicBezTo>
                  <a:pt x="19107" y="868"/>
                  <a:pt x="18371" y="878"/>
                  <a:pt x="17642" y="878"/>
                </a:cubicBezTo>
                <a:cubicBezTo>
                  <a:pt x="17156" y="878"/>
                  <a:pt x="16673" y="874"/>
                  <a:pt x="16185" y="874"/>
                </a:cubicBezTo>
                <a:cubicBezTo>
                  <a:pt x="15574" y="874"/>
                  <a:pt x="14955" y="881"/>
                  <a:pt x="14310" y="914"/>
                </a:cubicBezTo>
                <a:cubicBezTo>
                  <a:pt x="13010" y="981"/>
                  <a:pt x="11742" y="1148"/>
                  <a:pt x="10474" y="1448"/>
                </a:cubicBezTo>
                <a:cubicBezTo>
                  <a:pt x="9340" y="1715"/>
                  <a:pt x="8506" y="3116"/>
                  <a:pt x="7873" y="4017"/>
                </a:cubicBezTo>
                <a:cubicBezTo>
                  <a:pt x="7372" y="4750"/>
                  <a:pt x="6538" y="6618"/>
                  <a:pt x="6772" y="7052"/>
                </a:cubicBezTo>
                <a:cubicBezTo>
                  <a:pt x="6972" y="7486"/>
                  <a:pt x="8807" y="7786"/>
                  <a:pt x="7906" y="8587"/>
                </a:cubicBezTo>
                <a:cubicBezTo>
                  <a:pt x="7005" y="9354"/>
                  <a:pt x="3836" y="10421"/>
                  <a:pt x="1902" y="11722"/>
                </a:cubicBezTo>
                <a:cubicBezTo>
                  <a:pt x="0" y="13056"/>
                  <a:pt x="4237" y="22096"/>
                  <a:pt x="7539" y="26466"/>
                </a:cubicBezTo>
                <a:cubicBezTo>
                  <a:pt x="9093" y="28493"/>
                  <a:pt x="10039" y="29867"/>
                  <a:pt x="12061" y="29867"/>
                </a:cubicBezTo>
                <a:cubicBezTo>
                  <a:pt x="13033" y="29867"/>
                  <a:pt x="14255" y="29549"/>
                  <a:pt x="15912" y="28834"/>
                </a:cubicBezTo>
                <a:cubicBezTo>
                  <a:pt x="19014" y="27500"/>
                  <a:pt x="21883" y="26266"/>
                  <a:pt x="24584" y="24231"/>
                </a:cubicBezTo>
                <a:cubicBezTo>
                  <a:pt x="27020" y="22430"/>
                  <a:pt x="30389" y="17693"/>
                  <a:pt x="32824" y="15058"/>
                </a:cubicBezTo>
                <a:cubicBezTo>
                  <a:pt x="33691" y="14324"/>
                  <a:pt x="34191" y="13056"/>
                  <a:pt x="34158" y="11322"/>
                </a:cubicBezTo>
                <a:cubicBezTo>
                  <a:pt x="34091" y="7419"/>
                  <a:pt x="31256" y="2716"/>
                  <a:pt x="27820" y="781"/>
                </a:cubicBezTo>
                <a:cubicBezTo>
                  <a:pt x="26836" y="253"/>
                  <a:pt x="25903" y="1"/>
                  <a:pt x="25084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0"/>
          <p:cNvSpPr/>
          <p:nvPr/>
        </p:nvSpPr>
        <p:spPr>
          <a:xfrm>
            <a:off x="11321924" y="2106555"/>
            <a:ext cx="268801" cy="98512"/>
          </a:xfrm>
          <a:custGeom>
            <a:avLst/>
            <a:gdLst/>
            <a:ahLst/>
            <a:cxnLst/>
            <a:rect l="l" t="t" r="r" b="b"/>
            <a:pathLst>
              <a:path w="15021" h="5505" extrusionOk="0">
                <a:moveTo>
                  <a:pt x="7057" y="1047"/>
                </a:moveTo>
                <a:cubicBezTo>
                  <a:pt x="5551" y="1047"/>
                  <a:pt x="3679" y="2293"/>
                  <a:pt x="1915" y="2293"/>
                </a:cubicBezTo>
                <a:cubicBezTo>
                  <a:pt x="1836" y="2293"/>
                  <a:pt x="1757" y="2290"/>
                  <a:pt x="1678" y="2285"/>
                </a:cubicBezTo>
                <a:cubicBezTo>
                  <a:pt x="1637" y="2282"/>
                  <a:pt x="1596" y="2281"/>
                  <a:pt x="1556" y="2281"/>
                </a:cubicBezTo>
                <a:cubicBezTo>
                  <a:pt x="72" y="2281"/>
                  <a:pt x="1" y="4073"/>
                  <a:pt x="2145" y="4853"/>
                </a:cubicBezTo>
                <a:cubicBezTo>
                  <a:pt x="2756" y="5081"/>
                  <a:pt x="3717" y="5193"/>
                  <a:pt x="4610" y="5193"/>
                </a:cubicBezTo>
                <a:cubicBezTo>
                  <a:pt x="5814" y="5193"/>
                  <a:pt x="6892" y="4989"/>
                  <a:pt x="6815" y="4586"/>
                </a:cubicBezTo>
                <a:cubicBezTo>
                  <a:pt x="6648" y="3419"/>
                  <a:pt x="7015" y="2385"/>
                  <a:pt x="7482" y="1084"/>
                </a:cubicBezTo>
                <a:cubicBezTo>
                  <a:pt x="7344" y="1059"/>
                  <a:pt x="7203" y="1047"/>
                  <a:pt x="7057" y="1047"/>
                </a:cubicBezTo>
                <a:close/>
                <a:moveTo>
                  <a:pt x="13962" y="0"/>
                </a:moveTo>
                <a:cubicBezTo>
                  <a:pt x="12122" y="0"/>
                  <a:pt x="9638" y="552"/>
                  <a:pt x="8950" y="717"/>
                </a:cubicBezTo>
                <a:cubicBezTo>
                  <a:pt x="8116" y="884"/>
                  <a:pt x="6982" y="3986"/>
                  <a:pt x="7516" y="4686"/>
                </a:cubicBezTo>
                <a:cubicBezTo>
                  <a:pt x="7873" y="5155"/>
                  <a:pt x="9230" y="5504"/>
                  <a:pt x="10489" y="5504"/>
                </a:cubicBezTo>
                <a:cubicBezTo>
                  <a:pt x="11112" y="5504"/>
                  <a:pt x="11711" y="5419"/>
                  <a:pt x="12152" y="5220"/>
                </a:cubicBezTo>
                <a:cubicBezTo>
                  <a:pt x="12586" y="2285"/>
                  <a:pt x="15021" y="83"/>
                  <a:pt x="15021" y="83"/>
                </a:cubicBezTo>
                <a:cubicBezTo>
                  <a:pt x="14712" y="25"/>
                  <a:pt x="14352" y="0"/>
                  <a:pt x="13962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0"/>
          <p:cNvSpPr/>
          <p:nvPr/>
        </p:nvSpPr>
        <p:spPr>
          <a:xfrm>
            <a:off x="11325091" y="2152795"/>
            <a:ext cx="120415" cy="46688"/>
          </a:xfrm>
          <a:custGeom>
            <a:avLst/>
            <a:gdLst/>
            <a:ahLst/>
            <a:cxnLst/>
            <a:rect l="l" t="t" r="r" b="b"/>
            <a:pathLst>
              <a:path w="6729" h="2609" extrusionOk="0">
                <a:moveTo>
                  <a:pt x="600" y="1"/>
                </a:moveTo>
                <a:lnTo>
                  <a:pt x="600" y="1"/>
                </a:lnTo>
                <a:cubicBezTo>
                  <a:pt x="0" y="501"/>
                  <a:pt x="367" y="1702"/>
                  <a:pt x="1968" y="2269"/>
                </a:cubicBezTo>
                <a:cubicBezTo>
                  <a:pt x="2579" y="2497"/>
                  <a:pt x="3540" y="2609"/>
                  <a:pt x="4436" y="2609"/>
                </a:cubicBezTo>
                <a:cubicBezTo>
                  <a:pt x="5643" y="2609"/>
                  <a:pt x="6729" y="2405"/>
                  <a:pt x="6671" y="2002"/>
                </a:cubicBezTo>
                <a:cubicBezTo>
                  <a:pt x="6605" y="1736"/>
                  <a:pt x="6605" y="1435"/>
                  <a:pt x="6605" y="1168"/>
                </a:cubicBezTo>
                <a:cubicBezTo>
                  <a:pt x="6283" y="1177"/>
                  <a:pt x="5961" y="1182"/>
                  <a:pt x="5640" y="1182"/>
                </a:cubicBezTo>
                <a:cubicBezTo>
                  <a:pt x="4763" y="1182"/>
                  <a:pt x="3890" y="1151"/>
                  <a:pt x="3036" y="1102"/>
                </a:cubicBezTo>
                <a:cubicBezTo>
                  <a:pt x="2435" y="1068"/>
                  <a:pt x="1868" y="935"/>
                  <a:pt x="1368" y="701"/>
                </a:cubicBezTo>
                <a:cubicBezTo>
                  <a:pt x="1034" y="535"/>
                  <a:pt x="767" y="301"/>
                  <a:pt x="600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0"/>
          <p:cNvSpPr/>
          <p:nvPr/>
        </p:nvSpPr>
        <p:spPr>
          <a:xfrm>
            <a:off x="11453416" y="2169169"/>
            <a:ext cx="91945" cy="36219"/>
          </a:xfrm>
          <a:custGeom>
            <a:avLst/>
            <a:gdLst/>
            <a:ahLst/>
            <a:cxnLst/>
            <a:rect l="l" t="t" r="r" b="b"/>
            <a:pathLst>
              <a:path w="5138" h="2024" extrusionOk="0">
                <a:moveTo>
                  <a:pt x="3487" y="1"/>
                </a:moveTo>
                <a:cubicBezTo>
                  <a:pt x="3014" y="1"/>
                  <a:pt x="2531" y="60"/>
                  <a:pt x="2069" y="120"/>
                </a:cubicBezTo>
                <a:cubicBezTo>
                  <a:pt x="1402" y="187"/>
                  <a:pt x="735" y="220"/>
                  <a:pt x="68" y="253"/>
                </a:cubicBezTo>
                <a:cubicBezTo>
                  <a:pt x="1" y="587"/>
                  <a:pt x="34" y="921"/>
                  <a:pt x="168" y="1221"/>
                </a:cubicBezTo>
                <a:cubicBezTo>
                  <a:pt x="547" y="1690"/>
                  <a:pt x="1897" y="2024"/>
                  <a:pt x="3149" y="2024"/>
                </a:cubicBezTo>
                <a:cubicBezTo>
                  <a:pt x="3768" y="2024"/>
                  <a:pt x="4363" y="1942"/>
                  <a:pt x="4804" y="1755"/>
                </a:cubicBezTo>
                <a:cubicBezTo>
                  <a:pt x="4871" y="1288"/>
                  <a:pt x="4971" y="821"/>
                  <a:pt x="5138" y="387"/>
                </a:cubicBezTo>
                <a:cubicBezTo>
                  <a:pt x="4640" y="92"/>
                  <a:pt x="4071" y="1"/>
                  <a:pt x="3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0"/>
          <p:cNvSpPr/>
          <p:nvPr/>
        </p:nvSpPr>
        <p:spPr>
          <a:xfrm>
            <a:off x="11618766" y="2340246"/>
            <a:ext cx="225065" cy="55779"/>
          </a:xfrm>
          <a:custGeom>
            <a:avLst/>
            <a:gdLst/>
            <a:ahLst/>
            <a:cxnLst/>
            <a:rect l="l" t="t" r="r" b="b"/>
            <a:pathLst>
              <a:path w="12577" h="3117" extrusionOk="0">
                <a:moveTo>
                  <a:pt x="1" y="0"/>
                </a:moveTo>
                <a:lnTo>
                  <a:pt x="1" y="0"/>
                </a:lnTo>
                <a:cubicBezTo>
                  <a:pt x="1" y="0"/>
                  <a:pt x="1369" y="2902"/>
                  <a:pt x="5705" y="3102"/>
                </a:cubicBezTo>
                <a:cubicBezTo>
                  <a:pt x="5878" y="3112"/>
                  <a:pt x="6052" y="3116"/>
                  <a:pt x="6225" y="3116"/>
                </a:cubicBezTo>
                <a:cubicBezTo>
                  <a:pt x="8546" y="3116"/>
                  <a:pt x="10807" y="2288"/>
                  <a:pt x="12576" y="767"/>
                </a:cubicBezTo>
                <a:lnTo>
                  <a:pt x="12576" y="767"/>
                </a:lnTo>
                <a:cubicBezTo>
                  <a:pt x="12576" y="767"/>
                  <a:pt x="10095" y="1610"/>
                  <a:pt x="6878" y="1610"/>
                </a:cubicBezTo>
                <a:cubicBezTo>
                  <a:pt x="4740" y="1610"/>
                  <a:pt x="2277" y="1238"/>
                  <a:pt x="1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0"/>
          <p:cNvSpPr/>
          <p:nvPr/>
        </p:nvSpPr>
        <p:spPr>
          <a:xfrm>
            <a:off x="11261814" y="2325607"/>
            <a:ext cx="198796" cy="121453"/>
          </a:xfrm>
          <a:custGeom>
            <a:avLst/>
            <a:gdLst/>
            <a:ahLst/>
            <a:cxnLst/>
            <a:rect l="l" t="t" r="r" b="b"/>
            <a:pathLst>
              <a:path w="11109" h="6787" extrusionOk="0">
                <a:moveTo>
                  <a:pt x="8644" y="1"/>
                </a:moveTo>
                <a:cubicBezTo>
                  <a:pt x="8269" y="1"/>
                  <a:pt x="7869" y="141"/>
                  <a:pt x="7472" y="351"/>
                </a:cubicBezTo>
                <a:cubicBezTo>
                  <a:pt x="6338" y="985"/>
                  <a:pt x="3403" y="1986"/>
                  <a:pt x="1701" y="2453"/>
                </a:cubicBezTo>
                <a:cubicBezTo>
                  <a:pt x="0" y="2920"/>
                  <a:pt x="100" y="3787"/>
                  <a:pt x="367" y="5421"/>
                </a:cubicBezTo>
                <a:cubicBezTo>
                  <a:pt x="510" y="6423"/>
                  <a:pt x="1080" y="6786"/>
                  <a:pt x="1760" y="6786"/>
                </a:cubicBezTo>
                <a:cubicBezTo>
                  <a:pt x="2190" y="6786"/>
                  <a:pt x="2663" y="6642"/>
                  <a:pt x="3102" y="6422"/>
                </a:cubicBezTo>
                <a:cubicBezTo>
                  <a:pt x="4270" y="5855"/>
                  <a:pt x="7039" y="5455"/>
                  <a:pt x="9073" y="5155"/>
                </a:cubicBezTo>
                <a:cubicBezTo>
                  <a:pt x="11108" y="4888"/>
                  <a:pt x="10641" y="3520"/>
                  <a:pt x="10274" y="1919"/>
                </a:cubicBezTo>
                <a:cubicBezTo>
                  <a:pt x="9949" y="487"/>
                  <a:pt x="9341" y="1"/>
                  <a:pt x="864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0"/>
          <p:cNvSpPr/>
          <p:nvPr/>
        </p:nvSpPr>
        <p:spPr>
          <a:xfrm>
            <a:off x="11268382" y="2355170"/>
            <a:ext cx="191620" cy="92392"/>
          </a:xfrm>
          <a:custGeom>
            <a:avLst/>
            <a:gdLst/>
            <a:ahLst/>
            <a:cxnLst/>
            <a:rect l="l" t="t" r="r" b="b"/>
            <a:pathLst>
              <a:path w="10708" h="5163" extrusionOk="0">
                <a:moveTo>
                  <a:pt x="9840" y="0"/>
                </a:moveTo>
                <a:cubicBezTo>
                  <a:pt x="9807" y="100"/>
                  <a:pt x="9807" y="200"/>
                  <a:pt x="9774" y="267"/>
                </a:cubicBezTo>
                <a:cubicBezTo>
                  <a:pt x="9540" y="867"/>
                  <a:pt x="9173" y="1368"/>
                  <a:pt x="8640" y="1668"/>
                </a:cubicBezTo>
                <a:cubicBezTo>
                  <a:pt x="7572" y="2335"/>
                  <a:pt x="6171" y="2202"/>
                  <a:pt x="5004" y="2635"/>
                </a:cubicBezTo>
                <a:cubicBezTo>
                  <a:pt x="4203" y="2935"/>
                  <a:pt x="3536" y="3436"/>
                  <a:pt x="2769" y="3769"/>
                </a:cubicBezTo>
                <a:cubicBezTo>
                  <a:pt x="2287" y="3955"/>
                  <a:pt x="1774" y="4047"/>
                  <a:pt x="1253" y="4047"/>
                </a:cubicBezTo>
                <a:cubicBezTo>
                  <a:pt x="837" y="4047"/>
                  <a:pt x="415" y="3988"/>
                  <a:pt x="0" y="3869"/>
                </a:cubicBezTo>
                <a:lnTo>
                  <a:pt x="0" y="3869"/>
                </a:lnTo>
                <a:cubicBezTo>
                  <a:pt x="184" y="4811"/>
                  <a:pt x="758" y="5162"/>
                  <a:pt x="1427" y="5162"/>
                </a:cubicBezTo>
                <a:cubicBezTo>
                  <a:pt x="1850" y="5162"/>
                  <a:pt x="2310" y="5023"/>
                  <a:pt x="2735" y="4803"/>
                </a:cubicBezTo>
                <a:cubicBezTo>
                  <a:pt x="3870" y="4236"/>
                  <a:pt x="6705" y="3803"/>
                  <a:pt x="8706" y="3503"/>
                </a:cubicBezTo>
                <a:cubicBezTo>
                  <a:pt x="10708" y="3236"/>
                  <a:pt x="10274" y="1868"/>
                  <a:pt x="9907" y="267"/>
                </a:cubicBezTo>
                <a:cubicBezTo>
                  <a:pt x="9907" y="167"/>
                  <a:pt x="9874" y="100"/>
                  <a:pt x="984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0"/>
          <p:cNvSpPr/>
          <p:nvPr/>
        </p:nvSpPr>
        <p:spPr>
          <a:xfrm>
            <a:off x="11123325" y="2402091"/>
            <a:ext cx="149244" cy="107442"/>
          </a:xfrm>
          <a:custGeom>
            <a:avLst/>
            <a:gdLst/>
            <a:ahLst/>
            <a:cxnLst/>
            <a:rect l="l" t="t" r="r" b="b"/>
            <a:pathLst>
              <a:path w="8340" h="6004" extrusionOk="0">
                <a:moveTo>
                  <a:pt x="6360" y="0"/>
                </a:moveTo>
                <a:cubicBezTo>
                  <a:pt x="6137" y="0"/>
                  <a:pt x="5863" y="105"/>
                  <a:pt x="5504" y="347"/>
                </a:cubicBezTo>
                <a:cubicBezTo>
                  <a:pt x="4270" y="1214"/>
                  <a:pt x="2936" y="1981"/>
                  <a:pt x="1501" y="2949"/>
                </a:cubicBezTo>
                <a:cubicBezTo>
                  <a:pt x="34" y="3916"/>
                  <a:pt x="0" y="4783"/>
                  <a:pt x="334" y="5417"/>
                </a:cubicBezTo>
                <a:cubicBezTo>
                  <a:pt x="551" y="5792"/>
                  <a:pt x="954" y="6003"/>
                  <a:pt x="1558" y="6003"/>
                </a:cubicBezTo>
                <a:cubicBezTo>
                  <a:pt x="1976" y="6003"/>
                  <a:pt x="2489" y="5902"/>
                  <a:pt x="3103" y="5684"/>
                </a:cubicBezTo>
                <a:cubicBezTo>
                  <a:pt x="4604" y="5150"/>
                  <a:pt x="6138" y="4216"/>
                  <a:pt x="7205" y="3749"/>
                </a:cubicBezTo>
                <a:cubicBezTo>
                  <a:pt x="8306" y="3316"/>
                  <a:pt x="8340" y="2782"/>
                  <a:pt x="7572" y="1381"/>
                </a:cubicBezTo>
                <a:cubicBezTo>
                  <a:pt x="7146" y="623"/>
                  <a:pt x="6905" y="0"/>
                  <a:pt x="6360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0"/>
          <p:cNvSpPr/>
          <p:nvPr/>
        </p:nvSpPr>
        <p:spPr>
          <a:xfrm>
            <a:off x="11126904" y="2423815"/>
            <a:ext cx="145665" cy="85341"/>
          </a:xfrm>
          <a:custGeom>
            <a:avLst/>
            <a:gdLst/>
            <a:ahLst/>
            <a:cxnLst/>
            <a:rect l="l" t="t" r="r" b="b"/>
            <a:pathLst>
              <a:path w="8140" h="4769" extrusionOk="0">
                <a:moveTo>
                  <a:pt x="7272" y="0"/>
                </a:moveTo>
                <a:cubicBezTo>
                  <a:pt x="7172" y="33"/>
                  <a:pt x="7106" y="100"/>
                  <a:pt x="7106" y="200"/>
                </a:cubicBezTo>
                <a:cubicBezTo>
                  <a:pt x="7072" y="300"/>
                  <a:pt x="7106" y="434"/>
                  <a:pt x="7139" y="534"/>
                </a:cubicBezTo>
                <a:cubicBezTo>
                  <a:pt x="7172" y="834"/>
                  <a:pt x="7039" y="1134"/>
                  <a:pt x="6805" y="1368"/>
                </a:cubicBezTo>
                <a:cubicBezTo>
                  <a:pt x="6572" y="1535"/>
                  <a:pt x="6305" y="1701"/>
                  <a:pt x="6038" y="1801"/>
                </a:cubicBezTo>
                <a:lnTo>
                  <a:pt x="2269" y="3536"/>
                </a:lnTo>
                <a:cubicBezTo>
                  <a:pt x="1802" y="3769"/>
                  <a:pt x="1301" y="3903"/>
                  <a:pt x="768" y="3936"/>
                </a:cubicBezTo>
                <a:cubicBezTo>
                  <a:pt x="501" y="3936"/>
                  <a:pt x="234" y="3870"/>
                  <a:pt x="0" y="3736"/>
                </a:cubicBezTo>
                <a:lnTo>
                  <a:pt x="0" y="3736"/>
                </a:lnTo>
                <a:cubicBezTo>
                  <a:pt x="34" y="3903"/>
                  <a:pt x="67" y="4036"/>
                  <a:pt x="167" y="4203"/>
                </a:cubicBezTo>
                <a:cubicBezTo>
                  <a:pt x="360" y="4569"/>
                  <a:pt x="742" y="4768"/>
                  <a:pt x="1320" y="4768"/>
                </a:cubicBezTo>
                <a:cubicBezTo>
                  <a:pt x="1742" y="4768"/>
                  <a:pt x="2269" y="4662"/>
                  <a:pt x="2903" y="4437"/>
                </a:cubicBezTo>
                <a:cubicBezTo>
                  <a:pt x="4404" y="3903"/>
                  <a:pt x="5938" y="2969"/>
                  <a:pt x="7039" y="2535"/>
                </a:cubicBezTo>
                <a:cubicBezTo>
                  <a:pt x="8140" y="2068"/>
                  <a:pt x="8140" y="1568"/>
                  <a:pt x="7372" y="167"/>
                </a:cubicBezTo>
                <a:cubicBezTo>
                  <a:pt x="7339" y="134"/>
                  <a:pt x="7306" y="67"/>
                  <a:pt x="727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0"/>
          <p:cNvSpPr/>
          <p:nvPr/>
        </p:nvSpPr>
        <p:spPr>
          <a:xfrm>
            <a:off x="11242112" y="2397545"/>
            <a:ext cx="50160" cy="46366"/>
          </a:xfrm>
          <a:custGeom>
            <a:avLst/>
            <a:gdLst/>
            <a:ahLst/>
            <a:cxnLst/>
            <a:rect l="l" t="t" r="r" b="b"/>
            <a:pathLst>
              <a:path w="2803" h="2591" extrusionOk="0">
                <a:moveTo>
                  <a:pt x="1702" y="0"/>
                </a:moveTo>
                <a:cubicBezTo>
                  <a:pt x="1368" y="0"/>
                  <a:pt x="0" y="668"/>
                  <a:pt x="367" y="1835"/>
                </a:cubicBezTo>
                <a:cubicBezTo>
                  <a:pt x="541" y="2425"/>
                  <a:pt x="1066" y="2591"/>
                  <a:pt x="1562" y="2591"/>
                </a:cubicBezTo>
                <a:cubicBezTo>
                  <a:pt x="2022" y="2591"/>
                  <a:pt x="2457" y="2449"/>
                  <a:pt x="2569" y="2369"/>
                </a:cubicBezTo>
                <a:cubicBezTo>
                  <a:pt x="2802" y="2235"/>
                  <a:pt x="2636" y="1802"/>
                  <a:pt x="2402" y="1135"/>
                </a:cubicBezTo>
                <a:cubicBezTo>
                  <a:pt x="2235" y="634"/>
                  <a:pt x="2035" y="0"/>
                  <a:pt x="17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0"/>
          <p:cNvSpPr/>
          <p:nvPr/>
        </p:nvSpPr>
        <p:spPr>
          <a:xfrm>
            <a:off x="11354922" y="2507779"/>
            <a:ext cx="199995" cy="146095"/>
          </a:xfrm>
          <a:custGeom>
            <a:avLst/>
            <a:gdLst/>
            <a:ahLst/>
            <a:cxnLst/>
            <a:rect l="l" t="t" r="r" b="b"/>
            <a:pathLst>
              <a:path w="11176" h="8164" extrusionOk="0">
                <a:moveTo>
                  <a:pt x="7862" y="1"/>
                </a:moveTo>
                <a:cubicBezTo>
                  <a:pt x="7368" y="1"/>
                  <a:pt x="6901" y="316"/>
                  <a:pt x="6472" y="745"/>
                </a:cubicBezTo>
                <a:cubicBezTo>
                  <a:pt x="5572" y="1646"/>
                  <a:pt x="3070" y="3481"/>
                  <a:pt x="1569" y="4415"/>
                </a:cubicBezTo>
                <a:cubicBezTo>
                  <a:pt x="34" y="5382"/>
                  <a:pt x="1" y="5649"/>
                  <a:pt x="735" y="7150"/>
                </a:cubicBezTo>
                <a:cubicBezTo>
                  <a:pt x="1077" y="7884"/>
                  <a:pt x="1532" y="8164"/>
                  <a:pt x="2071" y="8164"/>
                </a:cubicBezTo>
                <a:cubicBezTo>
                  <a:pt x="2633" y="8164"/>
                  <a:pt x="3288" y="7859"/>
                  <a:pt x="4004" y="7450"/>
                </a:cubicBezTo>
                <a:cubicBezTo>
                  <a:pt x="5138" y="6816"/>
                  <a:pt x="7473" y="5749"/>
                  <a:pt x="9341" y="4882"/>
                </a:cubicBezTo>
                <a:cubicBezTo>
                  <a:pt x="11176" y="4048"/>
                  <a:pt x="10375" y="2847"/>
                  <a:pt x="9574" y="1413"/>
                </a:cubicBezTo>
                <a:cubicBezTo>
                  <a:pt x="8981" y="382"/>
                  <a:pt x="8405" y="1"/>
                  <a:pt x="7862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0"/>
          <p:cNvSpPr/>
          <p:nvPr/>
        </p:nvSpPr>
        <p:spPr>
          <a:xfrm>
            <a:off x="11239714" y="2618083"/>
            <a:ext cx="134928" cy="115888"/>
          </a:xfrm>
          <a:custGeom>
            <a:avLst/>
            <a:gdLst/>
            <a:ahLst/>
            <a:cxnLst/>
            <a:rect l="l" t="t" r="r" b="b"/>
            <a:pathLst>
              <a:path w="7540" h="6476" extrusionOk="0">
                <a:moveTo>
                  <a:pt x="5137" y="1"/>
                </a:moveTo>
                <a:cubicBezTo>
                  <a:pt x="4890" y="1"/>
                  <a:pt x="4606" y="151"/>
                  <a:pt x="4237" y="519"/>
                </a:cubicBezTo>
                <a:cubicBezTo>
                  <a:pt x="3170" y="1620"/>
                  <a:pt x="2469" y="2187"/>
                  <a:pt x="1235" y="3421"/>
                </a:cubicBezTo>
                <a:cubicBezTo>
                  <a:pt x="1" y="4655"/>
                  <a:pt x="101" y="5523"/>
                  <a:pt x="568" y="6090"/>
                </a:cubicBezTo>
                <a:cubicBezTo>
                  <a:pt x="776" y="6342"/>
                  <a:pt x="1069" y="6475"/>
                  <a:pt x="1451" y="6475"/>
                </a:cubicBezTo>
                <a:cubicBezTo>
                  <a:pt x="1929" y="6475"/>
                  <a:pt x="2544" y="6267"/>
                  <a:pt x="3303" y="5823"/>
                </a:cubicBezTo>
                <a:cubicBezTo>
                  <a:pt x="4671" y="4989"/>
                  <a:pt x="5572" y="4188"/>
                  <a:pt x="6539" y="3554"/>
                </a:cubicBezTo>
                <a:cubicBezTo>
                  <a:pt x="7540" y="2921"/>
                  <a:pt x="7440" y="2387"/>
                  <a:pt x="6439" y="1153"/>
                </a:cubicBezTo>
                <a:cubicBezTo>
                  <a:pt x="5936" y="541"/>
                  <a:pt x="5606" y="1"/>
                  <a:pt x="5137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0"/>
          <p:cNvSpPr/>
          <p:nvPr/>
        </p:nvSpPr>
        <p:spPr>
          <a:xfrm>
            <a:off x="11247480" y="2529467"/>
            <a:ext cx="306846" cy="204504"/>
          </a:xfrm>
          <a:custGeom>
            <a:avLst/>
            <a:gdLst/>
            <a:ahLst/>
            <a:cxnLst/>
            <a:rect l="l" t="t" r="r" b="b"/>
            <a:pathLst>
              <a:path w="17147" h="11428" extrusionOk="0">
                <a:moveTo>
                  <a:pt x="15445" y="0"/>
                </a:moveTo>
                <a:cubicBezTo>
                  <a:pt x="15512" y="334"/>
                  <a:pt x="15545" y="701"/>
                  <a:pt x="15478" y="1068"/>
                </a:cubicBezTo>
                <a:cubicBezTo>
                  <a:pt x="15278" y="1735"/>
                  <a:pt x="14811" y="2269"/>
                  <a:pt x="14211" y="2602"/>
                </a:cubicBezTo>
                <a:cubicBezTo>
                  <a:pt x="13577" y="2902"/>
                  <a:pt x="12943" y="3169"/>
                  <a:pt x="12309" y="3403"/>
                </a:cubicBezTo>
                <a:cubicBezTo>
                  <a:pt x="11576" y="3703"/>
                  <a:pt x="10908" y="4137"/>
                  <a:pt x="10308" y="4637"/>
                </a:cubicBezTo>
                <a:cubicBezTo>
                  <a:pt x="9874" y="5037"/>
                  <a:pt x="9407" y="5404"/>
                  <a:pt x="8874" y="5704"/>
                </a:cubicBezTo>
                <a:cubicBezTo>
                  <a:pt x="8434" y="5946"/>
                  <a:pt x="7950" y="6058"/>
                  <a:pt x="7471" y="6058"/>
                </a:cubicBezTo>
                <a:cubicBezTo>
                  <a:pt x="7224" y="6058"/>
                  <a:pt x="6977" y="6028"/>
                  <a:pt x="6739" y="5971"/>
                </a:cubicBezTo>
                <a:lnTo>
                  <a:pt x="6739" y="5971"/>
                </a:lnTo>
                <a:cubicBezTo>
                  <a:pt x="7078" y="6667"/>
                  <a:pt x="7528" y="6931"/>
                  <a:pt x="8061" y="6931"/>
                </a:cubicBezTo>
                <a:cubicBezTo>
                  <a:pt x="8627" y="6931"/>
                  <a:pt x="9286" y="6633"/>
                  <a:pt x="10008" y="6238"/>
                </a:cubicBezTo>
                <a:cubicBezTo>
                  <a:pt x="11109" y="5604"/>
                  <a:pt x="13477" y="4504"/>
                  <a:pt x="15312" y="3670"/>
                </a:cubicBezTo>
                <a:cubicBezTo>
                  <a:pt x="17146" y="2836"/>
                  <a:pt x="16346" y="1635"/>
                  <a:pt x="15578" y="201"/>
                </a:cubicBezTo>
                <a:lnTo>
                  <a:pt x="15545" y="201"/>
                </a:lnTo>
                <a:cubicBezTo>
                  <a:pt x="15512" y="134"/>
                  <a:pt x="15478" y="67"/>
                  <a:pt x="15445" y="0"/>
                </a:cubicBezTo>
                <a:close/>
                <a:moveTo>
                  <a:pt x="6005" y="6138"/>
                </a:moveTo>
                <a:cubicBezTo>
                  <a:pt x="5871" y="6772"/>
                  <a:pt x="5538" y="7306"/>
                  <a:pt x="5004" y="7706"/>
                </a:cubicBezTo>
                <a:cubicBezTo>
                  <a:pt x="4404" y="8173"/>
                  <a:pt x="3670" y="8540"/>
                  <a:pt x="3103" y="9040"/>
                </a:cubicBezTo>
                <a:cubicBezTo>
                  <a:pt x="2703" y="9440"/>
                  <a:pt x="2369" y="9874"/>
                  <a:pt x="2002" y="10308"/>
                </a:cubicBezTo>
                <a:cubicBezTo>
                  <a:pt x="1649" y="10731"/>
                  <a:pt x="1147" y="10972"/>
                  <a:pt x="636" y="10972"/>
                </a:cubicBezTo>
                <a:cubicBezTo>
                  <a:pt x="422" y="10972"/>
                  <a:pt x="207" y="10930"/>
                  <a:pt x="1" y="10841"/>
                </a:cubicBezTo>
                <a:lnTo>
                  <a:pt x="1" y="10841"/>
                </a:lnTo>
                <a:cubicBezTo>
                  <a:pt x="34" y="10908"/>
                  <a:pt x="67" y="10975"/>
                  <a:pt x="134" y="11042"/>
                </a:cubicBezTo>
                <a:cubicBezTo>
                  <a:pt x="342" y="11294"/>
                  <a:pt x="635" y="11427"/>
                  <a:pt x="1017" y="11427"/>
                </a:cubicBezTo>
                <a:cubicBezTo>
                  <a:pt x="1495" y="11427"/>
                  <a:pt x="2110" y="11219"/>
                  <a:pt x="2869" y="10775"/>
                </a:cubicBezTo>
                <a:cubicBezTo>
                  <a:pt x="4237" y="9974"/>
                  <a:pt x="5138" y="9174"/>
                  <a:pt x="6105" y="8506"/>
                </a:cubicBezTo>
                <a:cubicBezTo>
                  <a:pt x="7106" y="7873"/>
                  <a:pt x="7006" y="7339"/>
                  <a:pt x="6005" y="6138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0"/>
          <p:cNvSpPr/>
          <p:nvPr/>
        </p:nvSpPr>
        <p:spPr>
          <a:xfrm>
            <a:off x="11334038" y="2610031"/>
            <a:ext cx="53739" cy="47261"/>
          </a:xfrm>
          <a:custGeom>
            <a:avLst/>
            <a:gdLst/>
            <a:ahLst/>
            <a:cxnLst/>
            <a:rect l="l" t="t" r="r" b="b"/>
            <a:pathLst>
              <a:path w="3003" h="2641" extrusionOk="0">
                <a:moveTo>
                  <a:pt x="1627" y="0"/>
                </a:moveTo>
                <a:cubicBezTo>
                  <a:pt x="1618" y="0"/>
                  <a:pt x="1610" y="1"/>
                  <a:pt x="1602" y="2"/>
                </a:cubicBezTo>
                <a:cubicBezTo>
                  <a:pt x="1268" y="68"/>
                  <a:pt x="0" y="936"/>
                  <a:pt x="534" y="2036"/>
                </a:cubicBezTo>
                <a:cubicBezTo>
                  <a:pt x="756" y="2495"/>
                  <a:pt x="1152" y="2641"/>
                  <a:pt x="1552" y="2641"/>
                </a:cubicBezTo>
                <a:cubicBezTo>
                  <a:pt x="2114" y="2641"/>
                  <a:pt x="2686" y="2353"/>
                  <a:pt x="2802" y="2237"/>
                </a:cubicBezTo>
                <a:cubicBezTo>
                  <a:pt x="3003" y="2070"/>
                  <a:pt x="2769" y="1636"/>
                  <a:pt x="2435" y="1036"/>
                </a:cubicBezTo>
                <a:cubicBezTo>
                  <a:pt x="2209" y="549"/>
                  <a:pt x="1919" y="0"/>
                  <a:pt x="16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0"/>
          <p:cNvSpPr/>
          <p:nvPr/>
        </p:nvSpPr>
        <p:spPr>
          <a:xfrm>
            <a:off x="11440281" y="2593299"/>
            <a:ext cx="162397" cy="123923"/>
          </a:xfrm>
          <a:custGeom>
            <a:avLst/>
            <a:gdLst/>
            <a:ahLst/>
            <a:cxnLst/>
            <a:rect l="l" t="t" r="r" b="b"/>
            <a:pathLst>
              <a:path w="9075" h="6925" extrusionOk="0">
                <a:moveTo>
                  <a:pt x="6358" y="1"/>
                </a:moveTo>
                <a:cubicBezTo>
                  <a:pt x="6052" y="1"/>
                  <a:pt x="5729" y="119"/>
                  <a:pt x="5371" y="370"/>
                </a:cubicBezTo>
                <a:cubicBezTo>
                  <a:pt x="4104" y="1237"/>
                  <a:pt x="2870" y="2104"/>
                  <a:pt x="1702" y="3005"/>
                </a:cubicBezTo>
                <a:cubicBezTo>
                  <a:pt x="268" y="4072"/>
                  <a:pt x="1" y="4372"/>
                  <a:pt x="768" y="5773"/>
                </a:cubicBezTo>
                <a:cubicBezTo>
                  <a:pt x="1179" y="6558"/>
                  <a:pt x="1486" y="6924"/>
                  <a:pt x="2004" y="6924"/>
                </a:cubicBezTo>
                <a:cubicBezTo>
                  <a:pt x="2411" y="6924"/>
                  <a:pt x="2949" y="6699"/>
                  <a:pt x="3770" y="6274"/>
                </a:cubicBezTo>
                <a:cubicBezTo>
                  <a:pt x="4871" y="5707"/>
                  <a:pt x="5772" y="5040"/>
                  <a:pt x="7907" y="3839"/>
                </a:cubicBezTo>
                <a:cubicBezTo>
                  <a:pt x="9074" y="3172"/>
                  <a:pt x="8907" y="2338"/>
                  <a:pt x="7940" y="1070"/>
                </a:cubicBezTo>
                <a:cubicBezTo>
                  <a:pt x="7404" y="384"/>
                  <a:pt x="6909" y="1"/>
                  <a:pt x="6358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0"/>
          <p:cNvSpPr/>
          <p:nvPr/>
        </p:nvSpPr>
        <p:spPr>
          <a:xfrm>
            <a:off x="11354331" y="2689985"/>
            <a:ext cx="106869" cy="87882"/>
          </a:xfrm>
          <a:custGeom>
            <a:avLst/>
            <a:gdLst/>
            <a:ahLst/>
            <a:cxnLst/>
            <a:rect l="l" t="t" r="r" b="b"/>
            <a:pathLst>
              <a:path w="5972" h="4911" extrusionOk="0">
                <a:moveTo>
                  <a:pt x="3765" y="0"/>
                </a:moveTo>
                <a:cubicBezTo>
                  <a:pt x="3525" y="0"/>
                  <a:pt x="3231" y="131"/>
                  <a:pt x="2803" y="437"/>
                </a:cubicBezTo>
                <a:cubicBezTo>
                  <a:pt x="2169" y="871"/>
                  <a:pt x="1568" y="1404"/>
                  <a:pt x="1068" y="1972"/>
                </a:cubicBezTo>
                <a:cubicBezTo>
                  <a:pt x="1" y="3272"/>
                  <a:pt x="101" y="4073"/>
                  <a:pt x="568" y="4607"/>
                </a:cubicBezTo>
                <a:cubicBezTo>
                  <a:pt x="767" y="4806"/>
                  <a:pt x="1020" y="4910"/>
                  <a:pt x="1334" y="4910"/>
                </a:cubicBezTo>
                <a:cubicBezTo>
                  <a:pt x="1808" y="4910"/>
                  <a:pt x="2421" y="4674"/>
                  <a:pt x="3203" y="4173"/>
                </a:cubicBezTo>
                <a:cubicBezTo>
                  <a:pt x="4470" y="3339"/>
                  <a:pt x="4037" y="3606"/>
                  <a:pt x="4904" y="2939"/>
                </a:cubicBezTo>
                <a:cubicBezTo>
                  <a:pt x="5805" y="2238"/>
                  <a:pt x="5971" y="2038"/>
                  <a:pt x="4937" y="937"/>
                </a:cubicBezTo>
                <a:cubicBezTo>
                  <a:pt x="4431" y="389"/>
                  <a:pt x="4178" y="0"/>
                  <a:pt x="3765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0"/>
          <p:cNvSpPr/>
          <p:nvPr/>
        </p:nvSpPr>
        <p:spPr>
          <a:xfrm>
            <a:off x="11365068" y="2603481"/>
            <a:ext cx="237610" cy="174262"/>
          </a:xfrm>
          <a:custGeom>
            <a:avLst/>
            <a:gdLst/>
            <a:ahLst/>
            <a:cxnLst/>
            <a:rect l="l" t="t" r="r" b="b"/>
            <a:pathLst>
              <a:path w="13278" h="9738" extrusionOk="0">
                <a:moveTo>
                  <a:pt x="11709" y="1"/>
                </a:moveTo>
                <a:cubicBezTo>
                  <a:pt x="11843" y="468"/>
                  <a:pt x="11743" y="935"/>
                  <a:pt x="11476" y="1335"/>
                </a:cubicBezTo>
                <a:cubicBezTo>
                  <a:pt x="11042" y="1902"/>
                  <a:pt x="10342" y="2102"/>
                  <a:pt x="9775" y="2502"/>
                </a:cubicBezTo>
                <a:cubicBezTo>
                  <a:pt x="8741" y="3203"/>
                  <a:pt x="8140" y="4437"/>
                  <a:pt x="7039" y="5038"/>
                </a:cubicBezTo>
                <a:cubicBezTo>
                  <a:pt x="6594" y="5285"/>
                  <a:pt x="6112" y="5422"/>
                  <a:pt x="5620" y="5422"/>
                </a:cubicBezTo>
                <a:cubicBezTo>
                  <a:pt x="5449" y="5422"/>
                  <a:pt x="5277" y="5406"/>
                  <a:pt x="5105" y="5371"/>
                </a:cubicBezTo>
                <a:lnTo>
                  <a:pt x="5038" y="5371"/>
                </a:lnTo>
                <a:cubicBezTo>
                  <a:pt x="5434" y="6037"/>
                  <a:pt x="5732" y="6343"/>
                  <a:pt x="6211" y="6343"/>
                </a:cubicBezTo>
                <a:cubicBezTo>
                  <a:pt x="6621" y="6343"/>
                  <a:pt x="7161" y="6120"/>
                  <a:pt x="8007" y="5705"/>
                </a:cubicBezTo>
                <a:cubicBezTo>
                  <a:pt x="9107" y="5138"/>
                  <a:pt x="9975" y="4471"/>
                  <a:pt x="12110" y="3270"/>
                </a:cubicBezTo>
                <a:cubicBezTo>
                  <a:pt x="13277" y="2603"/>
                  <a:pt x="13110" y="1769"/>
                  <a:pt x="12143" y="501"/>
                </a:cubicBezTo>
                <a:cubicBezTo>
                  <a:pt x="12010" y="334"/>
                  <a:pt x="11876" y="167"/>
                  <a:pt x="11709" y="1"/>
                </a:cubicBezTo>
                <a:close/>
                <a:moveTo>
                  <a:pt x="4437" y="5838"/>
                </a:moveTo>
                <a:cubicBezTo>
                  <a:pt x="4404" y="6205"/>
                  <a:pt x="4204" y="6539"/>
                  <a:pt x="3937" y="6772"/>
                </a:cubicBezTo>
                <a:cubicBezTo>
                  <a:pt x="3637" y="7006"/>
                  <a:pt x="3337" y="7206"/>
                  <a:pt x="3003" y="7373"/>
                </a:cubicBezTo>
                <a:cubicBezTo>
                  <a:pt x="2469" y="7706"/>
                  <a:pt x="1969" y="8073"/>
                  <a:pt x="1535" y="8507"/>
                </a:cubicBezTo>
                <a:cubicBezTo>
                  <a:pt x="1302" y="8807"/>
                  <a:pt x="1002" y="9074"/>
                  <a:pt x="668" y="9274"/>
                </a:cubicBezTo>
                <a:cubicBezTo>
                  <a:pt x="503" y="9356"/>
                  <a:pt x="316" y="9416"/>
                  <a:pt x="125" y="9416"/>
                </a:cubicBezTo>
                <a:cubicBezTo>
                  <a:pt x="84" y="9416"/>
                  <a:pt x="42" y="9413"/>
                  <a:pt x="1" y="9407"/>
                </a:cubicBezTo>
                <a:lnTo>
                  <a:pt x="1" y="9407"/>
                </a:lnTo>
                <a:cubicBezTo>
                  <a:pt x="191" y="9625"/>
                  <a:pt x="449" y="9737"/>
                  <a:pt x="772" y="9737"/>
                </a:cubicBezTo>
                <a:cubicBezTo>
                  <a:pt x="1242" y="9737"/>
                  <a:pt x="1852" y="9501"/>
                  <a:pt x="2603" y="9007"/>
                </a:cubicBezTo>
                <a:cubicBezTo>
                  <a:pt x="3870" y="8173"/>
                  <a:pt x="3437" y="8440"/>
                  <a:pt x="4337" y="7740"/>
                </a:cubicBezTo>
                <a:cubicBezTo>
                  <a:pt x="5238" y="7072"/>
                  <a:pt x="5371" y="6872"/>
                  <a:pt x="4437" y="5838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0"/>
          <p:cNvSpPr/>
          <p:nvPr/>
        </p:nvSpPr>
        <p:spPr>
          <a:xfrm>
            <a:off x="11419988" y="2674900"/>
            <a:ext cx="53148" cy="45453"/>
          </a:xfrm>
          <a:custGeom>
            <a:avLst/>
            <a:gdLst/>
            <a:ahLst/>
            <a:cxnLst/>
            <a:rect l="l" t="t" r="r" b="b"/>
            <a:pathLst>
              <a:path w="2970" h="2540" extrusionOk="0">
                <a:moveTo>
                  <a:pt x="1514" y="1"/>
                </a:moveTo>
                <a:cubicBezTo>
                  <a:pt x="1488" y="1"/>
                  <a:pt x="1461" y="5"/>
                  <a:pt x="1435" y="13"/>
                </a:cubicBezTo>
                <a:cubicBezTo>
                  <a:pt x="1135" y="79"/>
                  <a:pt x="1" y="1047"/>
                  <a:pt x="601" y="2047"/>
                </a:cubicBezTo>
                <a:cubicBezTo>
                  <a:pt x="822" y="2416"/>
                  <a:pt x="1156" y="2540"/>
                  <a:pt x="1499" y="2540"/>
                </a:cubicBezTo>
                <a:cubicBezTo>
                  <a:pt x="2086" y="2540"/>
                  <a:pt x="2697" y="2174"/>
                  <a:pt x="2803" y="2047"/>
                </a:cubicBezTo>
                <a:cubicBezTo>
                  <a:pt x="2970" y="1847"/>
                  <a:pt x="2703" y="1480"/>
                  <a:pt x="2369" y="913"/>
                </a:cubicBezTo>
                <a:cubicBezTo>
                  <a:pt x="2123" y="514"/>
                  <a:pt x="1821" y="1"/>
                  <a:pt x="151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0"/>
          <p:cNvSpPr/>
          <p:nvPr/>
        </p:nvSpPr>
        <p:spPr>
          <a:xfrm>
            <a:off x="11276130" y="2418375"/>
            <a:ext cx="227445" cy="157225"/>
          </a:xfrm>
          <a:custGeom>
            <a:avLst/>
            <a:gdLst/>
            <a:ahLst/>
            <a:cxnLst/>
            <a:rect l="l" t="t" r="r" b="b"/>
            <a:pathLst>
              <a:path w="12710" h="8786" extrusionOk="0">
                <a:moveTo>
                  <a:pt x="9601" y="0"/>
                </a:moveTo>
                <a:cubicBezTo>
                  <a:pt x="9126" y="0"/>
                  <a:pt x="8656" y="266"/>
                  <a:pt x="8240" y="638"/>
                </a:cubicBezTo>
                <a:cubicBezTo>
                  <a:pt x="7273" y="1438"/>
                  <a:pt x="3136" y="3673"/>
                  <a:pt x="1569" y="4507"/>
                </a:cubicBezTo>
                <a:cubicBezTo>
                  <a:pt x="1" y="5341"/>
                  <a:pt x="234" y="6142"/>
                  <a:pt x="835" y="7709"/>
                </a:cubicBezTo>
                <a:cubicBezTo>
                  <a:pt x="1139" y="8488"/>
                  <a:pt x="1632" y="8785"/>
                  <a:pt x="2175" y="8785"/>
                </a:cubicBezTo>
                <a:cubicBezTo>
                  <a:pt x="2703" y="8785"/>
                  <a:pt x="3277" y="8504"/>
                  <a:pt x="3770" y="8110"/>
                </a:cubicBezTo>
                <a:cubicBezTo>
                  <a:pt x="4771" y="7309"/>
                  <a:pt x="8874" y="5675"/>
                  <a:pt x="10808" y="4974"/>
                </a:cubicBezTo>
                <a:cubicBezTo>
                  <a:pt x="12710" y="4307"/>
                  <a:pt x="12009" y="3039"/>
                  <a:pt x="11309" y="1538"/>
                </a:cubicBezTo>
                <a:cubicBezTo>
                  <a:pt x="10791" y="411"/>
                  <a:pt x="10192" y="0"/>
                  <a:pt x="9601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0"/>
          <p:cNvSpPr/>
          <p:nvPr/>
        </p:nvSpPr>
        <p:spPr>
          <a:xfrm>
            <a:off x="11155554" y="2531812"/>
            <a:ext cx="145665" cy="117355"/>
          </a:xfrm>
          <a:custGeom>
            <a:avLst/>
            <a:gdLst/>
            <a:ahLst/>
            <a:cxnLst/>
            <a:rect l="l" t="t" r="r" b="b"/>
            <a:pathLst>
              <a:path w="8140" h="6558" extrusionOk="0">
                <a:moveTo>
                  <a:pt x="5878" y="0"/>
                </a:moveTo>
                <a:cubicBezTo>
                  <a:pt x="5635" y="0"/>
                  <a:pt x="5347" y="138"/>
                  <a:pt x="4971" y="470"/>
                </a:cubicBezTo>
                <a:cubicBezTo>
                  <a:pt x="3837" y="1471"/>
                  <a:pt x="2636" y="2371"/>
                  <a:pt x="1302" y="3505"/>
                </a:cubicBezTo>
                <a:cubicBezTo>
                  <a:pt x="1" y="4639"/>
                  <a:pt x="67" y="5540"/>
                  <a:pt x="468" y="6107"/>
                </a:cubicBezTo>
                <a:cubicBezTo>
                  <a:pt x="679" y="6400"/>
                  <a:pt x="1001" y="6558"/>
                  <a:pt x="1442" y="6558"/>
                </a:cubicBezTo>
                <a:cubicBezTo>
                  <a:pt x="1906" y="6558"/>
                  <a:pt x="2501" y="6383"/>
                  <a:pt x="3236" y="6007"/>
                </a:cubicBezTo>
                <a:cubicBezTo>
                  <a:pt x="4704" y="5273"/>
                  <a:pt x="6072" y="4172"/>
                  <a:pt x="7106" y="3605"/>
                </a:cubicBezTo>
                <a:cubicBezTo>
                  <a:pt x="8140" y="3005"/>
                  <a:pt x="8106" y="2471"/>
                  <a:pt x="7139" y="1204"/>
                </a:cubicBezTo>
                <a:cubicBezTo>
                  <a:pt x="6671" y="557"/>
                  <a:pt x="6367" y="0"/>
                  <a:pt x="5878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40"/>
          <p:cNvSpPr/>
          <p:nvPr/>
        </p:nvSpPr>
        <p:spPr>
          <a:xfrm>
            <a:off x="11161531" y="2447687"/>
            <a:ext cx="342045" cy="201480"/>
          </a:xfrm>
          <a:custGeom>
            <a:avLst/>
            <a:gdLst/>
            <a:ahLst/>
            <a:cxnLst/>
            <a:rect l="l" t="t" r="r" b="b"/>
            <a:pathLst>
              <a:path w="19114" h="11259" extrusionOk="0">
                <a:moveTo>
                  <a:pt x="17780" y="0"/>
                </a:moveTo>
                <a:cubicBezTo>
                  <a:pt x="17813" y="334"/>
                  <a:pt x="17813" y="634"/>
                  <a:pt x="17713" y="901"/>
                </a:cubicBezTo>
                <a:cubicBezTo>
                  <a:pt x="17579" y="1168"/>
                  <a:pt x="17413" y="1401"/>
                  <a:pt x="17212" y="1568"/>
                </a:cubicBezTo>
                <a:cubicBezTo>
                  <a:pt x="15778" y="2869"/>
                  <a:pt x="13677" y="2936"/>
                  <a:pt x="11975" y="3836"/>
                </a:cubicBezTo>
                <a:cubicBezTo>
                  <a:pt x="11141" y="4270"/>
                  <a:pt x="10441" y="4904"/>
                  <a:pt x="9607" y="5338"/>
                </a:cubicBezTo>
                <a:cubicBezTo>
                  <a:pt x="9104" y="5644"/>
                  <a:pt x="8543" y="5792"/>
                  <a:pt x="7982" y="5792"/>
                </a:cubicBezTo>
                <a:cubicBezTo>
                  <a:pt x="7687" y="5792"/>
                  <a:pt x="7392" y="5751"/>
                  <a:pt x="7105" y="5671"/>
                </a:cubicBezTo>
                <a:lnTo>
                  <a:pt x="7105" y="5671"/>
                </a:lnTo>
                <a:cubicBezTo>
                  <a:pt x="7139" y="5771"/>
                  <a:pt x="7205" y="5905"/>
                  <a:pt x="7239" y="6071"/>
                </a:cubicBezTo>
                <a:cubicBezTo>
                  <a:pt x="7543" y="6850"/>
                  <a:pt x="8028" y="7147"/>
                  <a:pt x="8567" y="7147"/>
                </a:cubicBezTo>
                <a:cubicBezTo>
                  <a:pt x="9090" y="7147"/>
                  <a:pt x="9664" y="6866"/>
                  <a:pt x="10174" y="6472"/>
                </a:cubicBezTo>
                <a:cubicBezTo>
                  <a:pt x="11208" y="5671"/>
                  <a:pt x="15311" y="4037"/>
                  <a:pt x="17212" y="3336"/>
                </a:cubicBezTo>
                <a:cubicBezTo>
                  <a:pt x="19114" y="2669"/>
                  <a:pt x="18447" y="1468"/>
                  <a:pt x="17780" y="0"/>
                </a:cubicBezTo>
                <a:close/>
                <a:moveTo>
                  <a:pt x="6972" y="6071"/>
                </a:moveTo>
                <a:lnTo>
                  <a:pt x="6972" y="6071"/>
                </a:lnTo>
                <a:cubicBezTo>
                  <a:pt x="6872" y="6372"/>
                  <a:pt x="6738" y="6605"/>
                  <a:pt x="6505" y="6805"/>
                </a:cubicBezTo>
                <a:cubicBezTo>
                  <a:pt x="6171" y="7106"/>
                  <a:pt x="5771" y="7339"/>
                  <a:pt x="5371" y="7539"/>
                </a:cubicBezTo>
                <a:cubicBezTo>
                  <a:pt x="4704" y="7906"/>
                  <a:pt x="4070" y="8306"/>
                  <a:pt x="3503" y="8807"/>
                </a:cubicBezTo>
                <a:cubicBezTo>
                  <a:pt x="3002" y="9274"/>
                  <a:pt x="2435" y="9741"/>
                  <a:pt x="1835" y="10141"/>
                </a:cubicBezTo>
                <a:cubicBezTo>
                  <a:pt x="1451" y="10405"/>
                  <a:pt x="997" y="10531"/>
                  <a:pt x="537" y="10531"/>
                </a:cubicBezTo>
                <a:cubicBezTo>
                  <a:pt x="358" y="10531"/>
                  <a:pt x="178" y="10512"/>
                  <a:pt x="0" y="10475"/>
                </a:cubicBezTo>
                <a:lnTo>
                  <a:pt x="0" y="10475"/>
                </a:lnTo>
                <a:cubicBezTo>
                  <a:pt x="34" y="10608"/>
                  <a:pt x="100" y="10708"/>
                  <a:pt x="167" y="10808"/>
                </a:cubicBezTo>
                <a:cubicBezTo>
                  <a:pt x="378" y="11101"/>
                  <a:pt x="701" y="11259"/>
                  <a:pt x="1142" y="11259"/>
                </a:cubicBezTo>
                <a:cubicBezTo>
                  <a:pt x="1605" y="11259"/>
                  <a:pt x="2200" y="11084"/>
                  <a:pt x="2936" y="10708"/>
                </a:cubicBezTo>
                <a:cubicBezTo>
                  <a:pt x="4403" y="9974"/>
                  <a:pt x="5771" y="8873"/>
                  <a:pt x="6805" y="8306"/>
                </a:cubicBezTo>
                <a:cubicBezTo>
                  <a:pt x="7839" y="7739"/>
                  <a:pt x="7772" y="7239"/>
                  <a:pt x="6972" y="607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0"/>
          <p:cNvSpPr/>
          <p:nvPr/>
        </p:nvSpPr>
        <p:spPr>
          <a:xfrm>
            <a:off x="11264194" y="2525262"/>
            <a:ext cx="52558" cy="47028"/>
          </a:xfrm>
          <a:custGeom>
            <a:avLst/>
            <a:gdLst/>
            <a:ahLst/>
            <a:cxnLst/>
            <a:rect l="l" t="t" r="r" b="b"/>
            <a:pathLst>
              <a:path w="2937" h="2628" extrusionOk="0">
                <a:moveTo>
                  <a:pt x="1665" y="0"/>
                </a:moveTo>
                <a:cubicBezTo>
                  <a:pt x="1655" y="0"/>
                  <a:pt x="1645" y="1"/>
                  <a:pt x="1635" y="2"/>
                </a:cubicBezTo>
                <a:cubicBezTo>
                  <a:pt x="1302" y="35"/>
                  <a:pt x="1" y="869"/>
                  <a:pt x="501" y="1970"/>
                </a:cubicBezTo>
                <a:cubicBezTo>
                  <a:pt x="708" y="2472"/>
                  <a:pt x="1131" y="2628"/>
                  <a:pt x="1555" y="2628"/>
                </a:cubicBezTo>
                <a:cubicBezTo>
                  <a:pt x="2088" y="2628"/>
                  <a:pt x="2624" y="2382"/>
                  <a:pt x="2736" y="2270"/>
                </a:cubicBezTo>
                <a:cubicBezTo>
                  <a:pt x="2936" y="2070"/>
                  <a:pt x="2736" y="1636"/>
                  <a:pt x="2436" y="1036"/>
                </a:cubicBezTo>
                <a:cubicBezTo>
                  <a:pt x="2241" y="518"/>
                  <a:pt x="1985" y="0"/>
                  <a:pt x="16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0"/>
          <p:cNvSpPr/>
          <p:nvPr/>
        </p:nvSpPr>
        <p:spPr>
          <a:xfrm>
            <a:off x="11084529" y="2049541"/>
            <a:ext cx="174315" cy="209873"/>
          </a:xfrm>
          <a:custGeom>
            <a:avLst/>
            <a:gdLst/>
            <a:ahLst/>
            <a:cxnLst/>
            <a:rect l="l" t="t" r="r" b="b"/>
            <a:pathLst>
              <a:path w="9741" h="11728" extrusionOk="0">
                <a:moveTo>
                  <a:pt x="6438" y="0"/>
                </a:moveTo>
                <a:lnTo>
                  <a:pt x="0" y="3736"/>
                </a:lnTo>
                <a:lnTo>
                  <a:pt x="2569" y="9474"/>
                </a:lnTo>
                <a:cubicBezTo>
                  <a:pt x="2602" y="9574"/>
                  <a:pt x="2702" y="9674"/>
                  <a:pt x="2802" y="9740"/>
                </a:cubicBezTo>
                <a:lnTo>
                  <a:pt x="6104" y="11642"/>
                </a:lnTo>
                <a:cubicBezTo>
                  <a:pt x="6202" y="11700"/>
                  <a:pt x="6308" y="11727"/>
                  <a:pt x="6412" y="11727"/>
                </a:cubicBezTo>
                <a:cubicBezTo>
                  <a:pt x="6663" y="11727"/>
                  <a:pt x="6901" y="11568"/>
                  <a:pt x="6972" y="11308"/>
                </a:cubicBezTo>
                <a:lnTo>
                  <a:pt x="9740" y="1902"/>
                </a:lnTo>
                <a:lnTo>
                  <a:pt x="6438" y="0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0"/>
          <p:cNvSpPr/>
          <p:nvPr/>
        </p:nvSpPr>
        <p:spPr>
          <a:xfrm>
            <a:off x="10937682" y="1581694"/>
            <a:ext cx="447715" cy="660522"/>
          </a:xfrm>
          <a:custGeom>
            <a:avLst/>
            <a:gdLst/>
            <a:ahLst/>
            <a:cxnLst/>
            <a:rect l="l" t="t" r="r" b="b"/>
            <a:pathLst>
              <a:path w="25019" h="36911" extrusionOk="0">
                <a:moveTo>
                  <a:pt x="20982" y="0"/>
                </a:moveTo>
                <a:cubicBezTo>
                  <a:pt x="20798" y="0"/>
                  <a:pt x="20615" y="42"/>
                  <a:pt x="20448" y="126"/>
                </a:cubicBezTo>
                <a:lnTo>
                  <a:pt x="501" y="11634"/>
                </a:lnTo>
                <a:cubicBezTo>
                  <a:pt x="200" y="11834"/>
                  <a:pt x="0" y="12167"/>
                  <a:pt x="0" y="12534"/>
                </a:cubicBezTo>
                <a:lnTo>
                  <a:pt x="0" y="34217"/>
                </a:lnTo>
                <a:cubicBezTo>
                  <a:pt x="34" y="34584"/>
                  <a:pt x="234" y="34917"/>
                  <a:pt x="534" y="35117"/>
                </a:cubicBezTo>
                <a:lnTo>
                  <a:pt x="3503" y="36785"/>
                </a:lnTo>
                <a:cubicBezTo>
                  <a:pt x="3653" y="36869"/>
                  <a:pt x="3828" y="36910"/>
                  <a:pt x="4007" y="36910"/>
                </a:cubicBezTo>
                <a:cubicBezTo>
                  <a:pt x="4187" y="36910"/>
                  <a:pt x="4370" y="36869"/>
                  <a:pt x="4537" y="36785"/>
                </a:cubicBezTo>
                <a:lnTo>
                  <a:pt x="24484" y="25277"/>
                </a:lnTo>
                <a:cubicBezTo>
                  <a:pt x="24785" y="25077"/>
                  <a:pt x="24985" y="24743"/>
                  <a:pt x="25018" y="24376"/>
                </a:cubicBezTo>
                <a:lnTo>
                  <a:pt x="24985" y="2694"/>
                </a:lnTo>
                <a:cubicBezTo>
                  <a:pt x="24985" y="2327"/>
                  <a:pt x="24785" y="1994"/>
                  <a:pt x="24484" y="1793"/>
                </a:cubicBezTo>
                <a:lnTo>
                  <a:pt x="21516" y="126"/>
                </a:lnTo>
                <a:cubicBezTo>
                  <a:pt x="21349" y="42"/>
                  <a:pt x="21165" y="0"/>
                  <a:pt x="20982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0"/>
          <p:cNvSpPr/>
          <p:nvPr/>
        </p:nvSpPr>
        <p:spPr>
          <a:xfrm>
            <a:off x="10940671" y="1581694"/>
            <a:ext cx="444118" cy="255344"/>
          </a:xfrm>
          <a:custGeom>
            <a:avLst/>
            <a:gdLst/>
            <a:ahLst/>
            <a:cxnLst/>
            <a:rect l="l" t="t" r="r" b="b"/>
            <a:pathLst>
              <a:path w="24818" h="14269" extrusionOk="0">
                <a:moveTo>
                  <a:pt x="20815" y="0"/>
                </a:moveTo>
                <a:cubicBezTo>
                  <a:pt x="20631" y="0"/>
                  <a:pt x="20448" y="42"/>
                  <a:pt x="20281" y="126"/>
                </a:cubicBezTo>
                <a:lnTo>
                  <a:pt x="334" y="11634"/>
                </a:lnTo>
                <a:cubicBezTo>
                  <a:pt x="200" y="11734"/>
                  <a:pt x="67" y="11834"/>
                  <a:pt x="0" y="12001"/>
                </a:cubicBezTo>
                <a:lnTo>
                  <a:pt x="3970" y="14269"/>
                </a:lnTo>
                <a:cubicBezTo>
                  <a:pt x="4070" y="14136"/>
                  <a:pt x="4203" y="14002"/>
                  <a:pt x="4370" y="13902"/>
                </a:cubicBezTo>
                <a:lnTo>
                  <a:pt x="24317" y="2360"/>
                </a:lnTo>
                <a:cubicBezTo>
                  <a:pt x="24387" y="2321"/>
                  <a:pt x="24457" y="2302"/>
                  <a:pt x="24521" y="2302"/>
                </a:cubicBezTo>
                <a:cubicBezTo>
                  <a:pt x="24672" y="2302"/>
                  <a:pt x="24794" y="2407"/>
                  <a:pt x="24818" y="2594"/>
                </a:cubicBezTo>
                <a:cubicBezTo>
                  <a:pt x="24784" y="2260"/>
                  <a:pt x="24584" y="1960"/>
                  <a:pt x="24317" y="1793"/>
                </a:cubicBezTo>
                <a:lnTo>
                  <a:pt x="21349" y="126"/>
                </a:lnTo>
                <a:cubicBezTo>
                  <a:pt x="21182" y="42"/>
                  <a:pt x="20998" y="0"/>
                  <a:pt x="20815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0"/>
          <p:cNvSpPr/>
          <p:nvPr/>
        </p:nvSpPr>
        <p:spPr>
          <a:xfrm>
            <a:off x="11009316" y="1622638"/>
            <a:ext cx="376081" cy="636829"/>
          </a:xfrm>
          <a:custGeom>
            <a:avLst/>
            <a:gdLst/>
            <a:ahLst/>
            <a:cxnLst/>
            <a:rect l="l" t="t" r="r" b="b"/>
            <a:pathLst>
              <a:path w="21016" h="35587" extrusionOk="0">
                <a:moveTo>
                  <a:pt x="20702" y="1"/>
                </a:moveTo>
                <a:cubicBezTo>
                  <a:pt x="20634" y="1"/>
                  <a:pt x="20559" y="24"/>
                  <a:pt x="20481" y="72"/>
                </a:cubicBezTo>
                <a:lnTo>
                  <a:pt x="534" y="11614"/>
                </a:lnTo>
                <a:cubicBezTo>
                  <a:pt x="200" y="11814"/>
                  <a:pt x="0" y="12148"/>
                  <a:pt x="0" y="12515"/>
                </a:cubicBezTo>
                <a:lnTo>
                  <a:pt x="0" y="34197"/>
                </a:lnTo>
                <a:cubicBezTo>
                  <a:pt x="0" y="34433"/>
                  <a:pt x="117" y="34569"/>
                  <a:pt x="292" y="34569"/>
                </a:cubicBezTo>
                <a:cubicBezTo>
                  <a:pt x="364" y="34569"/>
                  <a:pt x="446" y="34546"/>
                  <a:pt x="534" y="34497"/>
                </a:cubicBezTo>
                <a:lnTo>
                  <a:pt x="7872" y="30261"/>
                </a:lnTo>
                <a:lnTo>
                  <a:pt x="10074" y="35231"/>
                </a:lnTo>
                <a:cubicBezTo>
                  <a:pt x="10169" y="35469"/>
                  <a:pt x="10385" y="35586"/>
                  <a:pt x="10604" y="35586"/>
                </a:cubicBezTo>
                <a:cubicBezTo>
                  <a:pt x="10844" y="35586"/>
                  <a:pt x="11087" y="35444"/>
                  <a:pt x="11175" y="35164"/>
                </a:cubicBezTo>
                <a:lnTo>
                  <a:pt x="13576" y="26958"/>
                </a:lnTo>
                <a:lnTo>
                  <a:pt x="20481" y="22989"/>
                </a:lnTo>
                <a:cubicBezTo>
                  <a:pt x="20782" y="22789"/>
                  <a:pt x="20982" y="22455"/>
                  <a:pt x="21015" y="22055"/>
                </a:cubicBezTo>
                <a:lnTo>
                  <a:pt x="20982" y="373"/>
                </a:lnTo>
                <a:cubicBezTo>
                  <a:pt x="20982" y="137"/>
                  <a:pt x="20865" y="1"/>
                  <a:pt x="20702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0"/>
          <p:cNvSpPr/>
          <p:nvPr/>
        </p:nvSpPr>
        <p:spPr>
          <a:xfrm>
            <a:off x="11009316" y="1622638"/>
            <a:ext cx="376081" cy="636829"/>
          </a:xfrm>
          <a:custGeom>
            <a:avLst/>
            <a:gdLst/>
            <a:ahLst/>
            <a:cxnLst/>
            <a:rect l="l" t="t" r="r" b="b"/>
            <a:pathLst>
              <a:path w="21016" h="35587" extrusionOk="0">
                <a:moveTo>
                  <a:pt x="20702" y="1"/>
                </a:moveTo>
                <a:cubicBezTo>
                  <a:pt x="20634" y="1"/>
                  <a:pt x="20559" y="24"/>
                  <a:pt x="20481" y="72"/>
                </a:cubicBezTo>
                <a:lnTo>
                  <a:pt x="534" y="11614"/>
                </a:lnTo>
                <a:cubicBezTo>
                  <a:pt x="200" y="11814"/>
                  <a:pt x="0" y="12148"/>
                  <a:pt x="0" y="12515"/>
                </a:cubicBezTo>
                <a:lnTo>
                  <a:pt x="0" y="34197"/>
                </a:lnTo>
                <a:cubicBezTo>
                  <a:pt x="0" y="34433"/>
                  <a:pt x="117" y="34569"/>
                  <a:pt x="292" y="34569"/>
                </a:cubicBezTo>
                <a:cubicBezTo>
                  <a:pt x="364" y="34569"/>
                  <a:pt x="446" y="34546"/>
                  <a:pt x="534" y="34497"/>
                </a:cubicBezTo>
                <a:lnTo>
                  <a:pt x="7872" y="30261"/>
                </a:lnTo>
                <a:lnTo>
                  <a:pt x="10074" y="35231"/>
                </a:lnTo>
                <a:cubicBezTo>
                  <a:pt x="10169" y="35469"/>
                  <a:pt x="10385" y="35586"/>
                  <a:pt x="10604" y="35586"/>
                </a:cubicBezTo>
                <a:cubicBezTo>
                  <a:pt x="10844" y="35586"/>
                  <a:pt x="11087" y="35444"/>
                  <a:pt x="11175" y="35164"/>
                </a:cubicBezTo>
                <a:lnTo>
                  <a:pt x="13576" y="26958"/>
                </a:lnTo>
                <a:lnTo>
                  <a:pt x="20481" y="22989"/>
                </a:lnTo>
                <a:cubicBezTo>
                  <a:pt x="20782" y="22789"/>
                  <a:pt x="20982" y="22455"/>
                  <a:pt x="21015" y="22055"/>
                </a:cubicBezTo>
                <a:lnTo>
                  <a:pt x="20982" y="373"/>
                </a:lnTo>
                <a:cubicBezTo>
                  <a:pt x="20982" y="137"/>
                  <a:pt x="20865" y="1"/>
                  <a:pt x="20702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0"/>
          <p:cNvSpPr/>
          <p:nvPr/>
        </p:nvSpPr>
        <p:spPr>
          <a:xfrm>
            <a:off x="11075509" y="1751250"/>
            <a:ext cx="235266" cy="327550"/>
          </a:xfrm>
          <a:custGeom>
            <a:avLst/>
            <a:gdLst/>
            <a:ahLst/>
            <a:cxnLst/>
            <a:rect l="l" t="t" r="r" b="b"/>
            <a:pathLst>
              <a:path w="13147" h="18304" extrusionOk="0">
                <a:moveTo>
                  <a:pt x="11458" y="0"/>
                </a:moveTo>
                <a:cubicBezTo>
                  <a:pt x="10878" y="0"/>
                  <a:pt x="10336" y="350"/>
                  <a:pt x="10111" y="925"/>
                </a:cubicBezTo>
                <a:lnTo>
                  <a:pt x="4507" y="14267"/>
                </a:lnTo>
                <a:lnTo>
                  <a:pt x="3173" y="12967"/>
                </a:lnTo>
                <a:cubicBezTo>
                  <a:pt x="2842" y="12644"/>
                  <a:pt x="2478" y="12509"/>
                  <a:pt x="2131" y="12509"/>
                </a:cubicBezTo>
                <a:cubicBezTo>
                  <a:pt x="971" y="12509"/>
                  <a:pt x="1" y="14015"/>
                  <a:pt x="1105" y="15068"/>
                </a:cubicBezTo>
                <a:lnTo>
                  <a:pt x="4007" y="17903"/>
                </a:lnTo>
                <a:cubicBezTo>
                  <a:pt x="4273" y="18170"/>
                  <a:pt x="4640" y="18304"/>
                  <a:pt x="5007" y="18304"/>
                </a:cubicBezTo>
                <a:cubicBezTo>
                  <a:pt x="5107" y="18304"/>
                  <a:pt x="5207" y="18304"/>
                  <a:pt x="5308" y="18270"/>
                </a:cubicBezTo>
                <a:cubicBezTo>
                  <a:pt x="5808" y="18170"/>
                  <a:pt x="6208" y="17837"/>
                  <a:pt x="6408" y="17370"/>
                </a:cubicBezTo>
                <a:lnTo>
                  <a:pt x="12846" y="2059"/>
                </a:lnTo>
                <a:cubicBezTo>
                  <a:pt x="13146" y="1291"/>
                  <a:pt x="12813" y="424"/>
                  <a:pt x="12046" y="124"/>
                </a:cubicBezTo>
                <a:cubicBezTo>
                  <a:pt x="11853" y="40"/>
                  <a:pt x="11653" y="0"/>
                  <a:pt x="11458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0"/>
          <p:cNvSpPr/>
          <p:nvPr/>
        </p:nvSpPr>
        <p:spPr>
          <a:xfrm>
            <a:off x="3648819" y="430845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0"/>
          <p:cNvSpPr/>
          <p:nvPr/>
        </p:nvSpPr>
        <p:spPr>
          <a:xfrm>
            <a:off x="-539447" y="4898367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0"/>
          <p:cNvSpPr/>
          <p:nvPr/>
        </p:nvSpPr>
        <p:spPr>
          <a:xfrm>
            <a:off x="13262983" y="1011841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0"/>
          <p:cNvSpPr/>
          <p:nvPr/>
        </p:nvSpPr>
        <p:spPr>
          <a:xfrm rot="2036805">
            <a:off x="12155657" y="954828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diagram of a problem solving process">
            <a:extLst>
              <a:ext uri="{FF2B5EF4-FFF2-40B4-BE49-F238E27FC236}">
                <a16:creationId xmlns:a16="http://schemas.microsoft.com/office/drawing/2014/main" id="{4F802B87-1E0A-20FA-2EF5-DB5B499C7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81199"/>
            <a:ext cx="5523196" cy="5523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C0FD6C-A531-9684-C227-48BA21A29D9B}"/>
              </a:ext>
            </a:extLst>
          </p:cNvPr>
          <p:cNvSpPr txBox="1"/>
          <p:nvPr/>
        </p:nvSpPr>
        <p:spPr>
          <a:xfrm>
            <a:off x="8789531" y="6376418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Personalized to individual needs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F19E76-B662-4503-23C0-B787539B91B5}"/>
              </a:ext>
            </a:extLst>
          </p:cNvPr>
          <p:cNvSpPr txBox="1"/>
          <p:nvPr/>
        </p:nvSpPr>
        <p:spPr>
          <a:xfrm>
            <a:off x="-3365865" y="6252061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AI mentor always available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9A52E8-C626-6E9D-7B03-C56C8785C76E}"/>
              </a:ext>
            </a:extLst>
          </p:cNvPr>
          <p:cNvSpPr txBox="1"/>
          <p:nvPr/>
        </p:nvSpPr>
        <p:spPr>
          <a:xfrm>
            <a:off x="4341703" y="-1086119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Real engineering challenges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>
          <a:extLst>
            <a:ext uri="{FF2B5EF4-FFF2-40B4-BE49-F238E27FC236}">
              <a16:creationId xmlns:a16="http://schemas.microsoft.com/office/drawing/2014/main" id="{4D5A3D1E-AFAE-913F-E9B1-F82DFDFF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>
            <a:extLst>
              <a:ext uri="{FF2B5EF4-FFF2-40B4-BE49-F238E27FC236}">
                <a16:creationId xmlns:a16="http://schemas.microsoft.com/office/drawing/2014/main" id="{2662AC1A-45E6-49A0-98BB-F574DEC1B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</a:t>
            </a:r>
            <a:r>
              <a:rPr lang="en" b="0" dirty="0"/>
              <a:t>VISION</a:t>
            </a:r>
            <a:endParaRPr b="0" dirty="0"/>
          </a:p>
        </p:txBody>
      </p:sp>
      <p:sp>
        <p:nvSpPr>
          <p:cNvPr id="453" name="Google Shape;453;p40">
            <a:extLst>
              <a:ext uri="{FF2B5EF4-FFF2-40B4-BE49-F238E27FC236}">
                <a16:creationId xmlns:a16="http://schemas.microsoft.com/office/drawing/2014/main" id="{91E624CA-7DFE-94EC-DA09-0ED0135A7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999" y="1250550"/>
            <a:ext cx="3709131" cy="899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Teaching How to Think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" dirty="0">
                <a:solidFill>
                  <a:schemeClr val="dk1"/>
                </a:solidFill>
              </a:rPr>
              <a:t>Problem Solving over memorization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54" name="Google Shape;454;p40">
            <a:extLst>
              <a:ext uri="{FF2B5EF4-FFF2-40B4-BE49-F238E27FC236}">
                <a16:creationId xmlns:a16="http://schemas.microsoft.com/office/drawing/2014/main" id="{9DEB6E10-1309-0C9A-92E3-545389FC8F79}"/>
              </a:ext>
            </a:extLst>
          </p:cNvPr>
          <p:cNvSpPr/>
          <p:nvPr/>
        </p:nvSpPr>
        <p:spPr>
          <a:xfrm>
            <a:off x="5296893" y="2382184"/>
            <a:ext cx="3755874" cy="1975250"/>
          </a:xfrm>
          <a:custGeom>
            <a:avLst/>
            <a:gdLst/>
            <a:ahLst/>
            <a:cxnLst/>
            <a:rect l="l" t="t" r="r" b="b"/>
            <a:pathLst>
              <a:path w="209884" h="110380" extrusionOk="0">
                <a:moveTo>
                  <a:pt x="104942" y="1"/>
                </a:moveTo>
                <a:cubicBezTo>
                  <a:pt x="80483" y="1"/>
                  <a:pt x="56024" y="5388"/>
                  <a:pt x="37361" y="16162"/>
                </a:cubicBezTo>
                <a:cubicBezTo>
                  <a:pt x="1" y="37711"/>
                  <a:pt x="1" y="72669"/>
                  <a:pt x="37361" y="94218"/>
                </a:cubicBezTo>
                <a:cubicBezTo>
                  <a:pt x="56024" y="104992"/>
                  <a:pt x="80483" y="110380"/>
                  <a:pt x="104942" y="110380"/>
                </a:cubicBezTo>
                <a:cubicBezTo>
                  <a:pt x="129401" y="110380"/>
                  <a:pt x="153860" y="104992"/>
                  <a:pt x="172524" y="94218"/>
                </a:cubicBezTo>
                <a:cubicBezTo>
                  <a:pt x="209884" y="72669"/>
                  <a:pt x="209884" y="37711"/>
                  <a:pt x="172524" y="16162"/>
                </a:cubicBezTo>
                <a:cubicBezTo>
                  <a:pt x="153860" y="5388"/>
                  <a:pt x="129401" y="1"/>
                  <a:pt x="1049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40">
            <a:extLst>
              <a:ext uri="{FF2B5EF4-FFF2-40B4-BE49-F238E27FC236}">
                <a16:creationId xmlns:a16="http://schemas.microsoft.com/office/drawing/2014/main" id="{BD8B05AA-E990-1B1D-D1CE-B068CF5C99B2}"/>
              </a:ext>
            </a:extLst>
          </p:cNvPr>
          <p:cNvSpPr/>
          <p:nvPr/>
        </p:nvSpPr>
        <p:spPr>
          <a:xfrm>
            <a:off x="6722945" y="3175273"/>
            <a:ext cx="922273" cy="485402"/>
          </a:xfrm>
          <a:custGeom>
            <a:avLst/>
            <a:gdLst/>
            <a:ahLst/>
            <a:cxnLst/>
            <a:rect l="l" t="t" r="r" b="b"/>
            <a:pathLst>
              <a:path w="51538" h="27125" extrusionOk="0">
                <a:moveTo>
                  <a:pt x="25753" y="1"/>
                </a:moveTo>
                <a:cubicBezTo>
                  <a:pt x="19754" y="1"/>
                  <a:pt x="13753" y="1318"/>
                  <a:pt x="9174" y="3966"/>
                </a:cubicBezTo>
                <a:cubicBezTo>
                  <a:pt x="1" y="9270"/>
                  <a:pt x="1" y="17876"/>
                  <a:pt x="9174" y="23146"/>
                </a:cubicBezTo>
                <a:cubicBezTo>
                  <a:pt x="13761" y="25798"/>
                  <a:pt x="19765" y="27124"/>
                  <a:pt x="25769" y="27124"/>
                </a:cubicBezTo>
                <a:cubicBezTo>
                  <a:pt x="31773" y="27124"/>
                  <a:pt x="37778" y="25798"/>
                  <a:pt x="42364" y="23146"/>
                </a:cubicBezTo>
                <a:cubicBezTo>
                  <a:pt x="51538" y="17843"/>
                  <a:pt x="51538" y="9270"/>
                  <a:pt x="42364" y="3966"/>
                </a:cubicBezTo>
                <a:cubicBezTo>
                  <a:pt x="37787" y="1327"/>
                  <a:pt x="31771" y="1"/>
                  <a:pt x="25753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0">
            <a:extLst>
              <a:ext uri="{FF2B5EF4-FFF2-40B4-BE49-F238E27FC236}">
                <a16:creationId xmlns:a16="http://schemas.microsoft.com/office/drawing/2014/main" id="{AFEF43FC-137D-7E1C-51C5-BACBC58257A2}"/>
              </a:ext>
            </a:extLst>
          </p:cNvPr>
          <p:cNvSpPr/>
          <p:nvPr/>
        </p:nvSpPr>
        <p:spPr>
          <a:xfrm>
            <a:off x="6169596" y="3613056"/>
            <a:ext cx="560543" cy="324150"/>
          </a:xfrm>
          <a:custGeom>
            <a:avLst/>
            <a:gdLst/>
            <a:ahLst/>
            <a:cxnLst/>
            <a:rect l="l" t="t" r="r" b="b"/>
            <a:pathLst>
              <a:path w="31324" h="18114" extrusionOk="0">
                <a:moveTo>
                  <a:pt x="15674" y="0"/>
                </a:moveTo>
                <a:cubicBezTo>
                  <a:pt x="11667" y="0"/>
                  <a:pt x="7656" y="884"/>
                  <a:pt x="4571" y="2652"/>
                </a:cubicBezTo>
                <a:cubicBezTo>
                  <a:pt x="1535" y="4420"/>
                  <a:pt x="1" y="6755"/>
                  <a:pt x="1" y="9057"/>
                </a:cubicBezTo>
                <a:cubicBezTo>
                  <a:pt x="1" y="11358"/>
                  <a:pt x="1535" y="13693"/>
                  <a:pt x="4571" y="15461"/>
                </a:cubicBezTo>
                <a:cubicBezTo>
                  <a:pt x="7639" y="17229"/>
                  <a:pt x="11651" y="18113"/>
                  <a:pt x="15662" y="18113"/>
                </a:cubicBezTo>
                <a:cubicBezTo>
                  <a:pt x="19673" y="18113"/>
                  <a:pt x="23684" y="17229"/>
                  <a:pt x="26753" y="15461"/>
                </a:cubicBezTo>
                <a:cubicBezTo>
                  <a:pt x="29789" y="13693"/>
                  <a:pt x="31323" y="11358"/>
                  <a:pt x="31323" y="9057"/>
                </a:cubicBezTo>
                <a:cubicBezTo>
                  <a:pt x="31323" y="6755"/>
                  <a:pt x="29822" y="4420"/>
                  <a:pt x="26753" y="2652"/>
                </a:cubicBezTo>
                <a:cubicBezTo>
                  <a:pt x="23684" y="884"/>
                  <a:pt x="19681" y="0"/>
                  <a:pt x="15674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0">
            <a:extLst>
              <a:ext uri="{FF2B5EF4-FFF2-40B4-BE49-F238E27FC236}">
                <a16:creationId xmlns:a16="http://schemas.microsoft.com/office/drawing/2014/main" id="{4387C15C-B46F-1918-ED87-3F2ECB88625D}"/>
              </a:ext>
            </a:extLst>
          </p:cNvPr>
          <p:cNvSpPr/>
          <p:nvPr/>
        </p:nvSpPr>
        <p:spPr>
          <a:xfrm>
            <a:off x="6189298" y="2888684"/>
            <a:ext cx="696026" cy="401743"/>
          </a:xfrm>
          <a:custGeom>
            <a:avLst/>
            <a:gdLst/>
            <a:ahLst/>
            <a:cxnLst/>
            <a:rect l="l" t="t" r="r" b="b"/>
            <a:pathLst>
              <a:path w="38895" h="22450" extrusionOk="0">
                <a:moveTo>
                  <a:pt x="19448" y="0"/>
                </a:moveTo>
                <a:lnTo>
                  <a:pt x="0" y="11241"/>
                </a:lnTo>
                <a:lnTo>
                  <a:pt x="19448" y="22450"/>
                </a:lnTo>
                <a:lnTo>
                  <a:pt x="38895" y="11241"/>
                </a:lnTo>
                <a:lnTo>
                  <a:pt x="19448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0">
            <a:extLst>
              <a:ext uri="{FF2B5EF4-FFF2-40B4-BE49-F238E27FC236}">
                <a16:creationId xmlns:a16="http://schemas.microsoft.com/office/drawing/2014/main" id="{E97B91F6-FA5B-C2B1-E9E8-2D66D157D443}"/>
              </a:ext>
            </a:extLst>
          </p:cNvPr>
          <p:cNvSpPr/>
          <p:nvPr/>
        </p:nvSpPr>
        <p:spPr>
          <a:xfrm>
            <a:off x="5560736" y="3221764"/>
            <a:ext cx="782584" cy="451885"/>
          </a:xfrm>
          <a:custGeom>
            <a:avLst/>
            <a:gdLst/>
            <a:ahLst/>
            <a:cxnLst/>
            <a:rect l="l" t="t" r="r" b="b"/>
            <a:pathLst>
              <a:path w="43732" h="25252" extrusionOk="0">
                <a:moveTo>
                  <a:pt x="27387" y="0"/>
                </a:moveTo>
                <a:lnTo>
                  <a:pt x="0" y="15812"/>
                </a:lnTo>
                <a:lnTo>
                  <a:pt x="16312" y="25252"/>
                </a:lnTo>
                <a:lnTo>
                  <a:pt x="43732" y="9441"/>
                </a:lnTo>
                <a:lnTo>
                  <a:pt x="27387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0">
            <a:extLst>
              <a:ext uri="{FF2B5EF4-FFF2-40B4-BE49-F238E27FC236}">
                <a16:creationId xmlns:a16="http://schemas.microsoft.com/office/drawing/2014/main" id="{9D93BCCE-4B77-38EA-5D97-169A37F820B3}"/>
              </a:ext>
            </a:extLst>
          </p:cNvPr>
          <p:cNvSpPr/>
          <p:nvPr/>
        </p:nvSpPr>
        <p:spPr>
          <a:xfrm>
            <a:off x="8285698" y="3175792"/>
            <a:ext cx="455481" cy="262681"/>
          </a:xfrm>
          <a:custGeom>
            <a:avLst/>
            <a:gdLst/>
            <a:ahLst/>
            <a:cxnLst/>
            <a:rect l="l" t="t" r="r" b="b"/>
            <a:pathLst>
              <a:path w="25453" h="14679" extrusionOk="0">
                <a:moveTo>
                  <a:pt x="12743" y="1"/>
                </a:moveTo>
                <a:lnTo>
                  <a:pt x="1" y="7340"/>
                </a:lnTo>
                <a:lnTo>
                  <a:pt x="12743" y="14678"/>
                </a:lnTo>
                <a:lnTo>
                  <a:pt x="25452" y="7340"/>
                </a:lnTo>
                <a:lnTo>
                  <a:pt x="12743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40">
            <a:extLst>
              <a:ext uri="{FF2B5EF4-FFF2-40B4-BE49-F238E27FC236}">
                <a16:creationId xmlns:a16="http://schemas.microsoft.com/office/drawing/2014/main" id="{0263A2DD-7DA9-EFF4-914B-785FD0A64D6D}"/>
              </a:ext>
            </a:extLst>
          </p:cNvPr>
          <p:cNvSpPr/>
          <p:nvPr/>
        </p:nvSpPr>
        <p:spPr>
          <a:xfrm>
            <a:off x="7641621" y="3434857"/>
            <a:ext cx="831527" cy="499056"/>
          </a:xfrm>
          <a:custGeom>
            <a:avLst/>
            <a:gdLst/>
            <a:ahLst/>
            <a:cxnLst/>
            <a:rect l="l" t="t" r="r" b="b"/>
            <a:pathLst>
              <a:path w="46467" h="27888" extrusionOk="0">
                <a:moveTo>
                  <a:pt x="23221" y="11985"/>
                </a:moveTo>
                <a:cubicBezTo>
                  <a:pt x="25293" y="11985"/>
                  <a:pt x="27370" y="12460"/>
                  <a:pt x="29288" y="13411"/>
                </a:cubicBezTo>
                <a:cubicBezTo>
                  <a:pt x="30656" y="14178"/>
                  <a:pt x="31423" y="15212"/>
                  <a:pt x="31423" y="16179"/>
                </a:cubicBezTo>
                <a:cubicBezTo>
                  <a:pt x="31423" y="17147"/>
                  <a:pt x="30656" y="18147"/>
                  <a:pt x="29288" y="18914"/>
                </a:cubicBezTo>
                <a:cubicBezTo>
                  <a:pt x="27370" y="19882"/>
                  <a:pt x="25293" y="20366"/>
                  <a:pt x="23221" y="20366"/>
                </a:cubicBezTo>
                <a:cubicBezTo>
                  <a:pt x="21149" y="20366"/>
                  <a:pt x="19081" y="19882"/>
                  <a:pt x="17179" y="18914"/>
                </a:cubicBezTo>
                <a:cubicBezTo>
                  <a:pt x="15812" y="18147"/>
                  <a:pt x="15044" y="17147"/>
                  <a:pt x="15044" y="16179"/>
                </a:cubicBezTo>
                <a:cubicBezTo>
                  <a:pt x="15044" y="15212"/>
                  <a:pt x="15812" y="14178"/>
                  <a:pt x="17179" y="13411"/>
                </a:cubicBezTo>
                <a:cubicBezTo>
                  <a:pt x="19081" y="12460"/>
                  <a:pt x="21149" y="11985"/>
                  <a:pt x="23221" y="11985"/>
                </a:cubicBezTo>
                <a:close/>
                <a:moveTo>
                  <a:pt x="20282" y="1"/>
                </a:moveTo>
                <a:cubicBezTo>
                  <a:pt x="19381" y="1"/>
                  <a:pt x="18614" y="635"/>
                  <a:pt x="18447" y="1502"/>
                </a:cubicBezTo>
                <a:lnTo>
                  <a:pt x="18047" y="3770"/>
                </a:lnTo>
                <a:cubicBezTo>
                  <a:pt x="17079" y="3937"/>
                  <a:pt x="16112" y="4171"/>
                  <a:pt x="15178" y="4471"/>
                </a:cubicBezTo>
                <a:lnTo>
                  <a:pt x="15078" y="4471"/>
                </a:lnTo>
                <a:lnTo>
                  <a:pt x="11108" y="2636"/>
                </a:lnTo>
                <a:cubicBezTo>
                  <a:pt x="10808" y="2503"/>
                  <a:pt x="10508" y="2436"/>
                  <a:pt x="10174" y="2436"/>
                </a:cubicBezTo>
                <a:cubicBezTo>
                  <a:pt x="9774" y="2436"/>
                  <a:pt x="9407" y="2536"/>
                  <a:pt x="9040" y="2736"/>
                </a:cubicBezTo>
                <a:lnTo>
                  <a:pt x="5104" y="5005"/>
                </a:lnTo>
                <a:cubicBezTo>
                  <a:pt x="4037" y="5572"/>
                  <a:pt x="3970" y="7039"/>
                  <a:pt x="4971" y="7706"/>
                </a:cubicBezTo>
                <a:lnTo>
                  <a:pt x="7372" y="9441"/>
                </a:lnTo>
                <a:cubicBezTo>
                  <a:pt x="7139" y="9708"/>
                  <a:pt x="6939" y="10008"/>
                  <a:pt x="6772" y="10342"/>
                </a:cubicBezTo>
                <a:lnTo>
                  <a:pt x="1702" y="10642"/>
                </a:lnTo>
                <a:cubicBezTo>
                  <a:pt x="734" y="10709"/>
                  <a:pt x="0" y="11509"/>
                  <a:pt x="0" y="12477"/>
                </a:cubicBezTo>
                <a:lnTo>
                  <a:pt x="0" y="15412"/>
                </a:lnTo>
                <a:cubicBezTo>
                  <a:pt x="0" y="16346"/>
                  <a:pt x="734" y="17147"/>
                  <a:pt x="1702" y="17213"/>
                </a:cubicBezTo>
                <a:lnTo>
                  <a:pt x="6772" y="17547"/>
                </a:lnTo>
                <a:cubicBezTo>
                  <a:pt x="6939" y="17847"/>
                  <a:pt x="7139" y="18147"/>
                  <a:pt x="7372" y="18447"/>
                </a:cubicBezTo>
                <a:lnTo>
                  <a:pt x="4971" y="20182"/>
                </a:lnTo>
                <a:cubicBezTo>
                  <a:pt x="3970" y="20816"/>
                  <a:pt x="4037" y="22284"/>
                  <a:pt x="5104" y="22851"/>
                </a:cubicBezTo>
                <a:lnTo>
                  <a:pt x="9040" y="25152"/>
                </a:lnTo>
                <a:cubicBezTo>
                  <a:pt x="9407" y="25319"/>
                  <a:pt x="9774" y="25419"/>
                  <a:pt x="10174" y="25419"/>
                </a:cubicBezTo>
                <a:cubicBezTo>
                  <a:pt x="10508" y="25419"/>
                  <a:pt x="10808" y="25352"/>
                  <a:pt x="11108" y="25252"/>
                </a:cubicBezTo>
                <a:lnTo>
                  <a:pt x="15078" y="23384"/>
                </a:lnTo>
                <a:lnTo>
                  <a:pt x="15111" y="23384"/>
                </a:lnTo>
                <a:cubicBezTo>
                  <a:pt x="16079" y="23685"/>
                  <a:pt x="17046" y="23918"/>
                  <a:pt x="18047" y="24085"/>
                </a:cubicBezTo>
                <a:lnTo>
                  <a:pt x="18447" y="26353"/>
                </a:lnTo>
                <a:cubicBezTo>
                  <a:pt x="18647" y="27220"/>
                  <a:pt x="19414" y="27854"/>
                  <a:pt x="20315" y="27888"/>
                </a:cubicBezTo>
                <a:lnTo>
                  <a:pt x="26152" y="27888"/>
                </a:lnTo>
                <a:cubicBezTo>
                  <a:pt x="27053" y="27888"/>
                  <a:pt x="27820" y="27254"/>
                  <a:pt x="28020" y="26353"/>
                </a:cubicBezTo>
                <a:lnTo>
                  <a:pt x="28421" y="24118"/>
                </a:lnTo>
                <a:cubicBezTo>
                  <a:pt x="29388" y="23918"/>
                  <a:pt x="30355" y="23685"/>
                  <a:pt x="31289" y="23418"/>
                </a:cubicBezTo>
                <a:lnTo>
                  <a:pt x="31356" y="23418"/>
                </a:lnTo>
                <a:lnTo>
                  <a:pt x="35359" y="25252"/>
                </a:lnTo>
                <a:cubicBezTo>
                  <a:pt x="35626" y="25386"/>
                  <a:pt x="35959" y="25453"/>
                  <a:pt x="36293" y="25453"/>
                </a:cubicBezTo>
                <a:cubicBezTo>
                  <a:pt x="36660" y="25453"/>
                  <a:pt x="37060" y="25352"/>
                  <a:pt x="37394" y="25152"/>
                </a:cubicBezTo>
                <a:lnTo>
                  <a:pt x="41363" y="22851"/>
                </a:lnTo>
                <a:cubicBezTo>
                  <a:pt x="42431" y="22317"/>
                  <a:pt x="42497" y="20849"/>
                  <a:pt x="41497" y="20182"/>
                </a:cubicBezTo>
                <a:lnTo>
                  <a:pt x="39095" y="18447"/>
                </a:lnTo>
                <a:cubicBezTo>
                  <a:pt x="39328" y="18147"/>
                  <a:pt x="39529" y="17847"/>
                  <a:pt x="39695" y="17547"/>
                </a:cubicBezTo>
                <a:lnTo>
                  <a:pt x="44766" y="17213"/>
                </a:lnTo>
                <a:cubicBezTo>
                  <a:pt x="45700" y="17147"/>
                  <a:pt x="46467" y="16379"/>
                  <a:pt x="46467" y="15412"/>
                </a:cubicBezTo>
                <a:lnTo>
                  <a:pt x="46467" y="12477"/>
                </a:lnTo>
                <a:cubicBezTo>
                  <a:pt x="46467" y="11509"/>
                  <a:pt x="45700" y="10709"/>
                  <a:pt x="44766" y="10675"/>
                </a:cubicBezTo>
                <a:lnTo>
                  <a:pt x="39695" y="10342"/>
                </a:lnTo>
                <a:cubicBezTo>
                  <a:pt x="39529" y="10041"/>
                  <a:pt x="39328" y="9708"/>
                  <a:pt x="39095" y="9441"/>
                </a:cubicBezTo>
                <a:lnTo>
                  <a:pt x="41497" y="7706"/>
                </a:lnTo>
                <a:cubicBezTo>
                  <a:pt x="42497" y="7039"/>
                  <a:pt x="42431" y="5572"/>
                  <a:pt x="41363" y="5038"/>
                </a:cubicBezTo>
                <a:lnTo>
                  <a:pt x="37394" y="2736"/>
                </a:lnTo>
                <a:cubicBezTo>
                  <a:pt x="37060" y="2536"/>
                  <a:pt x="36660" y="2436"/>
                  <a:pt x="36293" y="2436"/>
                </a:cubicBezTo>
                <a:cubicBezTo>
                  <a:pt x="35959" y="2436"/>
                  <a:pt x="35626" y="2503"/>
                  <a:pt x="35359" y="2636"/>
                </a:cubicBezTo>
                <a:lnTo>
                  <a:pt x="31356" y="4471"/>
                </a:lnTo>
                <a:lnTo>
                  <a:pt x="31323" y="4471"/>
                </a:lnTo>
                <a:cubicBezTo>
                  <a:pt x="30355" y="4204"/>
                  <a:pt x="29388" y="3937"/>
                  <a:pt x="28387" y="3770"/>
                </a:cubicBezTo>
                <a:lnTo>
                  <a:pt x="27987" y="1502"/>
                </a:lnTo>
                <a:cubicBezTo>
                  <a:pt x="27787" y="635"/>
                  <a:pt x="27020" y="1"/>
                  <a:pt x="26119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0">
            <a:extLst>
              <a:ext uri="{FF2B5EF4-FFF2-40B4-BE49-F238E27FC236}">
                <a16:creationId xmlns:a16="http://schemas.microsoft.com/office/drawing/2014/main" id="{185A9B56-EC28-6EAE-C1BE-59FE5D1CDAAC}"/>
              </a:ext>
            </a:extLst>
          </p:cNvPr>
          <p:cNvSpPr/>
          <p:nvPr/>
        </p:nvSpPr>
        <p:spPr>
          <a:xfrm>
            <a:off x="7620129" y="2929610"/>
            <a:ext cx="623211" cy="378193"/>
          </a:xfrm>
          <a:custGeom>
            <a:avLst/>
            <a:gdLst/>
            <a:ahLst/>
            <a:cxnLst/>
            <a:rect l="l" t="t" r="r" b="b"/>
            <a:pathLst>
              <a:path w="34826" h="21134" extrusionOk="0">
                <a:moveTo>
                  <a:pt x="17413" y="8221"/>
                </a:moveTo>
                <a:cubicBezTo>
                  <a:pt x="18247" y="8221"/>
                  <a:pt x="19081" y="8321"/>
                  <a:pt x="19915" y="8521"/>
                </a:cubicBezTo>
                <a:cubicBezTo>
                  <a:pt x="20982" y="8721"/>
                  <a:pt x="21983" y="9221"/>
                  <a:pt x="22817" y="9955"/>
                </a:cubicBezTo>
                <a:lnTo>
                  <a:pt x="22950" y="10089"/>
                </a:lnTo>
                <a:cubicBezTo>
                  <a:pt x="22984" y="10122"/>
                  <a:pt x="23017" y="10189"/>
                  <a:pt x="23050" y="10222"/>
                </a:cubicBezTo>
                <a:cubicBezTo>
                  <a:pt x="23117" y="10255"/>
                  <a:pt x="23150" y="10322"/>
                  <a:pt x="23184" y="10355"/>
                </a:cubicBezTo>
                <a:lnTo>
                  <a:pt x="23250" y="10489"/>
                </a:lnTo>
                <a:cubicBezTo>
                  <a:pt x="23551" y="10989"/>
                  <a:pt x="23517" y="11623"/>
                  <a:pt x="23117" y="12090"/>
                </a:cubicBezTo>
                <a:cubicBezTo>
                  <a:pt x="22917" y="12357"/>
                  <a:pt x="22683" y="12590"/>
                  <a:pt x="22417" y="12791"/>
                </a:cubicBezTo>
                <a:cubicBezTo>
                  <a:pt x="22250" y="12891"/>
                  <a:pt x="22083" y="13024"/>
                  <a:pt x="21916" y="13124"/>
                </a:cubicBezTo>
                <a:cubicBezTo>
                  <a:pt x="20606" y="13795"/>
                  <a:pt x="19112" y="14160"/>
                  <a:pt x="17639" y="14160"/>
                </a:cubicBezTo>
                <a:cubicBezTo>
                  <a:pt x="17575" y="14160"/>
                  <a:pt x="17511" y="14160"/>
                  <a:pt x="17446" y="14158"/>
                </a:cubicBezTo>
                <a:cubicBezTo>
                  <a:pt x="16612" y="14158"/>
                  <a:pt x="15778" y="14058"/>
                  <a:pt x="14978" y="13858"/>
                </a:cubicBezTo>
                <a:cubicBezTo>
                  <a:pt x="14277" y="13725"/>
                  <a:pt x="13610" y="13458"/>
                  <a:pt x="12976" y="13124"/>
                </a:cubicBezTo>
                <a:cubicBezTo>
                  <a:pt x="12810" y="13024"/>
                  <a:pt x="12643" y="12924"/>
                  <a:pt x="12509" y="12791"/>
                </a:cubicBezTo>
                <a:cubicBezTo>
                  <a:pt x="12176" y="12590"/>
                  <a:pt x="11876" y="12290"/>
                  <a:pt x="11676" y="11957"/>
                </a:cubicBezTo>
                <a:lnTo>
                  <a:pt x="11575" y="11790"/>
                </a:lnTo>
                <a:lnTo>
                  <a:pt x="11509" y="11690"/>
                </a:lnTo>
                <a:cubicBezTo>
                  <a:pt x="11342" y="11223"/>
                  <a:pt x="11442" y="10689"/>
                  <a:pt x="11742" y="10322"/>
                </a:cubicBezTo>
                <a:cubicBezTo>
                  <a:pt x="12643" y="9055"/>
                  <a:pt x="14911" y="8221"/>
                  <a:pt x="17413" y="8221"/>
                </a:cubicBezTo>
                <a:close/>
                <a:moveTo>
                  <a:pt x="13048" y="1"/>
                </a:moveTo>
                <a:cubicBezTo>
                  <a:pt x="12965" y="1"/>
                  <a:pt x="12871" y="25"/>
                  <a:pt x="12776" y="48"/>
                </a:cubicBezTo>
                <a:lnTo>
                  <a:pt x="8707" y="1015"/>
                </a:lnTo>
                <a:cubicBezTo>
                  <a:pt x="8106" y="1149"/>
                  <a:pt x="7673" y="1649"/>
                  <a:pt x="7606" y="2250"/>
                </a:cubicBezTo>
                <a:lnTo>
                  <a:pt x="7606" y="2283"/>
                </a:lnTo>
                <a:lnTo>
                  <a:pt x="7606" y="2450"/>
                </a:lnTo>
                <a:cubicBezTo>
                  <a:pt x="7606" y="2717"/>
                  <a:pt x="7673" y="2950"/>
                  <a:pt x="7773" y="3150"/>
                </a:cubicBezTo>
                <a:lnTo>
                  <a:pt x="8407" y="4351"/>
                </a:lnTo>
                <a:lnTo>
                  <a:pt x="8206" y="4485"/>
                </a:lnTo>
                <a:cubicBezTo>
                  <a:pt x="7906" y="4651"/>
                  <a:pt x="7606" y="4818"/>
                  <a:pt x="7339" y="5018"/>
                </a:cubicBezTo>
                <a:lnTo>
                  <a:pt x="3636" y="4385"/>
                </a:lnTo>
                <a:lnTo>
                  <a:pt x="3336" y="4385"/>
                </a:lnTo>
                <a:cubicBezTo>
                  <a:pt x="3304" y="4383"/>
                  <a:pt x="3273" y="4382"/>
                  <a:pt x="3241" y="4382"/>
                </a:cubicBezTo>
                <a:cubicBezTo>
                  <a:pt x="2710" y="4382"/>
                  <a:pt x="2217" y="4642"/>
                  <a:pt x="1902" y="5052"/>
                </a:cubicBezTo>
                <a:lnTo>
                  <a:pt x="267" y="7320"/>
                </a:lnTo>
                <a:cubicBezTo>
                  <a:pt x="101" y="7553"/>
                  <a:pt x="1" y="7820"/>
                  <a:pt x="1" y="8087"/>
                </a:cubicBezTo>
                <a:lnTo>
                  <a:pt x="1" y="8187"/>
                </a:lnTo>
                <a:cubicBezTo>
                  <a:pt x="67" y="8821"/>
                  <a:pt x="501" y="9355"/>
                  <a:pt x="1135" y="9522"/>
                </a:cubicBezTo>
                <a:lnTo>
                  <a:pt x="3937" y="10389"/>
                </a:lnTo>
                <a:lnTo>
                  <a:pt x="3937" y="10689"/>
                </a:lnTo>
                <a:lnTo>
                  <a:pt x="1035" y="11590"/>
                </a:lnTo>
                <a:cubicBezTo>
                  <a:pt x="434" y="11790"/>
                  <a:pt x="34" y="12324"/>
                  <a:pt x="34" y="12957"/>
                </a:cubicBezTo>
                <a:cubicBezTo>
                  <a:pt x="34" y="13258"/>
                  <a:pt x="134" y="13591"/>
                  <a:pt x="334" y="13858"/>
                </a:cubicBezTo>
                <a:lnTo>
                  <a:pt x="1835" y="15926"/>
                </a:lnTo>
                <a:cubicBezTo>
                  <a:pt x="2169" y="16426"/>
                  <a:pt x="2736" y="16727"/>
                  <a:pt x="3336" y="16727"/>
                </a:cubicBezTo>
                <a:lnTo>
                  <a:pt x="3603" y="16727"/>
                </a:lnTo>
                <a:lnTo>
                  <a:pt x="7339" y="16093"/>
                </a:lnTo>
                <a:cubicBezTo>
                  <a:pt x="7673" y="16326"/>
                  <a:pt x="8040" y="16560"/>
                  <a:pt x="8407" y="16760"/>
                </a:cubicBezTo>
                <a:lnTo>
                  <a:pt x="7739" y="18061"/>
                </a:lnTo>
                <a:cubicBezTo>
                  <a:pt x="7539" y="18428"/>
                  <a:pt x="7539" y="18895"/>
                  <a:pt x="7739" y="19262"/>
                </a:cubicBezTo>
                <a:cubicBezTo>
                  <a:pt x="7940" y="19696"/>
                  <a:pt x="8340" y="19996"/>
                  <a:pt x="8807" y="20129"/>
                </a:cubicBezTo>
                <a:lnTo>
                  <a:pt x="12743" y="21097"/>
                </a:lnTo>
                <a:cubicBezTo>
                  <a:pt x="12910" y="21130"/>
                  <a:pt x="13077" y="21130"/>
                  <a:pt x="13243" y="21130"/>
                </a:cubicBezTo>
                <a:cubicBezTo>
                  <a:pt x="13277" y="21132"/>
                  <a:pt x="13311" y="21133"/>
                  <a:pt x="13345" y="21133"/>
                </a:cubicBezTo>
                <a:cubicBezTo>
                  <a:pt x="13777" y="21133"/>
                  <a:pt x="14202" y="20939"/>
                  <a:pt x="14511" y="20630"/>
                </a:cubicBezTo>
                <a:lnTo>
                  <a:pt x="16245" y="18828"/>
                </a:lnTo>
                <a:cubicBezTo>
                  <a:pt x="16612" y="18862"/>
                  <a:pt x="17013" y="18862"/>
                  <a:pt x="17413" y="18862"/>
                </a:cubicBezTo>
                <a:cubicBezTo>
                  <a:pt x="17813" y="18862"/>
                  <a:pt x="18214" y="18862"/>
                  <a:pt x="18614" y="18828"/>
                </a:cubicBezTo>
                <a:lnTo>
                  <a:pt x="20248" y="20529"/>
                </a:lnTo>
                <a:cubicBezTo>
                  <a:pt x="20615" y="20896"/>
                  <a:pt x="21116" y="21130"/>
                  <a:pt x="21649" y="21130"/>
                </a:cubicBezTo>
                <a:cubicBezTo>
                  <a:pt x="21749" y="21130"/>
                  <a:pt x="21883" y="21130"/>
                  <a:pt x="21983" y="21097"/>
                </a:cubicBezTo>
                <a:lnTo>
                  <a:pt x="26086" y="20096"/>
                </a:lnTo>
                <a:cubicBezTo>
                  <a:pt x="26519" y="19996"/>
                  <a:pt x="26886" y="19729"/>
                  <a:pt x="27053" y="19329"/>
                </a:cubicBezTo>
                <a:cubicBezTo>
                  <a:pt x="27253" y="18895"/>
                  <a:pt x="27253" y="18395"/>
                  <a:pt x="27020" y="17994"/>
                </a:cubicBezTo>
                <a:lnTo>
                  <a:pt x="26419" y="16760"/>
                </a:lnTo>
                <a:cubicBezTo>
                  <a:pt x="26786" y="16560"/>
                  <a:pt x="27153" y="16360"/>
                  <a:pt x="27487" y="16093"/>
                </a:cubicBezTo>
                <a:lnTo>
                  <a:pt x="31156" y="16727"/>
                </a:lnTo>
                <a:cubicBezTo>
                  <a:pt x="31256" y="16760"/>
                  <a:pt x="31390" y="16760"/>
                  <a:pt x="31490" y="16760"/>
                </a:cubicBezTo>
                <a:cubicBezTo>
                  <a:pt x="32023" y="16760"/>
                  <a:pt x="32557" y="16527"/>
                  <a:pt x="32924" y="16093"/>
                </a:cubicBezTo>
                <a:lnTo>
                  <a:pt x="33324" y="15526"/>
                </a:lnTo>
                <a:lnTo>
                  <a:pt x="34192" y="14258"/>
                </a:lnTo>
                <a:cubicBezTo>
                  <a:pt x="34425" y="13958"/>
                  <a:pt x="34592" y="13624"/>
                  <a:pt x="34725" y="13291"/>
                </a:cubicBezTo>
                <a:cubicBezTo>
                  <a:pt x="34825" y="12924"/>
                  <a:pt x="34792" y="12557"/>
                  <a:pt x="34559" y="12223"/>
                </a:cubicBezTo>
                <a:cubicBezTo>
                  <a:pt x="34358" y="11923"/>
                  <a:pt x="34058" y="11690"/>
                  <a:pt x="33691" y="11556"/>
                </a:cubicBezTo>
                <a:lnTo>
                  <a:pt x="30856" y="10689"/>
                </a:lnTo>
                <a:lnTo>
                  <a:pt x="30856" y="10389"/>
                </a:lnTo>
                <a:lnTo>
                  <a:pt x="33758" y="9455"/>
                </a:lnTo>
                <a:cubicBezTo>
                  <a:pt x="34258" y="9321"/>
                  <a:pt x="34625" y="8888"/>
                  <a:pt x="34725" y="8387"/>
                </a:cubicBezTo>
                <a:lnTo>
                  <a:pt x="34759" y="8321"/>
                </a:lnTo>
                <a:lnTo>
                  <a:pt x="34759" y="8121"/>
                </a:lnTo>
                <a:cubicBezTo>
                  <a:pt x="34759" y="7787"/>
                  <a:pt x="34659" y="7453"/>
                  <a:pt x="34458" y="7187"/>
                </a:cubicBezTo>
                <a:lnTo>
                  <a:pt x="32957" y="5152"/>
                </a:lnTo>
                <a:cubicBezTo>
                  <a:pt x="32624" y="4651"/>
                  <a:pt x="32057" y="4385"/>
                  <a:pt x="31456" y="4351"/>
                </a:cubicBezTo>
                <a:cubicBezTo>
                  <a:pt x="31390" y="4351"/>
                  <a:pt x="31290" y="4351"/>
                  <a:pt x="31223" y="4385"/>
                </a:cubicBezTo>
                <a:lnTo>
                  <a:pt x="27453" y="5018"/>
                </a:lnTo>
                <a:cubicBezTo>
                  <a:pt x="27220" y="4852"/>
                  <a:pt x="26920" y="4651"/>
                  <a:pt x="26620" y="4485"/>
                </a:cubicBezTo>
                <a:lnTo>
                  <a:pt x="26419" y="4351"/>
                </a:lnTo>
                <a:lnTo>
                  <a:pt x="27087" y="3050"/>
                </a:lnTo>
                <a:cubicBezTo>
                  <a:pt x="27153" y="2850"/>
                  <a:pt x="27220" y="2617"/>
                  <a:pt x="27220" y="2416"/>
                </a:cubicBezTo>
                <a:cubicBezTo>
                  <a:pt x="27187" y="1716"/>
                  <a:pt x="26686" y="1149"/>
                  <a:pt x="26019" y="982"/>
                </a:cubicBezTo>
                <a:lnTo>
                  <a:pt x="22083" y="48"/>
                </a:lnTo>
                <a:cubicBezTo>
                  <a:pt x="21916" y="15"/>
                  <a:pt x="21749" y="15"/>
                  <a:pt x="21616" y="15"/>
                </a:cubicBezTo>
                <a:cubicBezTo>
                  <a:pt x="21580" y="12"/>
                  <a:pt x="21544" y="11"/>
                  <a:pt x="21508" y="11"/>
                </a:cubicBezTo>
                <a:cubicBezTo>
                  <a:pt x="21049" y="11"/>
                  <a:pt x="20624" y="206"/>
                  <a:pt x="20315" y="515"/>
                </a:cubicBezTo>
                <a:lnTo>
                  <a:pt x="18614" y="2316"/>
                </a:lnTo>
                <a:cubicBezTo>
                  <a:pt x="18214" y="2283"/>
                  <a:pt x="17847" y="2283"/>
                  <a:pt x="17446" y="2283"/>
                </a:cubicBezTo>
                <a:cubicBezTo>
                  <a:pt x="17013" y="2283"/>
                  <a:pt x="16612" y="2283"/>
                  <a:pt x="16179" y="2316"/>
                </a:cubicBezTo>
                <a:lnTo>
                  <a:pt x="14578" y="615"/>
                </a:lnTo>
                <a:cubicBezTo>
                  <a:pt x="14211" y="215"/>
                  <a:pt x="13710" y="15"/>
                  <a:pt x="13143" y="15"/>
                </a:cubicBezTo>
                <a:cubicBezTo>
                  <a:pt x="13114" y="5"/>
                  <a:pt x="13082" y="1"/>
                  <a:pt x="13048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0">
            <a:extLst>
              <a:ext uri="{FF2B5EF4-FFF2-40B4-BE49-F238E27FC236}">
                <a16:creationId xmlns:a16="http://schemas.microsoft.com/office/drawing/2014/main" id="{17756A70-A6A0-7C61-F259-97725683AFE7}"/>
              </a:ext>
            </a:extLst>
          </p:cNvPr>
          <p:cNvSpPr/>
          <p:nvPr/>
        </p:nvSpPr>
        <p:spPr>
          <a:xfrm>
            <a:off x="8334050" y="2149674"/>
            <a:ext cx="455481" cy="454282"/>
          </a:xfrm>
          <a:custGeom>
            <a:avLst/>
            <a:gdLst/>
            <a:ahLst/>
            <a:cxnLst/>
            <a:rect l="l" t="t" r="r" b="b"/>
            <a:pathLst>
              <a:path w="25453" h="25386" extrusionOk="0">
                <a:moveTo>
                  <a:pt x="12804" y="7179"/>
                </a:moveTo>
                <a:cubicBezTo>
                  <a:pt x="13904" y="7179"/>
                  <a:pt x="14984" y="7536"/>
                  <a:pt x="15879" y="8207"/>
                </a:cubicBezTo>
                <a:cubicBezTo>
                  <a:pt x="19815" y="11009"/>
                  <a:pt x="18514" y="17180"/>
                  <a:pt x="13744" y="18114"/>
                </a:cubicBezTo>
                <a:cubicBezTo>
                  <a:pt x="13376" y="18199"/>
                  <a:pt x="13001" y="18241"/>
                  <a:pt x="12627" y="18241"/>
                </a:cubicBezTo>
                <a:cubicBezTo>
                  <a:pt x="11544" y="18241"/>
                  <a:pt x="10467" y="17891"/>
                  <a:pt x="9574" y="17247"/>
                </a:cubicBezTo>
                <a:cubicBezTo>
                  <a:pt x="7773" y="15946"/>
                  <a:pt x="6906" y="13744"/>
                  <a:pt x="7373" y="11576"/>
                </a:cubicBezTo>
                <a:cubicBezTo>
                  <a:pt x="7740" y="9741"/>
                  <a:pt x="9040" y="8240"/>
                  <a:pt x="10808" y="7573"/>
                </a:cubicBezTo>
                <a:cubicBezTo>
                  <a:pt x="11075" y="7473"/>
                  <a:pt x="11375" y="7373"/>
                  <a:pt x="11676" y="7306"/>
                </a:cubicBezTo>
                <a:cubicBezTo>
                  <a:pt x="12050" y="7221"/>
                  <a:pt x="12428" y="7179"/>
                  <a:pt x="12804" y="7179"/>
                </a:cubicBezTo>
                <a:close/>
                <a:moveTo>
                  <a:pt x="12830" y="6533"/>
                </a:moveTo>
                <a:cubicBezTo>
                  <a:pt x="12412" y="6533"/>
                  <a:pt x="11991" y="6579"/>
                  <a:pt x="11576" y="6672"/>
                </a:cubicBezTo>
                <a:cubicBezTo>
                  <a:pt x="6272" y="7740"/>
                  <a:pt x="4837" y="14578"/>
                  <a:pt x="9207" y="17714"/>
                </a:cubicBezTo>
                <a:cubicBezTo>
                  <a:pt x="10202" y="18460"/>
                  <a:pt x="11419" y="18853"/>
                  <a:pt x="12652" y="18853"/>
                </a:cubicBezTo>
                <a:cubicBezTo>
                  <a:pt x="13072" y="18853"/>
                  <a:pt x="13495" y="18808"/>
                  <a:pt x="13911" y="18714"/>
                </a:cubicBezTo>
                <a:cubicBezTo>
                  <a:pt x="14244" y="18648"/>
                  <a:pt x="14578" y="18547"/>
                  <a:pt x="14911" y="18414"/>
                </a:cubicBezTo>
                <a:cubicBezTo>
                  <a:pt x="16846" y="17680"/>
                  <a:pt x="18280" y="16012"/>
                  <a:pt x="18714" y="13978"/>
                </a:cubicBezTo>
                <a:cubicBezTo>
                  <a:pt x="19214" y="11576"/>
                  <a:pt x="18247" y="9107"/>
                  <a:pt x="16279" y="7673"/>
                </a:cubicBezTo>
                <a:cubicBezTo>
                  <a:pt x="15259" y="6927"/>
                  <a:pt x="14054" y="6533"/>
                  <a:pt x="12830" y="6533"/>
                </a:cubicBezTo>
                <a:close/>
                <a:moveTo>
                  <a:pt x="13277" y="668"/>
                </a:moveTo>
                <a:cubicBezTo>
                  <a:pt x="14611" y="701"/>
                  <a:pt x="15945" y="968"/>
                  <a:pt x="17213" y="1469"/>
                </a:cubicBezTo>
                <a:lnTo>
                  <a:pt x="16779" y="3470"/>
                </a:lnTo>
                <a:cubicBezTo>
                  <a:pt x="16746" y="3603"/>
                  <a:pt x="16813" y="3737"/>
                  <a:pt x="16946" y="3804"/>
                </a:cubicBezTo>
                <a:cubicBezTo>
                  <a:pt x="17914" y="4271"/>
                  <a:pt x="18781" y="4871"/>
                  <a:pt x="19548" y="5605"/>
                </a:cubicBezTo>
                <a:cubicBezTo>
                  <a:pt x="19603" y="5660"/>
                  <a:pt x="19678" y="5685"/>
                  <a:pt x="19757" y="5685"/>
                </a:cubicBezTo>
                <a:cubicBezTo>
                  <a:pt x="19822" y="5685"/>
                  <a:pt x="19888" y="5668"/>
                  <a:pt x="19948" y="5638"/>
                </a:cubicBezTo>
                <a:lnTo>
                  <a:pt x="21616" y="4537"/>
                </a:lnTo>
                <a:cubicBezTo>
                  <a:pt x="22083" y="5038"/>
                  <a:pt x="22483" y="5538"/>
                  <a:pt x="22850" y="6139"/>
                </a:cubicBezTo>
                <a:cubicBezTo>
                  <a:pt x="23217" y="6672"/>
                  <a:pt x="23551" y="7273"/>
                  <a:pt x="23818" y="7873"/>
                </a:cubicBezTo>
                <a:lnTo>
                  <a:pt x="22117" y="9007"/>
                </a:lnTo>
                <a:cubicBezTo>
                  <a:pt x="21983" y="9074"/>
                  <a:pt x="21950" y="9241"/>
                  <a:pt x="21983" y="9374"/>
                </a:cubicBezTo>
                <a:cubicBezTo>
                  <a:pt x="22350" y="10375"/>
                  <a:pt x="22517" y="11409"/>
                  <a:pt x="22550" y="12476"/>
                </a:cubicBezTo>
                <a:cubicBezTo>
                  <a:pt x="22550" y="12610"/>
                  <a:pt x="22650" y="12743"/>
                  <a:pt x="22817" y="12777"/>
                </a:cubicBezTo>
                <a:lnTo>
                  <a:pt x="24752" y="13210"/>
                </a:lnTo>
                <a:cubicBezTo>
                  <a:pt x="24718" y="14545"/>
                  <a:pt x="24452" y="15879"/>
                  <a:pt x="23951" y="17113"/>
                </a:cubicBezTo>
                <a:lnTo>
                  <a:pt x="21983" y="16713"/>
                </a:lnTo>
                <a:lnTo>
                  <a:pt x="21816" y="16713"/>
                </a:lnTo>
                <a:cubicBezTo>
                  <a:pt x="21716" y="16746"/>
                  <a:pt x="21650" y="16813"/>
                  <a:pt x="21616" y="16880"/>
                </a:cubicBezTo>
                <a:cubicBezTo>
                  <a:pt x="21183" y="17814"/>
                  <a:pt x="20582" y="18714"/>
                  <a:pt x="19848" y="19448"/>
                </a:cubicBezTo>
                <a:cubicBezTo>
                  <a:pt x="19748" y="19582"/>
                  <a:pt x="19715" y="19715"/>
                  <a:pt x="19815" y="19848"/>
                </a:cubicBezTo>
                <a:lnTo>
                  <a:pt x="20916" y="21516"/>
                </a:lnTo>
                <a:cubicBezTo>
                  <a:pt x="20415" y="21983"/>
                  <a:pt x="19882" y="22417"/>
                  <a:pt x="19315" y="22784"/>
                </a:cubicBezTo>
                <a:cubicBezTo>
                  <a:pt x="18747" y="23151"/>
                  <a:pt x="18180" y="23451"/>
                  <a:pt x="17580" y="23718"/>
                </a:cubicBezTo>
                <a:lnTo>
                  <a:pt x="16446" y="22017"/>
                </a:lnTo>
                <a:cubicBezTo>
                  <a:pt x="16369" y="21915"/>
                  <a:pt x="16273" y="21871"/>
                  <a:pt x="16173" y="21871"/>
                </a:cubicBezTo>
                <a:cubicBezTo>
                  <a:pt x="16142" y="21871"/>
                  <a:pt x="16110" y="21875"/>
                  <a:pt x="16079" y="21883"/>
                </a:cubicBezTo>
                <a:cubicBezTo>
                  <a:pt x="15078" y="22250"/>
                  <a:pt x="14011" y="22450"/>
                  <a:pt x="12977" y="22484"/>
                </a:cubicBezTo>
                <a:cubicBezTo>
                  <a:pt x="12810" y="22484"/>
                  <a:pt x="12710" y="22584"/>
                  <a:pt x="12676" y="22717"/>
                </a:cubicBezTo>
                <a:lnTo>
                  <a:pt x="12243" y="24685"/>
                </a:lnTo>
                <a:cubicBezTo>
                  <a:pt x="10908" y="24652"/>
                  <a:pt x="9574" y="24385"/>
                  <a:pt x="8340" y="23885"/>
                </a:cubicBezTo>
                <a:lnTo>
                  <a:pt x="8740" y="21883"/>
                </a:lnTo>
                <a:cubicBezTo>
                  <a:pt x="8774" y="21750"/>
                  <a:pt x="8707" y="21583"/>
                  <a:pt x="8573" y="21516"/>
                </a:cubicBezTo>
                <a:cubicBezTo>
                  <a:pt x="7606" y="21083"/>
                  <a:pt x="6739" y="20482"/>
                  <a:pt x="5972" y="19748"/>
                </a:cubicBezTo>
                <a:cubicBezTo>
                  <a:pt x="5913" y="19690"/>
                  <a:pt x="5833" y="19655"/>
                  <a:pt x="5756" y="19655"/>
                </a:cubicBezTo>
                <a:cubicBezTo>
                  <a:pt x="5700" y="19655"/>
                  <a:pt x="5647" y="19673"/>
                  <a:pt x="5605" y="19715"/>
                </a:cubicBezTo>
                <a:lnTo>
                  <a:pt x="3937" y="20782"/>
                </a:lnTo>
                <a:cubicBezTo>
                  <a:pt x="3920" y="20799"/>
                  <a:pt x="3912" y="20807"/>
                  <a:pt x="3903" y="20807"/>
                </a:cubicBezTo>
                <a:cubicBezTo>
                  <a:pt x="3895" y="20807"/>
                  <a:pt x="3887" y="20799"/>
                  <a:pt x="3870" y="20782"/>
                </a:cubicBezTo>
                <a:cubicBezTo>
                  <a:pt x="3436" y="20315"/>
                  <a:pt x="3036" y="19782"/>
                  <a:pt x="2669" y="19215"/>
                </a:cubicBezTo>
                <a:cubicBezTo>
                  <a:pt x="2302" y="18648"/>
                  <a:pt x="1969" y="18080"/>
                  <a:pt x="1702" y="17480"/>
                </a:cubicBezTo>
                <a:lnTo>
                  <a:pt x="3403" y="16346"/>
                </a:lnTo>
                <a:cubicBezTo>
                  <a:pt x="3537" y="16246"/>
                  <a:pt x="3570" y="16112"/>
                  <a:pt x="3537" y="15979"/>
                </a:cubicBezTo>
                <a:cubicBezTo>
                  <a:pt x="3170" y="14978"/>
                  <a:pt x="2969" y="13911"/>
                  <a:pt x="2969" y="12877"/>
                </a:cubicBezTo>
                <a:cubicBezTo>
                  <a:pt x="2969" y="12710"/>
                  <a:pt x="2836" y="12610"/>
                  <a:pt x="2703" y="12577"/>
                </a:cubicBezTo>
                <a:lnTo>
                  <a:pt x="768" y="12143"/>
                </a:lnTo>
                <a:cubicBezTo>
                  <a:pt x="768" y="10809"/>
                  <a:pt x="1068" y="9474"/>
                  <a:pt x="1568" y="8240"/>
                </a:cubicBezTo>
                <a:lnTo>
                  <a:pt x="3537" y="8640"/>
                </a:lnTo>
                <a:cubicBezTo>
                  <a:pt x="3565" y="8646"/>
                  <a:pt x="3593" y="8649"/>
                  <a:pt x="3619" y="8649"/>
                </a:cubicBezTo>
                <a:cubicBezTo>
                  <a:pt x="3747" y="8649"/>
                  <a:pt x="3848" y="8584"/>
                  <a:pt x="3903" y="8474"/>
                </a:cubicBezTo>
                <a:cubicBezTo>
                  <a:pt x="4337" y="7506"/>
                  <a:pt x="4938" y="6639"/>
                  <a:pt x="5671" y="5872"/>
                </a:cubicBezTo>
                <a:cubicBezTo>
                  <a:pt x="5771" y="5772"/>
                  <a:pt x="5805" y="5605"/>
                  <a:pt x="5738" y="5505"/>
                </a:cubicBezTo>
                <a:lnTo>
                  <a:pt x="4637" y="3837"/>
                </a:lnTo>
                <a:cubicBezTo>
                  <a:pt x="5104" y="3337"/>
                  <a:pt x="5638" y="2936"/>
                  <a:pt x="6205" y="2569"/>
                </a:cubicBezTo>
                <a:cubicBezTo>
                  <a:pt x="6772" y="2202"/>
                  <a:pt x="7339" y="1902"/>
                  <a:pt x="7973" y="1635"/>
                </a:cubicBezTo>
                <a:lnTo>
                  <a:pt x="9107" y="3337"/>
                </a:lnTo>
                <a:cubicBezTo>
                  <a:pt x="9155" y="3409"/>
                  <a:pt x="9255" y="3464"/>
                  <a:pt x="9357" y="3464"/>
                </a:cubicBezTo>
                <a:cubicBezTo>
                  <a:pt x="9397" y="3464"/>
                  <a:pt x="9437" y="3455"/>
                  <a:pt x="9474" y="3437"/>
                </a:cubicBezTo>
                <a:cubicBezTo>
                  <a:pt x="10475" y="3103"/>
                  <a:pt x="11509" y="2903"/>
                  <a:pt x="12543" y="2870"/>
                </a:cubicBezTo>
                <a:cubicBezTo>
                  <a:pt x="12710" y="2870"/>
                  <a:pt x="12843" y="2770"/>
                  <a:pt x="12877" y="2636"/>
                </a:cubicBezTo>
                <a:lnTo>
                  <a:pt x="13277" y="668"/>
                </a:lnTo>
                <a:close/>
                <a:moveTo>
                  <a:pt x="13310" y="1"/>
                </a:moveTo>
                <a:cubicBezTo>
                  <a:pt x="12977" y="1"/>
                  <a:pt x="12676" y="234"/>
                  <a:pt x="12610" y="535"/>
                </a:cubicBezTo>
                <a:lnTo>
                  <a:pt x="12243" y="2269"/>
                </a:lnTo>
                <a:cubicBezTo>
                  <a:pt x="11275" y="2303"/>
                  <a:pt x="10341" y="2469"/>
                  <a:pt x="9441" y="2770"/>
                </a:cubicBezTo>
                <a:lnTo>
                  <a:pt x="8473" y="1268"/>
                </a:lnTo>
                <a:cubicBezTo>
                  <a:pt x="8357" y="1083"/>
                  <a:pt x="8144" y="961"/>
                  <a:pt x="7924" y="961"/>
                </a:cubicBezTo>
                <a:cubicBezTo>
                  <a:pt x="7828" y="961"/>
                  <a:pt x="7731" y="984"/>
                  <a:pt x="7639" y="1035"/>
                </a:cubicBezTo>
                <a:cubicBezTo>
                  <a:pt x="6372" y="1569"/>
                  <a:pt x="5171" y="2336"/>
                  <a:pt x="4137" y="3303"/>
                </a:cubicBezTo>
                <a:cubicBezTo>
                  <a:pt x="3903" y="3503"/>
                  <a:pt x="3870" y="3870"/>
                  <a:pt x="4037" y="4171"/>
                </a:cubicBezTo>
                <a:lnTo>
                  <a:pt x="5004" y="5638"/>
                </a:lnTo>
                <a:cubicBezTo>
                  <a:pt x="4337" y="6339"/>
                  <a:pt x="3803" y="7106"/>
                  <a:pt x="3370" y="7973"/>
                </a:cubicBezTo>
                <a:lnTo>
                  <a:pt x="1669" y="7606"/>
                </a:lnTo>
                <a:cubicBezTo>
                  <a:pt x="1620" y="7597"/>
                  <a:pt x="1571" y="7592"/>
                  <a:pt x="1523" y="7592"/>
                </a:cubicBezTo>
                <a:cubicBezTo>
                  <a:pt x="1243" y="7592"/>
                  <a:pt x="987" y="7755"/>
                  <a:pt x="901" y="8040"/>
                </a:cubicBezTo>
                <a:cubicBezTo>
                  <a:pt x="368" y="9341"/>
                  <a:pt x="101" y="10709"/>
                  <a:pt x="34" y="12110"/>
                </a:cubicBezTo>
                <a:cubicBezTo>
                  <a:pt x="1" y="12443"/>
                  <a:pt x="234" y="12743"/>
                  <a:pt x="568" y="12810"/>
                </a:cubicBezTo>
                <a:lnTo>
                  <a:pt x="2269" y="13177"/>
                </a:lnTo>
                <a:cubicBezTo>
                  <a:pt x="2302" y="14111"/>
                  <a:pt x="2502" y="15045"/>
                  <a:pt x="2803" y="15979"/>
                </a:cubicBezTo>
                <a:lnTo>
                  <a:pt x="1335" y="16913"/>
                </a:lnTo>
                <a:cubicBezTo>
                  <a:pt x="1035" y="17080"/>
                  <a:pt x="935" y="17447"/>
                  <a:pt x="1068" y="17747"/>
                </a:cubicBezTo>
                <a:cubicBezTo>
                  <a:pt x="1335" y="18381"/>
                  <a:pt x="1669" y="19014"/>
                  <a:pt x="2069" y="19582"/>
                </a:cubicBezTo>
                <a:cubicBezTo>
                  <a:pt x="2436" y="20182"/>
                  <a:pt x="2869" y="20749"/>
                  <a:pt x="3336" y="21249"/>
                </a:cubicBezTo>
                <a:cubicBezTo>
                  <a:pt x="3476" y="21409"/>
                  <a:pt x="3663" y="21485"/>
                  <a:pt x="3847" y="21485"/>
                </a:cubicBezTo>
                <a:cubicBezTo>
                  <a:pt x="3972" y="21485"/>
                  <a:pt x="4096" y="21450"/>
                  <a:pt x="4204" y="21383"/>
                </a:cubicBezTo>
                <a:lnTo>
                  <a:pt x="5671" y="20415"/>
                </a:lnTo>
                <a:cubicBezTo>
                  <a:pt x="6372" y="21049"/>
                  <a:pt x="7172" y="21616"/>
                  <a:pt x="8006" y="22017"/>
                </a:cubicBezTo>
                <a:lnTo>
                  <a:pt x="7673" y="23751"/>
                </a:lnTo>
                <a:cubicBezTo>
                  <a:pt x="7573" y="24051"/>
                  <a:pt x="7773" y="24385"/>
                  <a:pt x="8073" y="24518"/>
                </a:cubicBezTo>
                <a:cubicBezTo>
                  <a:pt x="9374" y="25019"/>
                  <a:pt x="10775" y="25319"/>
                  <a:pt x="12176" y="25386"/>
                </a:cubicBezTo>
                <a:cubicBezTo>
                  <a:pt x="12476" y="25386"/>
                  <a:pt x="12776" y="25152"/>
                  <a:pt x="12843" y="24852"/>
                </a:cubicBezTo>
                <a:lnTo>
                  <a:pt x="13210" y="23151"/>
                </a:lnTo>
                <a:cubicBezTo>
                  <a:pt x="14177" y="23084"/>
                  <a:pt x="15111" y="22917"/>
                  <a:pt x="16012" y="22617"/>
                </a:cubicBezTo>
                <a:lnTo>
                  <a:pt x="16979" y="24085"/>
                </a:lnTo>
                <a:cubicBezTo>
                  <a:pt x="17083" y="24292"/>
                  <a:pt x="17326" y="24418"/>
                  <a:pt x="17571" y="24418"/>
                </a:cubicBezTo>
                <a:cubicBezTo>
                  <a:pt x="17642" y="24418"/>
                  <a:pt x="17712" y="24408"/>
                  <a:pt x="17780" y="24385"/>
                </a:cubicBezTo>
                <a:lnTo>
                  <a:pt x="17813" y="24385"/>
                </a:lnTo>
                <a:cubicBezTo>
                  <a:pt x="18447" y="24085"/>
                  <a:pt x="19048" y="23751"/>
                  <a:pt x="19648" y="23384"/>
                </a:cubicBezTo>
                <a:cubicBezTo>
                  <a:pt x="20215" y="23017"/>
                  <a:pt x="20782" y="22584"/>
                  <a:pt x="21316" y="22117"/>
                </a:cubicBezTo>
                <a:cubicBezTo>
                  <a:pt x="21549" y="21883"/>
                  <a:pt x="21583" y="21516"/>
                  <a:pt x="21416" y="21249"/>
                </a:cubicBezTo>
                <a:lnTo>
                  <a:pt x="20449" y="19782"/>
                </a:lnTo>
                <a:cubicBezTo>
                  <a:pt x="21116" y="19081"/>
                  <a:pt x="21650" y="18281"/>
                  <a:pt x="22083" y="17413"/>
                </a:cubicBezTo>
                <a:lnTo>
                  <a:pt x="23784" y="17780"/>
                </a:lnTo>
                <a:cubicBezTo>
                  <a:pt x="23834" y="17790"/>
                  <a:pt x="23882" y="17795"/>
                  <a:pt x="23929" y="17795"/>
                </a:cubicBezTo>
                <a:cubicBezTo>
                  <a:pt x="24203" y="17795"/>
                  <a:pt x="24438" y="17636"/>
                  <a:pt x="24552" y="17380"/>
                </a:cubicBezTo>
                <a:cubicBezTo>
                  <a:pt x="25052" y="16079"/>
                  <a:pt x="25352" y="14678"/>
                  <a:pt x="25419" y="13277"/>
                </a:cubicBezTo>
                <a:cubicBezTo>
                  <a:pt x="25452" y="12943"/>
                  <a:pt x="25219" y="12677"/>
                  <a:pt x="24885" y="12610"/>
                </a:cubicBezTo>
                <a:lnTo>
                  <a:pt x="23184" y="12243"/>
                </a:lnTo>
                <a:cubicBezTo>
                  <a:pt x="23117" y="11276"/>
                  <a:pt x="22950" y="10342"/>
                  <a:pt x="22650" y="9441"/>
                </a:cubicBezTo>
                <a:lnTo>
                  <a:pt x="24118" y="8474"/>
                </a:lnTo>
                <a:cubicBezTo>
                  <a:pt x="24418" y="8307"/>
                  <a:pt x="24518" y="7940"/>
                  <a:pt x="24385" y="7640"/>
                </a:cubicBezTo>
                <a:cubicBezTo>
                  <a:pt x="24118" y="7006"/>
                  <a:pt x="23784" y="6372"/>
                  <a:pt x="23384" y="5805"/>
                </a:cubicBezTo>
                <a:cubicBezTo>
                  <a:pt x="23017" y="5205"/>
                  <a:pt x="22584" y="4638"/>
                  <a:pt x="22117" y="4137"/>
                </a:cubicBezTo>
                <a:cubicBezTo>
                  <a:pt x="21983" y="3985"/>
                  <a:pt x="21806" y="3908"/>
                  <a:pt x="21629" y="3908"/>
                </a:cubicBezTo>
                <a:cubicBezTo>
                  <a:pt x="21496" y="3908"/>
                  <a:pt x="21364" y="3951"/>
                  <a:pt x="21249" y="4037"/>
                </a:cubicBezTo>
                <a:lnTo>
                  <a:pt x="19782" y="4971"/>
                </a:lnTo>
                <a:cubicBezTo>
                  <a:pt x="19081" y="4337"/>
                  <a:pt x="18280" y="3770"/>
                  <a:pt x="17446" y="3370"/>
                </a:cubicBezTo>
                <a:lnTo>
                  <a:pt x="17813" y="1635"/>
                </a:lnTo>
                <a:cubicBezTo>
                  <a:pt x="17847" y="1335"/>
                  <a:pt x="17680" y="1002"/>
                  <a:pt x="17380" y="868"/>
                </a:cubicBezTo>
                <a:cubicBezTo>
                  <a:pt x="16079" y="368"/>
                  <a:pt x="14678" y="68"/>
                  <a:pt x="1331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0">
            <a:extLst>
              <a:ext uri="{FF2B5EF4-FFF2-40B4-BE49-F238E27FC236}">
                <a16:creationId xmlns:a16="http://schemas.microsoft.com/office/drawing/2014/main" id="{B55FF970-E5E7-34F2-FC51-F9EC50B5102A}"/>
              </a:ext>
            </a:extLst>
          </p:cNvPr>
          <p:cNvSpPr/>
          <p:nvPr/>
        </p:nvSpPr>
        <p:spPr>
          <a:xfrm>
            <a:off x="7915611" y="1956802"/>
            <a:ext cx="322361" cy="323631"/>
          </a:xfrm>
          <a:custGeom>
            <a:avLst/>
            <a:gdLst/>
            <a:ahLst/>
            <a:cxnLst/>
            <a:rect l="l" t="t" r="r" b="b"/>
            <a:pathLst>
              <a:path w="18014" h="18085" extrusionOk="0">
                <a:moveTo>
                  <a:pt x="9073" y="5186"/>
                </a:moveTo>
                <a:cubicBezTo>
                  <a:pt x="9840" y="5186"/>
                  <a:pt x="10589" y="5429"/>
                  <a:pt x="11208" y="5875"/>
                </a:cubicBezTo>
                <a:cubicBezTo>
                  <a:pt x="13977" y="7843"/>
                  <a:pt x="13043" y="12180"/>
                  <a:pt x="9741" y="12847"/>
                </a:cubicBezTo>
                <a:cubicBezTo>
                  <a:pt x="9498" y="12894"/>
                  <a:pt x="9253" y="12917"/>
                  <a:pt x="9009" y="12917"/>
                </a:cubicBezTo>
                <a:cubicBezTo>
                  <a:pt x="8218" y="12917"/>
                  <a:pt x="7443" y="12673"/>
                  <a:pt x="6805" y="12213"/>
                </a:cubicBezTo>
                <a:cubicBezTo>
                  <a:pt x="5571" y="11313"/>
                  <a:pt x="4937" y="9745"/>
                  <a:pt x="5271" y="8244"/>
                </a:cubicBezTo>
                <a:cubicBezTo>
                  <a:pt x="5504" y="7143"/>
                  <a:pt x="6205" y="6209"/>
                  <a:pt x="7205" y="5675"/>
                </a:cubicBezTo>
                <a:cubicBezTo>
                  <a:pt x="7339" y="5575"/>
                  <a:pt x="7506" y="5508"/>
                  <a:pt x="7672" y="5442"/>
                </a:cubicBezTo>
                <a:cubicBezTo>
                  <a:pt x="7873" y="5375"/>
                  <a:pt x="8073" y="5308"/>
                  <a:pt x="8273" y="5275"/>
                </a:cubicBezTo>
                <a:cubicBezTo>
                  <a:pt x="8539" y="5215"/>
                  <a:pt x="8807" y="5186"/>
                  <a:pt x="9073" y="5186"/>
                </a:cubicBezTo>
                <a:close/>
                <a:moveTo>
                  <a:pt x="9070" y="4640"/>
                </a:moveTo>
                <a:cubicBezTo>
                  <a:pt x="8770" y="4640"/>
                  <a:pt x="8469" y="4673"/>
                  <a:pt x="8173" y="4741"/>
                </a:cubicBezTo>
                <a:cubicBezTo>
                  <a:pt x="6438" y="5108"/>
                  <a:pt x="5104" y="6442"/>
                  <a:pt x="4737" y="8144"/>
                </a:cubicBezTo>
                <a:cubicBezTo>
                  <a:pt x="4370" y="9845"/>
                  <a:pt x="5071" y="11613"/>
                  <a:pt x="6472" y="12647"/>
                </a:cubicBezTo>
                <a:cubicBezTo>
                  <a:pt x="7191" y="13168"/>
                  <a:pt x="8058" y="13449"/>
                  <a:pt x="8936" y="13449"/>
                </a:cubicBezTo>
                <a:cubicBezTo>
                  <a:pt x="9238" y="13449"/>
                  <a:pt x="9542" y="13416"/>
                  <a:pt x="9841" y="13347"/>
                </a:cubicBezTo>
                <a:cubicBezTo>
                  <a:pt x="10108" y="13314"/>
                  <a:pt x="10341" y="13214"/>
                  <a:pt x="10541" y="13147"/>
                </a:cubicBezTo>
                <a:cubicBezTo>
                  <a:pt x="10741" y="13081"/>
                  <a:pt x="10908" y="12980"/>
                  <a:pt x="11075" y="12880"/>
                </a:cubicBezTo>
                <a:cubicBezTo>
                  <a:pt x="12209" y="12280"/>
                  <a:pt x="13010" y="11213"/>
                  <a:pt x="13276" y="9978"/>
                </a:cubicBezTo>
                <a:cubicBezTo>
                  <a:pt x="13643" y="8244"/>
                  <a:pt x="12943" y="6476"/>
                  <a:pt x="11542" y="5475"/>
                </a:cubicBezTo>
                <a:cubicBezTo>
                  <a:pt x="10820" y="4928"/>
                  <a:pt x="9950" y="4640"/>
                  <a:pt x="9070" y="4640"/>
                </a:cubicBezTo>
                <a:close/>
                <a:moveTo>
                  <a:pt x="9374" y="572"/>
                </a:moveTo>
                <a:cubicBezTo>
                  <a:pt x="10308" y="605"/>
                  <a:pt x="11208" y="772"/>
                  <a:pt x="12076" y="1105"/>
                </a:cubicBezTo>
                <a:lnTo>
                  <a:pt x="11775" y="2506"/>
                </a:lnTo>
                <a:cubicBezTo>
                  <a:pt x="11775" y="2606"/>
                  <a:pt x="11842" y="2740"/>
                  <a:pt x="11942" y="2806"/>
                </a:cubicBezTo>
                <a:cubicBezTo>
                  <a:pt x="12609" y="3107"/>
                  <a:pt x="13210" y="3540"/>
                  <a:pt x="13777" y="4041"/>
                </a:cubicBezTo>
                <a:cubicBezTo>
                  <a:pt x="13814" y="4096"/>
                  <a:pt x="13871" y="4121"/>
                  <a:pt x="13931" y="4121"/>
                </a:cubicBezTo>
                <a:cubicBezTo>
                  <a:pt x="13980" y="4121"/>
                  <a:pt x="14032" y="4104"/>
                  <a:pt x="14077" y="4074"/>
                </a:cubicBezTo>
                <a:lnTo>
                  <a:pt x="15245" y="3340"/>
                </a:lnTo>
                <a:cubicBezTo>
                  <a:pt x="15578" y="3674"/>
                  <a:pt x="15878" y="4041"/>
                  <a:pt x="16145" y="4441"/>
                </a:cubicBezTo>
                <a:cubicBezTo>
                  <a:pt x="16379" y="4808"/>
                  <a:pt x="16612" y="5208"/>
                  <a:pt x="16812" y="5642"/>
                </a:cubicBezTo>
                <a:lnTo>
                  <a:pt x="15645" y="6409"/>
                </a:lnTo>
                <a:cubicBezTo>
                  <a:pt x="15511" y="6476"/>
                  <a:pt x="15478" y="6609"/>
                  <a:pt x="15511" y="6743"/>
                </a:cubicBezTo>
                <a:cubicBezTo>
                  <a:pt x="15778" y="7410"/>
                  <a:pt x="15912" y="8144"/>
                  <a:pt x="15945" y="8911"/>
                </a:cubicBezTo>
                <a:cubicBezTo>
                  <a:pt x="15945" y="9011"/>
                  <a:pt x="16045" y="9144"/>
                  <a:pt x="16145" y="9144"/>
                </a:cubicBezTo>
                <a:lnTo>
                  <a:pt x="17513" y="9445"/>
                </a:lnTo>
                <a:cubicBezTo>
                  <a:pt x="17479" y="10379"/>
                  <a:pt x="17279" y="11279"/>
                  <a:pt x="16946" y="12113"/>
                </a:cubicBezTo>
                <a:lnTo>
                  <a:pt x="15578" y="11846"/>
                </a:lnTo>
                <a:lnTo>
                  <a:pt x="15411" y="11846"/>
                </a:lnTo>
                <a:cubicBezTo>
                  <a:pt x="15345" y="11880"/>
                  <a:pt x="15311" y="11913"/>
                  <a:pt x="15278" y="11980"/>
                </a:cubicBezTo>
                <a:cubicBezTo>
                  <a:pt x="14978" y="12647"/>
                  <a:pt x="14544" y="13281"/>
                  <a:pt x="14044" y="13814"/>
                </a:cubicBezTo>
                <a:cubicBezTo>
                  <a:pt x="13944" y="13881"/>
                  <a:pt x="13944" y="14048"/>
                  <a:pt x="14010" y="14148"/>
                </a:cubicBezTo>
                <a:lnTo>
                  <a:pt x="14744" y="15315"/>
                </a:lnTo>
                <a:cubicBezTo>
                  <a:pt x="14411" y="15616"/>
                  <a:pt x="14044" y="15916"/>
                  <a:pt x="13677" y="16149"/>
                </a:cubicBezTo>
                <a:cubicBezTo>
                  <a:pt x="13276" y="16416"/>
                  <a:pt x="12876" y="16616"/>
                  <a:pt x="12476" y="16817"/>
                </a:cubicBezTo>
                <a:lnTo>
                  <a:pt x="11675" y="15649"/>
                </a:lnTo>
                <a:cubicBezTo>
                  <a:pt x="11620" y="15567"/>
                  <a:pt x="11520" y="15507"/>
                  <a:pt x="11431" y="15507"/>
                </a:cubicBezTo>
                <a:cubicBezTo>
                  <a:pt x="11412" y="15507"/>
                  <a:pt x="11393" y="15510"/>
                  <a:pt x="11375" y="15516"/>
                </a:cubicBezTo>
                <a:cubicBezTo>
                  <a:pt x="10675" y="15782"/>
                  <a:pt x="9941" y="15916"/>
                  <a:pt x="9207" y="15949"/>
                </a:cubicBezTo>
                <a:cubicBezTo>
                  <a:pt x="9073" y="15949"/>
                  <a:pt x="8973" y="16049"/>
                  <a:pt x="8940" y="16149"/>
                </a:cubicBezTo>
                <a:lnTo>
                  <a:pt x="8640" y="17517"/>
                </a:lnTo>
                <a:cubicBezTo>
                  <a:pt x="7739" y="17484"/>
                  <a:pt x="6839" y="17284"/>
                  <a:pt x="5971" y="16950"/>
                </a:cubicBezTo>
                <a:lnTo>
                  <a:pt x="6238" y="15582"/>
                </a:lnTo>
                <a:cubicBezTo>
                  <a:pt x="6271" y="15449"/>
                  <a:pt x="6205" y="15349"/>
                  <a:pt x="6105" y="15282"/>
                </a:cubicBezTo>
                <a:cubicBezTo>
                  <a:pt x="5438" y="14982"/>
                  <a:pt x="4804" y="14548"/>
                  <a:pt x="4270" y="14048"/>
                </a:cubicBezTo>
                <a:cubicBezTo>
                  <a:pt x="4205" y="13983"/>
                  <a:pt x="4127" y="13946"/>
                  <a:pt x="4052" y="13946"/>
                </a:cubicBezTo>
                <a:cubicBezTo>
                  <a:pt x="4012" y="13946"/>
                  <a:pt x="3972" y="13958"/>
                  <a:pt x="3936" y="13981"/>
                </a:cubicBezTo>
                <a:lnTo>
                  <a:pt x="2769" y="14748"/>
                </a:lnTo>
                <a:cubicBezTo>
                  <a:pt x="2135" y="14081"/>
                  <a:pt x="1635" y="13314"/>
                  <a:pt x="1268" y="12480"/>
                </a:cubicBezTo>
                <a:lnTo>
                  <a:pt x="1235" y="12480"/>
                </a:lnTo>
                <a:lnTo>
                  <a:pt x="2402" y="11680"/>
                </a:lnTo>
                <a:cubicBezTo>
                  <a:pt x="2502" y="11613"/>
                  <a:pt x="2569" y="11479"/>
                  <a:pt x="2502" y="11379"/>
                </a:cubicBezTo>
                <a:cubicBezTo>
                  <a:pt x="2269" y="10679"/>
                  <a:pt x="2102" y="9945"/>
                  <a:pt x="2102" y="9211"/>
                </a:cubicBezTo>
                <a:cubicBezTo>
                  <a:pt x="2102" y="9078"/>
                  <a:pt x="2002" y="8978"/>
                  <a:pt x="1868" y="8944"/>
                </a:cubicBezTo>
                <a:lnTo>
                  <a:pt x="534" y="8644"/>
                </a:lnTo>
                <a:cubicBezTo>
                  <a:pt x="567" y="7743"/>
                  <a:pt x="734" y="6843"/>
                  <a:pt x="1068" y="5975"/>
                </a:cubicBezTo>
                <a:lnTo>
                  <a:pt x="2469" y="6242"/>
                </a:lnTo>
                <a:cubicBezTo>
                  <a:pt x="2486" y="6248"/>
                  <a:pt x="2505" y="6251"/>
                  <a:pt x="2525" y="6251"/>
                </a:cubicBezTo>
                <a:cubicBezTo>
                  <a:pt x="2614" y="6251"/>
                  <a:pt x="2714" y="6191"/>
                  <a:pt x="2769" y="6109"/>
                </a:cubicBezTo>
                <a:cubicBezTo>
                  <a:pt x="3069" y="5442"/>
                  <a:pt x="3503" y="4808"/>
                  <a:pt x="4003" y="4274"/>
                </a:cubicBezTo>
                <a:cubicBezTo>
                  <a:pt x="4103" y="4174"/>
                  <a:pt x="4103" y="4041"/>
                  <a:pt x="4037" y="3941"/>
                </a:cubicBezTo>
                <a:lnTo>
                  <a:pt x="3269" y="2773"/>
                </a:lnTo>
                <a:cubicBezTo>
                  <a:pt x="3603" y="2473"/>
                  <a:pt x="3970" y="2173"/>
                  <a:pt x="4370" y="1906"/>
                </a:cubicBezTo>
                <a:cubicBezTo>
                  <a:pt x="4737" y="1672"/>
                  <a:pt x="5137" y="1472"/>
                  <a:pt x="5571" y="1272"/>
                </a:cubicBezTo>
                <a:lnTo>
                  <a:pt x="6338" y="2440"/>
                </a:lnTo>
                <a:cubicBezTo>
                  <a:pt x="6386" y="2512"/>
                  <a:pt x="6469" y="2566"/>
                  <a:pt x="6561" y="2566"/>
                </a:cubicBezTo>
                <a:cubicBezTo>
                  <a:pt x="6597" y="2566"/>
                  <a:pt x="6635" y="2558"/>
                  <a:pt x="6672" y="2540"/>
                </a:cubicBezTo>
                <a:cubicBezTo>
                  <a:pt x="7372" y="2306"/>
                  <a:pt x="8106" y="2139"/>
                  <a:pt x="8840" y="2139"/>
                </a:cubicBezTo>
                <a:cubicBezTo>
                  <a:pt x="8973" y="2139"/>
                  <a:pt x="9073" y="2039"/>
                  <a:pt x="9107" y="1906"/>
                </a:cubicBezTo>
                <a:lnTo>
                  <a:pt x="9374" y="572"/>
                </a:lnTo>
                <a:close/>
                <a:moveTo>
                  <a:pt x="9316" y="1"/>
                </a:moveTo>
                <a:cubicBezTo>
                  <a:pt x="9078" y="1"/>
                  <a:pt x="8902" y="189"/>
                  <a:pt x="8840" y="405"/>
                </a:cubicBezTo>
                <a:lnTo>
                  <a:pt x="8606" y="1606"/>
                </a:lnTo>
                <a:cubicBezTo>
                  <a:pt x="7939" y="1639"/>
                  <a:pt x="7306" y="1739"/>
                  <a:pt x="6672" y="1939"/>
                </a:cubicBezTo>
                <a:lnTo>
                  <a:pt x="6005" y="938"/>
                </a:lnTo>
                <a:cubicBezTo>
                  <a:pt x="5911" y="775"/>
                  <a:pt x="5752" y="693"/>
                  <a:pt x="5585" y="693"/>
                </a:cubicBezTo>
                <a:cubicBezTo>
                  <a:pt x="5514" y="693"/>
                  <a:pt x="5441" y="708"/>
                  <a:pt x="5371" y="738"/>
                </a:cubicBezTo>
                <a:cubicBezTo>
                  <a:pt x="4904" y="938"/>
                  <a:pt x="4470" y="1172"/>
                  <a:pt x="4070" y="1439"/>
                </a:cubicBezTo>
                <a:cubicBezTo>
                  <a:pt x="3636" y="1706"/>
                  <a:pt x="3236" y="2039"/>
                  <a:pt x="2869" y="2373"/>
                </a:cubicBezTo>
                <a:cubicBezTo>
                  <a:pt x="2702" y="2540"/>
                  <a:pt x="2669" y="2806"/>
                  <a:pt x="2802" y="3007"/>
                </a:cubicBezTo>
                <a:lnTo>
                  <a:pt x="3469" y="4041"/>
                </a:lnTo>
                <a:cubicBezTo>
                  <a:pt x="3036" y="4541"/>
                  <a:pt x="2669" y="5075"/>
                  <a:pt x="2402" y="5675"/>
                </a:cubicBezTo>
                <a:lnTo>
                  <a:pt x="1201" y="5442"/>
                </a:lnTo>
                <a:cubicBezTo>
                  <a:pt x="1161" y="5430"/>
                  <a:pt x="1119" y="5425"/>
                  <a:pt x="1077" y="5425"/>
                </a:cubicBezTo>
                <a:cubicBezTo>
                  <a:pt x="880" y="5425"/>
                  <a:pt x="683" y="5549"/>
                  <a:pt x="601" y="5742"/>
                </a:cubicBezTo>
                <a:cubicBezTo>
                  <a:pt x="234" y="6676"/>
                  <a:pt x="34" y="7643"/>
                  <a:pt x="0" y="8677"/>
                </a:cubicBezTo>
                <a:cubicBezTo>
                  <a:pt x="0" y="8911"/>
                  <a:pt x="167" y="9144"/>
                  <a:pt x="401" y="9178"/>
                </a:cubicBezTo>
                <a:lnTo>
                  <a:pt x="1601" y="9445"/>
                </a:lnTo>
                <a:cubicBezTo>
                  <a:pt x="1635" y="10112"/>
                  <a:pt x="1735" y="10746"/>
                  <a:pt x="1935" y="11379"/>
                </a:cubicBezTo>
                <a:lnTo>
                  <a:pt x="934" y="12013"/>
                </a:lnTo>
                <a:cubicBezTo>
                  <a:pt x="734" y="12147"/>
                  <a:pt x="634" y="12447"/>
                  <a:pt x="734" y="12680"/>
                </a:cubicBezTo>
                <a:cubicBezTo>
                  <a:pt x="934" y="13114"/>
                  <a:pt x="1168" y="13548"/>
                  <a:pt x="1435" y="13948"/>
                </a:cubicBezTo>
                <a:cubicBezTo>
                  <a:pt x="1702" y="14381"/>
                  <a:pt x="2002" y="14782"/>
                  <a:pt x="2335" y="15149"/>
                </a:cubicBezTo>
                <a:cubicBezTo>
                  <a:pt x="2433" y="15246"/>
                  <a:pt x="2575" y="15298"/>
                  <a:pt x="2717" y="15298"/>
                </a:cubicBezTo>
                <a:cubicBezTo>
                  <a:pt x="2818" y="15298"/>
                  <a:pt x="2919" y="15271"/>
                  <a:pt x="3002" y="15215"/>
                </a:cubicBezTo>
                <a:lnTo>
                  <a:pt x="4037" y="14582"/>
                </a:lnTo>
                <a:cubicBezTo>
                  <a:pt x="4504" y="15015"/>
                  <a:pt x="5037" y="15382"/>
                  <a:pt x="5638" y="15682"/>
                </a:cubicBezTo>
                <a:lnTo>
                  <a:pt x="5404" y="16850"/>
                </a:lnTo>
                <a:cubicBezTo>
                  <a:pt x="5337" y="17117"/>
                  <a:pt x="5471" y="17350"/>
                  <a:pt x="5704" y="17450"/>
                </a:cubicBezTo>
                <a:cubicBezTo>
                  <a:pt x="6638" y="17817"/>
                  <a:pt x="7606" y="18017"/>
                  <a:pt x="8606" y="18084"/>
                </a:cubicBezTo>
                <a:cubicBezTo>
                  <a:pt x="8873" y="18084"/>
                  <a:pt x="9107" y="17917"/>
                  <a:pt x="9140" y="17650"/>
                </a:cubicBezTo>
                <a:lnTo>
                  <a:pt x="9407" y="16483"/>
                </a:lnTo>
                <a:cubicBezTo>
                  <a:pt x="10041" y="16450"/>
                  <a:pt x="10708" y="16316"/>
                  <a:pt x="11342" y="16116"/>
                </a:cubicBezTo>
                <a:lnTo>
                  <a:pt x="11976" y="17117"/>
                </a:lnTo>
                <a:cubicBezTo>
                  <a:pt x="12069" y="17280"/>
                  <a:pt x="12228" y="17362"/>
                  <a:pt x="12395" y="17362"/>
                </a:cubicBezTo>
                <a:cubicBezTo>
                  <a:pt x="12466" y="17362"/>
                  <a:pt x="12539" y="17347"/>
                  <a:pt x="12609" y="17317"/>
                </a:cubicBezTo>
                <a:cubicBezTo>
                  <a:pt x="12843" y="17217"/>
                  <a:pt x="13110" y="17117"/>
                  <a:pt x="13343" y="16983"/>
                </a:cubicBezTo>
                <a:cubicBezTo>
                  <a:pt x="13577" y="16850"/>
                  <a:pt x="13743" y="16750"/>
                  <a:pt x="13910" y="16616"/>
                </a:cubicBezTo>
                <a:cubicBezTo>
                  <a:pt x="14344" y="16350"/>
                  <a:pt x="14744" y="16049"/>
                  <a:pt x="15111" y="15716"/>
                </a:cubicBezTo>
                <a:cubicBezTo>
                  <a:pt x="15278" y="15549"/>
                  <a:pt x="15311" y="15249"/>
                  <a:pt x="15178" y="15049"/>
                </a:cubicBezTo>
                <a:lnTo>
                  <a:pt x="14511" y="14048"/>
                </a:lnTo>
                <a:cubicBezTo>
                  <a:pt x="14978" y="13548"/>
                  <a:pt x="15345" y="13014"/>
                  <a:pt x="15645" y="12413"/>
                </a:cubicBezTo>
                <a:lnTo>
                  <a:pt x="16812" y="12680"/>
                </a:lnTo>
                <a:cubicBezTo>
                  <a:pt x="16840" y="12684"/>
                  <a:pt x="16866" y="12685"/>
                  <a:pt x="16893" y="12685"/>
                </a:cubicBezTo>
                <a:cubicBezTo>
                  <a:pt x="17125" y="12685"/>
                  <a:pt x="17323" y="12556"/>
                  <a:pt x="17413" y="12347"/>
                </a:cubicBezTo>
                <a:cubicBezTo>
                  <a:pt x="17780" y="11413"/>
                  <a:pt x="17980" y="10412"/>
                  <a:pt x="18013" y="9445"/>
                </a:cubicBezTo>
                <a:cubicBezTo>
                  <a:pt x="18013" y="9178"/>
                  <a:pt x="17846" y="8944"/>
                  <a:pt x="17613" y="8911"/>
                </a:cubicBezTo>
                <a:lnTo>
                  <a:pt x="16412" y="8644"/>
                </a:lnTo>
                <a:cubicBezTo>
                  <a:pt x="16379" y="7977"/>
                  <a:pt x="16279" y="7343"/>
                  <a:pt x="16078" y="6709"/>
                </a:cubicBezTo>
                <a:lnTo>
                  <a:pt x="17079" y="6076"/>
                </a:lnTo>
                <a:cubicBezTo>
                  <a:pt x="17279" y="5942"/>
                  <a:pt x="17379" y="5642"/>
                  <a:pt x="17279" y="5408"/>
                </a:cubicBezTo>
                <a:cubicBezTo>
                  <a:pt x="16879" y="4508"/>
                  <a:pt x="16312" y="3674"/>
                  <a:pt x="15645" y="2907"/>
                </a:cubicBezTo>
                <a:cubicBezTo>
                  <a:pt x="15548" y="2809"/>
                  <a:pt x="15417" y="2758"/>
                  <a:pt x="15278" y="2758"/>
                </a:cubicBezTo>
                <a:cubicBezTo>
                  <a:pt x="15178" y="2758"/>
                  <a:pt x="15075" y="2784"/>
                  <a:pt x="14978" y="2840"/>
                </a:cubicBezTo>
                <a:lnTo>
                  <a:pt x="13977" y="3507"/>
                </a:lnTo>
                <a:cubicBezTo>
                  <a:pt x="13477" y="3040"/>
                  <a:pt x="12943" y="2673"/>
                  <a:pt x="12376" y="2373"/>
                </a:cubicBezTo>
                <a:lnTo>
                  <a:pt x="12609" y="1205"/>
                </a:lnTo>
                <a:cubicBezTo>
                  <a:pt x="12676" y="972"/>
                  <a:pt x="12543" y="705"/>
                  <a:pt x="12309" y="605"/>
                </a:cubicBezTo>
                <a:cubicBezTo>
                  <a:pt x="11375" y="238"/>
                  <a:pt x="10374" y="38"/>
                  <a:pt x="9374" y="4"/>
                </a:cubicBezTo>
                <a:cubicBezTo>
                  <a:pt x="9354" y="2"/>
                  <a:pt x="9335" y="1"/>
                  <a:pt x="931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0">
            <a:extLst>
              <a:ext uri="{FF2B5EF4-FFF2-40B4-BE49-F238E27FC236}">
                <a16:creationId xmlns:a16="http://schemas.microsoft.com/office/drawing/2014/main" id="{9B7C132E-2BA6-5ABD-DB81-A054346734D8}"/>
              </a:ext>
            </a:extLst>
          </p:cNvPr>
          <p:cNvSpPr/>
          <p:nvPr/>
        </p:nvSpPr>
        <p:spPr>
          <a:xfrm>
            <a:off x="5585217" y="2302498"/>
            <a:ext cx="322951" cy="323023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0">
            <a:extLst>
              <a:ext uri="{FF2B5EF4-FFF2-40B4-BE49-F238E27FC236}">
                <a16:creationId xmlns:a16="http://schemas.microsoft.com/office/drawing/2014/main" id="{09848311-B74F-8970-BE41-DBA1CDF22DEE}"/>
              </a:ext>
            </a:extLst>
          </p:cNvPr>
          <p:cNvSpPr/>
          <p:nvPr/>
        </p:nvSpPr>
        <p:spPr>
          <a:xfrm>
            <a:off x="8290476" y="1659530"/>
            <a:ext cx="364736" cy="364807"/>
          </a:xfrm>
          <a:custGeom>
            <a:avLst/>
            <a:gdLst/>
            <a:ahLst/>
            <a:cxnLst/>
            <a:rect l="l" t="t" r="r" b="b"/>
            <a:pathLst>
              <a:path w="20382" h="20386" extrusionOk="0">
                <a:moveTo>
                  <a:pt x="10225" y="5822"/>
                </a:moveTo>
                <a:cubicBezTo>
                  <a:pt x="11089" y="5822"/>
                  <a:pt x="11949" y="6091"/>
                  <a:pt x="12676" y="6643"/>
                </a:cubicBezTo>
                <a:cubicBezTo>
                  <a:pt x="15779" y="8844"/>
                  <a:pt x="14744" y="13714"/>
                  <a:pt x="11008" y="14482"/>
                </a:cubicBezTo>
                <a:cubicBezTo>
                  <a:pt x="10732" y="14537"/>
                  <a:pt x="10453" y="14564"/>
                  <a:pt x="10176" y="14564"/>
                </a:cubicBezTo>
                <a:cubicBezTo>
                  <a:pt x="9287" y="14564"/>
                  <a:pt x="8419" y="14282"/>
                  <a:pt x="7706" y="13748"/>
                </a:cubicBezTo>
                <a:cubicBezTo>
                  <a:pt x="6272" y="12747"/>
                  <a:pt x="5605" y="10979"/>
                  <a:pt x="5938" y="9278"/>
                </a:cubicBezTo>
                <a:cubicBezTo>
                  <a:pt x="6272" y="7844"/>
                  <a:pt x="7272" y="6676"/>
                  <a:pt x="8673" y="6142"/>
                </a:cubicBezTo>
                <a:cubicBezTo>
                  <a:pt x="8874" y="6042"/>
                  <a:pt x="9107" y="5976"/>
                  <a:pt x="9374" y="5909"/>
                </a:cubicBezTo>
                <a:cubicBezTo>
                  <a:pt x="9655" y="5851"/>
                  <a:pt x="9940" y="5822"/>
                  <a:pt x="10225" y="5822"/>
                </a:cubicBezTo>
                <a:close/>
                <a:moveTo>
                  <a:pt x="10243" y="5195"/>
                </a:moveTo>
                <a:cubicBezTo>
                  <a:pt x="9907" y="5195"/>
                  <a:pt x="9570" y="5232"/>
                  <a:pt x="9241" y="5308"/>
                </a:cubicBezTo>
                <a:cubicBezTo>
                  <a:pt x="7272" y="5709"/>
                  <a:pt x="5771" y="7210"/>
                  <a:pt x="5338" y="9178"/>
                </a:cubicBezTo>
                <a:cubicBezTo>
                  <a:pt x="4937" y="11113"/>
                  <a:pt x="5705" y="13081"/>
                  <a:pt x="7339" y="14248"/>
                </a:cubicBezTo>
                <a:cubicBezTo>
                  <a:pt x="8134" y="14844"/>
                  <a:pt x="9114" y="15163"/>
                  <a:pt x="10113" y="15163"/>
                </a:cubicBezTo>
                <a:cubicBezTo>
                  <a:pt x="10456" y="15163"/>
                  <a:pt x="10801" y="15125"/>
                  <a:pt x="11142" y="15049"/>
                </a:cubicBezTo>
                <a:cubicBezTo>
                  <a:pt x="11409" y="14982"/>
                  <a:pt x="11676" y="14915"/>
                  <a:pt x="11942" y="14815"/>
                </a:cubicBezTo>
                <a:cubicBezTo>
                  <a:pt x="13477" y="14215"/>
                  <a:pt x="14644" y="12847"/>
                  <a:pt x="15011" y="11213"/>
                </a:cubicBezTo>
                <a:cubicBezTo>
                  <a:pt x="15412" y="9278"/>
                  <a:pt x="14644" y="7276"/>
                  <a:pt x="13043" y="6142"/>
                </a:cubicBezTo>
                <a:cubicBezTo>
                  <a:pt x="12222" y="5520"/>
                  <a:pt x="11233" y="5195"/>
                  <a:pt x="10243" y="5195"/>
                </a:cubicBezTo>
                <a:close/>
                <a:moveTo>
                  <a:pt x="10642" y="672"/>
                </a:moveTo>
                <a:cubicBezTo>
                  <a:pt x="11676" y="672"/>
                  <a:pt x="12710" y="905"/>
                  <a:pt x="13677" y="1272"/>
                </a:cubicBezTo>
                <a:lnTo>
                  <a:pt x="13377" y="2840"/>
                </a:lnTo>
                <a:cubicBezTo>
                  <a:pt x="13343" y="2973"/>
                  <a:pt x="13410" y="3107"/>
                  <a:pt x="13544" y="3174"/>
                </a:cubicBezTo>
                <a:cubicBezTo>
                  <a:pt x="14277" y="3540"/>
                  <a:pt x="14978" y="4007"/>
                  <a:pt x="15578" y="4575"/>
                </a:cubicBezTo>
                <a:cubicBezTo>
                  <a:pt x="15643" y="4639"/>
                  <a:pt x="15722" y="4676"/>
                  <a:pt x="15805" y="4676"/>
                </a:cubicBezTo>
                <a:cubicBezTo>
                  <a:pt x="15851" y="4676"/>
                  <a:pt x="15898" y="4665"/>
                  <a:pt x="15945" y="4641"/>
                </a:cubicBezTo>
                <a:lnTo>
                  <a:pt x="15979" y="4641"/>
                </a:lnTo>
                <a:lnTo>
                  <a:pt x="17280" y="3807"/>
                </a:lnTo>
                <a:cubicBezTo>
                  <a:pt x="17647" y="4174"/>
                  <a:pt x="17947" y="4575"/>
                  <a:pt x="18247" y="5008"/>
                </a:cubicBezTo>
                <a:cubicBezTo>
                  <a:pt x="18514" y="5442"/>
                  <a:pt x="18781" y="5909"/>
                  <a:pt x="18981" y="6376"/>
                </a:cubicBezTo>
                <a:lnTo>
                  <a:pt x="17647" y="7243"/>
                </a:lnTo>
                <a:cubicBezTo>
                  <a:pt x="17546" y="7343"/>
                  <a:pt x="17480" y="7477"/>
                  <a:pt x="17546" y="7610"/>
                </a:cubicBezTo>
                <a:cubicBezTo>
                  <a:pt x="17813" y="8411"/>
                  <a:pt x="17980" y="9211"/>
                  <a:pt x="17980" y="10078"/>
                </a:cubicBezTo>
                <a:cubicBezTo>
                  <a:pt x="17980" y="10212"/>
                  <a:pt x="18080" y="10312"/>
                  <a:pt x="18247" y="10345"/>
                </a:cubicBezTo>
                <a:lnTo>
                  <a:pt x="19748" y="10679"/>
                </a:lnTo>
                <a:cubicBezTo>
                  <a:pt x="19715" y="11713"/>
                  <a:pt x="19515" y="12747"/>
                  <a:pt x="19148" y="13714"/>
                </a:cubicBezTo>
                <a:lnTo>
                  <a:pt x="17580" y="13414"/>
                </a:lnTo>
                <a:cubicBezTo>
                  <a:pt x="17546" y="13398"/>
                  <a:pt x="17521" y="13389"/>
                  <a:pt x="17496" y="13389"/>
                </a:cubicBezTo>
                <a:cubicBezTo>
                  <a:pt x="17471" y="13389"/>
                  <a:pt x="17446" y="13398"/>
                  <a:pt x="17413" y="13414"/>
                </a:cubicBezTo>
                <a:cubicBezTo>
                  <a:pt x="17346" y="13414"/>
                  <a:pt x="17280" y="13481"/>
                  <a:pt x="17246" y="13548"/>
                </a:cubicBezTo>
                <a:cubicBezTo>
                  <a:pt x="16879" y="14315"/>
                  <a:pt x="16412" y="15015"/>
                  <a:pt x="15845" y="15616"/>
                </a:cubicBezTo>
                <a:cubicBezTo>
                  <a:pt x="15745" y="15716"/>
                  <a:pt x="15712" y="15849"/>
                  <a:pt x="15779" y="15983"/>
                </a:cubicBezTo>
                <a:lnTo>
                  <a:pt x="16612" y="17284"/>
                </a:lnTo>
                <a:cubicBezTo>
                  <a:pt x="16246" y="17651"/>
                  <a:pt x="15845" y="17984"/>
                  <a:pt x="15412" y="18251"/>
                </a:cubicBezTo>
                <a:cubicBezTo>
                  <a:pt x="14978" y="18551"/>
                  <a:pt x="14511" y="18785"/>
                  <a:pt x="14044" y="18985"/>
                </a:cubicBezTo>
                <a:lnTo>
                  <a:pt x="13177" y="17684"/>
                </a:lnTo>
                <a:cubicBezTo>
                  <a:pt x="13100" y="17582"/>
                  <a:pt x="13004" y="17538"/>
                  <a:pt x="12904" y="17538"/>
                </a:cubicBezTo>
                <a:cubicBezTo>
                  <a:pt x="12873" y="17538"/>
                  <a:pt x="12841" y="17543"/>
                  <a:pt x="12810" y="17550"/>
                </a:cubicBezTo>
                <a:cubicBezTo>
                  <a:pt x="12009" y="17851"/>
                  <a:pt x="11175" y="17984"/>
                  <a:pt x="10341" y="18017"/>
                </a:cubicBezTo>
                <a:cubicBezTo>
                  <a:pt x="10208" y="18017"/>
                  <a:pt x="10108" y="18118"/>
                  <a:pt x="10074" y="18251"/>
                </a:cubicBezTo>
                <a:lnTo>
                  <a:pt x="9741" y="19785"/>
                </a:lnTo>
                <a:cubicBezTo>
                  <a:pt x="8707" y="19752"/>
                  <a:pt x="7673" y="19519"/>
                  <a:pt x="6705" y="19152"/>
                </a:cubicBezTo>
                <a:lnTo>
                  <a:pt x="7039" y="17617"/>
                </a:lnTo>
                <a:cubicBezTo>
                  <a:pt x="7039" y="17450"/>
                  <a:pt x="6972" y="17317"/>
                  <a:pt x="6839" y="17250"/>
                </a:cubicBezTo>
                <a:cubicBezTo>
                  <a:pt x="6105" y="16883"/>
                  <a:pt x="5404" y="16416"/>
                  <a:pt x="4804" y="15816"/>
                </a:cubicBezTo>
                <a:cubicBezTo>
                  <a:pt x="4731" y="15761"/>
                  <a:pt x="4657" y="15736"/>
                  <a:pt x="4584" y="15736"/>
                </a:cubicBezTo>
                <a:cubicBezTo>
                  <a:pt x="4524" y="15736"/>
                  <a:pt x="4464" y="15753"/>
                  <a:pt x="4404" y="15783"/>
                </a:cubicBezTo>
                <a:lnTo>
                  <a:pt x="3103" y="16650"/>
                </a:lnTo>
                <a:cubicBezTo>
                  <a:pt x="2736" y="16250"/>
                  <a:pt x="2402" y="15849"/>
                  <a:pt x="2135" y="15382"/>
                </a:cubicBezTo>
                <a:cubicBezTo>
                  <a:pt x="1874" y="14989"/>
                  <a:pt x="1612" y="14532"/>
                  <a:pt x="1413" y="14074"/>
                </a:cubicBezTo>
                <a:lnTo>
                  <a:pt x="1413" y="14074"/>
                </a:lnTo>
                <a:lnTo>
                  <a:pt x="2736" y="13181"/>
                </a:lnTo>
                <a:cubicBezTo>
                  <a:pt x="2836" y="13114"/>
                  <a:pt x="2903" y="12981"/>
                  <a:pt x="2836" y="12847"/>
                </a:cubicBezTo>
                <a:cubicBezTo>
                  <a:pt x="2569" y="12047"/>
                  <a:pt x="2402" y="11213"/>
                  <a:pt x="2402" y="10379"/>
                </a:cubicBezTo>
                <a:cubicBezTo>
                  <a:pt x="2402" y="10245"/>
                  <a:pt x="2302" y="10112"/>
                  <a:pt x="2135" y="10078"/>
                </a:cubicBezTo>
                <a:lnTo>
                  <a:pt x="634" y="9778"/>
                </a:lnTo>
                <a:cubicBezTo>
                  <a:pt x="668" y="8744"/>
                  <a:pt x="868" y="7710"/>
                  <a:pt x="1235" y="6743"/>
                </a:cubicBezTo>
                <a:lnTo>
                  <a:pt x="2803" y="7043"/>
                </a:lnTo>
                <a:cubicBezTo>
                  <a:pt x="2826" y="7049"/>
                  <a:pt x="2848" y="7051"/>
                  <a:pt x="2871" y="7051"/>
                </a:cubicBezTo>
                <a:cubicBezTo>
                  <a:pt x="2980" y="7051"/>
                  <a:pt x="3081" y="6987"/>
                  <a:pt x="3136" y="6876"/>
                </a:cubicBezTo>
                <a:cubicBezTo>
                  <a:pt x="3503" y="6109"/>
                  <a:pt x="3970" y="5442"/>
                  <a:pt x="4571" y="4841"/>
                </a:cubicBezTo>
                <a:cubicBezTo>
                  <a:pt x="4637" y="4708"/>
                  <a:pt x="4671" y="4575"/>
                  <a:pt x="4604" y="4441"/>
                </a:cubicBezTo>
                <a:lnTo>
                  <a:pt x="3770" y="3140"/>
                </a:lnTo>
                <a:cubicBezTo>
                  <a:pt x="4137" y="2773"/>
                  <a:pt x="4537" y="2440"/>
                  <a:pt x="4971" y="2173"/>
                </a:cubicBezTo>
                <a:cubicBezTo>
                  <a:pt x="5404" y="1906"/>
                  <a:pt x="5871" y="1639"/>
                  <a:pt x="6338" y="1439"/>
                </a:cubicBezTo>
                <a:lnTo>
                  <a:pt x="7206" y="2773"/>
                </a:lnTo>
                <a:cubicBezTo>
                  <a:pt x="7278" y="2845"/>
                  <a:pt x="7367" y="2900"/>
                  <a:pt x="7462" y="2900"/>
                </a:cubicBezTo>
                <a:cubicBezTo>
                  <a:pt x="7498" y="2900"/>
                  <a:pt x="7535" y="2892"/>
                  <a:pt x="7573" y="2873"/>
                </a:cubicBezTo>
                <a:cubicBezTo>
                  <a:pt x="8373" y="2573"/>
                  <a:pt x="9207" y="2440"/>
                  <a:pt x="10041" y="2406"/>
                </a:cubicBezTo>
                <a:cubicBezTo>
                  <a:pt x="10175" y="2406"/>
                  <a:pt x="10275" y="2306"/>
                  <a:pt x="10308" y="2173"/>
                </a:cubicBezTo>
                <a:lnTo>
                  <a:pt x="10642" y="672"/>
                </a:lnTo>
                <a:close/>
                <a:moveTo>
                  <a:pt x="10577" y="1"/>
                </a:moveTo>
                <a:cubicBezTo>
                  <a:pt x="10308" y="1"/>
                  <a:pt x="10103" y="193"/>
                  <a:pt x="10041" y="472"/>
                </a:cubicBezTo>
                <a:lnTo>
                  <a:pt x="9741" y="1806"/>
                </a:lnTo>
                <a:cubicBezTo>
                  <a:pt x="9007" y="1839"/>
                  <a:pt x="8273" y="1973"/>
                  <a:pt x="7573" y="2206"/>
                </a:cubicBezTo>
                <a:lnTo>
                  <a:pt x="6839" y="1072"/>
                </a:lnTo>
                <a:cubicBezTo>
                  <a:pt x="6721" y="883"/>
                  <a:pt x="6536" y="794"/>
                  <a:pt x="6343" y="794"/>
                </a:cubicBezTo>
                <a:cubicBezTo>
                  <a:pt x="6263" y="794"/>
                  <a:pt x="6183" y="809"/>
                  <a:pt x="6105" y="839"/>
                </a:cubicBezTo>
                <a:cubicBezTo>
                  <a:pt x="5605" y="1072"/>
                  <a:pt x="5104" y="1339"/>
                  <a:pt x="4637" y="1639"/>
                </a:cubicBezTo>
                <a:cubicBezTo>
                  <a:pt x="4170" y="1939"/>
                  <a:pt x="3703" y="2306"/>
                  <a:pt x="3303" y="2673"/>
                </a:cubicBezTo>
                <a:cubicBezTo>
                  <a:pt x="3103" y="2873"/>
                  <a:pt x="3036" y="3174"/>
                  <a:pt x="3203" y="3407"/>
                </a:cubicBezTo>
                <a:lnTo>
                  <a:pt x="3937" y="4575"/>
                </a:lnTo>
                <a:cubicBezTo>
                  <a:pt x="3436" y="5108"/>
                  <a:pt x="3036" y="5709"/>
                  <a:pt x="2703" y="6376"/>
                </a:cubicBezTo>
                <a:lnTo>
                  <a:pt x="1368" y="6109"/>
                </a:lnTo>
                <a:cubicBezTo>
                  <a:pt x="1328" y="6099"/>
                  <a:pt x="1288" y="6094"/>
                  <a:pt x="1247" y="6094"/>
                </a:cubicBezTo>
                <a:cubicBezTo>
                  <a:pt x="1016" y="6094"/>
                  <a:pt x="786" y="6249"/>
                  <a:pt x="701" y="6476"/>
                </a:cubicBezTo>
                <a:cubicBezTo>
                  <a:pt x="301" y="7510"/>
                  <a:pt x="34" y="8611"/>
                  <a:pt x="1" y="9745"/>
                </a:cubicBezTo>
                <a:cubicBezTo>
                  <a:pt x="1" y="10012"/>
                  <a:pt x="201" y="10279"/>
                  <a:pt x="468" y="10345"/>
                </a:cubicBezTo>
                <a:lnTo>
                  <a:pt x="1802" y="10612"/>
                </a:lnTo>
                <a:cubicBezTo>
                  <a:pt x="1835" y="11346"/>
                  <a:pt x="1969" y="12080"/>
                  <a:pt x="2202" y="12814"/>
                </a:cubicBezTo>
                <a:lnTo>
                  <a:pt x="1035" y="13548"/>
                </a:lnTo>
                <a:cubicBezTo>
                  <a:pt x="801" y="13681"/>
                  <a:pt x="701" y="13981"/>
                  <a:pt x="801" y="14248"/>
                </a:cubicBezTo>
                <a:cubicBezTo>
                  <a:pt x="1035" y="14782"/>
                  <a:pt x="1302" y="15282"/>
                  <a:pt x="1635" y="15749"/>
                </a:cubicBezTo>
                <a:cubicBezTo>
                  <a:pt x="1935" y="16216"/>
                  <a:pt x="2269" y="16650"/>
                  <a:pt x="2669" y="17083"/>
                </a:cubicBezTo>
                <a:cubicBezTo>
                  <a:pt x="2769" y="17204"/>
                  <a:pt x="2929" y="17264"/>
                  <a:pt x="3092" y="17264"/>
                </a:cubicBezTo>
                <a:cubicBezTo>
                  <a:pt x="3200" y="17264"/>
                  <a:pt x="3310" y="17237"/>
                  <a:pt x="3403" y="17184"/>
                </a:cubicBezTo>
                <a:lnTo>
                  <a:pt x="4537" y="16416"/>
                </a:lnTo>
                <a:cubicBezTo>
                  <a:pt x="5104" y="16917"/>
                  <a:pt x="5705" y="17350"/>
                  <a:pt x="6372" y="17684"/>
                </a:cubicBezTo>
                <a:lnTo>
                  <a:pt x="6105" y="19018"/>
                </a:lnTo>
                <a:cubicBezTo>
                  <a:pt x="6038" y="19285"/>
                  <a:pt x="6172" y="19585"/>
                  <a:pt x="6439" y="19685"/>
                </a:cubicBezTo>
                <a:cubicBezTo>
                  <a:pt x="7506" y="20086"/>
                  <a:pt x="8607" y="20319"/>
                  <a:pt x="9741" y="20386"/>
                </a:cubicBezTo>
                <a:cubicBezTo>
                  <a:pt x="10008" y="20386"/>
                  <a:pt x="10275" y="20186"/>
                  <a:pt x="10341" y="19919"/>
                </a:cubicBezTo>
                <a:lnTo>
                  <a:pt x="10608" y="18585"/>
                </a:lnTo>
                <a:cubicBezTo>
                  <a:pt x="11342" y="18551"/>
                  <a:pt x="12076" y="18418"/>
                  <a:pt x="12776" y="18184"/>
                </a:cubicBezTo>
                <a:lnTo>
                  <a:pt x="13544" y="19318"/>
                </a:lnTo>
                <a:cubicBezTo>
                  <a:pt x="13667" y="19491"/>
                  <a:pt x="13845" y="19591"/>
                  <a:pt x="14037" y="19591"/>
                </a:cubicBezTo>
                <a:cubicBezTo>
                  <a:pt x="14105" y="19591"/>
                  <a:pt x="14174" y="19578"/>
                  <a:pt x="14244" y="19552"/>
                </a:cubicBezTo>
                <a:cubicBezTo>
                  <a:pt x="14544" y="19418"/>
                  <a:pt x="14811" y="19285"/>
                  <a:pt x="15078" y="19152"/>
                </a:cubicBezTo>
                <a:cubicBezTo>
                  <a:pt x="15345" y="18985"/>
                  <a:pt x="15512" y="18885"/>
                  <a:pt x="15745" y="18718"/>
                </a:cubicBezTo>
                <a:cubicBezTo>
                  <a:pt x="16212" y="18418"/>
                  <a:pt x="16646" y="18084"/>
                  <a:pt x="17079" y="17684"/>
                </a:cubicBezTo>
                <a:cubicBezTo>
                  <a:pt x="17280" y="17517"/>
                  <a:pt x="17313" y="17184"/>
                  <a:pt x="17180" y="16950"/>
                </a:cubicBezTo>
                <a:lnTo>
                  <a:pt x="16412" y="15816"/>
                </a:lnTo>
                <a:cubicBezTo>
                  <a:pt x="16913" y="15249"/>
                  <a:pt x="17346" y="14648"/>
                  <a:pt x="17680" y="13981"/>
                </a:cubicBezTo>
                <a:lnTo>
                  <a:pt x="19014" y="14281"/>
                </a:lnTo>
                <a:cubicBezTo>
                  <a:pt x="19041" y="14285"/>
                  <a:pt x="19068" y="14287"/>
                  <a:pt x="19096" y="14287"/>
                </a:cubicBezTo>
                <a:cubicBezTo>
                  <a:pt x="19340" y="14287"/>
                  <a:pt x="19591" y="14154"/>
                  <a:pt x="19681" y="13915"/>
                </a:cubicBezTo>
                <a:cubicBezTo>
                  <a:pt x="20082" y="12847"/>
                  <a:pt x="20315" y="11746"/>
                  <a:pt x="20382" y="10612"/>
                </a:cubicBezTo>
                <a:cubicBezTo>
                  <a:pt x="20382" y="10345"/>
                  <a:pt x="20182" y="10078"/>
                  <a:pt x="19915" y="10012"/>
                </a:cubicBezTo>
                <a:lnTo>
                  <a:pt x="18581" y="9745"/>
                </a:lnTo>
                <a:cubicBezTo>
                  <a:pt x="18547" y="9011"/>
                  <a:pt x="18380" y="8277"/>
                  <a:pt x="18147" y="7577"/>
                </a:cubicBezTo>
                <a:lnTo>
                  <a:pt x="19314" y="6809"/>
                </a:lnTo>
                <a:cubicBezTo>
                  <a:pt x="19548" y="6676"/>
                  <a:pt x="19648" y="6376"/>
                  <a:pt x="19515" y="6109"/>
                </a:cubicBezTo>
                <a:cubicBezTo>
                  <a:pt x="19314" y="5575"/>
                  <a:pt x="19048" y="5075"/>
                  <a:pt x="18714" y="4608"/>
                </a:cubicBezTo>
                <a:cubicBezTo>
                  <a:pt x="18414" y="4141"/>
                  <a:pt x="18080" y="3707"/>
                  <a:pt x="17680" y="3274"/>
                </a:cubicBezTo>
                <a:cubicBezTo>
                  <a:pt x="17585" y="3160"/>
                  <a:pt x="17437" y="3100"/>
                  <a:pt x="17283" y="3100"/>
                </a:cubicBezTo>
                <a:cubicBezTo>
                  <a:pt x="17167" y="3100"/>
                  <a:pt x="17047" y="3135"/>
                  <a:pt x="16946" y="3207"/>
                </a:cubicBezTo>
                <a:lnTo>
                  <a:pt x="15812" y="3941"/>
                </a:lnTo>
                <a:cubicBezTo>
                  <a:pt x="15278" y="3440"/>
                  <a:pt x="14644" y="3040"/>
                  <a:pt x="13977" y="2707"/>
                </a:cubicBezTo>
                <a:lnTo>
                  <a:pt x="14277" y="1372"/>
                </a:lnTo>
                <a:cubicBezTo>
                  <a:pt x="14344" y="1072"/>
                  <a:pt x="14177" y="805"/>
                  <a:pt x="13911" y="705"/>
                </a:cubicBezTo>
                <a:cubicBezTo>
                  <a:pt x="12876" y="271"/>
                  <a:pt x="11776" y="38"/>
                  <a:pt x="10642" y="5"/>
                </a:cubicBezTo>
                <a:cubicBezTo>
                  <a:pt x="10620" y="2"/>
                  <a:pt x="10598" y="1"/>
                  <a:pt x="1057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40">
            <a:extLst>
              <a:ext uri="{FF2B5EF4-FFF2-40B4-BE49-F238E27FC236}">
                <a16:creationId xmlns:a16="http://schemas.microsoft.com/office/drawing/2014/main" id="{F849C862-4DB0-D8AD-D069-2FBFF9C91D88}"/>
              </a:ext>
            </a:extLst>
          </p:cNvPr>
          <p:cNvSpPr/>
          <p:nvPr/>
        </p:nvSpPr>
        <p:spPr>
          <a:xfrm>
            <a:off x="6537302" y="2578278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" y="0"/>
                </a:moveTo>
                <a:lnTo>
                  <a:pt x="1" y="37327"/>
                </a:lnTo>
                <a:lnTo>
                  <a:pt x="16045" y="28054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40">
            <a:extLst>
              <a:ext uri="{FF2B5EF4-FFF2-40B4-BE49-F238E27FC236}">
                <a16:creationId xmlns:a16="http://schemas.microsoft.com/office/drawing/2014/main" id="{70C5D91A-0A35-9B58-261F-DB097614DA67}"/>
              </a:ext>
            </a:extLst>
          </p:cNvPr>
          <p:cNvSpPr/>
          <p:nvPr/>
        </p:nvSpPr>
        <p:spPr>
          <a:xfrm>
            <a:off x="6250177" y="2578278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6046" y="0"/>
                </a:moveTo>
                <a:lnTo>
                  <a:pt x="1" y="28054"/>
                </a:lnTo>
                <a:lnTo>
                  <a:pt x="16046" y="37327"/>
                </a:lnTo>
                <a:lnTo>
                  <a:pt x="16046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40">
            <a:extLst>
              <a:ext uri="{FF2B5EF4-FFF2-40B4-BE49-F238E27FC236}">
                <a16:creationId xmlns:a16="http://schemas.microsoft.com/office/drawing/2014/main" id="{EC1E2250-C205-5B63-0AA6-232BD9DDAE4D}"/>
              </a:ext>
            </a:extLst>
          </p:cNvPr>
          <p:cNvSpPr/>
          <p:nvPr/>
        </p:nvSpPr>
        <p:spPr>
          <a:xfrm>
            <a:off x="6250177" y="2578278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6046" y="0"/>
                </a:moveTo>
                <a:lnTo>
                  <a:pt x="1" y="28054"/>
                </a:lnTo>
                <a:lnTo>
                  <a:pt x="16046" y="37327"/>
                </a:lnTo>
                <a:lnTo>
                  <a:pt x="1604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0">
            <a:extLst>
              <a:ext uri="{FF2B5EF4-FFF2-40B4-BE49-F238E27FC236}">
                <a16:creationId xmlns:a16="http://schemas.microsoft.com/office/drawing/2014/main" id="{8182836B-039F-518E-8E57-888B6742575D}"/>
              </a:ext>
            </a:extLst>
          </p:cNvPr>
          <p:cNvSpPr/>
          <p:nvPr/>
        </p:nvSpPr>
        <p:spPr>
          <a:xfrm>
            <a:off x="5612668" y="3085064"/>
            <a:ext cx="678131" cy="391006"/>
          </a:xfrm>
          <a:custGeom>
            <a:avLst/>
            <a:gdLst/>
            <a:ahLst/>
            <a:cxnLst/>
            <a:rect l="l" t="t" r="r" b="b"/>
            <a:pathLst>
              <a:path w="37895" h="21850" extrusionOk="0">
                <a:moveTo>
                  <a:pt x="24418" y="1"/>
                </a:moveTo>
                <a:lnTo>
                  <a:pt x="0" y="14077"/>
                </a:lnTo>
                <a:lnTo>
                  <a:pt x="13477" y="21850"/>
                </a:lnTo>
                <a:lnTo>
                  <a:pt x="37894" y="7773"/>
                </a:lnTo>
                <a:lnTo>
                  <a:pt x="24418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0">
            <a:extLst>
              <a:ext uri="{FF2B5EF4-FFF2-40B4-BE49-F238E27FC236}">
                <a16:creationId xmlns:a16="http://schemas.microsoft.com/office/drawing/2014/main" id="{1C308DEC-2AE4-0CD2-7E1A-A031D71E0EDF}"/>
              </a:ext>
            </a:extLst>
          </p:cNvPr>
          <p:cNvSpPr/>
          <p:nvPr/>
        </p:nvSpPr>
        <p:spPr>
          <a:xfrm>
            <a:off x="5612668" y="3085064"/>
            <a:ext cx="678131" cy="391006"/>
          </a:xfrm>
          <a:custGeom>
            <a:avLst/>
            <a:gdLst/>
            <a:ahLst/>
            <a:cxnLst/>
            <a:rect l="l" t="t" r="r" b="b"/>
            <a:pathLst>
              <a:path w="37895" h="21850" extrusionOk="0">
                <a:moveTo>
                  <a:pt x="24418" y="1"/>
                </a:moveTo>
                <a:lnTo>
                  <a:pt x="0" y="14077"/>
                </a:lnTo>
                <a:lnTo>
                  <a:pt x="13477" y="21850"/>
                </a:lnTo>
                <a:lnTo>
                  <a:pt x="37894" y="7773"/>
                </a:lnTo>
                <a:lnTo>
                  <a:pt x="244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0">
            <a:extLst>
              <a:ext uri="{FF2B5EF4-FFF2-40B4-BE49-F238E27FC236}">
                <a16:creationId xmlns:a16="http://schemas.microsoft.com/office/drawing/2014/main" id="{BDA070EB-1F3E-B98A-6D8C-95BB34B3BA74}"/>
              </a:ext>
            </a:extLst>
          </p:cNvPr>
          <p:cNvSpPr/>
          <p:nvPr/>
        </p:nvSpPr>
        <p:spPr>
          <a:xfrm>
            <a:off x="5612668" y="3336972"/>
            <a:ext cx="241171" cy="303249"/>
          </a:xfrm>
          <a:custGeom>
            <a:avLst/>
            <a:gdLst/>
            <a:ahLst/>
            <a:cxnLst/>
            <a:rect l="l" t="t" r="r" b="b"/>
            <a:pathLst>
              <a:path w="13477" h="16946" extrusionOk="0">
                <a:moveTo>
                  <a:pt x="0" y="0"/>
                </a:moveTo>
                <a:lnTo>
                  <a:pt x="0" y="9174"/>
                </a:lnTo>
                <a:lnTo>
                  <a:pt x="13477" y="16946"/>
                </a:lnTo>
                <a:lnTo>
                  <a:pt x="13477" y="7773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0">
            <a:extLst>
              <a:ext uri="{FF2B5EF4-FFF2-40B4-BE49-F238E27FC236}">
                <a16:creationId xmlns:a16="http://schemas.microsoft.com/office/drawing/2014/main" id="{54DA95B6-1FE4-EC8C-22A2-14CF33FC401A}"/>
              </a:ext>
            </a:extLst>
          </p:cNvPr>
          <p:cNvSpPr/>
          <p:nvPr/>
        </p:nvSpPr>
        <p:spPr>
          <a:xfrm>
            <a:off x="5853821" y="3224144"/>
            <a:ext cx="436978" cy="416077"/>
          </a:xfrm>
          <a:custGeom>
            <a:avLst/>
            <a:gdLst/>
            <a:ahLst/>
            <a:cxnLst/>
            <a:rect l="l" t="t" r="r" b="b"/>
            <a:pathLst>
              <a:path w="24419" h="23251" extrusionOk="0">
                <a:moveTo>
                  <a:pt x="24418" y="1"/>
                </a:moveTo>
                <a:lnTo>
                  <a:pt x="1" y="14078"/>
                </a:lnTo>
                <a:lnTo>
                  <a:pt x="1" y="23251"/>
                </a:lnTo>
                <a:lnTo>
                  <a:pt x="24418" y="9174"/>
                </a:lnTo>
                <a:lnTo>
                  <a:pt x="24418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0">
            <a:extLst>
              <a:ext uri="{FF2B5EF4-FFF2-40B4-BE49-F238E27FC236}">
                <a16:creationId xmlns:a16="http://schemas.microsoft.com/office/drawing/2014/main" id="{A1A0805A-EB5E-FDF5-147F-2FF30AE060A5}"/>
              </a:ext>
            </a:extLst>
          </p:cNvPr>
          <p:cNvSpPr/>
          <p:nvPr/>
        </p:nvSpPr>
        <p:spPr>
          <a:xfrm>
            <a:off x="5853821" y="3224144"/>
            <a:ext cx="436978" cy="416077"/>
          </a:xfrm>
          <a:custGeom>
            <a:avLst/>
            <a:gdLst/>
            <a:ahLst/>
            <a:cxnLst/>
            <a:rect l="l" t="t" r="r" b="b"/>
            <a:pathLst>
              <a:path w="24419" h="23251" extrusionOk="0">
                <a:moveTo>
                  <a:pt x="24418" y="1"/>
                </a:moveTo>
                <a:lnTo>
                  <a:pt x="1" y="14078"/>
                </a:lnTo>
                <a:lnTo>
                  <a:pt x="1" y="23251"/>
                </a:lnTo>
                <a:lnTo>
                  <a:pt x="24418" y="9174"/>
                </a:lnTo>
                <a:lnTo>
                  <a:pt x="2441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0">
            <a:extLst>
              <a:ext uri="{FF2B5EF4-FFF2-40B4-BE49-F238E27FC236}">
                <a16:creationId xmlns:a16="http://schemas.microsoft.com/office/drawing/2014/main" id="{B97A7759-95BE-F205-1A2B-2ED898E815A3}"/>
              </a:ext>
            </a:extLst>
          </p:cNvPr>
          <p:cNvSpPr/>
          <p:nvPr/>
        </p:nvSpPr>
        <p:spPr>
          <a:xfrm>
            <a:off x="6203024" y="3477537"/>
            <a:ext cx="494278" cy="414287"/>
          </a:xfrm>
          <a:custGeom>
            <a:avLst/>
            <a:gdLst/>
            <a:ahLst/>
            <a:cxnLst/>
            <a:rect l="l" t="t" r="r" b="b"/>
            <a:pathLst>
              <a:path w="27621" h="23151" extrusionOk="0">
                <a:moveTo>
                  <a:pt x="13811" y="1"/>
                </a:moveTo>
                <a:cubicBezTo>
                  <a:pt x="10275" y="1"/>
                  <a:pt x="6739" y="785"/>
                  <a:pt x="4037" y="2353"/>
                </a:cubicBezTo>
                <a:cubicBezTo>
                  <a:pt x="1335" y="3887"/>
                  <a:pt x="1" y="5955"/>
                  <a:pt x="1" y="7990"/>
                </a:cubicBezTo>
                <a:lnTo>
                  <a:pt x="1" y="15162"/>
                </a:lnTo>
                <a:cubicBezTo>
                  <a:pt x="1" y="17197"/>
                  <a:pt x="1335" y="19265"/>
                  <a:pt x="4037" y="20799"/>
                </a:cubicBezTo>
                <a:cubicBezTo>
                  <a:pt x="6739" y="22367"/>
                  <a:pt x="10275" y="23151"/>
                  <a:pt x="13811" y="23151"/>
                </a:cubicBezTo>
                <a:cubicBezTo>
                  <a:pt x="17346" y="23151"/>
                  <a:pt x="20882" y="22367"/>
                  <a:pt x="23584" y="20799"/>
                </a:cubicBezTo>
                <a:cubicBezTo>
                  <a:pt x="26253" y="19265"/>
                  <a:pt x="27620" y="17197"/>
                  <a:pt x="27620" y="15162"/>
                </a:cubicBezTo>
                <a:lnTo>
                  <a:pt x="27620" y="7990"/>
                </a:lnTo>
                <a:cubicBezTo>
                  <a:pt x="27620" y="5955"/>
                  <a:pt x="26253" y="3887"/>
                  <a:pt x="23584" y="2353"/>
                </a:cubicBezTo>
                <a:cubicBezTo>
                  <a:pt x="20882" y="785"/>
                  <a:pt x="17346" y="1"/>
                  <a:pt x="1381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0">
            <a:extLst>
              <a:ext uri="{FF2B5EF4-FFF2-40B4-BE49-F238E27FC236}">
                <a16:creationId xmlns:a16="http://schemas.microsoft.com/office/drawing/2014/main" id="{CE13134D-EECC-EABD-7F3E-666DC98C3E76}"/>
              </a:ext>
            </a:extLst>
          </p:cNvPr>
          <p:cNvSpPr/>
          <p:nvPr/>
        </p:nvSpPr>
        <p:spPr>
          <a:xfrm>
            <a:off x="6203024" y="3477537"/>
            <a:ext cx="494278" cy="285515"/>
          </a:xfrm>
          <a:custGeom>
            <a:avLst/>
            <a:gdLst/>
            <a:ahLst/>
            <a:cxnLst/>
            <a:rect l="l" t="t" r="r" b="b"/>
            <a:pathLst>
              <a:path w="27621" h="15955" extrusionOk="0">
                <a:moveTo>
                  <a:pt x="13811" y="1"/>
                </a:moveTo>
                <a:cubicBezTo>
                  <a:pt x="10275" y="1"/>
                  <a:pt x="6739" y="785"/>
                  <a:pt x="4037" y="2353"/>
                </a:cubicBezTo>
                <a:cubicBezTo>
                  <a:pt x="1335" y="3887"/>
                  <a:pt x="1" y="5955"/>
                  <a:pt x="1" y="7990"/>
                </a:cubicBezTo>
                <a:cubicBezTo>
                  <a:pt x="1" y="10025"/>
                  <a:pt x="1335" y="12060"/>
                  <a:pt x="4037" y="13627"/>
                </a:cubicBezTo>
                <a:cubicBezTo>
                  <a:pt x="6739" y="15179"/>
                  <a:pt x="10275" y="15954"/>
                  <a:pt x="13811" y="15954"/>
                </a:cubicBezTo>
                <a:cubicBezTo>
                  <a:pt x="17346" y="15954"/>
                  <a:pt x="20882" y="15179"/>
                  <a:pt x="23584" y="13627"/>
                </a:cubicBezTo>
                <a:cubicBezTo>
                  <a:pt x="26253" y="12060"/>
                  <a:pt x="27620" y="10025"/>
                  <a:pt x="27620" y="7990"/>
                </a:cubicBezTo>
                <a:cubicBezTo>
                  <a:pt x="27620" y="5955"/>
                  <a:pt x="26253" y="3887"/>
                  <a:pt x="23584" y="2353"/>
                </a:cubicBezTo>
                <a:cubicBezTo>
                  <a:pt x="20882" y="785"/>
                  <a:pt x="17346" y="1"/>
                  <a:pt x="138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0">
            <a:extLst>
              <a:ext uri="{FF2B5EF4-FFF2-40B4-BE49-F238E27FC236}">
                <a16:creationId xmlns:a16="http://schemas.microsoft.com/office/drawing/2014/main" id="{34970BEC-E878-E392-1658-517BB4509ABC}"/>
              </a:ext>
            </a:extLst>
          </p:cNvPr>
          <p:cNvSpPr/>
          <p:nvPr/>
        </p:nvSpPr>
        <p:spPr>
          <a:xfrm>
            <a:off x="8335839" y="3001494"/>
            <a:ext cx="355198" cy="204772"/>
          </a:xfrm>
          <a:custGeom>
            <a:avLst/>
            <a:gdLst/>
            <a:ahLst/>
            <a:cxnLst/>
            <a:rect l="l" t="t" r="r" b="b"/>
            <a:pathLst>
              <a:path w="19849" h="11443" extrusionOk="0">
                <a:moveTo>
                  <a:pt x="9941" y="1"/>
                </a:moveTo>
                <a:lnTo>
                  <a:pt x="1" y="5738"/>
                </a:lnTo>
                <a:lnTo>
                  <a:pt x="9941" y="11442"/>
                </a:lnTo>
                <a:lnTo>
                  <a:pt x="19848" y="5738"/>
                </a:lnTo>
                <a:lnTo>
                  <a:pt x="9941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0">
            <a:extLst>
              <a:ext uri="{FF2B5EF4-FFF2-40B4-BE49-F238E27FC236}">
                <a16:creationId xmlns:a16="http://schemas.microsoft.com/office/drawing/2014/main" id="{B290FEB5-B54E-AE28-2580-E278BB2D6BD2}"/>
              </a:ext>
            </a:extLst>
          </p:cNvPr>
          <p:cNvSpPr/>
          <p:nvPr/>
        </p:nvSpPr>
        <p:spPr>
          <a:xfrm>
            <a:off x="8335839" y="3001494"/>
            <a:ext cx="355198" cy="204772"/>
          </a:xfrm>
          <a:custGeom>
            <a:avLst/>
            <a:gdLst/>
            <a:ahLst/>
            <a:cxnLst/>
            <a:rect l="l" t="t" r="r" b="b"/>
            <a:pathLst>
              <a:path w="19849" h="11443" extrusionOk="0">
                <a:moveTo>
                  <a:pt x="9941" y="1"/>
                </a:moveTo>
                <a:lnTo>
                  <a:pt x="1" y="5738"/>
                </a:lnTo>
                <a:lnTo>
                  <a:pt x="9941" y="11442"/>
                </a:lnTo>
                <a:lnTo>
                  <a:pt x="19848" y="5738"/>
                </a:lnTo>
                <a:lnTo>
                  <a:pt x="994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0">
            <a:extLst>
              <a:ext uri="{FF2B5EF4-FFF2-40B4-BE49-F238E27FC236}">
                <a16:creationId xmlns:a16="http://schemas.microsoft.com/office/drawing/2014/main" id="{AC7AF218-4621-9D67-D323-5B25C599FE58}"/>
              </a:ext>
            </a:extLst>
          </p:cNvPr>
          <p:cNvSpPr/>
          <p:nvPr/>
        </p:nvSpPr>
        <p:spPr>
          <a:xfrm>
            <a:off x="8335839" y="3104176"/>
            <a:ext cx="177912" cy="306828"/>
          </a:xfrm>
          <a:custGeom>
            <a:avLst/>
            <a:gdLst/>
            <a:ahLst/>
            <a:cxnLst/>
            <a:rect l="l" t="t" r="r" b="b"/>
            <a:pathLst>
              <a:path w="9942" h="17146" extrusionOk="0">
                <a:moveTo>
                  <a:pt x="1" y="0"/>
                </a:moveTo>
                <a:lnTo>
                  <a:pt x="1" y="11442"/>
                </a:lnTo>
                <a:lnTo>
                  <a:pt x="9941" y="17146"/>
                </a:lnTo>
                <a:lnTo>
                  <a:pt x="9941" y="5704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0">
            <a:extLst>
              <a:ext uri="{FF2B5EF4-FFF2-40B4-BE49-F238E27FC236}">
                <a16:creationId xmlns:a16="http://schemas.microsoft.com/office/drawing/2014/main" id="{F6354D3E-BC06-0AC5-4C9C-B267BEF84E55}"/>
              </a:ext>
            </a:extLst>
          </p:cNvPr>
          <p:cNvSpPr/>
          <p:nvPr/>
        </p:nvSpPr>
        <p:spPr>
          <a:xfrm>
            <a:off x="8513734" y="3104176"/>
            <a:ext cx="177304" cy="306828"/>
          </a:xfrm>
          <a:custGeom>
            <a:avLst/>
            <a:gdLst/>
            <a:ahLst/>
            <a:cxnLst/>
            <a:rect l="l" t="t" r="r" b="b"/>
            <a:pathLst>
              <a:path w="9908" h="17146" extrusionOk="0">
                <a:moveTo>
                  <a:pt x="9907" y="0"/>
                </a:moveTo>
                <a:lnTo>
                  <a:pt x="0" y="5704"/>
                </a:lnTo>
                <a:lnTo>
                  <a:pt x="0" y="17146"/>
                </a:lnTo>
                <a:lnTo>
                  <a:pt x="9907" y="11442"/>
                </a:lnTo>
                <a:lnTo>
                  <a:pt x="9907" y="0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40">
            <a:extLst>
              <a:ext uri="{FF2B5EF4-FFF2-40B4-BE49-F238E27FC236}">
                <a16:creationId xmlns:a16="http://schemas.microsoft.com/office/drawing/2014/main" id="{23ADB711-D0D3-CAA8-CBE9-129BF9B7E99E}"/>
              </a:ext>
            </a:extLst>
          </p:cNvPr>
          <p:cNvSpPr/>
          <p:nvPr/>
        </p:nvSpPr>
        <p:spPr>
          <a:xfrm>
            <a:off x="8513734" y="3104176"/>
            <a:ext cx="177304" cy="306828"/>
          </a:xfrm>
          <a:custGeom>
            <a:avLst/>
            <a:gdLst/>
            <a:ahLst/>
            <a:cxnLst/>
            <a:rect l="l" t="t" r="r" b="b"/>
            <a:pathLst>
              <a:path w="9908" h="17146" extrusionOk="0">
                <a:moveTo>
                  <a:pt x="9907" y="0"/>
                </a:moveTo>
                <a:lnTo>
                  <a:pt x="0" y="5704"/>
                </a:lnTo>
                <a:lnTo>
                  <a:pt x="0" y="17146"/>
                </a:lnTo>
                <a:lnTo>
                  <a:pt x="9907" y="11442"/>
                </a:lnTo>
                <a:lnTo>
                  <a:pt x="99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40">
            <a:extLst>
              <a:ext uri="{FF2B5EF4-FFF2-40B4-BE49-F238E27FC236}">
                <a16:creationId xmlns:a16="http://schemas.microsoft.com/office/drawing/2014/main" id="{7B5F111D-C090-2A38-6D95-61A3DAB578AB}"/>
              </a:ext>
            </a:extLst>
          </p:cNvPr>
          <p:cNvSpPr/>
          <p:nvPr/>
        </p:nvSpPr>
        <p:spPr>
          <a:xfrm>
            <a:off x="7664294" y="3367411"/>
            <a:ext cx="784982" cy="543221"/>
          </a:xfrm>
          <a:custGeom>
            <a:avLst/>
            <a:gdLst/>
            <a:ahLst/>
            <a:cxnLst/>
            <a:rect l="l" t="t" r="r" b="b"/>
            <a:pathLst>
              <a:path w="43866" h="30356" extrusionOk="0">
                <a:moveTo>
                  <a:pt x="21950" y="13944"/>
                </a:moveTo>
                <a:cubicBezTo>
                  <a:pt x="24377" y="13944"/>
                  <a:pt x="26803" y="14478"/>
                  <a:pt x="28655" y="15545"/>
                </a:cubicBezTo>
                <a:cubicBezTo>
                  <a:pt x="28955" y="15712"/>
                  <a:pt x="29188" y="15879"/>
                  <a:pt x="29422" y="16045"/>
                </a:cubicBezTo>
                <a:cubicBezTo>
                  <a:pt x="29188" y="16212"/>
                  <a:pt x="28922" y="16379"/>
                  <a:pt x="28655" y="16546"/>
                </a:cubicBezTo>
                <a:cubicBezTo>
                  <a:pt x="26803" y="17613"/>
                  <a:pt x="24377" y="18147"/>
                  <a:pt x="21950" y="18147"/>
                </a:cubicBezTo>
                <a:cubicBezTo>
                  <a:pt x="19523" y="18147"/>
                  <a:pt x="17097" y="17613"/>
                  <a:pt x="15245" y="16546"/>
                </a:cubicBezTo>
                <a:cubicBezTo>
                  <a:pt x="14978" y="16379"/>
                  <a:pt x="14711" y="16212"/>
                  <a:pt x="14478" y="16045"/>
                </a:cubicBezTo>
                <a:cubicBezTo>
                  <a:pt x="14711" y="15879"/>
                  <a:pt x="14978" y="15712"/>
                  <a:pt x="15245" y="15545"/>
                </a:cubicBezTo>
                <a:cubicBezTo>
                  <a:pt x="17097" y="14478"/>
                  <a:pt x="19523" y="13944"/>
                  <a:pt x="21950" y="13944"/>
                </a:cubicBezTo>
                <a:close/>
                <a:moveTo>
                  <a:pt x="19048" y="1"/>
                </a:moveTo>
                <a:cubicBezTo>
                  <a:pt x="18781" y="34"/>
                  <a:pt x="18514" y="234"/>
                  <a:pt x="18481" y="501"/>
                </a:cubicBezTo>
                <a:lnTo>
                  <a:pt x="17980" y="3136"/>
                </a:lnTo>
                <a:cubicBezTo>
                  <a:pt x="17914" y="3436"/>
                  <a:pt x="17680" y="3670"/>
                  <a:pt x="17380" y="3703"/>
                </a:cubicBezTo>
                <a:cubicBezTo>
                  <a:pt x="16313" y="3903"/>
                  <a:pt x="15279" y="4137"/>
                  <a:pt x="14278" y="4470"/>
                </a:cubicBezTo>
                <a:cubicBezTo>
                  <a:pt x="14160" y="4494"/>
                  <a:pt x="14046" y="4505"/>
                  <a:pt x="13934" y="4505"/>
                </a:cubicBezTo>
                <a:cubicBezTo>
                  <a:pt x="13732" y="4505"/>
                  <a:pt x="13538" y="4468"/>
                  <a:pt x="13344" y="4404"/>
                </a:cubicBezTo>
                <a:lnTo>
                  <a:pt x="9341" y="2536"/>
                </a:lnTo>
                <a:cubicBezTo>
                  <a:pt x="9202" y="2489"/>
                  <a:pt x="9055" y="2464"/>
                  <a:pt x="8911" y="2464"/>
                </a:cubicBezTo>
                <a:cubicBezTo>
                  <a:pt x="8746" y="2464"/>
                  <a:pt x="8583" y="2498"/>
                  <a:pt x="8440" y="2569"/>
                </a:cubicBezTo>
                <a:lnTo>
                  <a:pt x="4471" y="4871"/>
                </a:lnTo>
                <a:cubicBezTo>
                  <a:pt x="4371" y="4937"/>
                  <a:pt x="4304" y="5038"/>
                  <a:pt x="4304" y="5171"/>
                </a:cubicBezTo>
                <a:lnTo>
                  <a:pt x="4304" y="10441"/>
                </a:lnTo>
                <a:lnTo>
                  <a:pt x="535" y="10675"/>
                </a:lnTo>
                <a:cubicBezTo>
                  <a:pt x="268" y="10708"/>
                  <a:pt x="34" y="10942"/>
                  <a:pt x="34" y="11209"/>
                </a:cubicBezTo>
                <a:lnTo>
                  <a:pt x="34" y="13577"/>
                </a:lnTo>
                <a:cubicBezTo>
                  <a:pt x="34" y="13610"/>
                  <a:pt x="34" y="13644"/>
                  <a:pt x="1" y="13677"/>
                </a:cubicBezTo>
                <a:lnTo>
                  <a:pt x="1" y="19181"/>
                </a:lnTo>
                <a:cubicBezTo>
                  <a:pt x="1" y="19448"/>
                  <a:pt x="234" y="19681"/>
                  <a:pt x="501" y="19715"/>
                </a:cubicBezTo>
                <a:lnTo>
                  <a:pt x="4271" y="19948"/>
                </a:lnTo>
                <a:lnTo>
                  <a:pt x="4271" y="25252"/>
                </a:lnTo>
                <a:cubicBezTo>
                  <a:pt x="4271" y="25352"/>
                  <a:pt x="4337" y="25452"/>
                  <a:pt x="4437" y="25519"/>
                </a:cubicBezTo>
                <a:lnTo>
                  <a:pt x="8407" y="27820"/>
                </a:lnTo>
                <a:cubicBezTo>
                  <a:pt x="8574" y="27887"/>
                  <a:pt x="8741" y="27921"/>
                  <a:pt x="8907" y="27921"/>
                </a:cubicBezTo>
                <a:cubicBezTo>
                  <a:pt x="9041" y="27921"/>
                  <a:pt x="9174" y="27887"/>
                  <a:pt x="9274" y="27854"/>
                </a:cubicBezTo>
                <a:lnTo>
                  <a:pt x="13310" y="25986"/>
                </a:lnTo>
                <a:cubicBezTo>
                  <a:pt x="13486" y="25908"/>
                  <a:pt x="13662" y="25875"/>
                  <a:pt x="13838" y="25875"/>
                </a:cubicBezTo>
                <a:cubicBezTo>
                  <a:pt x="13962" y="25875"/>
                  <a:pt x="14087" y="25892"/>
                  <a:pt x="14211" y="25919"/>
                </a:cubicBezTo>
                <a:cubicBezTo>
                  <a:pt x="15245" y="26253"/>
                  <a:pt x="16279" y="26486"/>
                  <a:pt x="17347" y="26653"/>
                </a:cubicBezTo>
                <a:cubicBezTo>
                  <a:pt x="17647" y="26720"/>
                  <a:pt x="17847" y="26953"/>
                  <a:pt x="17914" y="27220"/>
                </a:cubicBezTo>
                <a:lnTo>
                  <a:pt x="18447" y="29889"/>
                </a:lnTo>
                <a:cubicBezTo>
                  <a:pt x="18447" y="30022"/>
                  <a:pt x="18548" y="30156"/>
                  <a:pt x="18648" y="30222"/>
                </a:cubicBezTo>
                <a:cubicBezTo>
                  <a:pt x="18748" y="30322"/>
                  <a:pt x="18881" y="30356"/>
                  <a:pt x="19015" y="30356"/>
                </a:cubicBezTo>
                <a:lnTo>
                  <a:pt x="24852" y="30356"/>
                </a:lnTo>
                <a:cubicBezTo>
                  <a:pt x="24985" y="30356"/>
                  <a:pt x="25086" y="30322"/>
                  <a:pt x="25186" y="30222"/>
                </a:cubicBezTo>
                <a:cubicBezTo>
                  <a:pt x="25219" y="30222"/>
                  <a:pt x="25252" y="30189"/>
                  <a:pt x="25252" y="30156"/>
                </a:cubicBezTo>
                <a:cubicBezTo>
                  <a:pt x="25286" y="30156"/>
                  <a:pt x="25319" y="30122"/>
                  <a:pt x="25352" y="30089"/>
                </a:cubicBezTo>
                <a:lnTo>
                  <a:pt x="25352" y="30022"/>
                </a:lnTo>
                <a:cubicBezTo>
                  <a:pt x="25386" y="29989"/>
                  <a:pt x="25419" y="29955"/>
                  <a:pt x="25452" y="29889"/>
                </a:cubicBezTo>
                <a:lnTo>
                  <a:pt x="25953" y="27220"/>
                </a:lnTo>
                <a:cubicBezTo>
                  <a:pt x="26020" y="26953"/>
                  <a:pt x="26253" y="26720"/>
                  <a:pt x="26520" y="26653"/>
                </a:cubicBezTo>
                <a:cubicBezTo>
                  <a:pt x="27587" y="26486"/>
                  <a:pt x="28621" y="26253"/>
                  <a:pt x="29655" y="25919"/>
                </a:cubicBezTo>
                <a:cubicBezTo>
                  <a:pt x="29780" y="25892"/>
                  <a:pt x="29910" y="25875"/>
                  <a:pt x="30039" y="25875"/>
                </a:cubicBezTo>
                <a:cubicBezTo>
                  <a:pt x="30221" y="25875"/>
                  <a:pt x="30400" y="25908"/>
                  <a:pt x="30556" y="25986"/>
                </a:cubicBezTo>
                <a:lnTo>
                  <a:pt x="34592" y="27854"/>
                </a:lnTo>
                <a:cubicBezTo>
                  <a:pt x="34659" y="27854"/>
                  <a:pt x="34759" y="27887"/>
                  <a:pt x="34826" y="27887"/>
                </a:cubicBezTo>
                <a:lnTo>
                  <a:pt x="34826" y="27921"/>
                </a:lnTo>
                <a:lnTo>
                  <a:pt x="35093" y="27921"/>
                </a:lnTo>
                <a:cubicBezTo>
                  <a:pt x="35226" y="27887"/>
                  <a:pt x="35360" y="27854"/>
                  <a:pt x="35460" y="27820"/>
                </a:cubicBezTo>
                <a:lnTo>
                  <a:pt x="39429" y="25519"/>
                </a:lnTo>
                <a:cubicBezTo>
                  <a:pt x="39496" y="25485"/>
                  <a:pt x="39529" y="25452"/>
                  <a:pt x="39563" y="25385"/>
                </a:cubicBezTo>
                <a:cubicBezTo>
                  <a:pt x="39596" y="25352"/>
                  <a:pt x="39596" y="25319"/>
                  <a:pt x="39596" y="25285"/>
                </a:cubicBezTo>
                <a:lnTo>
                  <a:pt x="39596" y="23017"/>
                </a:lnTo>
                <a:lnTo>
                  <a:pt x="39596" y="19982"/>
                </a:lnTo>
                <a:lnTo>
                  <a:pt x="43299" y="19748"/>
                </a:lnTo>
                <a:lnTo>
                  <a:pt x="43365" y="19748"/>
                </a:lnTo>
                <a:cubicBezTo>
                  <a:pt x="43399" y="19748"/>
                  <a:pt x="43432" y="19715"/>
                  <a:pt x="43465" y="19681"/>
                </a:cubicBezTo>
                <a:cubicBezTo>
                  <a:pt x="43565" y="19681"/>
                  <a:pt x="43632" y="19648"/>
                  <a:pt x="43699" y="19581"/>
                </a:cubicBezTo>
                <a:cubicBezTo>
                  <a:pt x="43732" y="19515"/>
                  <a:pt x="43766" y="19448"/>
                  <a:pt x="43799" y="19381"/>
                </a:cubicBezTo>
                <a:cubicBezTo>
                  <a:pt x="43799" y="19314"/>
                  <a:pt x="43866" y="19281"/>
                  <a:pt x="43866" y="19214"/>
                </a:cubicBezTo>
                <a:lnTo>
                  <a:pt x="43866" y="16279"/>
                </a:lnTo>
                <a:lnTo>
                  <a:pt x="43866" y="14177"/>
                </a:lnTo>
                <a:lnTo>
                  <a:pt x="43866" y="11242"/>
                </a:lnTo>
                <a:cubicBezTo>
                  <a:pt x="43866" y="10942"/>
                  <a:pt x="43632" y="10742"/>
                  <a:pt x="43365" y="10708"/>
                </a:cubicBezTo>
                <a:lnTo>
                  <a:pt x="39596" y="10475"/>
                </a:lnTo>
                <a:lnTo>
                  <a:pt x="39596" y="5171"/>
                </a:lnTo>
                <a:cubicBezTo>
                  <a:pt x="39596" y="5038"/>
                  <a:pt x="39529" y="4937"/>
                  <a:pt x="39429" y="4904"/>
                </a:cubicBezTo>
                <a:lnTo>
                  <a:pt x="35460" y="2602"/>
                </a:lnTo>
                <a:cubicBezTo>
                  <a:pt x="35310" y="2528"/>
                  <a:pt x="35139" y="2484"/>
                  <a:pt x="34971" y="2484"/>
                </a:cubicBezTo>
                <a:cubicBezTo>
                  <a:pt x="34839" y="2484"/>
                  <a:pt x="34709" y="2511"/>
                  <a:pt x="34592" y="2569"/>
                </a:cubicBezTo>
                <a:lnTo>
                  <a:pt x="30623" y="4404"/>
                </a:lnTo>
                <a:cubicBezTo>
                  <a:pt x="30429" y="4468"/>
                  <a:pt x="30221" y="4505"/>
                  <a:pt x="30017" y="4505"/>
                </a:cubicBezTo>
                <a:cubicBezTo>
                  <a:pt x="29906" y="4505"/>
                  <a:pt x="29795" y="4494"/>
                  <a:pt x="29689" y="4470"/>
                </a:cubicBezTo>
                <a:cubicBezTo>
                  <a:pt x="28655" y="4137"/>
                  <a:pt x="27621" y="3903"/>
                  <a:pt x="26553" y="3703"/>
                </a:cubicBezTo>
                <a:cubicBezTo>
                  <a:pt x="26286" y="3670"/>
                  <a:pt x="26053" y="3436"/>
                  <a:pt x="25986" y="3136"/>
                </a:cubicBezTo>
                <a:lnTo>
                  <a:pt x="25486" y="501"/>
                </a:lnTo>
                <a:cubicBezTo>
                  <a:pt x="25419" y="234"/>
                  <a:pt x="25186" y="34"/>
                  <a:pt x="24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0">
            <a:extLst>
              <a:ext uri="{FF2B5EF4-FFF2-40B4-BE49-F238E27FC236}">
                <a16:creationId xmlns:a16="http://schemas.microsoft.com/office/drawing/2014/main" id="{FDA315E2-A11A-511F-92F8-5EC6EECEE7D2}"/>
              </a:ext>
            </a:extLst>
          </p:cNvPr>
          <p:cNvSpPr/>
          <p:nvPr/>
        </p:nvSpPr>
        <p:spPr>
          <a:xfrm>
            <a:off x="7664294" y="3610354"/>
            <a:ext cx="784982" cy="300278"/>
          </a:xfrm>
          <a:custGeom>
            <a:avLst/>
            <a:gdLst/>
            <a:ahLst/>
            <a:cxnLst/>
            <a:rect l="l" t="t" r="r" b="b"/>
            <a:pathLst>
              <a:path w="43866" h="16780" extrusionOk="0">
                <a:moveTo>
                  <a:pt x="34" y="1"/>
                </a:moveTo>
                <a:cubicBezTo>
                  <a:pt x="34" y="34"/>
                  <a:pt x="1" y="68"/>
                  <a:pt x="1" y="101"/>
                </a:cubicBezTo>
                <a:lnTo>
                  <a:pt x="1" y="5605"/>
                </a:lnTo>
                <a:cubicBezTo>
                  <a:pt x="1" y="5872"/>
                  <a:pt x="234" y="6105"/>
                  <a:pt x="501" y="6139"/>
                </a:cubicBezTo>
                <a:lnTo>
                  <a:pt x="4271" y="6372"/>
                </a:lnTo>
                <a:lnTo>
                  <a:pt x="4271" y="11676"/>
                </a:lnTo>
                <a:cubicBezTo>
                  <a:pt x="4271" y="11776"/>
                  <a:pt x="4337" y="11876"/>
                  <a:pt x="4437" y="11943"/>
                </a:cubicBezTo>
                <a:lnTo>
                  <a:pt x="8407" y="14244"/>
                </a:lnTo>
                <a:cubicBezTo>
                  <a:pt x="8574" y="14311"/>
                  <a:pt x="8741" y="14345"/>
                  <a:pt x="8907" y="14345"/>
                </a:cubicBezTo>
                <a:cubicBezTo>
                  <a:pt x="9041" y="14345"/>
                  <a:pt x="9174" y="14311"/>
                  <a:pt x="9274" y="14278"/>
                </a:cubicBezTo>
                <a:lnTo>
                  <a:pt x="13310" y="12410"/>
                </a:lnTo>
                <a:cubicBezTo>
                  <a:pt x="13411" y="12343"/>
                  <a:pt x="13544" y="12310"/>
                  <a:pt x="13677" y="12310"/>
                </a:cubicBezTo>
                <a:cubicBezTo>
                  <a:pt x="13736" y="12300"/>
                  <a:pt x="13792" y="12296"/>
                  <a:pt x="13846" y="12296"/>
                </a:cubicBezTo>
                <a:cubicBezTo>
                  <a:pt x="13975" y="12296"/>
                  <a:pt x="14093" y="12320"/>
                  <a:pt x="14211" y="12343"/>
                </a:cubicBezTo>
                <a:cubicBezTo>
                  <a:pt x="15245" y="12677"/>
                  <a:pt x="16279" y="12910"/>
                  <a:pt x="17347" y="13077"/>
                </a:cubicBezTo>
                <a:cubicBezTo>
                  <a:pt x="17447" y="13110"/>
                  <a:pt x="17513" y="13144"/>
                  <a:pt x="17580" y="13177"/>
                </a:cubicBezTo>
                <a:lnTo>
                  <a:pt x="17580" y="13210"/>
                </a:lnTo>
                <a:cubicBezTo>
                  <a:pt x="17747" y="13310"/>
                  <a:pt x="17880" y="13444"/>
                  <a:pt x="17914" y="13644"/>
                </a:cubicBezTo>
                <a:lnTo>
                  <a:pt x="18414" y="16279"/>
                </a:lnTo>
                <a:cubicBezTo>
                  <a:pt x="18447" y="16413"/>
                  <a:pt x="18548" y="16546"/>
                  <a:pt x="18648" y="16646"/>
                </a:cubicBezTo>
                <a:cubicBezTo>
                  <a:pt x="18748" y="16713"/>
                  <a:pt x="18881" y="16780"/>
                  <a:pt x="19015" y="16780"/>
                </a:cubicBezTo>
                <a:lnTo>
                  <a:pt x="24952" y="16780"/>
                </a:lnTo>
                <a:cubicBezTo>
                  <a:pt x="25119" y="16746"/>
                  <a:pt x="25252" y="16646"/>
                  <a:pt x="25352" y="16513"/>
                </a:cubicBezTo>
                <a:lnTo>
                  <a:pt x="25352" y="16446"/>
                </a:lnTo>
                <a:cubicBezTo>
                  <a:pt x="25386" y="16413"/>
                  <a:pt x="25419" y="16346"/>
                  <a:pt x="25452" y="16313"/>
                </a:cubicBezTo>
                <a:lnTo>
                  <a:pt x="25953" y="13644"/>
                </a:lnTo>
                <a:cubicBezTo>
                  <a:pt x="25986" y="13511"/>
                  <a:pt x="26053" y="13377"/>
                  <a:pt x="26186" y="13277"/>
                </a:cubicBezTo>
                <a:cubicBezTo>
                  <a:pt x="26286" y="13177"/>
                  <a:pt x="26386" y="13110"/>
                  <a:pt x="26520" y="13077"/>
                </a:cubicBezTo>
                <a:cubicBezTo>
                  <a:pt x="27587" y="12910"/>
                  <a:pt x="28621" y="12677"/>
                  <a:pt x="29655" y="12343"/>
                </a:cubicBezTo>
                <a:cubicBezTo>
                  <a:pt x="29797" y="12320"/>
                  <a:pt x="29939" y="12296"/>
                  <a:pt x="30080" y="12296"/>
                </a:cubicBezTo>
                <a:cubicBezTo>
                  <a:pt x="30139" y="12296"/>
                  <a:pt x="30197" y="12300"/>
                  <a:pt x="30256" y="12310"/>
                </a:cubicBezTo>
                <a:cubicBezTo>
                  <a:pt x="30356" y="12343"/>
                  <a:pt x="30456" y="12343"/>
                  <a:pt x="30556" y="12376"/>
                </a:cubicBezTo>
                <a:lnTo>
                  <a:pt x="34592" y="14244"/>
                </a:lnTo>
                <a:cubicBezTo>
                  <a:pt x="34659" y="14278"/>
                  <a:pt x="34759" y="14278"/>
                  <a:pt x="34826" y="14278"/>
                </a:cubicBezTo>
                <a:lnTo>
                  <a:pt x="34826" y="14311"/>
                </a:lnTo>
                <a:cubicBezTo>
                  <a:pt x="34884" y="14320"/>
                  <a:pt x="34941" y="14324"/>
                  <a:pt x="34995" y="14324"/>
                </a:cubicBezTo>
                <a:cubicBezTo>
                  <a:pt x="35159" y="14324"/>
                  <a:pt x="35310" y="14286"/>
                  <a:pt x="35460" y="14211"/>
                </a:cubicBezTo>
                <a:lnTo>
                  <a:pt x="39429" y="11909"/>
                </a:lnTo>
                <a:cubicBezTo>
                  <a:pt x="39462" y="11909"/>
                  <a:pt x="39496" y="11876"/>
                  <a:pt x="39529" y="11876"/>
                </a:cubicBezTo>
                <a:cubicBezTo>
                  <a:pt x="39529" y="11843"/>
                  <a:pt x="39563" y="11809"/>
                  <a:pt x="39563" y="11776"/>
                </a:cubicBezTo>
                <a:cubicBezTo>
                  <a:pt x="39596" y="11743"/>
                  <a:pt x="39596" y="11709"/>
                  <a:pt x="39629" y="11676"/>
                </a:cubicBezTo>
                <a:lnTo>
                  <a:pt x="39629" y="6372"/>
                </a:lnTo>
                <a:lnTo>
                  <a:pt x="40296" y="6339"/>
                </a:lnTo>
                <a:lnTo>
                  <a:pt x="43299" y="6139"/>
                </a:lnTo>
                <a:lnTo>
                  <a:pt x="43365" y="6139"/>
                </a:lnTo>
                <a:cubicBezTo>
                  <a:pt x="43665" y="6105"/>
                  <a:pt x="43866" y="5872"/>
                  <a:pt x="43866" y="5605"/>
                </a:cubicBezTo>
                <a:lnTo>
                  <a:pt x="43866" y="568"/>
                </a:lnTo>
                <a:cubicBezTo>
                  <a:pt x="43866" y="868"/>
                  <a:pt x="43665" y="1068"/>
                  <a:pt x="43365" y="1102"/>
                </a:cubicBezTo>
                <a:lnTo>
                  <a:pt x="38095" y="1435"/>
                </a:lnTo>
                <a:cubicBezTo>
                  <a:pt x="37795" y="1469"/>
                  <a:pt x="37528" y="1635"/>
                  <a:pt x="37361" y="1902"/>
                </a:cubicBezTo>
                <a:cubicBezTo>
                  <a:pt x="37061" y="2469"/>
                  <a:pt x="36694" y="3003"/>
                  <a:pt x="36260" y="3470"/>
                </a:cubicBezTo>
                <a:cubicBezTo>
                  <a:pt x="36060" y="3670"/>
                  <a:pt x="36093" y="3970"/>
                  <a:pt x="36327" y="4104"/>
                </a:cubicBezTo>
                <a:lnTo>
                  <a:pt x="39462" y="6372"/>
                </a:lnTo>
                <a:cubicBezTo>
                  <a:pt x="39696" y="6506"/>
                  <a:pt x="39663" y="6806"/>
                  <a:pt x="39429" y="6906"/>
                </a:cubicBezTo>
                <a:lnTo>
                  <a:pt x="35460" y="9208"/>
                </a:lnTo>
                <a:cubicBezTo>
                  <a:pt x="35317" y="9279"/>
                  <a:pt x="35154" y="9312"/>
                  <a:pt x="34994" y="9312"/>
                </a:cubicBezTo>
                <a:cubicBezTo>
                  <a:pt x="34854" y="9312"/>
                  <a:pt x="34716" y="9287"/>
                  <a:pt x="34592" y="9241"/>
                </a:cubicBezTo>
                <a:lnTo>
                  <a:pt x="30623" y="7373"/>
                </a:lnTo>
                <a:cubicBezTo>
                  <a:pt x="30448" y="7315"/>
                  <a:pt x="30263" y="7279"/>
                  <a:pt x="30079" y="7279"/>
                </a:cubicBezTo>
                <a:cubicBezTo>
                  <a:pt x="29946" y="7279"/>
                  <a:pt x="29815" y="7298"/>
                  <a:pt x="29689" y="7340"/>
                </a:cubicBezTo>
                <a:cubicBezTo>
                  <a:pt x="28655" y="7640"/>
                  <a:pt x="27621" y="7907"/>
                  <a:pt x="26553" y="8073"/>
                </a:cubicBezTo>
                <a:cubicBezTo>
                  <a:pt x="26286" y="8140"/>
                  <a:pt x="26053" y="8340"/>
                  <a:pt x="25986" y="8640"/>
                </a:cubicBezTo>
                <a:lnTo>
                  <a:pt x="25486" y="11276"/>
                </a:lnTo>
                <a:cubicBezTo>
                  <a:pt x="25419" y="11576"/>
                  <a:pt x="25186" y="11776"/>
                  <a:pt x="24885" y="11776"/>
                </a:cubicBezTo>
                <a:lnTo>
                  <a:pt x="19048" y="11776"/>
                </a:lnTo>
                <a:cubicBezTo>
                  <a:pt x="18781" y="11776"/>
                  <a:pt x="18514" y="11576"/>
                  <a:pt x="18481" y="11276"/>
                </a:cubicBezTo>
                <a:lnTo>
                  <a:pt x="17980" y="8640"/>
                </a:lnTo>
                <a:cubicBezTo>
                  <a:pt x="17880" y="8340"/>
                  <a:pt x="17680" y="8140"/>
                  <a:pt x="17380" y="8073"/>
                </a:cubicBezTo>
                <a:cubicBezTo>
                  <a:pt x="16346" y="7907"/>
                  <a:pt x="15279" y="7640"/>
                  <a:pt x="14278" y="7306"/>
                </a:cubicBezTo>
                <a:cubicBezTo>
                  <a:pt x="14160" y="7283"/>
                  <a:pt x="14046" y="7271"/>
                  <a:pt x="13934" y="7271"/>
                </a:cubicBezTo>
                <a:cubicBezTo>
                  <a:pt x="13732" y="7271"/>
                  <a:pt x="13538" y="7308"/>
                  <a:pt x="13344" y="7373"/>
                </a:cubicBezTo>
                <a:lnTo>
                  <a:pt x="9308" y="9241"/>
                </a:lnTo>
                <a:cubicBezTo>
                  <a:pt x="9184" y="9287"/>
                  <a:pt x="9046" y="9312"/>
                  <a:pt x="8906" y="9312"/>
                </a:cubicBezTo>
                <a:cubicBezTo>
                  <a:pt x="8746" y="9312"/>
                  <a:pt x="8583" y="9279"/>
                  <a:pt x="8440" y="9208"/>
                </a:cubicBezTo>
                <a:lnTo>
                  <a:pt x="4471" y="6906"/>
                </a:lnTo>
                <a:cubicBezTo>
                  <a:pt x="4237" y="6806"/>
                  <a:pt x="4237" y="6506"/>
                  <a:pt x="4437" y="6372"/>
                </a:cubicBezTo>
                <a:lnTo>
                  <a:pt x="7606" y="4104"/>
                </a:lnTo>
                <a:cubicBezTo>
                  <a:pt x="7807" y="3970"/>
                  <a:pt x="7840" y="3670"/>
                  <a:pt x="7640" y="3470"/>
                </a:cubicBezTo>
                <a:cubicBezTo>
                  <a:pt x="7206" y="3003"/>
                  <a:pt x="6839" y="2469"/>
                  <a:pt x="6539" y="1902"/>
                </a:cubicBezTo>
                <a:cubicBezTo>
                  <a:pt x="6372" y="1669"/>
                  <a:pt x="6105" y="1469"/>
                  <a:pt x="5805" y="1435"/>
                </a:cubicBezTo>
                <a:lnTo>
                  <a:pt x="535" y="1102"/>
                </a:lnTo>
                <a:cubicBezTo>
                  <a:pt x="268" y="1068"/>
                  <a:pt x="34" y="868"/>
                  <a:pt x="34" y="568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40">
            <a:extLst>
              <a:ext uri="{FF2B5EF4-FFF2-40B4-BE49-F238E27FC236}">
                <a16:creationId xmlns:a16="http://schemas.microsoft.com/office/drawing/2014/main" id="{BDD00AFA-CB68-B32A-3617-C66DFDF419D2}"/>
              </a:ext>
            </a:extLst>
          </p:cNvPr>
          <p:cNvSpPr/>
          <p:nvPr/>
        </p:nvSpPr>
        <p:spPr>
          <a:xfrm>
            <a:off x="7740705" y="3459928"/>
            <a:ext cx="63885" cy="94342"/>
          </a:xfrm>
          <a:custGeom>
            <a:avLst/>
            <a:gdLst/>
            <a:ahLst/>
            <a:cxnLst/>
            <a:rect l="l" t="t" r="r" b="b"/>
            <a:pathLst>
              <a:path w="3570" h="5272" extrusionOk="0">
                <a:moveTo>
                  <a:pt x="1" y="1"/>
                </a:moveTo>
                <a:lnTo>
                  <a:pt x="1" y="5271"/>
                </a:lnTo>
                <a:lnTo>
                  <a:pt x="1535" y="5171"/>
                </a:lnTo>
                <a:cubicBezTo>
                  <a:pt x="1835" y="5138"/>
                  <a:pt x="2102" y="4971"/>
                  <a:pt x="2236" y="4704"/>
                </a:cubicBezTo>
                <a:cubicBezTo>
                  <a:pt x="2569" y="4137"/>
                  <a:pt x="2936" y="3604"/>
                  <a:pt x="3370" y="3137"/>
                </a:cubicBezTo>
                <a:cubicBezTo>
                  <a:pt x="3570" y="2970"/>
                  <a:pt x="3537" y="2636"/>
                  <a:pt x="3303" y="2503"/>
                </a:cubicBezTo>
                <a:lnTo>
                  <a:pt x="167" y="234"/>
                </a:lnTo>
                <a:cubicBezTo>
                  <a:pt x="67" y="168"/>
                  <a:pt x="34" y="10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40">
            <a:extLst>
              <a:ext uri="{FF2B5EF4-FFF2-40B4-BE49-F238E27FC236}">
                <a16:creationId xmlns:a16="http://schemas.microsoft.com/office/drawing/2014/main" id="{1662C494-B27C-49A3-6CFC-53015B24B9FA}"/>
              </a:ext>
            </a:extLst>
          </p:cNvPr>
          <p:cNvSpPr/>
          <p:nvPr/>
        </p:nvSpPr>
        <p:spPr>
          <a:xfrm>
            <a:off x="8310178" y="3459338"/>
            <a:ext cx="63295" cy="94933"/>
          </a:xfrm>
          <a:custGeom>
            <a:avLst/>
            <a:gdLst/>
            <a:ahLst/>
            <a:cxnLst/>
            <a:rect l="l" t="t" r="r" b="b"/>
            <a:pathLst>
              <a:path w="3537" h="5305" extrusionOk="0">
                <a:moveTo>
                  <a:pt x="3536" y="1"/>
                </a:moveTo>
                <a:cubicBezTo>
                  <a:pt x="3536" y="101"/>
                  <a:pt x="3470" y="201"/>
                  <a:pt x="3369" y="267"/>
                </a:cubicBezTo>
                <a:lnTo>
                  <a:pt x="234" y="2536"/>
                </a:lnTo>
                <a:cubicBezTo>
                  <a:pt x="34" y="2669"/>
                  <a:pt x="0" y="3003"/>
                  <a:pt x="201" y="3170"/>
                </a:cubicBezTo>
                <a:cubicBezTo>
                  <a:pt x="634" y="3637"/>
                  <a:pt x="1001" y="4170"/>
                  <a:pt x="1301" y="4737"/>
                </a:cubicBezTo>
                <a:cubicBezTo>
                  <a:pt x="1468" y="5004"/>
                  <a:pt x="1735" y="5171"/>
                  <a:pt x="2035" y="5204"/>
                </a:cubicBezTo>
                <a:lnTo>
                  <a:pt x="3536" y="5304"/>
                </a:lnTo>
                <a:lnTo>
                  <a:pt x="35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0">
            <a:extLst>
              <a:ext uri="{FF2B5EF4-FFF2-40B4-BE49-F238E27FC236}">
                <a16:creationId xmlns:a16="http://schemas.microsoft.com/office/drawing/2014/main" id="{188BD1D1-DF46-56CB-0B93-4D3CCFE3742F}"/>
              </a:ext>
            </a:extLst>
          </p:cNvPr>
          <p:cNvSpPr/>
          <p:nvPr/>
        </p:nvSpPr>
        <p:spPr>
          <a:xfrm>
            <a:off x="7664902" y="3367411"/>
            <a:ext cx="784964" cy="453692"/>
          </a:xfrm>
          <a:custGeom>
            <a:avLst/>
            <a:gdLst/>
            <a:ahLst/>
            <a:cxnLst/>
            <a:rect l="l" t="t" r="r" b="b"/>
            <a:pathLst>
              <a:path w="43865" h="25353" extrusionOk="0">
                <a:moveTo>
                  <a:pt x="21916" y="7206"/>
                </a:moveTo>
                <a:cubicBezTo>
                  <a:pt x="24343" y="7206"/>
                  <a:pt x="26769" y="7739"/>
                  <a:pt x="28621" y="8807"/>
                </a:cubicBezTo>
                <a:cubicBezTo>
                  <a:pt x="32323" y="10942"/>
                  <a:pt x="32323" y="14411"/>
                  <a:pt x="28621" y="16546"/>
                </a:cubicBezTo>
                <a:cubicBezTo>
                  <a:pt x="26769" y="17613"/>
                  <a:pt x="24343" y="18147"/>
                  <a:pt x="21916" y="18147"/>
                </a:cubicBezTo>
                <a:cubicBezTo>
                  <a:pt x="19489" y="18147"/>
                  <a:pt x="17063" y="17613"/>
                  <a:pt x="15211" y="16546"/>
                </a:cubicBezTo>
                <a:cubicBezTo>
                  <a:pt x="11509" y="14411"/>
                  <a:pt x="11509" y="10942"/>
                  <a:pt x="15211" y="8807"/>
                </a:cubicBezTo>
                <a:cubicBezTo>
                  <a:pt x="17063" y="7739"/>
                  <a:pt x="19489" y="7206"/>
                  <a:pt x="21916" y="7206"/>
                </a:cubicBezTo>
                <a:close/>
                <a:moveTo>
                  <a:pt x="19014" y="1"/>
                </a:moveTo>
                <a:cubicBezTo>
                  <a:pt x="18747" y="34"/>
                  <a:pt x="18480" y="234"/>
                  <a:pt x="18447" y="501"/>
                </a:cubicBezTo>
                <a:lnTo>
                  <a:pt x="17946" y="3136"/>
                </a:lnTo>
                <a:cubicBezTo>
                  <a:pt x="17880" y="3436"/>
                  <a:pt x="17646" y="3670"/>
                  <a:pt x="17346" y="3703"/>
                </a:cubicBezTo>
                <a:cubicBezTo>
                  <a:pt x="16279" y="3903"/>
                  <a:pt x="15245" y="4137"/>
                  <a:pt x="14244" y="4470"/>
                </a:cubicBezTo>
                <a:cubicBezTo>
                  <a:pt x="14126" y="4494"/>
                  <a:pt x="14012" y="4505"/>
                  <a:pt x="13900" y="4505"/>
                </a:cubicBezTo>
                <a:cubicBezTo>
                  <a:pt x="13698" y="4505"/>
                  <a:pt x="13504" y="4468"/>
                  <a:pt x="13310" y="4404"/>
                </a:cubicBezTo>
                <a:lnTo>
                  <a:pt x="9307" y="2536"/>
                </a:lnTo>
                <a:cubicBezTo>
                  <a:pt x="9168" y="2489"/>
                  <a:pt x="9021" y="2464"/>
                  <a:pt x="8877" y="2464"/>
                </a:cubicBezTo>
                <a:cubicBezTo>
                  <a:pt x="8712" y="2464"/>
                  <a:pt x="8549" y="2498"/>
                  <a:pt x="8406" y="2569"/>
                </a:cubicBezTo>
                <a:lnTo>
                  <a:pt x="4437" y="4871"/>
                </a:lnTo>
                <a:cubicBezTo>
                  <a:pt x="4203" y="4971"/>
                  <a:pt x="4203" y="5304"/>
                  <a:pt x="4403" y="5404"/>
                </a:cubicBezTo>
                <a:lnTo>
                  <a:pt x="7572" y="7673"/>
                </a:lnTo>
                <a:cubicBezTo>
                  <a:pt x="7773" y="7806"/>
                  <a:pt x="7806" y="8140"/>
                  <a:pt x="7606" y="8307"/>
                </a:cubicBezTo>
                <a:cubicBezTo>
                  <a:pt x="7172" y="8774"/>
                  <a:pt x="6805" y="9307"/>
                  <a:pt x="6505" y="9874"/>
                </a:cubicBezTo>
                <a:cubicBezTo>
                  <a:pt x="6338" y="10141"/>
                  <a:pt x="6071" y="10308"/>
                  <a:pt x="5771" y="10341"/>
                </a:cubicBezTo>
                <a:lnTo>
                  <a:pt x="501" y="10675"/>
                </a:lnTo>
                <a:cubicBezTo>
                  <a:pt x="234" y="10708"/>
                  <a:pt x="0" y="10942"/>
                  <a:pt x="0" y="11209"/>
                </a:cubicBezTo>
                <a:lnTo>
                  <a:pt x="0" y="14144"/>
                </a:lnTo>
                <a:cubicBezTo>
                  <a:pt x="0" y="14444"/>
                  <a:pt x="234" y="14678"/>
                  <a:pt x="501" y="14678"/>
                </a:cubicBezTo>
                <a:lnTo>
                  <a:pt x="5771" y="15011"/>
                </a:lnTo>
                <a:cubicBezTo>
                  <a:pt x="6071" y="15045"/>
                  <a:pt x="6338" y="15245"/>
                  <a:pt x="6505" y="15478"/>
                </a:cubicBezTo>
                <a:cubicBezTo>
                  <a:pt x="6805" y="16045"/>
                  <a:pt x="7172" y="16579"/>
                  <a:pt x="7606" y="17046"/>
                </a:cubicBezTo>
                <a:cubicBezTo>
                  <a:pt x="7806" y="17246"/>
                  <a:pt x="7773" y="17546"/>
                  <a:pt x="7572" y="17680"/>
                </a:cubicBezTo>
                <a:lnTo>
                  <a:pt x="4403" y="19948"/>
                </a:lnTo>
                <a:cubicBezTo>
                  <a:pt x="4203" y="20082"/>
                  <a:pt x="4203" y="20382"/>
                  <a:pt x="4437" y="20482"/>
                </a:cubicBezTo>
                <a:lnTo>
                  <a:pt x="8406" y="22784"/>
                </a:lnTo>
                <a:cubicBezTo>
                  <a:pt x="8549" y="22855"/>
                  <a:pt x="8712" y="22888"/>
                  <a:pt x="8877" y="22888"/>
                </a:cubicBezTo>
                <a:cubicBezTo>
                  <a:pt x="9021" y="22888"/>
                  <a:pt x="9168" y="22863"/>
                  <a:pt x="9307" y="22817"/>
                </a:cubicBezTo>
                <a:lnTo>
                  <a:pt x="13310" y="20949"/>
                </a:lnTo>
                <a:cubicBezTo>
                  <a:pt x="13484" y="20891"/>
                  <a:pt x="13659" y="20855"/>
                  <a:pt x="13840" y="20855"/>
                </a:cubicBezTo>
                <a:cubicBezTo>
                  <a:pt x="13970" y="20855"/>
                  <a:pt x="14104" y="20874"/>
                  <a:pt x="14244" y="20916"/>
                </a:cubicBezTo>
                <a:cubicBezTo>
                  <a:pt x="15245" y="21216"/>
                  <a:pt x="16279" y="21483"/>
                  <a:pt x="17346" y="21649"/>
                </a:cubicBezTo>
                <a:cubicBezTo>
                  <a:pt x="17646" y="21716"/>
                  <a:pt x="17846" y="21916"/>
                  <a:pt x="17946" y="22216"/>
                </a:cubicBezTo>
                <a:lnTo>
                  <a:pt x="18447" y="24852"/>
                </a:lnTo>
                <a:cubicBezTo>
                  <a:pt x="18514" y="25152"/>
                  <a:pt x="18747" y="25352"/>
                  <a:pt x="19014" y="25352"/>
                </a:cubicBezTo>
                <a:lnTo>
                  <a:pt x="24851" y="25352"/>
                </a:lnTo>
                <a:cubicBezTo>
                  <a:pt x="25152" y="25352"/>
                  <a:pt x="25385" y="25152"/>
                  <a:pt x="25452" y="24852"/>
                </a:cubicBezTo>
                <a:lnTo>
                  <a:pt x="25952" y="22216"/>
                </a:lnTo>
                <a:cubicBezTo>
                  <a:pt x="26019" y="21916"/>
                  <a:pt x="26252" y="21716"/>
                  <a:pt x="26519" y="21649"/>
                </a:cubicBezTo>
                <a:cubicBezTo>
                  <a:pt x="27587" y="21483"/>
                  <a:pt x="28621" y="21216"/>
                  <a:pt x="29655" y="20916"/>
                </a:cubicBezTo>
                <a:cubicBezTo>
                  <a:pt x="29781" y="20874"/>
                  <a:pt x="29912" y="20855"/>
                  <a:pt x="30045" y="20855"/>
                </a:cubicBezTo>
                <a:cubicBezTo>
                  <a:pt x="30229" y="20855"/>
                  <a:pt x="30414" y="20891"/>
                  <a:pt x="30589" y="20949"/>
                </a:cubicBezTo>
                <a:lnTo>
                  <a:pt x="34592" y="22817"/>
                </a:lnTo>
                <a:cubicBezTo>
                  <a:pt x="34731" y="22863"/>
                  <a:pt x="34870" y="22888"/>
                  <a:pt x="35006" y="22888"/>
                </a:cubicBezTo>
                <a:cubicBezTo>
                  <a:pt x="35163" y="22888"/>
                  <a:pt x="35316" y="22855"/>
                  <a:pt x="35459" y="22784"/>
                </a:cubicBezTo>
                <a:lnTo>
                  <a:pt x="39428" y="20482"/>
                </a:lnTo>
                <a:cubicBezTo>
                  <a:pt x="39662" y="20382"/>
                  <a:pt x="39695" y="20082"/>
                  <a:pt x="39462" y="19948"/>
                </a:cubicBezTo>
                <a:lnTo>
                  <a:pt x="36326" y="17680"/>
                </a:lnTo>
                <a:cubicBezTo>
                  <a:pt x="36093" y="17546"/>
                  <a:pt x="36059" y="17246"/>
                  <a:pt x="36260" y="17046"/>
                </a:cubicBezTo>
                <a:cubicBezTo>
                  <a:pt x="36693" y="16579"/>
                  <a:pt x="37093" y="16045"/>
                  <a:pt x="37394" y="15478"/>
                </a:cubicBezTo>
                <a:cubicBezTo>
                  <a:pt x="37527" y="15245"/>
                  <a:pt x="37794" y="15045"/>
                  <a:pt x="38094" y="15011"/>
                </a:cubicBezTo>
                <a:lnTo>
                  <a:pt x="43398" y="14678"/>
                </a:lnTo>
                <a:cubicBezTo>
                  <a:pt x="43665" y="14678"/>
                  <a:pt x="43865" y="14444"/>
                  <a:pt x="43865" y="14144"/>
                </a:cubicBezTo>
                <a:lnTo>
                  <a:pt x="43865" y="11209"/>
                </a:lnTo>
                <a:cubicBezTo>
                  <a:pt x="43865" y="10942"/>
                  <a:pt x="43665" y="10708"/>
                  <a:pt x="43398" y="10675"/>
                </a:cubicBezTo>
                <a:lnTo>
                  <a:pt x="38094" y="10341"/>
                </a:lnTo>
                <a:cubicBezTo>
                  <a:pt x="37794" y="10308"/>
                  <a:pt x="37527" y="10141"/>
                  <a:pt x="37394" y="9874"/>
                </a:cubicBezTo>
                <a:cubicBezTo>
                  <a:pt x="37093" y="9307"/>
                  <a:pt x="36693" y="8774"/>
                  <a:pt x="36260" y="8307"/>
                </a:cubicBezTo>
                <a:cubicBezTo>
                  <a:pt x="36059" y="8140"/>
                  <a:pt x="36093" y="7806"/>
                  <a:pt x="36326" y="7673"/>
                </a:cubicBezTo>
                <a:lnTo>
                  <a:pt x="39462" y="5404"/>
                </a:lnTo>
                <a:cubicBezTo>
                  <a:pt x="39695" y="5304"/>
                  <a:pt x="39662" y="4971"/>
                  <a:pt x="39428" y="4871"/>
                </a:cubicBezTo>
                <a:lnTo>
                  <a:pt x="35459" y="2569"/>
                </a:lnTo>
                <a:cubicBezTo>
                  <a:pt x="35316" y="2498"/>
                  <a:pt x="35154" y="2464"/>
                  <a:pt x="34993" y="2464"/>
                </a:cubicBezTo>
                <a:cubicBezTo>
                  <a:pt x="34854" y="2464"/>
                  <a:pt x="34716" y="2489"/>
                  <a:pt x="34592" y="2536"/>
                </a:cubicBezTo>
                <a:lnTo>
                  <a:pt x="30589" y="4404"/>
                </a:lnTo>
                <a:cubicBezTo>
                  <a:pt x="30395" y="4468"/>
                  <a:pt x="30187" y="4505"/>
                  <a:pt x="29983" y="4505"/>
                </a:cubicBezTo>
                <a:cubicBezTo>
                  <a:pt x="29872" y="4505"/>
                  <a:pt x="29761" y="4494"/>
                  <a:pt x="29655" y="4470"/>
                </a:cubicBezTo>
                <a:cubicBezTo>
                  <a:pt x="28621" y="4137"/>
                  <a:pt x="27587" y="3903"/>
                  <a:pt x="26519" y="3703"/>
                </a:cubicBezTo>
                <a:cubicBezTo>
                  <a:pt x="26252" y="3670"/>
                  <a:pt x="26019" y="3436"/>
                  <a:pt x="25952" y="3136"/>
                </a:cubicBezTo>
                <a:lnTo>
                  <a:pt x="25452" y="501"/>
                </a:lnTo>
                <a:cubicBezTo>
                  <a:pt x="25385" y="234"/>
                  <a:pt x="25152" y="34"/>
                  <a:pt x="2485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0">
            <a:extLst>
              <a:ext uri="{FF2B5EF4-FFF2-40B4-BE49-F238E27FC236}">
                <a16:creationId xmlns:a16="http://schemas.microsoft.com/office/drawing/2014/main" id="{C55FF6D9-11E6-C5F5-990F-406D5DB653B6}"/>
              </a:ext>
            </a:extLst>
          </p:cNvPr>
          <p:cNvSpPr/>
          <p:nvPr/>
        </p:nvSpPr>
        <p:spPr>
          <a:xfrm>
            <a:off x="8342407" y="3620518"/>
            <a:ext cx="107459" cy="108658"/>
          </a:xfrm>
          <a:custGeom>
            <a:avLst/>
            <a:gdLst/>
            <a:ahLst/>
            <a:cxnLst/>
            <a:rect l="l" t="t" r="r" b="b"/>
            <a:pathLst>
              <a:path w="6005" h="6072" extrusionOk="0">
                <a:moveTo>
                  <a:pt x="6005" y="0"/>
                </a:moveTo>
                <a:cubicBezTo>
                  <a:pt x="6005" y="267"/>
                  <a:pt x="5771" y="500"/>
                  <a:pt x="5505" y="534"/>
                </a:cubicBezTo>
                <a:lnTo>
                  <a:pt x="234" y="867"/>
                </a:lnTo>
                <a:cubicBezTo>
                  <a:pt x="134" y="867"/>
                  <a:pt x="67" y="901"/>
                  <a:pt x="1" y="934"/>
                </a:cubicBezTo>
                <a:lnTo>
                  <a:pt x="1" y="4670"/>
                </a:lnTo>
                <a:lnTo>
                  <a:pt x="1602" y="5804"/>
                </a:lnTo>
                <a:cubicBezTo>
                  <a:pt x="1669" y="5871"/>
                  <a:pt x="1735" y="5971"/>
                  <a:pt x="1735" y="6071"/>
                </a:cubicBezTo>
                <a:lnTo>
                  <a:pt x="1735" y="5804"/>
                </a:lnTo>
                <a:lnTo>
                  <a:pt x="2436" y="5737"/>
                </a:lnTo>
                <a:lnTo>
                  <a:pt x="5438" y="5571"/>
                </a:lnTo>
                <a:lnTo>
                  <a:pt x="5505" y="5571"/>
                </a:lnTo>
                <a:cubicBezTo>
                  <a:pt x="5771" y="5537"/>
                  <a:pt x="6005" y="5304"/>
                  <a:pt x="6005" y="5037"/>
                </a:cubicBezTo>
                <a:lnTo>
                  <a:pt x="600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0">
            <a:extLst>
              <a:ext uri="{FF2B5EF4-FFF2-40B4-BE49-F238E27FC236}">
                <a16:creationId xmlns:a16="http://schemas.microsoft.com/office/drawing/2014/main" id="{4A965268-9872-56A6-00C6-8AD046B0F77F}"/>
              </a:ext>
            </a:extLst>
          </p:cNvPr>
          <p:cNvSpPr/>
          <p:nvPr/>
        </p:nvSpPr>
        <p:spPr>
          <a:xfrm>
            <a:off x="8206315" y="3741095"/>
            <a:ext cx="86576" cy="125963"/>
          </a:xfrm>
          <a:custGeom>
            <a:avLst/>
            <a:gdLst/>
            <a:ahLst/>
            <a:cxnLst/>
            <a:rect l="l" t="t" r="r" b="b"/>
            <a:pathLst>
              <a:path w="4838" h="7039" extrusionOk="0">
                <a:moveTo>
                  <a:pt x="0" y="0"/>
                </a:moveTo>
                <a:lnTo>
                  <a:pt x="34" y="5037"/>
                </a:lnTo>
                <a:cubicBezTo>
                  <a:pt x="134" y="5037"/>
                  <a:pt x="234" y="5070"/>
                  <a:pt x="334" y="5104"/>
                </a:cubicBezTo>
                <a:lnTo>
                  <a:pt x="4303" y="6972"/>
                </a:lnTo>
                <a:cubicBezTo>
                  <a:pt x="4403" y="6972"/>
                  <a:pt x="4470" y="7005"/>
                  <a:pt x="4570" y="7005"/>
                </a:cubicBezTo>
                <a:lnTo>
                  <a:pt x="4570" y="7039"/>
                </a:lnTo>
                <a:lnTo>
                  <a:pt x="4837" y="7039"/>
                </a:lnTo>
                <a:lnTo>
                  <a:pt x="4837" y="2002"/>
                </a:lnTo>
                <a:cubicBezTo>
                  <a:pt x="4792" y="2011"/>
                  <a:pt x="4745" y="2015"/>
                  <a:pt x="4697" y="2015"/>
                </a:cubicBezTo>
                <a:cubicBezTo>
                  <a:pt x="4565" y="2015"/>
                  <a:pt x="4425" y="1984"/>
                  <a:pt x="4303" y="1935"/>
                </a:cubicBezTo>
                <a:lnTo>
                  <a:pt x="300" y="67"/>
                </a:lnTo>
                <a:cubicBezTo>
                  <a:pt x="200" y="34"/>
                  <a:pt x="100" y="0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40">
            <a:extLst>
              <a:ext uri="{FF2B5EF4-FFF2-40B4-BE49-F238E27FC236}">
                <a16:creationId xmlns:a16="http://schemas.microsoft.com/office/drawing/2014/main" id="{1D8BBA25-3AEC-500C-E4D1-69D1AF0F679D}"/>
              </a:ext>
            </a:extLst>
          </p:cNvPr>
          <p:cNvSpPr/>
          <p:nvPr/>
        </p:nvSpPr>
        <p:spPr>
          <a:xfrm>
            <a:off x="8118558" y="3761388"/>
            <a:ext cx="11954" cy="142677"/>
          </a:xfrm>
          <a:custGeom>
            <a:avLst/>
            <a:gdLst/>
            <a:ahLst/>
            <a:cxnLst/>
            <a:rect l="l" t="t" r="r" b="b"/>
            <a:pathLst>
              <a:path w="668" h="7973" extrusionOk="0">
                <a:moveTo>
                  <a:pt x="668" y="0"/>
                </a:moveTo>
                <a:cubicBezTo>
                  <a:pt x="635" y="67"/>
                  <a:pt x="601" y="134"/>
                  <a:pt x="568" y="200"/>
                </a:cubicBezTo>
                <a:lnTo>
                  <a:pt x="67" y="2836"/>
                </a:lnTo>
                <a:cubicBezTo>
                  <a:pt x="67" y="2902"/>
                  <a:pt x="34" y="2969"/>
                  <a:pt x="1" y="3036"/>
                </a:cubicBezTo>
                <a:lnTo>
                  <a:pt x="1" y="7973"/>
                </a:lnTo>
                <a:cubicBezTo>
                  <a:pt x="34" y="7939"/>
                  <a:pt x="67" y="7906"/>
                  <a:pt x="67" y="7839"/>
                </a:cubicBezTo>
                <a:lnTo>
                  <a:pt x="568" y="5204"/>
                </a:lnTo>
                <a:cubicBezTo>
                  <a:pt x="601" y="5137"/>
                  <a:pt x="601" y="5071"/>
                  <a:pt x="668" y="5004"/>
                </a:cubicBezTo>
                <a:lnTo>
                  <a:pt x="668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0">
            <a:extLst>
              <a:ext uri="{FF2B5EF4-FFF2-40B4-BE49-F238E27FC236}">
                <a16:creationId xmlns:a16="http://schemas.microsoft.com/office/drawing/2014/main" id="{631FF3BF-FA19-B548-E7F7-CE4BC1CE25C2}"/>
              </a:ext>
            </a:extLst>
          </p:cNvPr>
          <p:cNvSpPr/>
          <p:nvPr/>
        </p:nvSpPr>
        <p:spPr>
          <a:xfrm>
            <a:off x="7984256" y="3761388"/>
            <a:ext cx="11363" cy="143876"/>
          </a:xfrm>
          <a:custGeom>
            <a:avLst/>
            <a:gdLst/>
            <a:ahLst/>
            <a:cxnLst/>
            <a:rect l="l" t="t" r="r" b="b"/>
            <a:pathLst>
              <a:path w="635" h="8040" extrusionOk="0">
                <a:moveTo>
                  <a:pt x="0" y="0"/>
                </a:moveTo>
                <a:lnTo>
                  <a:pt x="0" y="5004"/>
                </a:lnTo>
                <a:cubicBezTo>
                  <a:pt x="34" y="5071"/>
                  <a:pt x="67" y="5137"/>
                  <a:pt x="67" y="5204"/>
                </a:cubicBezTo>
                <a:lnTo>
                  <a:pt x="567" y="7839"/>
                </a:lnTo>
                <a:cubicBezTo>
                  <a:pt x="601" y="7906"/>
                  <a:pt x="601" y="7973"/>
                  <a:pt x="634" y="8039"/>
                </a:cubicBezTo>
                <a:lnTo>
                  <a:pt x="634" y="3036"/>
                </a:lnTo>
                <a:cubicBezTo>
                  <a:pt x="601" y="2969"/>
                  <a:pt x="601" y="2902"/>
                  <a:pt x="567" y="2836"/>
                </a:cubicBezTo>
                <a:lnTo>
                  <a:pt x="67" y="200"/>
                </a:lnTo>
                <a:cubicBezTo>
                  <a:pt x="67" y="134"/>
                  <a:pt x="34" y="67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40">
            <a:extLst>
              <a:ext uri="{FF2B5EF4-FFF2-40B4-BE49-F238E27FC236}">
                <a16:creationId xmlns:a16="http://schemas.microsoft.com/office/drawing/2014/main" id="{482A05B3-9C1B-6E09-98D1-16F93D899AE9}"/>
              </a:ext>
            </a:extLst>
          </p:cNvPr>
          <p:cNvSpPr/>
          <p:nvPr/>
        </p:nvSpPr>
        <p:spPr>
          <a:xfrm>
            <a:off x="7821895" y="3741095"/>
            <a:ext cx="86576" cy="125372"/>
          </a:xfrm>
          <a:custGeom>
            <a:avLst/>
            <a:gdLst/>
            <a:ahLst/>
            <a:cxnLst/>
            <a:rect l="l" t="t" r="r" b="b"/>
            <a:pathLst>
              <a:path w="4838" h="7006" extrusionOk="0">
                <a:moveTo>
                  <a:pt x="4837" y="0"/>
                </a:moveTo>
                <a:cubicBezTo>
                  <a:pt x="4704" y="0"/>
                  <a:pt x="4604" y="34"/>
                  <a:pt x="4537" y="67"/>
                </a:cubicBezTo>
                <a:lnTo>
                  <a:pt x="501" y="1935"/>
                </a:lnTo>
                <a:cubicBezTo>
                  <a:pt x="379" y="1984"/>
                  <a:pt x="256" y="2015"/>
                  <a:pt x="134" y="2015"/>
                </a:cubicBezTo>
                <a:cubicBezTo>
                  <a:pt x="90" y="2015"/>
                  <a:pt x="45" y="2011"/>
                  <a:pt x="0" y="2002"/>
                </a:cubicBezTo>
                <a:lnTo>
                  <a:pt x="0" y="7005"/>
                </a:lnTo>
                <a:lnTo>
                  <a:pt x="134" y="7005"/>
                </a:lnTo>
                <a:cubicBezTo>
                  <a:pt x="234" y="7005"/>
                  <a:pt x="367" y="7005"/>
                  <a:pt x="501" y="6938"/>
                </a:cubicBezTo>
                <a:lnTo>
                  <a:pt x="4537" y="5070"/>
                </a:lnTo>
                <a:cubicBezTo>
                  <a:pt x="4604" y="5037"/>
                  <a:pt x="4704" y="5004"/>
                  <a:pt x="4837" y="5004"/>
                </a:cubicBezTo>
                <a:lnTo>
                  <a:pt x="4837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0">
            <a:extLst>
              <a:ext uri="{FF2B5EF4-FFF2-40B4-BE49-F238E27FC236}">
                <a16:creationId xmlns:a16="http://schemas.microsoft.com/office/drawing/2014/main" id="{B0A008E9-8AE6-FD3F-D289-96079C083D5C}"/>
              </a:ext>
            </a:extLst>
          </p:cNvPr>
          <p:cNvSpPr/>
          <p:nvPr/>
        </p:nvSpPr>
        <p:spPr>
          <a:xfrm>
            <a:off x="7664902" y="3620518"/>
            <a:ext cx="106869" cy="108658"/>
          </a:xfrm>
          <a:custGeom>
            <a:avLst/>
            <a:gdLst/>
            <a:ahLst/>
            <a:cxnLst/>
            <a:rect l="l" t="t" r="r" b="b"/>
            <a:pathLst>
              <a:path w="5972" h="6072" extrusionOk="0">
                <a:moveTo>
                  <a:pt x="0" y="0"/>
                </a:moveTo>
                <a:lnTo>
                  <a:pt x="0" y="5037"/>
                </a:lnTo>
                <a:cubicBezTo>
                  <a:pt x="0" y="5304"/>
                  <a:pt x="200" y="5537"/>
                  <a:pt x="501" y="5571"/>
                </a:cubicBezTo>
                <a:lnTo>
                  <a:pt x="4237" y="5804"/>
                </a:lnTo>
                <a:lnTo>
                  <a:pt x="4237" y="6071"/>
                </a:lnTo>
                <a:cubicBezTo>
                  <a:pt x="4237" y="5971"/>
                  <a:pt x="4303" y="5871"/>
                  <a:pt x="4403" y="5804"/>
                </a:cubicBezTo>
                <a:lnTo>
                  <a:pt x="5971" y="4670"/>
                </a:lnTo>
                <a:lnTo>
                  <a:pt x="5971" y="934"/>
                </a:lnTo>
                <a:cubicBezTo>
                  <a:pt x="5905" y="901"/>
                  <a:pt x="5838" y="867"/>
                  <a:pt x="5771" y="867"/>
                </a:cubicBezTo>
                <a:lnTo>
                  <a:pt x="467" y="534"/>
                </a:lnTo>
                <a:cubicBezTo>
                  <a:pt x="200" y="500"/>
                  <a:pt x="0" y="300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40">
            <a:extLst>
              <a:ext uri="{FF2B5EF4-FFF2-40B4-BE49-F238E27FC236}">
                <a16:creationId xmlns:a16="http://schemas.microsoft.com/office/drawing/2014/main" id="{A3B8A44D-B3EF-59E0-7B90-3A51AE799B6C}"/>
              </a:ext>
            </a:extLst>
          </p:cNvPr>
          <p:cNvSpPr/>
          <p:nvPr/>
        </p:nvSpPr>
        <p:spPr>
          <a:xfrm>
            <a:off x="7641621" y="2874833"/>
            <a:ext cx="580227" cy="409617"/>
          </a:xfrm>
          <a:custGeom>
            <a:avLst/>
            <a:gdLst/>
            <a:ahLst/>
            <a:cxnLst/>
            <a:rect l="l" t="t" r="r" b="b"/>
            <a:pathLst>
              <a:path w="32424" h="22890" extrusionOk="0">
                <a:moveTo>
                  <a:pt x="16241" y="10348"/>
                </a:moveTo>
                <a:cubicBezTo>
                  <a:pt x="18080" y="10348"/>
                  <a:pt x="19915" y="10748"/>
                  <a:pt x="21316" y="11548"/>
                </a:cubicBezTo>
                <a:cubicBezTo>
                  <a:pt x="21516" y="11682"/>
                  <a:pt x="21716" y="11815"/>
                  <a:pt x="21883" y="11915"/>
                </a:cubicBezTo>
                <a:cubicBezTo>
                  <a:pt x="21683" y="12082"/>
                  <a:pt x="21482" y="12216"/>
                  <a:pt x="21282" y="12349"/>
                </a:cubicBezTo>
                <a:cubicBezTo>
                  <a:pt x="19940" y="13110"/>
                  <a:pt x="18118" y="13540"/>
                  <a:pt x="16239" y="13540"/>
                </a:cubicBezTo>
                <a:cubicBezTo>
                  <a:pt x="15315" y="13540"/>
                  <a:pt x="14378" y="13436"/>
                  <a:pt x="13477" y="13216"/>
                </a:cubicBezTo>
                <a:cubicBezTo>
                  <a:pt x="12676" y="13050"/>
                  <a:pt x="11909" y="12749"/>
                  <a:pt x="11175" y="12349"/>
                </a:cubicBezTo>
                <a:cubicBezTo>
                  <a:pt x="10975" y="12216"/>
                  <a:pt x="10775" y="12082"/>
                  <a:pt x="10575" y="11915"/>
                </a:cubicBezTo>
                <a:cubicBezTo>
                  <a:pt x="10741" y="11815"/>
                  <a:pt x="10942" y="11682"/>
                  <a:pt x="11142" y="11548"/>
                </a:cubicBezTo>
                <a:cubicBezTo>
                  <a:pt x="12559" y="10748"/>
                  <a:pt x="14402" y="10348"/>
                  <a:pt x="16241" y="10348"/>
                </a:cubicBezTo>
                <a:close/>
                <a:moveTo>
                  <a:pt x="12031" y="1"/>
                </a:moveTo>
                <a:cubicBezTo>
                  <a:pt x="12002" y="1"/>
                  <a:pt x="11972" y="3"/>
                  <a:pt x="11942" y="7"/>
                </a:cubicBezTo>
                <a:lnTo>
                  <a:pt x="7839" y="974"/>
                </a:lnTo>
                <a:cubicBezTo>
                  <a:pt x="7706" y="1008"/>
                  <a:pt x="7639" y="1141"/>
                  <a:pt x="7639" y="1274"/>
                </a:cubicBezTo>
                <a:lnTo>
                  <a:pt x="7639" y="4310"/>
                </a:lnTo>
                <a:cubicBezTo>
                  <a:pt x="7306" y="4477"/>
                  <a:pt x="7005" y="4677"/>
                  <a:pt x="6739" y="4877"/>
                </a:cubicBezTo>
                <a:cubicBezTo>
                  <a:pt x="6560" y="4979"/>
                  <a:pt x="6382" y="5022"/>
                  <a:pt x="6203" y="5022"/>
                </a:cubicBezTo>
                <a:cubicBezTo>
                  <a:pt x="6148" y="5022"/>
                  <a:pt x="6093" y="5018"/>
                  <a:pt x="6038" y="5010"/>
                </a:cubicBezTo>
                <a:lnTo>
                  <a:pt x="2269" y="4410"/>
                </a:lnTo>
                <a:cubicBezTo>
                  <a:pt x="2234" y="4404"/>
                  <a:pt x="2199" y="4402"/>
                  <a:pt x="2163" y="4402"/>
                </a:cubicBezTo>
                <a:cubicBezTo>
                  <a:pt x="1990" y="4402"/>
                  <a:pt x="1806" y="4466"/>
                  <a:pt x="1668" y="4577"/>
                </a:cubicBezTo>
                <a:lnTo>
                  <a:pt x="34" y="6845"/>
                </a:lnTo>
                <a:cubicBezTo>
                  <a:pt x="34" y="6878"/>
                  <a:pt x="0" y="6912"/>
                  <a:pt x="0" y="6945"/>
                </a:cubicBezTo>
                <a:lnTo>
                  <a:pt x="0" y="12849"/>
                </a:lnTo>
                <a:cubicBezTo>
                  <a:pt x="0" y="12883"/>
                  <a:pt x="34" y="12916"/>
                  <a:pt x="34" y="12949"/>
                </a:cubicBezTo>
                <a:lnTo>
                  <a:pt x="34" y="15918"/>
                </a:lnTo>
                <a:cubicBezTo>
                  <a:pt x="34" y="16018"/>
                  <a:pt x="67" y="16085"/>
                  <a:pt x="134" y="16152"/>
                </a:cubicBezTo>
                <a:lnTo>
                  <a:pt x="1602" y="18220"/>
                </a:lnTo>
                <a:cubicBezTo>
                  <a:pt x="1735" y="18420"/>
                  <a:pt x="1968" y="18520"/>
                  <a:pt x="2202" y="18520"/>
                </a:cubicBezTo>
                <a:lnTo>
                  <a:pt x="6071" y="17853"/>
                </a:lnTo>
                <a:cubicBezTo>
                  <a:pt x="6338" y="17853"/>
                  <a:pt x="6605" y="17920"/>
                  <a:pt x="6839" y="18086"/>
                </a:cubicBezTo>
                <a:cubicBezTo>
                  <a:pt x="7072" y="18253"/>
                  <a:pt x="7339" y="18387"/>
                  <a:pt x="7606" y="18553"/>
                </a:cubicBezTo>
                <a:lnTo>
                  <a:pt x="7606" y="21622"/>
                </a:lnTo>
                <a:cubicBezTo>
                  <a:pt x="7606" y="21756"/>
                  <a:pt x="7706" y="21856"/>
                  <a:pt x="7906" y="21923"/>
                </a:cubicBezTo>
                <a:lnTo>
                  <a:pt x="11842" y="22857"/>
                </a:lnTo>
                <a:cubicBezTo>
                  <a:pt x="11906" y="22878"/>
                  <a:pt x="11972" y="22889"/>
                  <a:pt x="12040" y="22889"/>
                </a:cubicBezTo>
                <a:cubicBezTo>
                  <a:pt x="12187" y="22889"/>
                  <a:pt x="12339" y="22837"/>
                  <a:pt x="12476" y="22723"/>
                </a:cubicBezTo>
                <a:lnTo>
                  <a:pt x="14344" y="20755"/>
                </a:lnTo>
                <a:cubicBezTo>
                  <a:pt x="14511" y="20622"/>
                  <a:pt x="14744" y="20555"/>
                  <a:pt x="14978" y="20555"/>
                </a:cubicBezTo>
                <a:cubicBezTo>
                  <a:pt x="15395" y="20588"/>
                  <a:pt x="15820" y="20605"/>
                  <a:pt x="16245" y="20605"/>
                </a:cubicBezTo>
                <a:cubicBezTo>
                  <a:pt x="16671" y="20605"/>
                  <a:pt x="17096" y="20588"/>
                  <a:pt x="17513" y="20555"/>
                </a:cubicBezTo>
                <a:cubicBezTo>
                  <a:pt x="17780" y="20588"/>
                  <a:pt x="18013" y="20688"/>
                  <a:pt x="18213" y="20855"/>
                </a:cubicBezTo>
                <a:lnTo>
                  <a:pt x="19881" y="22623"/>
                </a:lnTo>
                <a:cubicBezTo>
                  <a:pt x="20048" y="22823"/>
                  <a:pt x="20282" y="22890"/>
                  <a:pt x="20548" y="22890"/>
                </a:cubicBezTo>
                <a:lnTo>
                  <a:pt x="24618" y="21889"/>
                </a:lnTo>
                <a:cubicBezTo>
                  <a:pt x="24718" y="21889"/>
                  <a:pt x="24818" y="21789"/>
                  <a:pt x="24818" y="21689"/>
                </a:cubicBezTo>
                <a:lnTo>
                  <a:pt x="24818" y="18553"/>
                </a:lnTo>
                <a:cubicBezTo>
                  <a:pt x="25152" y="18387"/>
                  <a:pt x="25452" y="18187"/>
                  <a:pt x="25719" y="17986"/>
                </a:cubicBezTo>
                <a:cubicBezTo>
                  <a:pt x="25887" y="17914"/>
                  <a:pt x="26055" y="17859"/>
                  <a:pt x="26224" y="17859"/>
                </a:cubicBezTo>
                <a:cubicBezTo>
                  <a:pt x="26289" y="17859"/>
                  <a:pt x="26354" y="17868"/>
                  <a:pt x="26419" y="17886"/>
                </a:cubicBezTo>
                <a:lnTo>
                  <a:pt x="30155" y="18520"/>
                </a:lnTo>
                <a:cubicBezTo>
                  <a:pt x="30194" y="18526"/>
                  <a:pt x="30232" y="18528"/>
                  <a:pt x="30269" y="18528"/>
                </a:cubicBezTo>
                <a:cubicBezTo>
                  <a:pt x="30455" y="18528"/>
                  <a:pt x="30617" y="18459"/>
                  <a:pt x="30756" y="18320"/>
                </a:cubicBezTo>
                <a:lnTo>
                  <a:pt x="32390" y="16052"/>
                </a:lnTo>
                <a:cubicBezTo>
                  <a:pt x="32390" y="16018"/>
                  <a:pt x="32424" y="15985"/>
                  <a:pt x="32424" y="15952"/>
                </a:cubicBezTo>
                <a:lnTo>
                  <a:pt x="32424" y="11815"/>
                </a:lnTo>
                <a:cubicBezTo>
                  <a:pt x="32424" y="11782"/>
                  <a:pt x="32424" y="11749"/>
                  <a:pt x="32390" y="11715"/>
                </a:cubicBezTo>
                <a:lnTo>
                  <a:pt x="32390" y="6979"/>
                </a:lnTo>
                <a:cubicBezTo>
                  <a:pt x="32390" y="6912"/>
                  <a:pt x="32357" y="6812"/>
                  <a:pt x="32323" y="6745"/>
                </a:cubicBezTo>
                <a:lnTo>
                  <a:pt x="30856" y="4677"/>
                </a:lnTo>
                <a:cubicBezTo>
                  <a:pt x="30706" y="4528"/>
                  <a:pt x="30503" y="4405"/>
                  <a:pt x="30295" y="4405"/>
                </a:cubicBezTo>
                <a:cubicBezTo>
                  <a:pt x="30271" y="4405"/>
                  <a:pt x="30246" y="4407"/>
                  <a:pt x="30222" y="4410"/>
                </a:cubicBezTo>
                <a:lnTo>
                  <a:pt x="26353" y="5044"/>
                </a:lnTo>
                <a:cubicBezTo>
                  <a:pt x="26317" y="5048"/>
                  <a:pt x="26282" y="5050"/>
                  <a:pt x="26247" y="5050"/>
                </a:cubicBezTo>
                <a:cubicBezTo>
                  <a:pt x="26017" y="5050"/>
                  <a:pt x="25793" y="4960"/>
                  <a:pt x="25619" y="4844"/>
                </a:cubicBezTo>
                <a:cubicBezTo>
                  <a:pt x="25385" y="4677"/>
                  <a:pt x="25118" y="4510"/>
                  <a:pt x="24851" y="4343"/>
                </a:cubicBezTo>
                <a:lnTo>
                  <a:pt x="24851" y="1274"/>
                </a:lnTo>
                <a:cubicBezTo>
                  <a:pt x="24851" y="1141"/>
                  <a:pt x="24751" y="1041"/>
                  <a:pt x="24551" y="974"/>
                </a:cubicBezTo>
                <a:lnTo>
                  <a:pt x="20615" y="40"/>
                </a:lnTo>
                <a:cubicBezTo>
                  <a:pt x="20541" y="19"/>
                  <a:pt x="20467" y="8"/>
                  <a:pt x="20395" y="8"/>
                </a:cubicBezTo>
                <a:cubicBezTo>
                  <a:pt x="20240" y="8"/>
                  <a:pt x="20095" y="60"/>
                  <a:pt x="19981" y="174"/>
                </a:cubicBezTo>
                <a:lnTo>
                  <a:pt x="18113" y="2142"/>
                </a:lnTo>
                <a:cubicBezTo>
                  <a:pt x="17947" y="2275"/>
                  <a:pt x="17713" y="2342"/>
                  <a:pt x="17513" y="2342"/>
                </a:cubicBezTo>
                <a:cubicBezTo>
                  <a:pt x="17079" y="2309"/>
                  <a:pt x="16646" y="2292"/>
                  <a:pt x="16216" y="2292"/>
                </a:cubicBezTo>
                <a:cubicBezTo>
                  <a:pt x="15787" y="2292"/>
                  <a:pt x="15361" y="2309"/>
                  <a:pt x="14944" y="2342"/>
                </a:cubicBezTo>
                <a:cubicBezTo>
                  <a:pt x="14678" y="2309"/>
                  <a:pt x="14444" y="2208"/>
                  <a:pt x="14244" y="2042"/>
                </a:cubicBezTo>
                <a:lnTo>
                  <a:pt x="12576" y="274"/>
                </a:lnTo>
                <a:cubicBezTo>
                  <a:pt x="12430" y="99"/>
                  <a:pt x="12234" y="1"/>
                  <a:pt x="120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0">
            <a:extLst>
              <a:ext uri="{FF2B5EF4-FFF2-40B4-BE49-F238E27FC236}">
                <a16:creationId xmlns:a16="http://schemas.microsoft.com/office/drawing/2014/main" id="{E5C0C207-7F23-E236-049A-A5D7D65ECC1A}"/>
              </a:ext>
            </a:extLst>
          </p:cNvPr>
          <p:cNvSpPr/>
          <p:nvPr/>
        </p:nvSpPr>
        <p:spPr>
          <a:xfrm>
            <a:off x="7777712" y="2897632"/>
            <a:ext cx="20311" cy="54938"/>
          </a:xfrm>
          <a:custGeom>
            <a:avLst/>
            <a:gdLst/>
            <a:ahLst/>
            <a:cxnLst/>
            <a:rect l="l" t="t" r="r" b="b"/>
            <a:pathLst>
              <a:path w="1135" h="3070" extrusionOk="0">
                <a:moveTo>
                  <a:pt x="1" y="0"/>
                </a:moveTo>
                <a:lnTo>
                  <a:pt x="1" y="3069"/>
                </a:lnTo>
                <a:cubicBezTo>
                  <a:pt x="301" y="2903"/>
                  <a:pt x="601" y="2736"/>
                  <a:pt x="935" y="2602"/>
                </a:cubicBezTo>
                <a:cubicBezTo>
                  <a:pt x="1102" y="2502"/>
                  <a:pt x="1135" y="2269"/>
                  <a:pt x="1035" y="2102"/>
                </a:cubicBezTo>
                <a:lnTo>
                  <a:pt x="68" y="167"/>
                </a:lnTo>
                <a:cubicBezTo>
                  <a:pt x="34" y="101"/>
                  <a:pt x="1" y="67"/>
                  <a:pt x="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0">
            <a:extLst>
              <a:ext uri="{FF2B5EF4-FFF2-40B4-BE49-F238E27FC236}">
                <a16:creationId xmlns:a16="http://schemas.microsoft.com/office/drawing/2014/main" id="{B6533094-2C7A-15F3-B598-79432882B408}"/>
              </a:ext>
            </a:extLst>
          </p:cNvPr>
          <p:cNvSpPr/>
          <p:nvPr/>
        </p:nvSpPr>
        <p:spPr>
          <a:xfrm>
            <a:off x="7642211" y="2999114"/>
            <a:ext cx="71652" cy="107459"/>
          </a:xfrm>
          <a:custGeom>
            <a:avLst/>
            <a:gdLst/>
            <a:ahLst/>
            <a:cxnLst/>
            <a:rect l="l" t="t" r="r" b="b"/>
            <a:pathLst>
              <a:path w="4004" h="6005" extrusionOk="0">
                <a:moveTo>
                  <a:pt x="1" y="0"/>
                </a:moveTo>
                <a:lnTo>
                  <a:pt x="1" y="267"/>
                </a:lnTo>
                <a:lnTo>
                  <a:pt x="1" y="5904"/>
                </a:lnTo>
                <a:cubicBezTo>
                  <a:pt x="1" y="5938"/>
                  <a:pt x="1" y="5971"/>
                  <a:pt x="34" y="6004"/>
                </a:cubicBezTo>
                <a:lnTo>
                  <a:pt x="34" y="4837"/>
                </a:lnTo>
                <a:cubicBezTo>
                  <a:pt x="1" y="4737"/>
                  <a:pt x="67" y="4637"/>
                  <a:pt x="168" y="4603"/>
                </a:cubicBezTo>
                <a:lnTo>
                  <a:pt x="3703" y="3503"/>
                </a:lnTo>
                <a:cubicBezTo>
                  <a:pt x="3904" y="3436"/>
                  <a:pt x="4004" y="3236"/>
                  <a:pt x="3970" y="3036"/>
                </a:cubicBezTo>
                <a:cubicBezTo>
                  <a:pt x="3904" y="2635"/>
                  <a:pt x="3904" y="2202"/>
                  <a:pt x="3970" y="1768"/>
                </a:cubicBezTo>
                <a:cubicBezTo>
                  <a:pt x="3970" y="1568"/>
                  <a:pt x="3803" y="1368"/>
                  <a:pt x="3603" y="1334"/>
                </a:cubicBezTo>
                <a:lnTo>
                  <a:pt x="268" y="267"/>
                </a:lnTo>
                <a:cubicBezTo>
                  <a:pt x="101" y="234"/>
                  <a:pt x="1" y="100"/>
                  <a:pt x="1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0">
            <a:extLst>
              <a:ext uri="{FF2B5EF4-FFF2-40B4-BE49-F238E27FC236}">
                <a16:creationId xmlns:a16="http://schemas.microsoft.com/office/drawing/2014/main" id="{CE4EC522-B6CE-82BE-B48A-6D0EFD0FEF33}"/>
              </a:ext>
            </a:extLst>
          </p:cNvPr>
          <p:cNvSpPr/>
          <p:nvPr/>
        </p:nvSpPr>
        <p:spPr>
          <a:xfrm>
            <a:off x="7677429" y="3120281"/>
            <a:ext cx="75231" cy="85985"/>
          </a:xfrm>
          <a:custGeom>
            <a:avLst/>
            <a:gdLst/>
            <a:ahLst/>
            <a:cxnLst/>
            <a:rect l="l" t="t" r="r" b="b"/>
            <a:pathLst>
              <a:path w="4204" h="4805" extrusionOk="0">
                <a:moveTo>
                  <a:pt x="4070" y="1"/>
                </a:moveTo>
                <a:lnTo>
                  <a:pt x="201" y="634"/>
                </a:lnTo>
                <a:cubicBezTo>
                  <a:pt x="168" y="651"/>
                  <a:pt x="134" y="660"/>
                  <a:pt x="101" y="660"/>
                </a:cubicBezTo>
                <a:cubicBezTo>
                  <a:pt x="68" y="660"/>
                  <a:pt x="34" y="651"/>
                  <a:pt x="1" y="634"/>
                </a:cubicBezTo>
                <a:lnTo>
                  <a:pt x="1" y="4804"/>
                </a:lnTo>
                <a:lnTo>
                  <a:pt x="201" y="4804"/>
                </a:lnTo>
                <a:lnTo>
                  <a:pt x="4070" y="4137"/>
                </a:lnTo>
                <a:lnTo>
                  <a:pt x="4204" y="4137"/>
                </a:lnTo>
                <a:lnTo>
                  <a:pt x="4204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0">
            <a:extLst>
              <a:ext uri="{FF2B5EF4-FFF2-40B4-BE49-F238E27FC236}">
                <a16:creationId xmlns:a16="http://schemas.microsoft.com/office/drawing/2014/main" id="{6F5EDBF0-9237-A77C-BA70-62415F760CE8}"/>
              </a:ext>
            </a:extLst>
          </p:cNvPr>
          <p:cNvSpPr/>
          <p:nvPr/>
        </p:nvSpPr>
        <p:spPr>
          <a:xfrm>
            <a:off x="7752641" y="3120281"/>
            <a:ext cx="45382" cy="86576"/>
          </a:xfrm>
          <a:custGeom>
            <a:avLst/>
            <a:gdLst/>
            <a:ahLst/>
            <a:cxnLst/>
            <a:rect l="l" t="t" r="r" b="b"/>
            <a:pathLst>
              <a:path w="2536" h="4838" extrusionOk="0">
                <a:moveTo>
                  <a:pt x="1" y="1"/>
                </a:moveTo>
                <a:lnTo>
                  <a:pt x="1" y="4137"/>
                </a:lnTo>
                <a:cubicBezTo>
                  <a:pt x="234" y="4170"/>
                  <a:pt x="434" y="4237"/>
                  <a:pt x="601" y="4370"/>
                </a:cubicBezTo>
                <a:cubicBezTo>
                  <a:pt x="868" y="4537"/>
                  <a:pt x="1102" y="4671"/>
                  <a:pt x="1368" y="4837"/>
                </a:cubicBezTo>
                <a:cubicBezTo>
                  <a:pt x="1368" y="4837"/>
                  <a:pt x="1402" y="3903"/>
                  <a:pt x="1402" y="3770"/>
                </a:cubicBezTo>
                <a:cubicBezTo>
                  <a:pt x="1402" y="3737"/>
                  <a:pt x="1402" y="3703"/>
                  <a:pt x="1402" y="3703"/>
                </a:cubicBezTo>
                <a:lnTo>
                  <a:pt x="2469" y="1568"/>
                </a:lnTo>
                <a:cubicBezTo>
                  <a:pt x="2536" y="1435"/>
                  <a:pt x="2403" y="1235"/>
                  <a:pt x="2202" y="1101"/>
                </a:cubicBezTo>
                <a:cubicBezTo>
                  <a:pt x="1635" y="868"/>
                  <a:pt x="1102" y="568"/>
                  <a:pt x="635" y="201"/>
                </a:cubicBezTo>
                <a:cubicBezTo>
                  <a:pt x="434" y="101"/>
                  <a:pt x="234" y="34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0">
            <a:extLst>
              <a:ext uri="{FF2B5EF4-FFF2-40B4-BE49-F238E27FC236}">
                <a16:creationId xmlns:a16="http://schemas.microsoft.com/office/drawing/2014/main" id="{EF8146CA-427E-68C5-07E9-990D14E2F32B}"/>
              </a:ext>
            </a:extLst>
          </p:cNvPr>
          <p:cNvSpPr/>
          <p:nvPr/>
        </p:nvSpPr>
        <p:spPr>
          <a:xfrm>
            <a:off x="7858311" y="3170423"/>
            <a:ext cx="44183" cy="114027"/>
          </a:xfrm>
          <a:custGeom>
            <a:avLst/>
            <a:gdLst/>
            <a:ahLst/>
            <a:cxnLst/>
            <a:rect l="l" t="t" r="r" b="b"/>
            <a:pathLst>
              <a:path w="2469" h="6372" extrusionOk="0">
                <a:moveTo>
                  <a:pt x="2468" y="1"/>
                </a:moveTo>
                <a:cubicBezTo>
                  <a:pt x="2368" y="1"/>
                  <a:pt x="2302" y="67"/>
                  <a:pt x="2235" y="134"/>
                </a:cubicBezTo>
                <a:lnTo>
                  <a:pt x="367" y="2102"/>
                </a:lnTo>
                <a:cubicBezTo>
                  <a:pt x="267" y="2169"/>
                  <a:pt x="133" y="2236"/>
                  <a:pt x="0" y="2236"/>
                </a:cubicBezTo>
                <a:lnTo>
                  <a:pt x="0" y="6372"/>
                </a:lnTo>
                <a:cubicBezTo>
                  <a:pt x="133" y="6372"/>
                  <a:pt x="234" y="6305"/>
                  <a:pt x="334" y="6239"/>
                </a:cubicBezTo>
                <a:lnTo>
                  <a:pt x="2235" y="4270"/>
                </a:lnTo>
                <a:cubicBezTo>
                  <a:pt x="2302" y="4204"/>
                  <a:pt x="2368" y="4170"/>
                  <a:pt x="2468" y="4137"/>
                </a:cubicBezTo>
                <a:lnTo>
                  <a:pt x="2468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40">
            <a:extLst>
              <a:ext uri="{FF2B5EF4-FFF2-40B4-BE49-F238E27FC236}">
                <a16:creationId xmlns:a16="http://schemas.microsoft.com/office/drawing/2014/main" id="{43426D55-EE1E-4F2D-9E34-FFE3A07C599B}"/>
              </a:ext>
            </a:extLst>
          </p:cNvPr>
          <p:cNvSpPr/>
          <p:nvPr/>
        </p:nvSpPr>
        <p:spPr>
          <a:xfrm>
            <a:off x="7902476" y="3168974"/>
            <a:ext cx="56727" cy="74891"/>
          </a:xfrm>
          <a:custGeom>
            <a:avLst/>
            <a:gdLst/>
            <a:ahLst/>
            <a:cxnLst/>
            <a:rect l="l" t="t" r="r" b="b"/>
            <a:pathLst>
              <a:path w="3170" h="4185" extrusionOk="0">
                <a:moveTo>
                  <a:pt x="3011" y="0"/>
                </a:moveTo>
                <a:cubicBezTo>
                  <a:pt x="2984" y="0"/>
                  <a:pt x="2958" y="4"/>
                  <a:pt x="2936" y="15"/>
                </a:cubicBezTo>
                <a:cubicBezTo>
                  <a:pt x="2502" y="32"/>
                  <a:pt x="2077" y="40"/>
                  <a:pt x="1652" y="40"/>
                </a:cubicBezTo>
                <a:cubicBezTo>
                  <a:pt x="1226" y="40"/>
                  <a:pt x="801" y="32"/>
                  <a:pt x="367" y="15"/>
                </a:cubicBezTo>
                <a:cubicBezTo>
                  <a:pt x="234" y="15"/>
                  <a:pt x="101" y="15"/>
                  <a:pt x="0" y="82"/>
                </a:cubicBezTo>
                <a:lnTo>
                  <a:pt x="0" y="4185"/>
                </a:lnTo>
                <a:cubicBezTo>
                  <a:pt x="101" y="4151"/>
                  <a:pt x="234" y="4118"/>
                  <a:pt x="367" y="4118"/>
                </a:cubicBezTo>
                <a:cubicBezTo>
                  <a:pt x="801" y="4151"/>
                  <a:pt x="1226" y="4168"/>
                  <a:pt x="1652" y="4168"/>
                </a:cubicBezTo>
                <a:cubicBezTo>
                  <a:pt x="2077" y="4168"/>
                  <a:pt x="2502" y="4151"/>
                  <a:pt x="2936" y="4118"/>
                </a:cubicBezTo>
                <a:cubicBezTo>
                  <a:pt x="3003" y="4118"/>
                  <a:pt x="3103" y="4151"/>
                  <a:pt x="3169" y="4151"/>
                </a:cubicBezTo>
                <a:lnTo>
                  <a:pt x="3169" y="15"/>
                </a:lnTo>
                <a:cubicBezTo>
                  <a:pt x="3125" y="15"/>
                  <a:pt x="3066" y="0"/>
                  <a:pt x="30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0">
            <a:extLst>
              <a:ext uri="{FF2B5EF4-FFF2-40B4-BE49-F238E27FC236}">
                <a16:creationId xmlns:a16="http://schemas.microsoft.com/office/drawing/2014/main" id="{31795DAB-BDD0-778F-3536-E50BCF4C0942}"/>
              </a:ext>
            </a:extLst>
          </p:cNvPr>
          <p:cNvSpPr/>
          <p:nvPr/>
        </p:nvSpPr>
        <p:spPr>
          <a:xfrm>
            <a:off x="7959776" y="3169224"/>
            <a:ext cx="44201" cy="114635"/>
          </a:xfrm>
          <a:custGeom>
            <a:avLst/>
            <a:gdLst/>
            <a:ahLst/>
            <a:cxnLst/>
            <a:rect l="l" t="t" r="r" b="b"/>
            <a:pathLst>
              <a:path w="2470" h="6406" extrusionOk="0">
                <a:moveTo>
                  <a:pt x="1" y="1"/>
                </a:moveTo>
                <a:lnTo>
                  <a:pt x="1" y="4137"/>
                </a:lnTo>
                <a:cubicBezTo>
                  <a:pt x="168" y="4204"/>
                  <a:pt x="301" y="4271"/>
                  <a:pt x="434" y="4404"/>
                </a:cubicBezTo>
                <a:lnTo>
                  <a:pt x="2102" y="6172"/>
                </a:lnTo>
                <a:cubicBezTo>
                  <a:pt x="2202" y="6272"/>
                  <a:pt x="2336" y="6372"/>
                  <a:pt x="2469" y="6406"/>
                </a:cubicBezTo>
                <a:lnTo>
                  <a:pt x="2469" y="2269"/>
                </a:lnTo>
                <a:cubicBezTo>
                  <a:pt x="2336" y="2203"/>
                  <a:pt x="2202" y="2136"/>
                  <a:pt x="2102" y="2036"/>
                </a:cubicBezTo>
                <a:lnTo>
                  <a:pt x="434" y="268"/>
                </a:lnTo>
                <a:cubicBezTo>
                  <a:pt x="301" y="134"/>
                  <a:pt x="168" y="68"/>
                  <a:pt x="1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0">
            <a:extLst>
              <a:ext uri="{FF2B5EF4-FFF2-40B4-BE49-F238E27FC236}">
                <a16:creationId xmlns:a16="http://schemas.microsoft.com/office/drawing/2014/main" id="{BE59C7B0-64CE-085B-F468-486523892E93}"/>
              </a:ext>
            </a:extLst>
          </p:cNvPr>
          <p:cNvSpPr/>
          <p:nvPr/>
        </p:nvSpPr>
        <p:spPr>
          <a:xfrm>
            <a:off x="8004549" y="3188926"/>
            <a:ext cx="81798" cy="95524"/>
          </a:xfrm>
          <a:custGeom>
            <a:avLst/>
            <a:gdLst/>
            <a:ahLst/>
            <a:cxnLst/>
            <a:rect l="l" t="t" r="r" b="b"/>
            <a:pathLst>
              <a:path w="4571" h="5338" extrusionOk="0">
                <a:moveTo>
                  <a:pt x="4570" y="1"/>
                </a:moveTo>
                <a:cubicBezTo>
                  <a:pt x="4537" y="101"/>
                  <a:pt x="4470" y="168"/>
                  <a:pt x="4370" y="201"/>
                </a:cubicBezTo>
                <a:lnTo>
                  <a:pt x="267" y="1168"/>
                </a:lnTo>
                <a:cubicBezTo>
                  <a:pt x="217" y="1185"/>
                  <a:pt x="167" y="1193"/>
                  <a:pt x="121" y="1193"/>
                </a:cubicBezTo>
                <a:cubicBezTo>
                  <a:pt x="76" y="1193"/>
                  <a:pt x="34" y="1185"/>
                  <a:pt x="1" y="1168"/>
                </a:cubicBezTo>
                <a:lnTo>
                  <a:pt x="1" y="5338"/>
                </a:lnTo>
                <a:lnTo>
                  <a:pt x="267" y="5338"/>
                </a:lnTo>
                <a:lnTo>
                  <a:pt x="4337" y="4337"/>
                </a:lnTo>
                <a:cubicBezTo>
                  <a:pt x="4470" y="4337"/>
                  <a:pt x="4537" y="4237"/>
                  <a:pt x="4570" y="4137"/>
                </a:cubicBezTo>
                <a:lnTo>
                  <a:pt x="4570" y="2636"/>
                </a:lnTo>
                <a:lnTo>
                  <a:pt x="4570" y="1001"/>
                </a:lnTo>
                <a:lnTo>
                  <a:pt x="457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0">
            <a:extLst>
              <a:ext uri="{FF2B5EF4-FFF2-40B4-BE49-F238E27FC236}">
                <a16:creationId xmlns:a16="http://schemas.microsoft.com/office/drawing/2014/main" id="{30E36B4B-78AC-0271-8EEE-659416C9CDB1}"/>
              </a:ext>
            </a:extLst>
          </p:cNvPr>
          <p:cNvSpPr/>
          <p:nvPr/>
        </p:nvSpPr>
        <p:spPr>
          <a:xfrm>
            <a:off x="8065428" y="3120281"/>
            <a:ext cx="44201" cy="86576"/>
          </a:xfrm>
          <a:custGeom>
            <a:avLst/>
            <a:gdLst/>
            <a:ahLst/>
            <a:cxnLst/>
            <a:rect l="l" t="t" r="r" b="b"/>
            <a:pathLst>
              <a:path w="2470" h="4838" extrusionOk="0">
                <a:moveTo>
                  <a:pt x="2469" y="1"/>
                </a:moveTo>
                <a:cubicBezTo>
                  <a:pt x="2336" y="1"/>
                  <a:pt x="2169" y="67"/>
                  <a:pt x="2069" y="134"/>
                </a:cubicBezTo>
                <a:cubicBezTo>
                  <a:pt x="1469" y="534"/>
                  <a:pt x="868" y="868"/>
                  <a:pt x="234" y="1168"/>
                </a:cubicBezTo>
                <a:cubicBezTo>
                  <a:pt x="68" y="1268"/>
                  <a:pt x="1" y="1502"/>
                  <a:pt x="134" y="1669"/>
                </a:cubicBezTo>
                <a:lnTo>
                  <a:pt x="1102" y="3603"/>
                </a:lnTo>
                <a:cubicBezTo>
                  <a:pt x="1135" y="3670"/>
                  <a:pt x="1135" y="3703"/>
                  <a:pt x="1135" y="3770"/>
                </a:cubicBezTo>
                <a:lnTo>
                  <a:pt x="1135" y="4837"/>
                </a:lnTo>
                <a:cubicBezTo>
                  <a:pt x="1469" y="4671"/>
                  <a:pt x="1769" y="4471"/>
                  <a:pt x="2069" y="4270"/>
                </a:cubicBezTo>
                <a:cubicBezTo>
                  <a:pt x="2169" y="4204"/>
                  <a:pt x="2336" y="4137"/>
                  <a:pt x="2469" y="4137"/>
                </a:cubicBezTo>
                <a:lnTo>
                  <a:pt x="2469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0">
            <a:extLst>
              <a:ext uri="{FF2B5EF4-FFF2-40B4-BE49-F238E27FC236}">
                <a16:creationId xmlns:a16="http://schemas.microsoft.com/office/drawing/2014/main" id="{70BF3B23-C49B-C693-A2E0-4B1E70D331E8}"/>
              </a:ext>
            </a:extLst>
          </p:cNvPr>
          <p:cNvSpPr/>
          <p:nvPr/>
        </p:nvSpPr>
        <p:spPr>
          <a:xfrm>
            <a:off x="8187203" y="3086263"/>
            <a:ext cx="34645" cy="119395"/>
          </a:xfrm>
          <a:custGeom>
            <a:avLst/>
            <a:gdLst/>
            <a:ahLst/>
            <a:cxnLst/>
            <a:rect l="l" t="t" r="r" b="b"/>
            <a:pathLst>
              <a:path w="1936" h="6672" extrusionOk="0">
                <a:moveTo>
                  <a:pt x="1936" y="0"/>
                </a:moveTo>
                <a:cubicBezTo>
                  <a:pt x="1936" y="34"/>
                  <a:pt x="1936" y="67"/>
                  <a:pt x="1902" y="100"/>
                </a:cubicBezTo>
                <a:lnTo>
                  <a:pt x="301" y="2369"/>
                </a:lnTo>
                <a:cubicBezTo>
                  <a:pt x="201" y="2469"/>
                  <a:pt x="101" y="2502"/>
                  <a:pt x="1" y="2535"/>
                </a:cubicBezTo>
                <a:lnTo>
                  <a:pt x="1" y="6672"/>
                </a:lnTo>
                <a:cubicBezTo>
                  <a:pt x="101" y="6638"/>
                  <a:pt x="201" y="6605"/>
                  <a:pt x="268" y="6505"/>
                </a:cubicBezTo>
                <a:lnTo>
                  <a:pt x="1902" y="4237"/>
                </a:lnTo>
                <a:cubicBezTo>
                  <a:pt x="1936" y="4203"/>
                  <a:pt x="1936" y="4170"/>
                  <a:pt x="1936" y="4137"/>
                </a:cubicBezTo>
                <a:lnTo>
                  <a:pt x="19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40">
            <a:extLst>
              <a:ext uri="{FF2B5EF4-FFF2-40B4-BE49-F238E27FC236}">
                <a16:creationId xmlns:a16="http://schemas.microsoft.com/office/drawing/2014/main" id="{B08792F2-8934-9A98-418E-AAA4B9EC7F99}"/>
              </a:ext>
            </a:extLst>
          </p:cNvPr>
          <p:cNvSpPr/>
          <p:nvPr/>
        </p:nvSpPr>
        <p:spPr>
          <a:xfrm>
            <a:off x="7641621" y="2874833"/>
            <a:ext cx="580227" cy="335478"/>
          </a:xfrm>
          <a:custGeom>
            <a:avLst/>
            <a:gdLst/>
            <a:ahLst/>
            <a:cxnLst/>
            <a:rect l="l" t="t" r="r" b="b"/>
            <a:pathLst>
              <a:path w="32424" h="18747" extrusionOk="0">
                <a:moveTo>
                  <a:pt x="16213" y="5265"/>
                </a:moveTo>
                <a:cubicBezTo>
                  <a:pt x="17124" y="5265"/>
                  <a:pt x="18050" y="5366"/>
                  <a:pt x="18947" y="5578"/>
                </a:cubicBezTo>
                <a:cubicBezTo>
                  <a:pt x="20282" y="5811"/>
                  <a:pt x="21482" y="6445"/>
                  <a:pt x="22450" y="7345"/>
                </a:cubicBezTo>
                <a:lnTo>
                  <a:pt x="22550" y="7446"/>
                </a:lnTo>
                <a:lnTo>
                  <a:pt x="22650" y="7512"/>
                </a:lnTo>
                <a:cubicBezTo>
                  <a:pt x="22683" y="7579"/>
                  <a:pt x="22750" y="7612"/>
                  <a:pt x="22783" y="7679"/>
                </a:cubicBezTo>
                <a:cubicBezTo>
                  <a:pt x="22817" y="7746"/>
                  <a:pt x="22883" y="7812"/>
                  <a:pt x="22917" y="7913"/>
                </a:cubicBezTo>
                <a:cubicBezTo>
                  <a:pt x="22950" y="7946"/>
                  <a:pt x="22983" y="7979"/>
                  <a:pt x="23017" y="8046"/>
                </a:cubicBezTo>
                <a:lnTo>
                  <a:pt x="23050" y="8113"/>
                </a:lnTo>
                <a:cubicBezTo>
                  <a:pt x="23584" y="9013"/>
                  <a:pt x="23517" y="10147"/>
                  <a:pt x="22850" y="10948"/>
                </a:cubicBezTo>
                <a:cubicBezTo>
                  <a:pt x="22583" y="11315"/>
                  <a:pt x="22250" y="11649"/>
                  <a:pt x="21883" y="11915"/>
                </a:cubicBezTo>
                <a:cubicBezTo>
                  <a:pt x="21683" y="12082"/>
                  <a:pt x="21482" y="12216"/>
                  <a:pt x="21249" y="12349"/>
                </a:cubicBezTo>
                <a:cubicBezTo>
                  <a:pt x="19907" y="13110"/>
                  <a:pt x="18100" y="13540"/>
                  <a:pt x="16230" y="13540"/>
                </a:cubicBezTo>
                <a:cubicBezTo>
                  <a:pt x="15312" y="13540"/>
                  <a:pt x="14378" y="13436"/>
                  <a:pt x="13477" y="13216"/>
                </a:cubicBezTo>
                <a:cubicBezTo>
                  <a:pt x="12643" y="13016"/>
                  <a:pt x="11876" y="12716"/>
                  <a:pt x="11142" y="12316"/>
                </a:cubicBezTo>
                <a:cubicBezTo>
                  <a:pt x="10942" y="12216"/>
                  <a:pt x="10741" y="12082"/>
                  <a:pt x="10541" y="11949"/>
                </a:cubicBezTo>
                <a:cubicBezTo>
                  <a:pt x="10041" y="11582"/>
                  <a:pt x="9641" y="11115"/>
                  <a:pt x="9340" y="10581"/>
                </a:cubicBezTo>
                <a:cubicBezTo>
                  <a:pt x="9307" y="10548"/>
                  <a:pt x="9307" y="10514"/>
                  <a:pt x="9274" y="10514"/>
                </a:cubicBezTo>
                <a:cubicBezTo>
                  <a:pt x="9240" y="10381"/>
                  <a:pt x="9274" y="10448"/>
                  <a:pt x="9207" y="10314"/>
                </a:cubicBezTo>
                <a:cubicBezTo>
                  <a:pt x="8873" y="9480"/>
                  <a:pt x="9007" y="8546"/>
                  <a:pt x="9574" y="7812"/>
                </a:cubicBezTo>
                <a:cubicBezTo>
                  <a:pt x="10733" y="6225"/>
                  <a:pt x="13397" y="5265"/>
                  <a:pt x="16213" y="5265"/>
                </a:cubicBezTo>
                <a:close/>
                <a:moveTo>
                  <a:pt x="12033" y="0"/>
                </a:moveTo>
                <a:cubicBezTo>
                  <a:pt x="12003" y="0"/>
                  <a:pt x="11972" y="3"/>
                  <a:pt x="11942" y="7"/>
                </a:cubicBezTo>
                <a:lnTo>
                  <a:pt x="7839" y="974"/>
                </a:lnTo>
                <a:cubicBezTo>
                  <a:pt x="7706" y="1008"/>
                  <a:pt x="7606" y="1141"/>
                  <a:pt x="7606" y="1274"/>
                </a:cubicBezTo>
                <a:cubicBezTo>
                  <a:pt x="7606" y="1308"/>
                  <a:pt x="7639" y="1375"/>
                  <a:pt x="7639" y="1408"/>
                </a:cubicBezTo>
                <a:lnTo>
                  <a:pt x="8640" y="3376"/>
                </a:lnTo>
                <a:cubicBezTo>
                  <a:pt x="8740" y="3543"/>
                  <a:pt x="8673" y="3743"/>
                  <a:pt x="8506" y="3843"/>
                </a:cubicBezTo>
                <a:cubicBezTo>
                  <a:pt x="8206" y="4010"/>
                  <a:pt x="7906" y="4143"/>
                  <a:pt x="7606" y="4310"/>
                </a:cubicBezTo>
                <a:cubicBezTo>
                  <a:pt x="7306" y="4510"/>
                  <a:pt x="7005" y="4677"/>
                  <a:pt x="6705" y="4910"/>
                </a:cubicBezTo>
                <a:cubicBezTo>
                  <a:pt x="6555" y="4985"/>
                  <a:pt x="6367" y="5023"/>
                  <a:pt x="6199" y="5023"/>
                </a:cubicBezTo>
                <a:cubicBezTo>
                  <a:pt x="6142" y="5023"/>
                  <a:pt x="6088" y="5019"/>
                  <a:pt x="6038" y="5010"/>
                </a:cubicBezTo>
                <a:lnTo>
                  <a:pt x="2269" y="4410"/>
                </a:lnTo>
                <a:cubicBezTo>
                  <a:pt x="2234" y="4404"/>
                  <a:pt x="2199" y="4402"/>
                  <a:pt x="2163" y="4402"/>
                </a:cubicBezTo>
                <a:cubicBezTo>
                  <a:pt x="1990" y="4402"/>
                  <a:pt x="1806" y="4466"/>
                  <a:pt x="1668" y="4577"/>
                </a:cubicBezTo>
                <a:lnTo>
                  <a:pt x="34" y="6845"/>
                </a:lnTo>
                <a:cubicBezTo>
                  <a:pt x="34" y="6878"/>
                  <a:pt x="0" y="6912"/>
                  <a:pt x="0" y="6945"/>
                </a:cubicBezTo>
                <a:cubicBezTo>
                  <a:pt x="0" y="7045"/>
                  <a:pt x="134" y="7179"/>
                  <a:pt x="301" y="7212"/>
                </a:cubicBezTo>
                <a:lnTo>
                  <a:pt x="3636" y="8279"/>
                </a:lnTo>
                <a:cubicBezTo>
                  <a:pt x="3836" y="8313"/>
                  <a:pt x="4003" y="8513"/>
                  <a:pt x="4003" y="8713"/>
                </a:cubicBezTo>
                <a:cubicBezTo>
                  <a:pt x="3937" y="9147"/>
                  <a:pt x="3937" y="9580"/>
                  <a:pt x="4003" y="10014"/>
                </a:cubicBezTo>
                <a:cubicBezTo>
                  <a:pt x="4037" y="10181"/>
                  <a:pt x="3903" y="10381"/>
                  <a:pt x="3736" y="10448"/>
                </a:cubicBezTo>
                <a:lnTo>
                  <a:pt x="201" y="11582"/>
                </a:lnTo>
                <a:cubicBezTo>
                  <a:pt x="100" y="11582"/>
                  <a:pt x="34" y="11682"/>
                  <a:pt x="34" y="11782"/>
                </a:cubicBezTo>
                <a:cubicBezTo>
                  <a:pt x="34" y="11882"/>
                  <a:pt x="67" y="11949"/>
                  <a:pt x="134" y="12015"/>
                </a:cubicBezTo>
                <a:lnTo>
                  <a:pt x="1602" y="14084"/>
                </a:lnTo>
                <a:cubicBezTo>
                  <a:pt x="1735" y="14284"/>
                  <a:pt x="1968" y="14384"/>
                  <a:pt x="2202" y="14384"/>
                </a:cubicBezTo>
                <a:lnTo>
                  <a:pt x="6071" y="13717"/>
                </a:lnTo>
                <a:cubicBezTo>
                  <a:pt x="6338" y="13717"/>
                  <a:pt x="6605" y="13783"/>
                  <a:pt x="6805" y="13917"/>
                </a:cubicBezTo>
                <a:cubicBezTo>
                  <a:pt x="7306" y="14284"/>
                  <a:pt x="7839" y="14584"/>
                  <a:pt x="8373" y="14817"/>
                </a:cubicBezTo>
                <a:cubicBezTo>
                  <a:pt x="8607" y="14951"/>
                  <a:pt x="8740" y="15151"/>
                  <a:pt x="8673" y="15284"/>
                </a:cubicBezTo>
                <a:lnTo>
                  <a:pt x="7606" y="17419"/>
                </a:lnTo>
                <a:cubicBezTo>
                  <a:pt x="7539" y="17553"/>
                  <a:pt x="7673" y="17720"/>
                  <a:pt x="7906" y="17786"/>
                </a:cubicBezTo>
                <a:lnTo>
                  <a:pt x="11809" y="18720"/>
                </a:lnTo>
                <a:cubicBezTo>
                  <a:pt x="11871" y="18738"/>
                  <a:pt x="11934" y="18746"/>
                  <a:pt x="11995" y="18746"/>
                </a:cubicBezTo>
                <a:cubicBezTo>
                  <a:pt x="12163" y="18746"/>
                  <a:pt x="12321" y="18685"/>
                  <a:pt x="12443" y="18587"/>
                </a:cubicBezTo>
                <a:lnTo>
                  <a:pt x="14344" y="16619"/>
                </a:lnTo>
                <a:cubicBezTo>
                  <a:pt x="14511" y="16485"/>
                  <a:pt x="14744" y="16419"/>
                  <a:pt x="14944" y="16419"/>
                </a:cubicBezTo>
                <a:cubicBezTo>
                  <a:pt x="15378" y="16452"/>
                  <a:pt x="15803" y="16469"/>
                  <a:pt x="16229" y="16469"/>
                </a:cubicBezTo>
                <a:cubicBezTo>
                  <a:pt x="16654" y="16469"/>
                  <a:pt x="17079" y="16452"/>
                  <a:pt x="17513" y="16419"/>
                </a:cubicBezTo>
                <a:cubicBezTo>
                  <a:pt x="17780" y="16419"/>
                  <a:pt x="18013" y="16519"/>
                  <a:pt x="18213" y="16719"/>
                </a:cubicBezTo>
                <a:lnTo>
                  <a:pt x="19881" y="18487"/>
                </a:lnTo>
                <a:cubicBezTo>
                  <a:pt x="20027" y="18632"/>
                  <a:pt x="20222" y="18727"/>
                  <a:pt x="20425" y="18727"/>
                </a:cubicBezTo>
                <a:cubicBezTo>
                  <a:pt x="20455" y="18727"/>
                  <a:pt x="20485" y="18725"/>
                  <a:pt x="20515" y="18720"/>
                </a:cubicBezTo>
                <a:lnTo>
                  <a:pt x="24618" y="17753"/>
                </a:lnTo>
                <a:cubicBezTo>
                  <a:pt x="24785" y="17686"/>
                  <a:pt x="24885" y="17486"/>
                  <a:pt x="24785" y="17353"/>
                </a:cubicBezTo>
                <a:lnTo>
                  <a:pt x="23784" y="15385"/>
                </a:lnTo>
                <a:cubicBezTo>
                  <a:pt x="23684" y="15218"/>
                  <a:pt x="23751" y="14984"/>
                  <a:pt x="23917" y="14918"/>
                </a:cubicBezTo>
                <a:cubicBezTo>
                  <a:pt x="24551" y="14617"/>
                  <a:pt x="25152" y="14250"/>
                  <a:pt x="25719" y="13850"/>
                </a:cubicBezTo>
                <a:cubicBezTo>
                  <a:pt x="25894" y="13775"/>
                  <a:pt x="26069" y="13738"/>
                  <a:pt x="26244" y="13738"/>
                </a:cubicBezTo>
                <a:cubicBezTo>
                  <a:pt x="26303" y="13738"/>
                  <a:pt x="26361" y="13742"/>
                  <a:pt x="26419" y="13750"/>
                </a:cubicBezTo>
                <a:lnTo>
                  <a:pt x="30155" y="14384"/>
                </a:lnTo>
                <a:cubicBezTo>
                  <a:pt x="30190" y="14390"/>
                  <a:pt x="30225" y="14392"/>
                  <a:pt x="30261" y="14392"/>
                </a:cubicBezTo>
                <a:cubicBezTo>
                  <a:pt x="30434" y="14392"/>
                  <a:pt x="30618" y="14328"/>
                  <a:pt x="30756" y="14217"/>
                </a:cubicBezTo>
                <a:lnTo>
                  <a:pt x="32390" y="11949"/>
                </a:lnTo>
                <a:cubicBezTo>
                  <a:pt x="32390" y="11915"/>
                  <a:pt x="32424" y="11882"/>
                  <a:pt x="32424" y="11849"/>
                </a:cubicBezTo>
                <a:cubicBezTo>
                  <a:pt x="32424" y="11815"/>
                  <a:pt x="32390" y="11782"/>
                  <a:pt x="32390" y="11749"/>
                </a:cubicBezTo>
                <a:cubicBezTo>
                  <a:pt x="32323" y="11649"/>
                  <a:pt x="32223" y="11582"/>
                  <a:pt x="32123" y="11548"/>
                </a:cubicBezTo>
                <a:lnTo>
                  <a:pt x="28788" y="10514"/>
                </a:lnTo>
                <a:cubicBezTo>
                  <a:pt x="28587" y="10448"/>
                  <a:pt x="28421" y="10281"/>
                  <a:pt x="28421" y="10047"/>
                </a:cubicBezTo>
                <a:cubicBezTo>
                  <a:pt x="28487" y="9647"/>
                  <a:pt x="28487" y="9213"/>
                  <a:pt x="28421" y="8780"/>
                </a:cubicBezTo>
                <a:cubicBezTo>
                  <a:pt x="28387" y="8580"/>
                  <a:pt x="28521" y="8413"/>
                  <a:pt x="28688" y="8346"/>
                </a:cubicBezTo>
                <a:lnTo>
                  <a:pt x="32223" y="7212"/>
                </a:lnTo>
                <a:cubicBezTo>
                  <a:pt x="32323" y="7179"/>
                  <a:pt x="32390" y="7112"/>
                  <a:pt x="32390" y="7012"/>
                </a:cubicBezTo>
                <a:cubicBezTo>
                  <a:pt x="32390" y="6912"/>
                  <a:pt x="32357" y="6845"/>
                  <a:pt x="32290" y="6778"/>
                </a:cubicBezTo>
                <a:lnTo>
                  <a:pt x="30822" y="4710"/>
                </a:lnTo>
                <a:cubicBezTo>
                  <a:pt x="30689" y="4510"/>
                  <a:pt x="30455" y="4410"/>
                  <a:pt x="30222" y="4410"/>
                </a:cubicBezTo>
                <a:lnTo>
                  <a:pt x="26353" y="5077"/>
                </a:lnTo>
                <a:cubicBezTo>
                  <a:pt x="26086" y="5077"/>
                  <a:pt x="25819" y="4977"/>
                  <a:pt x="25619" y="4844"/>
                </a:cubicBezTo>
                <a:cubicBezTo>
                  <a:pt x="25385" y="4677"/>
                  <a:pt x="25118" y="4510"/>
                  <a:pt x="24851" y="4343"/>
                </a:cubicBezTo>
                <a:cubicBezTo>
                  <a:pt x="24585" y="4177"/>
                  <a:pt x="24318" y="4043"/>
                  <a:pt x="24051" y="3910"/>
                </a:cubicBezTo>
                <a:cubicBezTo>
                  <a:pt x="23784" y="3810"/>
                  <a:pt x="23684" y="3609"/>
                  <a:pt x="23784" y="3476"/>
                </a:cubicBezTo>
                <a:lnTo>
                  <a:pt x="24851" y="1341"/>
                </a:lnTo>
                <a:cubicBezTo>
                  <a:pt x="24851" y="1341"/>
                  <a:pt x="24851" y="1308"/>
                  <a:pt x="24851" y="1274"/>
                </a:cubicBezTo>
                <a:cubicBezTo>
                  <a:pt x="24851" y="1141"/>
                  <a:pt x="24751" y="1041"/>
                  <a:pt x="24551" y="974"/>
                </a:cubicBezTo>
                <a:lnTo>
                  <a:pt x="20615" y="40"/>
                </a:lnTo>
                <a:cubicBezTo>
                  <a:pt x="20541" y="19"/>
                  <a:pt x="20467" y="8"/>
                  <a:pt x="20395" y="8"/>
                </a:cubicBezTo>
                <a:cubicBezTo>
                  <a:pt x="20240" y="8"/>
                  <a:pt x="20095" y="60"/>
                  <a:pt x="19981" y="174"/>
                </a:cubicBezTo>
                <a:lnTo>
                  <a:pt x="18113" y="2142"/>
                </a:lnTo>
                <a:cubicBezTo>
                  <a:pt x="17947" y="2275"/>
                  <a:pt x="17713" y="2342"/>
                  <a:pt x="17513" y="2342"/>
                </a:cubicBezTo>
                <a:cubicBezTo>
                  <a:pt x="17079" y="2309"/>
                  <a:pt x="16646" y="2292"/>
                  <a:pt x="16216" y="2292"/>
                </a:cubicBezTo>
                <a:cubicBezTo>
                  <a:pt x="15787" y="2292"/>
                  <a:pt x="15361" y="2309"/>
                  <a:pt x="14944" y="2342"/>
                </a:cubicBezTo>
                <a:cubicBezTo>
                  <a:pt x="14678" y="2309"/>
                  <a:pt x="14444" y="2208"/>
                  <a:pt x="14244" y="2042"/>
                </a:cubicBezTo>
                <a:lnTo>
                  <a:pt x="12576" y="240"/>
                </a:lnTo>
                <a:cubicBezTo>
                  <a:pt x="12431" y="95"/>
                  <a:pt x="12235" y="0"/>
                  <a:pt x="12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0">
            <a:extLst>
              <a:ext uri="{FF2B5EF4-FFF2-40B4-BE49-F238E27FC236}">
                <a16:creationId xmlns:a16="http://schemas.microsoft.com/office/drawing/2014/main" id="{9AA39244-8922-83A9-673E-D3CAA5816B14}"/>
              </a:ext>
            </a:extLst>
          </p:cNvPr>
          <p:cNvSpPr/>
          <p:nvPr/>
        </p:nvSpPr>
        <p:spPr>
          <a:xfrm>
            <a:off x="6888903" y="1293005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0" y="1"/>
                </a:moveTo>
                <a:cubicBezTo>
                  <a:pt x="38843" y="1"/>
                  <a:pt x="36498" y="1880"/>
                  <a:pt x="34758" y="5176"/>
                </a:cubicBezTo>
                <a:lnTo>
                  <a:pt x="4203" y="62450"/>
                </a:lnTo>
                <a:cubicBezTo>
                  <a:pt x="300" y="69822"/>
                  <a:pt x="0" y="79129"/>
                  <a:pt x="3536" y="82731"/>
                </a:cubicBezTo>
                <a:cubicBezTo>
                  <a:pt x="3836" y="83065"/>
                  <a:pt x="4203" y="83332"/>
                  <a:pt x="4570" y="83565"/>
                </a:cubicBezTo>
                <a:cubicBezTo>
                  <a:pt x="5471" y="84065"/>
                  <a:pt x="9307" y="86300"/>
                  <a:pt x="9674" y="86501"/>
                </a:cubicBezTo>
                <a:cubicBezTo>
                  <a:pt x="10362" y="86902"/>
                  <a:pt x="11108" y="87096"/>
                  <a:pt x="11886" y="87096"/>
                </a:cubicBezTo>
                <a:cubicBezTo>
                  <a:pt x="15177" y="87096"/>
                  <a:pt x="19040" y="83635"/>
                  <a:pt x="21549" y="77861"/>
                </a:cubicBezTo>
                <a:lnTo>
                  <a:pt x="48368" y="16751"/>
                </a:lnTo>
                <a:cubicBezTo>
                  <a:pt x="50536" y="11814"/>
                  <a:pt x="50469" y="6176"/>
                  <a:pt x="48234" y="3908"/>
                </a:cubicBezTo>
                <a:cubicBezTo>
                  <a:pt x="48001" y="3675"/>
                  <a:pt x="47767" y="3474"/>
                  <a:pt x="47467" y="3308"/>
                </a:cubicBezTo>
                <a:cubicBezTo>
                  <a:pt x="46567" y="2807"/>
                  <a:pt x="42664" y="539"/>
                  <a:pt x="42397" y="406"/>
                </a:cubicBezTo>
                <a:cubicBezTo>
                  <a:pt x="41922" y="133"/>
                  <a:pt x="41407" y="1"/>
                  <a:pt x="40870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0">
            <a:extLst>
              <a:ext uri="{FF2B5EF4-FFF2-40B4-BE49-F238E27FC236}">
                <a16:creationId xmlns:a16="http://schemas.microsoft.com/office/drawing/2014/main" id="{671B1446-B14F-0B02-8852-D91E5CCB96C8}"/>
              </a:ext>
            </a:extLst>
          </p:cNvPr>
          <p:cNvSpPr/>
          <p:nvPr/>
        </p:nvSpPr>
        <p:spPr>
          <a:xfrm>
            <a:off x="6888903" y="1293005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0" y="1"/>
                </a:moveTo>
                <a:cubicBezTo>
                  <a:pt x="38843" y="1"/>
                  <a:pt x="36498" y="1880"/>
                  <a:pt x="34758" y="5176"/>
                </a:cubicBezTo>
                <a:lnTo>
                  <a:pt x="4203" y="62450"/>
                </a:lnTo>
                <a:cubicBezTo>
                  <a:pt x="300" y="69822"/>
                  <a:pt x="0" y="79129"/>
                  <a:pt x="3536" y="82731"/>
                </a:cubicBezTo>
                <a:cubicBezTo>
                  <a:pt x="3836" y="83065"/>
                  <a:pt x="4203" y="83332"/>
                  <a:pt x="4570" y="83565"/>
                </a:cubicBezTo>
                <a:cubicBezTo>
                  <a:pt x="5471" y="84065"/>
                  <a:pt x="9307" y="86300"/>
                  <a:pt x="9674" y="86501"/>
                </a:cubicBezTo>
                <a:cubicBezTo>
                  <a:pt x="10362" y="86902"/>
                  <a:pt x="11108" y="87096"/>
                  <a:pt x="11886" y="87096"/>
                </a:cubicBezTo>
                <a:cubicBezTo>
                  <a:pt x="15177" y="87096"/>
                  <a:pt x="19040" y="83635"/>
                  <a:pt x="21549" y="77861"/>
                </a:cubicBezTo>
                <a:lnTo>
                  <a:pt x="48368" y="16751"/>
                </a:lnTo>
                <a:cubicBezTo>
                  <a:pt x="50536" y="11814"/>
                  <a:pt x="50469" y="6176"/>
                  <a:pt x="48234" y="3908"/>
                </a:cubicBezTo>
                <a:cubicBezTo>
                  <a:pt x="48001" y="3675"/>
                  <a:pt x="47767" y="3474"/>
                  <a:pt x="47467" y="3308"/>
                </a:cubicBezTo>
                <a:cubicBezTo>
                  <a:pt x="46567" y="2807"/>
                  <a:pt x="42664" y="539"/>
                  <a:pt x="42397" y="406"/>
                </a:cubicBezTo>
                <a:cubicBezTo>
                  <a:pt x="41922" y="133"/>
                  <a:pt x="41407" y="1"/>
                  <a:pt x="40870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40">
            <a:extLst>
              <a:ext uri="{FF2B5EF4-FFF2-40B4-BE49-F238E27FC236}">
                <a16:creationId xmlns:a16="http://schemas.microsoft.com/office/drawing/2014/main" id="{8AFBE729-481A-CFA1-377B-8A9CA3A062F5}"/>
              </a:ext>
            </a:extLst>
          </p:cNvPr>
          <p:cNvSpPr/>
          <p:nvPr/>
        </p:nvSpPr>
        <p:spPr>
          <a:xfrm>
            <a:off x="6979631" y="1345187"/>
            <a:ext cx="813632" cy="1506365"/>
          </a:xfrm>
          <a:custGeom>
            <a:avLst/>
            <a:gdLst/>
            <a:ahLst/>
            <a:cxnLst/>
            <a:rect l="l" t="t" r="r" b="b"/>
            <a:pathLst>
              <a:path w="45467" h="84178" extrusionOk="0">
                <a:moveTo>
                  <a:pt x="40884" y="1"/>
                </a:moveTo>
                <a:cubicBezTo>
                  <a:pt x="38856" y="1"/>
                  <a:pt x="36506" y="1879"/>
                  <a:pt x="34758" y="5162"/>
                </a:cubicBezTo>
                <a:lnTo>
                  <a:pt x="4237" y="62469"/>
                </a:lnTo>
                <a:cubicBezTo>
                  <a:pt x="301" y="69841"/>
                  <a:pt x="0" y="79148"/>
                  <a:pt x="3570" y="82751"/>
                </a:cubicBezTo>
                <a:cubicBezTo>
                  <a:pt x="4512" y="83720"/>
                  <a:pt x="5626" y="84177"/>
                  <a:pt x="6817" y="84177"/>
                </a:cubicBezTo>
                <a:cubicBezTo>
                  <a:pt x="10094" y="84177"/>
                  <a:pt x="13959" y="80718"/>
                  <a:pt x="16479" y="74945"/>
                </a:cubicBezTo>
                <a:lnTo>
                  <a:pt x="43298" y="13835"/>
                </a:lnTo>
                <a:cubicBezTo>
                  <a:pt x="45466" y="8898"/>
                  <a:pt x="45399" y="3260"/>
                  <a:pt x="43164" y="992"/>
                </a:cubicBezTo>
                <a:cubicBezTo>
                  <a:pt x="42502" y="320"/>
                  <a:pt x="41720" y="1"/>
                  <a:pt x="4088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0">
            <a:extLst>
              <a:ext uri="{FF2B5EF4-FFF2-40B4-BE49-F238E27FC236}">
                <a16:creationId xmlns:a16="http://schemas.microsoft.com/office/drawing/2014/main" id="{16E41C3B-80A1-1CF9-E6DA-5F100FB1311A}"/>
              </a:ext>
            </a:extLst>
          </p:cNvPr>
          <p:cNvSpPr/>
          <p:nvPr/>
        </p:nvSpPr>
        <p:spPr>
          <a:xfrm>
            <a:off x="7056043" y="2502081"/>
            <a:ext cx="204755" cy="236572"/>
          </a:xfrm>
          <a:custGeom>
            <a:avLst/>
            <a:gdLst/>
            <a:ahLst/>
            <a:cxnLst/>
            <a:rect l="l" t="t" r="r" b="b"/>
            <a:pathLst>
              <a:path w="11442" h="13220" extrusionOk="0">
                <a:moveTo>
                  <a:pt x="6406" y="1"/>
                </a:moveTo>
                <a:cubicBezTo>
                  <a:pt x="5709" y="1"/>
                  <a:pt x="4930" y="283"/>
                  <a:pt x="4136" y="856"/>
                </a:cubicBezTo>
                <a:cubicBezTo>
                  <a:pt x="1701" y="2557"/>
                  <a:pt x="0" y="6360"/>
                  <a:pt x="367" y="9295"/>
                </a:cubicBezTo>
                <a:cubicBezTo>
                  <a:pt x="534" y="10796"/>
                  <a:pt x="1201" y="11764"/>
                  <a:pt x="2102" y="12164"/>
                </a:cubicBezTo>
                <a:lnTo>
                  <a:pt x="4036" y="12998"/>
                </a:lnTo>
                <a:cubicBezTo>
                  <a:pt x="4342" y="13145"/>
                  <a:pt x="4678" y="13219"/>
                  <a:pt x="5037" y="13219"/>
                </a:cubicBezTo>
                <a:cubicBezTo>
                  <a:pt x="5736" y="13219"/>
                  <a:pt x="6523" y="12937"/>
                  <a:pt x="7339" y="12364"/>
                </a:cubicBezTo>
                <a:cubicBezTo>
                  <a:pt x="9740" y="10663"/>
                  <a:pt x="11442" y="6860"/>
                  <a:pt x="11075" y="3925"/>
                </a:cubicBezTo>
                <a:cubicBezTo>
                  <a:pt x="10908" y="2457"/>
                  <a:pt x="10241" y="1456"/>
                  <a:pt x="9340" y="1056"/>
                </a:cubicBezTo>
                <a:cubicBezTo>
                  <a:pt x="8806" y="789"/>
                  <a:pt x="7972" y="456"/>
                  <a:pt x="7405" y="222"/>
                </a:cubicBezTo>
                <a:cubicBezTo>
                  <a:pt x="7100" y="75"/>
                  <a:pt x="6764" y="1"/>
                  <a:pt x="6406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40">
            <a:extLst>
              <a:ext uri="{FF2B5EF4-FFF2-40B4-BE49-F238E27FC236}">
                <a16:creationId xmlns:a16="http://schemas.microsoft.com/office/drawing/2014/main" id="{3366E2F0-D6AA-EC31-E49E-5261197D78BC}"/>
              </a:ext>
            </a:extLst>
          </p:cNvPr>
          <p:cNvSpPr/>
          <p:nvPr/>
        </p:nvSpPr>
        <p:spPr>
          <a:xfrm>
            <a:off x="7091260" y="2517273"/>
            <a:ext cx="169537" cy="221379"/>
          </a:xfrm>
          <a:custGeom>
            <a:avLst/>
            <a:gdLst/>
            <a:ahLst/>
            <a:cxnLst/>
            <a:rect l="l" t="t" r="r" b="b"/>
            <a:pathLst>
              <a:path w="9474" h="12371" extrusionOk="0">
                <a:moveTo>
                  <a:pt x="6396" y="1"/>
                </a:moveTo>
                <a:cubicBezTo>
                  <a:pt x="5690" y="1"/>
                  <a:pt x="4896" y="268"/>
                  <a:pt x="4103" y="841"/>
                </a:cubicBezTo>
                <a:cubicBezTo>
                  <a:pt x="1668" y="2542"/>
                  <a:pt x="0" y="6345"/>
                  <a:pt x="367" y="9280"/>
                </a:cubicBezTo>
                <a:cubicBezTo>
                  <a:pt x="534" y="10781"/>
                  <a:pt x="1201" y="11749"/>
                  <a:pt x="2068" y="12149"/>
                </a:cubicBezTo>
                <a:cubicBezTo>
                  <a:pt x="2374" y="12296"/>
                  <a:pt x="2714" y="12370"/>
                  <a:pt x="3076" y="12370"/>
                </a:cubicBezTo>
                <a:cubicBezTo>
                  <a:pt x="3783" y="12370"/>
                  <a:pt x="4577" y="12088"/>
                  <a:pt x="5371" y="11515"/>
                </a:cubicBezTo>
                <a:cubicBezTo>
                  <a:pt x="7772" y="9814"/>
                  <a:pt x="9474" y="6045"/>
                  <a:pt x="9140" y="3076"/>
                </a:cubicBezTo>
                <a:cubicBezTo>
                  <a:pt x="8940" y="1608"/>
                  <a:pt x="8306" y="607"/>
                  <a:pt x="7405" y="207"/>
                </a:cubicBezTo>
                <a:cubicBezTo>
                  <a:pt x="7100" y="71"/>
                  <a:pt x="6759" y="1"/>
                  <a:pt x="6396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0">
            <a:extLst>
              <a:ext uri="{FF2B5EF4-FFF2-40B4-BE49-F238E27FC236}">
                <a16:creationId xmlns:a16="http://schemas.microsoft.com/office/drawing/2014/main" id="{3A72EB74-D75C-31C9-5741-5C38F8C4E90B}"/>
              </a:ext>
            </a:extLst>
          </p:cNvPr>
          <p:cNvSpPr/>
          <p:nvPr/>
        </p:nvSpPr>
        <p:spPr>
          <a:xfrm>
            <a:off x="7627895" y="1443735"/>
            <a:ext cx="109249" cy="130311"/>
          </a:xfrm>
          <a:custGeom>
            <a:avLst/>
            <a:gdLst/>
            <a:ahLst/>
            <a:cxnLst/>
            <a:rect l="l" t="t" r="r" b="b"/>
            <a:pathLst>
              <a:path w="6105" h="7282" extrusionOk="0">
                <a:moveTo>
                  <a:pt x="3443" y="1"/>
                </a:moveTo>
                <a:cubicBezTo>
                  <a:pt x="3063" y="1"/>
                  <a:pt x="2639" y="149"/>
                  <a:pt x="2202" y="455"/>
                </a:cubicBezTo>
                <a:cubicBezTo>
                  <a:pt x="767" y="1589"/>
                  <a:pt x="0" y="3324"/>
                  <a:pt x="100" y="5125"/>
                </a:cubicBezTo>
                <a:cubicBezTo>
                  <a:pt x="100" y="5759"/>
                  <a:pt x="467" y="6360"/>
                  <a:pt x="1068" y="6693"/>
                </a:cubicBezTo>
                <a:lnTo>
                  <a:pt x="2135" y="7160"/>
                </a:lnTo>
                <a:cubicBezTo>
                  <a:pt x="2307" y="7240"/>
                  <a:pt x="2495" y="7281"/>
                  <a:pt x="2695" y="7281"/>
                </a:cubicBezTo>
                <a:cubicBezTo>
                  <a:pt x="3076" y="7281"/>
                  <a:pt x="3499" y="7133"/>
                  <a:pt x="3936" y="6827"/>
                </a:cubicBezTo>
                <a:cubicBezTo>
                  <a:pt x="5337" y="5692"/>
                  <a:pt x="6105" y="3958"/>
                  <a:pt x="6004" y="2157"/>
                </a:cubicBezTo>
                <a:cubicBezTo>
                  <a:pt x="5904" y="1323"/>
                  <a:pt x="5571" y="789"/>
                  <a:pt x="5070" y="589"/>
                </a:cubicBezTo>
                <a:lnTo>
                  <a:pt x="4003" y="122"/>
                </a:lnTo>
                <a:cubicBezTo>
                  <a:pt x="3831" y="41"/>
                  <a:pt x="3643" y="1"/>
                  <a:pt x="3443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0">
            <a:extLst>
              <a:ext uri="{FF2B5EF4-FFF2-40B4-BE49-F238E27FC236}">
                <a16:creationId xmlns:a16="http://schemas.microsoft.com/office/drawing/2014/main" id="{3D942776-9EFD-1FAB-F2A7-07E6DDC9143B}"/>
              </a:ext>
            </a:extLst>
          </p:cNvPr>
          <p:cNvSpPr/>
          <p:nvPr/>
        </p:nvSpPr>
        <p:spPr>
          <a:xfrm>
            <a:off x="7646399" y="1452091"/>
            <a:ext cx="90746" cy="121954"/>
          </a:xfrm>
          <a:custGeom>
            <a:avLst/>
            <a:gdLst/>
            <a:ahLst/>
            <a:cxnLst/>
            <a:rect l="l" t="t" r="r" b="b"/>
            <a:pathLst>
              <a:path w="5071" h="6815" extrusionOk="0">
                <a:moveTo>
                  <a:pt x="3458" y="1"/>
                </a:moveTo>
                <a:cubicBezTo>
                  <a:pt x="3077" y="1"/>
                  <a:pt x="2639" y="149"/>
                  <a:pt x="2202" y="455"/>
                </a:cubicBezTo>
                <a:cubicBezTo>
                  <a:pt x="801" y="1589"/>
                  <a:pt x="0" y="3324"/>
                  <a:pt x="134" y="5125"/>
                </a:cubicBezTo>
                <a:cubicBezTo>
                  <a:pt x="234" y="5926"/>
                  <a:pt x="567" y="6460"/>
                  <a:pt x="1068" y="6693"/>
                </a:cubicBezTo>
                <a:cubicBezTo>
                  <a:pt x="1240" y="6773"/>
                  <a:pt x="1428" y="6814"/>
                  <a:pt x="1627" y="6814"/>
                </a:cubicBezTo>
                <a:cubicBezTo>
                  <a:pt x="2008" y="6814"/>
                  <a:pt x="2431" y="6666"/>
                  <a:pt x="2869" y="6360"/>
                </a:cubicBezTo>
                <a:cubicBezTo>
                  <a:pt x="4303" y="5225"/>
                  <a:pt x="5071" y="3491"/>
                  <a:pt x="4970" y="1690"/>
                </a:cubicBezTo>
                <a:cubicBezTo>
                  <a:pt x="4870" y="856"/>
                  <a:pt x="4503" y="322"/>
                  <a:pt x="4003" y="122"/>
                </a:cubicBezTo>
                <a:cubicBezTo>
                  <a:pt x="3842" y="41"/>
                  <a:pt x="3658" y="1"/>
                  <a:pt x="3458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0">
            <a:extLst>
              <a:ext uri="{FF2B5EF4-FFF2-40B4-BE49-F238E27FC236}">
                <a16:creationId xmlns:a16="http://schemas.microsoft.com/office/drawing/2014/main" id="{F07B7D96-76BC-FD09-3A77-4C4DB1D18056}"/>
              </a:ext>
            </a:extLst>
          </p:cNvPr>
          <p:cNvSpPr/>
          <p:nvPr/>
        </p:nvSpPr>
        <p:spPr>
          <a:xfrm>
            <a:off x="6712799" y="1345026"/>
            <a:ext cx="1141343" cy="450399"/>
          </a:xfrm>
          <a:custGeom>
            <a:avLst/>
            <a:gdLst/>
            <a:ahLst/>
            <a:cxnLst/>
            <a:rect l="l" t="t" r="r" b="b"/>
            <a:pathLst>
              <a:path w="63780" h="25169" extrusionOk="0">
                <a:moveTo>
                  <a:pt x="55521" y="0"/>
                </a:moveTo>
                <a:cubicBezTo>
                  <a:pt x="55159" y="0"/>
                  <a:pt x="54795" y="45"/>
                  <a:pt x="54440" y="134"/>
                </a:cubicBezTo>
                <a:lnTo>
                  <a:pt x="7239" y="10174"/>
                </a:lnTo>
                <a:cubicBezTo>
                  <a:pt x="4604" y="10741"/>
                  <a:pt x="1769" y="13910"/>
                  <a:pt x="735" y="17379"/>
                </a:cubicBezTo>
                <a:cubicBezTo>
                  <a:pt x="1" y="19981"/>
                  <a:pt x="468" y="22049"/>
                  <a:pt x="1835" y="22850"/>
                </a:cubicBezTo>
                <a:cubicBezTo>
                  <a:pt x="2269" y="23117"/>
                  <a:pt x="4671" y="24485"/>
                  <a:pt x="5238" y="24818"/>
                </a:cubicBezTo>
                <a:cubicBezTo>
                  <a:pt x="5652" y="25039"/>
                  <a:pt x="6113" y="25169"/>
                  <a:pt x="6562" y="25169"/>
                </a:cubicBezTo>
                <a:cubicBezTo>
                  <a:pt x="6655" y="25169"/>
                  <a:pt x="6747" y="25163"/>
                  <a:pt x="6839" y="25152"/>
                </a:cubicBezTo>
                <a:lnTo>
                  <a:pt x="52205" y="21449"/>
                </a:lnTo>
                <a:cubicBezTo>
                  <a:pt x="56241" y="21115"/>
                  <a:pt x="61011" y="16179"/>
                  <a:pt x="62645" y="10641"/>
                </a:cubicBezTo>
                <a:cubicBezTo>
                  <a:pt x="63780" y="6739"/>
                  <a:pt x="63012" y="3636"/>
                  <a:pt x="61011" y="2469"/>
                </a:cubicBezTo>
                <a:cubicBezTo>
                  <a:pt x="60444" y="2135"/>
                  <a:pt x="58176" y="868"/>
                  <a:pt x="57608" y="534"/>
                </a:cubicBezTo>
                <a:cubicBezTo>
                  <a:pt x="56964" y="178"/>
                  <a:pt x="56245" y="0"/>
                  <a:pt x="55521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0">
            <a:extLst>
              <a:ext uri="{FF2B5EF4-FFF2-40B4-BE49-F238E27FC236}">
                <a16:creationId xmlns:a16="http://schemas.microsoft.com/office/drawing/2014/main" id="{0901AC39-AE4A-D3BE-3ADB-2831EACFA5B2}"/>
              </a:ext>
            </a:extLst>
          </p:cNvPr>
          <p:cNvSpPr/>
          <p:nvPr/>
        </p:nvSpPr>
        <p:spPr>
          <a:xfrm>
            <a:off x="6712799" y="1345026"/>
            <a:ext cx="1141343" cy="450399"/>
          </a:xfrm>
          <a:custGeom>
            <a:avLst/>
            <a:gdLst/>
            <a:ahLst/>
            <a:cxnLst/>
            <a:rect l="l" t="t" r="r" b="b"/>
            <a:pathLst>
              <a:path w="63780" h="25169" extrusionOk="0">
                <a:moveTo>
                  <a:pt x="55521" y="0"/>
                </a:moveTo>
                <a:cubicBezTo>
                  <a:pt x="55159" y="0"/>
                  <a:pt x="54795" y="45"/>
                  <a:pt x="54440" y="134"/>
                </a:cubicBezTo>
                <a:lnTo>
                  <a:pt x="7239" y="10174"/>
                </a:lnTo>
                <a:cubicBezTo>
                  <a:pt x="4604" y="10741"/>
                  <a:pt x="1769" y="13910"/>
                  <a:pt x="735" y="17379"/>
                </a:cubicBezTo>
                <a:cubicBezTo>
                  <a:pt x="1" y="19981"/>
                  <a:pt x="468" y="22049"/>
                  <a:pt x="1835" y="22850"/>
                </a:cubicBezTo>
                <a:cubicBezTo>
                  <a:pt x="2269" y="23117"/>
                  <a:pt x="4671" y="24485"/>
                  <a:pt x="5238" y="24818"/>
                </a:cubicBezTo>
                <a:cubicBezTo>
                  <a:pt x="5652" y="25039"/>
                  <a:pt x="6113" y="25169"/>
                  <a:pt x="6562" y="25169"/>
                </a:cubicBezTo>
                <a:cubicBezTo>
                  <a:pt x="6655" y="25169"/>
                  <a:pt x="6747" y="25163"/>
                  <a:pt x="6839" y="25152"/>
                </a:cubicBezTo>
                <a:lnTo>
                  <a:pt x="52205" y="21449"/>
                </a:lnTo>
                <a:cubicBezTo>
                  <a:pt x="56241" y="21115"/>
                  <a:pt x="61011" y="16179"/>
                  <a:pt x="62645" y="10641"/>
                </a:cubicBezTo>
                <a:cubicBezTo>
                  <a:pt x="63780" y="6739"/>
                  <a:pt x="63012" y="3636"/>
                  <a:pt x="61011" y="2469"/>
                </a:cubicBezTo>
                <a:cubicBezTo>
                  <a:pt x="60444" y="2135"/>
                  <a:pt x="58176" y="868"/>
                  <a:pt x="57608" y="534"/>
                </a:cubicBezTo>
                <a:cubicBezTo>
                  <a:pt x="56964" y="178"/>
                  <a:pt x="56245" y="0"/>
                  <a:pt x="55521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40">
            <a:extLst>
              <a:ext uri="{FF2B5EF4-FFF2-40B4-BE49-F238E27FC236}">
                <a16:creationId xmlns:a16="http://schemas.microsoft.com/office/drawing/2014/main" id="{536592FC-F8E0-0DED-E7F3-0BF88D0F90CC}"/>
              </a:ext>
            </a:extLst>
          </p:cNvPr>
          <p:cNvSpPr/>
          <p:nvPr/>
        </p:nvSpPr>
        <p:spPr>
          <a:xfrm>
            <a:off x="6769562" y="1380315"/>
            <a:ext cx="1090163" cy="415003"/>
          </a:xfrm>
          <a:custGeom>
            <a:avLst/>
            <a:gdLst/>
            <a:ahLst/>
            <a:cxnLst/>
            <a:rect l="l" t="t" r="r" b="b"/>
            <a:pathLst>
              <a:path w="60920" h="23191" extrusionOk="0">
                <a:moveTo>
                  <a:pt x="55833" y="0"/>
                </a:moveTo>
                <a:cubicBezTo>
                  <a:pt x="55465" y="0"/>
                  <a:pt x="55077" y="43"/>
                  <a:pt x="54670" y="130"/>
                </a:cubicBezTo>
                <a:lnTo>
                  <a:pt x="7470" y="10170"/>
                </a:lnTo>
                <a:cubicBezTo>
                  <a:pt x="4834" y="10737"/>
                  <a:pt x="1966" y="13873"/>
                  <a:pt x="965" y="17342"/>
                </a:cubicBezTo>
                <a:cubicBezTo>
                  <a:pt x="1" y="20684"/>
                  <a:pt x="1049" y="23191"/>
                  <a:pt x="3394" y="23191"/>
                </a:cubicBezTo>
                <a:cubicBezTo>
                  <a:pt x="3483" y="23191"/>
                  <a:pt x="3574" y="23187"/>
                  <a:pt x="3667" y="23180"/>
                </a:cubicBezTo>
                <a:lnTo>
                  <a:pt x="49033" y="19477"/>
                </a:lnTo>
                <a:cubicBezTo>
                  <a:pt x="53069" y="19143"/>
                  <a:pt x="57839" y="14240"/>
                  <a:pt x="59473" y="8669"/>
                </a:cubicBezTo>
                <a:cubicBezTo>
                  <a:pt x="60919" y="3668"/>
                  <a:pt x="59264" y="0"/>
                  <a:pt x="55833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0">
            <a:extLst>
              <a:ext uri="{FF2B5EF4-FFF2-40B4-BE49-F238E27FC236}">
                <a16:creationId xmlns:a16="http://schemas.microsoft.com/office/drawing/2014/main" id="{CA701AF9-E95D-93B1-415D-6D7B07ABC2BA}"/>
              </a:ext>
            </a:extLst>
          </p:cNvPr>
          <p:cNvSpPr/>
          <p:nvPr/>
        </p:nvSpPr>
        <p:spPr>
          <a:xfrm>
            <a:off x="6831586" y="3229083"/>
            <a:ext cx="704991" cy="361443"/>
          </a:xfrm>
          <a:custGeom>
            <a:avLst/>
            <a:gdLst/>
            <a:ahLst/>
            <a:cxnLst/>
            <a:rect l="l" t="t" r="r" b="b"/>
            <a:pathLst>
              <a:path w="39396" h="20198" extrusionOk="0">
                <a:moveTo>
                  <a:pt x="19715" y="0"/>
                </a:moveTo>
                <a:cubicBezTo>
                  <a:pt x="14695" y="0"/>
                  <a:pt x="9674" y="1109"/>
                  <a:pt x="5838" y="3327"/>
                </a:cubicBezTo>
                <a:cubicBezTo>
                  <a:pt x="5338" y="3628"/>
                  <a:pt x="4838" y="3928"/>
                  <a:pt x="4404" y="4228"/>
                </a:cubicBezTo>
                <a:lnTo>
                  <a:pt x="67" y="4228"/>
                </a:lnTo>
                <a:lnTo>
                  <a:pt x="67" y="9966"/>
                </a:lnTo>
                <a:cubicBezTo>
                  <a:pt x="1" y="12301"/>
                  <a:pt x="1902" y="14636"/>
                  <a:pt x="5805" y="16870"/>
                </a:cubicBezTo>
                <a:cubicBezTo>
                  <a:pt x="9641" y="19089"/>
                  <a:pt x="14670" y="20198"/>
                  <a:pt x="19698" y="20198"/>
                </a:cubicBezTo>
                <a:cubicBezTo>
                  <a:pt x="24727" y="20198"/>
                  <a:pt x="29755" y="19089"/>
                  <a:pt x="33591" y="16870"/>
                </a:cubicBezTo>
                <a:cubicBezTo>
                  <a:pt x="37494" y="14602"/>
                  <a:pt x="39396" y="12267"/>
                  <a:pt x="39329" y="9966"/>
                </a:cubicBezTo>
                <a:lnTo>
                  <a:pt x="39329" y="4228"/>
                </a:lnTo>
                <a:lnTo>
                  <a:pt x="35026" y="4228"/>
                </a:lnTo>
                <a:cubicBezTo>
                  <a:pt x="34592" y="3928"/>
                  <a:pt x="34092" y="3628"/>
                  <a:pt x="33591" y="3327"/>
                </a:cubicBezTo>
                <a:cubicBezTo>
                  <a:pt x="29755" y="1109"/>
                  <a:pt x="24735" y="0"/>
                  <a:pt x="1971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0">
            <a:extLst>
              <a:ext uri="{FF2B5EF4-FFF2-40B4-BE49-F238E27FC236}">
                <a16:creationId xmlns:a16="http://schemas.microsoft.com/office/drawing/2014/main" id="{5A9F6E1F-5411-9310-F189-86D0AD72AD78}"/>
              </a:ext>
            </a:extLst>
          </p:cNvPr>
          <p:cNvSpPr/>
          <p:nvPr/>
        </p:nvSpPr>
        <p:spPr>
          <a:xfrm>
            <a:off x="6798766" y="3101330"/>
            <a:ext cx="771239" cy="405626"/>
          </a:xfrm>
          <a:custGeom>
            <a:avLst/>
            <a:gdLst/>
            <a:ahLst/>
            <a:cxnLst/>
            <a:rect l="l" t="t" r="r" b="b"/>
            <a:pathLst>
              <a:path w="43098" h="22667" extrusionOk="0">
                <a:moveTo>
                  <a:pt x="21549" y="1"/>
                </a:moveTo>
                <a:cubicBezTo>
                  <a:pt x="16529" y="1"/>
                  <a:pt x="11508" y="1110"/>
                  <a:pt x="7672" y="3328"/>
                </a:cubicBezTo>
                <a:cubicBezTo>
                  <a:pt x="0" y="7764"/>
                  <a:pt x="0" y="14936"/>
                  <a:pt x="7672" y="19339"/>
                </a:cubicBezTo>
                <a:cubicBezTo>
                  <a:pt x="11492" y="21558"/>
                  <a:pt x="16512" y="22667"/>
                  <a:pt x="21536" y="22667"/>
                </a:cubicBezTo>
                <a:cubicBezTo>
                  <a:pt x="26561" y="22667"/>
                  <a:pt x="31589" y="21558"/>
                  <a:pt x="35425" y="19339"/>
                </a:cubicBezTo>
                <a:cubicBezTo>
                  <a:pt x="43098" y="14936"/>
                  <a:pt x="43098" y="7764"/>
                  <a:pt x="35425" y="3328"/>
                </a:cubicBezTo>
                <a:cubicBezTo>
                  <a:pt x="31589" y="1110"/>
                  <a:pt x="26569" y="1"/>
                  <a:pt x="21549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40">
            <a:extLst>
              <a:ext uri="{FF2B5EF4-FFF2-40B4-BE49-F238E27FC236}">
                <a16:creationId xmlns:a16="http://schemas.microsoft.com/office/drawing/2014/main" id="{F7A5447B-549B-7840-2531-69B57CB3A744}"/>
              </a:ext>
            </a:extLst>
          </p:cNvPr>
          <p:cNvSpPr/>
          <p:nvPr/>
        </p:nvSpPr>
        <p:spPr>
          <a:xfrm>
            <a:off x="6965297" y="2504264"/>
            <a:ext cx="463230" cy="923829"/>
          </a:xfrm>
          <a:custGeom>
            <a:avLst/>
            <a:gdLst/>
            <a:ahLst/>
            <a:cxnLst/>
            <a:rect l="l" t="t" r="r" b="b"/>
            <a:pathLst>
              <a:path w="25886" h="51625" extrusionOk="0">
                <a:moveTo>
                  <a:pt x="12943" y="0"/>
                </a:moveTo>
                <a:cubicBezTo>
                  <a:pt x="5805" y="0"/>
                  <a:pt x="1" y="5871"/>
                  <a:pt x="134" y="13043"/>
                </a:cubicBezTo>
                <a:lnTo>
                  <a:pt x="134" y="44298"/>
                </a:lnTo>
                <a:cubicBezTo>
                  <a:pt x="134" y="46200"/>
                  <a:pt x="1402" y="48068"/>
                  <a:pt x="3904" y="49502"/>
                </a:cubicBezTo>
                <a:cubicBezTo>
                  <a:pt x="6398" y="50916"/>
                  <a:pt x="9672" y="51625"/>
                  <a:pt x="12944" y="51625"/>
                </a:cubicBezTo>
                <a:cubicBezTo>
                  <a:pt x="16235" y="51625"/>
                  <a:pt x="19524" y="50907"/>
                  <a:pt x="22016" y="49469"/>
                </a:cubicBezTo>
                <a:cubicBezTo>
                  <a:pt x="24485" y="48034"/>
                  <a:pt x="25719" y="46166"/>
                  <a:pt x="25752" y="44298"/>
                </a:cubicBezTo>
                <a:lnTo>
                  <a:pt x="25752" y="44232"/>
                </a:lnTo>
                <a:lnTo>
                  <a:pt x="25752" y="13043"/>
                </a:lnTo>
                <a:cubicBezTo>
                  <a:pt x="25886" y="5871"/>
                  <a:pt x="20115" y="0"/>
                  <a:pt x="12943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40">
            <a:extLst>
              <a:ext uri="{FF2B5EF4-FFF2-40B4-BE49-F238E27FC236}">
                <a16:creationId xmlns:a16="http://schemas.microsoft.com/office/drawing/2014/main" id="{0188838B-C087-9E6A-F96E-FCD075082851}"/>
              </a:ext>
            </a:extLst>
          </p:cNvPr>
          <p:cNvSpPr/>
          <p:nvPr/>
        </p:nvSpPr>
        <p:spPr>
          <a:xfrm>
            <a:off x="7279283" y="2995356"/>
            <a:ext cx="67464" cy="85556"/>
          </a:xfrm>
          <a:custGeom>
            <a:avLst/>
            <a:gdLst/>
            <a:ahLst/>
            <a:cxnLst/>
            <a:rect l="l" t="t" r="r" b="b"/>
            <a:pathLst>
              <a:path w="3770" h="4781" extrusionOk="0">
                <a:moveTo>
                  <a:pt x="2465" y="1"/>
                </a:moveTo>
                <a:cubicBezTo>
                  <a:pt x="2207" y="1"/>
                  <a:pt x="1949" y="88"/>
                  <a:pt x="1735" y="244"/>
                </a:cubicBezTo>
                <a:cubicBezTo>
                  <a:pt x="734" y="877"/>
                  <a:pt x="101" y="1978"/>
                  <a:pt x="34" y="3179"/>
                </a:cubicBezTo>
                <a:cubicBezTo>
                  <a:pt x="1" y="3613"/>
                  <a:pt x="167" y="4013"/>
                  <a:pt x="501" y="4280"/>
                </a:cubicBezTo>
                <a:lnTo>
                  <a:pt x="534" y="4280"/>
                </a:lnTo>
                <a:lnTo>
                  <a:pt x="1368" y="4780"/>
                </a:lnTo>
                <a:lnTo>
                  <a:pt x="1735" y="4146"/>
                </a:lnTo>
                <a:cubicBezTo>
                  <a:pt x="2736" y="3513"/>
                  <a:pt x="3370" y="2412"/>
                  <a:pt x="3436" y="1211"/>
                </a:cubicBezTo>
                <a:lnTo>
                  <a:pt x="3436" y="1144"/>
                </a:lnTo>
                <a:lnTo>
                  <a:pt x="3770" y="610"/>
                </a:lnTo>
                <a:lnTo>
                  <a:pt x="3003" y="143"/>
                </a:lnTo>
                <a:cubicBezTo>
                  <a:pt x="2835" y="46"/>
                  <a:pt x="2651" y="1"/>
                  <a:pt x="2465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0">
            <a:extLst>
              <a:ext uri="{FF2B5EF4-FFF2-40B4-BE49-F238E27FC236}">
                <a16:creationId xmlns:a16="http://schemas.microsoft.com/office/drawing/2014/main" id="{6AA30608-DDD9-7A41-494B-FA5D14C328AE}"/>
              </a:ext>
            </a:extLst>
          </p:cNvPr>
          <p:cNvSpPr/>
          <p:nvPr/>
        </p:nvSpPr>
        <p:spPr>
          <a:xfrm>
            <a:off x="7279283" y="2995356"/>
            <a:ext cx="67464" cy="85556"/>
          </a:xfrm>
          <a:custGeom>
            <a:avLst/>
            <a:gdLst/>
            <a:ahLst/>
            <a:cxnLst/>
            <a:rect l="l" t="t" r="r" b="b"/>
            <a:pathLst>
              <a:path w="3770" h="4781" extrusionOk="0">
                <a:moveTo>
                  <a:pt x="2465" y="1"/>
                </a:moveTo>
                <a:cubicBezTo>
                  <a:pt x="2207" y="1"/>
                  <a:pt x="1949" y="88"/>
                  <a:pt x="1735" y="244"/>
                </a:cubicBezTo>
                <a:cubicBezTo>
                  <a:pt x="734" y="877"/>
                  <a:pt x="101" y="1978"/>
                  <a:pt x="34" y="3179"/>
                </a:cubicBezTo>
                <a:cubicBezTo>
                  <a:pt x="1" y="3613"/>
                  <a:pt x="167" y="4013"/>
                  <a:pt x="501" y="4280"/>
                </a:cubicBezTo>
                <a:lnTo>
                  <a:pt x="534" y="4280"/>
                </a:lnTo>
                <a:lnTo>
                  <a:pt x="1368" y="4780"/>
                </a:lnTo>
                <a:lnTo>
                  <a:pt x="1735" y="4146"/>
                </a:lnTo>
                <a:cubicBezTo>
                  <a:pt x="2736" y="3513"/>
                  <a:pt x="3370" y="2412"/>
                  <a:pt x="3436" y="1211"/>
                </a:cubicBezTo>
                <a:lnTo>
                  <a:pt x="3436" y="1144"/>
                </a:lnTo>
                <a:lnTo>
                  <a:pt x="3770" y="610"/>
                </a:lnTo>
                <a:lnTo>
                  <a:pt x="3003" y="143"/>
                </a:lnTo>
                <a:cubicBezTo>
                  <a:pt x="2835" y="46"/>
                  <a:pt x="2651" y="1"/>
                  <a:pt x="246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0">
            <a:extLst>
              <a:ext uri="{FF2B5EF4-FFF2-40B4-BE49-F238E27FC236}">
                <a16:creationId xmlns:a16="http://schemas.microsoft.com/office/drawing/2014/main" id="{C4796233-6936-3E27-449D-24C7B9F56680}"/>
              </a:ext>
            </a:extLst>
          </p:cNvPr>
          <p:cNvSpPr/>
          <p:nvPr/>
        </p:nvSpPr>
        <p:spPr>
          <a:xfrm>
            <a:off x="7294798" y="3004196"/>
            <a:ext cx="61505" cy="78774"/>
          </a:xfrm>
          <a:custGeom>
            <a:avLst/>
            <a:gdLst/>
            <a:ahLst/>
            <a:cxnLst/>
            <a:rect l="l" t="t" r="r" b="b"/>
            <a:pathLst>
              <a:path w="3437" h="4402" extrusionOk="0">
                <a:moveTo>
                  <a:pt x="2499" y="1"/>
                </a:moveTo>
                <a:cubicBezTo>
                  <a:pt x="2261" y="1"/>
                  <a:pt x="1991" y="81"/>
                  <a:pt x="1702" y="250"/>
                </a:cubicBezTo>
                <a:cubicBezTo>
                  <a:pt x="701" y="884"/>
                  <a:pt x="68" y="1984"/>
                  <a:pt x="1" y="3185"/>
                </a:cubicBezTo>
                <a:cubicBezTo>
                  <a:pt x="1" y="3958"/>
                  <a:pt x="379" y="4402"/>
                  <a:pt x="927" y="4402"/>
                </a:cubicBezTo>
                <a:cubicBezTo>
                  <a:pt x="1160" y="4402"/>
                  <a:pt x="1424" y="4322"/>
                  <a:pt x="1702" y="4153"/>
                </a:cubicBezTo>
                <a:cubicBezTo>
                  <a:pt x="2736" y="3519"/>
                  <a:pt x="3370" y="2418"/>
                  <a:pt x="3437" y="1217"/>
                </a:cubicBezTo>
                <a:cubicBezTo>
                  <a:pt x="3437" y="445"/>
                  <a:pt x="3059" y="1"/>
                  <a:pt x="2499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0">
            <a:extLst>
              <a:ext uri="{FF2B5EF4-FFF2-40B4-BE49-F238E27FC236}">
                <a16:creationId xmlns:a16="http://schemas.microsoft.com/office/drawing/2014/main" id="{48F5BDAE-EC25-389B-82B1-3A31CE5B528F}"/>
              </a:ext>
            </a:extLst>
          </p:cNvPr>
          <p:cNvSpPr/>
          <p:nvPr/>
        </p:nvSpPr>
        <p:spPr>
          <a:xfrm>
            <a:off x="7279283" y="3126348"/>
            <a:ext cx="67464" cy="85878"/>
          </a:xfrm>
          <a:custGeom>
            <a:avLst/>
            <a:gdLst/>
            <a:ahLst/>
            <a:cxnLst/>
            <a:rect l="l" t="t" r="r" b="b"/>
            <a:pathLst>
              <a:path w="3770" h="4799" extrusionOk="0">
                <a:moveTo>
                  <a:pt x="2451" y="0"/>
                </a:moveTo>
                <a:cubicBezTo>
                  <a:pt x="2198" y="0"/>
                  <a:pt x="1945" y="76"/>
                  <a:pt x="1735" y="229"/>
                </a:cubicBezTo>
                <a:cubicBezTo>
                  <a:pt x="734" y="896"/>
                  <a:pt x="101" y="1997"/>
                  <a:pt x="34" y="3198"/>
                </a:cubicBezTo>
                <a:cubicBezTo>
                  <a:pt x="1" y="3631"/>
                  <a:pt x="167" y="4031"/>
                  <a:pt x="534" y="4298"/>
                </a:cubicBezTo>
                <a:lnTo>
                  <a:pt x="568" y="4298"/>
                </a:lnTo>
                <a:lnTo>
                  <a:pt x="1402" y="4799"/>
                </a:lnTo>
                <a:lnTo>
                  <a:pt x="1735" y="4165"/>
                </a:lnTo>
                <a:cubicBezTo>
                  <a:pt x="2769" y="3498"/>
                  <a:pt x="3403" y="2430"/>
                  <a:pt x="3470" y="1196"/>
                </a:cubicBezTo>
                <a:lnTo>
                  <a:pt x="3470" y="1163"/>
                </a:lnTo>
                <a:lnTo>
                  <a:pt x="3770" y="596"/>
                </a:lnTo>
                <a:lnTo>
                  <a:pt x="3003" y="129"/>
                </a:lnTo>
                <a:cubicBezTo>
                  <a:pt x="2831" y="43"/>
                  <a:pt x="2641" y="0"/>
                  <a:pt x="245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0">
            <a:extLst>
              <a:ext uri="{FF2B5EF4-FFF2-40B4-BE49-F238E27FC236}">
                <a16:creationId xmlns:a16="http://schemas.microsoft.com/office/drawing/2014/main" id="{AACC2944-13D3-CFF5-0CBC-04AE5D30C874}"/>
              </a:ext>
            </a:extLst>
          </p:cNvPr>
          <p:cNvSpPr/>
          <p:nvPr/>
        </p:nvSpPr>
        <p:spPr>
          <a:xfrm>
            <a:off x="7294798" y="3135295"/>
            <a:ext cx="61505" cy="78631"/>
          </a:xfrm>
          <a:custGeom>
            <a:avLst/>
            <a:gdLst/>
            <a:ahLst/>
            <a:cxnLst/>
            <a:rect l="l" t="t" r="r" b="b"/>
            <a:pathLst>
              <a:path w="3437" h="4394" extrusionOk="0">
                <a:moveTo>
                  <a:pt x="2480" y="1"/>
                </a:moveTo>
                <a:cubicBezTo>
                  <a:pt x="2247" y="1"/>
                  <a:pt x="1983" y="74"/>
                  <a:pt x="1702" y="229"/>
                </a:cubicBezTo>
                <a:cubicBezTo>
                  <a:pt x="701" y="896"/>
                  <a:pt x="68" y="1997"/>
                  <a:pt x="1" y="3198"/>
                </a:cubicBezTo>
                <a:cubicBezTo>
                  <a:pt x="1" y="3955"/>
                  <a:pt x="387" y="4394"/>
                  <a:pt x="945" y="4394"/>
                </a:cubicBezTo>
                <a:cubicBezTo>
                  <a:pt x="1174" y="4394"/>
                  <a:pt x="1431" y="4320"/>
                  <a:pt x="1702" y="4165"/>
                </a:cubicBezTo>
                <a:cubicBezTo>
                  <a:pt x="2736" y="3498"/>
                  <a:pt x="3370" y="2397"/>
                  <a:pt x="3437" y="1196"/>
                </a:cubicBezTo>
                <a:cubicBezTo>
                  <a:pt x="3437" y="439"/>
                  <a:pt x="3050" y="1"/>
                  <a:pt x="2480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0">
            <a:extLst>
              <a:ext uri="{FF2B5EF4-FFF2-40B4-BE49-F238E27FC236}">
                <a16:creationId xmlns:a16="http://schemas.microsoft.com/office/drawing/2014/main" id="{89534385-0F51-C1C0-F92E-1B5BC1FD9768}"/>
              </a:ext>
            </a:extLst>
          </p:cNvPr>
          <p:cNvSpPr/>
          <p:nvPr/>
        </p:nvSpPr>
        <p:spPr>
          <a:xfrm>
            <a:off x="7043498" y="1380762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4" y="0"/>
                </a:moveTo>
                <a:cubicBezTo>
                  <a:pt x="38855" y="0"/>
                  <a:pt x="36525" y="1879"/>
                  <a:pt x="34759" y="5175"/>
                </a:cubicBezTo>
                <a:lnTo>
                  <a:pt x="4204" y="62483"/>
                </a:lnTo>
                <a:cubicBezTo>
                  <a:pt x="301" y="69821"/>
                  <a:pt x="1" y="79161"/>
                  <a:pt x="3536" y="82764"/>
                </a:cubicBezTo>
                <a:cubicBezTo>
                  <a:pt x="3870" y="83064"/>
                  <a:pt x="4204" y="83331"/>
                  <a:pt x="4570" y="83565"/>
                </a:cubicBezTo>
                <a:cubicBezTo>
                  <a:pt x="5471" y="84098"/>
                  <a:pt x="9307" y="86300"/>
                  <a:pt x="9674" y="86500"/>
                </a:cubicBezTo>
                <a:cubicBezTo>
                  <a:pt x="10363" y="86902"/>
                  <a:pt x="11110" y="87095"/>
                  <a:pt x="11888" y="87095"/>
                </a:cubicBezTo>
                <a:cubicBezTo>
                  <a:pt x="15180" y="87095"/>
                  <a:pt x="19047" y="83640"/>
                  <a:pt x="21583" y="77894"/>
                </a:cubicBezTo>
                <a:lnTo>
                  <a:pt x="48368" y="16783"/>
                </a:lnTo>
                <a:cubicBezTo>
                  <a:pt x="50537" y="11813"/>
                  <a:pt x="50470" y="6176"/>
                  <a:pt x="48235" y="3908"/>
                </a:cubicBezTo>
                <a:cubicBezTo>
                  <a:pt x="48001" y="3674"/>
                  <a:pt x="47768" y="3474"/>
                  <a:pt x="47468" y="3307"/>
                </a:cubicBezTo>
                <a:cubicBezTo>
                  <a:pt x="46567" y="2807"/>
                  <a:pt x="42664" y="538"/>
                  <a:pt x="42397" y="405"/>
                </a:cubicBezTo>
                <a:cubicBezTo>
                  <a:pt x="41922" y="132"/>
                  <a:pt x="41409" y="0"/>
                  <a:pt x="40874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40">
            <a:extLst>
              <a:ext uri="{FF2B5EF4-FFF2-40B4-BE49-F238E27FC236}">
                <a16:creationId xmlns:a16="http://schemas.microsoft.com/office/drawing/2014/main" id="{5C4EFE1E-FB77-AFDD-B7B8-4F696CBAED24}"/>
              </a:ext>
            </a:extLst>
          </p:cNvPr>
          <p:cNvSpPr/>
          <p:nvPr/>
        </p:nvSpPr>
        <p:spPr>
          <a:xfrm>
            <a:off x="7043498" y="1380762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4" y="0"/>
                </a:moveTo>
                <a:cubicBezTo>
                  <a:pt x="38855" y="0"/>
                  <a:pt x="36525" y="1879"/>
                  <a:pt x="34759" y="5175"/>
                </a:cubicBezTo>
                <a:lnTo>
                  <a:pt x="4204" y="62483"/>
                </a:lnTo>
                <a:cubicBezTo>
                  <a:pt x="301" y="69821"/>
                  <a:pt x="1" y="79161"/>
                  <a:pt x="3536" y="82764"/>
                </a:cubicBezTo>
                <a:cubicBezTo>
                  <a:pt x="3870" y="83064"/>
                  <a:pt x="4204" y="83331"/>
                  <a:pt x="4570" y="83565"/>
                </a:cubicBezTo>
                <a:cubicBezTo>
                  <a:pt x="5471" y="84098"/>
                  <a:pt x="9307" y="86300"/>
                  <a:pt x="9674" y="86500"/>
                </a:cubicBezTo>
                <a:cubicBezTo>
                  <a:pt x="10363" y="86902"/>
                  <a:pt x="11110" y="87095"/>
                  <a:pt x="11888" y="87095"/>
                </a:cubicBezTo>
                <a:cubicBezTo>
                  <a:pt x="15180" y="87095"/>
                  <a:pt x="19047" y="83640"/>
                  <a:pt x="21583" y="77894"/>
                </a:cubicBezTo>
                <a:lnTo>
                  <a:pt x="48368" y="16783"/>
                </a:lnTo>
                <a:cubicBezTo>
                  <a:pt x="50537" y="11813"/>
                  <a:pt x="50470" y="6176"/>
                  <a:pt x="48235" y="3908"/>
                </a:cubicBezTo>
                <a:cubicBezTo>
                  <a:pt x="48001" y="3674"/>
                  <a:pt x="47768" y="3474"/>
                  <a:pt x="47468" y="3307"/>
                </a:cubicBezTo>
                <a:cubicBezTo>
                  <a:pt x="46567" y="2807"/>
                  <a:pt x="42664" y="538"/>
                  <a:pt x="42397" y="405"/>
                </a:cubicBezTo>
                <a:cubicBezTo>
                  <a:pt x="41922" y="132"/>
                  <a:pt x="41409" y="0"/>
                  <a:pt x="40874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40">
            <a:extLst>
              <a:ext uri="{FF2B5EF4-FFF2-40B4-BE49-F238E27FC236}">
                <a16:creationId xmlns:a16="http://schemas.microsoft.com/office/drawing/2014/main" id="{4A75AD29-8486-174B-3364-0AC4B7444FFA}"/>
              </a:ext>
            </a:extLst>
          </p:cNvPr>
          <p:cNvSpPr/>
          <p:nvPr/>
        </p:nvSpPr>
        <p:spPr>
          <a:xfrm>
            <a:off x="7134226" y="1432944"/>
            <a:ext cx="813632" cy="1506258"/>
          </a:xfrm>
          <a:custGeom>
            <a:avLst/>
            <a:gdLst/>
            <a:ahLst/>
            <a:cxnLst/>
            <a:rect l="l" t="t" r="r" b="b"/>
            <a:pathLst>
              <a:path w="45467" h="84172" extrusionOk="0">
                <a:moveTo>
                  <a:pt x="40905" y="0"/>
                </a:moveTo>
                <a:cubicBezTo>
                  <a:pt x="38887" y="0"/>
                  <a:pt x="36530" y="1878"/>
                  <a:pt x="34759" y="5161"/>
                </a:cubicBezTo>
                <a:lnTo>
                  <a:pt x="4237" y="62469"/>
                </a:lnTo>
                <a:cubicBezTo>
                  <a:pt x="301" y="69841"/>
                  <a:pt x="1" y="79114"/>
                  <a:pt x="3570" y="82750"/>
                </a:cubicBezTo>
                <a:cubicBezTo>
                  <a:pt x="4510" y="83717"/>
                  <a:pt x="5622" y="84172"/>
                  <a:pt x="6812" y="84172"/>
                </a:cubicBezTo>
                <a:cubicBezTo>
                  <a:pt x="10101" y="84172"/>
                  <a:pt x="13990" y="80700"/>
                  <a:pt x="16513" y="74945"/>
                </a:cubicBezTo>
                <a:lnTo>
                  <a:pt x="43298" y="13834"/>
                </a:lnTo>
                <a:cubicBezTo>
                  <a:pt x="45467" y="8897"/>
                  <a:pt x="45400" y="3260"/>
                  <a:pt x="43165" y="992"/>
                </a:cubicBezTo>
                <a:cubicBezTo>
                  <a:pt x="42512" y="320"/>
                  <a:pt x="41738" y="0"/>
                  <a:pt x="4090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40">
            <a:extLst>
              <a:ext uri="{FF2B5EF4-FFF2-40B4-BE49-F238E27FC236}">
                <a16:creationId xmlns:a16="http://schemas.microsoft.com/office/drawing/2014/main" id="{1D666467-008C-64F4-FB2E-5158A30D851F}"/>
              </a:ext>
            </a:extLst>
          </p:cNvPr>
          <p:cNvSpPr/>
          <p:nvPr/>
        </p:nvSpPr>
        <p:spPr>
          <a:xfrm>
            <a:off x="7210638" y="2589838"/>
            <a:ext cx="204772" cy="236554"/>
          </a:xfrm>
          <a:custGeom>
            <a:avLst/>
            <a:gdLst/>
            <a:ahLst/>
            <a:cxnLst/>
            <a:rect l="l" t="t" r="r" b="b"/>
            <a:pathLst>
              <a:path w="11443" h="13219" extrusionOk="0">
                <a:moveTo>
                  <a:pt x="6407" y="0"/>
                </a:moveTo>
                <a:cubicBezTo>
                  <a:pt x="5710" y="0"/>
                  <a:pt x="4931" y="282"/>
                  <a:pt x="4137" y="855"/>
                </a:cubicBezTo>
                <a:cubicBezTo>
                  <a:pt x="1702" y="2557"/>
                  <a:pt x="1" y="6359"/>
                  <a:pt x="367" y="9295"/>
                </a:cubicBezTo>
                <a:cubicBezTo>
                  <a:pt x="534" y="10796"/>
                  <a:pt x="1201" y="11763"/>
                  <a:pt x="2102" y="12164"/>
                </a:cubicBezTo>
                <a:lnTo>
                  <a:pt x="4037" y="12997"/>
                </a:lnTo>
                <a:cubicBezTo>
                  <a:pt x="4342" y="13144"/>
                  <a:pt x="4682" y="13219"/>
                  <a:pt x="5045" y="13219"/>
                </a:cubicBezTo>
                <a:cubicBezTo>
                  <a:pt x="5752" y="13219"/>
                  <a:pt x="6545" y="12937"/>
                  <a:pt x="7339" y="12364"/>
                </a:cubicBezTo>
                <a:cubicBezTo>
                  <a:pt x="9774" y="10662"/>
                  <a:pt x="11442" y="6860"/>
                  <a:pt x="11075" y="3924"/>
                </a:cubicBezTo>
                <a:cubicBezTo>
                  <a:pt x="10908" y="2423"/>
                  <a:pt x="10241" y="1456"/>
                  <a:pt x="9341" y="1056"/>
                </a:cubicBezTo>
                <a:lnTo>
                  <a:pt x="7406" y="222"/>
                </a:lnTo>
                <a:cubicBezTo>
                  <a:pt x="7100" y="75"/>
                  <a:pt x="6764" y="0"/>
                  <a:pt x="640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40">
            <a:extLst>
              <a:ext uri="{FF2B5EF4-FFF2-40B4-BE49-F238E27FC236}">
                <a16:creationId xmlns:a16="http://schemas.microsoft.com/office/drawing/2014/main" id="{F1E1377C-B413-1CBF-AD58-696713E57CE6}"/>
              </a:ext>
            </a:extLst>
          </p:cNvPr>
          <p:cNvSpPr/>
          <p:nvPr/>
        </p:nvSpPr>
        <p:spPr>
          <a:xfrm>
            <a:off x="7245855" y="2605031"/>
            <a:ext cx="169555" cy="221093"/>
          </a:xfrm>
          <a:custGeom>
            <a:avLst/>
            <a:gdLst/>
            <a:ahLst/>
            <a:cxnLst/>
            <a:rect l="l" t="t" r="r" b="b"/>
            <a:pathLst>
              <a:path w="9475" h="12355" extrusionOk="0">
                <a:moveTo>
                  <a:pt x="6397" y="0"/>
                </a:moveTo>
                <a:cubicBezTo>
                  <a:pt x="5690" y="0"/>
                  <a:pt x="4897" y="267"/>
                  <a:pt x="4104" y="840"/>
                </a:cubicBezTo>
                <a:cubicBezTo>
                  <a:pt x="1668" y="2542"/>
                  <a:pt x="1" y="6344"/>
                  <a:pt x="368" y="9280"/>
                </a:cubicBezTo>
                <a:cubicBezTo>
                  <a:pt x="534" y="10781"/>
                  <a:pt x="1201" y="11748"/>
                  <a:pt x="2069" y="12148"/>
                </a:cubicBezTo>
                <a:cubicBezTo>
                  <a:pt x="2374" y="12284"/>
                  <a:pt x="2715" y="12355"/>
                  <a:pt x="3078" y="12355"/>
                </a:cubicBezTo>
                <a:cubicBezTo>
                  <a:pt x="3785" y="12355"/>
                  <a:pt x="4578" y="12088"/>
                  <a:pt x="5371" y="11515"/>
                </a:cubicBezTo>
                <a:cubicBezTo>
                  <a:pt x="7806" y="9813"/>
                  <a:pt x="9474" y="6011"/>
                  <a:pt x="9140" y="3075"/>
                </a:cubicBezTo>
                <a:cubicBezTo>
                  <a:pt x="8974" y="1574"/>
                  <a:pt x="8307" y="607"/>
                  <a:pt x="7406" y="207"/>
                </a:cubicBezTo>
                <a:cubicBezTo>
                  <a:pt x="7100" y="71"/>
                  <a:pt x="6760" y="0"/>
                  <a:pt x="6397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40">
            <a:extLst>
              <a:ext uri="{FF2B5EF4-FFF2-40B4-BE49-F238E27FC236}">
                <a16:creationId xmlns:a16="http://schemas.microsoft.com/office/drawing/2014/main" id="{E6D08D69-F3E4-6E1E-13AD-1E9C2D58A8F5}"/>
              </a:ext>
            </a:extLst>
          </p:cNvPr>
          <p:cNvSpPr/>
          <p:nvPr/>
        </p:nvSpPr>
        <p:spPr>
          <a:xfrm>
            <a:off x="7781900" y="1531492"/>
            <a:ext cx="110448" cy="129757"/>
          </a:xfrm>
          <a:custGeom>
            <a:avLst/>
            <a:gdLst/>
            <a:ahLst/>
            <a:cxnLst/>
            <a:rect l="l" t="t" r="r" b="b"/>
            <a:pathLst>
              <a:path w="6172" h="7251" extrusionOk="0">
                <a:moveTo>
                  <a:pt x="3468" y="0"/>
                </a:moveTo>
                <a:cubicBezTo>
                  <a:pt x="3077" y="0"/>
                  <a:pt x="2640" y="148"/>
                  <a:pt x="2202" y="455"/>
                </a:cubicBezTo>
                <a:cubicBezTo>
                  <a:pt x="801" y="1556"/>
                  <a:pt x="0" y="3290"/>
                  <a:pt x="134" y="5091"/>
                </a:cubicBezTo>
                <a:cubicBezTo>
                  <a:pt x="234" y="5925"/>
                  <a:pt x="567" y="6459"/>
                  <a:pt x="1068" y="6693"/>
                </a:cubicBezTo>
                <a:cubicBezTo>
                  <a:pt x="1401" y="6826"/>
                  <a:pt x="1868" y="7026"/>
                  <a:pt x="2169" y="7160"/>
                </a:cubicBezTo>
                <a:cubicBezTo>
                  <a:pt x="2351" y="7221"/>
                  <a:pt x="2544" y="7251"/>
                  <a:pt x="2737" y="7251"/>
                </a:cubicBezTo>
                <a:cubicBezTo>
                  <a:pt x="3177" y="7251"/>
                  <a:pt x="3622" y="7094"/>
                  <a:pt x="3970" y="6793"/>
                </a:cubicBezTo>
                <a:cubicBezTo>
                  <a:pt x="5371" y="5692"/>
                  <a:pt x="6171" y="3957"/>
                  <a:pt x="6038" y="2156"/>
                </a:cubicBezTo>
                <a:cubicBezTo>
                  <a:pt x="5938" y="1322"/>
                  <a:pt x="5604" y="788"/>
                  <a:pt x="5104" y="588"/>
                </a:cubicBezTo>
                <a:lnTo>
                  <a:pt x="4037" y="121"/>
                </a:lnTo>
                <a:cubicBezTo>
                  <a:pt x="3864" y="41"/>
                  <a:pt x="3672" y="0"/>
                  <a:pt x="346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0">
            <a:extLst>
              <a:ext uri="{FF2B5EF4-FFF2-40B4-BE49-F238E27FC236}">
                <a16:creationId xmlns:a16="http://schemas.microsoft.com/office/drawing/2014/main" id="{DCAF80AB-19E1-01BC-A0B0-B953F36C208B}"/>
              </a:ext>
            </a:extLst>
          </p:cNvPr>
          <p:cNvSpPr/>
          <p:nvPr/>
        </p:nvSpPr>
        <p:spPr>
          <a:xfrm>
            <a:off x="7800994" y="1539849"/>
            <a:ext cx="90763" cy="121400"/>
          </a:xfrm>
          <a:custGeom>
            <a:avLst/>
            <a:gdLst/>
            <a:ahLst/>
            <a:cxnLst/>
            <a:rect l="l" t="t" r="r" b="b"/>
            <a:pathLst>
              <a:path w="5072" h="6784" extrusionOk="0">
                <a:moveTo>
                  <a:pt x="3468" y="0"/>
                </a:moveTo>
                <a:cubicBezTo>
                  <a:pt x="3078" y="0"/>
                  <a:pt x="2640" y="148"/>
                  <a:pt x="2202" y="455"/>
                </a:cubicBezTo>
                <a:cubicBezTo>
                  <a:pt x="801" y="1556"/>
                  <a:pt x="1" y="3324"/>
                  <a:pt x="134" y="5125"/>
                </a:cubicBezTo>
                <a:cubicBezTo>
                  <a:pt x="234" y="5925"/>
                  <a:pt x="568" y="6459"/>
                  <a:pt x="1068" y="6693"/>
                </a:cubicBezTo>
                <a:cubicBezTo>
                  <a:pt x="1261" y="6754"/>
                  <a:pt x="1461" y="6784"/>
                  <a:pt x="1658" y="6784"/>
                </a:cubicBezTo>
                <a:cubicBezTo>
                  <a:pt x="2110" y="6784"/>
                  <a:pt x="2555" y="6627"/>
                  <a:pt x="2903" y="6326"/>
                </a:cubicBezTo>
                <a:cubicBezTo>
                  <a:pt x="4304" y="5225"/>
                  <a:pt x="5071" y="3490"/>
                  <a:pt x="4971" y="1689"/>
                </a:cubicBezTo>
                <a:cubicBezTo>
                  <a:pt x="4871" y="855"/>
                  <a:pt x="4537" y="321"/>
                  <a:pt x="4037" y="121"/>
                </a:cubicBezTo>
                <a:cubicBezTo>
                  <a:pt x="3865" y="41"/>
                  <a:pt x="3673" y="0"/>
                  <a:pt x="3468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0">
            <a:extLst>
              <a:ext uri="{FF2B5EF4-FFF2-40B4-BE49-F238E27FC236}">
                <a16:creationId xmlns:a16="http://schemas.microsoft.com/office/drawing/2014/main" id="{E27AD6B9-ED8A-2772-1F63-A45EFD99ED00}"/>
              </a:ext>
            </a:extLst>
          </p:cNvPr>
          <p:cNvSpPr/>
          <p:nvPr/>
        </p:nvSpPr>
        <p:spPr>
          <a:xfrm>
            <a:off x="6653709" y="1461719"/>
            <a:ext cx="330717" cy="373988"/>
          </a:xfrm>
          <a:custGeom>
            <a:avLst/>
            <a:gdLst/>
            <a:ahLst/>
            <a:cxnLst/>
            <a:rect l="l" t="t" r="r" b="b"/>
            <a:pathLst>
              <a:path w="18481" h="20899" extrusionOk="0">
                <a:moveTo>
                  <a:pt x="8538" y="0"/>
                </a:moveTo>
                <a:cubicBezTo>
                  <a:pt x="7594" y="0"/>
                  <a:pt x="6531" y="393"/>
                  <a:pt x="5438" y="1218"/>
                </a:cubicBezTo>
                <a:cubicBezTo>
                  <a:pt x="2235" y="3620"/>
                  <a:pt x="0" y="8757"/>
                  <a:pt x="501" y="12760"/>
                </a:cubicBezTo>
                <a:cubicBezTo>
                  <a:pt x="734" y="14795"/>
                  <a:pt x="1702" y="16129"/>
                  <a:pt x="2936" y="16596"/>
                </a:cubicBezTo>
                <a:lnTo>
                  <a:pt x="10374" y="20899"/>
                </a:lnTo>
                <a:lnTo>
                  <a:pt x="10541" y="20432"/>
                </a:lnTo>
                <a:cubicBezTo>
                  <a:pt x="11475" y="20265"/>
                  <a:pt x="12342" y="19865"/>
                  <a:pt x="13076" y="19264"/>
                </a:cubicBezTo>
                <a:cubicBezTo>
                  <a:pt x="16279" y="16863"/>
                  <a:pt x="18480" y="11726"/>
                  <a:pt x="18013" y="7723"/>
                </a:cubicBezTo>
                <a:cubicBezTo>
                  <a:pt x="17913" y="6789"/>
                  <a:pt x="17613" y="5888"/>
                  <a:pt x="17079" y="5088"/>
                </a:cubicBezTo>
                <a:lnTo>
                  <a:pt x="17279" y="4621"/>
                </a:lnTo>
                <a:lnTo>
                  <a:pt x="9841" y="284"/>
                </a:lnTo>
                <a:cubicBezTo>
                  <a:pt x="9443" y="96"/>
                  <a:pt x="9005" y="0"/>
                  <a:pt x="8538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40">
            <a:extLst>
              <a:ext uri="{FF2B5EF4-FFF2-40B4-BE49-F238E27FC236}">
                <a16:creationId xmlns:a16="http://schemas.microsoft.com/office/drawing/2014/main" id="{55370B28-BFD6-0847-6961-AFC23BF73A8B}"/>
              </a:ext>
            </a:extLst>
          </p:cNvPr>
          <p:cNvSpPr/>
          <p:nvPr/>
        </p:nvSpPr>
        <p:spPr>
          <a:xfrm>
            <a:off x="6653709" y="1461719"/>
            <a:ext cx="330717" cy="373988"/>
          </a:xfrm>
          <a:custGeom>
            <a:avLst/>
            <a:gdLst/>
            <a:ahLst/>
            <a:cxnLst/>
            <a:rect l="l" t="t" r="r" b="b"/>
            <a:pathLst>
              <a:path w="18481" h="20899" extrusionOk="0">
                <a:moveTo>
                  <a:pt x="8538" y="0"/>
                </a:moveTo>
                <a:cubicBezTo>
                  <a:pt x="7594" y="0"/>
                  <a:pt x="6531" y="393"/>
                  <a:pt x="5438" y="1218"/>
                </a:cubicBezTo>
                <a:cubicBezTo>
                  <a:pt x="2235" y="3620"/>
                  <a:pt x="0" y="8757"/>
                  <a:pt x="501" y="12760"/>
                </a:cubicBezTo>
                <a:cubicBezTo>
                  <a:pt x="734" y="14795"/>
                  <a:pt x="1702" y="16129"/>
                  <a:pt x="2936" y="16596"/>
                </a:cubicBezTo>
                <a:lnTo>
                  <a:pt x="10374" y="20899"/>
                </a:lnTo>
                <a:lnTo>
                  <a:pt x="10541" y="20432"/>
                </a:lnTo>
                <a:cubicBezTo>
                  <a:pt x="11475" y="20265"/>
                  <a:pt x="12342" y="19865"/>
                  <a:pt x="13076" y="19264"/>
                </a:cubicBezTo>
                <a:cubicBezTo>
                  <a:pt x="16279" y="16863"/>
                  <a:pt x="18480" y="11726"/>
                  <a:pt x="18013" y="7723"/>
                </a:cubicBezTo>
                <a:cubicBezTo>
                  <a:pt x="17913" y="6789"/>
                  <a:pt x="17613" y="5888"/>
                  <a:pt x="17079" y="5088"/>
                </a:cubicBezTo>
                <a:lnTo>
                  <a:pt x="17279" y="4621"/>
                </a:lnTo>
                <a:lnTo>
                  <a:pt x="9841" y="284"/>
                </a:lnTo>
                <a:cubicBezTo>
                  <a:pt x="9443" y="96"/>
                  <a:pt x="9005" y="0"/>
                  <a:pt x="8538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0">
            <a:extLst>
              <a:ext uri="{FF2B5EF4-FFF2-40B4-BE49-F238E27FC236}">
                <a16:creationId xmlns:a16="http://schemas.microsoft.com/office/drawing/2014/main" id="{017A8D7A-D8B9-2DA8-B673-AC2923215EC1}"/>
              </a:ext>
            </a:extLst>
          </p:cNvPr>
          <p:cNvSpPr/>
          <p:nvPr/>
        </p:nvSpPr>
        <p:spPr>
          <a:xfrm>
            <a:off x="6789801" y="1540117"/>
            <a:ext cx="225065" cy="300636"/>
          </a:xfrm>
          <a:custGeom>
            <a:avLst/>
            <a:gdLst/>
            <a:ahLst/>
            <a:cxnLst/>
            <a:rect l="l" t="t" r="r" b="b"/>
            <a:pathLst>
              <a:path w="12577" h="16800" extrusionOk="0">
                <a:moveTo>
                  <a:pt x="8514" y="1"/>
                </a:moveTo>
                <a:cubicBezTo>
                  <a:pt x="7562" y="1"/>
                  <a:pt x="6495" y="389"/>
                  <a:pt x="5405" y="1207"/>
                </a:cubicBezTo>
                <a:cubicBezTo>
                  <a:pt x="2202" y="3609"/>
                  <a:pt x="1" y="8779"/>
                  <a:pt x="468" y="12749"/>
                </a:cubicBezTo>
                <a:cubicBezTo>
                  <a:pt x="797" y="15358"/>
                  <a:pt x="2192" y="16799"/>
                  <a:pt x="4019" y="16799"/>
                </a:cubicBezTo>
                <a:cubicBezTo>
                  <a:pt x="4971" y="16799"/>
                  <a:pt x="6042" y="16407"/>
                  <a:pt x="7139" y="15584"/>
                </a:cubicBezTo>
                <a:cubicBezTo>
                  <a:pt x="10375" y="13182"/>
                  <a:pt x="12576" y="8045"/>
                  <a:pt x="12076" y="4076"/>
                </a:cubicBezTo>
                <a:cubicBezTo>
                  <a:pt x="11768" y="1458"/>
                  <a:pt x="10357" y="1"/>
                  <a:pt x="851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40">
            <a:extLst>
              <a:ext uri="{FF2B5EF4-FFF2-40B4-BE49-F238E27FC236}">
                <a16:creationId xmlns:a16="http://schemas.microsoft.com/office/drawing/2014/main" id="{1F5D025C-2943-CE34-A1CB-122950DD8E7D}"/>
              </a:ext>
            </a:extLst>
          </p:cNvPr>
          <p:cNvSpPr/>
          <p:nvPr/>
        </p:nvSpPr>
        <p:spPr>
          <a:xfrm>
            <a:off x="6850089" y="1619016"/>
            <a:ext cx="103880" cy="143536"/>
          </a:xfrm>
          <a:custGeom>
            <a:avLst/>
            <a:gdLst/>
            <a:ahLst/>
            <a:cxnLst/>
            <a:rect l="l" t="t" r="r" b="b"/>
            <a:pathLst>
              <a:path w="5805" h="8021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826" y="7749"/>
                  <a:pt x="1296" y="8020"/>
                  <a:pt x="1848" y="8020"/>
                </a:cubicBezTo>
                <a:cubicBezTo>
                  <a:pt x="2307" y="8020"/>
                  <a:pt x="2822" y="7833"/>
                  <a:pt x="3337" y="7439"/>
                </a:cubicBezTo>
                <a:cubicBezTo>
                  <a:pt x="4938" y="6071"/>
                  <a:pt x="5805" y="4037"/>
                  <a:pt x="5672" y="1935"/>
                </a:cubicBezTo>
                <a:cubicBezTo>
                  <a:pt x="5538" y="667"/>
                  <a:pt x="4904" y="0"/>
                  <a:pt x="4037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40">
            <a:extLst>
              <a:ext uri="{FF2B5EF4-FFF2-40B4-BE49-F238E27FC236}">
                <a16:creationId xmlns:a16="http://schemas.microsoft.com/office/drawing/2014/main" id="{683F3C82-7240-1A44-443F-CFE85619003B}"/>
              </a:ext>
            </a:extLst>
          </p:cNvPr>
          <p:cNvSpPr/>
          <p:nvPr/>
        </p:nvSpPr>
        <p:spPr>
          <a:xfrm>
            <a:off x="6850089" y="1619016"/>
            <a:ext cx="103880" cy="143536"/>
          </a:xfrm>
          <a:custGeom>
            <a:avLst/>
            <a:gdLst/>
            <a:ahLst/>
            <a:cxnLst/>
            <a:rect l="l" t="t" r="r" b="b"/>
            <a:pathLst>
              <a:path w="5805" h="8021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826" y="7749"/>
                  <a:pt x="1296" y="8020"/>
                  <a:pt x="1848" y="8020"/>
                </a:cubicBezTo>
                <a:cubicBezTo>
                  <a:pt x="2307" y="8020"/>
                  <a:pt x="2822" y="7833"/>
                  <a:pt x="3337" y="7439"/>
                </a:cubicBezTo>
                <a:cubicBezTo>
                  <a:pt x="4938" y="6071"/>
                  <a:pt x="5805" y="4037"/>
                  <a:pt x="5672" y="1935"/>
                </a:cubicBezTo>
                <a:cubicBezTo>
                  <a:pt x="5538" y="667"/>
                  <a:pt x="4904" y="0"/>
                  <a:pt x="4037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0">
            <a:extLst>
              <a:ext uri="{FF2B5EF4-FFF2-40B4-BE49-F238E27FC236}">
                <a16:creationId xmlns:a16="http://schemas.microsoft.com/office/drawing/2014/main" id="{6D45EE21-3B59-6539-C74F-AFC18618C497}"/>
              </a:ext>
            </a:extLst>
          </p:cNvPr>
          <p:cNvSpPr/>
          <p:nvPr/>
        </p:nvSpPr>
        <p:spPr>
          <a:xfrm>
            <a:off x="6850089" y="1619016"/>
            <a:ext cx="81208" cy="129542"/>
          </a:xfrm>
          <a:custGeom>
            <a:avLst/>
            <a:gdLst/>
            <a:ahLst/>
            <a:cxnLst/>
            <a:rect l="l" t="t" r="r" b="b"/>
            <a:pathLst>
              <a:path w="4538" h="7239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1068" y="7239"/>
                  <a:pt x="1635" y="7039"/>
                  <a:pt x="2069" y="6672"/>
                </a:cubicBezTo>
                <a:cubicBezTo>
                  <a:pt x="3670" y="5304"/>
                  <a:pt x="4537" y="3269"/>
                  <a:pt x="4404" y="1168"/>
                </a:cubicBezTo>
                <a:cubicBezTo>
                  <a:pt x="4371" y="734"/>
                  <a:pt x="4237" y="334"/>
                  <a:pt x="403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0">
            <a:extLst>
              <a:ext uri="{FF2B5EF4-FFF2-40B4-BE49-F238E27FC236}">
                <a16:creationId xmlns:a16="http://schemas.microsoft.com/office/drawing/2014/main" id="{B3A05A7D-6DFC-08BD-6948-2A24AAB549B8}"/>
              </a:ext>
            </a:extLst>
          </p:cNvPr>
          <p:cNvSpPr/>
          <p:nvPr/>
        </p:nvSpPr>
        <p:spPr>
          <a:xfrm>
            <a:off x="6408959" y="1588899"/>
            <a:ext cx="380269" cy="288879"/>
          </a:xfrm>
          <a:custGeom>
            <a:avLst/>
            <a:gdLst/>
            <a:ahLst/>
            <a:cxnLst/>
            <a:rect l="l" t="t" r="r" b="b"/>
            <a:pathLst>
              <a:path w="21250" h="16143" extrusionOk="0">
                <a:moveTo>
                  <a:pt x="17092" y="0"/>
                </a:moveTo>
                <a:cubicBezTo>
                  <a:pt x="16823" y="0"/>
                  <a:pt x="16574" y="62"/>
                  <a:pt x="16346" y="182"/>
                </a:cubicBezTo>
                <a:lnTo>
                  <a:pt x="902" y="8722"/>
                </a:lnTo>
                <a:cubicBezTo>
                  <a:pt x="368" y="9022"/>
                  <a:pt x="34" y="9656"/>
                  <a:pt x="1" y="10590"/>
                </a:cubicBezTo>
                <a:cubicBezTo>
                  <a:pt x="68" y="12658"/>
                  <a:pt x="1135" y="14559"/>
                  <a:pt x="2836" y="15727"/>
                </a:cubicBezTo>
                <a:cubicBezTo>
                  <a:pt x="3315" y="16006"/>
                  <a:pt x="3770" y="16142"/>
                  <a:pt x="4173" y="16142"/>
                </a:cubicBezTo>
                <a:cubicBezTo>
                  <a:pt x="4443" y="16142"/>
                  <a:pt x="4690" y="16081"/>
                  <a:pt x="4904" y="15960"/>
                </a:cubicBezTo>
                <a:lnTo>
                  <a:pt x="20382" y="7421"/>
                </a:lnTo>
                <a:cubicBezTo>
                  <a:pt x="20916" y="7121"/>
                  <a:pt x="21249" y="6487"/>
                  <a:pt x="21249" y="5553"/>
                </a:cubicBezTo>
                <a:cubicBezTo>
                  <a:pt x="21183" y="3485"/>
                  <a:pt x="20149" y="1583"/>
                  <a:pt x="18414" y="416"/>
                </a:cubicBezTo>
                <a:cubicBezTo>
                  <a:pt x="17935" y="136"/>
                  <a:pt x="17492" y="0"/>
                  <a:pt x="17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0">
            <a:extLst>
              <a:ext uri="{FF2B5EF4-FFF2-40B4-BE49-F238E27FC236}">
                <a16:creationId xmlns:a16="http://schemas.microsoft.com/office/drawing/2014/main" id="{8AED94EB-4DD7-057C-1426-3E977B9B3F28}"/>
              </a:ext>
            </a:extLst>
          </p:cNvPr>
          <p:cNvSpPr/>
          <p:nvPr/>
        </p:nvSpPr>
        <p:spPr>
          <a:xfrm>
            <a:off x="6408959" y="1741400"/>
            <a:ext cx="103898" cy="136342"/>
          </a:xfrm>
          <a:custGeom>
            <a:avLst/>
            <a:gdLst/>
            <a:ahLst/>
            <a:cxnLst/>
            <a:rect l="l" t="t" r="r" b="b"/>
            <a:pathLst>
              <a:path w="5806" h="7619" extrusionOk="0">
                <a:moveTo>
                  <a:pt x="1630" y="1"/>
                </a:moveTo>
                <a:cubicBezTo>
                  <a:pt x="1361" y="1"/>
                  <a:pt x="1115" y="60"/>
                  <a:pt x="902" y="166"/>
                </a:cubicBezTo>
                <a:cubicBezTo>
                  <a:pt x="368" y="467"/>
                  <a:pt x="34" y="1134"/>
                  <a:pt x="1" y="2068"/>
                </a:cubicBezTo>
                <a:cubicBezTo>
                  <a:pt x="68" y="4136"/>
                  <a:pt x="1135" y="6037"/>
                  <a:pt x="2836" y="7171"/>
                </a:cubicBezTo>
                <a:cubicBezTo>
                  <a:pt x="3321" y="7474"/>
                  <a:pt x="3781" y="7618"/>
                  <a:pt x="4187" y="7618"/>
                </a:cubicBezTo>
                <a:cubicBezTo>
                  <a:pt x="4452" y="7618"/>
                  <a:pt x="4694" y="7557"/>
                  <a:pt x="4904" y="7438"/>
                </a:cubicBezTo>
                <a:cubicBezTo>
                  <a:pt x="5438" y="7138"/>
                  <a:pt x="5772" y="6471"/>
                  <a:pt x="5805" y="5537"/>
                </a:cubicBezTo>
                <a:cubicBezTo>
                  <a:pt x="5738" y="3502"/>
                  <a:pt x="4671" y="1567"/>
                  <a:pt x="2970" y="433"/>
                </a:cubicBezTo>
                <a:cubicBezTo>
                  <a:pt x="2489" y="133"/>
                  <a:pt x="2033" y="1"/>
                  <a:pt x="1630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0">
            <a:extLst>
              <a:ext uri="{FF2B5EF4-FFF2-40B4-BE49-F238E27FC236}">
                <a16:creationId xmlns:a16="http://schemas.microsoft.com/office/drawing/2014/main" id="{8CE1773A-6892-D0EB-B638-267AB98208C1}"/>
              </a:ext>
            </a:extLst>
          </p:cNvPr>
          <p:cNvSpPr/>
          <p:nvPr/>
        </p:nvSpPr>
        <p:spPr>
          <a:xfrm>
            <a:off x="6117074" y="1587736"/>
            <a:ext cx="611866" cy="534470"/>
          </a:xfrm>
          <a:custGeom>
            <a:avLst/>
            <a:gdLst/>
            <a:ahLst/>
            <a:cxnLst/>
            <a:rect l="l" t="t" r="r" b="b"/>
            <a:pathLst>
              <a:path w="34192" h="29867" extrusionOk="0">
                <a:moveTo>
                  <a:pt x="25084" y="1"/>
                </a:moveTo>
                <a:cubicBezTo>
                  <a:pt x="24766" y="1"/>
                  <a:pt x="24464" y="39"/>
                  <a:pt x="24184" y="114"/>
                </a:cubicBezTo>
                <a:cubicBezTo>
                  <a:pt x="22783" y="481"/>
                  <a:pt x="21349" y="714"/>
                  <a:pt x="19881" y="814"/>
                </a:cubicBezTo>
                <a:cubicBezTo>
                  <a:pt x="19107" y="868"/>
                  <a:pt x="18371" y="878"/>
                  <a:pt x="17642" y="878"/>
                </a:cubicBezTo>
                <a:cubicBezTo>
                  <a:pt x="17156" y="878"/>
                  <a:pt x="16673" y="874"/>
                  <a:pt x="16185" y="874"/>
                </a:cubicBezTo>
                <a:cubicBezTo>
                  <a:pt x="15574" y="874"/>
                  <a:pt x="14955" y="881"/>
                  <a:pt x="14310" y="914"/>
                </a:cubicBezTo>
                <a:cubicBezTo>
                  <a:pt x="13010" y="981"/>
                  <a:pt x="11742" y="1148"/>
                  <a:pt x="10474" y="1448"/>
                </a:cubicBezTo>
                <a:cubicBezTo>
                  <a:pt x="9340" y="1715"/>
                  <a:pt x="8506" y="3116"/>
                  <a:pt x="7873" y="4017"/>
                </a:cubicBezTo>
                <a:cubicBezTo>
                  <a:pt x="7372" y="4750"/>
                  <a:pt x="6538" y="6618"/>
                  <a:pt x="6772" y="7052"/>
                </a:cubicBezTo>
                <a:cubicBezTo>
                  <a:pt x="6972" y="7486"/>
                  <a:pt x="8807" y="7786"/>
                  <a:pt x="7906" y="8587"/>
                </a:cubicBezTo>
                <a:cubicBezTo>
                  <a:pt x="7005" y="9354"/>
                  <a:pt x="3836" y="10421"/>
                  <a:pt x="1902" y="11722"/>
                </a:cubicBezTo>
                <a:cubicBezTo>
                  <a:pt x="0" y="13056"/>
                  <a:pt x="4237" y="22096"/>
                  <a:pt x="7539" y="26466"/>
                </a:cubicBezTo>
                <a:cubicBezTo>
                  <a:pt x="9093" y="28493"/>
                  <a:pt x="10039" y="29867"/>
                  <a:pt x="12061" y="29867"/>
                </a:cubicBezTo>
                <a:cubicBezTo>
                  <a:pt x="13033" y="29867"/>
                  <a:pt x="14255" y="29549"/>
                  <a:pt x="15912" y="28834"/>
                </a:cubicBezTo>
                <a:cubicBezTo>
                  <a:pt x="19014" y="27500"/>
                  <a:pt x="21883" y="26266"/>
                  <a:pt x="24584" y="24231"/>
                </a:cubicBezTo>
                <a:cubicBezTo>
                  <a:pt x="27020" y="22430"/>
                  <a:pt x="30389" y="17693"/>
                  <a:pt x="32824" y="15058"/>
                </a:cubicBezTo>
                <a:cubicBezTo>
                  <a:pt x="33691" y="14324"/>
                  <a:pt x="34191" y="13056"/>
                  <a:pt x="34158" y="11322"/>
                </a:cubicBezTo>
                <a:cubicBezTo>
                  <a:pt x="34091" y="7419"/>
                  <a:pt x="31256" y="2716"/>
                  <a:pt x="27820" y="781"/>
                </a:cubicBezTo>
                <a:cubicBezTo>
                  <a:pt x="26836" y="253"/>
                  <a:pt x="25903" y="1"/>
                  <a:pt x="25084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0">
            <a:extLst>
              <a:ext uri="{FF2B5EF4-FFF2-40B4-BE49-F238E27FC236}">
                <a16:creationId xmlns:a16="http://schemas.microsoft.com/office/drawing/2014/main" id="{745DEDCD-7595-E685-C966-8C0894017DDD}"/>
              </a:ext>
            </a:extLst>
          </p:cNvPr>
          <p:cNvSpPr/>
          <p:nvPr/>
        </p:nvSpPr>
        <p:spPr>
          <a:xfrm>
            <a:off x="6008255" y="1613952"/>
            <a:ext cx="268801" cy="98512"/>
          </a:xfrm>
          <a:custGeom>
            <a:avLst/>
            <a:gdLst/>
            <a:ahLst/>
            <a:cxnLst/>
            <a:rect l="l" t="t" r="r" b="b"/>
            <a:pathLst>
              <a:path w="15021" h="5505" extrusionOk="0">
                <a:moveTo>
                  <a:pt x="7057" y="1047"/>
                </a:moveTo>
                <a:cubicBezTo>
                  <a:pt x="5551" y="1047"/>
                  <a:pt x="3679" y="2293"/>
                  <a:pt x="1915" y="2293"/>
                </a:cubicBezTo>
                <a:cubicBezTo>
                  <a:pt x="1836" y="2293"/>
                  <a:pt x="1757" y="2290"/>
                  <a:pt x="1678" y="2285"/>
                </a:cubicBezTo>
                <a:cubicBezTo>
                  <a:pt x="1637" y="2282"/>
                  <a:pt x="1596" y="2281"/>
                  <a:pt x="1556" y="2281"/>
                </a:cubicBezTo>
                <a:cubicBezTo>
                  <a:pt x="72" y="2281"/>
                  <a:pt x="1" y="4073"/>
                  <a:pt x="2145" y="4853"/>
                </a:cubicBezTo>
                <a:cubicBezTo>
                  <a:pt x="2756" y="5081"/>
                  <a:pt x="3717" y="5193"/>
                  <a:pt x="4610" y="5193"/>
                </a:cubicBezTo>
                <a:cubicBezTo>
                  <a:pt x="5814" y="5193"/>
                  <a:pt x="6892" y="4989"/>
                  <a:pt x="6815" y="4586"/>
                </a:cubicBezTo>
                <a:cubicBezTo>
                  <a:pt x="6648" y="3419"/>
                  <a:pt x="7015" y="2385"/>
                  <a:pt x="7482" y="1084"/>
                </a:cubicBezTo>
                <a:cubicBezTo>
                  <a:pt x="7344" y="1059"/>
                  <a:pt x="7203" y="1047"/>
                  <a:pt x="7057" y="1047"/>
                </a:cubicBezTo>
                <a:close/>
                <a:moveTo>
                  <a:pt x="13962" y="0"/>
                </a:moveTo>
                <a:cubicBezTo>
                  <a:pt x="12122" y="0"/>
                  <a:pt x="9638" y="552"/>
                  <a:pt x="8950" y="717"/>
                </a:cubicBezTo>
                <a:cubicBezTo>
                  <a:pt x="8116" y="884"/>
                  <a:pt x="6982" y="3986"/>
                  <a:pt x="7516" y="4686"/>
                </a:cubicBezTo>
                <a:cubicBezTo>
                  <a:pt x="7873" y="5155"/>
                  <a:pt x="9230" y="5504"/>
                  <a:pt x="10489" y="5504"/>
                </a:cubicBezTo>
                <a:cubicBezTo>
                  <a:pt x="11112" y="5504"/>
                  <a:pt x="11711" y="5419"/>
                  <a:pt x="12152" y="5220"/>
                </a:cubicBezTo>
                <a:cubicBezTo>
                  <a:pt x="12586" y="2285"/>
                  <a:pt x="15021" y="83"/>
                  <a:pt x="15021" y="83"/>
                </a:cubicBezTo>
                <a:cubicBezTo>
                  <a:pt x="14712" y="25"/>
                  <a:pt x="14352" y="0"/>
                  <a:pt x="13962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0">
            <a:extLst>
              <a:ext uri="{FF2B5EF4-FFF2-40B4-BE49-F238E27FC236}">
                <a16:creationId xmlns:a16="http://schemas.microsoft.com/office/drawing/2014/main" id="{3F1DC846-E18F-82F4-6CA4-6D18D82EBC66}"/>
              </a:ext>
            </a:extLst>
          </p:cNvPr>
          <p:cNvSpPr/>
          <p:nvPr/>
        </p:nvSpPr>
        <p:spPr>
          <a:xfrm>
            <a:off x="6011422" y="1660192"/>
            <a:ext cx="120415" cy="46688"/>
          </a:xfrm>
          <a:custGeom>
            <a:avLst/>
            <a:gdLst/>
            <a:ahLst/>
            <a:cxnLst/>
            <a:rect l="l" t="t" r="r" b="b"/>
            <a:pathLst>
              <a:path w="6729" h="2609" extrusionOk="0">
                <a:moveTo>
                  <a:pt x="600" y="1"/>
                </a:moveTo>
                <a:lnTo>
                  <a:pt x="600" y="1"/>
                </a:lnTo>
                <a:cubicBezTo>
                  <a:pt x="0" y="501"/>
                  <a:pt x="367" y="1702"/>
                  <a:pt x="1968" y="2269"/>
                </a:cubicBezTo>
                <a:cubicBezTo>
                  <a:pt x="2579" y="2497"/>
                  <a:pt x="3540" y="2609"/>
                  <a:pt x="4436" y="2609"/>
                </a:cubicBezTo>
                <a:cubicBezTo>
                  <a:pt x="5643" y="2609"/>
                  <a:pt x="6729" y="2405"/>
                  <a:pt x="6671" y="2002"/>
                </a:cubicBezTo>
                <a:cubicBezTo>
                  <a:pt x="6605" y="1736"/>
                  <a:pt x="6605" y="1435"/>
                  <a:pt x="6605" y="1168"/>
                </a:cubicBezTo>
                <a:cubicBezTo>
                  <a:pt x="6283" y="1177"/>
                  <a:pt x="5961" y="1182"/>
                  <a:pt x="5640" y="1182"/>
                </a:cubicBezTo>
                <a:cubicBezTo>
                  <a:pt x="4763" y="1182"/>
                  <a:pt x="3890" y="1151"/>
                  <a:pt x="3036" y="1102"/>
                </a:cubicBezTo>
                <a:cubicBezTo>
                  <a:pt x="2435" y="1068"/>
                  <a:pt x="1868" y="935"/>
                  <a:pt x="1368" y="701"/>
                </a:cubicBezTo>
                <a:cubicBezTo>
                  <a:pt x="1034" y="535"/>
                  <a:pt x="767" y="301"/>
                  <a:pt x="600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0">
            <a:extLst>
              <a:ext uri="{FF2B5EF4-FFF2-40B4-BE49-F238E27FC236}">
                <a16:creationId xmlns:a16="http://schemas.microsoft.com/office/drawing/2014/main" id="{B418C8AE-28FB-DF7B-8F61-C49BB5EE406E}"/>
              </a:ext>
            </a:extLst>
          </p:cNvPr>
          <p:cNvSpPr/>
          <p:nvPr/>
        </p:nvSpPr>
        <p:spPr>
          <a:xfrm>
            <a:off x="6139747" y="1676566"/>
            <a:ext cx="91945" cy="36219"/>
          </a:xfrm>
          <a:custGeom>
            <a:avLst/>
            <a:gdLst/>
            <a:ahLst/>
            <a:cxnLst/>
            <a:rect l="l" t="t" r="r" b="b"/>
            <a:pathLst>
              <a:path w="5138" h="2024" extrusionOk="0">
                <a:moveTo>
                  <a:pt x="3487" y="1"/>
                </a:moveTo>
                <a:cubicBezTo>
                  <a:pt x="3014" y="1"/>
                  <a:pt x="2531" y="60"/>
                  <a:pt x="2069" y="120"/>
                </a:cubicBezTo>
                <a:cubicBezTo>
                  <a:pt x="1402" y="187"/>
                  <a:pt x="735" y="220"/>
                  <a:pt x="68" y="253"/>
                </a:cubicBezTo>
                <a:cubicBezTo>
                  <a:pt x="1" y="587"/>
                  <a:pt x="34" y="921"/>
                  <a:pt x="168" y="1221"/>
                </a:cubicBezTo>
                <a:cubicBezTo>
                  <a:pt x="547" y="1690"/>
                  <a:pt x="1897" y="2024"/>
                  <a:pt x="3149" y="2024"/>
                </a:cubicBezTo>
                <a:cubicBezTo>
                  <a:pt x="3768" y="2024"/>
                  <a:pt x="4363" y="1942"/>
                  <a:pt x="4804" y="1755"/>
                </a:cubicBezTo>
                <a:cubicBezTo>
                  <a:pt x="4871" y="1288"/>
                  <a:pt x="4971" y="821"/>
                  <a:pt x="5138" y="387"/>
                </a:cubicBezTo>
                <a:cubicBezTo>
                  <a:pt x="4640" y="92"/>
                  <a:pt x="4071" y="1"/>
                  <a:pt x="3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0">
            <a:extLst>
              <a:ext uri="{FF2B5EF4-FFF2-40B4-BE49-F238E27FC236}">
                <a16:creationId xmlns:a16="http://schemas.microsoft.com/office/drawing/2014/main" id="{48F2A93C-C81D-C5A7-1000-98F4337519BD}"/>
              </a:ext>
            </a:extLst>
          </p:cNvPr>
          <p:cNvSpPr/>
          <p:nvPr/>
        </p:nvSpPr>
        <p:spPr>
          <a:xfrm>
            <a:off x="6305097" y="1847643"/>
            <a:ext cx="225065" cy="55779"/>
          </a:xfrm>
          <a:custGeom>
            <a:avLst/>
            <a:gdLst/>
            <a:ahLst/>
            <a:cxnLst/>
            <a:rect l="l" t="t" r="r" b="b"/>
            <a:pathLst>
              <a:path w="12577" h="3117" extrusionOk="0">
                <a:moveTo>
                  <a:pt x="1" y="0"/>
                </a:moveTo>
                <a:lnTo>
                  <a:pt x="1" y="0"/>
                </a:lnTo>
                <a:cubicBezTo>
                  <a:pt x="1" y="0"/>
                  <a:pt x="1369" y="2902"/>
                  <a:pt x="5705" y="3102"/>
                </a:cubicBezTo>
                <a:cubicBezTo>
                  <a:pt x="5878" y="3112"/>
                  <a:pt x="6052" y="3116"/>
                  <a:pt x="6225" y="3116"/>
                </a:cubicBezTo>
                <a:cubicBezTo>
                  <a:pt x="8546" y="3116"/>
                  <a:pt x="10807" y="2288"/>
                  <a:pt x="12576" y="767"/>
                </a:cubicBezTo>
                <a:lnTo>
                  <a:pt x="12576" y="767"/>
                </a:lnTo>
                <a:cubicBezTo>
                  <a:pt x="12576" y="767"/>
                  <a:pt x="10095" y="1610"/>
                  <a:pt x="6878" y="1610"/>
                </a:cubicBezTo>
                <a:cubicBezTo>
                  <a:pt x="4740" y="1610"/>
                  <a:pt x="2277" y="1238"/>
                  <a:pt x="1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0">
            <a:extLst>
              <a:ext uri="{FF2B5EF4-FFF2-40B4-BE49-F238E27FC236}">
                <a16:creationId xmlns:a16="http://schemas.microsoft.com/office/drawing/2014/main" id="{D2B36E15-1DBC-0534-4AE0-BD24D964D41D}"/>
              </a:ext>
            </a:extLst>
          </p:cNvPr>
          <p:cNvSpPr/>
          <p:nvPr/>
        </p:nvSpPr>
        <p:spPr>
          <a:xfrm>
            <a:off x="5948145" y="1833004"/>
            <a:ext cx="198796" cy="121453"/>
          </a:xfrm>
          <a:custGeom>
            <a:avLst/>
            <a:gdLst/>
            <a:ahLst/>
            <a:cxnLst/>
            <a:rect l="l" t="t" r="r" b="b"/>
            <a:pathLst>
              <a:path w="11109" h="6787" extrusionOk="0">
                <a:moveTo>
                  <a:pt x="8644" y="1"/>
                </a:moveTo>
                <a:cubicBezTo>
                  <a:pt x="8269" y="1"/>
                  <a:pt x="7869" y="141"/>
                  <a:pt x="7472" y="351"/>
                </a:cubicBezTo>
                <a:cubicBezTo>
                  <a:pt x="6338" y="985"/>
                  <a:pt x="3403" y="1986"/>
                  <a:pt x="1701" y="2453"/>
                </a:cubicBezTo>
                <a:cubicBezTo>
                  <a:pt x="0" y="2920"/>
                  <a:pt x="100" y="3787"/>
                  <a:pt x="367" y="5421"/>
                </a:cubicBezTo>
                <a:cubicBezTo>
                  <a:pt x="510" y="6423"/>
                  <a:pt x="1080" y="6786"/>
                  <a:pt x="1760" y="6786"/>
                </a:cubicBezTo>
                <a:cubicBezTo>
                  <a:pt x="2190" y="6786"/>
                  <a:pt x="2663" y="6642"/>
                  <a:pt x="3102" y="6422"/>
                </a:cubicBezTo>
                <a:cubicBezTo>
                  <a:pt x="4270" y="5855"/>
                  <a:pt x="7039" y="5455"/>
                  <a:pt x="9073" y="5155"/>
                </a:cubicBezTo>
                <a:cubicBezTo>
                  <a:pt x="11108" y="4888"/>
                  <a:pt x="10641" y="3520"/>
                  <a:pt x="10274" y="1919"/>
                </a:cubicBezTo>
                <a:cubicBezTo>
                  <a:pt x="9949" y="487"/>
                  <a:pt x="9341" y="1"/>
                  <a:pt x="864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0">
            <a:extLst>
              <a:ext uri="{FF2B5EF4-FFF2-40B4-BE49-F238E27FC236}">
                <a16:creationId xmlns:a16="http://schemas.microsoft.com/office/drawing/2014/main" id="{74067FF1-75C7-3138-7AF2-7D6F5135AB9F}"/>
              </a:ext>
            </a:extLst>
          </p:cNvPr>
          <p:cNvSpPr/>
          <p:nvPr/>
        </p:nvSpPr>
        <p:spPr>
          <a:xfrm>
            <a:off x="5954713" y="1862567"/>
            <a:ext cx="191620" cy="92392"/>
          </a:xfrm>
          <a:custGeom>
            <a:avLst/>
            <a:gdLst/>
            <a:ahLst/>
            <a:cxnLst/>
            <a:rect l="l" t="t" r="r" b="b"/>
            <a:pathLst>
              <a:path w="10708" h="5163" extrusionOk="0">
                <a:moveTo>
                  <a:pt x="9840" y="0"/>
                </a:moveTo>
                <a:cubicBezTo>
                  <a:pt x="9807" y="100"/>
                  <a:pt x="9807" y="200"/>
                  <a:pt x="9774" y="267"/>
                </a:cubicBezTo>
                <a:cubicBezTo>
                  <a:pt x="9540" y="867"/>
                  <a:pt x="9173" y="1368"/>
                  <a:pt x="8640" y="1668"/>
                </a:cubicBezTo>
                <a:cubicBezTo>
                  <a:pt x="7572" y="2335"/>
                  <a:pt x="6171" y="2202"/>
                  <a:pt x="5004" y="2635"/>
                </a:cubicBezTo>
                <a:cubicBezTo>
                  <a:pt x="4203" y="2935"/>
                  <a:pt x="3536" y="3436"/>
                  <a:pt x="2769" y="3769"/>
                </a:cubicBezTo>
                <a:cubicBezTo>
                  <a:pt x="2287" y="3955"/>
                  <a:pt x="1774" y="4047"/>
                  <a:pt x="1253" y="4047"/>
                </a:cubicBezTo>
                <a:cubicBezTo>
                  <a:pt x="837" y="4047"/>
                  <a:pt x="415" y="3988"/>
                  <a:pt x="0" y="3869"/>
                </a:cubicBezTo>
                <a:lnTo>
                  <a:pt x="0" y="3869"/>
                </a:lnTo>
                <a:cubicBezTo>
                  <a:pt x="184" y="4811"/>
                  <a:pt x="758" y="5162"/>
                  <a:pt x="1427" y="5162"/>
                </a:cubicBezTo>
                <a:cubicBezTo>
                  <a:pt x="1850" y="5162"/>
                  <a:pt x="2310" y="5023"/>
                  <a:pt x="2735" y="4803"/>
                </a:cubicBezTo>
                <a:cubicBezTo>
                  <a:pt x="3870" y="4236"/>
                  <a:pt x="6705" y="3803"/>
                  <a:pt x="8706" y="3503"/>
                </a:cubicBezTo>
                <a:cubicBezTo>
                  <a:pt x="10708" y="3236"/>
                  <a:pt x="10274" y="1868"/>
                  <a:pt x="9907" y="267"/>
                </a:cubicBezTo>
                <a:cubicBezTo>
                  <a:pt x="9907" y="167"/>
                  <a:pt x="9874" y="100"/>
                  <a:pt x="984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0">
            <a:extLst>
              <a:ext uri="{FF2B5EF4-FFF2-40B4-BE49-F238E27FC236}">
                <a16:creationId xmlns:a16="http://schemas.microsoft.com/office/drawing/2014/main" id="{CB5EBA81-9855-E6F2-EA11-5868B2C7A755}"/>
              </a:ext>
            </a:extLst>
          </p:cNvPr>
          <p:cNvSpPr/>
          <p:nvPr/>
        </p:nvSpPr>
        <p:spPr>
          <a:xfrm>
            <a:off x="5809656" y="1909488"/>
            <a:ext cx="149244" cy="107442"/>
          </a:xfrm>
          <a:custGeom>
            <a:avLst/>
            <a:gdLst/>
            <a:ahLst/>
            <a:cxnLst/>
            <a:rect l="l" t="t" r="r" b="b"/>
            <a:pathLst>
              <a:path w="8340" h="6004" extrusionOk="0">
                <a:moveTo>
                  <a:pt x="6360" y="0"/>
                </a:moveTo>
                <a:cubicBezTo>
                  <a:pt x="6137" y="0"/>
                  <a:pt x="5863" y="105"/>
                  <a:pt x="5504" y="347"/>
                </a:cubicBezTo>
                <a:cubicBezTo>
                  <a:pt x="4270" y="1214"/>
                  <a:pt x="2936" y="1981"/>
                  <a:pt x="1501" y="2949"/>
                </a:cubicBezTo>
                <a:cubicBezTo>
                  <a:pt x="34" y="3916"/>
                  <a:pt x="0" y="4783"/>
                  <a:pt x="334" y="5417"/>
                </a:cubicBezTo>
                <a:cubicBezTo>
                  <a:pt x="551" y="5792"/>
                  <a:pt x="954" y="6003"/>
                  <a:pt x="1558" y="6003"/>
                </a:cubicBezTo>
                <a:cubicBezTo>
                  <a:pt x="1976" y="6003"/>
                  <a:pt x="2489" y="5902"/>
                  <a:pt x="3103" y="5684"/>
                </a:cubicBezTo>
                <a:cubicBezTo>
                  <a:pt x="4604" y="5150"/>
                  <a:pt x="6138" y="4216"/>
                  <a:pt x="7205" y="3749"/>
                </a:cubicBezTo>
                <a:cubicBezTo>
                  <a:pt x="8306" y="3316"/>
                  <a:pt x="8340" y="2782"/>
                  <a:pt x="7572" y="1381"/>
                </a:cubicBezTo>
                <a:cubicBezTo>
                  <a:pt x="7146" y="623"/>
                  <a:pt x="6905" y="0"/>
                  <a:pt x="6360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0">
            <a:extLst>
              <a:ext uri="{FF2B5EF4-FFF2-40B4-BE49-F238E27FC236}">
                <a16:creationId xmlns:a16="http://schemas.microsoft.com/office/drawing/2014/main" id="{3DF89D29-CFD7-8325-A79E-2CDDAFA3A4B9}"/>
              </a:ext>
            </a:extLst>
          </p:cNvPr>
          <p:cNvSpPr/>
          <p:nvPr/>
        </p:nvSpPr>
        <p:spPr>
          <a:xfrm>
            <a:off x="5813235" y="1931212"/>
            <a:ext cx="145665" cy="85341"/>
          </a:xfrm>
          <a:custGeom>
            <a:avLst/>
            <a:gdLst/>
            <a:ahLst/>
            <a:cxnLst/>
            <a:rect l="l" t="t" r="r" b="b"/>
            <a:pathLst>
              <a:path w="8140" h="4769" extrusionOk="0">
                <a:moveTo>
                  <a:pt x="7272" y="0"/>
                </a:moveTo>
                <a:cubicBezTo>
                  <a:pt x="7172" y="33"/>
                  <a:pt x="7106" y="100"/>
                  <a:pt x="7106" y="200"/>
                </a:cubicBezTo>
                <a:cubicBezTo>
                  <a:pt x="7072" y="300"/>
                  <a:pt x="7106" y="434"/>
                  <a:pt x="7139" y="534"/>
                </a:cubicBezTo>
                <a:cubicBezTo>
                  <a:pt x="7172" y="834"/>
                  <a:pt x="7039" y="1134"/>
                  <a:pt x="6805" y="1368"/>
                </a:cubicBezTo>
                <a:cubicBezTo>
                  <a:pt x="6572" y="1535"/>
                  <a:pt x="6305" y="1701"/>
                  <a:pt x="6038" y="1801"/>
                </a:cubicBezTo>
                <a:lnTo>
                  <a:pt x="2269" y="3536"/>
                </a:lnTo>
                <a:cubicBezTo>
                  <a:pt x="1802" y="3769"/>
                  <a:pt x="1301" y="3903"/>
                  <a:pt x="768" y="3936"/>
                </a:cubicBezTo>
                <a:cubicBezTo>
                  <a:pt x="501" y="3936"/>
                  <a:pt x="234" y="3870"/>
                  <a:pt x="0" y="3736"/>
                </a:cubicBezTo>
                <a:lnTo>
                  <a:pt x="0" y="3736"/>
                </a:lnTo>
                <a:cubicBezTo>
                  <a:pt x="34" y="3903"/>
                  <a:pt x="67" y="4036"/>
                  <a:pt x="167" y="4203"/>
                </a:cubicBezTo>
                <a:cubicBezTo>
                  <a:pt x="360" y="4569"/>
                  <a:pt x="742" y="4768"/>
                  <a:pt x="1320" y="4768"/>
                </a:cubicBezTo>
                <a:cubicBezTo>
                  <a:pt x="1742" y="4768"/>
                  <a:pt x="2269" y="4662"/>
                  <a:pt x="2903" y="4437"/>
                </a:cubicBezTo>
                <a:cubicBezTo>
                  <a:pt x="4404" y="3903"/>
                  <a:pt x="5938" y="2969"/>
                  <a:pt x="7039" y="2535"/>
                </a:cubicBezTo>
                <a:cubicBezTo>
                  <a:pt x="8140" y="2068"/>
                  <a:pt x="8140" y="1568"/>
                  <a:pt x="7372" y="167"/>
                </a:cubicBezTo>
                <a:cubicBezTo>
                  <a:pt x="7339" y="134"/>
                  <a:pt x="7306" y="67"/>
                  <a:pt x="727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0">
            <a:extLst>
              <a:ext uri="{FF2B5EF4-FFF2-40B4-BE49-F238E27FC236}">
                <a16:creationId xmlns:a16="http://schemas.microsoft.com/office/drawing/2014/main" id="{756A760F-2678-5844-05D5-D2BE797F2A66}"/>
              </a:ext>
            </a:extLst>
          </p:cNvPr>
          <p:cNvSpPr/>
          <p:nvPr/>
        </p:nvSpPr>
        <p:spPr>
          <a:xfrm>
            <a:off x="5928443" y="1904942"/>
            <a:ext cx="50160" cy="46366"/>
          </a:xfrm>
          <a:custGeom>
            <a:avLst/>
            <a:gdLst/>
            <a:ahLst/>
            <a:cxnLst/>
            <a:rect l="l" t="t" r="r" b="b"/>
            <a:pathLst>
              <a:path w="2803" h="2591" extrusionOk="0">
                <a:moveTo>
                  <a:pt x="1702" y="0"/>
                </a:moveTo>
                <a:cubicBezTo>
                  <a:pt x="1368" y="0"/>
                  <a:pt x="0" y="668"/>
                  <a:pt x="367" y="1835"/>
                </a:cubicBezTo>
                <a:cubicBezTo>
                  <a:pt x="541" y="2425"/>
                  <a:pt x="1066" y="2591"/>
                  <a:pt x="1562" y="2591"/>
                </a:cubicBezTo>
                <a:cubicBezTo>
                  <a:pt x="2022" y="2591"/>
                  <a:pt x="2457" y="2449"/>
                  <a:pt x="2569" y="2369"/>
                </a:cubicBezTo>
                <a:cubicBezTo>
                  <a:pt x="2802" y="2235"/>
                  <a:pt x="2636" y="1802"/>
                  <a:pt x="2402" y="1135"/>
                </a:cubicBezTo>
                <a:cubicBezTo>
                  <a:pt x="2235" y="634"/>
                  <a:pt x="2035" y="0"/>
                  <a:pt x="17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0">
            <a:extLst>
              <a:ext uri="{FF2B5EF4-FFF2-40B4-BE49-F238E27FC236}">
                <a16:creationId xmlns:a16="http://schemas.microsoft.com/office/drawing/2014/main" id="{25AF1570-B4A9-8881-BC4E-D44C07CE0D6D}"/>
              </a:ext>
            </a:extLst>
          </p:cNvPr>
          <p:cNvSpPr/>
          <p:nvPr/>
        </p:nvSpPr>
        <p:spPr>
          <a:xfrm>
            <a:off x="6041253" y="2015176"/>
            <a:ext cx="199995" cy="146095"/>
          </a:xfrm>
          <a:custGeom>
            <a:avLst/>
            <a:gdLst/>
            <a:ahLst/>
            <a:cxnLst/>
            <a:rect l="l" t="t" r="r" b="b"/>
            <a:pathLst>
              <a:path w="11176" h="8164" extrusionOk="0">
                <a:moveTo>
                  <a:pt x="7862" y="1"/>
                </a:moveTo>
                <a:cubicBezTo>
                  <a:pt x="7368" y="1"/>
                  <a:pt x="6901" y="316"/>
                  <a:pt x="6472" y="745"/>
                </a:cubicBezTo>
                <a:cubicBezTo>
                  <a:pt x="5572" y="1646"/>
                  <a:pt x="3070" y="3481"/>
                  <a:pt x="1569" y="4415"/>
                </a:cubicBezTo>
                <a:cubicBezTo>
                  <a:pt x="34" y="5382"/>
                  <a:pt x="1" y="5649"/>
                  <a:pt x="735" y="7150"/>
                </a:cubicBezTo>
                <a:cubicBezTo>
                  <a:pt x="1077" y="7884"/>
                  <a:pt x="1532" y="8164"/>
                  <a:pt x="2071" y="8164"/>
                </a:cubicBezTo>
                <a:cubicBezTo>
                  <a:pt x="2633" y="8164"/>
                  <a:pt x="3288" y="7859"/>
                  <a:pt x="4004" y="7450"/>
                </a:cubicBezTo>
                <a:cubicBezTo>
                  <a:pt x="5138" y="6816"/>
                  <a:pt x="7473" y="5749"/>
                  <a:pt x="9341" y="4882"/>
                </a:cubicBezTo>
                <a:cubicBezTo>
                  <a:pt x="11176" y="4048"/>
                  <a:pt x="10375" y="2847"/>
                  <a:pt x="9574" y="1413"/>
                </a:cubicBezTo>
                <a:cubicBezTo>
                  <a:pt x="8981" y="382"/>
                  <a:pt x="8405" y="1"/>
                  <a:pt x="7862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0">
            <a:extLst>
              <a:ext uri="{FF2B5EF4-FFF2-40B4-BE49-F238E27FC236}">
                <a16:creationId xmlns:a16="http://schemas.microsoft.com/office/drawing/2014/main" id="{B0A26E7F-6A59-73E9-D651-CA821B2FDC97}"/>
              </a:ext>
            </a:extLst>
          </p:cNvPr>
          <p:cNvSpPr/>
          <p:nvPr/>
        </p:nvSpPr>
        <p:spPr>
          <a:xfrm>
            <a:off x="5926045" y="2125480"/>
            <a:ext cx="134928" cy="115888"/>
          </a:xfrm>
          <a:custGeom>
            <a:avLst/>
            <a:gdLst/>
            <a:ahLst/>
            <a:cxnLst/>
            <a:rect l="l" t="t" r="r" b="b"/>
            <a:pathLst>
              <a:path w="7540" h="6476" extrusionOk="0">
                <a:moveTo>
                  <a:pt x="5137" y="1"/>
                </a:moveTo>
                <a:cubicBezTo>
                  <a:pt x="4890" y="1"/>
                  <a:pt x="4606" y="151"/>
                  <a:pt x="4237" y="519"/>
                </a:cubicBezTo>
                <a:cubicBezTo>
                  <a:pt x="3170" y="1620"/>
                  <a:pt x="2469" y="2187"/>
                  <a:pt x="1235" y="3421"/>
                </a:cubicBezTo>
                <a:cubicBezTo>
                  <a:pt x="1" y="4655"/>
                  <a:pt x="101" y="5523"/>
                  <a:pt x="568" y="6090"/>
                </a:cubicBezTo>
                <a:cubicBezTo>
                  <a:pt x="776" y="6342"/>
                  <a:pt x="1069" y="6475"/>
                  <a:pt x="1451" y="6475"/>
                </a:cubicBezTo>
                <a:cubicBezTo>
                  <a:pt x="1929" y="6475"/>
                  <a:pt x="2544" y="6267"/>
                  <a:pt x="3303" y="5823"/>
                </a:cubicBezTo>
                <a:cubicBezTo>
                  <a:pt x="4671" y="4989"/>
                  <a:pt x="5572" y="4188"/>
                  <a:pt x="6539" y="3554"/>
                </a:cubicBezTo>
                <a:cubicBezTo>
                  <a:pt x="7540" y="2921"/>
                  <a:pt x="7440" y="2387"/>
                  <a:pt x="6439" y="1153"/>
                </a:cubicBezTo>
                <a:cubicBezTo>
                  <a:pt x="5936" y="541"/>
                  <a:pt x="5606" y="1"/>
                  <a:pt x="5137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0">
            <a:extLst>
              <a:ext uri="{FF2B5EF4-FFF2-40B4-BE49-F238E27FC236}">
                <a16:creationId xmlns:a16="http://schemas.microsoft.com/office/drawing/2014/main" id="{87ED59D1-8B9F-CCDC-DE57-60D795CF3B1A}"/>
              </a:ext>
            </a:extLst>
          </p:cNvPr>
          <p:cNvSpPr/>
          <p:nvPr/>
        </p:nvSpPr>
        <p:spPr>
          <a:xfrm>
            <a:off x="5933811" y="2036864"/>
            <a:ext cx="306846" cy="204504"/>
          </a:xfrm>
          <a:custGeom>
            <a:avLst/>
            <a:gdLst/>
            <a:ahLst/>
            <a:cxnLst/>
            <a:rect l="l" t="t" r="r" b="b"/>
            <a:pathLst>
              <a:path w="17147" h="11428" extrusionOk="0">
                <a:moveTo>
                  <a:pt x="15445" y="0"/>
                </a:moveTo>
                <a:cubicBezTo>
                  <a:pt x="15512" y="334"/>
                  <a:pt x="15545" y="701"/>
                  <a:pt x="15478" y="1068"/>
                </a:cubicBezTo>
                <a:cubicBezTo>
                  <a:pt x="15278" y="1735"/>
                  <a:pt x="14811" y="2269"/>
                  <a:pt x="14211" y="2602"/>
                </a:cubicBezTo>
                <a:cubicBezTo>
                  <a:pt x="13577" y="2902"/>
                  <a:pt x="12943" y="3169"/>
                  <a:pt x="12309" y="3403"/>
                </a:cubicBezTo>
                <a:cubicBezTo>
                  <a:pt x="11576" y="3703"/>
                  <a:pt x="10908" y="4137"/>
                  <a:pt x="10308" y="4637"/>
                </a:cubicBezTo>
                <a:cubicBezTo>
                  <a:pt x="9874" y="5037"/>
                  <a:pt x="9407" y="5404"/>
                  <a:pt x="8874" y="5704"/>
                </a:cubicBezTo>
                <a:cubicBezTo>
                  <a:pt x="8434" y="5946"/>
                  <a:pt x="7950" y="6058"/>
                  <a:pt x="7471" y="6058"/>
                </a:cubicBezTo>
                <a:cubicBezTo>
                  <a:pt x="7224" y="6058"/>
                  <a:pt x="6977" y="6028"/>
                  <a:pt x="6739" y="5971"/>
                </a:cubicBezTo>
                <a:lnTo>
                  <a:pt x="6739" y="5971"/>
                </a:lnTo>
                <a:cubicBezTo>
                  <a:pt x="7078" y="6667"/>
                  <a:pt x="7528" y="6931"/>
                  <a:pt x="8061" y="6931"/>
                </a:cubicBezTo>
                <a:cubicBezTo>
                  <a:pt x="8627" y="6931"/>
                  <a:pt x="9286" y="6633"/>
                  <a:pt x="10008" y="6238"/>
                </a:cubicBezTo>
                <a:cubicBezTo>
                  <a:pt x="11109" y="5604"/>
                  <a:pt x="13477" y="4504"/>
                  <a:pt x="15312" y="3670"/>
                </a:cubicBezTo>
                <a:cubicBezTo>
                  <a:pt x="17146" y="2836"/>
                  <a:pt x="16346" y="1635"/>
                  <a:pt x="15578" y="201"/>
                </a:cubicBezTo>
                <a:lnTo>
                  <a:pt x="15545" y="201"/>
                </a:lnTo>
                <a:cubicBezTo>
                  <a:pt x="15512" y="134"/>
                  <a:pt x="15478" y="67"/>
                  <a:pt x="15445" y="0"/>
                </a:cubicBezTo>
                <a:close/>
                <a:moveTo>
                  <a:pt x="6005" y="6138"/>
                </a:moveTo>
                <a:cubicBezTo>
                  <a:pt x="5871" y="6772"/>
                  <a:pt x="5538" y="7306"/>
                  <a:pt x="5004" y="7706"/>
                </a:cubicBezTo>
                <a:cubicBezTo>
                  <a:pt x="4404" y="8173"/>
                  <a:pt x="3670" y="8540"/>
                  <a:pt x="3103" y="9040"/>
                </a:cubicBezTo>
                <a:cubicBezTo>
                  <a:pt x="2703" y="9440"/>
                  <a:pt x="2369" y="9874"/>
                  <a:pt x="2002" y="10308"/>
                </a:cubicBezTo>
                <a:cubicBezTo>
                  <a:pt x="1649" y="10731"/>
                  <a:pt x="1147" y="10972"/>
                  <a:pt x="636" y="10972"/>
                </a:cubicBezTo>
                <a:cubicBezTo>
                  <a:pt x="422" y="10972"/>
                  <a:pt x="207" y="10930"/>
                  <a:pt x="1" y="10841"/>
                </a:cubicBezTo>
                <a:lnTo>
                  <a:pt x="1" y="10841"/>
                </a:lnTo>
                <a:cubicBezTo>
                  <a:pt x="34" y="10908"/>
                  <a:pt x="67" y="10975"/>
                  <a:pt x="134" y="11042"/>
                </a:cubicBezTo>
                <a:cubicBezTo>
                  <a:pt x="342" y="11294"/>
                  <a:pt x="635" y="11427"/>
                  <a:pt x="1017" y="11427"/>
                </a:cubicBezTo>
                <a:cubicBezTo>
                  <a:pt x="1495" y="11427"/>
                  <a:pt x="2110" y="11219"/>
                  <a:pt x="2869" y="10775"/>
                </a:cubicBezTo>
                <a:cubicBezTo>
                  <a:pt x="4237" y="9974"/>
                  <a:pt x="5138" y="9174"/>
                  <a:pt x="6105" y="8506"/>
                </a:cubicBezTo>
                <a:cubicBezTo>
                  <a:pt x="7106" y="7873"/>
                  <a:pt x="7006" y="7339"/>
                  <a:pt x="6005" y="6138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0">
            <a:extLst>
              <a:ext uri="{FF2B5EF4-FFF2-40B4-BE49-F238E27FC236}">
                <a16:creationId xmlns:a16="http://schemas.microsoft.com/office/drawing/2014/main" id="{BB04C01B-DD66-026F-4D15-5E49E68C6C0C}"/>
              </a:ext>
            </a:extLst>
          </p:cNvPr>
          <p:cNvSpPr/>
          <p:nvPr/>
        </p:nvSpPr>
        <p:spPr>
          <a:xfrm>
            <a:off x="6020369" y="2117428"/>
            <a:ext cx="53739" cy="47261"/>
          </a:xfrm>
          <a:custGeom>
            <a:avLst/>
            <a:gdLst/>
            <a:ahLst/>
            <a:cxnLst/>
            <a:rect l="l" t="t" r="r" b="b"/>
            <a:pathLst>
              <a:path w="3003" h="2641" extrusionOk="0">
                <a:moveTo>
                  <a:pt x="1627" y="0"/>
                </a:moveTo>
                <a:cubicBezTo>
                  <a:pt x="1618" y="0"/>
                  <a:pt x="1610" y="1"/>
                  <a:pt x="1602" y="2"/>
                </a:cubicBezTo>
                <a:cubicBezTo>
                  <a:pt x="1268" y="68"/>
                  <a:pt x="0" y="936"/>
                  <a:pt x="534" y="2036"/>
                </a:cubicBezTo>
                <a:cubicBezTo>
                  <a:pt x="756" y="2495"/>
                  <a:pt x="1152" y="2641"/>
                  <a:pt x="1552" y="2641"/>
                </a:cubicBezTo>
                <a:cubicBezTo>
                  <a:pt x="2114" y="2641"/>
                  <a:pt x="2686" y="2353"/>
                  <a:pt x="2802" y="2237"/>
                </a:cubicBezTo>
                <a:cubicBezTo>
                  <a:pt x="3003" y="2070"/>
                  <a:pt x="2769" y="1636"/>
                  <a:pt x="2435" y="1036"/>
                </a:cubicBezTo>
                <a:cubicBezTo>
                  <a:pt x="2209" y="549"/>
                  <a:pt x="1919" y="0"/>
                  <a:pt x="16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0">
            <a:extLst>
              <a:ext uri="{FF2B5EF4-FFF2-40B4-BE49-F238E27FC236}">
                <a16:creationId xmlns:a16="http://schemas.microsoft.com/office/drawing/2014/main" id="{99184619-6451-4E01-D91C-27017528280A}"/>
              </a:ext>
            </a:extLst>
          </p:cNvPr>
          <p:cNvSpPr/>
          <p:nvPr/>
        </p:nvSpPr>
        <p:spPr>
          <a:xfrm>
            <a:off x="6126612" y="2100696"/>
            <a:ext cx="162397" cy="123923"/>
          </a:xfrm>
          <a:custGeom>
            <a:avLst/>
            <a:gdLst/>
            <a:ahLst/>
            <a:cxnLst/>
            <a:rect l="l" t="t" r="r" b="b"/>
            <a:pathLst>
              <a:path w="9075" h="6925" extrusionOk="0">
                <a:moveTo>
                  <a:pt x="6358" y="1"/>
                </a:moveTo>
                <a:cubicBezTo>
                  <a:pt x="6052" y="1"/>
                  <a:pt x="5729" y="119"/>
                  <a:pt x="5371" y="370"/>
                </a:cubicBezTo>
                <a:cubicBezTo>
                  <a:pt x="4104" y="1237"/>
                  <a:pt x="2870" y="2104"/>
                  <a:pt x="1702" y="3005"/>
                </a:cubicBezTo>
                <a:cubicBezTo>
                  <a:pt x="268" y="4072"/>
                  <a:pt x="1" y="4372"/>
                  <a:pt x="768" y="5773"/>
                </a:cubicBezTo>
                <a:cubicBezTo>
                  <a:pt x="1179" y="6558"/>
                  <a:pt x="1486" y="6924"/>
                  <a:pt x="2004" y="6924"/>
                </a:cubicBezTo>
                <a:cubicBezTo>
                  <a:pt x="2411" y="6924"/>
                  <a:pt x="2949" y="6699"/>
                  <a:pt x="3770" y="6274"/>
                </a:cubicBezTo>
                <a:cubicBezTo>
                  <a:pt x="4871" y="5707"/>
                  <a:pt x="5772" y="5040"/>
                  <a:pt x="7907" y="3839"/>
                </a:cubicBezTo>
                <a:cubicBezTo>
                  <a:pt x="9074" y="3172"/>
                  <a:pt x="8907" y="2338"/>
                  <a:pt x="7940" y="1070"/>
                </a:cubicBezTo>
                <a:cubicBezTo>
                  <a:pt x="7404" y="384"/>
                  <a:pt x="6909" y="1"/>
                  <a:pt x="6358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0">
            <a:extLst>
              <a:ext uri="{FF2B5EF4-FFF2-40B4-BE49-F238E27FC236}">
                <a16:creationId xmlns:a16="http://schemas.microsoft.com/office/drawing/2014/main" id="{F0E6726E-D0E3-FBA0-204C-FBC9D855FCF4}"/>
              </a:ext>
            </a:extLst>
          </p:cNvPr>
          <p:cNvSpPr/>
          <p:nvPr/>
        </p:nvSpPr>
        <p:spPr>
          <a:xfrm>
            <a:off x="6040662" y="2197382"/>
            <a:ext cx="106869" cy="87882"/>
          </a:xfrm>
          <a:custGeom>
            <a:avLst/>
            <a:gdLst/>
            <a:ahLst/>
            <a:cxnLst/>
            <a:rect l="l" t="t" r="r" b="b"/>
            <a:pathLst>
              <a:path w="5972" h="4911" extrusionOk="0">
                <a:moveTo>
                  <a:pt x="3765" y="0"/>
                </a:moveTo>
                <a:cubicBezTo>
                  <a:pt x="3525" y="0"/>
                  <a:pt x="3231" y="131"/>
                  <a:pt x="2803" y="437"/>
                </a:cubicBezTo>
                <a:cubicBezTo>
                  <a:pt x="2169" y="871"/>
                  <a:pt x="1568" y="1404"/>
                  <a:pt x="1068" y="1972"/>
                </a:cubicBezTo>
                <a:cubicBezTo>
                  <a:pt x="1" y="3272"/>
                  <a:pt x="101" y="4073"/>
                  <a:pt x="568" y="4607"/>
                </a:cubicBezTo>
                <a:cubicBezTo>
                  <a:pt x="767" y="4806"/>
                  <a:pt x="1020" y="4910"/>
                  <a:pt x="1334" y="4910"/>
                </a:cubicBezTo>
                <a:cubicBezTo>
                  <a:pt x="1808" y="4910"/>
                  <a:pt x="2421" y="4674"/>
                  <a:pt x="3203" y="4173"/>
                </a:cubicBezTo>
                <a:cubicBezTo>
                  <a:pt x="4470" y="3339"/>
                  <a:pt x="4037" y="3606"/>
                  <a:pt x="4904" y="2939"/>
                </a:cubicBezTo>
                <a:cubicBezTo>
                  <a:pt x="5805" y="2238"/>
                  <a:pt x="5971" y="2038"/>
                  <a:pt x="4937" y="937"/>
                </a:cubicBezTo>
                <a:cubicBezTo>
                  <a:pt x="4431" y="389"/>
                  <a:pt x="4178" y="0"/>
                  <a:pt x="3765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0">
            <a:extLst>
              <a:ext uri="{FF2B5EF4-FFF2-40B4-BE49-F238E27FC236}">
                <a16:creationId xmlns:a16="http://schemas.microsoft.com/office/drawing/2014/main" id="{9E7D101D-0509-DC13-3C77-55993BF04352}"/>
              </a:ext>
            </a:extLst>
          </p:cNvPr>
          <p:cNvSpPr/>
          <p:nvPr/>
        </p:nvSpPr>
        <p:spPr>
          <a:xfrm>
            <a:off x="6051399" y="2110878"/>
            <a:ext cx="237610" cy="174262"/>
          </a:xfrm>
          <a:custGeom>
            <a:avLst/>
            <a:gdLst/>
            <a:ahLst/>
            <a:cxnLst/>
            <a:rect l="l" t="t" r="r" b="b"/>
            <a:pathLst>
              <a:path w="13278" h="9738" extrusionOk="0">
                <a:moveTo>
                  <a:pt x="11709" y="1"/>
                </a:moveTo>
                <a:cubicBezTo>
                  <a:pt x="11843" y="468"/>
                  <a:pt x="11743" y="935"/>
                  <a:pt x="11476" y="1335"/>
                </a:cubicBezTo>
                <a:cubicBezTo>
                  <a:pt x="11042" y="1902"/>
                  <a:pt x="10342" y="2102"/>
                  <a:pt x="9775" y="2502"/>
                </a:cubicBezTo>
                <a:cubicBezTo>
                  <a:pt x="8741" y="3203"/>
                  <a:pt x="8140" y="4437"/>
                  <a:pt x="7039" y="5038"/>
                </a:cubicBezTo>
                <a:cubicBezTo>
                  <a:pt x="6594" y="5285"/>
                  <a:pt x="6112" y="5422"/>
                  <a:pt x="5620" y="5422"/>
                </a:cubicBezTo>
                <a:cubicBezTo>
                  <a:pt x="5449" y="5422"/>
                  <a:pt x="5277" y="5406"/>
                  <a:pt x="5105" y="5371"/>
                </a:cubicBezTo>
                <a:lnTo>
                  <a:pt x="5038" y="5371"/>
                </a:lnTo>
                <a:cubicBezTo>
                  <a:pt x="5434" y="6037"/>
                  <a:pt x="5732" y="6343"/>
                  <a:pt x="6211" y="6343"/>
                </a:cubicBezTo>
                <a:cubicBezTo>
                  <a:pt x="6621" y="6343"/>
                  <a:pt x="7161" y="6120"/>
                  <a:pt x="8007" y="5705"/>
                </a:cubicBezTo>
                <a:cubicBezTo>
                  <a:pt x="9107" y="5138"/>
                  <a:pt x="9975" y="4471"/>
                  <a:pt x="12110" y="3270"/>
                </a:cubicBezTo>
                <a:cubicBezTo>
                  <a:pt x="13277" y="2603"/>
                  <a:pt x="13110" y="1769"/>
                  <a:pt x="12143" y="501"/>
                </a:cubicBezTo>
                <a:cubicBezTo>
                  <a:pt x="12010" y="334"/>
                  <a:pt x="11876" y="167"/>
                  <a:pt x="11709" y="1"/>
                </a:cubicBezTo>
                <a:close/>
                <a:moveTo>
                  <a:pt x="4437" y="5838"/>
                </a:moveTo>
                <a:cubicBezTo>
                  <a:pt x="4404" y="6205"/>
                  <a:pt x="4204" y="6539"/>
                  <a:pt x="3937" y="6772"/>
                </a:cubicBezTo>
                <a:cubicBezTo>
                  <a:pt x="3637" y="7006"/>
                  <a:pt x="3337" y="7206"/>
                  <a:pt x="3003" y="7373"/>
                </a:cubicBezTo>
                <a:cubicBezTo>
                  <a:pt x="2469" y="7706"/>
                  <a:pt x="1969" y="8073"/>
                  <a:pt x="1535" y="8507"/>
                </a:cubicBezTo>
                <a:cubicBezTo>
                  <a:pt x="1302" y="8807"/>
                  <a:pt x="1002" y="9074"/>
                  <a:pt x="668" y="9274"/>
                </a:cubicBezTo>
                <a:cubicBezTo>
                  <a:pt x="503" y="9356"/>
                  <a:pt x="316" y="9416"/>
                  <a:pt x="125" y="9416"/>
                </a:cubicBezTo>
                <a:cubicBezTo>
                  <a:pt x="84" y="9416"/>
                  <a:pt x="42" y="9413"/>
                  <a:pt x="1" y="9407"/>
                </a:cubicBezTo>
                <a:lnTo>
                  <a:pt x="1" y="9407"/>
                </a:lnTo>
                <a:cubicBezTo>
                  <a:pt x="191" y="9625"/>
                  <a:pt x="449" y="9737"/>
                  <a:pt x="772" y="9737"/>
                </a:cubicBezTo>
                <a:cubicBezTo>
                  <a:pt x="1242" y="9737"/>
                  <a:pt x="1852" y="9501"/>
                  <a:pt x="2603" y="9007"/>
                </a:cubicBezTo>
                <a:cubicBezTo>
                  <a:pt x="3870" y="8173"/>
                  <a:pt x="3437" y="8440"/>
                  <a:pt x="4337" y="7740"/>
                </a:cubicBezTo>
                <a:cubicBezTo>
                  <a:pt x="5238" y="7072"/>
                  <a:pt x="5371" y="6872"/>
                  <a:pt x="4437" y="5838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0">
            <a:extLst>
              <a:ext uri="{FF2B5EF4-FFF2-40B4-BE49-F238E27FC236}">
                <a16:creationId xmlns:a16="http://schemas.microsoft.com/office/drawing/2014/main" id="{419CE218-9EDF-5E3E-4AE8-80F5AC1DC7CE}"/>
              </a:ext>
            </a:extLst>
          </p:cNvPr>
          <p:cNvSpPr/>
          <p:nvPr/>
        </p:nvSpPr>
        <p:spPr>
          <a:xfrm>
            <a:off x="6106319" y="2182297"/>
            <a:ext cx="53148" cy="45453"/>
          </a:xfrm>
          <a:custGeom>
            <a:avLst/>
            <a:gdLst/>
            <a:ahLst/>
            <a:cxnLst/>
            <a:rect l="l" t="t" r="r" b="b"/>
            <a:pathLst>
              <a:path w="2970" h="2540" extrusionOk="0">
                <a:moveTo>
                  <a:pt x="1514" y="1"/>
                </a:moveTo>
                <a:cubicBezTo>
                  <a:pt x="1488" y="1"/>
                  <a:pt x="1461" y="5"/>
                  <a:pt x="1435" y="13"/>
                </a:cubicBezTo>
                <a:cubicBezTo>
                  <a:pt x="1135" y="79"/>
                  <a:pt x="1" y="1047"/>
                  <a:pt x="601" y="2047"/>
                </a:cubicBezTo>
                <a:cubicBezTo>
                  <a:pt x="822" y="2416"/>
                  <a:pt x="1156" y="2540"/>
                  <a:pt x="1499" y="2540"/>
                </a:cubicBezTo>
                <a:cubicBezTo>
                  <a:pt x="2086" y="2540"/>
                  <a:pt x="2697" y="2174"/>
                  <a:pt x="2803" y="2047"/>
                </a:cubicBezTo>
                <a:cubicBezTo>
                  <a:pt x="2970" y="1847"/>
                  <a:pt x="2703" y="1480"/>
                  <a:pt x="2369" y="913"/>
                </a:cubicBezTo>
                <a:cubicBezTo>
                  <a:pt x="2123" y="514"/>
                  <a:pt x="1821" y="1"/>
                  <a:pt x="151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0">
            <a:extLst>
              <a:ext uri="{FF2B5EF4-FFF2-40B4-BE49-F238E27FC236}">
                <a16:creationId xmlns:a16="http://schemas.microsoft.com/office/drawing/2014/main" id="{45038467-F06B-3953-7DDC-8E862820E5CE}"/>
              </a:ext>
            </a:extLst>
          </p:cNvPr>
          <p:cNvSpPr/>
          <p:nvPr/>
        </p:nvSpPr>
        <p:spPr>
          <a:xfrm>
            <a:off x="5962461" y="1925772"/>
            <a:ext cx="227445" cy="157225"/>
          </a:xfrm>
          <a:custGeom>
            <a:avLst/>
            <a:gdLst/>
            <a:ahLst/>
            <a:cxnLst/>
            <a:rect l="l" t="t" r="r" b="b"/>
            <a:pathLst>
              <a:path w="12710" h="8786" extrusionOk="0">
                <a:moveTo>
                  <a:pt x="9601" y="0"/>
                </a:moveTo>
                <a:cubicBezTo>
                  <a:pt x="9126" y="0"/>
                  <a:pt x="8656" y="266"/>
                  <a:pt x="8240" y="638"/>
                </a:cubicBezTo>
                <a:cubicBezTo>
                  <a:pt x="7273" y="1438"/>
                  <a:pt x="3136" y="3673"/>
                  <a:pt x="1569" y="4507"/>
                </a:cubicBezTo>
                <a:cubicBezTo>
                  <a:pt x="1" y="5341"/>
                  <a:pt x="234" y="6142"/>
                  <a:pt x="835" y="7709"/>
                </a:cubicBezTo>
                <a:cubicBezTo>
                  <a:pt x="1139" y="8488"/>
                  <a:pt x="1632" y="8785"/>
                  <a:pt x="2175" y="8785"/>
                </a:cubicBezTo>
                <a:cubicBezTo>
                  <a:pt x="2703" y="8785"/>
                  <a:pt x="3277" y="8504"/>
                  <a:pt x="3770" y="8110"/>
                </a:cubicBezTo>
                <a:cubicBezTo>
                  <a:pt x="4771" y="7309"/>
                  <a:pt x="8874" y="5675"/>
                  <a:pt x="10808" y="4974"/>
                </a:cubicBezTo>
                <a:cubicBezTo>
                  <a:pt x="12710" y="4307"/>
                  <a:pt x="12009" y="3039"/>
                  <a:pt x="11309" y="1538"/>
                </a:cubicBezTo>
                <a:cubicBezTo>
                  <a:pt x="10791" y="411"/>
                  <a:pt x="10192" y="0"/>
                  <a:pt x="9601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0">
            <a:extLst>
              <a:ext uri="{FF2B5EF4-FFF2-40B4-BE49-F238E27FC236}">
                <a16:creationId xmlns:a16="http://schemas.microsoft.com/office/drawing/2014/main" id="{5A85EAA8-0A36-60DD-14BF-EBAA55133AD8}"/>
              </a:ext>
            </a:extLst>
          </p:cNvPr>
          <p:cNvSpPr/>
          <p:nvPr/>
        </p:nvSpPr>
        <p:spPr>
          <a:xfrm>
            <a:off x="5841885" y="2039209"/>
            <a:ext cx="145665" cy="117355"/>
          </a:xfrm>
          <a:custGeom>
            <a:avLst/>
            <a:gdLst/>
            <a:ahLst/>
            <a:cxnLst/>
            <a:rect l="l" t="t" r="r" b="b"/>
            <a:pathLst>
              <a:path w="8140" h="6558" extrusionOk="0">
                <a:moveTo>
                  <a:pt x="5878" y="0"/>
                </a:moveTo>
                <a:cubicBezTo>
                  <a:pt x="5635" y="0"/>
                  <a:pt x="5347" y="138"/>
                  <a:pt x="4971" y="470"/>
                </a:cubicBezTo>
                <a:cubicBezTo>
                  <a:pt x="3837" y="1471"/>
                  <a:pt x="2636" y="2371"/>
                  <a:pt x="1302" y="3505"/>
                </a:cubicBezTo>
                <a:cubicBezTo>
                  <a:pt x="1" y="4639"/>
                  <a:pt x="67" y="5540"/>
                  <a:pt x="468" y="6107"/>
                </a:cubicBezTo>
                <a:cubicBezTo>
                  <a:pt x="679" y="6400"/>
                  <a:pt x="1001" y="6558"/>
                  <a:pt x="1442" y="6558"/>
                </a:cubicBezTo>
                <a:cubicBezTo>
                  <a:pt x="1906" y="6558"/>
                  <a:pt x="2501" y="6383"/>
                  <a:pt x="3236" y="6007"/>
                </a:cubicBezTo>
                <a:cubicBezTo>
                  <a:pt x="4704" y="5273"/>
                  <a:pt x="6072" y="4172"/>
                  <a:pt x="7106" y="3605"/>
                </a:cubicBezTo>
                <a:cubicBezTo>
                  <a:pt x="8140" y="3005"/>
                  <a:pt x="8106" y="2471"/>
                  <a:pt x="7139" y="1204"/>
                </a:cubicBezTo>
                <a:cubicBezTo>
                  <a:pt x="6671" y="557"/>
                  <a:pt x="6367" y="0"/>
                  <a:pt x="5878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40">
            <a:extLst>
              <a:ext uri="{FF2B5EF4-FFF2-40B4-BE49-F238E27FC236}">
                <a16:creationId xmlns:a16="http://schemas.microsoft.com/office/drawing/2014/main" id="{A9C93515-52C7-7D97-F19E-D1BA6234C9BC}"/>
              </a:ext>
            </a:extLst>
          </p:cNvPr>
          <p:cNvSpPr/>
          <p:nvPr/>
        </p:nvSpPr>
        <p:spPr>
          <a:xfrm>
            <a:off x="5847862" y="1955084"/>
            <a:ext cx="342045" cy="201480"/>
          </a:xfrm>
          <a:custGeom>
            <a:avLst/>
            <a:gdLst/>
            <a:ahLst/>
            <a:cxnLst/>
            <a:rect l="l" t="t" r="r" b="b"/>
            <a:pathLst>
              <a:path w="19114" h="11259" extrusionOk="0">
                <a:moveTo>
                  <a:pt x="17780" y="0"/>
                </a:moveTo>
                <a:cubicBezTo>
                  <a:pt x="17813" y="334"/>
                  <a:pt x="17813" y="634"/>
                  <a:pt x="17713" y="901"/>
                </a:cubicBezTo>
                <a:cubicBezTo>
                  <a:pt x="17579" y="1168"/>
                  <a:pt x="17413" y="1401"/>
                  <a:pt x="17212" y="1568"/>
                </a:cubicBezTo>
                <a:cubicBezTo>
                  <a:pt x="15778" y="2869"/>
                  <a:pt x="13677" y="2936"/>
                  <a:pt x="11975" y="3836"/>
                </a:cubicBezTo>
                <a:cubicBezTo>
                  <a:pt x="11141" y="4270"/>
                  <a:pt x="10441" y="4904"/>
                  <a:pt x="9607" y="5338"/>
                </a:cubicBezTo>
                <a:cubicBezTo>
                  <a:pt x="9104" y="5644"/>
                  <a:pt x="8543" y="5792"/>
                  <a:pt x="7982" y="5792"/>
                </a:cubicBezTo>
                <a:cubicBezTo>
                  <a:pt x="7687" y="5792"/>
                  <a:pt x="7392" y="5751"/>
                  <a:pt x="7105" y="5671"/>
                </a:cubicBezTo>
                <a:lnTo>
                  <a:pt x="7105" y="5671"/>
                </a:lnTo>
                <a:cubicBezTo>
                  <a:pt x="7139" y="5771"/>
                  <a:pt x="7205" y="5905"/>
                  <a:pt x="7239" y="6071"/>
                </a:cubicBezTo>
                <a:cubicBezTo>
                  <a:pt x="7543" y="6850"/>
                  <a:pt x="8028" y="7147"/>
                  <a:pt x="8567" y="7147"/>
                </a:cubicBezTo>
                <a:cubicBezTo>
                  <a:pt x="9090" y="7147"/>
                  <a:pt x="9664" y="6866"/>
                  <a:pt x="10174" y="6472"/>
                </a:cubicBezTo>
                <a:cubicBezTo>
                  <a:pt x="11208" y="5671"/>
                  <a:pt x="15311" y="4037"/>
                  <a:pt x="17212" y="3336"/>
                </a:cubicBezTo>
                <a:cubicBezTo>
                  <a:pt x="19114" y="2669"/>
                  <a:pt x="18447" y="1468"/>
                  <a:pt x="17780" y="0"/>
                </a:cubicBezTo>
                <a:close/>
                <a:moveTo>
                  <a:pt x="6972" y="6071"/>
                </a:moveTo>
                <a:lnTo>
                  <a:pt x="6972" y="6071"/>
                </a:lnTo>
                <a:cubicBezTo>
                  <a:pt x="6872" y="6372"/>
                  <a:pt x="6738" y="6605"/>
                  <a:pt x="6505" y="6805"/>
                </a:cubicBezTo>
                <a:cubicBezTo>
                  <a:pt x="6171" y="7106"/>
                  <a:pt x="5771" y="7339"/>
                  <a:pt x="5371" y="7539"/>
                </a:cubicBezTo>
                <a:cubicBezTo>
                  <a:pt x="4704" y="7906"/>
                  <a:pt x="4070" y="8306"/>
                  <a:pt x="3503" y="8807"/>
                </a:cubicBezTo>
                <a:cubicBezTo>
                  <a:pt x="3002" y="9274"/>
                  <a:pt x="2435" y="9741"/>
                  <a:pt x="1835" y="10141"/>
                </a:cubicBezTo>
                <a:cubicBezTo>
                  <a:pt x="1451" y="10405"/>
                  <a:pt x="997" y="10531"/>
                  <a:pt x="537" y="10531"/>
                </a:cubicBezTo>
                <a:cubicBezTo>
                  <a:pt x="358" y="10531"/>
                  <a:pt x="178" y="10512"/>
                  <a:pt x="0" y="10475"/>
                </a:cubicBezTo>
                <a:lnTo>
                  <a:pt x="0" y="10475"/>
                </a:lnTo>
                <a:cubicBezTo>
                  <a:pt x="34" y="10608"/>
                  <a:pt x="100" y="10708"/>
                  <a:pt x="167" y="10808"/>
                </a:cubicBezTo>
                <a:cubicBezTo>
                  <a:pt x="378" y="11101"/>
                  <a:pt x="701" y="11259"/>
                  <a:pt x="1142" y="11259"/>
                </a:cubicBezTo>
                <a:cubicBezTo>
                  <a:pt x="1605" y="11259"/>
                  <a:pt x="2200" y="11084"/>
                  <a:pt x="2936" y="10708"/>
                </a:cubicBezTo>
                <a:cubicBezTo>
                  <a:pt x="4403" y="9974"/>
                  <a:pt x="5771" y="8873"/>
                  <a:pt x="6805" y="8306"/>
                </a:cubicBezTo>
                <a:cubicBezTo>
                  <a:pt x="7839" y="7739"/>
                  <a:pt x="7772" y="7239"/>
                  <a:pt x="6972" y="607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0">
            <a:extLst>
              <a:ext uri="{FF2B5EF4-FFF2-40B4-BE49-F238E27FC236}">
                <a16:creationId xmlns:a16="http://schemas.microsoft.com/office/drawing/2014/main" id="{EB3350E8-E6D3-C673-871F-876CD786E962}"/>
              </a:ext>
            </a:extLst>
          </p:cNvPr>
          <p:cNvSpPr/>
          <p:nvPr/>
        </p:nvSpPr>
        <p:spPr>
          <a:xfrm>
            <a:off x="5950525" y="2032659"/>
            <a:ext cx="52558" cy="47028"/>
          </a:xfrm>
          <a:custGeom>
            <a:avLst/>
            <a:gdLst/>
            <a:ahLst/>
            <a:cxnLst/>
            <a:rect l="l" t="t" r="r" b="b"/>
            <a:pathLst>
              <a:path w="2937" h="2628" extrusionOk="0">
                <a:moveTo>
                  <a:pt x="1665" y="0"/>
                </a:moveTo>
                <a:cubicBezTo>
                  <a:pt x="1655" y="0"/>
                  <a:pt x="1645" y="1"/>
                  <a:pt x="1635" y="2"/>
                </a:cubicBezTo>
                <a:cubicBezTo>
                  <a:pt x="1302" y="35"/>
                  <a:pt x="1" y="869"/>
                  <a:pt x="501" y="1970"/>
                </a:cubicBezTo>
                <a:cubicBezTo>
                  <a:pt x="708" y="2472"/>
                  <a:pt x="1131" y="2628"/>
                  <a:pt x="1555" y="2628"/>
                </a:cubicBezTo>
                <a:cubicBezTo>
                  <a:pt x="2088" y="2628"/>
                  <a:pt x="2624" y="2382"/>
                  <a:pt x="2736" y="2270"/>
                </a:cubicBezTo>
                <a:cubicBezTo>
                  <a:pt x="2936" y="2070"/>
                  <a:pt x="2736" y="1636"/>
                  <a:pt x="2436" y="1036"/>
                </a:cubicBezTo>
                <a:cubicBezTo>
                  <a:pt x="2241" y="518"/>
                  <a:pt x="1985" y="0"/>
                  <a:pt x="16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0">
            <a:extLst>
              <a:ext uri="{FF2B5EF4-FFF2-40B4-BE49-F238E27FC236}">
                <a16:creationId xmlns:a16="http://schemas.microsoft.com/office/drawing/2014/main" id="{7E0E34F5-9EA7-3A1B-4CDE-E8930F3B2B23}"/>
              </a:ext>
            </a:extLst>
          </p:cNvPr>
          <p:cNvSpPr/>
          <p:nvPr/>
        </p:nvSpPr>
        <p:spPr>
          <a:xfrm>
            <a:off x="5770860" y="1556938"/>
            <a:ext cx="174315" cy="209873"/>
          </a:xfrm>
          <a:custGeom>
            <a:avLst/>
            <a:gdLst/>
            <a:ahLst/>
            <a:cxnLst/>
            <a:rect l="l" t="t" r="r" b="b"/>
            <a:pathLst>
              <a:path w="9741" h="11728" extrusionOk="0">
                <a:moveTo>
                  <a:pt x="6438" y="0"/>
                </a:moveTo>
                <a:lnTo>
                  <a:pt x="0" y="3736"/>
                </a:lnTo>
                <a:lnTo>
                  <a:pt x="2569" y="9474"/>
                </a:lnTo>
                <a:cubicBezTo>
                  <a:pt x="2602" y="9574"/>
                  <a:pt x="2702" y="9674"/>
                  <a:pt x="2802" y="9740"/>
                </a:cubicBezTo>
                <a:lnTo>
                  <a:pt x="6104" y="11642"/>
                </a:lnTo>
                <a:cubicBezTo>
                  <a:pt x="6202" y="11700"/>
                  <a:pt x="6308" y="11727"/>
                  <a:pt x="6412" y="11727"/>
                </a:cubicBezTo>
                <a:cubicBezTo>
                  <a:pt x="6663" y="11727"/>
                  <a:pt x="6901" y="11568"/>
                  <a:pt x="6972" y="11308"/>
                </a:cubicBezTo>
                <a:lnTo>
                  <a:pt x="9740" y="1902"/>
                </a:lnTo>
                <a:lnTo>
                  <a:pt x="6438" y="0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0">
            <a:extLst>
              <a:ext uri="{FF2B5EF4-FFF2-40B4-BE49-F238E27FC236}">
                <a16:creationId xmlns:a16="http://schemas.microsoft.com/office/drawing/2014/main" id="{0B6A5220-D8EC-2D95-EDCA-2162E89EA28C}"/>
              </a:ext>
            </a:extLst>
          </p:cNvPr>
          <p:cNvSpPr/>
          <p:nvPr/>
        </p:nvSpPr>
        <p:spPr>
          <a:xfrm>
            <a:off x="5624013" y="1089091"/>
            <a:ext cx="447715" cy="660522"/>
          </a:xfrm>
          <a:custGeom>
            <a:avLst/>
            <a:gdLst/>
            <a:ahLst/>
            <a:cxnLst/>
            <a:rect l="l" t="t" r="r" b="b"/>
            <a:pathLst>
              <a:path w="25019" h="36911" extrusionOk="0">
                <a:moveTo>
                  <a:pt x="20982" y="0"/>
                </a:moveTo>
                <a:cubicBezTo>
                  <a:pt x="20798" y="0"/>
                  <a:pt x="20615" y="42"/>
                  <a:pt x="20448" y="126"/>
                </a:cubicBezTo>
                <a:lnTo>
                  <a:pt x="501" y="11634"/>
                </a:lnTo>
                <a:cubicBezTo>
                  <a:pt x="200" y="11834"/>
                  <a:pt x="0" y="12167"/>
                  <a:pt x="0" y="12534"/>
                </a:cubicBezTo>
                <a:lnTo>
                  <a:pt x="0" y="34217"/>
                </a:lnTo>
                <a:cubicBezTo>
                  <a:pt x="34" y="34584"/>
                  <a:pt x="234" y="34917"/>
                  <a:pt x="534" y="35117"/>
                </a:cubicBezTo>
                <a:lnTo>
                  <a:pt x="3503" y="36785"/>
                </a:lnTo>
                <a:cubicBezTo>
                  <a:pt x="3653" y="36869"/>
                  <a:pt x="3828" y="36910"/>
                  <a:pt x="4007" y="36910"/>
                </a:cubicBezTo>
                <a:cubicBezTo>
                  <a:pt x="4187" y="36910"/>
                  <a:pt x="4370" y="36869"/>
                  <a:pt x="4537" y="36785"/>
                </a:cubicBezTo>
                <a:lnTo>
                  <a:pt x="24484" y="25277"/>
                </a:lnTo>
                <a:cubicBezTo>
                  <a:pt x="24785" y="25077"/>
                  <a:pt x="24985" y="24743"/>
                  <a:pt x="25018" y="24376"/>
                </a:cubicBezTo>
                <a:lnTo>
                  <a:pt x="24985" y="2694"/>
                </a:lnTo>
                <a:cubicBezTo>
                  <a:pt x="24985" y="2327"/>
                  <a:pt x="24785" y="1994"/>
                  <a:pt x="24484" y="1793"/>
                </a:cubicBezTo>
                <a:lnTo>
                  <a:pt x="21516" y="126"/>
                </a:lnTo>
                <a:cubicBezTo>
                  <a:pt x="21349" y="42"/>
                  <a:pt x="21165" y="0"/>
                  <a:pt x="20982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0">
            <a:extLst>
              <a:ext uri="{FF2B5EF4-FFF2-40B4-BE49-F238E27FC236}">
                <a16:creationId xmlns:a16="http://schemas.microsoft.com/office/drawing/2014/main" id="{1CFD9EBB-0438-3156-3B5B-310FB8D101EA}"/>
              </a:ext>
            </a:extLst>
          </p:cNvPr>
          <p:cNvSpPr/>
          <p:nvPr/>
        </p:nvSpPr>
        <p:spPr>
          <a:xfrm>
            <a:off x="5627002" y="1089091"/>
            <a:ext cx="444118" cy="255344"/>
          </a:xfrm>
          <a:custGeom>
            <a:avLst/>
            <a:gdLst/>
            <a:ahLst/>
            <a:cxnLst/>
            <a:rect l="l" t="t" r="r" b="b"/>
            <a:pathLst>
              <a:path w="24818" h="14269" extrusionOk="0">
                <a:moveTo>
                  <a:pt x="20815" y="0"/>
                </a:moveTo>
                <a:cubicBezTo>
                  <a:pt x="20631" y="0"/>
                  <a:pt x="20448" y="42"/>
                  <a:pt x="20281" y="126"/>
                </a:cubicBezTo>
                <a:lnTo>
                  <a:pt x="334" y="11634"/>
                </a:lnTo>
                <a:cubicBezTo>
                  <a:pt x="200" y="11734"/>
                  <a:pt x="67" y="11834"/>
                  <a:pt x="0" y="12001"/>
                </a:cubicBezTo>
                <a:lnTo>
                  <a:pt x="3970" y="14269"/>
                </a:lnTo>
                <a:cubicBezTo>
                  <a:pt x="4070" y="14136"/>
                  <a:pt x="4203" y="14002"/>
                  <a:pt x="4370" y="13902"/>
                </a:cubicBezTo>
                <a:lnTo>
                  <a:pt x="24317" y="2360"/>
                </a:lnTo>
                <a:cubicBezTo>
                  <a:pt x="24387" y="2321"/>
                  <a:pt x="24457" y="2302"/>
                  <a:pt x="24521" y="2302"/>
                </a:cubicBezTo>
                <a:cubicBezTo>
                  <a:pt x="24672" y="2302"/>
                  <a:pt x="24794" y="2407"/>
                  <a:pt x="24818" y="2594"/>
                </a:cubicBezTo>
                <a:cubicBezTo>
                  <a:pt x="24784" y="2260"/>
                  <a:pt x="24584" y="1960"/>
                  <a:pt x="24317" y="1793"/>
                </a:cubicBezTo>
                <a:lnTo>
                  <a:pt x="21349" y="126"/>
                </a:lnTo>
                <a:cubicBezTo>
                  <a:pt x="21182" y="42"/>
                  <a:pt x="20998" y="0"/>
                  <a:pt x="20815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0">
            <a:extLst>
              <a:ext uri="{FF2B5EF4-FFF2-40B4-BE49-F238E27FC236}">
                <a16:creationId xmlns:a16="http://schemas.microsoft.com/office/drawing/2014/main" id="{0C95179C-C63E-50CF-9CD6-CB46EA049ABB}"/>
              </a:ext>
            </a:extLst>
          </p:cNvPr>
          <p:cNvSpPr/>
          <p:nvPr/>
        </p:nvSpPr>
        <p:spPr>
          <a:xfrm>
            <a:off x="5695647" y="1130035"/>
            <a:ext cx="376081" cy="636829"/>
          </a:xfrm>
          <a:custGeom>
            <a:avLst/>
            <a:gdLst/>
            <a:ahLst/>
            <a:cxnLst/>
            <a:rect l="l" t="t" r="r" b="b"/>
            <a:pathLst>
              <a:path w="21016" h="35587" extrusionOk="0">
                <a:moveTo>
                  <a:pt x="20702" y="1"/>
                </a:moveTo>
                <a:cubicBezTo>
                  <a:pt x="20634" y="1"/>
                  <a:pt x="20559" y="24"/>
                  <a:pt x="20481" y="72"/>
                </a:cubicBezTo>
                <a:lnTo>
                  <a:pt x="534" y="11614"/>
                </a:lnTo>
                <a:cubicBezTo>
                  <a:pt x="200" y="11814"/>
                  <a:pt x="0" y="12148"/>
                  <a:pt x="0" y="12515"/>
                </a:cubicBezTo>
                <a:lnTo>
                  <a:pt x="0" y="34197"/>
                </a:lnTo>
                <a:cubicBezTo>
                  <a:pt x="0" y="34433"/>
                  <a:pt x="117" y="34569"/>
                  <a:pt x="292" y="34569"/>
                </a:cubicBezTo>
                <a:cubicBezTo>
                  <a:pt x="364" y="34569"/>
                  <a:pt x="446" y="34546"/>
                  <a:pt x="534" y="34497"/>
                </a:cubicBezTo>
                <a:lnTo>
                  <a:pt x="7872" y="30261"/>
                </a:lnTo>
                <a:lnTo>
                  <a:pt x="10074" y="35231"/>
                </a:lnTo>
                <a:cubicBezTo>
                  <a:pt x="10169" y="35469"/>
                  <a:pt x="10385" y="35586"/>
                  <a:pt x="10604" y="35586"/>
                </a:cubicBezTo>
                <a:cubicBezTo>
                  <a:pt x="10844" y="35586"/>
                  <a:pt x="11087" y="35444"/>
                  <a:pt x="11175" y="35164"/>
                </a:cubicBezTo>
                <a:lnTo>
                  <a:pt x="13576" y="26958"/>
                </a:lnTo>
                <a:lnTo>
                  <a:pt x="20481" y="22989"/>
                </a:lnTo>
                <a:cubicBezTo>
                  <a:pt x="20782" y="22789"/>
                  <a:pt x="20982" y="22455"/>
                  <a:pt x="21015" y="22055"/>
                </a:cubicBezTo>
                <a:lnTo>
                  <a:pt x="20982" y="373"/>
                </a:lnTo>
                <a:cubicBezTo>
                  <a:pt x="20982" y="137"/>
                  <a:pt x="20865" y="1"/>
                  <a:pt x="20702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0">
            <a:extLst>
              <a:ext uri="{FF2B5EF4-FFF2-40B4-BE49-F238E27FC236}">
                <a16:creationId xmlns:a16="http://schemas.microsoft.com/office/drawing/2014/main" id="{DF6A9068-A315-3BA9-20E9-EDF657120E7F}"/>
              </a:ext>
            </a:extLst>
          </p:cNvPr>
          <p:cNvSpPr/>
          <p:nvPr/>
        </p:nvSpPr>
        <p:spPr>
          <a:xfrm>
            <a:off x="5695647" y="1130035"/>
            <a:ext cx="376081" cy="636829"/>
          </a:xfrm>
          <a:custGeom>
            <a:avLst/>
            <a:gdLst/>
            <a:ahLst/>
            <a:cxnLst/>
            <a:rect l="l" t="t" r="r" b="b"/>
            <a:pathLst>
              <a:path w="21016" h="35587" extrusionOk="0">
                <a:moveTo>
                  <a:pt x="20702" y="1"/>
                </a:moveTo>
                <a:cubicBezTo>
                  <a:pt x="20634" y="1"/>
                  <a:pt x="20559" y="24"/>
                  <a:pt x="20481" y="72"/>
                </a:cubicBezTo>
                <a:lnTo>
                  <a:pt x="534" y="11614"/>
                </a:lnTo>
                <a:cubicBezTo>
                  <a:pt x="200" y="11814"/>
                  <a:pt x="0" y="12148"/>
                  <a:pt x="0" y="12515"/>
                </a:cubicBezTo>
                <a:lnTo>
                  <a:pt x="0" y="34197"/>
                </a:lnTo>
                <a:cubicBezTo>
                  <a:pt x="0" y="34433"/>
                  <a:pt x="117" y="34569"/>
                  <a:pt x="292" y="34569"/>
                </a:cubicBezTo>
                <a:cubicBezTo>
                  <a:pt x="364" y="34569"/>
                  <a:pt x="446" y="34546"/>
                  <a:pt x="534" y="34497"/>
                </a:cubicBezTo>
                <a:lnTo>
                  <a:pt x="7872" y="30261"/>
                </a:lnTo>
                <a:lnTo>
                  <a:pt x="10074" y="35231"/>
                </a:lnTo>
                <a:cubicBezTo>
                  <a:pt x="10169" y="35469"/>
                  <a:pt x="10385" y="35586"/>
                  <a:pt x="10604" y="35586"/>
                </a:cubicBezTo>
                <a:cubicBezTo>
                  <a:pt x="10844" y="35586"/>
                  <a:pt x="11087" y="35444"/>
                  <a:pt x="11175" y="35164"/>
                </a:cubicBezTo>
                <a:lnTo>
                  <a:pt x="13576" y="26958"/>
                </a:lnTo>
                <a:lnTo>
                  <a:pt x="20481" y="22989"/>
                </a:lnTo>
                <a:cubicBezTo>
                  <a:pt x="20782" y="22789"/>
                  <a:pt x="20982" y="22455"/>
                  <a:pt x="21015" y="22055"/>
                </a:cubicBezTo>
                <a:lnTo>
                  <a:pt x="20982" y="373"/>
                </a:lnTo>
                <a:cubicBezTo>
                  <a:pt x="20982" y="137"/>
                  <a:pt x="20865" y="1"/>
                  <a:pt x="20702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0">
            <a:extLst>
              <a:ext uri="{FF2B5EF4-FFF2-40B4-BE49-F238E27FC236}">
                <a16:creationId xmlns:a16="http://schemas.microsoft.com/office/drawing/2014/main" id="{4DE9017C-B4A4-C262-815E-BE8763236C5B}"/>
              </a:ext>
            </a:extLst>
          </p:cNvPr>
          <p:cNvSpPr/>
          <p:nvPr/>
        </p:nvSpPr>
        <p:spPr>
          <a:xfrm>
            <a:off x="5761840" y="1258647"/>
            <a:ext cx="235266" cy="327550"/>
          </a:xfrm>
          <a:custGeom>
            <a:avLst/>
            <a:gdLst/>
            <a:ahLst/>
            <a:cxnLst/>
            <a:rect l="l" t="t" r="r" b="b"/>
            <a:pathLst>
              <a:path w="13147" h="18304" extrusionOk="0">
                <a:moveTo>
                  <a:pt x="11458" y="0"/>
                </a:moveTo>
                <a:cubicBezTo>
                  <a:pt x="10878" y="0"/>
                  <a:pt x="10336" y="350"/>
                  <a:pt x="10111" y="925"/>
                </a:cubicBezTo>
                <a:lnTo>
                  <a:pt x="4507" y="14267"/>
                </a:lnTo>
                <a:lnTo>
                  <a:pt x="3173" y="12967"/>
                </a:lnTo>
                <a:cubicBezTo>
                  <a:pt x="2842" y="12644"/>
                  <a:pt x="2478" y="12509"/>
                  <a:pt x="2131" y="12509"/>
                </a:cubicBezTo>
                <a:cubicBezTo>
                  <a:pt x="971" y="12509"/>
                  <a:pt x="1" y="14015"/>
                  <a:pt x="1105" y="15068"/>
                </a:cubicBezTo>
                <a:lnTo>
                  <a:pt x="4007" y="17903"/>
                </a:lnTo>
                <a:cubicBezTo>
                  <a:pt x="4273" y="18170"/>
                  <a:pt x="4640" y="18304"/>
                  <a:pt x="5007" y="18304"/>
                </a:cubicBezTo>
                <a:cubicBezTo>
                  <a:pt x="5107" y="18304"/>
                  <a:pt x="5207" y="18304"/>
                  <a:pt x="5308" y="18270"/>
                </a:cubicBezTo>
                <a:cubicBezTo>
                  <a:pt x="5808" y="18170"/>
                  <a:pt x="6208" y="17837"/>
                  <a:pt x="6408" y="17370"/>
                </a:cubicBezTo>
                <a:lnTo>
                  <a:pt x="12846" y="2059"/>
                </a:lnTo>
                <a:cubicBezTo>
                  <a:pt x="13146" y="1291"/>
                  <a:pt x="12813" y="424"/>
                  <a:pt x="12046" y="124"/>
                </a:cubicBezTo>
                <a:cubicBezTo>
                  <a:pt x="11853" y="40"/>
                  <a:pt x="11653" y="0"/>
                  <a:pt x="11458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0">
            <a:extLst>
              <a:ext uri="{FF2B5EF4-FFF2-40B4-BE49-F238E27FC236}">
                <a16:creationId xmlns:a16="http://schemas.microsoft.com/office/drawing/2014/main" id="{CBBF6BB2-7CEC-1977-3296-F3F134B3A1A3}"/>
              </a:ext>
            </a:extLst>
          </p:cNvPr>
          <p:cNvSpPr/>
          <p:nvPr/>
        </p:nvSpPr>
        <p:spPr>
          <a:xfrm>
            <a:off x="3648819" y="430845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0">
            <a:extLst>
              <a:ext uri="{FF2B5EF4-FFF2-40B4-BE49-F238E27FC236}">
                <a16:creationId xmlns:a16="http://schemas.microsoft.com/office/drawing/2014/main" id="{4D38D804-273C-16EB-0BF1-638E85238272}"/>
              </a:ext>
            </a:extLst>
          </p:cNvPr>
          <p:cNvSpPr/>
          <p:nvPr/>
        </p:nvSpPr>
        <p:spPr>
          <a:xfrm>
            <a:off x="4714872" y="3515353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0">
            <a:extLst>
              <a:ext uri="{FF2B5EF4-FFF2-40B4-BE49-F238E27FC236}">
                <a16:creationId xmlns:a16="http://schemas.microsoft.com/office/drawing/2014/main" id="{0E4FA99E-650E-4996-23DF-E50D5CB3A754}"/>
              </a:ext>
            </a:extLst>
          </p:cNvPr>
          <p:cNvSpPr/>
          <p:nvPr/>
        </p:nvSpPr>
        <p:spPr>
          <a:xfrm>
            <a:off x="7949314" y="519238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0">
            <a:extLst>
              <a:ext uri="{FF2B5EF4-FFF2-40B4-BE49-F238E27FC236}">
                <a16:creationId xmlns:a16="http://schemas.microsoft.com/office/drawing/2014/main" id="{BA1DF541-9D39-99EF-360B-D0B987DB1DAC}"/>
              </a:ext>
            </a:extLst>
          </p:cNvPr>
          <p:cNvSpPr/>
          <p:nvPr/>
        </p:nvSpPr>
        <p:spPr>
          <a:xfrm rot="2036805">
            <a:off x="6841988" y="462225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diagram of a problem solving process">
            <a:extLst>
              <a:ext uri="{FF2B5EF4-FFF2-40B4-BE49-F238E27FC236}">
                <a16:creationId xmlns:a16="http://schemas.microsoft.com/office/drawing/2014/main" id="{E4579419-5C45-DFC6-97EB-B7033F0F7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8" y="1163700"/>
            <a:ext cx="5523196" cy="5523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C6CC53-DDF7-2F1F-1DE6-BC9B5031BDDF}"/>
              </a:ext>
            </a:extLst>
          </p:cNvPr>
          <p:cNvSpPr txBox="1"/>
          <p:nvPr/>
        </p:nvSpPr>
        <p:spPr>
          <a:xfrm>
            <a:off x="709341" y="2024337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Personalized to individual needs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62310-27F1-7034-B500-0D09A4205969}"/>
              </a:ext>
            </a:extLst>
          </p:cNvPr>
          <p:cNvSpPr txBox="1"/>
          <p:nvPr/>
        </p:nvSpPr>
        <p:spPr>
          <a:xfrm>
            <a:off x="-3365865" y="6252061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AI mentor always available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FCAFF-B9F2-85BE-8EC2-EF7D48415AAB}"/>
              </a:ext>
            </a:extLst>
          </p:cNvPr>
          <p:cNvSpPr txBox="1"/>
          <p:nvPr/>
        </p:nvSpPr>
        <p:spPr>
          <a:xfrm>
            <a:off x="9175723" y="1856765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Real engineering challenges</a:t>
            </a:r>
          </a:p>
        </p:txBody>
      </p:sp>
    </p:spTree>
    <p:extLst>
      <p:ext uri="{BB962C8B-B14F-4D97-AF65-F5344CB8AC3E}">
        <p14:creationId xmlns:p14="http://schemas.microsoft.com/office/powerpoint/2010/main" val="633306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>
          <a:extLst>
            <a:ext uri="{FF2B5EF4-FFF2-40B4-BE49-F238E27FC236}">
              <a16:creationId xmlns:a16="http://schemas.microsoft.com/office/drawing/2014/main" id="{19F2B9F3-DB8B-35F5-639B-EFBD334F6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>
            <a:extLst>
              <a:ext uri="{FF2B5EF4-FFF2-40B4-BE49-F238E27FC236}">
                <a16:creationId xmlns:a16="http://schemas.microsoft.com/office/drawing/2014/main" id="{107667F9-7309-3165-8816-4212F648F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</a:t>
            </a:r>
            <a:r>
              <a:rPr lang="en" b="0" dirty="0"/>
              <a:t>VISION</a:t>
            </a:r>
            <a:endParaRPr b="0" dirty="0"/>
          </a:p>
        </p:txBody>
      </p:sp>
      <p:sp>
        <p:nvSpPr>
          <p:cNvPr id="453" name="Google Shape;453;p40">
            <a:extLst>
              <a:ext uri="{FF2B5EF4-FFF2-40B4-BE49-F238E27FC236}">
                <a16:creationId xmlns:a16="http://schemas.microsoft.com/office/drawing/2014/main" id="{BD3205F1-668A-B37E-7787-A6693FA2EC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999" y="1250550"/>
            <a:ext cx="3709131" cy="899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Teaching How to Think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" dirty="0">
                <a:solidFill>
                  <a:schemeClr val="dk1"/>
                </a:solidFill>
              </a:rPr>
              <a:t>Problem Solving over memorization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54" name="Google Shape;454;p40">
            <a:extLst>
              <a:ext uri="{FF2B5EF4-FFF2-40B4-BE49-F238E27FC236}">
                <a16:creationId xmlns:a16="http://schemas.microsoft.com/office/drawing/2014/main" id="{9E6AF3DB-C96F-083C-2934-CC2CC7ED7286}"/>
              </a:ext>
            </a:extLst>
          </p:cNvPr>
          <p:cNvSpPr/>
          <p:nvPr/>
        </p:nvSpPr>
        <p:spPr>
          <a:xfrm>
            <a:off x="5296893" y="2382184"/>
            <a:ext cx="3755874" cy="1975250"/>
          </a:xfrm>
          <a:custGeom>
            <a:avLst/>
            <a:gdLst/>
            <a:ahLst/>
            <a:cxnLst/>
            <a:rect l="l" t="t" r="r" b="b"/>
            <a:pathLst>
              <a:path w="209884" h="110380" extrusionOk="0">
                <a:moveTo>
                  <a:pt x="104942" y="1"/>
                </a:moveTo>
                <a:cubicBezTo>
                  <a:pt x="80483" y="1"/>
                  <a:pt x="56024" y="5388"/>
                  <a:pt x="37361" y="16162"/>
                </a:cubicBezTo>
                <a:cubicBezTo>
                  <a:pt x="1" y="37711"/>
                  <a:pt x="1" y="72669"/>
                  <a:pt x="37361" y="94218"/>
                </a:cubicBezTo>
                <a:cubicBezTo>
                  <a:pt x="56024" y="104992"/>
                  <a:pt x="80483" y="110380"/>
                  <a:pt x="104942" y="110380"/>
                </a:cubicBezTo>
                <a:cubicBezTo>
                  <a:pt x="129401" y="110380"/>
                  <a:pt x="153860" y="104992"/>
                  <a:pt x="172524" y="94218"/>
                </a:cubicBezTo>
                <a:cubicBezTo>
                  <a:pt x="209884" y="72669"/>
                  <a:pt x="209884" y="37711"/>
                  <a:pt x="172524" y="16162"/>
                </a:cubicBezTo>
                <a:cubicBezTo>
                  <a:pt x="153860" y="5388"/>
                  <a:pt x="129401" y="1"/>
                  <a:pt x="1049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40">
            <a:extLst>
              <a:ext uri="{FF2B5EF4-FFF2-40B4-BE49-F238E27FC236}">
                <a16:creationId xmlns:a16="http://schemas.microsoft.com/office/drawing/2014/main" id="{091406FD-3325-9365-E314-95B9C4B85C43}"/>
              </a:ext>
            </a:extLst>
          </p:cNvPr>
          <p:cNvSpPr/>
          <p:nvPr/>
        </p:nvSpPr>
        <p:spPr>
          <a:xfrm>
            <a:off x="6722945" y="3175273"/>
            <a:ext cx="922273" cy="485402"/>
          </a:xfrm>
          <a:custGeom>
            <a:avLst/>
            <a:gdLst/>
            <a:ahLst/>
            <a:cxnLst/>
            <a:rect l="l" t="t" r="r" b="b"/>
            <a:pathLst>
              <a:path w="51538" h="27125" extrusionOk="0">
                <a:moveTo>
                  <a:pt x="25753" y="1"/>
                </a:moveTo>
                <a:cubicBezTo>
                  <a:pt x="19754" y="1"/>
                  <a:pt x="13753" y="1318"/>
                  <a:pt x="9174" y="3966"/>
                </a:cubicBezTo>
                <a:cubicBezTo>
                  <a:pt x="1" y="9270"/>
                  <a:pt x="1" y="17876"/>
                  <a:pt x="9174" y="23146"/>
                </a:cubicBezTo>
                <a:cubicBezTo>
                  <a:pt x="13761" y="25798"/>
                  <a:pt x="19765" y="27124"/>
                  <a:pt x="25769" y="27124"/>
                </a:cubicBezTo>
                <a:cubicBezTo>
                  <a:pt x="31773" y="27124"/>
                  <a:pt x="37778" y="25798"/>
                  <a:pt x="42364" y="23146"/>
                </a:cubicBezTo>
                <a:cubicBezTo>
                  <a:pt x="51538" y="17843"/>
                  <a:pt x="51538" y="9270"/>
                  <a:pt x="42364" y="3966"/>
                </a:cubicBezTo>
                <a:cubicBezTo>
                  <a:pt x="37787" y="1327"/>
                  <a:pt x="31771" y="1"/>
                  <a:pt x="25753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0">
            <a:extLst>
              <a:ext uri="{FF2B5EF4-FFF2-40B4-BE49-F238E27FC236}">
                <a16:creationId xmlns:a16="http://schemas.microsoft.com/office/drawing/2014/main" id="{2271A891-FC3E-D6F8-BB09-7D04E9C8DA0B}"/>
              </a:ext>
            </a:extLst>
          </p:cNvPr>
          <p:cNvSpPr/>
          <p:nvPr/>
        </p:nvSpPr>
        <p:spPr>
          <a:xfrm>
            <a:off x="6169596" y="3613056"/>
            <a:ext cx="560543" cy="324150"/>
          </a:xfrm>
          <a:custGeom>
            <a:avLst/>
            <a:gdLst/>
            <a:ahLst/>
            <a:cxnLst/>
            <a:rect l="l" t="t" r="r" b="b"/>
            <a:pathLst>
              <a:path w="31324" h="18114" extrusionOk="0">
                <a:moveTo>
                  <a:pt x="15674" y="0"/>
                </a:moveTo>
                <a:cubicBezTo>
                  <a:pt x="11667" y="0"/>
                  <a:pt x="7656" y="884"/>
                  <a:pt x="4571" y="2652"/>
                </a:cubicBezTo>
                <a:cubicBezTo>
                  <a:pt x="1535" y="4420"/>
                  <a:pt x="1" y="6755"/>
                  <a:pt x="1" y="9057"/>
                </a:cubicBezTo>
                <a:cubicBezTo>
                  <a:pt x="1" y="11358"/>
                  <a:pt x="1535" y="13693"/>
                  <a:pt x="4571" y="15461"/>
                </a:cubicBezTo>
                <a:cubicBezTo>
                  <a:pt x="7639" y="17229"/>
                  <a:pt x="11651" y="18113"/>
                  <a:pt x="15662" y="18113"/>
                </a:cubicBezTo>
                <a:cubicBezTo>
                  <a:pt x="19673" y="18113"/>
                  <a:pt x="23684" y="17229"/>
                  <a:pt x="26753" y="15461"/>
                </a:cubicBezTo>
                <a:cubicBezTo>
                  <a:pt x="29789" y="13693"/>
                  <a:pt x="31323" y="11358"/>
                  <a:pt x="31323" y="9057"/>
                </a:cubicBezTo>
                <a:cubicBezTo>
                  <a:pt x="31323" y="6755"/>
                  <a:pt x="29822" y="4420"/>
                  <a:pt x="26753" y="2652"/>
                </a:cubicBezTo>
                <a:cubicBezTo>
                  <a:pt x="23684" y="884"/>
                  <a:pt x="19681" y="0"/>
                  <a:pt x="15674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0">
            <a:extLst>
              <a:ext uri="{FF2B5EF4-FFF2-40B4-BE49-F238E27FC236}">
                <a16:creationId xmlns:a16="http://schemas.microsoft.com/office/drawing/2014/main" id="{839D5522-3FB7-6D7D-4DB4-3E25088A6419}"/>
              </a:ext>
            </a:extLst>
          </p:cNvPr>
          <p:cNvSpPr/>
          <p:nvPr/>
        </p:nvSpPr>
        <p:spPr>
          <a:xfrm>
            <a:off x="6189298" y="2888684"/>
            <a:ext cx="696026" cy="401743"/>
          </a:xfrm>
          <a:custGeom>
            <a:avLst/>
            <a:gdLst/>
            <a:ahLst/>
            <a:cxnLst/>
            <a:rect l="l" t="t" r="r" b="b"/>
            <a:pathLst>
              <a:path w="38895" h="22450" extrusionOk="0">
                <a:moveTo>
                  <a:pt x="19448" y="0"/>
                </a:moveTo>
                <a:lnTo>
                  <a:pt x="0" y="11241"/>
                </a:lnTo>
                <a:lnTo>
                  <a:pt x="19448" y="22450"/>
                </a:lnTo>
                <a:lnTo>
                  <a:pt x="38895" y="11241"/>
                </a:lnTo>
                <a:lnTo>
                  <a:pt x="19448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0">
            <a:extLst>
              <a:ext uri="{FF2B5EF4-FFF2-40B4-BE49-F238E27FC236}">
                <a16:creationId xmlns:a16="http://schemas.microsoft.com/office/drawing/2014/main" id="{46373894-74FF-1CA4-207A-A406D01E529F}"/>
              </a:ext>
            </a:extLst>
          </p:cNvPr>
          <p:cNvSpPr/>
          <p:nvPr/>
        </p:nvSpPr>
        <p:spPr>
          <a:xfrm>
            <a:off x="5560736" y="3221764"/>
            <a:ext cx="782584" cy="451885"/>
          </a:xfrm>
          <a:custGeom>
            <a:avLst/>
            <a:gdLst/>
            <a:ahLst/>
            <a:cxnLst/>
            <a:rect l="l" t="t" r="r" b="b"/>
            <a:pathLst>
              <a:path w="43732" h="25252" extrusionOk="0">
                <a:moveTo>
                  <a:pt x="27387" y="0"/>
                </a:moveTo>
                <a:lnTo>
                  <a:pt x="0" y="15812"/>
                </a:lnTo>
                <a:lnTo>
                  <a:pt x="16312" y="25252"/>
                </a:lnTo>
                <a:lnTo>
                  <a:pt x="43732" y="9441"/>
                </a:lnTo>
                <a:lnTo>
                  <a:pt x="27387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0">
            <a:extLst>
              <a:ext uri="{FF2B5EF4-FFF2-40B4-BE49-F238E27FC236}">
                <a16:creationId xmlns:a16="http://schemas.microsoft.com/office/drawing/2014/main" id="{5DF020C6-5E37-F286-F176-2BE2C2F084AC}"/>
              </a:ext>
            </a:extLst>
          </p:cNvPr>
          <p:cNvSpPr/>
          <p:nvPr/>
        </p:nvSpPr>
        <p:spPr>
          <a:xfrm>
            <a:off x="8285698" y="3175792"/>
            <a:ext cx="455481" cy="262681"/>
          </a:xfrm>
          <a:custGeom>
            <a:avLst/>
            <a:gdLst/>
            <a:ahLst/>
            <a:cxnLst/>
            <a:rect l="l" t="t" r="r" b="b"/>
            <a:pathLst>
              <a:path w="25453" h="14679" extrusionOk="0">
                <a:moveTo>
                  <a:pt x="12743" y="1"/>
                </a:moveTo>
                <a:lnTo>
                  <a:pt x="1" y="7340"/>
                </a:lnTo>
                <a:lnTo>
                  <a:pt x="12743" y="14678"/>
                </a:lnTo>
                <a:lnTo>
                  <a:pt x="25452" y="7340"/>
                </a:lnTo>
                <a:lnTo>
                  <a:pt x="12743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40">
            <a:extLst>
              <a:ext uri="{FF2B5EF4-FFF2-40B4-BE49-F238E27FC236}">
                <a16:creationId xmlns:a16="http://schemas.microsoft.com/office/drawing/2014/main" id="{E5C7B5F3-EA76-C49A-CFF9-9F65A2FF428A}"/>
              </a:ext>
            </a:extLst>
          </p:cNvPr>
          <p:cNvSpPr/>
          <p:nvPr/>
        </p:nvSpPr>
        <p:spPr>
          <a:xfrm>
            <a:off x="7641621" y="3434857"/>
            <a:ext cx="831527" cy="499056"/>
          </a:xfrm>
          <a:custGeom>
            <a:avLst/>
            <a:gdLst/>
            <a:ahLst/>
            <a:cxnLst/>
            <a:rect l="l" t="t" r="r" b="b"/>
            <a:pathLst>
              <a:path w="46467" h="27888" extrusionOk="0">
                <a:moveTo>
                  <a:pt x="23221" y="11985"/>
                </a:moveTo>
                <a:cubicBezTo>
                  <a:pt x="25293" y="11985"/>
                  <a:pt x="27370" y="12460"/>
                  <a:pt x="29288" y="13411"/>
                </a:cubicBezTo>
                <a:cubicBezTo>
                  <a:pt x="30656" y="14178"/>
                  <a:pt x="31423" y="15212"/>
                  <a:pt x="31423" y="16179"/>
                </a:cubicBezTo>
                <a:cubicBezTo>
                  <a:pt x="31423" y="17147"/>
                  <a:pt x="30656" y="18147"/>
                  <a:pt x="29288" y="18914"/>
                </a:cubicBezTo>
                <a:cubicBezTo>
                  <a:pt x="27370" y="19882"/>
                  <a:pt x="25293" y="20366"/>
                  <a:pt x="23221" y="20366"/>
                </a:cubicBezTo>
                <a:cubicBezTo>
                  <a:pt x="21149" y="20366"/>
                  <a:pt x="19081" y="19882"/>
                  <a:pt x="17179" y="18914"/>
                </a:cubicBezTo>
                <a:cubicBezTo>
                  <a:pt x="15812" y="18147"/>
                  <a:pt x="15044" y="17147"/>
                  <a:pt x="15044" y="16179"/>
                </a:cubicBezTo>
                <a:cubicBezTo>
                  <a:pt x="15044" y="15212"/>
                  <a:pt x="15812" y="14178"/>
                  <a:pt x="17179" y="13411"/>
                </a:cubicBezTo>
                <a:cubicBezTo>
                  <a:pt x="19081" y="12460"/>
                  <a:pt x="21149" y="11985"/>
                  <a:pt x="23221" y="11985"/>
                </a:cubicBezTo>
                <a:close/>
                <a:moveTo>
                  <a:pt x="20282" y="1"/>
                </a:moveTo>
                <a:cubicBezTo>
                  <a:pt x="19381" y="1"/>
                  <a:pt x="18614" y="635"/>
                  <a:pt x="18447" y="1502"/>
                </a:cubicBezTo>
                <a:lnTo>
                  <a:pt x="18047" y="3770"/>
                </a:lnTo>
                <a:cubicBezTo>
                  <a:pt x="17079" y="3937"/>
                  <a:pt x="16112" y="4171"/>
                  <a:pt x="15178" y="4471"/>
                </a:cubicBezTo>
                <a:lnTo>
                  <a:pt x="15078" y="4471"/>
                </a:lnTo>
                <a:lnTo>
                  <a:pt x="11108" y="2636"/>
                </a:lnTo>
                <a:cubicBezTo>
                  <a:pt x="10808" y="2503"/>
                  <a:pt x="10508" y="2436"/>
                  <a:pt x="10174" y="2436"/>
                </a:cubicBezTo>
                <a:cubicBezTo>
                  <a:pt x="9774" y="2436"/>
                  <a:pt x="9407" y="2536"/>
                  <a:pt x="9040" y="2736"/>
                </a:cubicBezTo>
                <a:lnTo>
                  <a:pt x="5104" y="5005"/>
                </a:lnTo>
                <a:cubicBezTo>
                  <a:pt x="4037" y="5572"/>
                  <a:pt x="3970" y="7039"/>
                  <a:pt x="4971" y="7706"/>
                </a:cubicBezTo>
                <a:lnTo>
                  <a:pt x="7372" y="9441"/>
                </a:lnTo>
                <a:cubicBezTo>
                  <a:pt x="7139" y="9708"/>
                  <a:pt x="6939" y="10008"/>
                  <a:pt x="6772" y="10342"/>
                </a:cubicBezTo>
                <a:lnTo>
                  <a:pt x="1702" y="10642"/>
                </a:lnTo>
                <a:cubicBezTo>
                  <a:pt x="734" y="10709"/>
                  <a:pt x="0" y="11509"/>
                  <a:pt x="0" y="12477"/>
                </a:cubicBezTo>
                <a:lnTo>
                  <a:pt x="0" y="15412"/>
                </a:lnTo>
                <a:cubicBezTo>
                  <a:pt x="0" y="16346"/>
                  <a:pt x="734" y="17147"/>
                  <a:pt x="1702" y="17213"/>
                </a:cubicBezTo>
                <a:lnTo>
                  <a:pt x="6772" y="17547"/>
                </a:lnTo>
                <a:cubicBezTo>
                  <a:pt x="6939" y="17847"/>
                  <a:pt x="7139" y="18147"/>
                  <a:pt x="7372" y="18447"/>
                </a:cubicBezTo>
                <a:lnTo>
                  <a:pt x="4971" y="20182"/>
                </a:lnTo>
                <a:cubicBezTo>
                  <a:pt x="3970" y="20816"/>
                  <a:pt x="4037" y="22284"/>
                  <a:pt x="5104" y="22851"/>
                </a:cubicBezTo>
                <a:lnTo>
                  <a:pt x="9040" y="25152"/>
                </a:lnTo>
                <a:cubicBezTo>
                  <a:pt x="9407" y="25319"/>
                  <a:pt x="9774" y="25419"/>
                  <a:pt x="10174" y="25419"/>
                </a:cubicBezTo>
                <a:cubicBezTo>
                  <a:pt x="10508" y="25419"/>
                  <a:pt x="10808" y="25352"/>
                  <a:pt x="11108" y="25252"/>
                </a:cubicBezTo>
                <a:lnTo>
                  <a:pt x="15078" y="23384"/>
                </a:lnTo>
                <a:lnTo>
                  <a:pt x="15111" y="23384"/>
                </a:lnTo>
                <a:cubicBezTo>
                  <a:pt x="16079" y="23685"/>
                  <a:pt x="17046" y="23918"/>
                  <a:pt x="18047" y="24085"/>
                </a:cubicBezTo>
                <a:lnTo>
                  <a:pt x="18447" y="26353"/>
                </a:lnTo>
                <a:cubicBezTo>
                  <a:pt x="18647" y="27220"/>
                  <a:pt x="19414" y="27854"/>
                  <a:pt x="20315" y="27888"/>
                </a:cubicBezTo>
                <a:lnTo>
                  <a:pt x="26152" y="27888"/>
                </a:lnTo>
                <a:cubicBezTo>
                  <a:pt x="27053" y="27888"/>
                  <a:pt x="27820" y="27254"/>
                  <a:pt x="28020" y="26353"/>
                </a:cubicBezTo>
                <a:lnTo>
                  <a:pt x="28421" y="24118"/>
                </a:lnTo>
                <a:cubicBezTo>
                  <a:pt x="29388" y="23918"/>
                  <a:pt x="30355" y="23685"/>
                  <a:pt x="31289" y="23418"/>
                </a:cubicBezTo>
                <a:lnTo>
                  <a:pt x="31356" y="23418"/>
                </a:lnTo>
                <a:lnTo>
                  <a:pt x="35359" y="25252"/>
                </a:lnTo>
                <a:cubicBezTo>
                  <a:pt x="35626" y="25386"/>
                  <a:pt x="35959" y="25453"/>
                  <a:pt x="36293" y="25453"/>
                </a:cubicBezTo>
                <a:cubicBezTo>
                  <a:pt x="36660" y="25453"/>
                  <a:pt x="37060" y="25352"/>
                  <a:pt x="37394" y="25152"/>
                </a:cubicBezTo>
                <a:lnTo>
                  <a:pt x="41363" y="22851"/>
                </a:lnTo>
                <a:cubicBezTo>
                  <a:pt x="42431" y="22317"/>
                  <a:pt x="42497" y="20849"/>
                  <a:pt x="41497" y="20182"/>
                </a:cubicBezTo>
                <a:lnTo>
                  <a:pt x="39095" y="18447"/>
                </a:lnTo>
                <a:cubicBezTo>
                  <a:pt x="39328" y="18147"/>
                  <a:pt x="39529" y="17847"/>
                  <a:pt x="39695" y="17547"/>
                </a:cubicBezTo>
                <a:lnTo>
                  <a:pt x="44766" y="17213"/>
                </a:lnTo>
                <a:cubicBezTo>
                  <a:pt x="45700" y="17147"/>
                  <a:pt x="46467" y="16379"/>
                  <a:pt x="46467" y="15412"/>
                </a:cubicBezTo>
                <a:lnTo>
                  <a:pt x="46467" y="12477"/>
                </a:lnTo>
                <a:cubicBezTo>
                  <a:pt x="46467" y="11509"/>
                  <a:pt x="45700" y="10709"/>
                  <a:pt x="44766" y="10675"/>
                </a:cubicBezTo>
                <a:lnTo>
                  <a:pt x="39695" y="10342"/>
                </a:lnTo>
                <a:cubicBezTo>
                  <a:pt x="39529" y="10041"/>
                  <a:pt x="39328" y="9708"/>
                  <a:pt x="39095" y="9441"/>
                </a:cubicBezTo>
                <a:lnTo>
                  <a:pt x="41497" y="7706"/>
                </a:lnTo>
                <a:cubicBezTo>
                  <a:pt x="42497" y="7039"/>
                  <a:pt x="42431" y="5572"/>
                  <a:pt x="41363" y="5038"/>
                </a:cubicBezTo>
                <a:lnTo>
                  <a:pt x="37394" y="2736"/>
                </a:lnTo>
                <a:cubicBezTo>
                  <a:pt x="37060" y="2536"/>
                  <a:pt x="36660" y="2436"/>
                  <a:pt x="36293" y="2436"/>
                </a:cubicBezTo>
                <a:cubicBezTo>
                  <a:pt x="35959" y="2436"/>
                  <a:pt x="35626" y="2503"/>
                  <a:pt x="35359" y="2636"/>
                </a:cubicBezTo>
                <a:lnTo>
                  <a:pt x="31356" y="4471"/>
                </a:lnTo>
                <a:lnTo>
                  <a:pt x="31323" y="4471"/>
                </a:lnTo>
                <a:cubicBezTo>
                  <a:pt x="30355" y="4204"/>
                  <a:pt x="29388" y="3937"/>
                  <a:pt x="28387" y="3770"/>
                </a:cubicBezTo>
                <a:lnTo>
                  <a:pt x="27987" y="1502"/>
                </a:lnTo>
                <a:cubicBezTo>
                  <a:pt x="27787" y="635"/>
                  <a:pt x="27020" y="1"/>
                  <a:pt x="26119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0">
            <a:extLst>
              <a:ext uri="{FF2B5EF4-FFF2-40B4-BE49-F238E27FC236}">
                <a16:creationId xmlns:a16="http://schemas.microsoft.com/office/drawing/2014/main" id="{E0B3DEE9-04D7-25FA-35A0-0F43684EBD60}"/>
              </a:ext>
            </a:extLst>
          </p:cNvPr>
          <p:cNvSpPr/>
          <p:nvPr/>
        </p:nvSpPr>
        <p:spPr>
          <a:xfrm>
            <a:off x="7620129" y="2929610"/>
            <a:ext cx="623211" cy="378193"/>
          </a:xfrm>
          <a:custGeom>
            <a:avLst/>
            <a:gdLst/>
            <a:ahLst/>
            <a:cxnLst/>
            <a:rect l="l" t="t" r="r" b="b"/>
            <a:pathLst>
              <a:path w="34826" h="21134" extrusionOk="0">
                <a:moveTo>
                  <a:pt x="17413" y="8221"/>
                </a:moveTo>
                <a:cubicBezTo>
                  <a:pt x="18247" y="8221"/>
                  <a:pt x="19081" y="8321"/>
                  <a:pt x="19915" y="8521"/>
                </a:cubicBezTo>
                <a:cubicBezTo>
                  <a:pt x="20982" y="8721"/>
                  <a:pt x="21983" y="9221"/>
                  <a:pt x="22817" y="9955"/>
                </a:cubicBezTo>
                <a:lnTo>
                  <a:pt x="22950" y="10089"/>
                </a:lnTo>
                <a:cubicBezTo>
                  <a:pt x="22984" y="10122"/>
                  <a:pt x="23017" y="10189"/>
                  <a:pt x="23050" y="10222"/>
                </a:cubicBezTo>
                <a:cubicBezTo>
                  <a:pt x="23117" y="10255"/>
                  <a:pt x="23150" y="10322"/>
                  <a:pt x="23184" y="10355"/>
                </a:cubicBezTo>
                <a:lnTo>
                  <a:pt x="23250" y="10489"/>
                </a:lnTo>
                <a:cubicBezTo>
                  <a:pt x="23551" y="10989"/>
                  <a:pt x="23517" y="11623"/>
                  <a:pt x="23117" y="12090"/>
                </a:cubicBezTo>
                <a:cubicBezTo>
                  <a:pt x="22917" y="12357"/>
                  <a:pt x="22683" y="12590"/>
                  <a:pt x="22417" y="12791"/>
                </a:cubicBezTo>
                <a:cubicBezTo>
                  <a:pt x="22250" y="12891"/>
                  <a:pt x="22083" y="13024"/>
                  <a:pt x="21916" y="13124"/>
                </a:cubicBezTo>
                <a:cubicBezTo>
                  <a:pt x="20606" y="13795"/>
                  <a:pt x="19112" y="14160"/>
                  <a:pt x="17639" y="14160"/>
                </a:cubicBezTo>
                <a:cubicBezTo>
                  <a:pt x="17575" y="14160"/>
                  <a:pt x="17511" y="14160"/>
                  <a:pt x="17446" y="14158"/>
                </a:cubicBezTo>
                <a:cubicBezTo>
                  <a:pt x="16612" y="14158"/>
                  <a:pt x="15778" y="14058"/>
                  <a:pt x="14978" y="13858"/>
                </a:cubicBezTo>
                <a:cubicBezTo>
                  <a:pt x="14277" y="13725"/>
                  <a:pt x="13610" y="13458"/>
                  <a:pt x="12976" y="13124"/>
                </a:cubicBezTo>
                <a:cubicBezTo>
                  <a:pt x="12810" y="13024"/>
                  <a:pt x="12643" y="12924"/>
                  <a:pt x="12509" y="12791"/>
                </a:cubicBezTo>
                <a:cubicBezTo>
                  <a:pt x="12176" y="12590"/>
                  <a:pt x="11876" y="12290"/>
                  <a:pt x="11676" y="11957"/>
                </a:cubicBezTo>
                <a:lnTo>
                  <a:pt x="11575" y="11790"/>
                </a:lnTo>
                <a:lnTo>
                  <a:pt x="11509" y="11690"/>
                </a:lnTo>
                <a:cubicBezTo>
                  <a:pt x="11342" y="11223"/>
                  <a:pt x="11442" y="10689"/>
                  <a:pt x="11742" y="10322"/>
                </a:cubicBezTo>
                <a:cubicBezTo>
                  <a:pt x="12643" y="9055"/>
                  <a:pt x="14911" y="8221"/>
                  <a:pt x="17413" y="8221"/>
                </a:cubicBezTo>
                <a:close/>
                <a:moveTo>
                  <a:pt x="13048" y="1"/>
                </a:moveTo>
                <a:cubicBezTo>
                  <a:pt x="12965" y="1"/>
                  <a:pt x="12871" y="25"/>
                  <a:pt x="12776" y="48"/>
                </a:cubicBezTo>
                <a:lnTo>
                  <a:pt x="8707" y="1015"/>
                </a:lnTo>
                <a:cubicBezTo>
                  <a:pt x="8106" y="1149"/>
                  <a:pt x="7673" y="1649"/>
                  <a:pt x="7606" y="2250"/>
                </a:cubicBezTo>
                <a:lnTo>
                  <a:pt x="7606" y="2283"/>
                </a:lnTo>
                <a:lnTo>
                  <a:pt x="7606" y="2450"/>
                </a:lnTo>
                <a:cubicBezTo>
                  <a:pt x="7606" y="2717"/>
                  <a:pt x="7673" y="2950"/>
                  <a:pt x="7773" y="3150"/>
                </a:cubicBezTo>
                <a:lnTo>
                  <a:pt x="8407" y="4351"/>
                </a:lnTo>
                <a:lnTo>
                  <a:pt x="8206" y="4485"/>
                </a:lnTo>
                <a:cubicBezTo>
                  <a:pt x="7906" y="4651"/>
                  <a:pt x="7606" y="4818"/>
                  <a:pt x="7339" y="5018"/>
                </a:cubicBezTo>
                <a:lnTo>
                  <a:pt x="3636" y="4385"/>
                </a:lnTo>
                <a:lnTo>
                  <a:pt x="3336" y="4385"/>
                </a:lnTo>
                <a:cubicBezTo>
                  <a:pt x="3304" y="4383"/>
                  <a:pt x="3273" y="4382"/>
                  <a:pt x="3241" y="4382"/>
                </a:cubicBezTo>
                <a:cubicBezTo>
                  <a:pt x="2710" y="4382"/>
                  <a:pt x="2217" y="4642"/>
                  <a:pt x="1902" y="5052"/>
                </a:cubicBezTo>
                <a:lnTo>
                  <a:pt x="267" y="7320"/>
                </a:lnTo>
                <a:cubicBezTo>
                  <a:pt x="101" y="7553"/>
                  <a:pt x="1" y="7820"/>
                  <a:pt x="1" y="8087"/>
                </a:cubicBezTo>
                <a:lnTo>
                  <a:pt x="1" y="8187"/>
                </a:lnTo>
                <a:cubicBezTo>
                  <a:pt x="67" y="8821"/>
                  <a:pt x="501" y="9355"/>
                  <a:pt x="1135" y="9522"/>
                </a:cubicBezTo>
                <a:lnTo>
                  <a:pt x="3937" y="10389"/>
                </a:lnTo>
                <a:lnTo>
                  <a:pt x="3937" y="10689"/>
                </a:lnTo>
                <a:lnTo>
                  <a:pt x="1035" y="11590"/>
                </a:lnTo>
                <a:cubicBezTo>
                  <a:pt x="434" y="11790"/>
                  <a:pt x="34" y="12324"/>
                  <a:pt x="34" y="12957"/>
                </a:cubicBezTo>
                <a:cubicBezTo>
                  <a:pt x="34" y="13258"/>
                  <a:pt x="134" y="13591"/>
                  <a:pt x="334" y="13858"/>
                </a:cubicBezTo>
                <a:lnTo>
                  <a:pt x="1835" y="15926"/>
                </a:lnTo>
                <a:cubicBezTo>
                  <a:pt x="2169" y="16426"/>
                  <a:pt x="2736" y="16727"/>
                  <a:pt x="3336" y="16727"/>
                </a:cubicBezTo>
                <a:lnTo>
                  <a:pt x="3603" y="16727"/>
                </a:lnTo>
                <a:lnTo>
                  <a:pt x="7339" y="16093"/>
                </a:lnTo>
                <a:cubicBezTo>
                  <a:pt x="7673" y="16326"/>
                  <a:pt x="8040" y="16560"/>
                  <a:pt x="8407" y="16760"/>
                </a:cubicBezTo>
                <a:lnTo>
                  <a:pt x="7739" y="18061"/>
                </a:lnTo>
                <a:cubicBezTo>
                  <a:pt x="7539" y="18428"/>
                  <a:pt x="7539" y="18895"/>
                  <a:pt x="7739" y="19262"/>
                </a:cubicBezTo>
                <a:cubicBezTo>
                  <a:pt x="7940" y="19696"/>
                  <a:pt x="8340" y="19996"/>
                  <a:pt x="8807" y="20129"/>
                </a:cubicBezTo>
                <a:lnTo>
                  <a:pt x="12743" y="21097"/>
                </a:lnTo>
                <a:cubicBezTo>
                  <a:pt x="12910" y="21130"/>
                  <a:pt x="13077" y="21130"/>
                  <a:pt x="13243" y="21130"/>
                </a:cubicBezTo>
                <a:cubicBezTo>
                  <a:pt x="13277" y="21132"/>
                  <a:pt x="13311" y="21133"/>
                  <a:pt x="13345" y="21133"/>
                </a:cubicBezTo>
                <a:cubicBezTo>
                  <a:pt x="13777" y="21133"/>
                  <a:pt x="14202" y="20939"/>
                  <a:pt x="14511" y="20630"/>
                </a:cubicBezTo>
                <a:lnTo>
                  <a:pt x="16245" y="18828"/>
                </a:lnTo>
                <a:cubicBezTo>
                  <a:pt x="16612" y="18862"/>
                  <a:pt x="17013" y="18862"/>
                  <a:pt x="17413" y="18862"/>
                </a:cubicBezTo>
                <a:cubicBezTo>
                  <a:pt x="17813" y="18862"/>
                  <a:pt x="18214" y="18862"/>
                  <a:pt x="18614" y="18828"/>
                </a:cubicBezTo>
                <a:lnTo>
                  <a:pt x="20248" y="20529"/>
                </a:lnTo>
                <a:cubicBezTo>
                  <a:pt x="20615" y="20896"/>
                  <a:pt x="21116" y="21130"/>
                  <a:pt x="21649" y="21130"/>
                </a:cubicBezTo>
                <a:cubicBezTo>
                  <a:pt x="21749" y="21130"/>
                  <a:pt x="21883" y="21130"/>
                  <a:pt x="21983" y="21097"/>
                </a:cubicBezTo>
                <a:lnTo>
                  <a:pt x="26086" y="20096"/>
                </a:lnTo>
                <a:cubicBezTo>
                  <a:pt x="26519" y="19996"/>
                  <a:pt x="26886" y="19729"/>
                  <a:pt x="27053" y="19329"/>
                </a:cubicBezTo>
                <a:cubicBezTo>
                  <a:pt x="27253" y="18895"/>
                  <a:pt x="27253" y="18395"/>
                  <a:pt x="27020" y="17994"/>
                </a:cubicBezTo>
                <a:lnTo>
                  <a:pt x="26419" y="16760"/>
                </a:lnTo>
                <a:cubicBezTo>
                  <a:pt x="26786" y="16560"/>
                  <a:pt x="27153" y="16360"/>
                  <a:pt x="27487" y="16093"/>
                </a:cubicBezTo>
                <a:lnTo>
                  <a:pt x="31156" y="16727"/>
                </a:lnTo>
                <a:cubicBezTo>
                  <a:pt x="31256" y="16760"/>
                  <a:pt x="31390" y="16760"/>
                  <a:pt x="31490" y="16760"/>
                </a:cubicBezTo>
                <a:cubicBezTo>
                  <a:pt x="32023" y="16760"/>
                  <a:pt x="32557" y="16527"/>
                  <a:pt x="32924" y="16093"/>
                </a:cubicBezTo>
                <a:lnTo>
                  <a:pt x="33324" y="15526"/>
                </a:lnTo>
                <a:lnTo>
                  <a:pt x="34192" y="14258"/>
                </a:lnTo>
                <a:cubicBezTo>
                  <a:pt x="34425" y="13958"/>
                  <a:pt x="34592" y="13624"/>
                  <a:pt x="34725" y="13291"/>
                </a:cubicBezTo>
                <a:cubicBezTo>
                  <a:pt x="34825" y="12924"/>
                  <a:pt x="34792" y="12557"/>
                  <a:pt x="34559" y="12223"/>
                </a:cubicBezTo>
                <a:cubicBezTo>
                  <a:pt x="34358" y="11923"/>
                  <a:pt x="34058" y="11690"/>
                  <a:pt x="33691" y="11556"/>
                </a:cubicBezTo>
                <a:lnTo>
                  <a:pt x="30856" y="10689"/>
                </a:lnTo>
                <a:lnTo>
                  <a:pt x="30856" y="10389"/>
                </a:lnTo>
                <a:lnTo>
                  <a:pt x="33758" y="9455"/>
                </a:lnTo>
                <a:cubicBezTo>
                  <a:pt x="34258" y="9321"/>
                  <a:pt x="34625" y="8888"/>
                  <a:pt x="34725" y="8387"/>
                </a:cubicBezTo>
                <a:lnTo>
                  <a:pt x="34759" y="8321"/>
                </a:lnTo>
                <a:lnTo>
                  <a:pt x="34759" y="8121"/>
                </a:lnTo>
                <a:cubicBezTo>
                  <a:pt x="34759" y="7787"/>
                  <a:pt x="34659" y="7453"/>
                  <a:pt x="34458" y="7187"/>
                </a:cubicBezTo>
                <a:lnTo>
                  <a:pt x="32957" y="5152"/>
                </a:lnTo>
                <a:cubicBezTo>
                  <a:pt x="32624" y="4651"/>
                  <a:pt x="32057" y="4385"/>
                  <a:pt x="31456" y="4351"/>
                </a:cubicBezTo>
                <a:cubicBezTo>
                  <a:pt x="31390" y="4351"/>
                  <a:pt x="31290" y="4351"/>
                  <a:pt x="31223" y="4385"/>
                </a:cubicBezTo>
                <a:lnTo>
                  <a:pt x="27453" y="5018"/>
                </a:lnTo>
                <a:cubicBezTo>
                  <a:pt x="27220" y="4852"/>
                  <a:pt x="26920" y="4651"/>
                  <a:pt x="26620" y="4485"/>
                </a:cubicBezTo>
                <a:lnTo>
                  <a:pt x="26419" y="4351"/>
                </a:lnTo>
                <a:lnTo>
                  <a:pt x="27087" y="3050"/>
                </a:lnTo>
                <a:cubicBezTo>
                  <a:pt x="27153" y="2850"/>
                  <a:pt x="27220" y="2617"/>
                  <a:pt x="27220" y="2416"/>
                </a:cubicBezTo>
                <a:cubicBezTo>
                  <a:pt x="27187" y="1716"/>
                  <a:pt x="26686" y="1149"/>
                  <a:pt x="26019" y="982"/>
                </a:cubicBezTo>
                <a:lnTo>
                  <a:pt x="22083" y="48"/>
                </a:lnTo>
                <a:cubicBezTo>
                  <a:pt x="21916" y="15"/>
                  <a:pt x="21749" y="15"/>
                  <a:pt x="21616" y="15"/>
                </a:cubicBezTo>
                <a:cubicBezTo>
                  <a:pt x="21580" y="12"/>
                  <a:pt x="21544" y="11"/>
                  <a:pt x="21508" y="11"/>
                </a:cubicBezTo>
                <a:cubicBezTo>
                  <a:pt x="21049" y="11"/>
                  <a:pt x="20624" y="206"/>
                  <a:pt x="20315" y="515"/>
                </a:cubicBezTo>
                <a:lnTo>
                  <a:pt x="18614" y="2316"/>
                </a:lnTo>
                <a:cubicBezTo>
                  <a:pt x="18214" y="2283"/>
                  <a:pt x="17847" y="2283"/>
                  <a:pt x="17446" y="2283"/>
                </a:cubicBezTo>
                <a:cubicBezTo>
                  <a:pt x="17013" y="2283"/>
                  <a:pt x="16612" y="2283"/>
                  <a:pt x="16179" y="2316"/>
                </a:cubicBezTo>
                <a:lnTo>
                  <a:pt x="14578" y="615"/>
                </a:lnTo>
                <a:cubicBezTo>
                  <a:pt x="14211" y="215"/>
                  <a:pt x="13710" y="15"/>
                  <a:pt x="13143" y="15"/>
                </a:cubicBezTo>
                <a:cubicBezTo>
                  <a:pt x="13114" y="5"/>
                  <a:pt x="13082" y="1"/>
                  <a:pt x="13048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0">
            <a:extLst>
              <a:ext uri="{FF2B5EF4-FFF2-40B4-BE49-F238E27FC236}">
                <a16:creationId xmlns:a16="http://schemas.microsoft.com/office/drawing/2014/main" id="{C4004EBD-2036-FE34-8BD7-1CB27F396C73}"/>
              </a:ext>
            </a:extLst>
          </p:cNvPr>
          <p:cNvSpPr/>
          <p:nvPr/>
        </p:nvSpPr>
        <p:spPr>
          <a:xfrm>
            <a:off x="8334050" y="2149674"/>
            <a:ext cx="455481" cy="454282"/>
          </a:xfrm>
          <a:custGeom>
            <a:avLst/>
            <a:gdLst/>
            <a:ahLst/>
            <a:cxnLst/>
            <a:rect l="l" t="t" r="r" b="b"/>
            <a:pathLst>
              <a:path w="25453" h="25386" extrusionOk="0">
                <a:moveTo>
                  <a:pt x="12804" y="7179"/>
                </a:moveTo>
                <a:cubicBezTo>
                  <a:pt x="13904" y="7179"/>
                  <a:pt x="14984" y="7536"/>
                  <a:pt x="15879" y="8207"/>
                </a:cubicBezTo>
                <a:cubicBezTo>
                  <a:pt x="19815" y="11009"/>
                  <a:pt x="18514" y="17180"/>
                  <a:pt x="13744" y="18114"/>
                </a:cubicBezTo>
                <a:cubicBezTo>
                  <a:pt x="13376" y="18199"/>
                  <a:pt x="13001" y="18241"/>
                  <a:pt x="12627" y="18241"/>
                </a:cubicBezTo>
                <a:cubicBezTo>
                  <a:pt x="11544" y="18241"/>
                  <a:pt x="10467" y="17891"/>
                  <a:pt x="9574" y="17247"/>
                </a:cubicBezTo>
                <a:cubicBezTo>
                  <a:pt x="7773" y="15946"/>
                  <a:pt x="6906" y="13744"/>
                  <a:pt x="7373" y="11576"/>
                </a:cubicBezTo>
                <a:cubicBezTo>
                  <a:pt x="7740" y="9741"/>
                  <a:pt x="9040" y="8240"/>
                  <a:pt x="10808" y="7573"/>
                </a:cubicBezTo>
                <a:cubicBezTo>
                  <a:pt x="11075" y="7473"/>
                  <a:pt x="11375" y="7373"/>
                  <a:pt x="11676" y="7306"/>
                </a:cubicBezTo>
                <a:cubicBezTo>
                  <a:pt x="12050" y="7221"/>
                  <a:pt x="12428" y="7179"/>
                  <a:pt x="12804" y="7179"/>
                </a:cubicBezTo>
                <a:close/>
                <a:moveTo>
                  <a:pt x="12830" y="6533"/>
                </a:moveTo>
                <a:cubicBezTo>
                  <a:pt x="12412" y="6533"/>
                  <a:pt x="11991" y="6579"/>
                  <a:pt x="11576" y="6672"/>
                </a:cubicBezTo>
                <a:cubicBezTo>
                  <a:pt x="6272" y="7740"/>
                  <a:pt x="4837" y="14578"/>
                  <a:pt x="9207" y="17714"/>
                </a:cubicBezTo>
                <a:cubicBezTo>
                  <a:pt x="10202" y="18460"/>
                  <a:pt x="11419" y="18853"/>
                  <a:pt x="12652" y="18853"/>
                </a:cubicBezTo>
                <a:cubicBezTo>
                  <a:pt x="13072" y="18853"/>
                  <a:pt x="13495" y="18808"/>
                  <a:pt x="13911" y="18714"/>
                </a:cubicBezTo>
                <a:cubicBezTo>
                  <a:pt x="14244" y="18648"/>
                  <a:pt x="14578" y="18547"/>
                  <a:pt x="14911" y="18414"/>
                </a:cubicBezTo>
                <a:cubicBezTo>
                  <a:pt x="16846" y="17680"/>
                  <a:pt x="18280" y="16012"/>
                  <a:pt x="18714" y="13978"/>
                </a:cubicBezTo>
                <a:cubicBezTo>
                  <a:pt x="19214" y="11576"/>
                  <a:pt x="18247" y="9107"/>
                  <a:pt x="16279" y="7673"/>
                </a:cubicBezTo>
                <a:cubicBezTo>
                  <a:pt x="15259" y="6927"/>
                  <a:pt x="14054" y="6533"/>
                  <a:pt x="12830" y="6533"/>
                </a:cubicBezTo>
                <a:close/>
                <a:moveTo>
                  <a:pt x="13277" y="668"/>
                </a:moveTo>
                <a:cubicBezTo>
                  <a:pt x="14611" y="701"/>
                  <a:pt x="15945" y="968"/>
                  <a:pt x="17213" y="1469"/>
                </a:cubicBezTo>
                <a:lnTo>
                  <a:pt x="16779" y="3470"/>
                </a:lnTo>
                <a:cubicBezTo>
                  <a:pt x="16746" y="3603"/>
                  <a:pt x="16813" y="3737"/>
                  <a:pt x="16946" y="3804"/>
                </a:cubicBezTo>
                <a:cubicBezTo>
                  <a:pt x="17914" y="4271"/>
                  <a:pt x="18781" y="4871"/>
                  <a:pt x="19548" y="5605"/>
                </a:cubicBezTo>
                <a:cubicBezTo>
                  <a:pt x="19603" y="5660"/>
                  <a:pt x="19678" y="5685"/>
                  <a:pt x="19757" y="5685"/>
                </a:cubicBezTo>
                <a:cubicBezTo>
                  <a:pt x="19822" y="5685"/>
                  <a:pt x="19888" y="5668"/>
                  <a:pt x="19948" y="5638"/>
                </a:cubicBezTo>
                <a:lnTo>
                  <a:pt x="21616" y="4537"/>
                </a:lnTo>
                <a:cubicBezTo>
                  <a:pt x="22083" y="5038"/>
                  <a:pt x="22483" y="5538"/>
                  <a:pt x="22850" y="6139"/>
                </a:cubicBezTo>
                <a:cubicBezTo>
                  <a:pt x="23217" y="6672"/>
                  <a:pt x="23551" y="7273"/>
                  <a:pt x="23818" y="7873"/>
                </a:cubicBezTo>
                <a:lnTo>
                  <a:pt x="22117" y="9007"/>
                </a:lnTo>
                <a:cubicBezTo>
                  <a:pt x="21983" y="9074"/>
                  <a:pt x="21950" y="9241"/>
                  <a:pt x="21983" y="9374"/>
                </a:cubicBezTo>
                <a:cubicBezTo>
                  <a:pt x="22350" y="10375"/>
                  <a:pt x="22517" y="11409"/>
                  <a:pt x="22550" y="12476"/>
                </a:cubicBezTo>
                <a:cubicBezTo>
                  <a:pt x="22550" y="12610"/>
                  <a:pt x="22650" y="12743"/>
                  <a:pt x="22817" y="12777"/>
                </a:cubicBezTo>
                <a:lnTo>
                  <a:pt x="24752" y="13210"/>
                </a:lnTo>
                <a:cubicBezTo>
                  <a:pt x="24718" y="14545"/>
                  <a:pt x="24452" y="15879"/>
                  <a:pt x="23951" y="17113"/>
                </a:cubicBezTo>
                <a:lnTo>
                  <a:pt x="21983" y="16713"/>
                </a:lnTo>
                <a:lnTo>
                  <a:pt x="21816" y="16713"/>
                </a:lnTo>
                <a:cubicBezTo>
                  <a:pt x="21716" y="16746"/>
                  <a:pt x="21650" y="16813"/>
                  <a:pt x="21616" y="16880"/>
                </a:cubicBezTo>
                <a:cubicBezTo>
                  <a:pt x="21183" y="17814"/>
                  <a:pt x="20582" y="18714"/>
                  <a:pt x="19848" y="19448"/>
                </a:cubicBezTo>
                <a:cubicBezTo>
                  <a:pt x="19748" y="19582"/>
                  <a:pt x="19715" y="19715"/>
                  <a:pt x="19815" y="19848"/>
                </a:cubicBezTo>
                <a:lnTo>
                  <a:pt x="20916" y="21516"/>
                </a:lnTo>
                <a:cubicBezTo>
                  <a:pt x="20415" y="21983"/>
                  <a:pt x="19882" y="22417"/>
                  <a:pt x="19315" y="22784"/>
                </a:cubicBezTo>
                <a:cubicBezTo>
                  <a:pt x="18747" y="23151"/>
                  <a:pt x="18180" y="23451"/>
                  <a:pt x="17580" y="23718"/>
                </a:cubicBezTo>
                <a:lnTo>
                  <a:pt x="16446" y="22017"/>
                </a:lnTo>
                <a:cubicBezTo>
                  <a:pt x="16369" y="21915"/>
                  <a:pt x="16273" y="21871"/>
                  <a:pt x="16173" y="21871"/>
                </a:cubicBezTo>
                <a:cubicBezTo>
                  <a:pt x="16142" y="21871"/>
                  <a:pt x="16110" y="21875"/>
                  <a:pt x="16079" y="21883"/>
                </a:cubicBezTo>
                <a:cubicBezTo>
                  <a:pt x="15078" y="22250"/>
                  <a:pt x="14011" y="22450"/>
                  <a:pt x="12977" y="22484"/>
                </a:cubicBezTo>
                <a:cubicBezTo>
                  <a:pt x="12810" y="22484"/>
                  <a:pt x="12710" y="22584"/>
                  <a:pt x="12676" y="22717"/>
                </a:cubicBezTo>
                <a:lnTo>
                  <a:pt x="12243" y="24685"/>
                </a:lnTo>
                <a:cubicBezTo>
                  <a:pt x="10908" y="24652"/>
                  <a:pt x="9574" y="24385"/>
                  <a:pt x="8340" y="23885"/>
                </a:cubicBezTo>
                <a:lnTo>
                  <a:pt x="8740" y="21883"/>
                </a:lnTo>
                <a:cubicBezTo>
                  <a:pt x="8774" y="21750"/>
                  <a:pt x="8707" y="21583"/>
                  <a:pt x="8573" y="21516"/>
                </a:cubicBezTo>
                <a:cubicBezTo>
                  <a:pt x="7606" y="21083"/>
                  <a:pt x="6739" y="20482"/>
                  <a:pt x="5972" y="19748"/>
                </a:cubicBezTo>
                <a:cubicBezTo>
                  <a:pt x="5913" y="19690"/>
                  <a:pt x="5833" y="19655"/>
                  <a:pt x="5756" y="19655"/>
                </a:cubicBezTo>
                <a:cubicBezTo>
                  <a:pt x="5700" y="19655"/>
                  <a:pt x="5647" y="19673"/>
                  <a:pt x="5605" y="19715"/>
                </a:cubicBezTo>
                <a:lnTo>
                  <a:pt x="3937" y="20782"/>
                </a:lnTo>
                <a:cubicBezTo>
                  <a:pt x="3920" y="20799"/>
                  <a:pt x="3912" y="20807"/>
                  <a:pt x="3903" y="20807"/>
                </a:cubicBezTo>
                <a:cubicBezTo>
                  <a:pt x="3895" y="20807"/>
                  <a:pt x="3887" y="20799"/>
                  <a:pt x="3870" y="20782"/>
                </a:cubicBezTo>
                <a:cubicBezTo>
                  <a:pt x="3436" y="20315"/>
                  <a:pt x="3036" y="19782"/>
                  <a:pt x="2669" y="19215"/>
                </a:cubicBezTo>
                <a:cubicBezTo>
                  <a:pt x="2302" y="18648"/>
                  <a:pt x="1969" y="18080"/>
                  <a:pt x="1702" y="17480"/>
                </a:cubicBezTo>
                <a:lnTo>
                  <a:pt x="3403" y="16346"/>
                </a:lnTo>
                <a:cubicBezTo>
                  <a:pt x="3537" y="16246"/>
                  <a:pt x="3570" y="16112"/>
                  <a:pt x="3537" y="15979"/>
                </a:cubicBezTo>
                <a:cubicBezTo>
                  <a:pt x="3170" y="14978"/>
                  <a:pt x="2969" y="13911"/>
                  <a:pt x="2969" y="12877"/>
                </a:cubicBezTo>
                <a:cubicBezTo>
                  <a:pt x="2969" y="12710"/>
                  <a:pt x="2836" y="12610"/>
                  <a:pt x="2703" y="12577"/>
                </a:cubicBezTo>
                <a:lnTo>
                  <a:pt x="768" y="12143"/>
                </a:lnTo>
                <a:cubicBezTo>
                  <a:pt x="768" y="10809"/>
                  <a:pt x="1068" y="9474"/>
                  <a:pt x="1568" y="8240"/>
                </a:cubicBezTo>
                <a:lnTo>
                  <a:pt x="3537" y="8640"/>
                </a:lnTo>
                <a:cubicBezTo>
                  <a:pt x="3565" y="8646"/>
                  <a:pt x="3593" y="8649"/>
                  <a:pt x="3619" y="8649"/>
                </a:cubicBezTo>
                <a:cubicBezTo>
                  <a:pt x="3747" y="8649"/>
                  <a:pt x="3848" y="8584"/>
                  <a:pt x="3903" y="8474"/>
                </a:cubicBezTo>
                <a:cubicBezTo>
                  <a:pt x="4337" y="7506"/>
                  <a:pt x="4938" y="6639"/>
                  <a:pt x="5671" y="5872"/>
                </a:cubicBezTo>
                <a:cubicBezTo>
                  <a:pt x="5771" y="5772"/>
                  <a:pt x="5805" y="5605"/>
                  <a:pt x="5738" y="5505"/>
                </a:cubicBezTo>
                <a:lnTo>
                  <a:pt x="4637" y="3837"/>
                </a:lnTo>
                <a:cubicBezTo>
                  <a:pt x="5104" y="3337"/>
                  <a:pt x="5638" y="2936"/>
                  <a:pt x="6205" y="2569"/>
                </a:cubicBezTo>
                <a:cubicBezTo>
                  <a:pt x="6772" y="2202"/>
                  <a:pt x="7339" y="1902"/>
                  <a:pt x="7973" y="1635"/>
                </a:cubicBezTo>
                <a:lnTo>
                  <a:pt x="9107" y="3337"/>
                </a:lnTo>
                <a:cubicBezTo>
                  <a:pt x="9155" y="3409"/>
                  <a:pt x="9255" y="3464"/>
                  <a:pt x="9357" y="3464"/>
                </a:cubicBezTo>
                <a:cubicBezTo>
                  <a:pt x="9397" y="3464"/>
                  <a:pt x="9437" y="3455"/>
                  <a:pt x="9474" y="3437"/>
                </a:cubicBezTo>
                <a:cubicBezTo>
                  <a:pt x="10475" y="3103"/>
                  <a:pt x="11509" y="2903"/>
                  <a:pt x="12543" y="2870"/>
                </a:cubicBezTo>
                <a:cubicBezTo>
                  <a:pt x="12710" y="2870"/>
                  <a:pt x="12843" y="2770"/>
                  <a:pt x="12877" y="2636"/>
                </a:cubicBezTo>
                <a:lnTo>
                  <a:pt x="13277" y="668"/>
                </a:lnTo>
                <a:close/>
                <a:moveTo>
                  <a:pt x="13310" y="1"/>
                </a:moveTo>
                <a:cubicBezTo>
                  <a:pt x="12977" y="1"/>
                  <a:pt x="12676" y="234"/>
                  <a:pt x="12610" y="535"/>
                </a:cubicBezTo>
                <a:lnTo>
                  <a:pt x="12243" y="2269"/>
                </a:lnTo>
                <a:cubicBezTo>
                  <a:pt x="11275" y="2303"/>
                  <a:pt x="10341" y="2469"/>
                  <a:pt x="9441" y="2770"/>
                </a:cubicBezTo>
                <a:lnTo>
                  <a:pt x="8473" y="1268"/>
                </a:lnTo>
                <a:cubicBezTo>
                  <a:pt x="8357" y="1083"/>
                  <a:pt x="8144" y="961"/>
                  <a:pt x="7924" y="961"/>
                </a:cubicBezTo>
                <a:cubicBezTo>
                  <a:pt x="7828" y="961"/>
                  <a:pt x="7731" y="984"/>
                  <a:pt x="7639" y="1035"/>
                </a:cubicBezTo>
                <a:cubicBezTo>
                  <a:pt x="6372" y="1569"/>
                  <a:pt x="5171" y="2336"/>
                  <a:pt x="4137" y="3303"/>
                </a:cubicBezTo>
                <a:cubicBezTo>
                  <a:pt x="3903" y="3503"/>
                  <a:pt x="3870" y="3870"/>
                  <a:pt x="4037" y="4171"/>
                </a:cubicBezTo>
                <a:lnTo>
                  <a:pt x="5004" y="5638"/>
                </a:lnTo>
                <a:cubicBezTo>
                  <a:pt x="4337" y="6339"/>
                  <a:pt x="3803" y="7106"/>
                  <a:pt x="3370" y="7973"/>
                </a:cubicBezTo>
                <a:lnTo>
                  <a:pt x="1669" y="7606"/>
                </a:lnTo>
                <a:cubicBezTo>
                  <a:pt x="1620" y="7597"/>
                  <a:pt x="1571" y="7592"/>
                  <a:pt x="1523" y="7592"/>
                </a:cubicBezTo>
                <a:cubicBezTo>
                  <a:pt x="1243" y="7592"/>
                  <a:pt x="987" y="7755"/>
                  <a:pt x="901" y="8040"/>
                </a:cubicBezTo>
                <a:cubicBezTo>
                  <a:pt x="368" y="9341"/>
                  <a:pt x="101" y="10709"/>
                  <a:pt x="34" y="12110"/>
                </a:cubicBezTo>
                <a:cubicBezTo>
                  <a:pt x="1" y="12443"/>
                  <a:pt x="234" y="12743"/>
                  <a:pt x="568" y="12810"/>
                </a:cubicBezTo>
                <a:lnTo>
                  <a:pt x="2269" y="13177"/>
                </a:lnTo>
                <a:cubicBezTo>
                  <a:pt x="2302" y="14111"/>
                  <a:pt x="2502" y="15045"/>
                  <a:pt x="2803" y="15979"/>
                </a:cubicBezTo>
                <a:lnTo>
                  <a:pt x="1335" y="16913"/>
                </a:lnTo>
                <a:cubicBezTo>
                  <a:pt x="1035" y="17080"/>
                  <a:pt x="935" y="17447"/>
                  <a:pt x="1068" y="17747"/>
                </a:cubicBezTo>
                <a:cubicBezTo>
                  <a:pt x="1335" y="18381"/>
                  <a:pt x="1669" y="19014"/>
                  <a:pt x="2069" y="19582"/>
                </a:cubicBezTo>
                <a:cubicBezTo>
                  <a:pt x="2436" y="20182"/>
                  <a:pt x="2869" y="20749"/>
                  <a:pt x="3336" y="21249"/>
                </a:cubicBezTo>
                <a:cubicBezTo>
                  <a:pt x="3476" y="21409"/>
                  <a:pt x="3663" y="21485"/>
                  <a:pt x="3847" y="21485"/>
                </a:cubicBezTo>
                <a:cubicBezTo>
                  <a:pt x="3972" y="21485"/>
                  <a:pt x="4096" y="21450"/>
                  <a:pt x="4204" y="21383"/>
                </a:cubicBezTo>
                <a:lnTo>
                  <a:pt x="5671" y="20415"/>
                </a:lnTo>
                <a:cubicBezTo>
                  <a:pt x="6372" y="21049"/>
                  <a:pt x="7172" y="21616"/>
                  <a:pt x="8006" y="22017"/>
                </a:cubicBezTo>
                <a:lnTo>
                  <a:pt x="7673" y="23751"/>
                </a:lnTo>
                <a:cubicBezTo>
                  <a:pt x="7573" y="24051"/>
                  <a:pt x="7773" y="24385"/>
                  <a:pt x="8073" y="24518"/>
                </a:cubicBezTo>
                <a:cubicBezTo>
                  <a:pt x="9374" y="25019"/>
                  <a:pt x="10775" y="25319"/>
                  <a:pt x="12176" y="25386"/>
                </a:cubicBezTo>
                <a:cubicBezTo>
                  <a:pt x="12476" y="25386"/>
                  <a:pt x="12776" y="25152"/>
                  <a:pt x="12843" y="24852"/>
                </a:cubicBezTo>
                <a:lnTo>
                  <a:pt x="13210" y="23151"/>
                </a:lnTo>
                <a:cubicBezTo>
                  <a:pt x="14177" y="23084"/>
                  <a:pt x="15111" y="22917"/>
                  <a:pt x="16012" y="22617"/>
                </a:cubicBezTo>
                <a:lnTo>
                  <a:pt x="16979" y="24085"/>
                </a:lnTo>
                <a:cubicBezTo>
                  <a:pt x="17083" y="24292"/>
                  <a:pt x="17326" y="24418"/>
                  <a:pt x="17571" y="24418"/>
                </a:cubicBezTo>
                <a:cubicBezTo>
                  <a:pt x="17642" y="24418"/>
                  <a:pt x="17712" y="24408"/>
                  <a:pt x="17780" y="24385"/>
                </a:cubicBezTo>
                <a:lnTo>
                  <a:pt x="17813" y="24385"/>
                </a:lnTo>
                <a:cubicBezTo>
                  <a:pt x="18447" y="24085"/>
                  <a:pt x="19048" y="23751"/>
                  <a:pt x="19648" y="23384"/>
                </a:cubicBezTo>
                <a:cubicBezTo>
                  <a:pt x="20215" y="23017"/>
                  <a:pt x="20782" y="22584"/>
                  <a:pt x="21316" y="22117"/>
                </a:cubicBezTo>
                <a:cubicBezTo>
                  <a:pt x="21549" y="21883"/>
                  <a:pt x="21583" y="21516"/>
                  <a:pt x="21416" y="21249"/>
                </a:cubicBezTo>
                <a:lnTo>
                  <a:pt x="20449" y="19782"/>
                </a:lnTo>
                <a:cubicBezTo>
                  <a:pt x="21116" y="19081"/>
                  <a:pt x="21650" y="18281"/>
                  <a:pt x="22083" y="17413"/>
                </a:cubicBezTo>
                <a:lnTo>
                  <a:pt x="23784" y="17780"/>
                </a:lnTo>
                <a:cubicBezTo>
                  <a:pt x="23834" y="17790"/>
                  <a:pt x="23882" y="17795"/>
                  <a:pt x="23929" y="17795"/>
                </a:cubicBezTo>
                <a:cubicBezTo>
                  <a:pt x="24203" y="17795"/>
                  <a:pt x="24438" y="17636"/>
                  <a:pt x="24552" y="17380"/>
                </a:cubicBezTo>
                <a:cubicBezTo>
                  <a:pt x="25052" y="16079"/>
                  <a:pt x="25352" y="14678"/>
                  <a:pt x="25419" y="13277"/>
                </a:cubicBezTo>
                <a:cubicBezTo>
                  <a:pt x="25452" y="12943"/>
                  <a:pt x="25219" y="12677"/>
                  <a:pt x="24885" y="12610"/>
                </a:cubicBezTo>
                <a:lnTo>
                  <a:pt x="23184" y="12243"/>
                </a:lnTo>
                <a:cubicBezTo>
                  <a:pt x="23117" y="11276"/>
                  <a:pt x="22950" y="10342"/>
                  <a:pt x="22650" y="9441"/>
                </a:cubicBezTo>
                <a:lnTo>
                  <a:pt x="24118" y="8474"/>
                </a:lnTo>
                <a:cubicBezTo>
                  <a:pt x="24418" y="8307"/>
                  <a:pt x="24518" y="7940"/>
                  <a:pt x="24385" y="7640"/>
                </a:cubicBezTo>
                <a:cubicBezTo>
                  <a:pt x="24118" y="7006"/>
                  <a:pt x="23784" y="6372"/>
                  <a:pt x="23384" y="5805"/>
                </a:cubicBezTo>
                <a:cubicBezTo>
                  <a:pt x="23017" y="5205"/>
                  <a:pt x="22584" y="4638"/>
                  <a:pt x="22117" y="4137"/>
                </a:cubicBezTo>
                <a:cubicBezTo>
                  <a:pt x="21983" y="3985"/>
                  <a:pt x="21806" y="3908"/>
                  <a:pt x="21629" y="3908"/>
                </a:cubicBezTo>
                <a:cubicBezTo>
                  <a:pt x="21496" y="3908"/>
                  <a:pt x="21364" y="3951"/>
                  <a:pt x="21249" y="4037"/>
                </a:cubicBezTo>
                <a:lnTo>
                  <a:pt x="19782" y="4971"/>
                </a:lnTo>
                <a:cubicBezTo>
                  <a:pt x="19081" y="4337"/>
                  <a:pt x="18280" y="3770"/>
                  <a:pt x="17446" y="3370"/>
                </a:cubicBezTo>
                <a:lnTo>
                  <a:pt x="17813" y="1635"/>
                </a:lnTo>
                <a:cubicBezTo>
                  <a:pt x="17847" y="1335"/>
                  <a:pt x="17680" y="1002"/>
                  <a:pt x="17380" y="868"/>
                </a:cubicBezTo>
                <a:cubicBezTo>
                  <a:pt x="16079" y="368"/>
                  <a:pt x="14678" y="68"/>
                  <a:pt x="1331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0">
            <a:extLst>
              <a:ext uri="{FF2B5EF4-FFF2-40B4-BE49-F238E27FC236}">
                <a16:creationId xmlns:a16="http://schemas.microsoft.com/office/drawing/2014/main" id="{EF4C4278-817A-DD5E-12E0-78520A48B928}"/>
              </a:ext>
            </a:extLst>
          </p:cNvPr>
          <p:cNvSpPr/>
          <p:nvPr/>
        </p:nvSpPr>
        <p:spPr>
          <a:xfrm>
            <a:off x="7915611" y="1956802"/>
            <a:ext cx="322361" cy="323631"/>
          </a:xfrm>
          <a:custGeom>
            <a:avLst/>
            <a:gdLst/>
            <a:ahLst/>
            <a:cxnLst/>
            <a:rect l="l" t="t" r="r" b="b"/>
            <a:pathLst>
              <a:path w="18014" h="18085" extrusionOk="0">
                <a:moveTo>
                  <a:pt x="9073" y="5186"/>
                </a:moveTo>
                <a:cubicBezTo>
                  <a:pt x="9840" y="5186"/>
                  <a:pt x="10589" y="5429"/>
                  <a:pt x="11208" y="5875"/>
                </a:cubicBezTo>
                <a:cubicBezTo>
                  <a:pt x="13977" y="7843"/>
                  <a:pt x="13043" y="12180"/>
                  <a:pt x="9741" y="12847"/>
                </a:cubicBezTo>
                <a:cubicBezTo>
                  <a:pt x="9498" y="12894"/>
                  <a:pt x="9253" y="12917"/>
                  <a:pt x="9009" y="12917"/>
                </a:cubicBezTo>
                <a:cubicBezTo>
                  <a:pt x="8218" y="12917"/>
                  <a:pt x="7443" y="12673"/>
                  <a:pt x="6805" y="12213"/>
                </a:cubicBezTo>
                <a:cubicBezTo>
                  <a:pt x="5571" y="11313"/>
                  <a:pt x="4937" y="9745"/>
                  <a:pt x="5271" y="8244"/>
                </a:cubicBezTo>
                <a:cubicBezTo>
                  <a:pt x="5504" y="7143"/>
                  <a:pt x="6205" y="6209"/>
                  <a:pt x="7205" y="5675"/>
                </a:cubicBezTo>
                <a:cubicBezTo>
                  <a:pt x="7339" y="5575"/>
                  <a:pt x="7506" y="5508"/>
                  <a:pt x="7672" y="5442"/>
                </a:cubicBezTo>
                <a:cubicBezTo>
                  <a:pt x="7873" y="5375"/>
                  <a:pt x="8073" y="5308"/>
                  <a:pt x="8273" y="5275"/>
                </a:cubicBezTo>
                <a:cubicBezTo>
                  <a:pt x="8539" y="5215"/>
                  <a:pt x="8807" y="5186"/>
                  <a:pt x="9073" y="5186"/>
                </a:cubicBezTo>
                <a:close/>
                <a:moveTo>
                  <a:pt x="9070" y="4640"/>
                </a:moveTo>
                <a:cubicBezTo>
                  <a:pt x="8770" y="4640"/>
                  <a:pt x="8469" y="4673"/>
                  <a:pt x="8173" y="4741"/>
                </a:cubicBezTo>
                <a:cubicBezTo>
                  <a:pt x="6438" y="5108"/>
                  <a:pt x="5104" y="6442"/>
                  <a:pt x="4737" y="8144"/>
                </a:cubicBezTo>
                <a:cubicBezTo>
                  <a:pt x="4370" y="9845"/>
                  <a:pt x="5071" y="11613"/>
                  <a:pt x="6472" y="12647"/>
                </a:cubicBezTo>
                <a:cubicBezTo>
                  <a:pt x="7191" y="13168"/>
                  <a:pt x="8058" y="13449"/>
                  <a:pt x="8936" y="13449"/>
                </a:cubicBezTo>
                <a:cubicBezTo>
                  <a:pt x="9238" y="13449"/>
                  <a:pt x="9542" y="13416"/>
                  <a:pt x="9841" y="13347"/>
                </a:cubicBezTo>
                <a:cubicBezTo>
                  <a:pt x="10108" y="13314"/>
                  <a:pt x="10341" y="13214"/>
                  <a:pt x="10541" y="13147"/>
                </a:cubicBezTo>
                <a:cubicBezTo>
                  <a:pt x="10741" y="13081"/>
                  <a:pt x="10908" y="12980"/>
                  <a:pt x="11075" y="12880"/>
                </a:cubicBezTo>
                <a:cubicBezTo>
                  <a:pt x="12209" y="12280"/>
                  <a:pt x="13010" y="11213"/>
                  <a:pt x="13276" y="9978"/>
                </a:cubicBezTo>
                <a:cubicBezTo>
                  <a:pt x="13643" y="8244"/>
                  <a:pt x="12943" y="6476"/>
                  <a:pt x="11542" y="5475"/>
                </a:cubicBezTo>
                <a:cubicBezTo>
                  <a:pt x="10820" y="4928"/>
                  <a:pt x="9950" y="4640"/>
                  <a:pt x="9070" y="4640"/>
                </a:cubicBezTo>
                <a:close/>
                <a:moveTo>
                  <a:pt x="9374" y="572"/>
                </a:moveTo>
                <a:cubicBezTo>
                  <a:pt x="10308" y="605"/>
                  <a:pt x="11208" y="772"/>
                  <a:pt x="12076" y="1105"/>
                </a:cubicBezTo>
                <a:lnTo>
                  <a:pt x="11775" y="2506"/>
                </a:lnTo>
                <a:cubicBezTo>
                  <a:pt x="11775" y="2606"/>
                  <a:pt x="11842" y="2740"/>
                  <a:pt x="11942" y="2806"/>
                </a:cubicBezTo>
                <a:cubicBezTo>
                  <a:pt x="12609" y="3107"/>
                  <a:pt x="13210" y="3540"/>
                  <a:pt x="13777" y="4041"/>
                </a:cubicBezTo>
                <a:cubicBezTo>
                  <a:pt x="13814" y="4096"/>
                  <a:pt x="13871" y="4121"/>
                  <a:pt x="13931" y="4121"/>
                </a:cubicBezTo>
                <a:cubicBezTo>
                  <a:pt x="13980" y="4121"/>
                  <a:pt x="14032" y="4104"/>
                  <a:pt x="14077" y="4074"/>
                </a:cubicBezTo>
                <a:lnTo>
                  <a:pt x="15245" y="3340"/>
                </a:lnTo>
                <a:cubicBezTo>
                  <a:pt x="15578" y="3674"/>
                  <a:pt x="15878" y="4041"/>
                  <a:pt x="16145" y="4441"/>
                </a:cubicBezTo>
                <a:cubicBezTo>
                  <a:pt x="16379" y="4808"/>
                  <a:pt x="16612" y="5208"/>
                  <a:pt x="16812" y="5642"/>
                </a:cubicBezTo>
                <a:lnTo>
                  <a:pt x="15645" y="6409"/>
                </a:lnTo>
                <a:cubicBezTo>
                  <a:pt x="15511" y="6476"/>
                  <a:pt x="15478" y="6609"/>
                  <a:pt x="15511" y="6743"/>
                </a:cubicBezTo>
                <a:cubicBezTo>
                  <a:pt x="15778" y="7410"/>
                  <a:pt x="15912" y="8144"/>
                  <a:pt x="15945" y="8911"/>
                </a:cubicBezTo>
                <a:cubicBezTo>
                  <a:pt x="15945" y="9011"/>
                  <a:pt x="16045" y="9144"/>
                  <a:pt x="16145" y="9144"/>
                </a:cubicBezTo>
                <a:lnTo>
                  <a:pt x="17513" y="9445"/>
                </a:lnTo>
                <a:cubicBezTo>
                  <a:pt x="17479" y="10379"/>
                  <a:pt x="17279" y="11279"/>
                  <a:pt x="16946" y="12113"/>
                </a:cubicBezTo>
                <a:lnTo>
                  <a:pt x="15578" y="11846"/>
                </a:lnTo>
                <a:lnTo>
                  <a:pt x="15411" y="11846"/>
                </a:lnTo>
                <a:cubicBezTo>
                  <a:pt x="15345" y="11880"/>
                  <a:pt x="15311" y="11913"/>
                  <a:pt x="15278" y="11980"/>
                </a:cubicBezTo>
                <a:cubicBezTo>
                  <a:pt x="14978" y="12647"/>
                  <a:pt x="14544" y="13281"/>
                  <a:pt x="14044" y="13814"/>
                </a:cubicBezTo>
                <a:cubicBezTo>
                  <a:pt x="13944" y="13881"/>
                  <a:pt x="13944" y="14048"/>
                  <a:pt x="14010" y="14148"/>
                </a:cubicBezTo>
                <a:lnTo>
                  <a:pt x="14744" y="15315"/>
                </a:lnTo>
                <a:cubicBezTo>
                  <a:pt x="14411" y="15616"/>
                  <a:pt x="14044" y="15916"/>
                  <a:pt x="13677" y="16149"/>
                </a:cubicBezTo>
                <a:cubicBezTo>
                  <a:pt x="13276" y="16416"/>
                  <a:pt x="12876" y="16616"/>
                  <a:pt x="12476" y="16817"/>
                </a:cubicBezTo>
                <a:lnTo>
                  <a:pt x="11675" y="15649"/>
                </a:lnTo>
                <a:cubicBezTo>
                  <a:pt x="11620" y="15567"/>
                  <a:pt x="11520" y="15507"/>
                  <a:pt x="11431" y="15507"/>
                </a:cubicBezTo>
                <a:cubicBezTo>
                  <a:pt x="11412" y="15507"/>
                  <a:pt x="11393" y="15510"/>
                  <a:pt x="11375" y="15516"/>
                </a:cubicBezTo>
                <a:cubicBezTo>
                  <a:pt x="10675" y="15782"/>
                  <a:pt x="9941" y="15916"/>
                  <a:pt x="9207" y="15949"/>
                </a:cubicBezTo>
                <a:cubicBezTo>
                  <a:pt x="9073" y="15949"/>
                  <a:pt x="8973" y="16049"/>
                  <a:pt x="8940" y="16149"/>
                </a:cubicBezTo>
                <a:lnTo>
                  <a:pt x="8640" y="17517"/>
                </a:lnTo>
                <a:cubicBezTo>
                  <a:pt x="7739" y="17484"/>
                  <a:pt x="6839" y="17284"/>
                  <a:pt x="5971" y="16950"/>
                </a:cubicBezTo>
                <a:lnTo>
                  <a:pt x="6238" y="15582"/>
                </a:lnTo>
                <a:cubicBezTo>
                  <a:pt x="6271" y="15449"/>
                  <a:pt x="6205" y="15349"/>
                  <a:pt x="6105" y="15282"/>
                </a:cubicBezTo>
                <a:cubicBezTo>
                  <a:pt x="5438" y="14982"/>
                  <a:pt x="4804" y="14548"/>
                  <a:pt x="4270" y="14048"/>
                </a:cubicBezTo>
                <a:cubicBezTo>
                  <a:pt x="4205" y="13983"/>
                  <a:pt x="4127" y="13946"/>
                  <a:pt x="4052" y="13946"/>
                </a:cubicBezTo>
                <a:cubicBezTo>
                  <a:pt x="4012" y="13946"/>
                  <a:pt x="3972" y="13958"/>
                  <a:pt x="3936" y="13981"/>
                </a:cubicBezTo>
                <a:lnTo>
                  <a:pt x="2769" y="14748"/>
                </a:lnTo>
                <a:cubicBezTo>
                  <a:pt x="2135" y="14081"/>
                  <a:pt x="1635" y="13314"/>
                  <a:pt x="1268" y="12480"/>
                </a:cubicBezTo>
                <a:lnTo>
                  <a:pt x="1235" y="12480"/>
                </a:lnTo>
                <a:lnTo>
                  <a:pt x="2402" y="11680"/>
                </a:lnTo>
                <a:cubicBezTo>
                  <a:pt x="2502" y="11613"/>
                  <a:pt x="2569" y="11479"/>
                  <a:pt x="2502" y="11379"/>
                </a:cubicBezTo>
                <a:cubicBezTo>
                  <a:pt x="2269" y="10679"/>
                  <a:pt x="2102" y="9945"/>
                  <a:pt x="2102" y="9211"/>
                </a:cubicBezTo>
                <a:cubicBezTo>
                  <a:pt x="2102" y="9078"/>
                  <a:pt x="2002" y="8978"/>
                  <a:pt x="1868" y="8944"/>
                </a:cubicBezTo>
                <a:lnTo>
                  <a:pt x="534" y="8644"/>
                </a:lnTo>
                <a:cubicBezTo>
                  <a:pt x="567" y="7743"/>
                  <a:pt x="734" y="6843"/>
                  <a:pt x="1068" y="5975"/>
                </a:cubicBezTo>
                <a:lnTo>
                  <a:pt x="2469" y="6242"/>
                </a:lnTo>
                <a:cubicBezTo>
                  <a:pt x="2486" y="6248"/>
                  <a:pt x="2505" y="6251"/>
                  <a:pt x="2525" y="6251"/>
                </a:cubicBezTo>
                <a:cubicBezTo>
                  <a:pt x="2614" y="6251"/>
                  <a:pt x="2714" y="6191"/>
                  <a:pt x="2769" y="6109"/>
                </a:cubicBezTo>
                <a:cubicBezTo>
                  <a:pt x="3069" y="5442"/>
                  <a:pt x="3503" y="4808"/>
                  <a:pt x="4003" y="4274"/>
                </a:cubicBezTo>
                <a:cubicBezTo>
                  <a:pt x="4103" y="4174"/>
                  <a:pt x="4103" y="4041"/>
                  <a:pt x="4037" y="3941"/>
                </a:cubicBezTo>
                <a:lnTo>
                  <a:pt x="3269" y="2773"/>
                </a:lnTo>
                <a:cubicBezTo>
                  <a:pt x="3603" y="2473"/>
                  <a:pt x="3970" y="2173"/>
                  <a:pt x="4370" y="1906"/>
                </a:cubicBezTo>
                <a:cubicBezTo>
                  <a:pt x="4737" y="1672"/>
                  <a:pt x="5137" y="1472"/>
                  <a:pt x="5571" y="1272"/>
                </a:cubicBezTo>
                <a:lnTo>
                  <a:pt x="6338" y="2440"/>
                </a:lnTo>
                <a:cubicBezTo>
                  <a:pt x="6386" y="2512"/>
                  <a:pt x="6469" y="2566"/>
                  <a:pt x="6561" y="2566"/>
                </a:cubicBezTo>
                <a:cubicBezTo>
                  <a:pt x="6597" y="2566"/>
                  <a:pt x="6635" y="2558"/>
                  <a:pt x="6672" y="2540"/>
                </a:cubicBezTo>
                <a:cubicBezTo>
                  <a:pt x="7372" y="2306"/>
                  <a:pt x="8106" y="2139"/>
                  <a:pt x="8840" y="2139"/>
                </a:cubicBezTo>
                <a:cubicBezTo>
                  <a:pt x="8973" y="2139"/>
                  <a:pt x="9073" y="2039"/>
                  <a:pt x="9107" y="1906"/>
                </a:cubicBezTo>
                <a:lnTo>
                  <a:pt x="9374" y="572"/>
                </a:lnTo>
                <a:close/>
                <a:moveTo>
                  <a:pt x="9316" y="1"/>
                </a:moveTo>
                <a:cubicBezTo>
                  <a:pt x="9078" y="1"/>
                  <a:pt x="8902" y="189"/>
                  <a:pt x="8840" y="405"/>
                </a:cubicBezTo>
                <a:lnTo>
                  <a:pt x="8606" y="1606"/>
                </a:lnTo>
                <a:cubicBezTo>
                  <a:pt x="7939" y="1639"/>
                  <a:pt x="7306" y="1739"/>
                  <a:pt x="6672" y="1939"/>
                </a:cubicBezTo>
                <a:lnTo>
                  <a:pt x="6005" y="938"/>
                </a:lnTo>
                <a:cubicBezTo>
                  <a:pt x="5911" y="775"/>
                  <a:pt x="5752" y="693"/>
                  <a:pt x="5585" y="693"/>
                </a:cubicBezTo>
                <a:cubicBezTo>
                  <a:pt x="5514" y="693"/>
                  <a:pt x="5441" y="708"/>
                  <a:pt x="5371" y="738"/>
                </a:cubicBezTo>
                <a:cubicBezTo>
                  <a:pt x="4904" y="938"/>
                  <a:pt x="4470" y="1172"/>
                  <a:pt x="4070" y="1439"/>
                </a:cubicBezTo>
                <a:cubicBezTo>
                  <a:pt x="3636" y="1706"/>
                  <a:pt x="3236" y="2039"/>
                  <a:pt x="2869" y="2373"/>
                </a:cubicBezTo>
                <a:cubicBezTo>
                  <a:pt x="2702" y="2540"/>
                  <a:pt x="2669" y="2806"/>
                  <a:pt x="2802" y="3007"/>
                </a:cubicBezTo>
                <a:lnTo>
                  <a:pt x="3469" y="4041"/>
                </a:lnTo>
                <a:cubicBezTo>
                  <a:pt x="3036" y="4541"/>
                  <a:pt x="2669" y="5075"/>
                  <a:pt x="2402" y="5675"/>
                </a:cubicBezTo>
                <a:lnTo>
                  <a:pt x="1201" y="5442"/>
                </a:lnTo>
                <a:cubicBezTo>
                  <a:pt x="1161" y="5430"/>
                  <a:pt x="1119" y="5425"/>
                  <a:pt x="1077" y="5425"/>
                </a:cubicBezTo>
                <a:cubicBezTo>
                  <a:pt x="880" y="5425"/>
                  <a:pt x="683" y="5549"/>
                  <a:pt x="601" y="5742"/>
                </a:cubicBezTo>
                <a:cubicBezTo>
                  <a:pt x="234" y="6676"/>
                  <a:pt x="34" y="7643"/>
                  <a:pt x="0" y="8677"/>
                </a:cubicBezTo>
                <a:cubicBezTo>
                  <a:pt x="0" y="8911"/>
                  <a:pt x="167" y="9144"/>
                  <a:pt x="401" y="9178"/>
                </a:cubicBezTo>
                <a:lnTo>
                  <a:pt x="1601" y="9445"/>
                </a:lnTo>
                <a:cubicBezTo>
                  <a:pt x="1635" y="10112"/>
                  <a:pt x="1735" y="10746"/>
                  <a:pt x="1935" y="11379"/>
                </a:cubicBezTo>
                <a:lnTo>
                  <a:pt x="934" y="12013"/>
                </a:lnTo>
                <a:cubicBezTo>
                  <a:pt x="734" y="12147"/>
                  <a:pt x="634" y="12447"/>
                  <a:pt x="734" y="12680"/>
                </a:cubicBezTo>
                <a:cubicBezTo>
                  <a:pt x="934" y="13114"/>
                  <a:pt x="1168" y="13548"/>
                  <a:pt x="1435" y="13948"/>
                </a:cubicBezTo>
                <a:cubicBezTo>
                  <a:pt x="1702" y="14381"/>
                  <a:pt x="2002" y="14782"/>
                  <a:pt x="2335" y="15149"/>
                </a:cubicBezTo>
                <a:cubicBezTo>
                  <a:pt x="2433" y="15246"/>
                  <a:pt x="2575" y="15298"/>
                  <a:pt x="2717" y="15298"/>
                </a:cubicBezTo>
                <a:cubicBezTo>
                  <a:pt x="2818" y="15298"/>
                  <a:pt x="2919" y="15271"/>
                  <a:pt x="3002" y="15215"/>
                </a:cubicBezTo>
                <a:lnTo>
                  <a:pt x="4037" y="14582"/>
                </a:lnTo>
                <a:cubicBezTo>
                  <a:pt x="4504" y="15015"/>
                  <a:pt x="5037" y="15382"/>
                  <a:pt x="5638" y="15682"/>
                </a:cubicBezTo>
                <a:lnTo>
                  <a:pt x="5404" y="16850"/>
                </a:lnTo>
                <a:cubicBezTo>
                  <a:pt x="5337" y="17117"/>
                  <a:pt x="5471" y="17350"/>
                  <a:pt x="5704" y="17450"/>
                </a:cubicBezTo>
                <a:cubicBezTo>
                  <a:pt x="6638" y="17817"/>
                  <a:pt x="7606" y="18017"/>
                  <a:pt x="8606" y="18084"/>
                </a:cubicBezTo>
                <a:cubicBezTo>
                  <a:pt x="8873" y="18084"/>
                  <a:pt x="9107" y="17917"/>
                  <a:pt x="9140" y="17650"/>
                </a:cubicBezTo>
                <a:lnTo>
                  <a:pt x="9407" y="16483"/>
                </a:lnTo>
                <a:cubicBezTo>
                  <a:pt x="10041" y="16450"/>
                  <a:pt x="10708" y="16316"/>
                  <a:pt x="11342" y="16116"/>
                </a:cubicBezTo>
                <a:lnTo>
                  <a:pt x="11976" y="17117"/>
                </a:lnTo>
                <a:cubicBezTo>
                  <a:pt x="12069" y="17280"/>
                  <a:pt x="12228" y="17362"/>
                  <a:pt x="12395" y="17362"/>
                </a:cubicBezTo>
                <a:cubicBezTo>
                  <a:pt x="12466" y="17362"/>
                  <a:pt x="12539" y="17347"/>
                  <a:pt x="12609" y="17317"/>
                </a:cubicBezTo>
                <a:cubicBezTo>
                  <a:pt x="12843" y="17217"/>
                  <a:pt x="13110" y="17117"/>
                  <a:pt x="13343" y="16983"/>
                </a:cubicBezTo>
                <a:cubicBezTo>
                  <a:pt x="13577" y="16850"/>
                  <a:pt x="13743" y="16750"/>
                  <a:pt x="13910" y="16616"/>
                </a:cubicBezTo>
                <a:cubicBezTo>
                  <a:pt x="14344" y="16350"/>
                  <a:pt x="14744" y="16049"/>
                  <a:pt x="15111" y="15716"/>
                </a:cubicBezTo>
                <a:cubicBezTo>
                  <a:pt x="15278" y="15549"/>
                  <a:pt x="15311" y="15249"/>
                  <a:pt x="15178" y="15049"/>
                </a:cubicBezTo>
                <a:lnTo>
                  <a:pt x="14511" y="14048"/>
                </a:lnTo>
                <a:cubicBezTo>
                  <a:pt x="14978" y="13548"/>
                  <a:pt x="15345" y="13014"/>
                  <a:pt x="15645" y="12413"/>
                </a:cubicBezTo>
                <a:lnTo>
                  <a:pt x="16812" y="12680"/>
                </a:lnTo>
                <a:cubicBezTo>
                  <a:pt x="16840" y="12684"/>
                  <a:pt x="16866" y="12685"/>
                  <a:pt x="16893" y="12685"/>
                </a:cubicBezTo>
                <a:cubicBezTo>
                  <a:pt x="17125" y="12685"/>
                  <a:pt x="17323" y="12556"/>
                  <a:pt x="17413" y="12347"/>
                </a:cubicBezTo>
                <a:cubicBezTo>
                  <a:pt x="17780" y="11413"/>
                  <a:pt x="17980" y="10412"/>
                  <a:pt x="18013" y="9445"/>
                </a:cubicBezTo>
                <a:cubicBezTo>
                  <a:pt x="18013" y="9178"/>
                  <a:pt x="17846" y="8944"/>
                  <a:pt x="17613" y="8911"/>
                </a:cubicBezTo>
                <a:lnTo>
                  <a:pt x="16412" y="8644"/>
                </a:lnTo>
                <a:cubicBezTo>
                  <a:pt x="16379" y="7977"/>
                  <a:pt x="16279" y="7343"/>
                  <a:pt x="16078" y="6709"/>
                </a:cubicBezTo>
                <a:lnTo>
                  <a:pt x="17079" y="6076"/>
                </a:lnTo>
                <a:cubicBezTo>
                  <a:pt x="17279" y="5942"/>
                  <a:pt x="17379" y="5642"/>
                  <a:pt x="17279" y="5408"/>
                </a:cubicBezTo>
                <a:cubicBezTo>
                  <a:pt x="16879" y="4508"/>
                  <a:pt x="16312" y="3674"/>
                  <a:pt x="15645" y="2907"/>
                </a:cubicBezTo>
                <a:cubicBezTo>
                  <a:pt x="15548" y="2809"/>
                  <a:pt x="15417" y="2758"/>
                  <a:pt x="15278" y="2758"/>
                </a:cubicBezTo>
                <a:cubicBezTo>
                  <a:pt x="15178" y="2758"/>
                  <a:pt x="15075" y="2784"/>
                  <a:pt x="14978" y="2840"/>
                </a:cubicBezTo>
                <a:lnTo>
                  <a:pt x="13977" y="3507"/>
                </a:lnTo>
                <a:cubicBezTo>
                  <a:pt x="13477" y="3040"/>
                  <a:pt x="12943" y="2673"/>
                  <a:pt x="12376" y="2373"/>
                </a:cubicBezTo>
                <a:lnTo>
                  <a:pt x="12609" y="1205"/>
                </a:lnTo>
                <a:cubicBezTo>
                  <a:pt x="12676" y="972"/>
                  <a:pt x="12543" y="705"/>
                  <a:pt x="12309" y="605"/>
                </a:cubicBezTo>
                <a:cubicBezTo>
                  <a:pt x="11375" y="238"/>
                  <a:pt x="10374" y="38"/>
                  <a:pt x="9374" y="4"/>
                </a:cubicBezTo>
                <a:cubicBezTo>
                  <a:pt x="9354" y="2"/>
                  <a:pt x="9335" y="1"/>
                  <a:pt x="931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0">
            <a:extLst>
              <a:ext uri="{FF2B5EF4-FFF2-40B4-BE49-F238E27FC236}">
                <a16:creationId xmlns:a16="http://schemas.microsoft.com/office/drawing/2014/main" id="{F50B77F1-7A7B-6DC6-836C-09A09A20DD8E}"/>
              </a:ext>
            </a:extLst>
          </p:cNvPr>
          <p:cNvSpPr/>
          <p:nvPr/>
        </p:nvSpPr>
        <p:spPr>
          <a:xfrm>
            <a:off x="5585217" y="2302498"/>
            <a:ext cx="322951" cy="323023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0">
            <a:extLst>
              <a:ext uri="{FF2B5EF4-FFF2-40B4-BE49-F238E27FC236}">
                <a16:creationId xmlns:a16="http://schemas.microsoft.com/office/drawing/2014/main" id="{EB0A3C7D-4292-A9E6-BE3F-73050C42E086}"/>
              </a:ext>
            </a:extLst>
          </p:cNvPr>
          <p:cNvSpPr/>
          <p:nvPr/>
        </p:nvSpPr>
        <p:spPr>
          <a:xfrm>
            <a:off x="8290476" y="1659530"/>
            <a:ext cx="364736" cy="364807"/>
          </a:xfrm>
          <a:custGeom>
            <a:avLst/>
            <a:gdLst/>
            <a:ahLst/>
            <a:cxnLst/>
            <a:rect l="l" t="t" r="r" b="b"/>
            <a:pathLst>
              <a:path w="20382" h="20386" extrusionOk="0">
                <a:moveTo>
                  <a:pt x="10225" y="5822"/>
                </a:moveTo>
                <a:cubicBezTo>
                  <a:pt x="11089" y="5822"/>
                  <a:pt x="11949" y="6091"/>
                  <a:pt x="12676" y="6643"/>
                </a:cubicBezTo>
                <a:cubicBezTo>
                  <a:pt x="15779" y="8844"/>
                  <a:pt x="14744" y="13714"/>
                  <a:pt x="11008" y="14482"/>
                </a:cubicBezTo>
                <a:cubicBezTo>
                  <a:pt x="10732" y="14537"/>
                  <a:pt x="10453" y="14564"/>
                  <a:pt x="10176" y="14564"/>
                </a:cubicBezTo>
                <a:cubicBezTo>
                  <a:pt x="9287" y="14564"/>
                  <a:pt x="8419" y="14282"/>
                  <a:pt x="7706" y="13748"/>
                </a:cubicBezTo>
                <a:cubicBezTo>
                  <a:pt x="6272" y="12747"/>
                  <a:pt x="5605" y="10979"/>
                  <a:pt x="5938" y="9278"/>
                </a:cubicBezTo>
                <a:cubicBezTo>
                  <a:pt x="6272" y="7844"/>
                  <a:pt x="7272" y="6676"/>
                  <a:pt x="8673" y="6142"/>
                </a:cubicBezTo>
                <a:cubicBezTo>
                  <a:pt x="8874" y="6042"/>
                  <a:pt x="9107" y="5976"/>
                  <a:pt x="9374" y="5909"/>
                </a:cubicBezTo>
                <a:cubicBezTo>
                  <a:pt x="9655" y="5851"/>
                  <a:pt x="9940" y="5822"/>
                  <a:pt x="10225" y="5822"/>
                </a:cubicBezTo>
                <a:close/>
                <a:moveTo>
                  <a:pt x="10243" y="5195"/>
                </a:moveTo>
                <a:cubicBezTo>
                  <a:pt x="9907" y="5195"/>
                  <a:pt x="9570" y="5232"/>
                  <a:pt x="9241" y="5308"/>
                </a:cubicBezTo>
                <a:cubicBezTo>
                  <a:pt x="7272" y="5709"/>
                  <a:pt x="5771" y="7210"/>
                  <a:pt x="5338" y="9178"/>
                </a:cubicBezTo>
                <a:cubicBezTo>
                  <a:pt x="4937" y="11113"/>
                  <a:pt x="5705" y="13081"/>
                  <a:pt x="7339" y="14248"/>
                </a:cubicBezTo>
                <a:cubicBezTo>
                  <a:pt x="8134" y="14844"/>
                  <a:pt x="9114" y="15163"/>
                  <a:pt x="10113" y="15163"/>
                </a:cubicBezTo>
                <a:cubicBezTo>
                  <a:pt x="10456" y="15163"/>
                  <a:pt x="10801" y="15125"/>
                  <a:pt x="11142" y="15049"/>
                </a:cubicBezTo>
                <a:cubicBezTo>
                  <a:pt x="11409" y="14982"/>
                  <a:pt x="11676" y="14915"/>
                  <a:pt x="11942" y="14815"/>
                </a:cubicBezTo>
                <a:cubicBezTo>
                  <a:pt x="13477" y="14215"/>
                  <a:pt x="14644" y="12847"/>
                  <a:pt x="15011" y="11213"/>
                </a:cubicBezTo>
                <a:cubicBezTo>
                  <a:pt x="15412" y="9278"/>
                  <a:pt x="14644" y="7276"/>
                  <a:pt x="13043" y="6142"/>
                </a:cubicBezTo>
                <a:cubicBezTo>
                  <a:pt x="12222" y="5520"/>
                  <a:pt x="11233" y="5195"/>
                  <a:pt x="10243" y="5195"/>
                </a:cubicBezTo>
                <a:close/>
                <a:moveTo>
                  <a:pt x="10642" y="672"/>
                </a:moveTo>
                <a:cubicBezTo>
                  <a:pt x="11676" y="672"/>
                  <a:pt x="12710" y="905"/>
                  <a:pt x="13677" y="1272"/>
                </a:cubicBezTo>
                <a:lnTo>
                  <a:pt x="13377" y="2840"/>
                </a:lnTo>
                <a:cubicBezTo>
                  <a:pt x="13343" y="2973"/>
                  <a:pt x="13410" y="3107"/>
                  <a:pt x="13544" y="3174"/>
                </a:cubicBezTo>
                <a:cubicBezTo>
                  <a:pt x="14277" y="3540"/>
                  <a:pt x="14978" y="4007"/>
                  <a:pt x="15578" y="4575"/>
                </a:cubicBezTo>
                <a:cubicBezTo>
                  <a:pt x="15643" y="4639"/>
                  <a:pt x="15722" y="4676"/>
                  <a:pt x="15805" y="4676"/>
                </a:cubicBezTo>
                <a:cubicBezTo>
                  <a:pt x="15851" y="4676"/>
                  <a:pt x="15898" y="4665"/>
                  <a:pt x="15945" y="4641"/>
                </a:cubicBezTo>
                <a:lnTo>
                  <a:pt x="15979" y="4641"/>
                </a:lnTo>
                <a:lnTo>
                  <a:pt x="17280" y="3807"/>
                </a:lnTo>
                <a:cubicBezTo>
                  <a:pt x="17647" y="4174"/>
                  <a:pt x="17947" y="4575"/>
                  <a:pt x="18247" y="5008"/>
                </a:cubicBezTo>
                <a:cubicBezTo>
                  <a:pt x="18514" y="5442"/>
                  <a:pt x="18781" y="5909"/>
                  <a:pt x="18981" y="6376"/>
                </a:cubicBezTo>
                <a:lnTo>
                  <a:pt x="17647" y="7243"/>
                </a:lnTo>
                <a:cubicBezTo>
                  <a:pt x="17546" y="7343"/>
                  <a:pt x="17480" y="7477"/>
                  <a:pt x="17546" y="7610"/>
                </a:cubicBezTo>
                <a:cubicBezTo>
                  <a:pt x="17813" y="8411"/>
                  <a:pt x="17980" y="9211"/>
                  <a:pt x="17980" y="10078"/>
                </a:cubicBezTo>
                <a:cubicBezTo>
                  <a:pt x="17980" y="10212"/>
                  <a:pt x="18080" y="10312"/>
                  <a:pt x="18247" y="10345"/>
                </a:cubicBezTo>
                <a:lnTo>
                  <a:pt x="19748" y="10679"/>
                </a:lnTo>
                <a:cubicBezTo>
                  <a:pt x="19715" y="11713"/>
                  <a:pt x="19515" y="12747"/>
                  <a:pt x="19148" y="13714"/>
                </a:cubicBezTo>
                <a:lnTo>
                  <a:pt x="17580" y="13414"/>
                </a:lnTo>
                <a:cubicBezTo>
                  <a:pt x="17546" y="13398"/>
                  <a:pt x="17521" y="13389"/>
                  <a:pt x="17496" y="13389"/>
                </a:cubicBezTo>
                <a:cubicBezTo>
                  <a:pt x="17471" y="13389"/>
                  <a:pt x="17446" y="13398"/>
                  <a:pt x="17413" y="13414"/>
                </a:cubicBezTo>
                <a:cubicBezTo>
                  <a:pt x="17346" y="13414"/>
                  <a:pt x="17280" y="13481"/>
                  <a:pt x="17246" y="13548"/>
                </a:cubicBezTo>
                <a:cubicBezTo>
                  <a:pt x="16879" y="14315"/>
                  <a:pt x="16412" y="15015"/>
                  <a:pt x="15845" y="15616"/>
                </a:cubicBezTo>
                <a:cubicBezTo>
                  <a:pt x="15745" y="15716"/>
                  <a:pt x="15712" y="15849"/>
                  <a:pt x="15779" y="15983"/>
                </a:cubicBezTo>
                <a:lnTo>
                  <a:pt x="16612" y="17284"/>
                </a:lnTo>
                <a:cubicBezTo>
                  <a:pt x="16246" y="17651"/>
                  <a:pt x="15845" y="17984"/>
                  <a:pt x="15412" y="18251"/>
                </a:cubicBezTo>
                <a:cubicBezTo>
                  <a:pt x="14978" y="18551"/>
                  <a:pt x="14511" y="18785"/>
                  <a:pt x="14044" y="18985"/>
                </a:cubicBezTo>
                <a:lnTo>
                  <a:pt x="13177" y="17684"/>
                </a:lnTo>
                <a:cubicBezTo>
                  <a:pt x="13100" y="17582"/>
                  <a:pt x="13004" y="17538"/>
                  <a:pt x="12904" y="17538"/>
                </a:cubicBezTo>
                <a:cubicBezTo>
                  <a:pt x="12873" y="17538"/>
                  <a:pt x="12841" y="17543"/>
                  <a:pt x="12810" y="17550"/>
                </a:cubicBezTo>
                <a:cubicBezTo>
                  <a:pt x="12009" y="17851"/>
                  <a:pt x="11175" y="17984"/>
                  <a:pt x="10341" y="18017"/>
                </a:cubicBezTo>
                <a:cubicBezTo>
                  <a:pt x="10208" y="18017"/>
                  <a:pt x="10108" y="18118"/>
                  <a:pt x="10074" y="18251"/>
                </a:cubicBezTo>
                <a:lnTo>
                  <a:pt x="9741" y="19785"/>
                </a:lnTo>
                <a:cubicBezTo>
                  <a:pt x="8707" y="19752"/>
                  <a:pt x="7673" y="19519"/>
                  <a:pt x="6705" y="19152"/>
                </a:cubicBezTo>
                <a:lnTo>
                  <a:pt x="7039" y="17617"/>
                </a:lnTo>
                <a:cubicBezTo>
                  <a:pt x="7039" y="17450"/>
                  <a:pt x="6972" y="17317"/>
                  <a:pt x="6839" y="17250"/>
                </a:cubicBezTo>
                <a:cubicBezTo>
                  <a:pt x="6105" y="16883"/>
                  <a:pt x="5404" y="16416"/>
                  <a:pt x="4804" y="15816"/>
                </a:cubicBezTo>
                <a:cubicBezTo>
                  <a:pt x="4731" y="15761"/>
                  <a:pt x="4657" y="15736"/>
                  <a:pt x="4584" y="15736"/>
                </a:cubicBezTo>
                <a:cubicBezTo>
                  <a:pt x="4524" y="15736"/>
                  <a:pt x="4464" y="15753"/>
                  <a:pt x="4404" y="15783"/>
                </a:cubicBezTo>
                <a:lnTo>
                  <a:pt x="3103" y="16650"/>
                </a:lnTo>
                <a:cubicBezTo>
                  <a:pt x="2736" y="16250"/>
                  <a:pt x="2402" y="15849"/>
                  <a:pt x="2135" y="15382"/>
                </a:cubicBezTo>
                <a:cubicBezTo>
                  <a:pt x="1874" y="14989"/>
                  <a:pt x="1612" y="14532"/>
                  <a:pt x="1413" y="14074"/>
                </a:cubicBezTo>
                <a:lnTo>
                  <a:pt x="1413" y="14074"/>
                </a:lnTo>
                <a:lnTo>
                  <a:pt x="2736" y="13181"/>
                </a:lnTo>
                <a:cubicBezTo>
                  <a:pt x="2836" y="13114"/>
                  <a:pt x="2903" y="12981"/>
                  <a:pt x="2836" y="12847"/>
                </a:cubicBezTo>
                <a:cubicBezTo>
                  <a:pt x="2569" y="12047"/>
                  <a:pt x="2402" y="11213"/>
                  <a:pt x="2402" y="10379"/>
                </a:cubicBezTo>
                <a:cubicBezTo>
                  <a:pt x="2402" y="10245"/>
                  <a:pt x="2302" y="10112"/>
                  <a:pt x="2135" y="10078"/>
                </a:cubicBezTo>
                <a:lnTo>
                  <a:pt x="634" y="9778"/>
                </a:lnTo>
                <a:cubicBezTo>
                  <a:pt x="668" y="8744"/>
                  <a:pt x="868" y="7710"/>
                  <a:pt x="1235" y="6743"/>
                </a:cubicBezTo>
                <a:lnTo>
                  <a:pt x="2803" y="7043"/>
                </a:lnTo>
                <a:cubicBezTo>
                  <a:pt x="2826" y="7049"/>
                  <a:pt x="2848" y="7051"/>
                  <a:pt x="2871" y="7051"/>
                </a:cubicBezTo>
                <a:cubicBezTo>
                  <a:pt x="2980" y="7051"/>
                  <a:pt x="3081" y="6987"/>
                  <a:pt x="3136" y="6876"/>
                </a:cubicBezTo>
                <a:cubicBezTo>
                  <a:pt x="3503" y="6109"/>
                  <a:pt x="3970" y="5442"/>
                  <a:pt x="4571" y="4841"/>
                </a:cubicBezTo>
                <a:cubicBezTo>
                  <a:pt x="4637" y="4708"/>
                  <a:pt x="4671" y="4575"/>
                  <a:pt x="4604" y="4441"/>
                </a:cubicBezTo>
                <a:lnTo>
                  <a:pt x="3770" y="3140"/>
                </a:lnTo>
                <a:cubicBezTo>
                  <a:pt x="4137" y="2773"/>
                  <a:pt x="4537" y="2440"/>
                  <a:pt x="4971" y="2173"/>
                </a:cubicBezTo>
                <a:cubicBezTo>
                  <a:pt x="5404" y="1906"/>
                  <a:pt x="5871" y="1639"/>
                  <a:pt x="6338" y="1439"/>
                </a:cubicBezTo>
                <a:lnTo>
                  <a:pt x="7206" y="2773"/>
                </a:lnTo>
                <a:cubicBezTo>
                  <a:pt x="7278" y="2845"/>
                  <a:pt x="7367" y="2900"/>
                  <a:pt x="7462" y="2900"/>
                </a:cubicBezTo>
                <a:cubicBezTo>
                  <a:pt x="7498" y="2900"/>
                  <a:pt x="7535" y="2892"/>
                  <a:pt x="7573" y="2873"/>
                </a:cubicBezTo>
                <a:cubicBezTo>
                  <a:pt x="8373" y="2573"/>
                  <a:pt x="9207" y="2440"/>
                  <a:pt x="10041" y="2406"/>
                </a:cubicBezTo>
                <a:cubicBezTo>
                  <a:pt x="10175" y="2406"/>
                  <a:pt x="10275" y="2306"/>
                  <a:pt x="10308" y="2173"/>
                </a:cubicBezTo>
                <a:lnTo>
                  <a:pt x="10642" y="672"/>
                </a:lnTo>
                <a:close/>
                <a:moveTo>
                  <a:pt x="10577" y="1"/>
                </a:moveTo>
                <a:cubicBezTo>
                  <a:pt x="10308" y="1"/>
                  <a:pt x="10103" y="193"/>
                  <a:pt x="10041" y="472"/>
                </a:cubicBezTo>
                <a:lnTo>
                  <a:pt x="9741" y="1806"/>
                </a:lnTo>
                <a:cubicBezTo>
                  <a:pt x="9007" y="1839"/>
                  <a:pt x="8273" y="1973"/>
                  <a:pt x="7573" y="2206"/>
                </a:cubicBezTo>
                <a:lnTo>
                  <a:pt x="6839" y="1072"/>
                </a:lnTo>
                <a:cubicBezTo>
                  <a:pt x="6721" y="883"/>
                  <a:pt x="6536" y="794"/>
                  <a:pt x="6343" y="794"/>
                </a:cubicBezTo>
                <a:cubicBezTo>
                  <a:pt x="6263" y="794"/>
                  <a:pt x="6183" y="809"/>
                  <a:pt x="6105" y="839"/>
                </a:cubicBezTo>
                <a:cubicBezTo>
                  <a:pt x="5605" y="1072"/>
                  <a:pt x="5104" y="1339"/>
                  <a:pt x="4637" y="1639"/>
                </a:cubicBezTo>
                <a:cubicBezTo>
                  <a:pt x="4170" y="1939"/>
                  <a:pt x="3703" y="2306"/>
                  <a:pt x="3303" y="2673"/>
                </a:cubicBezTo>
                <a:cubicBezTo>
                  <a:pt x="3103" y="2873"/>
                  <a:pt x="3036" y="3174"/>
                  <a:pt x="3203" y="3407"/>
                </a:cubicBezTo>
                <a:lnTo>
                  <a:pt x="3937" y="4575"/>
                </a:lnTo>
                <a:cubicBezTo>
                  <a:pt x="3436" y="5108"/>
                  <a:pt x="3036" y="5709"/>
                  <a:pt x="2703" y="6376"/>
                </a:cubicBezTo>
                <a:lnTo>
                  <a:pt x="1368" y="6109"/>
                </a:lnTo>
                <a:cubicBezTo>
                  <a:pt x="1328" y="6099"/>
                  <a:pt x="1288" y="6094"/>
                  <a:pt x="1247" y="6094"/>
                </a:cubicBezTo>
                <a:cubicBezTo>
                  <a:pt x="1016" y="6094"/>
                  <a:pt x="786" y="6249"/>
                  <a:pt x="701" y="6476"/>
                </a:cubicBezTo>
                <a:cubicBezTo>
                  <a:pt x="301" y="7510"/>
                  <a:pt x="34" y="8611"/>
                  <a:pt x="1" y="9745"/>
                </a:cubicBezTo>
                <a:cubicBezTo>
                  <a:pt x="1" y="10012"/>
                  <a:pt x="201" y="10279"/>
                  <a:pt x="468" y="10345"/>
                </a:cubicBezTo>
                <a:lnTo>
                  <a:pt x="1802" y="10612"/>
                </a:lnTo>
                <a:cubicBezTo>
                  <a:pt x="1835" y="11346"/>
                  <a:pt x="1969" y="12080"/>
                  <a:pt x="2202" y="12814"/>
                </a:cubicBezTo>
                <a:lnTo>
                  <a:pt x="1035" y="13548"/>
                </a:lnTo>
                <a:cubicBezTo>
                  <a:pt x="801" y="13681"/>
                  <a:pt x="701" y="13981"/>
                  <a:pt x="801" y="14248"/>
                </a:cubicBezTo>
                <a:cubicBezTo>
                  <a:pt x="1035" y="14782"/>
                  <a:pt x="1302" y="15282"/>
                  <a:pt x="1635" y="15749"/>
                </a:cubicBezTo>
                <a:cubicBezTo>
                  <a:pt x="1935" y="16216"/>
                  <a:pt x="2269" y="16650"/>
                  <a:pt x="2669" y="17083"/>
                </a:cubicBezTo>
                <a:cubicBezTo>
                  <a:pt x="2769" y="17204"/>
                  <a:pt x="2929" y="17264"/>
                  <a:pt x="3092" y="17264"/>
                </a:cubicBezTo>
                <a:cubicBezTo>
                  <a:pt x="3200" y="17264"/>
                  <a:pt x="3310" y="17237"/>
                  <a:pt x="3403" y="17184"/>
                </a:cubicBezTo>
                <a:lnTo>
                  <a:pt x="4537" y="16416"/>
                </a:lnTo>
                <a:cubicBezTo>
                  <a:pt x="5104" y="16917"/>
                  <a:pt x="5705" y="17350"/>
                  <a:pt x="6372" y="17684"/>
                </a:cubicBezTo>
                <a:lnTo>
                  <a:pt x="6105" y="19018"/>
                </a:lnTo>
                <a:cubicBezTo>
                  <a:pt x="6038" y="19285"/>
                  <a:pt x="6172" y="19585"/>
                  <a:pt x="6439" y="19685"/>
                </a:cubicBezTo>
                <a:cubicBezTo>
                  <a:pt x="7506" y="20086"/>
                  <a:pt x="8607" y="20319"/>
                  <a:pt x="9741" y="20386"/>
                </a:cubicBezTo>
                <a:cubicBezTo>
                  <a:pt x="10008" y="20386"/>
                  <a:pt x="10275" y="20186"/>
                  <a:pt x="10341" y="19919"/>
                </a:cubicBezTo>
                <a:lnTo>
                  <a:pt x="10608" y="18585"/>
                </a:lnTo>
                <a:cubicBezTo>
                  <a:pt x="11342" y="18551"/>
                  <a:pt x="12076" y="18418"/>
                  <a:pt x="12776" y="18184"/>
                </a:cubicBezTo>
                <a:lnTo>
                  <a:pt x="13544" y="19318"/>
                </a:lnTo>
                <a:cubicBezTo>
                  <a:pt x="13667" y="19491"/>
                  <a:pt x="13845" y="19591"/>
                  <a:pt x="14037" y="19591"/>
                </a:cubicBezTo>
                <a:cubicBezTo>
                  <a:pt x="14105" y="19591"/>
                  <a:pt x="14174" y="19578"/>
                  <a:pt x="14244" y="19552"/>
                </a:cubicBezTo>
                <a:cubicBezTo>
                  <a:pt x="14544" y="19418"/>
                  <a:pt x="14811" y="19285"/>
                  <a:pt x="15078" y="19152"/>
                </a:cubicBezTo>
                <a:cubicBezTo>
                  <a:pt x="15345" y="18985"/>
                  <a:pt x="15512" y="18885"/>
                  <a:pt x="15745" y="18718"/>
                </a:cubicBezTo>
                <a:cubicBezTo>
                  <a:pt x="16212" y="18418"/>
                  <a:pt x="16646" y="18084"/>
                  <a:pt x="17079" y="17684"/>
                </a:cubicBezTo>
                <a:cubicBezTo>
                  <a:pt x="17280" y="17517"/>
                  <a:pt x="17313" y="17184"/>
                  <a:pt x="17180" y="16950"/>
                </a:cubicBezTo>
                <a:lnTo>
                  <a:pt x="16412" y="15816"/>
                </a:lnTo>
                <a:cubicBezTo>
                  <a:pt x="16913" y="15249"/>
                  <a:pt x="17346" y="14648"/>
                  <a:pt x="17680" y="13981"/>
                </a:cubicBezTo>
                <a:lnTo>
                  <a:pt x="19014" y="14281"/>
                </a:lnTo>
                <a:cubicBezTo>
                  <a:pt x="19041" y="14285"/>
                  <a:pt x="19068" y="14287"/>
                  <a:pt x="19096" y="14287"/>
                </a:cubicBezTo>
                <a:cubicBezTo>
                  <a:pt x="19340" y="14287"/>
                  <a:pt x="19591" y="14154"/>
                  <a:pt x="19681" y="13915"/>
                </a:cubicBezTo>
                <a:cubicBezTo>
                  <a:pt x="20082" y="12847"/>
                  <a:pt x="20315" y="11746"/>
                  <a:pt x="20382" y="10612"/>
                </a:cubicBezTo>
                <a:cubicBezTo>
                  <a:pt x="20382" y="10345"/>
                  <a:pt x="20182" y="10078"/>
                  <a:pt x="19915" y="10012"/>
                </a:cubicBezTo>
                <a:lnTo>
                  <a:pt x="18581" y="9745"/>
                </a:lnTo>
                <a:cubicBezTo>
                  <a:pt x="18547" y="9011"/>
                  <a:pt x="18380" y="8277"/>
                  <a:pt x="18147" y="7577"/>
                </a:cubicBezTo>
                <a:lnTo>
                  <a:pt x="19314" y="6809"/>
                </a:lnTo>
                <a:cubicBezTo>
                  <a:pt x="19548" y="6676"/>
                  <a:pt x="19648" y="6376"/>
                  <a:pt x="19515" y="6109"/>
                </a:cubicBezTo>
                <a:cubicBezTo>
                  <a:pt x="19314" y="5575"/>
                  <a:pt x="19048" y="5075"/>
                  <a:pt x="18714" y="4608"/>
                </a:cubicBezTo>
                <a:cubicBezTo>
                  <a:pt x="18414" y="4141"/>
                  <a:pt x="18080" y="3707"/>
                  <a:pt x="17680" y="3274"/>
                </a:cubicBezTo>
                <a:cubicBezTo>
                  <a:pt x="17585" y="3160"/>
                  <a:pt x="17437" y="3100"/>
                  <a:pt x="17283" y="3100"/>
                </a:cubicBezTo>
                <a:cubicBezTo>
                  <a:pt x="17167" y="3100"/>
                  <a:pt x="17047" y="3135"/>
                  <a:pt x="16946" y="3207"/>
                </a:cubicBezTo>
                <a:lnTo>
                  <a:pt x="15812" y="3941"/>
                </a:lnTo>
                <a:cubicBezTo>
                  <a:pt x="15278" y="3440"/>
                  <a:pt x="14644" y="3040"/>
                  <a:pt x="13977" y="2707"/>
                </a:cubicBezTo>
                <a:lnTo>
                  <a:pt x="14277" y="1372"/>
                </a:lnTo>
                <a:cubicBezTo>
                  <a:pt x="14344" y="1072"/>
                  <a:pt x="14177" y="805"/>
                  <a:pt x="13911" y="705"/>
                </a:cubicBezTo>
                <a:cubicBezTo>
                  <a:pt x="12876" y="271"/>
                  <a:pt x="11776" y="38"/>
                  <a:pt x="10642" y="5"/>
                </a:cubicBezTo>
                <a:cubicBezTo>
                  <a:pt x="10620" y="2"/>
                  <a:pt x="10598" y="1"/>
                  <a:pt x="1057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40">
            <a:extLst>
              <a:ext uri="{FF2B5EF4-FFF2-40B4-BE49-F238E27FC236}">
                <a16:creationId xmlns:a16="http://schemas.microsoft.com/office/drawing/2014/main" id="{BF8CFF3C-B930-15BA-34CD-015B1D9A9736}"/>
              </a:ext>
            </a:extLst>
          </p:cNvPr>
          <p:cNvSpPr/>
          <p:nvPr/>
        </p:nvSpPr>
        <p:spPr>
          <a:xfrm>
            <a:off x="6537302" y="2578278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" y="0"/>
                </a:moveTo>
                <a:lnTo>
                  <a:pt x="1" y="37327"/>
                </a:lnTo>
                <a:lnTo>
                  <a:pt x="16045" y="28054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40">
            <a:extLst>
              <a:ext uri="{FF2B5EF4-FFF2-40B4-BE49-F238E27FC236}">
                <a16:creationId xmlns:a16="http://schemas.microsoft.com/office/drawing/2014/main" id="{5CCE2A52-1244-DB33-E7D4-B5A20A031111}"/>
              </a:ext>
            </a:extLst>
          </p:cNvPr>
          <p:cNvSpPr/>
          <p:nvPr/>
        </p:nvSpPr>
        <p:spPr>
          <a:xfrm>
            <a:off x="6250177" y="2578278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6046" y="0"/>
                </a:moveTo>
                <a:lnTo>
                  <a:pt x="1" y="28054"/>
                </a:lnTo>
                <a:lnTo>
                  <a:pt x="16046" y="37327"/>
                </a:lnTo>
                <a:lnTo>
                  <a:pt x="16046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40">
            <a:extLst>
              <a:ext uri="{FF2B5EF4-FFF2-40B4-BE49-F238E27FC236}">
                <a16:creationId xmlns:a16="http://schemas.microsoft.com/office/drawing/2014/main" id="{74AFFC46-4553-B05B-498C-96CA276BAB1F}"/>
              </a:ext>
            </a:extLst>
          </p:cNvPr>
          <p:cNvSpPr/>
          <p:nvPr/>
        </p:nvSpPr>
        <p:spPr>
          <a:xfrm>
            <a:off x="6250177" y="2578278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6046" y="0"/>
                </a:moveTo>
                <a:lnTo>
                  <a:pt x="1" y="28054"/>
                </a:lnTo>
                <a:lnTo>
                  <a:pt x="16046" y="37327"/>
                </a:lnTo>
                <a:lnTo>
                  <a:pt x="1604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0">
            <a:extLst>
              <a:ext uri="{FF2B5EF4-FFF2-40B4-BE49-F238E27FC236}">
                <a16:creationId xmlns:a16="http://schemas.microsoft.com/office/drawing/2014/main" id="{E99EFF01-3AFA-5B6D-C593-B546B4D030FC}"/>
              </a:ext>
            </a:extLst>
          </p:cNvPr>
          <p:cNvSpPr/>
          <p:nvPr/>
        </p:nvSpPr>
        <p:spPr>
          <a:xfrm>
            <a:off x="5612668" y="3085064"/>
            <a:ext cx="678131" cy="391006"/>
          </a:xfrm>
          <a:custGeom>
            <a:avLst/>
            <a:gdLst/>
            <a:ahLst/>
            <a:cxnLst/>
            <a:rect l="l" t="t" r="r" b="b"/>
            <a:pathLst>
              <a:path w="37895" h="21850" extrusionOk="0">
                <a:moveTo>
                  <a:pt x="24418" y="1"/>
                </a:moveTo>
                <a:lnTo>
                  <a:pt x="0" y="14077"/>
                </a:lnTo>
                <a:lnTo>
                  <a:pt x="13477" y="21850"/>
                </a:lnTo>
                <a:lnTo>
                  <a:pt x="37894" y="7773"/>
                </a:lnTo>
                <a:lnTo>
                  <a:pt x="24418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0">
            <a:extLst>
              <a:ext uri="{FF2B5EF4-FFF2-40B4-BE49-F238E27FC236}">
                <a16:creationId xmlns:a16="http://schemas.microsoft.com/office/drawing/2014/main" id="{FDC4CFF1-9F19-9722-AC1B-7F5D4380A52E}"/>
              </a:ext>
            </a:extLst>
          </p:cNvPr>
          <p:cNvSpPr/>
          <p:nvPr/>
        </p:nvSpPr>
        <p:spPr>
          <a:xfrm>
            <a:off x="5612668" y="3085064"/>
            <a:ext cx="678131" cy="391006"/>
          </a:xfrm>
          <a:custGeom>
            <a:avLst/>
            <a:gdLst/>
            <a:ahLst/>
            <a:cxnLst/>
            <a:rect l="l" t="t" r="r" b="b"/>
            <a:pathLst>
              <a:path w="37895" h="21850" extrusionOk="0">
                <a:moveTo>
                  <a:pt x="24418" y="1"/>
                </a:moveTo>
                <a:lnTo>
                  <a:pt x="0" y="14077"/>
                </a:lnTo>
                <a:lnTo>
                  <a:pt x="13477" y="21850"/>
                </a:lnTo>
                <a:lnTo>
                  <a:pt x="37894" y="7773"/>
                </a:lnTo>
                <a:lnTo>
                  <a:pt x="244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0">
            <a:extLst>
              <a:ext uri="{FF2B5EF4-FFF2-40B4-BE49-F238E27FC236}">
                <a16:creationId xmlns:a16="http://schemas.microsoft.com/office/drawing/2014/main" id="{A7C6BA12-34F8-D013-0F24-E088ED92D426}"/>
              </a:ext>
            </a:extLst>
          </p:cNvPr>
          <p:cNvSpPr/>
          <p:nvPr/>
        </p:nvSpPr>
        <p:spPr>
          <a:xfrm>
            <a:off x="5612668" y="3336972"/>
            <a:ext cx="241171" cy="303249"/>
          </a:xfrm>
          <a:custGeom>
            <a:avLst/>
            <a:gdLst/>
            <a:ahLst/>
            <a:cxnLst/>
            <a:rect l="l" t="t" r="r" b="b"/>
            <a:pathLst>
              <a:path w="13477" h="16946" extrusionOk="0">
                <a:moveTo>
                  <a:pt x="0" y="0"/>
                </a:moveTo>
                <a:lnTo>
                  <a:pt x="0" y="9174"/>
                </a:lnTo>
                <a:lnTo>
                  <a:pt x="13477" y="16946"/>
                </a:lnTo>
                <a:lnTo>
                  <a:pt x="13477" y="7773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0">
            <a:extLst>
              <a:ext uri="{FF2B5EF4-FFF2-40B4-BE49-F238E27FC236}">
                <a16:creationId xmlns:a16="http://schemas.microsoft.com/office/drawing/2014/main" id="{3BADAF16-C0D2-7F69-51C0-C0B8668A7D96}"/>
              </a:ext>
            </a:extLst>
          </p:cNvPr>
          <p:cNvSpPr/>
          <p:nvPr/>
        </p:nvSpPr>
        <p:spPr>
          <a:xfrm>
            <a:off x="5853821" y="3224144"/>
            <a:ext cx="436978" cy="416077"/>
          </a:xfrm>
          <a:custGeom>
            <a:avLst/>
            <a:gdLst/>
            <a:ahLst/>
            <a:cxnLst/>
            <a:rect l="l" t="t" r="r" b="b"/>
            <a:pathLst>
              <a:path w="24419" h="23251" extrusionOk="0">
                <a:moveTo>
                  <a:pt x="24418" y="1"/>
                </a:moveTo>
                <a:lnTo>
                  <a:pt x="1" y="14078"/>
                </a:lnTo>
                <a:lnTo>
                  <a:pt x="1" y="23251"/>
                </a:lnTo>
                <a:lnTo>
                  <a:pt x="24418" y="9174"/>
                </a:lnTo>
                <a:lnTo>
                  <a:pt x="24418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0">
            <a:extLst>
              <a:ext uri="{FF2B5EF4-FFF2-40B4-BE49-F238E27FC236}">
                <a16:creationId xmlns:a16="http://schemas.microsoft.com/office/drawing/2014/main" id="{56E0536B-BFA2-7035-5958-7783862D5BE2}"/>
              </a:ext>
            </a:extLst>
          </p:cNvPr>
          <p:cNvSpPr/>
          <p:nvPr/>
        </p:nvSpPr>
        <p:spPr>
          <a:xfrm>
            <a:off x="5853821" y="3224144"/>
            <a:ext cx="436978" cy="416077"/>
          </a:xfrm>
          <a:custGeom>
            <a:avLst/>
            <a:gdLst/>
            <a:ahLst/>
            <a:cxnLst/>
            <a:rect l="l" t="t" r="r" b="b"/>
            <a:pathLst>
              <a:path w="24419" h="23251" extrusionOk="0">
                <a:moveTo>
                  <a:pt x="24418" y="1"/>
                </a:moveTo>
                <a:lnTo>
                  <a:pt x="1" y="14078"/>
                </a:lnTo>
                <a:lnTo>
                  <a:pt x="1" y="23251"/>
                </a:lnTo>
                <a:lnTo>
                  <a:pt x="24418" y="9174"/>
                </a:lnTo>
                <a:lnTo>
                  <a:pt x="2441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0">
            <a:extLst>
              <a:ext uri="{FF2B5EF4-FFF2-40B4-BE49-F238E27FC236}">
                <a16:creationId xmlns:a16="http://schemas.microsoft.com/office/drawing/2014/main" id="{F49A1E29-F709-68DB-273A-949DE3A73065}"/>
              </a:ext>
            </a:extLst>
          </p:cNvPr>
          <p:cNvSpPr/>
          <p:nvPr/>
        </p:nvSpPr>
        <p:spPr>
          <a:xfrm>
            <a:off x="6203024" y="3477537"/>
            <a:ext cx="494278" cy="414287"/>
          </a:xfrm>
          <a:custGeom>
            <a:avLst/>
            <a:gdLst/>
            <a:ahLst/>
            <a:cxnLst/>
            <a:rect l="l" t="t" r="r" b="b"/>
            <a:pathLst>
              <a:path w="27621" h="23151" extrusionOk="0">
                <a:moveTo>
                  <a:pt x="13811" y="1"/>
                </a:moveTo>
                <a:cubicBezTo>
                  <a:pt x="10275" y="1"/>
                  <a:pt x="6739" y="785"/>
                  <a:pt x="4037" y="2353"/>
                </a:cubicBezTo>
                <a:cubicBezTo>
                  <a:pt x="1335" y="3887"/>
                  <a:pt x="1" y="5955"/>
                  <a:pt x="1" y="7990"/>
                </a:cubicBezTo>
                <a:lnTo>
                  <a:pt x="1" y="15162"/>
                </a:lnTo>
                <a:cubicBezTo>
                  <a:pt x="1" y="17197"/>
                  <a:pt x="1335" y="19265"/>
                  <a:pt x="4037" y="20799"/>
                </a:cubicBezTo>
                <a:cubicBezTo>
                  <a:pt x="6739" y="22367"/>
                  <a:pt x="10275" y="23151"/>
                  <a:pt x="13811" y="23151"/>
                </a:cubicBezTo>
                <a:cubicBezTo>
                  <a:pt x="17346" y="23151"/>
                  <a:pt x="20882" y="22367"/>
                  <a:pt x="23584" y="20799"/>
                </a:cubicBezTo>
                <a:cubicBezTo>
                  <a:pt x="26253" y="19265"/>
                  <a:pt x="27620" y="17197"/>
                  <a:pt x="27620" y="15162"/>
                </a:cubicBezTo>
                <a:lnTo>
                  <a:pt x="27620" y="7990"/>
                </a:lnTo>
                <a:cubicBezTo>
                  <a:pt x="27620" y="5955"/>
                  <a:pt x="26253" y="3887"/>
                  <a:pt x="23584" y="2353"/>
                </a:cubicBezTo>
                <a:cubicBezTo>
                  <a:pt x="20882" y="785"/>
                  <a:pt x="17346" y="1"/>
                  <a:pt x="1381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0">
            <a:extLst>
              <a:ext uri="{FF2B5EF4-FFF2-40B4-BE49-F238E27FC236}">
                <a16:creationId xmlns:a16="http://schemas.microsoft.com/office/drawing/2014/main" id="{E4BC3C03-843F-F439-D662-936CE72745EC}"/>
              </a:ext>
            </a:extLst>
          </p:cNvPr>
          <p:cNvSpPr/>
          <p:nvPr/>
        </p:nvSpPr>
        <p:spPr>
          <a:xfrm>
            <a:off x="6203024" y="3477537"/>
            <a:ext cx="494278" cy="285515"/>
          </a:xfrm>
          <a:custGeom>
            <a:avLst/>
            <a:gdLst/>
            <a:ahLst/>
            <a:cxnLst/>
            <a:rect l="l" t="t" r="r" b="b"/>
            <a:pathLst>
              <a:path w="27621" h="15955" extrusionOk="0">
                <a:moveTo>
                  <a:pt x="13811" y="1"/>
                </a:moveTo>
                <a:cubicBezTo>
                  <a:pt x="10275" y="1"/>
                  <a:pt x="6739" y="785"/>
                  <a:pt x="4037" y="2353"/>
                </a:cubicBezTo>
                <a:cubicBezTo>
                  <a:pt x="1335" y="3887"/>
                  <a:pt x="1" y="5955"/>
                  <a:pt x="1" y="7990"/>
                </a:cubicBezTo>
                <a:cubicBezTo>
                  <a:pt x="1" y="10025"/>
                  <a:pt x="1335" y="12060"/>
                  <a:pt x="4037" y="13627"/>
                </a:cubicBezTo>
                <a:cubicBezTo>
                  <a:pt x="6739" y="15179"/>
                  <a:pt x="10275" y="15954"/>
                  <a:pt x="13811" y="15954"/>
                </a:cubicBezTo>
                <a:cubicBezTo>
                  <a:pt x="17346" y="15954"/>
                  <a:pt x="20882" y="15179"/>
                  <a:pt x="23584" y="13627"/>
                </a:cubicBezTo>
                <a:cubicBezTo>
                  <a:pt x="26253" y="12060"/>
                  <a:pt x="27620" y="10025"/>
                  <a:pt x="27620" y="7990"/>
                </a:cubicBezTo>
                <a:cubicBezTo>
                  <a:pt x="27620" y="5955"/>
                  <a:pt x="26253" y="3887"/>
                  <a:pt x="23584" y="2353"/>
                </a:cubicBezTo>
                <a:cubicBezTo>
                  <a:pt x="20882" y="785"/>
                  <a:pt x="17346" y="1"/>
                  <a:pt x="138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0">
            <a:extLst>
              <a:ext uri="{FF2B5EF4-FFF2-40B4-BE49-F238E27FC236}">
                <a16:creationId xmlns:a16="http://schemas.microsoft.com/office/drawing/2014/main" id="{10066E0A-AC20-D85F-03B4-5F965DD245F1}"/>
              </a:ext>
            </a:extLst>
          </p:cNvPr>
          <p:cNvSpPr/>
          <p:nvPr/>
        </p:nvSpPr>
        <p:spPr>
          <a:xfrm>
            <a:off x="8335839" y="3001494"/>
            <a:ext cx="355198" cy="204772"/>
          </a:xfrm>
          <a:custGeom>
            <a:avLst/>
            <a:gdLst/>
            <a:ahLst/>
            <a:cxnLst/>
            <a:rect l="l" t="t" r="r" b="b"/>
            <a:pathLst>
              <a:path w="19849" h="11443" extrusionOk="0">
                <a:moveTo>
                  <a:pt x="9941" y="1"/>
                </a:moveTo>
                <a:lnTo>
                  <a:pt x="1" y="5738"/>
                </a:lnTo>
                <a:lnTo>
                  <a:pt x="9941" y="11442"/>
                </a:lnTo>
                <a:lnTo>
                  <a:pt x="19848" y="5738"/>
                </a:lnTo>
                <a:lnTo>
                  <a:pt x="9941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0">
            <a:extLst>
              <a:ext uri="{FF2B5EF4-FFF2-40B4-BE49-F238E27FC236}">
                <a16:creationId xmlns:a16="http://schemas.microsoft.com/office/drawing/2014/main" id="{21C5A614-F7DF-B0B7-BB9D-22C8AC8E8D1D}"/>
              </a:ext>
            </a:extLst>
          </p:cNvPr>
          <p:cNvSpPr/>
          <p:nvPr/>
        </p:nvSpPr>
        <p:spPr>
          <a:xfrm>
            <a:off x="8335839" y="3001494"/>
            <a:ext cx="355198" cy="204772"/>
          </a:xfrm>
          <a:custGeom>
            <a:avLst/>
            <a:gdLst/>
            <a:ahLst/>
            <a:cxnLst/>
            <a:rect l="l" t="t" r="r" b="b"/>
            <a:pathLst>
              <a:path w="19849" h="11443" extrusionOk="0">
                <a:moveTo>
                  <a:pt x="9941" y="1"/>
                </a:moveTo>
                <a:lnTo>
                  <a:pt x="1" y="5738"/>
                </a:lnTo>
                <a:lnTo>
                  <a:pt x="9941" y="11442"/>
                </a:lnTo>
                <a:lnTo>
                  <a:pt x="19848" y="5738"/>
                </a:lnTo>
                <a:lnTo>
                  <a:pt x="994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0">
            <a:extLst>
              <a:ext uri="{FF2B5EF4-FFF2-40B4-BE49-F238E27FC236}">
                <a16:creationId xmlns:a16="http://schemas.microsoft.com/office/drawing/2014/main" id="{E1885CF8-88C0-2B17-D4CD-6D37C9F6C01F}"/>
              </a:ext>
            </a:extLst>
          </p:cNvPr>
          <p:cNvSpPr/>
          <p:nvPr/>
        </p:nvSpPr>
        <p:spPr>
          <a:xfrm>
            <a:off x="8335839" y="3104176"/>
            <a:ext cx="177912" cy="306828"/>
          </a:xfrm>
          <a:custGeom>
            <a:avLst/>
            <a:gdLst/>
            <a:ahLst/>
            <a:cxnLst/>
            <a:rect l="l" t="t" r="r" b="b"/>
            <a:pathLst>
              <a:path w="9942" h="17146" extrusionOk="0">
                <a:moveTo>
                  <a:pt x="1" y="0"/>
                </a:moveTo>
                <a:lnTo>
                  <a:pt x="1" y="11442"/>
                </a:lnTo>
                <a:lnTo>
                  <a:pt x="9941" y="17146"/>
                </a:lnTo>
                <a:lnTo>
                  <a:pt x="9941" y="5704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0">
            <a:extLst>
              <a:ext uri="{FF2B5EF4-FFF2-40B4-BE49-F238E27FC236}">
                <a16:creationId xmlns:a16="http://schemas.microsoft.com/office/drawing/2014/main" id="{258C32CB-D4CC-A1EE-F126-7B11D2BB24F8}"/>
              </a:ext>
            </a:extLst>
          </p:cNvPr>
          <p:cNvSpPr/>
          <p:nvPr/>
        </p:nvSpPr>
        <p:spPr>
          <a:xfrm>
            <a:off x="8513734" y="3104176"/>
            <a:ext cx="177304" cy="306828"/>
          </a:xfrm>
          <a:custGeom>
            <a:avLst/>
            <a:gdLst/>
            <a:ahLst/>
            <a:cxnLst/>
            <a:rect l="l" t="t" r="r" b="b"/>
            <a:pathLst>
              <a:path w="9908" h="17146" extrusionOk="0">
                <a:moveTo>
                  <a:pt x="9907" y="0"/>
                </a:moveTo>
                <a:lnTo>
                  <a:pt x="0" y="5704"/>
                </a:lnTo>
                <a:lnTo>
                  <a:pt x="0" y="17146"/>
                </a:lnTo>
                <a:lnTo>
                  <a:pt x="9907" y="11442"/>
                </a:lnTo>
                <a:lnTo>
                  <a:pt x="9907" y="0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40">
            <a:extLst>
              <a:ext uri="{FF2B5EF4-FFF2-40B4-BE49-F238E27FC236}">
                <a16:creationId xmlns:a16="http://schemas.microsoft.com/office/drawing/2014/main" id="{87F1A377-0B20-C5E6-42A1-013361DD98E4}"/>
              </a:ext>
            </a:extLst>
          </p:cNvPr>
          <p:cNvSpPr/>
          <p:nvPr/>
        </p:nvSpPr>
        <p:spPr>
          <a:xfrm>
            <a:off x="8513734" y="3104176"/>
            <a:ext cx="177304" cy="306828"/>
          </a:xfrm>
          <a:custGeom>
            <a:avLst/>
            <a:gdLst/>
            <a:ahLst/>
            <a:cxnLst/>
            <a:rect l="l" t="t" r="r" b="b"/>
            <a:pathLst>
              <a:path w="9908" h="17146" extrusionOk="0">
                <a:moveTo>
                  <a:pt x="9907" y="0"/>
                </a:moveTo>
                <a:lnTo>
                  <a:pt x="0" y="5704"/>
                </a:lnTo>
                <a:lnTo>
                  <a:pt x="0" y="17146"/>
                </a:lnTo>
                <a:lnTo>
                  <a:pt x="9907" y="11442"/>
                </a:lnTo>
                <a:lnTo>
                  <a:pt x="99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40">
            <a:extLst>
              <a:ext uri="{FF2B5EF4-FFF2-40B4-BE49-F238E27FC236}">
                <a16:creationId xmlns:a16="http://schemas.microsoft.com/office/drawing/2014/main" id="{2DE3B1A7-655C-AA4C-E2F9-4887C5ABE1A8}"/>
              </a:ext>
            </a:extLst>
          </p:cNvPr>
          <p:cNvSpPr/>
          <p:nvPr/>
        </p:nvSpPr>
        <p:spPr>
          <a:xfrm>
            <a:off x="7664294" y="3367411"/>
            <a:ext cx="784982" cy="543221"/>
          </a:xfrm>
          <a:custGeom>
            <a:avLst/>
            <a:gdLst/>
            <a:ahLst/>
            <a:cxnLst/>
            <a:rect l="l" t="t" r="r" b="b"/>
            <a:pathLst>
              <a:path w="43866" h="30356" extrusionOk="0">
                <a:moveTo>
                  <a:pt x="21950" y="13944"/>
                </a:moveTo>
                <a:cubicBezTo>
                  <a:pt x="24377" y="13944"/>
                  <a:pt x="26803" y="14478"/>
                  <a:pt x="28655" y="15545"/>
                </a:cubicBezTo>
                <a:cubicBezTo>
                  <a:pt x="28955" y="15712"/>
                  <a:pt x="29188" y="15879"/>
                  <a:pt x="29422" y="16045"/>
                </a:cubicBezTo>
                <a:cubicBezTo>
                  <a:pt x="29188" y="16212"/>
                  <a:pt x="28922" y="16379"/>
                  <a:pt x="28655" y="16546"/>
                </a:cubicBezTo>
                <a:cubicBezTo>
                  <a:pt x="26803" y="17613"/>
                  <a:pt x="24377" y="18147"/>
                  <a:pt x="21950" y="18147"/>
                </a:cubicBezTo>
                <a:cubicBezTo>
                  <a:pt x="19523" y="18147"/>
                  <a:pt x="17097" y="17613"/>
                  <a:pt x="15245" y="16546"/>
                </a:cubicBezTo>
                <a:cubicBezTo>
                  <a:pt x="14978" y="16379"/>
                  <a:pt x="14711" y="16212"/>
                  <a:pt x="14478" y="16045"/>
                </a:cubicBezTo>
                <a:cubicBezTo>
                  <a:pt x="14711" y="15879"/>
                  <a:pt x="14978" y="15712"/>
                  <a:pt x="15245" y="15545"/>
                </a:cubicBezTo>
                <a:cubicBezTo>
                  <a:pt x="17097" y="14478"/>
                  <a:pt x="19523" y="13944"/>
                  <a:pt x="21950" y="13944"/>
                </a:cubicBezTo>
                <a:close/>
                <a:moveTo>
                  <a:pt x="19048" y="1"/>
                </a:moveTo>
                <a:cubicBezTo>
                  <a:pt x="18781" y="34"/>
                  <a:pt x="18514" y="234"/>
                  <a:pt x="18481" y="501"/>
                </a:cubicBezTo>
                <a:lnTo>
                  <a:pt x="17980" y="3136"/>
                </a:lnTo>
                <a:cubicBezTo>
                  <a:pt x="17914" y="3436"/>
                  <a:pt x="17680" y="3670"/>
                  <a:pt x="17380" y="3703"/>
                </a:cubicBezTo>
                <a:cubicBezTo>
                  <a:pt x="16313" y="3903"/>
                  <a:pt x="15279" y="4137"/>
                  <a:pt x="14278" y="4470"/>
                </a:cubicBezTo>
                <a:cubicBezTo>
                  <a:pt x="14160" y="4494"/>
                  <a:pt x="14046" y="4505"/>
                  <a:pt x="13934" y="4505"/>
                </a:cubicBezTo>
                <a:cubicBezTo>
                  <a:pt x="13732" y="4505"/>
                  <a:pt x="13538" y="4468"/>
                  <a:pt x="13344" y="4404"/>
                </a:cubicBezTo>
                <a:lnTo>
                  <a:pt x="9341" y="2536"/>
                </a:lnTo>
                <a:cubicBezTo>
                  <a:pt x="9202" y="2489"/>
                  <a:pt x="9055" y="2464"/>
                  <a:pt x="8911" y="2464"/>
                </a:cubicBezTo>
                <a:cubicBezTo>
                  <a:pt x="8746" y="2464"/>
                  <a:pt x="8583" y="2498"/>
                  <a:pt x="8440" y="2569"/>
                </a:cubicBezTo>
                <a:lnTo>
                  <a:pt x="4471" y="4871"/>
                </a:lnTo>
                <a:cubicBezTo>
                  <a:pt x="4371" y="4937"/>
                  <a:pt x="4304" y="5038"/>
                  <a:pt x="4304" y="5171"/>
                </a:cubicBezTo>
                <a:lnTo>
                  <a:pt x="4304" y="10441"/>
                </a:lnTo>
                <a:lnTo>
                  <a:pt x="535" y="10675"/>
                </a:lnTo>
                <a:cubicBezTo>
                  <a:pt x="268" y="10708"/>
                  <a:pt x="34" y="10942"/>
                  <a:pt x="34" y="11209"/>
                </a:cubicBezTo>
                <a:lnTo>
                  <a:pt x="34" y="13577"/>
                </a:lnTo>
                <a:cubicBezTo>
                  <a:pt x="34" y="13610"/>
                  <a:pt x="34" y="13644"/>
                  <a:pt x="1" y="13677"/>
                </a:cubicBezTo>
                <a:lnTo>
                  <a:pt x="1" y="19181"/>
                </a:lnTo>
                <a:cubicBezTo>
                  <a:pt x="1" y="19448"/>
                  <a:pt x="234" y="19681"/>
                  <a:pt x="501" y="19715"/>
                </a:cubicBezTo>
                <a:lnTo>
                  <a:pt x="4271" y="19948"/>
                </a:lnTo>
                <a:lnTo>
                  <a:pt x="4271" y="25252"/>
                </a:lnTo>
                <a:cubicBezTo>
                  <a:pt x="4271" y="25352"/>
                  <a:pt x="4337" y="25452"/>
                  <a:pt x="4437" y="25519"/>
                </a:cubicBezTo>
                <a:lnTo>
                  <a:pt x="8407" y="27820"/>
                </a:lnTo>
                <a:cubicBezTo>
                  <a:pt x="8574" y="27887"/>
                  <a:pt x="8741" y="27921"/>
                  <a:pt x="8907" y="27921"/>
                </a:cubicBezTo>
                <a:cubicBezTo>
                  <a:pt x="9041" y="27921"/>
                  <a:pt x="9174" y="27887"/>
                  <a:pt x="9274" y="27854"/>
                </a:cubicBezTo>
                <a:lnTo>
                  <a:pt x="13310" y="25986"/>
                </a:lnTo>
                <a:cubicBezTo>
                  <a:pt x="13486" y="25908"/>
                  <a:pt x="13662" y="25875"/>
                  <a:pt x="13838" y="25875"/>
                </a:cubicBezTo>
                <a:cubicBezTo>
                  <a:pt x="13962" y="25875"/>
                  <a:pt x="14087" y="25892"/>
                  <a:pt x="14211" y="25919"/>
                </a:cubicBezTo>
                <a:cubicBezTo>
                  <a:pt x="15245" y="26253"/>
                  <a:pt x="16279" y="26486"/>
                  <a:pt x="17347" y="26653"/>
                </a:cubicBezTo>
                <a:cubicBezTo>
                  <a:pt x="17647" y="26720"/>
                  <a:pt x="17847" y="26953"/>
                  <a:pt x="17914" y="27220"/>
                </a:cubicBezTo>
                <a:lnTo>
                  <a:pt x="18447" y="29889"/>
                </a:lnTo>
                <a:cubicBezTo>
                  <a:pt x="18447" y="30022"/>
                  <a:pt x="18548" y="30156"/>
                  <a:pt x="18648" y="30222"/>
                </a:cubicBezTo>
                <a:cubicBezTo>
                  <a:pt x="18748" y="30322"/>
                  <a:pt x="18881" y="30356"/>
                  <a:pt x="19015" y="30356"/>
                </a:cubicBezTo>
                <a:lnTo>
                  <a:pt x="24852" y="30356"/>
                </a:lnTo>
                <a:cubicBezTo>
                  <a:pt x="24985" y="30356"/>
                  <a:pt x="25086" y="30322"/>
                  <a:pt x="25186" y="30222"/>
                </a:cubicBezTo>
                <a:cubicBezTo>
                  <a:pt x="25219" y="30222"/>
                  <a:pt x="25252" y="30189"/>
                  <a:pt x="25252" y="30156"/>
                </a:cubicBezTo>
                <a:cubicBezTo>
                  <a:pt x="25286" y="30156"/>
                  <a:pt x="25319" y="30122"/>
                  <a:pt x="25352" y="30089"/>
                </a:cubicBezTo>
                <a:lnTo>
                  <a:pt x="25352" y="30022"/>
                </a:lnTo>
                <a:cubicBezTo>
                  <a:pt x="25386" y="29989"/>
                  <a:pt x="25419" y="29955"/>
                  <a:pt x="25452" y="29889"/>
                </a:cubicBezTo>
                <a:lnTo>
                  <a:pt x="25953" y="27220"/>
                </a:lnTo>
                <a:cubicBezTo>
                  <a:pt x="26020" y="26953"/>
                  <a:pt x="26253" y="26720"/>
                  <a:pt x="26520" y="26653"/>
                </a:cubicBezTo>
                <a:cubicBezTo>
                  <a:pt x="27587" y="26486"/>
                  <a:pt x="28621" y="26253"/>
                  <a:pt x="29655" y="25919"/>
                </a:cubicBezTo>
                <a:cubicBezTo>
                  <a:pt x="29780" y="25892"/>
                  <a:pt x="29910" y="25875"/>
                  <a:pt x="30039" y="25875"/>
                </a:cubicBezTo>
                <a:cubicBezTo>
                  <a:pt x="30221" y="25875"/>
                  <a:pt x="30400" y="25908"/>
                  <a:pt x="30556" y="25986"/>
                </a:cubicBezTo>
                <a:lnTo>
                  <a:pt x="34592" y="27854"/>
                </a:lnTo>
                <a:cubicBezTo>
                  <a:pt x="34659" y="27854"/>
                  <a:pt x="34759" y="27887"/>
                  <a:pt x="34826" y="27887"/>
                </a:cubicBezTo>
                <a:lnTo>
                  <a:pt x="34826" y="27921"/>
                </a:lnTo>
                <a:lnTo>
                  <a:pt x="35093" y="27921"/>
                </a:lnTo>
                <a:cubicBezTo>
                  <a:pt x="35226" y="27887"/>
                  <a:pt x="35360" y="27854"/>
                  <a:pt x="35460" y="27820"/>
                </a:cubicBezTo>
                <a:lnTo>
                  <a:pt x="39429" y="25519"/>
                </a:lnTo>
                <a:cubicBezTo>
                  <a:pt x="39496" y="25485"/>
                  <a:pt x="39529" y="25452"/>
                  <a:pt x="39563" y="25385"/>
                </a:cubicBezTo>
                <a:cubicBezTo>
                  <a:pt x="39596" y="25352"/>
                  <a:pt x="39596" y="25319"/>
                  <a:pt x="39596" y="25285"/>
                </a:cubicBezTo>
                <a:lnTo>
                  <a:pt x="39596" y="23017"/>
                </a:lnTo>
                <a:lnTo>
                  <a:pt x="39596" y="19982"/>
                </a:lnTo>
                <a:lnTo>
                  <a:pt x="43299" y="19748"/>
                </a:lnTo>
                <a:lnTo>
                  <a:pt x="43365" y="19748"/>
                </a:lnTo>
                <a:cubicBezTo>
                  <a:pt x="43399" y="19748"/>
                  <a:pt x="43432" y="19715"/>
                  <a:pt x="43465" y="19681"/>
                </a:cubicBezTo>
                <a:cubicBezTo>
                  <a:pt x="43565" y="19681"/>
                  <a:pt x="43632" y="19648"/>
                  <a:pt x="43699" y="19581"/>
                </a:cubicBezTo>
                <a:cubicBezTo>
                  <a:pt x="43732" y="19515"/>
                  <a:pt x="43766" y="19448"/>
                  <a:pt x="43799" y="19381"/>
                </a:cubicBezTo>
                <a:cubicBezTo>
                  <a:pt x="43799" y="19314"/>
                  <a:pt x="43866" y="19281"/>
                  <a:pt x="43866" y="19214"/>
                </a:cubicBezTo>
                <a:lnTo>
                  <a:pt x="43866" y="16279"/>
                </a:lnTo>
                <a:lnTo>
                  <a:pt x="43866" y="14177"/>
                </a:lnTo>
                <a:lnTo>
                  <a:pt x="43866" y="11242"/>
                </a:lnTo>
                <a:cubicBezTo>
                  <a:pt x="43866" y="10942"/>
                  <a:pt x="43632" y="10742"/>
                  <a:pt x="43365" y="10708"/>
                </a:cubicBezTo>
                <a:lnTo>
                  <a:pt x="39596" y="10475"/>
                </a:lnTo>
                <a:lnTo>
                  <a:pt x="39596" y="5171"/>
                </a:lnTo>
                <a:cubicBezTo>
                  <a:pt x="39596" y="5038"/>
                  <a:pt x="39529" y="4937"/>
                  <a:pt x="39429" y="4904"/>
                </a:cubicBezTo>
                <a:lnTo>
                  <a:pt x="35460" y="2602"/>
                </a:lnTo>
                <a:cubicBezTo>
                  <a:pt x="35310" y="2528"/>
                  <a:pt x="35139" y="2484"/>
                  <a:pt x="34971" y="2484"/>
                </a:cubicBezTo>
                <a:cubicBezTo>
                  <a:pt x="34839" y="2484"/>
                  <a:pt x="34709" y="2511"/>
                  <a:pt x="34592" y="2569"/>
                </a:cubicBezTo>
                <a:lnTo>
                  <a:pt x="30623" y="4404"/>
                </a:lnTo>
                <a:cubicBezTo>
                  <a:pt x="30429" y="4468"/>
                  <a:pt x="30221" y="4505"/>
                  <a:pt x="30017" y="4505"/>
                </a:cubicBezTo>
                <a:cubicBezTo>
                  <a:pt x="29906" y="4505"/>
                  <a:pt x="29795" y="4494"/>
                  <a:pt x="29689" y="4470"/>
                </a:cubicBezTo>
                <a:cubicBezTo>
                  <a:pt x="28655" y="4137"/>
                  <a:pt x="27621" y="3903"/>
                  <a:pt x="26553" y="3703"/>
                </a:cubicBezTo>
                <a:cubicBezTo>
                  <a:pt x="26286" y="3670"/>
                  <a:pt x="26053" y="3436"/>
                  <a:pt x="25986" y="3136"/>
                </a:cubicBezTo>
                <a:lnTo>
                  <a:pt x="25486" y="501"/>
                </a:lnTo>
                <a:cubicBezTo>
                  <a:pt x="25419" y="234"/>
                  <a:pt x="25186" y="34"/>
                  <a:pt x="24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0">
            <a:extLst>
              <a:ext uri="{FF2B5EF4-FFF2-40B4-BE49-F238E27FC236}">
                <a16:creationId xmlns:a16="http://schemas.microsoft.com/office/drawing/2014/main" id="{6AC056F9-B37B-11CD-20D8-9D8F5E7B39FD}"/>
              </a:ext>
            </a:extLst>
          </p:cNvPr>
          <p:cNvSpPr/>
          <p:nvPr/>
        </p:nvSpPr>
        <p:spPr>
          <a:xfrm>
            <a:off x="7664294" y="3610354"/>
            <a:ext cx="784982" cy="300278"/>
          </a:xfrm>
          <a:custGeom>
            <a:avLst/>
            <a:gdLst/>
            <a:ahLst/>
            <a:cxnLst/>
            <a:rect l="l" t="t" r="r" b="b"/>
            <a:pathLst>
              <a:path w="43866" h="16780" extrusionOk="0">
                <a:moveTo>
                  <a:pt x="34" y="1"/>
                </a:moveTo>
                <a:cubicBezTo>
                  <a:pt x="34" y="34"/>
                  <a:pt x="1" y="68"/>
                  <a:pt x="1" y="101"/>
                </a:cubicBezTo>
                <a:lnTo>
                  <a:pt x="1" y="5605"/>
                </a:lnTo>
                <a:cubicBezTo>
                  <a:pt x="1" y="5872"/>
                  <a:pt x="234" y="6105"/>
                  <a:pt x="501" y="6139"/>
                </a:cubicBezTo>
                <a:lnTo>
                  <a:pt x="4271" y="6372"/>
                </a:lnTo>
                <a:lnTo>
                  <a:pt x="4271" y="11676"/>
                </a:lnTo>
                <a:cubicBezTo>
                  <a:pt x="4271" y="11776"/>
                  <a:pt x="4337" y="11876"/>
                  <a:pt x="4437" y="11943"/>
                </a:cubicBezTo>
                <a:lnTo>
                  <a:pt x="8407" y="14244"/>
                </a:lnTo>
                <a:cubicBezTo>
                  <a:pt x="8574" y="14311"/>
                  <a:pt x="8741" y="14345"/>
                  <a:pt x="8907" y="14345"/>
                </a:cubicBezTo>
                <a:cubicBezTo>
                  <a:pt x="9041" y="14345"/>
                  <a:pt x="9174" y="14311"/>
                  <a:pt x="9274" y="14278"/>
                </a:cubicBezTo>
                <a:lnTo>
                  <a:pt x="13310" y="12410"/>
                </a:lnTo>
                <a:cubicBezTo>
                  <a:pt x="13411" y="12343"/>
                  <a:pt x="13544" y="12310"/>
                  <a:pt x="13677" y="12310"/>
                </a:cubicBezTo>
                <a:cubicBezTo>
                  <a:pt x="13736" y="12300"/>
                  <a:pt x="13792" y="12296"/>
                  <a:pt x="13846" y="12296"/>
                </a:cubicBezTo>
                <a:cubicBezTo>
                  <a:pt x="13975" y="12296"/>
                  <a:pt x="14093" y="12320"/>
                  <a:pt x="14211" y="12343"/>
                </a:cubicBezTo>
                <a:cubicBezTo>
                  <a:pt x="15245" y="12677"/>
                  <a:pt x="16279" y="12910"/>
                  <a:pt x="17347" y="13077"/>
                </a:cubicBezTo>
                <a:cubicBezTo>
                  <a:pt x="17447" y="13110"/>
                  <a:pt x="17513" y="13144"/>
                  <a:pt x="17580" y="13177"/>
                </a:cubicBezTo>
                <a:lnTo>
                  <a:pt x="17580" y="13210"/>
                </a:lnTo>
                <a:cubicBezTo>
                  <a:pt x="17747" y="13310"/>
                  <a:pt x="17880" y="13444"/>
                  <a:pt x="17914" y="13644"/>
                </a:cubicBezTo>
                <a:lnTo>
                  <a:pt x="18414" y="16279"/>
                </a:lnTo>
                <a:cubicBezTo>
                  <a:pt x="18447" y="16413"/>
                  <a:pt x="18548" y="16546"/>
                  <a:pt x="18648" y="16646"/>
                </a:cubicBezTo>
                <a:cubicBezTo>
                  <a:pt x="18748" y="16713"/>
                  <a:pt x="18881" y="16780"/>
                  <a:pt x="19015" y="16780"/>
                </a:cubicBezTo>
                <a:lnTo>
                  <a:pt x="24952" y="16780"/>
                </a:lnTo>
                <a:cubicBezTo>
                  <a:pt x="25119" y="16746"/>
                  <a:pt x="25252" y="16646"/>
                  <a:pt x="25352" y="16513"/>
                </a:cubicBezTo>
                <a:lnTo>
                  <a:pt x="25352" y="16446"/>
                </a:lnTo>
                <a:cubicBezTo>
                  <a:pt x="25386" y="16413"/>
                  <a:pt x="25419" y="16346"/>
                  <a:pt x="25452" y="16313"/>
                </a:cubicBezTo>
                <a:lnTo>
                  <a:pt x="25953" y="13644"/>
                </a:lnTo>
                <a:cubicBezTo>
                  <a:pt x="25986" y="13511"/>
                  <a:pt x="26053" y="13377"/>
                  <a:pt x="26186" y="13277"/>
                </a:cubicBezTo>
                <a:cubicBezTo>
                  <a:pt x="26286" y="13177"/>
                  <a:pt x="26386" y="13110"/>
                  <a:pt x="26520" y="13077"/>
                </a:cubicBezTo>
                <a:cubicBezTo>
                  <a:pt x="27587" y="12910"/>
                  <a:pt x="28621" y="12677"/>
                  <a:pt x="29655" y="12343"/>
                </a:cubicBezTo>
                <a:cubicBezTo>
                  <a:pt x="29797" y="12320"/>
                  <a:pt x="29939" y="12296"/>
                  <a:pt x="30080" y="12296"/>
                </a:cubicBezTo>
                <a:cubicBezTo>
                  <a:pt x="30139" y="12296"/>
                  <a:pt x="30197" y="12300"/>
                  <a:pt x="30256" y="12310"/>
                </a:cubicBezTo>
                <a:cubicBezTo>
                  <a:pt x="30356" y="12343"/>
                  <a:pt x="30456" y="12343"/>
                  <a:pt x="30556" y="12376"/>
                </a:cubicBezTo>
                <a:lnTo>
                  <a:pt x="34592" y="14244"/>
                </a:lnTo>
                <a:cubicBezTo>
                  <a:pt x="34659" y="14278"/>
                  <a:pt x="34759" y="14278"/>
                  <a:pt x="34826" y="14278"/>
                </a:cubicBezTo>
                <a:lnTo>
                  <a:pt x="34826" y="14311"/>
                </a:lnTo>
                <a:cubicBezTo>
                  <a:pt x="34884" y="14320"/>
                  <a:pt x="34941" y="14324"/>
                  <a:pt x="34995" y="14324"/>
                </a:cubicBezTo>
                <a:cubicBezTo>
                  <a:pt x="35159" y="14324"/>
                  <a:pt x="35310" y="14286"/>
                  <a:pt x="35460" y="14211"/>
                </a:cubicBezTo>
                <a:lnTo>
                  <a:pt x="39429" y="11909"/>
                </a:lnTo>
                <a:cubicBezTo>
                  <a:pt x="39462" y="11909"/>
                  <a:pt x="39496" y="11876"/>
                  <a:pt x="39529" y="11876"/>
                </a:cubicBezTo>
                <a:cubicBezTo>
                  <a:pt x="39529" y="11843"/>
                  <a:pt x="39563" y="11809"/>
                  <a:pt x="39563" y="11776"/>
                </a:cubicBezTo>
                <a:cubicBezTo>
                  <a:pt x="39596" y="11743"/>
                  <a:pt x="39596" y="11709"/>
                  <a:pt x="39629" y="11676"/>
                </a:cubicBezTo>
                <a:lnTo>
                  <a:pt x="39629" y="6372"/>
                </a:lnTo>
                <a:lnTo>
                  <a:pt x="40296" y="6339"/>
                </a:lnTo>
                <a:lnTo>
                  <a:pt x="43299" y="6139"/>
                </a:lnTo>
                <a:lnTo>
                  <a:pt x="43365" y="6139"/>
                </a:lnTo>
                <a:cubicBezTo>
                  <a:pt x="43665" y="6105"/>
                  <a:pt x="43866" y="5872"/>
                  <a:pt x="43866" y="5605"/>
                </a:cubicBezTo>
                <a:lnTo>
                  <a:pt x="43866" y="568"/>
                </a:lnTo>
                <a:cubicBezTo>
                  <a:pt x="43866" y="868"/>
                  <a:pt x="43665" y="1068"/>
                  <a:pt x="43365" y="1102"/>
                </a:cubicBezTo>
                <a:lnTo>
                  <a:pt x="38095" y="1435"/>
                </a:lnTo>
                <a:cubicBezTo>
                  <a:pt x="37795" y="1469"/>
                  <a:pt x="37528" y="1635"/>
                  <a:pt x="37361" y="1902"/>
                </a:cubicBezTo>
                <a:cubicBezTo>
                  <a:pt x="37061" y="2469"/>
                  <a:pt x="36694" y="3003"/>
                  <a:pt x="36260" y="3470"/>
                </a:cubicBezTo>
                <a:cubicBezTo>
                  <a:pt x="36060" y="3670"/>
                  <a:pt x="36093" y="3970"/>
                  <a:pt x="36327" y="4104"/>
                </a:cubicBezTo>
                <a:lnTo>
                  <a:pt x="39462" y="6372"/>
                </a:lnTo>
                <a:cubicBezTo>
                  <a:pt x="39696" y="6506"/>
                  <a:pt x="39663" y="6806"/>
                  <a:pt x="39429" y="6906"/>
                </a:cubicBezTo>
                <a:lnTo>
                  <a:pt x="35460" y="9208"/>
                </a:lnTo>
                <a:cubicBezTo>
                  <a:pt x="35317" y="9279"/>
                  <a:pt x="35154" y="9312"/>
                  <a:pt x="34994" y="9312"/>
                </a:cubicBezTo>
                <a:cubicBezTo>
                  <a:pt x="34854" y="9312"/>
                  <a:pt x="34716" y="9287"/>
                  <a:pt x="34592" y="9241"/>
                </a:cubicBezTo>
                <a:lnTo>
                  <a:pt x="30623" y="7373"/>
                </a:lnTo>
                <a:cubicBezTo>
                  <a:pt x="30448" y="7315"/>
                  <a:pt x="30263" y="7279"/>
                  <a:pt x="30079" y="7279"/>
                </a:cubicBezTo>
                <a:cubicBezTo>
                  <a:pt x="29946" y="7279"/>
                  <a:pt x="29815" y="7298"/>
                  <a:pt x="29689" y="7340"/>
                </a:cubicBezTo>
                <a:cubicBezTo>
                  <a:pt x="28655" y="7640"/>
                  <a:pt x="27621" y="7907"/>
                  <a:pt x="26553" y="8073"/>
                </a:cubicBezTo>
                <a:cubicBezTo>
                  <a:pt x="26286" y="8140"/>
                  <a:pt x="26053" y="8340"/>
                  <a:pt x="25986" y="8640"/>
                </a:cubicBezTo>
                <a:lnTo>
                  <a:pt x="25486" y="11276"/>
                </a:lnTo>
                <a:cubicBezTo>
                  <a:pt x="25419" y="11576"/>
                  <a:pt x="25186" y="11776"/>
                  <a:pt x="24885" y="11776"/>
                </a:cubicBezTo>
                <a:lnTo>
                  <a:pt x="19048" y="11776"/>
                </a:lnTo>
                <a:cubicBezTo>
                  <a:pt x="18781" y="11776"/>
                  <a:pt x="18514" y="11576"/>
                  <a:pt x="18481" y="11276"/>
                </a:cubicBezTo>
                <a:lnTo>
                  <a:pt x="17980" y="8640"/>
                </a:lnTo>
                <a:cubicBezTo>
                  <a:pt x="17880" y="8340"/>
                  <a:pt x="17680" y="8140"/>
                  <a:pt x="17380" y="8073"/>
                </a:cubicBezTo>
                <a:cubicBezTo>
                  <a:pt x="16346" y="7907"/>
                  <a:pt x="15279" y="7640"/>
                  <a:pt x="14278" y="7306"/>
                </a:cubicBezTo>
                <a:cubicBezTo>
                  <a:pt x="14160" y="7283"/>
                  <a:pt x="14046" y="7271"/>
                  <a:pt x="13934" y="7271"/>
                </a:cubicBezTo>
                <a:cubicBezTo>
                  <a:pt x="13732" y="7271"/>
                  <a:pt x="13538" y="7308"/>
                  <a:pt x="13344" y="7373"/>
                </a:cubicBezTo>
                <a:lnTo>
                  <a:pt x="9308" y="9241"/>
                </a:lnTo>
                <a:cubicBezTo>
                  <a:pt x="9184" y="9287"/>
                  <a:pt x="9046" y="9312"/>
                  <a:pt x="8906" y="9312"/>
                </a:cubicBezTo>
                <a:cubicBezTo>
                  <a:pt x="8746" y="9312"/>
                  <a:pt x="8583" y="9279"/>
                  <a:pt x="8440" y="9208"/>
                </a:cubicBezTo>
                <a:lnTo>
                  <a:pt x="4471" y="6906"/>
                </a:lnTo>
                <a:cubicBezTo>
                  <a:pt x="4237" y="6806"/>
                  <a:pt x="4237" y="6506"/>
                  <a:pt x="4437" y="6372"/>
                </a:cubicBezTo>
                <a:lnTo>
                  <a:pt x="7606" y="4104"/>
                </a:lnTo>
                <a:cubicBezTo>
                  <a:pt x="7807" y="3970"/>
                  <a:pt x="7840" y="3670"/>
                  <a:pt x="7640" y="3470"/>
                </a:cubicBezTo>
                <a:cubicBezTo>
                  <a:pt x="7206" y="3003"/>
                  <a:pt x="6839" y="2469"/>
                  <a:pt x="6539" y="1902"/>
                </a:cubicBezTo>
                <a:cubicBezTo>
                  <a:pt x="6372" y="1669"/>
                  <a:pt x="6105" y="1469"/>
                  <a:pt x="5805" y="1435"/>
                </a:cubicBezTo>
                <a:lnTo>
                  <a:pt x="535" y="1102"/>
                </a:lnTo>
                <a:cubicBezTo>
                  <a:pt x="268" y="1068"/>
                  <a:pt x="34" y="868"/>
                  <a:pt x="34" y="568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40">
            <a:extLst>
              <a:ext uri="{FF2B5EF4-FFF2-40B4-BE49-F238E27FC236}">
                <a16:creationId xmlns:a16="http://schemas.microsoft.com/office/drawing/2014/main" id="{9119DC4D-7812-68AE-7372-A04F939ACBAF}"/>
              </a:ext>
            </a:extLst>
          </p:cNvPr>
          <p:cNvSpPr/>
          <p:nvPr/>
        </p:nvSpPr>
        <p:spPr>
          <a:xfrm>
            <a:off x="7740705" y="3459928"/>
            <a:ext cx="63885" cy="94342"/>
          </a:xfrm>
          <a:custGeom>
            <a:avLst/>
            <a:gdLst/>
            <a:ahLst/>
            <a:cxnLst/>
            <a:rect l="l" t="t" r="r" b="b"/>
            <a:pathLst>
              <a:path w="3570" h="5272" extrusionOk="0">
                <a:moveTo>
                  <a:pt x="1" y="1"/>
                </a:moveTo>
                <a:lnTo>
                  <a:pt x="1" y="5271"/>
                </a:lnTo>
                <a:lnTo>
                  <a:pt x="1535" y="5171"/>
                </a:lnTo>
                <a:cubicBezTo>
                  <a:pt x="1835" y="5138"/>
                  <a:pt x="2102" y="4971"/>
                  <a:pt x="2236" y="4704"/>
                </a:cubicBezTo>
                <a:cubicBezTo>
                  <a:pt x="2569" y="4137"/>
                  <a:pt x="2936" y="3604"/>
                  <a:pt x="3370" y="3137"/>
                </a:cubicBezTo>
                <a:cubicBezTo>
                  <a:pt x="3570" y="2970"/>
                  <a:pt x="3537" y="2636"/>
                  <a:pt x="3303" y="2503"/>
                </a:cubicBezTo>
                <a:lnTo>
                  <a:pt x="167" y="234"/>
                </a:lnTo>
                <a:cubicBezTo>
                  <a:pt x="67" y="168"/>
                  <a:pt x="34" y="10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40">
            <a:extLst>
              <a:ext uri="{FF2B5EF4-FFF2-40B4-BE49-F238E27FC236}">
                <a16:creationId xmlns:a16="http://schemas.microsoft.com/office/drawing/2014/main" id="{DC6BB1EE-CFA0-3020-1AD4-A0A6B0209AAF}"/>
              </a:ext>
            </a:extLst>
          </p:cNvPr>
          <p:cNvSpPr/>
          <p:nvPr/>
        </p:nvSpPr>
        <p:spPr>
          <a:xfrm>
            <a:off x="8310178" y="3459338"/>
            <a:ext cx="63295" cy="94933"/>
          </a:xfrm>
          <a:custGeom>
            <a:avLst/>
            <a:gdLst/>
            <a:ahLst/>
            <a:cxnLst/>
            <a:rect l="l" t="t" r="r" b="b"/>
            <a:pathLst>
              <a:path w="3537" h="5305" extrusionOk="0">
                <a:moveTo>
                  <a:pt x="3536" y="1"/>
                </a:moveTo>
                <a:cubicBezTo>
                  <a:pt x="3536" y="101"/>
                  <a:pt x="3470" y="201"/>
                  <a:pt x="3369" y="267"/>
                </a:cubicBezTo>
                <a:lnTo>
                  <a:pt x="234" y="2536"/>
                </a:lnTo>
                <a:cubicBezTo>
                  <a:pt x="34" y="2669"/>
                  <a:pt x="0" y="3003"/>
                  <a:pt x="201" y="3170"/>
                </a:cubicBezTo>
                <a:cubicBezTo>
                  <a:pt x="634" y="3637"/>
                  <a:pt x="1001" y="4170"/>
                  <a:pt x="1301" y="4737"/>
                </a:cubicBezTo>
                <a:cubicBezTo>
                  <a:pt x="1468" y="5004"/>
                  <a:pt x="1735" y="5171"/>
                  <a:pt x="2035" y="5204"/>
                </a:cubicBezTo>
                <a:lnTo>
                  <a:pt x="3536" y="5304"/>
                </a:lnTo>
                <a:lnTo>
                  <a:pt x="35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0">
            <a:extLst>
              <a:ext uri="{FF2B5EF4-FFF2-40B4-BE49-F238E27FC236}">
                <a16:creationId xmlns:a16="http://schemas.microsoft.com/office/drawing/2014/main" id="{1C5EF339-1717-3E11-34E4-1C98E39996C4}"/>
              </a:ext>
            </a:extLst>
          </p:cNvPr>
          <p:cNvSpPr/>
          <p:nvPr/>
        </p:nvSpPr>
        <p:spPr>
          <a:xfrm>
            <a:off x="7664902" y="3367411"/>
            <a:ext cx="784964" cy="453692"/>
          </a:xfrm>
          <a:custGeom>
            <a:avLst/>
            <a:gdLst/>
            <a:ahLst/>
            <a:cxnLst/>
            <a:rect l="l" t="t" r="r" b="b"/>
            <a:pathLst>
              <a:path w="43865" h="25353" extrusionOk="0">
                <a:moveTo>
                  <a:pt x="21916" y="7206"/>
                </a:moveTo>
                <a:cubicBezTo>
                  <a:pt x="24343" y="7206"/>
                  <a:pt x="26769" y="7739"/>
                  <a:pt x="28621" y="8807"/>
                </a:cubicBezTo>
                <a:cubicBezTo>
                  <a:pt x="32323" y="10942"/>
                  <a:pt x="32323" y="14411"/>
                  <a:pt x="28621" y="16546"/>
                </a:cubicBezTo>
                <a:cubicBezTo>
                  <a:pt x="26769" y="17613"/>
                  <a:pt x="24343" y="18147"/>
                  <a:pt x="21916" y="18147"/>
                </a:cubicBezTo>
                <a:cubicBezTo>
                  <a:pt x="19489" y="18147"/>
                  <a:pt x="17063" y="17613"/>
                  <a:pt x="15211" y="16546"/>
                </a:cubicBezTo>
                <a:cubicBezTo>
                  <a:pt x="11509" y="14411"/>
                  <a:pt x="11509" y="10942"/>
                  <a:pt x="15211" y="8807"/>
                </a:cubicBezTo>
                <a:cubicBezTo>
                  <a:pt x="17063" y="7739"/>
                  <a:pt x="19489" y="7206"/>
                  <a:pt x="21916" y="7206"/>
                </a:cubicBezTo>
                <a:close/>
                <a:moveTo>
                  <a:pt x="19014" y="1"/>
                </a:moveTo>
                <a:cubicBezTo>
                  <a:pt x="18747" y="34"/>
                  <a:pt x="18480" y="234"/>
                  <a:pt x="18447" y="501"/>
                </a:cubicBezTo>
                <a:lnTo>
                  <a:pt x="17946" y="3136"/>
                </a:lnTo>
                <a:cubicBezTo>
                  <a:pt x="17880" y="3436"/>
                  <a:pt x="17646" y="3670"/>
                  <a:pt x="17346" y="3703"/>
                </a:cubicBezTo>
                <a:cubicBezTo>
                  <a:pt x="16279" y="3903"/>
                  <a:pt x="15245" y="4137"/>
                  <a:pt x="14244" y="4470"/>
                </a:cubicBezTo>
                <a:cubicBezTo>
                  <a:pt x="14126" y="4494"/>
                  <a:pt x="14012" y="4505"/>
                  <a:pt x="13900" y="4505"/>
                </a:cubicBezTo>
                <a:cubicBezTo>
                  <a:pt x="13698" y="4505"/>
                  <a:pt x="13504" y="4468"/>
                  <a:pt x="13310" y="4404"/>
                </a:cubicBezTo>
                <a:lnTo>
                  <a:pt x="9307" y="2536"/>
                </a:lnTo>
                <a:cubicBezTo>
                  <a:pt x="9168" y="2489"/>
                  <a:pt x="9021" y="2464"/>
                  <a:pt x="8877" y="2464"/>
                </a:cubicBezTo>
                <a:cubicBezTo>
                  <a:pt x="8712" y="2464"/>
                  <a:pt x="8549" y="2498"/>
                  <a:pt x="8406" y="2569"/>
                </a:cubicBezTo>
                <a:lnTo>
                  <a:pt x="4437" y="4871"/>
                </a:lnTo>
                <a:cubicBezTo>
                  <a:pt x="4203" y="4971"/>
                  <a:pt x="4203" y="5304"/>
                  <a:pt x="4403" y="5404"/>
                </a:cubicBezTo>
                <a:lnTo>
                  <a:pt x="7572" y="7673"/>
                </a:lnTo>
                <a:cubicBezTo>
                  <a:pt x="7773" y="7806"/>
                  <a:pt x="7806" y="8140"/>
                  <a:pt x="7606" y="8307"/>
                </a:cubicBezTo>
                <a:cubicBezTo>
                  <a:pt x="7172" y="8774"/>
                  <a:pt x="6805" y="9307"/>
                  <a:pt x="6505" y="9874"/>
                </a:cubicBezTo>
                <a:cubicBezTo>
                  <a:pt x="6338" y="10141"/>
                  <a:pt x="6071" y="10308"/>
                  <a:pt x="5771" y="10341"/>
                </a:cubicBezTo>
                <a:lnTo>
                  <a:pt x="501" y="10675"/>
                </a:lnTo>
                <a:cubicBezTo>
                  <a:pt x="234" y="10708"/>
                  <a:pt x="0" y="10942"/>
                  <a:pt x="0" y="11209"/>
                </a:cubicBezTo>
                <a:lnTo>
                  <a:pt x="0" y="14144"/>
                </a:lnTo>
                <a:cubicBezTo>
                  <a:pt x="0" y="14444"/>
                  <a:pt x="234" y="14678"/>
                  <a:pt x="501" y="14678"/>
                </a:cubicBezTo>
                <a:lnTo>
                  <a:pt x="5771" y="15011"/>
                </a:lnTo>
                <a:cubicBezTo>
                  <a:pt x="6071" y="15045"/>
                  <a:pt x="6338" y="15245"/>
                  <a:pt x="6505" y="15478"/>
                </a:cubicBezTo>
                <a:cubicBezTo>
                  <a:pt x="6805" y="16045"/>
                  <a:pt x="7172" y="16579"/>
                  <a:pt x="7606" y="17046"/>
                </a:cubicBezTo>
                <a:cubicBezTo>
                  <a:pt x="7806" y="17246"/>
                  <a:pt x="7773" y="17546"/>
                  <a:pt x="7572" y="17680"/>
                </a:cubicBezTo>
                <a:lnTo>
                  <a:pt x="4403" y="19948"/>
                </a:lnTo>
                <a:cubicBezTo>
                  <a:pt x="4203" y="20082"/>
                  <a:pt x="4203" y="20382"/>
                  <a:pt x="4437" y="20482"/>
                </a:cubicBezTo>
                <a:lnTo>
                  <a:pt x="8406" y="22784"/>
                </a:lnTo>
                <a:cubicBezTo>
                  <a:pt x="8549" y="22855"/>
                  <a:pt x="8712" y="22888"/>
                  <a:pt x="8877" y="22888"/>
                </a:cubicBezTo>
                <a:cubicBezTo>
                  <a:pt x="9021" y="22888"/>
                  <a:pt x="9168" y="22863"/>
                  <a:pt x="9307" y="22817"/>
                </a:cubicBezTo>
                <a:lnTo>
                  <a:pt x="13310" y="20949"/>
                </a:lnTo>
                <a:cubicBezTo>
                  <a:pt x="13484" y="20891"/>
                  <a:pt x="13659" y="20855"/>
                  <a:pt x="13840" y="20855"/>
                </a:cubicBezTo>
                <a:cubicBezTo>
                  <a:pt x="13970" y="20855"/>
                  <a:pt x="14104" y="20874"/>
                  <a:pt x="14244" y="20916"/>
                </a:cubicBezTo>
                <a:cubicBezTo>
                  <a:pt x="15245" y="21216"/>
                  <a:pt x="16279" y="21483"/>
                  <a:pt x="17346" y="21649"/>
                </a:cubicBezTo>
                <a:cubicBezTo>
                  <a:pt x="17646" y="21716"/>
                  <a:pt x="17846" y="21916"/>
                  <a:pt x="17946" y="22216"/>
                </a:cubicBezTo>
                <a:lnTo>
                  <a:pt x="18447" y="24852"/>
                </a:lnTo>
                <a:cubicBezTo>
                  <a:pt x="18514" y="25152"/>
                  <a:pt x="18747" y="25352"/>
                  <a:pt x="19014" y="25352"/>
                </a:cubicBezTo>
                <a:lnTo>
                  <a:pt x="24851" y="25352"/>
                </a:lnTo>
                <a:cubicBezTo>
                  <a:pt x="25152" y="25352"/>
                  <a:pt x="25385" y="25152"/>
                  <a:pt x="25452" y="24852"/>
                </a:cubicBezTo>
                <a:lnTo>
                  <a:pt x="25952" y="22216"/>
                </a:lnTo>
                <a:cubicBezTo>
                  <a:pt x="26019" y="21916"/>
                  <a:pt x="26252" y="21716"/>
                  <a:pt x="26519" y="21649"/>
                </a:cubicBezTo>
                <a:cubicBezTo>
                  <a:pt x="27587" y="21483"/>
                  <a:pt x="28621" y="21216"/>
                  <a:pt x="29655" y="20916"/>
                </a:cubicBezTo>
                <a:cubicBezTo>
                  <a:pt x="29781" y="20874"/>
                  <a:pt x="29912" y="20855"/>
                  <a:pt x="30045" y="20855"/>
                </a:cubicBezTo>
                <a:cubicBezTo>
                  <a:pt x="30229" y="20855"/>
                  <a:pt x="30414" y="20891"/>
                  <a:pt x="30589" y="20949"/>
                </a:cubicBezTo>
                <a:lnTo>
                  <a:pt x="34592" y="22817"/>
                </a:lnTo>
                <a:cubicBezTo>
                  <a:pt x="34731" y="22863"/>
                  <a:pt x="34870" y="22888"/>
                  <a:pt x="35006" y="22888"/>
                </a:cubicBezTo>
                <a:cubicBezTo>
                  <a:pt x="35163" y="22888"/>
                  <a:pt x="35316" y="22855"/>
                  <a:pt x="35459" y="22784"/>
                </a:cubicBezTo>
                <a:lnTo>
                  <a:pt x="39428" y="20482"/>
                </a:lnTo>
                <a:cubicBezTo>
                  <a:pt x="39662" y="20382"/>
                  <a:pt x="39695" y="20082"/>
                  <a:pt x="39462" y="19948"/>
                </a:cubicBezTo>
                <a:lnTo>
                  <a:pt x="36326" y="17680"/>
                </a:lnTo>
                <a:cubicBezTo>
                  <a:pt x="36093" y="17546"/>
                  <a:pt x="36059" y="17246"/>
                  <a:pt x="36260" y="17046"/>
                </a:cubicBezTo>
                <a:cubicBezTo>
                  <a:pt x="36693" y="16579"/>
                  <a:pt x="37093" y="16045"/>
                  <a:pt x="37394" y="15478"/>
                </a:cubicBezTo>
                <a:cubicBezTo>
                  <a:pt x="37527" y="15245"/>
                  <a:pt x="37794" y="15045"/>
                  <a:pt x="38094" y="15011"/>
                </a:cubicBezTo>
                <a:lnTo>
                  <a:pt x="43398" y="14678"/>
                </a:lnTo>
                <a:cubicBezTo>
                  <a:pt x="43665" y="14678"/>
                  <a:pt x="43865" y="14444"/>
                  <a:pt x="43865" y="14144"/>
                </a:cubicBezTo>
                <a:lnTo>
                  <a:pt x="43865" y="11209"/>
                </a:lnTo>
                <a:cubicBezTo>
                  <a:pt x="43865" y="10942"/>
                  <a:pt x="43665" y="10708"/>
                  <a:pt x="43398" y="10675"/>
                </a:cubicBezTo>
                <a:lnTo>
                  <a:pt x="38094" y="10341"/>
                </a:lnTo>
                <a:cubicBezTo>
                  <a:pt x="37794" y="10308"/>
                  <a:pt x="37527" y="10141"/>
                  <a:pt x="37394" y="9874"/>
                </a:cubicBezTo>
                <a:cubicBezTo>
                  <a:pt x="37093" y="9307"/>
                  <a:pt x="36693" y="8774"/>
                  <a:pt x="36260" y="8307"/>
                </a:cubicBezTo>
                <a:cubicBezTo>
                  <a:pt x="36059" y="8140"/>
                  <a:pt x="36093" y="7806"/>
                  <a:pt x="36326" y="7673"/>
                </a:cubicBezTo>
                <a:lnTo>
                  <a:pt x="39462" y="5404"/>
                </a:lnTo>
                <a:cubicBezTo>
                  <a:pt x="39695" y="5304"/>
                  <a:pt x="39662" y="4971"/>
                  <a:pt x="39428" y="4871"/>
                </a:cubicBezTo>
                <a:lnTo>
                  <a:pt x="35459" y="2569"/>
                </a:lnTo>
                <a:cubicBezTo>
                  <a:pt x="35316" y="2498"/>
                  <a:pt x="35154" y="2464"/>
                  <a:pt x="34993" y="2464"/>
                </a:cubicBezTo>
                <a:cubicBezTo>
                  <a:pt x="34854" y="2464"/>
                  <a:pt x="34716" y="2489"/>
                  <a:pt x="34592" y="2536"/>
                </a:cubicBezTo>
                <a:lnTo>
                  <a:pt x="30589" y="4404"/>
                </a:lnTo>
                <a:cubicBezTo>
                  <a:pt x="30395" y="4468"/>
                  <a:pt x="30187" y="4505"/>
                  <a:pt x="29983" y="4505"/>
                </a:cubicBezTo>
                <a:cubicBezTo>
                  <a:pt x="29872" y="4505"/>
                  <a:pt x="29761" y="4494"/>
                  <a:pt x="29655" y="4470"/>
                </a:cubicBezTo>
                <a:cubicBezTo>
                  <a:pt x="28621" y="4137"/>
                  <a:pt x="27587" y="3903"/>
                  <a:pt x="26519" y="3703"/>
                </a:cubicBezTo>
                <a:cubicBezTo>
                  <a:pt x="26252" y="3670"/>
                  <a:pt x="26019" y="3436"/>
                  <a:pt x="25952" y="3136"/>
                </a:cubicBezTo>
                <a:lnTo>
                  <a:pt x="25452" y="501"/>
                </a:lnTo>
                <a:cubicBezTo>
                  <a:pt x="25385" y="234"/>
                  <a:pt x="25152" y="34"/>
                  <a:pt x="2485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0">
            <a:extLst>
              <a:ext uri="{FF2B5EF4-FFF2-40B4-BE49-F238E27FC236}">
                <a16:creationId xmlns:a16="http://schemas.microsoft.com/office/drawing/2014/main" id="{12DB1674-19DE-E91F-17B7-A71EF7F590C9}"/>
              </a:ext>
            </a:extLst>
          </p:cNvPr>
          <p:cNvSpPr/>
          <p:nvPr/>
        </p:nvSpPr>
        <p:spPr>
          <a:xfrm>
            <a:off x="8342407" y="3620518"/>
            <a:ext cx="107459" cy="108658"/>
          </a:xfrm>
          <a:custGeom>
            <a:avLst/>
            <a:gdLst/>
            <a:ahLst/>
            <a:cxnLst/>
            <a:rect l="l" t="t" r="r" b="b"/>
            <a:pathLst>
              <a:path w="6005" h="6072" extrusionOk="0">
                <a:moveTo>
                  <a:pt x="6005" y="0"/>
                </a:moveTo>
                <a:cubicBezTo>
                  <a:pt x="6005" y="267"/>
                  <a:pt x="5771" y="500"/>
                  <a:pt x="5505" y="534"/>
                </a:cubicBezTo>
                <a:lnTo>
                  <a:pt x="234" y="867"/>
                </a:lnTo>
                <a:cubicBezTo>
                  <a:pt x="134" y="867"/>
                  <a:pt x="67" y="901"/>
                  <a:pt x="1" y="934"/>
                </a:cubicBezTo>
                <a:lnTo>
                  <a:pt x="1" y="4670"/>
                </a:lnTo>
                <a:lnTo>
                  <a:pt x="1602" y="5804"/>
                </a:lnTo>
                <a:cubicBezTo>
                  <a:pt x="1669" y="5871"/>
                  <a:pt x="1735" y="5971"/>
                  <a:pt x="1735" y="6071"/>
                </a:cubicBezTo>
                <a:lnTo>
                  <a:pt x="1735" y="5804"/>
                </a:lnTo>
                <a:lnTo>
                  <a:pt x="2436" y="5737"/>
                </a:lnTo>
                <a:lnTo>
                  <a:pt x="5438" y="5571"/>
                </a:lnTo>
                <a:lnTo>
                  <a:pt x="5505" y="5571"/>
                </a:lnTo>
                <a:cubicBezTo>
                  <a:pt x="5771" y="5537"/>
                  <a:pt x="6005" y="5304"/>
                  <a:pt x="6005" y="5037"/>
                </a:cubicBezTo>
                <a:lnTo>
                  <a:pt x="600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0">
            <a:extLst>
              <a:ext uri="{FF2B5EF4-FFF2-40B4-BE49-F238E27FC236}">
                <a16:creationId xmlns:a16="http://schemas.microsoft.com/office/drawing/2014/main" id="{A8C7C084-EBCA-8E8C-56B6-602171F7E875}"/>
              </a:ext>
            </a:extLst>
          </p:cNvPr>
          <p:cNvSpPr/>
          <p:nvPr/>
        </p:nvSpPr>
        <p:spPr>
          <a:xfrm>
            <a:off x="8206315" y="3741095"/>
            <a:ext cx="86576" cy="125963"/>
          </a:xfrm>
          <a:custGeom>
            <a:avLst/>
            <a:gdLst/>
            <a:ahLst/>
            <a:cxnLst/>
            <a:rect l="l" t="t" r="r" b="b"/>
            <a:pathLst>
              <a:path w="4838" h="7039" extrusionOk="0">
                <a:moveTo>
                  <a:pt x="0" y="0"/>
                </a:moveTo>
                <a:lnTo>
                  <a:pt x="34" y="5037"/>
                </a:lnTo>
                <a:cubicBezTo>
                  <a:pt x="134" y="5037"/>
                  <a:pt x="234" y="5070"/>
                  <a:pt x="334" y="5104"/>
                </a:cubicBezTo>
                <a:lnTo>
                  <a:pt x="4303" y="6972"/>
                </a:lnTo>
                <a:cubicBezTo>
                  <a:pt x="4403" y="6972"/>
                  <a:pt x="4470" y="7005"/>
                  <a:pt x="4570" y="7005"/>
                </a:cubicBezTo>
                <a:lnTo>
                  <a:pt x="4570" y="7039"/>
                </a:lnTo>
                <a:lnTo>
                  <a:pt x="4837" y="7039"/>
                </a:lnTo>
                <a:lnTo>
                  <a:pt x="4837" y="2002"/>
                </a:lnTo>
                <a:cubicBezTo>
                  <a:pt x="4792" y="2011"/>
                  <a:pt x="4745" y="2015"/>
                  <a:pt x="4697" y="2015"/>
                </a:cubicBezTo>
                <a:cubicBezTo>
                  <a:pt x="4565" y="2015"/>
                  <a:pt x="4425" y="1984"/>
                  <a:pt x="4303" y="1935"/>
                </a:cubicBezTo>
                <a:lnTo>
                  <a:pt x="300" y="67"/>
                </a:lnTo>
                <a:cubicBezTo>
                  <a:pt x="200" y="34"/>
                  <a:pt x="100" y="0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40">
            <a:extLst>
              <a:ext uri="{FF2B5EF4-FFF2-40B4-BE49-F238E27FC236}">
                <a16:creationId xmlns:a16="http://schemas.microsoft.com/office/drawing/2014/main" id="{F5007CB3-2783-6DA8-7EC6-C15188736685}"/>
              </a:ext>
            </a:extLst>
          </p:cNvPr>
          <p:cNvSpPr/>
          <p:nvPr/>
        </p:nvSpPr>
        <p:spPr>
          <a:xfrm>
            <a:off x="8118558" y="3761388"/>
            <a:ext cx="11954" cy="142677"/>
          </a:xfrm>
          <a:custGeom>
            <a:avLst/>
            <a:gdLst/>
            <a:ahLst/>
            <a:cxnLst/>
            <a:rect l="l" t="t" r="r" b="b"/>
            <a:pathLst>
              <a:path w="668" h="7973" extrusionOk="0">
                <a:moveTo>
                  <a:pt x="668" y="0"/>
                </a:moveTo>
                <a:cubicBezTo>
                  <a:pt x="635" y="67"/>
                  <a:pt x="601" y="134"/>
                  <a:pt x="568" y="200"/>
                </a:cubicBezTo>
                <a:lnTo>
                  <a:pt x="67" y="2836"/>
                </a:lnTo>
                <a:cubicBezTo>
                  <a:pt x="67" y="2902"/>
                  <a:pt x="34" y="2969"/>
                  <a:pt x="1" y="3036"/>
                </a:cubicBezTo>
                <a:lnTo>
                  <a:pt x="1" y="7973"/>
                </a:lnTo>
                <a:cubicBezTo>
                  <a:pt x="34" y="7939"/>
                  <a:pt x="67" y="7906"/>
                  <a:pt x="67" y="7839"/>
                </a:cubicBezTo>
                <a:lnTo>
                  <a:pt x="568" y="5204"/>
                </a:lnTo>
                <a:cubicBezTo>
                  <a:pt x="601" y="5137"/>
                  <a:pt x="601" y="5071"/>
                  <a:pt x="668" y="5004"/>
                </a:cubicBezTo>
                <a:lnTo>
                  <a:pt x="668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0">
            <a:extLst>
              <a:ext uri="{FF2B5EF4-FFF2-40B4-BE49-F238E27FC236}">
                <a16:creationId xmlns:a16="http://schemas.microsoft.com/office/drawing/2014/main" id="{787A6DB9-C68D-AFF2-9309-9045EC349D62}"/>
              </a:ext>
            </a:extLst>
          </p:cNvPr>
          <p:cNvSpPr/>
          <p:nvPr/>
        </p:nvSpPr>
        <p:spPr>
          <a:xfrm>
            <a:off x="7984256" y="3761388"/>
            <a:ext cx="11363" cy="143876"/>
          </a:xfrm>
          <a:custGeom>
            <a:avLst/>
            <a:gdLst/>
            <a:ahLst/>
            <a:cxnLst/>
            <a:rect l="l" t="t" r="r" b="b"/>
            <a:pathLst>
              <a:path w="635" h="8040" extrusionOk="0">
                <a:moveTo>
                  <a:pt x="0" y="0"/>
                </a:moveTo>
                <a:lnTo>
                  <a:pt x="0" y="5004"/>
                </a:lnTo>
                <a:cubicBezTo>
                  <a:pt x="34" y="5071"/>
                  <a:pt x="67" y="5137"/>
                  <a:pt x="67" y="5204"/>
                </a:cubicBezTo>
                <a:lnTo>
                  <a:pt x="567" y="7839"/>
                </a:lnTo>
                <a:cubicBezTo>
                  <a:pt x="601" y="7906"/>
                  <a:pt x="601" y="7973"/>
                  <a:pt x="634" y="8039"/>
                </a:cubicBezTo>
                <a:lnTo>
                  <a:pt x="634" y="3036"/>
                </a:lnTo>
                <a:cubicBezTo>
                  <a:pt x="601" y="2969"/>
                  <a:pt x="601" y="2902"/>
                  <a:pt x="567" y="2836"/>
                </a:cubicBezTo>
                <a:lnTo>
                  <a:pt x="67" y="200"/>
                </a:lnTo>
                <a:cubicBezTo>
                  <a:pt x="67" y="134"/>
                  <a:pt x="34" y="67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40">
            <a:extLst>
              <a:ext uri="{FF2B5EF4-FFF2-40B4-BE49-F238E27FC236}">
                <a16:creationId xmlns:a16="http://schemas.microsoft.com/office/drawing/2014/main" id="{1F337F42-9C2F-C2F5-F800-6224B75D25AD}"/>
              </a:ext>
            </a:extLst>
          </p:cNvPr>
          <p:cNvSpPr/>
          <p:nvPr/>
        </p:nvSpPr>
        <p:spPr>
          <a:xfrm>
            <a:off x="7821895" y="3741095"/>
            <a:ext cx="86576" cy="125372"/>
          </a:xfrm>
          <a:custGeom>
            <a:avLst/>
            <a:gdLst/>
            <a:ahLst/>
            <a:cxnLst/>
            <a:rect l="l" t="t" r="r" b="b"/>
            <a:pathLst>
              <a:path w="4838" h="7006" extrusionOk="0">
                <a:moveTo>
                  <a:pt x="4837" y="0"/>
                </a:moveTo>
                <a:cubicBezTo>
                  <a:pt x="4704" y="0"/>
                  <a:pt x="4604" y="34"/>
                  <a:pt x="4537" y="67"/>
                </a:cubicBezTo>
                <a:lnTo>
                  <a:pt x="501" y="1935"/>
                </a:lnTo>
                <a:cubicBezTo>
                  <a:pt x="379" y="1984"/>
                  <a:pt x="256" y="2015"/>
                  <a:pt x="134" y="2015"/>
                </a:cubicBezTo>
                <a:cubicBezTo>
                  <a:pt x="90" y="2015"/>
                  <a:pt x="45" y="2011"/>
                  <a:pt x="0" y="2002"/>
                </a:cubicBezTo>
                <a:lnTo>
                  <a:pt x="0" y="7005"/>
                </a:lnTo>
                <a:lnTo>
                  <a:pt x="134" y="7005"/>
                </a:lnTo>
                <a:cubicBezTo>
                  <a:pt x="234" y="7005"/>
                  <a:pt x="367" y="7005"/>
                  <a:pt x="501" y="6938"/>
                </a:cubicBezTo>
                <a:lnTo>
                  <a:pt x="4537" y="5070"/>
                </a:lnTo>
                <a:cubicBezTo>
                  <a:pt x="4604" y="5037"/>
                  <a:pt x="4704" y="5004"/>
                  <a:pt x="4837" y="5004"/>
                </a:cubicBezTo>
                <a:lnTo>
                  <a:pt x="4837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0">
            <a:extLst>
              <a:ext uri="{FF2B5EF4-FFF2-40B4-BE49-F238E27FC236}">
                <a16:creationId xmlns:a16="http://schemas.microsoft.com/office/drawing/2014/main" id="{29A2937E-2CD7-E321-68FC-7288207AB6E7}"/>
              </a:ext>
            </a:extLst>
          </p:cNvPr>
          <p:cNvSpPr/>
          <p:nvPr/>
        </p:nvSpPr>
        <p:spPr>
          <a:xfrm>
            <a:off x="7664902" y="3620518"/>
            <a:ext cx="106869" cy="108658"/>
          </a:xfrm>
          <a:custGeom>
            <a:avLst/>
            <a:gdLst/>
            <a:ahLst/>
            <a:cxnLst/>
            <a:rect l="l" t="t" r="r" b="b"/>
            <a:pathLst>
              <a:path w="5972" h="6072" extrusionOk="0">
                <a:moveTo>
                  <a:pt x="0" y="0"/>
                </a:moveTo>
                <a:lnTo>
                  <a:pt x="0" y="5037"/>
                </a:lnTo>
                <a:cubicBezTo>
                  <a:pt x="0" y="5304"/>
                  <a:pt x="200" y="5537"/>
                  <a:pt x="501" y="5571"/>
                </a:cubicBezTo>
                <a:lnTo>
                  <a:pt x="4237" y="5804"/>
                </a:lnTo>
                <a:lnTo>
                  <a:pt x="4237" y="6071"/>
                </a:lnTo>
                <a:cubicBezTo>
                  <a:pt x="4237" y="5971"/>
                  <a:pt x="4303" y="5871"/>
                  <a:pt x="4403" y="5804"/>
                </a:cubicBezTo>
                <a:lnTo>
                  <a:pt x="5971" y="4670"/>
                </a:lnTo>
                <a:lnTo>
                  <a:pt x="5971" y="934"/>
                </a:lnTo>
                <a:cubicBezTo>
                  <a:pt x="5905" y="901"/>
                  <a:pt x="5838" y="867"/>
                  <a:pt x="5771" y="867"/>
                </a:cubicBezTo>
                <a:lnTo>
                  <a:pt x="467" y="534"/>
                </a:lnTo>
                <a:cubicBezTo>
                  <a:pt x="200" y="500"/>
                  <a:pt x="0" y="300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40">
            <a:extLst>
              <a:ext uri="{FF2B5EF4-FFF2-40B4-BE49-F238E27FC236}">
                <a16:creationId xmlns:a16="http://schemas.microsoft.com/office/drawing/2014/main" id="{C6256AEA-5834-3712-AD2C-EC1AD608A08F}"/>
              </a:ext>
            </a:extLst>
          </p:cNvPr>
          <p:cNvSpPr/>
          <p:nvPr/>
        </p:nvSpPr>
        <p:spPr>
          <a:xfrm>
            <a:off x="7641621" y="2874833"/>
            <a:ext cx="580227" cy="409617"/>
          </a:xfrm>
          <a:custGeom>
            <a:avLst/>
            <a:gdLst/>
            <a:ahLst/>
            <a:cxnLst/>
            <a:rect l="l" t="t" r="r" b="b"/>
            <a:pathLst>
              <a:path w="32424" h="22890" extrusionOk="0">
                <a:moveTo>
                  <a:pt x="16241" y="10348"/>
                </a:moveTo>
                <a:cubicBezTo>
                  <a:pt x="18080" y="10348"/>
                  <a:pt x="19915" y="10748"/>
                  <a:pt x="21316" y="11548"/>
                </a:cubicBezTo>
                <a:cubicBezTo>
                  <a:pt x="21516" y="11682"/>
                  <a:pt x="21716" y="11815"/>
                  <a:pt x="21883" y="11915"/>
                </a:cubicBezTo>
                <a:cubicBezTo>
                  <a:pt x="21683" y="12082"/>
                  <a:pt x="21482" y="12216"/>
                  <a:pt x="21282" y="12349"/>
                </a:cubicBezTo>
                <a:cubicBezTo>
                  <a:pt x="19940" y="13110"/>
                  <a:pt x="18118" y="13540"/>
                  <a:pt x="16239" y="13540"/>
                </a:cubicBezTo>
                <a:cubicBezTo>
                  <a:pt x="15315" y="13540"/>
                  <a:pt x="14378" y="13436"/>
                  <a:pt x="13477" y="13216"/>
                </a:cubicBezTo>
                <a:cubicBezTo>
                  <a:pt x="12676" y="13050"/>
                  <a:pt x="11909" y="12749"/>
                  <a:pt x="11175" y="12349"/>
                </a:cubicBezTo>
                <a:cubicBezTo>
                  <a:pt x="10975" y="12216"/>
                  <a:pt x="10775" y="12082"/>
                  <a:pt x="10575" y="11915"/>
                </a:cubicBezTo>
                <a:cubicBezTo>
                  <a:pt x="10741" y="11815"/>
                  <a:pt x="10942" y="11682"/>
                  <a:pt x="11142" y="11548"/>
                </a:cubicBezTo>
                <a:cubicBezTo>
                  <a:pt x="12559" y="10748"/>
                  <a:pt x="14402" y="10348"/>
                  <a:pt x="16241" y="10348"/>
                </a:cubicBezTo>
                <a:close/>
                <a:moveTo>
                  <a:pt x="12031" y="1"/>
                </a:moveTo>
                <a:cubicBezTo>
                  <a:pt x="12002" y="1"/>
                  <a:pt x="11972" y="3"/>
                  <a:pt x="11942" y="7"/>
                </a:cubicBezTo>
                <a:lnTo>
                  <a:pt x="7839" y="974"/>
                </a:lnTo>
                <a:cubicBezTo>
                  <a:pt x="7706" y="1008"/>
                  <a:pt x="7639" y="1141"/>
                  <a:pt x="7639" y="1274"/>
                </a:cubicBezTo>
                <a:lnTo>
                  <a:pt x="7639" y="4310"/>
                </a:lnTo>
                <a:cubicBezTo>
                  <a:pt x="7306" y="4477"/>
                  <a:pt x="7005" y="4677"/>
                  <a:pt x="6739" y="4877"/>
                </a:cubicBezTo>
                <a:cubicBezTo>
                  <a:pt x="6560" y="4979"/>
                  <a:pt x="6382" y="5022"/>
                  <a:pt x="6203" y="5022"/>
                </a:cubicBezTo>
                <a:cubicBezTo>
                  <a:pt x="6148" y="5022"/>
                  <a:pt x="6093" y="5018"/>
                  <a:pt x="6038" y="5010"/>
                </a:cubicBezTo>
                <a:lnTo>
                  <a:pt x="2269" y="4410"/>
                </a:lnTo>
                <a:cubicBezTo>
                  <a:pt x="2234" y="4404"/>
                  <a:pt x="2199" y="4402"/>
                  <a:pt x="2163" y="4402"/>
                </a:cubicBezTo>
                <a:cubicBezTo>
                  <a:pt x="1990" y="4402"/>
                  <a:pt x="1806" y="4466"/>
                  <a:pt x="1668" y="4577"/>
                </a:cubicBezTo>
                <a:lnTo>
                  <a:pt x="34" y="6845"/>
                </a:lnTo>
                <a:cubicBezTo>
                  <a:pt x="34" y="6878"/>
                  <a:pt x="0" y="6912"/>
                  <a:pt x="0" y="6945"/>
                </a:cubicBezTo>
                <a:lnTo>
                  <a:pt x="0" y="12849"/>
                </a:lnTo>
                <a:cubicBezTo>
                  <a:pt x="0" y="12883"/>
                  <a:pt x="34" y="12916"/>
                  <a:pt x="34" y="12949"/>
                </a:cubicBezTo>
                <a:lnTo>
                  <a:pt x="34" y="15918"/>
                </a:lnTo>
                <a:cubicBezTo>
                  <a:pt x="34" y="16018"/>
                  <a:pt x="67" y="16085"/>
                  <a:pt x="134" y="16152"/>
                </a:cubicBezTo>
                <a:lnTo>
                  <a:pt x="1602" y="18220"/>
                </a:lnTo>
                <a:cubicBezTo>
                  <a:pt x="1735" y="18420"/>
                  <a:pt x="1968" y="18520"/>
                  <a:pt x="2202" y="18520"/>
                </a:cubicBezTo>
                <a:lnTo>
                  <a:pt x="6071" y="17853"/>
                </a:lnTo>
                <a:cubicBezTo>
                  <a:pt x="6338" y="17853"/>
                  <a:pt x="6605" y="17920"/>
                  <a:pt x="6839" y="18086"/>
                </a:cubicBezTo>
                <a:cubicBezTo>
                  <a:pt x="7072" y="18253"/>
                  <a:pt x="7339" y="18387"/>
                  <a:pt x="7606" y="18553"/>
                </a:cubicBezTo>
                <a:lnTo>
                  <a:pt x="7606" y="21622"/>
                </a:lnTo>
                <a:cubicBezTo>
                  <a:pt x="7606" y="21756"/>
                  <a:pt x="7706" y="21856"/>
                  <a:pt x="7906" y="21923"/>
                </a:cubicBezTo>
                <a:lnTo>
                  <a:pt x="11842" y="22857"/>
                </a:lnTo>
                <a:cubicBezTo>
                  <a:pt x="11906" y="22878"/>
                  <a:pt x="11972" y="22889"/>
                  <a:pt x="12040" y="22889"/>
                </a:cubicBezTo>
                <a:cubicBezTo>
                  <a:pt x="12187" y="22889"/>
                  <a:pt x="12339" y="22837"/>
                  <a:pt x="12476" y="22723"/>
                </a:cubicBezTo>
                <a:lnTo>
                  <a:pt x="14344" y="20755"/>
                </a:lnTo>
                <a:cubicBezTo>
                  <a:pt x="14511" y="20622"/>
                  <a:pt x="14744" y="20555"/>
                  <a:pt x="14978" y="20555"/>
                </a:cubicBezTo>
                <a:cubicBezTo>
                  <a:pt x="15395" y="20588"/>
                  <a:pt x="15820" y="20605"/>
                  <a:pt x="16245" y="20605"/>
                </a:cubicBezTo>
                <a:cubicBezTo>
                  <a:pt x="16671" y="20605"/>
                  <a:pt x="17096" y="20588"/>
                  <a:pt x="17513" y="20555"/>
                </a:cubicBezTo>
                <a:cubicBezTo>
                  <a:pt x="17780" y="20588"/>
                  <a:pt x="18013" y="20688"/>
                  <a:pt x="18213" y="20855"/>
                </a:cubicBezTo>
                <a:lnTo>
                  <a:pt x="19881" y="22623"/>
                </a:lnTo>
                <a:cubicBezTo>
                  <a:pt x="20048" y="22823"/>
                  <a:pt x="20282" y="22890"/>
                  <a:pt x="20548" y="22890"/>
                </a:cubicBezTo>
                <a:lnTo>
                  <a:pt x="24618" y="21889"/>
                </a:lnTo>
                <a:cubicBezTo>
                  <a:pt x="24718" y="21889"/>
                  <a:pt x="24818" y="21789"/>
                  <a:pt x="24818" y="21689"/>
                </a:cubicBezTo>
                <a:lnTo>
                  <a:pt x="24818" y="18553"/>
                </a:lnTo>
                <a:cubicBezTo>
                  <a:pt x="25152" y="18387"/>
                  <a:pt x="25452" y="18187"/>
                  <a:pt x="25719" y="17986"/>
                </a:cubicBezTo>
                <a:cubicBezTo>
                  <a:pt x="25887" y="17914"/>
                  <a:pt x="26055" y="17859"/>
                  <a:pt x="26224" y="17859"/>
                </a:cubicBezTo>
                <a:cubicBezTo>
                  <a:pt x="26289" y="17859"/>
                  <a:pt x="26354" y="17868"/>
                  <a:pt x="26419" y="17886"/>
                </a:cubicBezTo>
                <a:lnTo>
                  <a:pt x="30155" y="18520"/>
                </a:lnTo>
                <a:cubicBezTo>
                  <a:pt x="30194" y="18526"/>
                  <a:pt x="30232" y="18528"/>
                  <a:pt x="30269" y="18528"/>
                </a:cubicBezTo>
                <a:cubicBezTo>
                  <a:pt x="30455" y="18528"/>
                  <a:pt x="30617" y="18459"/>
                  <a:pt x="30756" y="18320"/>
                </a:cubicBezTo>
                <a:lnTo>
                  <a:pt x="32390" y="16052"/>
                </a:lnTo>
                <a:cubicBezTo>
                  <a:pt x="32390" y="16018"/>
                  <a:pt x="32424" y="15985"/>
                  <a:pt x="32424" y="15952"/>
                </a:cubicBezTo>
                <a:lnTo>
                  <a:pt x="32424" y="11815"/>
                </a:lnTo>
                <a:cubicBezTo>
                  <a:pt x="32424" y="11782"/>
                  <a:pt x="32424" y="11749"/>
                  <a:pt x="32390" y="11715"/>
                </a:cubicBezTo>
                <a:lnTo>
                  <a:pt x="32390" y="6979"/>
                </a:lnTo>
                <a:cubicBezTo>
                  <a:pt x="32390" y="6912"/>
                  <a:pt x="32357" y="6812"/>
                  <a:pt x="32323" y="6745"/>
                </a:cubicBezTo>
                <a:lnTo>
                  <a:pt x="30856" y="4677"/>
                </a:lnTo>
                <a:cubicBezTo>
                  <a:pt x="30706" y="4528"/>
                  <a:pt x="30503" y="4405"/>
                  <a:pt x="30295" y="4405"/>
                </a:cubicBezTo>
                <a:cubicBezTo>
                  <a:pt x="30271" y="4405"/>
                  <a:pt x="30246" y="4407"/>
                  <a:pt x="30222" y="4410"/>
                </a:cubicBezTo>
                <a:lnTo>
                  <a:pt x="26353" y="5044"/>
                </a:lnTo>
                <a:cubicBezTo>
                  <a:pt x="26317" y="5048"/>
                  <a:pt x="26282" y="5050"/>
                  <a:pt x="26247" y="5050"/>
                </a:cubicBezTo>
                <a:cubicBezTo>
                  <a:pt x="26017" y="5050"/>
                  <a:pt x="25793" y="4960"/>
                  <a:pt x="25619" y="4844"/>
                </a:cubicBezTo>
                <a:cubicBezTo>
                  <a:pt x="25385" y="4677"/>
                  <a:pt x="25118" y="4510"/>
                  <a:pt x="24851" y="4343"/>
                </a:cubicBezTo>
                <a:lnTo>
                  <a:pt x="24851" y="1274"/>
                </a:lnTo>
                <a:cubicBezTo>
                  <a:pt x="24851" y="1141"/>
                  <a:pt x="24751" y="1041"/>
                  <a:pt x="24551" y="974"/>
                </a:cubicBezTo>
                <a:lnTo>
                  <a:pt x="20615" y="40"/>
                </a:lnTo>
                <a:cubicBezTo>
                  <a:pt x="20541" y="19"/>
                  <a:pt x="20467" y="8"/>
                  <a:pt x="20395" y="8"/>
                </a:cubicBezTo>
                <a:cubicBezTo>
                  <a:pt x="20240" y="8"/>
                  <a:pt x="20095" y="60"/>
                  <a:pt x="19981" y="174"/>
                </a:cubicBezTo>
                <a:lnTo>
                  <a:pt x="18113" y="2142"/>
                </a:lnTo>
                <a:cubicBezTo>
                  <a:pt x="17947" y="2275"/>
                  <a:pt x="17713" y="2342"/>
                  <a:pt x="17513" y="2342"/>
                </a:cubicBezTo>
                <a:cubicBezTo>
                  <a:pt x="17079" y="2309"/>
                  <a:pt x="16646" y="2292"/>
                  <a:pt x="16216" y="2292"/>
                </a:cubicBezTo>
                <a:cubicBezTo>
                  <a:pt x="15787" y="2292"/>
                  <a:pt x="15361" y="2309"/>
                  <a:pt x="14944" y="2342"/>
                </a:cubicBezTo>
                <a:cubicBezTo>
                  <a:pt x="14678" y="2309"/>
                  <a:pt x="14444" y="2208"/>
                  <a:pt x="14244" y="2042"/>
                </a:cubicBezTo>
                <a:lnTo>
                  <a:pt x="12576" y="274"/>
                </a:lnTo>
                <a:cubicBezTo>
                  <a:pt x="12430" y="99"/>
                  <a:pt x="12234" y="1"/>
                  <a:pt x="120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0">
            <a:extLst>
              <a:ext uri="{FF2B5EF4-FFF2-40B4-BE49-F238E27FC236}">
                <a16:creationId xmlns:a16="http://schemas.microsoft.com/office/drawing/2014/main" id="{25AEDA72-49CC-FF12-8DD6-E4D64D93C052}"/>
              </a:ext>
            </a:extLst>
          </p:cNvPr>
          <p:cNvSpPr/>
          <p:nvPr/>
        </p:nvSpPr>
        <p:spPr>
          <a:xfrm>
            <a:off x="7777712" y="2897632"/>
            <a:ext cx="20311" cy="54938"/>
          </a:xfrm>
          <a:custGeom>
            <a:avLst/>
            <a:gdLst/>
            <a:ahLst/>
            <a:cxnLst/>
            <a:rect l="l" t="t" r="r" b="b"/>
            <a:pathLst>
              <a:path w="1135" h="3070" extrusionOk="0">
                <a:moveTo>
                  <a:pt x="1" y="0"/>
                </a:moveTo>
                <a:lnTo>
                  <a:pt x="1" y="3069"/>
                </a:lnTo>
                <a:cubicBezTo>
                  <a:pt x="301" y="2903"/>
                  <a:pt x="601" y="2736"/>
                  <a:pt x="935" y="2602"/>
                </a:cubicBezTo>
                <a:cubicBezTo>
                  <a:pt x="1102" y="2502"/>
                  <a:pt x="1135" y="2269"/>
                  <a:pt x="1035" y="2102"/>
                </a:cubicBezTo>
                <a:lnTo>
                  <a:pt x="68" y="167"/>
                </a:lnTo>
                <a:cubicBezTo>
                  <a:pt x="34" y="101"/>
                  <a:pt x="1" y="67"/>
                  <a:pt x="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0">
            <a:extLst>
              <a:ext uri="{FF2B5EF4-FFF2-40B4-BE49-F238E27FC236}">
                <a16:creationId xmlns:a16="http://schemas.microsoft.com/office/drawing/2014/main" id="{DC21D1CA-2E7E-1348-AE4A-ACEDA93C6CB8}"/>
              </a:ext>
            </a:extLst>
          </p:cNvPr>
          <p:cNvSpPr/>
          <p:nvPr/>
        </p:nvSpPr>
        <p:spPr>
          <a:xfrm>
            <a:off x="7642211" y="2999114"/>
            <a:ext cx="71652" cy="107459"/>
          </a:xfrm>
          <a:custGeom>
            <a:avLst/>
            <a:gdLst/>
            <a:ahLst/>
            <a:cxnLst/>
            <a:rect l="l" t="t" r="r" b="b"/>
            <a:pathLst>
              <a:path w="4004" h="6005" extrusionOk="0">
                <a:moveTo>
                  <a:pt x="1" y="0"/>
                </a:moveTo>
                <a:lnTo>
                  <a:pt x="1" y="267"/>
                </a:lnTo>
                <a:lnTo>
                  <a:pt x="1" y="5904"/>
                </a:lnTo>
                <a:cubicBezTo>
                  <a:pt x="1" y="5938"/>
                  <a:pt x="1" y="5971"/>
                  <a:pt x="34" y="6004"/>
                </a:cubicBezTo>
                <a:lnTo>
                  <a:pt x="34" y="4837"/>
                </a:lnTo>
                <a:cubicBezTo>
                  <a:pt x="1" y="4737"/>
                  <a:pt x="67" y="4637"/>
                  <a:pt x="168" y="4603"/>
                </a:cubicBezTo>
                <a:lnTo>
                  <a:pt x="3703" y="3503"/>
                </a:lnTo>
                <a:cubicBezTo>
                  <a:pt x="3904" y="3436"/>
                  <a:pt x="4004" y="3236"/>
                  <a:pt x="3970" y="3036"/>
                </a:cubicBezTo>
                <a:cubicBezTo>
                  <a:pt x="3904" y="2635"/>
                  <a:pt x="3904" y="2202"/>
                  <a:pt x="3970" y="1768"/>
                </a:cubicBezTo>
                <a:cubicBezTo>
                  <a:pt x="3970" y="1568"/>
                  <a:pt x="3803" y="1368"/>
                  <a:pt x="3603" y="1334"/>
                </a:cubicBezTo>
                <a:lnTo>
                  <a:pt x="268" y="267"/>
                </a:lnTo>
                <a:cubicBezTo>
                  <a:pt x="101" y="234"/>
                  <a:pt x="1" y="100"/>
                  <a:pt x="1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0">
            <a:extLst>
              <a:ext uri="{FF2B5EF4-FFF2-40B4-BE49-F238E27FC236}">
                <a16:creationId xmlns:a16="http://schemas.microsoft.com/office/drawing/2014/main" id="{76594E33-0C26-66BB-675B-9D4FA6A1B2ED}"/>
              </a:ext>
            </a:extLst>
          </p:cNvPr>
          <p:cNvSpPr/>
          <p:nvPr/>
        </p:nvSpPr>
        <p:spPr>
          <a:xfrm>
            <a:off x="7677429" y="3120281"/>
            <a:ext cx="75231" cy="85985"/>
          </a:xfrm>
          <a:custGeom>
            <a:avLst/>
            <a:gdLst/>
            <a:ahLst/>
            <a:cxnLst/>
            <a:rect l="l" t="t" r="r" b="b"/>
            <a:pathLst>
              <a:path w="4204" h="4805" extrusionOk="0">
                <a:moveTo>
                  <a:pt x="4070" y="1"/>
                </a:moveTo>
                <a:lnTo>
                  <a:pt x="201" y="634"/>
                </a:lnTo>
                <a:cubicBezTo>
                  <a:pt x="168" y="651"/>
                  <a:pt x="134" y="660"/>
                  <a:pt x="101" y="660"/>
                </a:cubicBezTo>
                <a:cubicBezTo>
                  <a:pt x="68" y="660"/>
                  <a:pt x="34" y="651"/>
                  <a:pt x="1" y="634"/>
                </a:cubicBezTo>
                <a:lnTo>
                  <a:pt x="1" y="4804"/>
                </a:lnTo>
                <a:lnTo>
                  <a:pt x="201" y="4804"/>
                </a:lnTo>
                <a:lnTo>
                  <a:pt x="4070" y="4137"/>
                </a:lnTo>
                <a:lnTo>
                  <a:pt x="4204" y="4137"/>
                </a:lnTo>
                <a:lnTo>
                  <a:pt x="4204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0">
            <a:extLst>
              <a:ext uri="{FF2B5EF4-FFF2-40B4-BE49-F238E27FC236}">
                <a16:creationId xmlns:a16="http://schemas.microsoft.com/office/drawing/2014/main" id="{C7743382-0EC6-941E-9A40-2F3F952C111A}"/>
              </a:ext>
            </a:extLst>
          </p:cNvPr>
          <p:cNvSpPr/>
          <p:nvPr/>
        </p:nvSpPr>
        <p:spPr>
          <a:xfrm>
            <a:off x="7752641" y="3120281"/>
            <a:ext cx="45382" cy="86576"/>
          </a:xfrm>
          <a:custGeom>
            <a:avLst/>
            <a:gdLst/>
            <a:ahLst/>
            <a:cxnLst/>
            <a:rect l="l" t="t" r="r" b="b"/>
            <a:pathLst>
              <a:path w="2536" h="4838" extrusionOk="0">
                <a:moveTo>
                  <a:pt x="1" y="1"/>
                </a:moveTo>
                <a:lnTo>
                  <a:pt x="1" y="4137"/>
                </a:lnTo>
                <a:cubicBezTo>
                  <a:pt x="234" y="4170"/>
                  <a:pt x="434" y="4237"/>
                  <a:pt x="601" y="4370"/>
                </a:cubicBezTo>
                <a:cubicBezTo>
                  <a:pt x="868" y="4537"/>
                  <a:pt x="1102" y="4671"/>
                  <a:pt x="1368" y="4837"/>
                </a:cubicBezTo>
                <a:cubicBezTo>
                  <a:pt x="1368" y="4837"/>
                  <a:pt x="1402" y="3903"/>
                  <a:pt x="1402" y="3770"/>
                </a:cubicBezTo>
                <a:cubicBezTo>
                  <a:pt x="1402" y="3737"/>
                  <a:pt x="1402" y="3703"/>
                  <a:pt x="1402" y="3703"/>
                </a:cubicBezTo>
                <a:lnTo>
                  <a:pt x="2469" y="1568"/>
                </a:lnTo>
                <a:cubicBezTo>
                  <a:pt x="2536" y="1435"/>
                  <a:pt x="2403" y="1235"/>
                  <a:pt x="2202" y="1101"/>
                </a:cubicBezTo>
                <a:cubicBezTo>
                  <a:pt x="1635" y="868"/>
                  <a:pt x="1102" y="568"/>
                  <a:pt x="635" y="201"/>
                </a:cubicBezTo>
                <a:cubicBezTo>
                  <a:pt x="434" y="101"/>
                  <a:pt x="234" y="34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0">
            <a:extLst>
              <a:ext uri="{FF2B5EF4-FFF2-40B4-BE49-F238E27FC236}">
                <a16:creationId xmlns:a16="http://schemas.microsoft.com/office/drawing/2014/main" id="{F40D21FD-1706-FEFF-C94A-FEB6C1E24E5C}"/>
              </a:ext>
            </a:extLst>
          </p:cNvPr>
          <p:cNvSpPr/>
          <p:nvPr/>
        </p:nvSpPr>
        <p:spPr>
          <a:xfrm>
            <a:off x="7858311" y="3170423"/>
            <a:ext cx="44183" cy="114027"/>
          </a:xfrm>
          <a:custGeom>
            <a:avLst/>
            <a:gdLst/>
            <a:ahLst/>
            <a:cxnLst/>
            <a:rect l="l" t="t" r="r" b="b"/>
            <a:pathLst>
              <a:path w="2469" h="6372" extrusionOk="0">
                <a:moveTo>
                  <a:pt x="2468" y="1"/>
                </a:moveTo>
                <a:cubicBezTo>
                  <a:pt x="2368" y="1"/>
                  <a:pt x="2302" y="67"/>
                  <a:pt x="2235" y="134"/>
                </a:cubicBezTo>
                <a:lnTo>
                  <a:pt x="367" y="2102"/>
                </a:lnTo>
                <a:cubicBezTo>
                  <a:pt x="267" y="2169"/>
                  <a:pt x="133" y="2236"/>
                  <a:pt x="0" y="2236"/>
                </a:cubicBezTo>
                <a:lnTo>
                  <a:pt x="0" y="6372"/>
                </a:lnTo>
                <a:cubicBezTo>
                  <a:pt x="133" y="6372"/>
                  <a:pt x="234" y="6305"/>
                  <a:pt x="334" y="6239"/>
                </a:cubicBezTo>
                <a:lnTo>
                  <a:pt x="2235" y="4270"/>
                </a:lnTo>
                <a:cubicBezTo>
                  <a:pt x="2302" y="4204"/>
                  <a:pt x="2368" y="4170"/>
                  <a:pt x="2468" y="4137"/>
                </a:cubicBezTo>
                <a:lnTo>
                  <a:pt x="2468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40">
            <a:extLst>
              <a:ext uri="{FF2B5EF4-FFF2-40B4-BE49-F238E27FC236}">
                <a16:creationId xmlns:a16="http://schemas.microsoft.com/office/drawing/2014/main" id="{7B08BEB9-7A33-FD05-5EFE-796E7F1BD525}"/>
              </a:ext>
            </a:extLst>
          </p:cNvPr>
          <p:cNvSpPr/>
          <p:nvPr/>
        </p:nvSpPr>
        <p:spPr>
          <a:xfrm>
            <a:off x="7902476" y="3168974"/>
            <a:ext cx="56727" cy="74891"/>
          </a:xfrm>
          <a:custGeom>
            <a:avLst/>
            <a:gdLst/>
            <a:ahLst/>
            <a:cxnLst/>
            <a:rect l="l" t="t" r="r" b="b"/>
            <a:pathLst>
              <a:path w="3170" h="4185" extrusionOk="0">
                <a:moveTo>
                  <a:pt x="3011" y="0"/>
                </a:moveTo>
                <a:cubicBezTo>
                  <a:pt x="2984" y="0"/>
                  <a:pt x="2958" y="4"/>
                  <a:pt x="2936" y="15"/>
                </a:cubicBezTo>
                <a:cubicBezTo>
                  <a:pt x="2502" y="32"/>
                  <a:pt x="2077" y="40"/>
                  <a:pt x="1652" y="40"/>
                </a:cubicBezTo>
                <a:cubicBezTo>
                  <a:pt x="1226" y="40"/>
                  <a:pt x="801" y="32"/>
                  <a:pt x="367" y="15"/>
                </a:cubicBezTo>
                <a:cubicBezTo>
                  <a:pt x="234" y="15"/>
                  <a:pt x="101" y="15"/>
                  <a:pt x="0" y="82"/>
                </a:cubicBezTo>
                <a:lnTo>
                  <a:pt x="0" y="4185"/>
                </a:lnTo>
                <a:cubicBezTo>
                  <a:pt x="101" y="4151"/>
                  <a:pt x="234" y="4118"/>
                  <a:pt x="367" y="4118"/>
                </a:cubicBezTo>
                <a:cubicBezTo>
                  <a:pt x="801" y="4151"/>
                  <a:pt x="1226" y="4168"/>
                  <a:pt x="1652" y="4168"/>
                </a:cubicBezTo>
                <a:cubicBezTo>
                  <a:pt x="2077" y="4168"/>
                  <a:pt x="2502" y="4151"/>
                  <a:pt x="2936" y="4118"/>
                </a:cubicBezTo>
                <a:cubicBezTo>
                  <a:pt x="3003" y="4118"/>
                  <a:pt x="3103" y="4151"/>
                  <a:pt x="3169" y="4151"/>
                </a:cubicBezTo>
                <a:lnTo>
                  <a:pt x="3169" y="15"/>
                </a:lnTo>
                <a:cubicBezTo>
                  <a:pt x="3125" y="15"/>
                  <a:pt x="3066" y="0"/>
                  <a:pt x="30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0">
            <a:extLst>
              <a:ext uri="{FF2B5EF4-FFF2-40B4-BE49-F238E27FC236}">
                <a16:creationId xmlns:a16="http://schemas.microsoft.com/office/drawing/2014/main" id="{FFDDC86D-AF5E-EEB2-EEBD-8BE92ACF595D}"/>
              </a:ext>
            </a:extLst>
          </p:cNvPr>
          <p:cNvSpPr/>
          <p:nvPr/>
        </p:nvSpPr>
        <p:spPr>
          <a:xfrm>
            <a:off x="7959776" y="3169224"/>
            <a:ext cx="44201" cy="114635"/>
          </a:xfrm>
          <a:custGeom>
            <a:avLst/>
            <a:gdLst/>
            <a:ahLst/>
            <a:cxnLst/>
            <a:rect l="l" t="t" r="r" b="b"/>
            <a:pathLst>
              <a:path w="2470" h="6406" extrusionOk="0">
                <a:moveTo>
                  <a:pt x="1" y="1"/>
                </a:moveTo>
                <a:lnTo>
                  <a:pt x="1" y="4137"/>
                </a:lnTo>
                <a:cubicBezTo>
                  <a:pt x="168" y="4204"/>
                  <a:pt x="301" y="4271"/>
                  <a:pt x="434" y="4404"/>
                </a:cubicBezTo>
                <a:lnTo>
                  <a:pt x="2102" y="6172"/>
                </a:lnTo>
                <a:cubicBezTo>
                  <a:pt x="2202" y="6272"/>
                  <a:pt x="2336" y="6372"/>
                  <a:pt x="2469" y="6406"/>
                </a:cubicBezTo>
                <a:lnTo>
                  <a:pt x="2469" y="2269"/>
                </a:lnTo>
                <a:cubicBezTo>
                  <a:pt x="2336" y="2203"/>
                  <a:pt x="2202" y="2136"/>
                  <a:pt x="2102" y="2036"/>
                </a:cubicBezTo>
                <a:lnTo>
                  <a:pt x="434" y="268"/>
                </a:lnTo>
                <a:cubicBezTo>
                  <a:pt x="301" y="134"/>
                  <a:pt x="168" y="68"/>
                  <a:pt x="1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0">
            <a:extLst>
              <a:ext uri="{FF2B5EF4-FFF2-40B4-BE49-F238E27FC236}">
                <a16:creationId xmlns:a16="http://schemas.microsoft.com/office/drawing/2014/main" id="{D6F7E28C-2650-1287-9D36-6755AAE43629}"/>
              </a:ext>
            </a:extLst>
          </p:cNvPr>
          <p:cNvSpPr/>
          <p:nvPr/>
        </p:nvSpPr>
        <p:spPr>
          <a:xfrm>
            <a:off x="8004549" y="3188926"/>
            <a:ext cx="81798" cy="95524"/>
          </a:xfrm>
          <a:custGeom>
            <a:avLst/>
            <a:gdLst/>
            <a:ahLst/>
            <a:cxnLst/>
            <a:rect l="l" t="t" r="r" b="b"/>
            <a:pathLst>
              <a:path w="4571" h="5338" extrusionOk="0">
                <a:moveTo>
                  <a:pt x="4570" y="1"/>
                </a:moveTo>
                <a:cubicBezTo>
                  <a:pt x="4537" y="101"/>
                  <a:pt x="4470" y="168"/>
                  <a:pt x="4370" y="201"/>
                </a:cubicBezTo>
                <a:lnTo>
                  <a:pt x="267" y="1168"/>
                </a:lnTo>
                <a:cubicBezTo>
                  <a:pt x="217" y="1185"/>
                  <a:pt x="167" y="1193"/>
                  <a:pt x="121" y="1193"/>
                </a:cubicBezTo>
                <a:cubicBezTo>
                  <a:pt x="76" y="1193"/>
                  <a:pt x="34" y="1185"/>
                  <a:pt x="1" y="1168"/>
                </a:cubicBezTo>
                <a:lnTo>
                  <a:pt x="1" y="5338"/>
                </a:lnTo>
                <a:lnTo>
                  <a:pt x="267" y="5338"/>
                </a:lnTo>
                <a:lnTo>
                  <a:pt x="4337" y="4337"/>
                </a:lnTo>
                <a:cubicBezTo>
                  <a:pt x="4470" y="4337"/>
                  <a:pt x="4537" y="4237"/>
                  <a:pt x="4570" y="4137"/>
                </a:cubicBezTo>
                <a:lnTo>
                  <a:pt x="4570" y="2636"/>
                </a:lnTo>
                <a:lnTo>
                  <a:pt x="4570" y="1001"/>
                </a:lnTo>
                <a:lnTo>
                  <a:pt x="457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0">
            <a:extLst>
              <a:ext uri="{FF2B5EF4-FFF2-40B4-BE49-F238E27FC236}">
                <a16:creationId xmlns:a16="http://schemas.microsoft.com/office/drawing/2014/main" id="{F9D3F4A5-660E-D205-CB78-CA15F3A9955F}"/>
              </a:ext>
            </a:extLst>
          </p:cNvPr>
          <p:cNvSpPr/>
          <p:nvPr/>
        </p:nvSpPr>
        <p:spPr>
          <a:xfrm>
            <a:off x="8065428" y="3120281"/>
            <a:ext cx="44201" cy="86576"/>
          </a:xfrm>
          <a:custGeom>
            <a:avLst/>
            <a:gdLst/>
            <a:ahLst/>
            <a:cxnLst/>
            <a:rect l="l" t="t" r="r" b="b"/>
            <a:pathLst>
              <a:path w="2470" h="4838" extrusionOk="0">
                <a:moveTo>
                  <a:pt x="2469" y="1"/>
                </a:moveTo>
                <a:cubicBezTo>
                  <a:pt x="2336" y="1"/>
                  <a:pt x="2169" y="67"/>
                  <a:pt x="2069" y="134"/>
                </a:cubicBezTo>
                <a:cubicBezTo>
                  <a:pt x="1469" y="534"/>
                  <a:pt x="868" y="868"/>
                  <a:pt x="234" y="1168"/>
                </a:cubicBezTo>
                <a:cubicBezTo>
                  <a:pt x="68" y="1268"/>
                  <a:pt x="1" y="1502"/>
                  <a:pt x="134" y="1669"/>
                </a:cubicBezTo>
                <a:lnTo>
                  <a:pt x="1102" y="3603"/>
                </a:lnTo>
                <a:cubicBezTo>
                  <a:pt x="1135" y="3670"/>
                  <a:pt x="1135" y="3703"/>
                  <a:pt x="1135" y="3770"/>
                </a:cubicBezTo>
                <a:lnTo>
                  <a:pt x="1135" y="4837"/>
                </a:lnTo>
                <a:cubicBezTo>
                  <a:pt x="1469" y="4671"/>
                  <a:pt x="1769" y="4471"/>
                  <a:pt x="2069" y="4270"/>
                </a:cubicBezTo>
                <a:cubicBezTo>
                  <a:pt x="2169" y="4204"/>
                  <a:pt x="2336" y="4137"/>
                  <a:pt x="2469" y="4137"/>
                </a:cubicBezTo>
                <a:lnTo>
                  <a:pt x="2469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0">
            <a:extLst>
              <a:ext uri="{FF2B5EF4-FFF2-40B4-BE49-F238E27FC236}">
                <a16:creationId xmlns:a16="http://schemas.microsoft.com/office/drawing/2014/main" id="{2C4DAFE5-B9B3-EE89-B577-6480E7E16F94}"/>
              </a:ext>
            </a:extLst>
          </p:cNvPr>
          <p:cNvSpPr/>
          <p:nvPr/>
        </p:nvSpPr>
        <p:spPr>
          <a:xfrm>
            <a:off x="8187203" y="3086263"/>
            <a:ext cx="34645" cy="119395"/>
          </a:xfrm>
          <a:custGeom>
            <a:avLst/>
            <a:gdLst/>
            <a:ahLst/>
            <a:cxnLst/>
            <a:rect l="l" t="t" r="r" b="b"/>
            <a:pathLst>
              <a:path w="1936" h="6672" extrusionOk="0">
                <a:moveTo>
                  <a:pt x="1936" y="0"/>
                </a:moveTo>
                <a:cubicBezTo>
                  <a:pt x="1936" y="34"/>
                  <a:pt x="1936" y="67"/>
                  <a:pt x="1902" y="100"/>
                </a:cubicBezTo>
                <a:lnTo>
                  <a:pt x="301" y="2369"/>
                </a:lnTo>
                <a:cubicBezTo>
                  <a:pt x="201" y="2469"/>
                  <a:pt x="101" y="2502"/>
                  <a:pt x="1" y="2535"/>
                </a:cubicBezTo>
                <a:lnTo>
                  <a:pt x="1" y="6672"/>
                </a:lnTo>
                <a:cubicBezTo>
                  <a:pt x="101" y="6638"/>
                  <a:pt x="201" y="6605"/>
                  <a:pt x="268" y="6505"/>
                </a:cubicBezTo>
                <a:lnTo>
                  <a:pt x="1902" y="4237"/>
                </a:lnTo>
                <a:cubicBezTo>
                  <a:pt x="1936" y="4203"/>
                  <a:pt x="1936" y="4170"/>
                  <a:pt x="1936" y="4137"/>
                </a:cubicBezTo>
                <a:lnTo>
                  <a:pt x="19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40">
            <a:extLst>
              <a:ext uri="{FF2B5EF4-FFF2-40B4-BE49-F238E27FC236}">
                <a16:creationId xmlns:a16="http://schemas.microsoft.com/office/drawing/2014/main" id="{1AC99401-2493-575B-B10B-E88AC920F32E}"/>
              </a:ext>
            </a:extLst>
          </p:cNvPr>
          <p:cNvSpPr/>
          <p:nvPr/>
        </p:nvSpPr>
        <p:spPr>
          <a:xfrm>
            <a:off x="7641621" y="2874833"/>
            <a:ext cx="580227" cy="335478"/>
          </a:xfrm>
          <a:custGeom>
            <a:avLst/>
            <a:gdLst/>
            <a:ahLst/>
            <a:cxnLst/>
            <a:rect l="l" t="t" r="r" b="b"/>
            <a:pathLst>
              <a:path w="32424" h="18747" extrusionOk="0">
                <a:moveTo>
                  <a:pt x="16213" y="5265"/>
                </a:moveTo>
                <a:cubicBezTo>
                  <a:pt x="17124" y="5265"/>
                  <a:pt x="18050" y="5366"/>
                  <a:pt x="18947" y="5578"/>
                </a:cubicBezTo>
                <a:cubicBezTo>
                  <a:pt x="20282" y="5811"/>
                  <a:pt x="21482" y="6445"/>
                  <a:pt x="22450" y="7345"/>
                </a:cubicBezTo>
                <a:lnTo>
                  <a:pt x="22550" y="7446"/>
                </a:lnTo>
                <a:lnTo>
                  <a:pt x="22650" y="7512"/>
                </a:lnTo>
                <a:cubicBezTo>
                  <a:pt x="22683" y="7579"/>
                  <a:pt x="22750" y="7612"/>
                  <a:pt x="22783" y="7679"/>
                </a:cubicBezTo>
                <a:cubicBezTo>
                  <a:pt x="22817" y="7746"/>
                  <a:pt x="22883" y="7812"/>
                  <a:pt x="22917" y="7913"/>
                </a:cubicBezTo>
                <a:cubicBezTo>
                  <a:pt x="22950" y="7946"/>
                  <a:pt x="22983" y="7979"/>
                  <a:pt x="23017" y="8046"/>
                </a:cubicBezTo>
                <a:lnTo>
                  <a:pt x="23050" y="8113"/>
                </a:lnTo>
                <a:cubicBezTo>
                  <a:pt x="23584" y="9013"/>
                  <a:pt x="23517" y="10147"/>
                  <a:pt x="22850" y="10948"/>
                </a:cubicBezTo>
                <a:cubicBezTo>
                  <a:pt x="22583" y="11315"/>
                  <a:pt x="22250" y="11649"/>
                  <a:pt x="21883" y="11915"/>
                </a:cubicBezTo>
                <a:cubicBezTo>
                  <a:pt x="21683" y="12082"/>
                  <a:pt x="21482" y="12216"/>
                  <a:pt x="21249" y="12349"/>
                </a:cubicBezTo>
                <a:cubicBezTo>
                  <a:pt x="19907" y="13110"/>
                  <a:pt x="18100" y="13540"/>
                  <a:pt x="16230" y="13540"/>
                </a:cubicBezTo>
                <a:cubicBezTo>
                  <a:pt x="15312" y="13540"/>
                  <a:pt x="14378" y="13436"/>
                  <a:pt x="13477" y="13216"/>
                </a:cubicBezTo>
                <a:cubicBezTo>
                  <a:pt x="12643" y="13016"/>
                  <a:pt x="11876" y="12716"/>
                  <a:pt x="11142" y="12316"/>
                </a:cubicBezTo>
                <a:cubicBezTo>
                  <a:pt x="10942" y="12216"/>
                  <a:pt x="10741" y="12082"/>
                  <a:pt x="10541" y="11949"/>
                </a:cubicBezTo>
                <a:cubicBezTo>
                  <a:pt x="10041" y="11582"/>
                  <a:pt x="9641" y="11115"/>
                  <a:pt x="9340" y="10581"/>
                </a:cubicBezTo>
                <a:cubicBezTo>
                  <a:pt x="9307" y="10548"/>
                  <a:pt x="9307" y="10514"/>
                  <a:pt x="9274" y="10514"/>
                </a:cubicBezTo>
                <a:cubicBezTo>
                  <a:pt x="9240" y="10381"/>
                  <a:pt x="9274" y="10448"/>
                  <a:pt x="9207" y="10314"/>
                </a:cubicBezTo>
                <a:cubicBezTo>
                  <a:pt x="8873" y="9480"/>
                  <a:pt x="9007" y="8546"/>
                  <a:pt x="9574" y="7812"/>
                </a:cubicBezTo>
                <a:cubicBezTo>
                  <a:pt x="10733" y="6225"/>
                  <a:pt x="13397" y="5265"/>
                  <a:pt x="16213" y="5265"/>
                </a:cubicBezTo>
                <a:close/>
                <a:moveTo>
                  <a:pt x="12033" y="0"/>
                </a:moveTo>
                <a:cubicBezTo>
                  <a:pt x="12003" y="0"/>
                  <a:pt x="11972" y="3"/>
                  <a:pt x="11942" y="7"/>
                </a:cubicBezTo>
                <a:lnTo>
                  <a:pt x="7839" y="974"/>
                </a:lnTo>
                <a:cubicBezTo>
                  <a:pt x="7706" y="1008"/>
                  <a:pt x="7606" y="1141"/>
                  <a:pt x="7606" y="1274"/>
                </a:cubicBezTo>
                <a:cubicBezTo>
                  <a:pt x="7606" y="1308"/>
                  <a:pt x="7639" y="1375"/>
                  <a:pt x="7639" y="1408"/>
                </a:cubicBezTo>
                <a:lnTo>
                  <a:pt x="8640" y="3376"/>
                </a:lnTo>
                <a:cubicBezTo>
                  <a:pt x="8740" y="3543"/>
                  <a:pt x="8673" y="3743"/>
                  <a:pt x="8506" y="3843"/>
                </a:cubicBezTo>
                <a:cubicBezTo>
                  <a:pt x="8206" y="4010"/>
                  <a:pt x="7906" y="4143"/>
                  <a:pt x="7606" y="4310"/>
                </a:cubicBezTo>
                <a:cubicBezTo>
                  <a:pt x="7306" y="4510"/>
                  <a:pt x="7005" y="4677"/>
                  <a:pt x="6705" y="4910"/>
                </a:cubicBezTo>
                <a:cubicBezTo>
                  <a:pt x="6555" y="4985"/>
                  <a:pt x="6367" y="5023"/>
                  <a:pt x="6199" y="5023"/>
                </a:cubicBezTo>
                <a:cubicBezTo>
                  <a:pt x="6142" y="5023"/>
                  <a:pt x="6088" y="5019"/>
                  <a:pt x="6038" y="5010"/>
                </a:cubicBezTo>
                <a:lnTo>
                  <a:pt x="2269" y="4410"/>
                </a:lnTo>
                <a:cubicBezTo>
                  <a:pt x="2234" y="4404"/>
                  <a:pt x="2199" y="4402"/>
                  <a:pt x="2163" y="4402"/>
                </a:cubicBezTo>
                <a:cubicBezTo>
                  <a:pt x="1990" y="4402"/>
                  <a:pt x="1806" y="4466"/>
                  <a:pt x="1668" y="4577"/>
                </a:cubicBezTo>
                <a:lnTo>
                  <a:pt x="34" y="6845"/>
                </a:lnTo>
                <a:cubicBezTo>
                  <a:pt x="34" y="6878"/>
                  <a:pt x="0" y="6912"/>
                  <a:pt x="0" y="6945"/>
                </a:cubicBezTo>
                <a:cubicBezTo>
                  <a:pt x="0" y="7045"/>
                  <a:pt x="134" y="7179"/>
                  <a:pt x="301" y="7212"/>
                </a:cubicBezTo>
                <a:lnTo>
                  <a:pt x="3636" y="8279"/>
                </a:lnTo>
                <a:cubicBezTo>
                  <a:pt x="3836" y="8313"/>
                  <a:pt x="4003" y="8513"/>
                  <a:pt x="4003" y="8713"/>
                </a:cubicBezTo>
                <a:cubicBezTo>
                  <a:pt x="3937" y="9147"/>
                  <a:pt x="3937" y="9580"/>
                  <a:pt x="4003" y="10014"/>
                </a:cubicBezTo>
                <a:cubicBezTo>
                  <a:pt x="4037" y="10181"/>
                  <a:pt x="3903" y="10381"/>
                  <a:pt x="3736" y="10448"/>
                </a:cubicBezTo>
                <a:lnTo>
                  <a:pt x="201" y="11582"/>
                </a:lnTo>
                <a:cubicBezTo>
                  <a:pt x="100" y="11582"/>
                  <a:pt x="34" y="11682"/>
                  <a:pt x="34" y="11782"/>
                </a:cubicBezTo>
                <a:cubicBezTo>
                  <a:pt x="34" y="11882"/>
                  <a:pt x="67" y="11949"/>
                  <a:pt x="134" y="12015"/>
                </a:cubicBezTo>
                <a:lnTo>
                  <a:pt x="1602" y="14084"/>
                </a:lnTo>
                <a:cubicBezTo>
                  <a:pt x="1735" y="14284"/>
                  <a:pt x="1968" y="14384"/>
                  <a:pt x="2202" y="14384"/>
                </a:cubicBezTo>
                <a:lnTo>
                  <a:pt x="6071" y="13717"/>
                </a:lnTo>
                <a:cubicBezTo>
                  <a:pt x="6338" y="13717"/>
                  <a:pt x="6605" y="13783"/>
                  <a:pt x="6805" y="13917"/>
                </a:cubicBezTo>
                <a:cubicBezTo>
                  <a:pt x="7306" y="14284"/>
                  <a:pt x="7839" y="14584"/>
                  <a:pt x="8373" y="14817"/>
                </a:cubicBezTo>
                <a:cubicBezTo>
                  <a:pt x="8607" y="14951"/>
                  <a:pt x="8740" y="15151"/>
                  <a:pt x="8673" y="15284"/>
                </a:cubicBezTo>
                <a:lnTo>
                  <a:pt x="7606" y="17419"/>
                </a:lnTo>
                <a:cubicBezTo>
                  <a:pt x="7539" y="17553"/>
                  <a:pt x="7673" y="17720"/>
                  <a:pt x="7906" y="17786"/>
                </a:cubicBezTo>
                <a:lnTo>
                  <a:pt x="11809" y="18720"/>
                </a:lnTo>
                <a:cubicBezTo>
                  <a:pt x="11871" y="18738"/>
                  <a:pt x="11934" y="18746"/>
                  <a:pt x="11995" y="18746"/>
                </a:cubicBezTo>
                <a:cubicBezTo>
                  <a:pt x="12163" y="18746"/>
                  <a:pt x="12321" y="18685"/>
                  <a:pt x="12443" y="18587"/>
                </a:cubicBezTo>
                <a:lnTo>
                  <a:pt x="14344" y="16619"/>
                </a:lnTo>
                <a:cubicBezTo>
                  <a:pt x="14511" y="16485"/>
                  <a:pt x="14744" y="16419"/>
                  <a:pt x="14944" y="16419"/>
                </a:cubicBezTo>
                <a:cubicBezTo>
                  <a:pt x="15378" y="16452"/>
                  <a:pt x="15803" y="16469"/>
                  <a:pt x="16229" y="16469"/>
                </a:cubicBezTo>
                <a:cubicBezTo>
                  <a:pt x="16654" y="16469"/>
                  <a:pt x="17079" y="16452"/>
                  <a:pt x="17513" y="16419"/>
                </a:cubicBezTo>
                <a:cubicBezTo>
                  <a:pt x="17780" y="16419"/>
                  <a:pt x="18013" y="16519"/>
                  <a:pt x="18213" y="16719"/>
                </a:cubicBezTo>
                <a:lnTo>
                  <a:pt x="19881" y="18487"/>
                </a:lnTo>
                <a:cubicBezTo>
                  <a:pt x="20027" y="18632"/>
                  <a:pt x="20222" y="18727"/>
                  <a:pt x="20425" y="18727"/>
                </a:cubicBezTo>
                <a:cubicBezTo>
                  <a:pt x="20455" y="18727"/>
                  <a:pt x="20485" y="18725"/>
                  <a:pt x="20515" y="18720"/>
                </a:cubicBezTo>
                <a:lnTo>
                  <a:pt x="24618" y="17753"/>
                </a:lnTo>
                <a:cubicBezTo>
                  <a:pt x="24785" y="17686"/>
                  <a:pt x="24885" y="17486"/>
                  <a:pt x="24785" y="17353"/>
                </a:cubicBezTo>
                <a:lnTo>
                  <a:pt x="23784" y="15385"/>
                </a:lnTo>
                <a:cubicBezTo>
                  <a:pt x="23684" y="15218"/>
                  <a:pt x="23751" y="14984"/>
                  <a:pt x="23917" y="14918"/>
                </a:cubicBezTo>
                <a:cubicBezTo>
                  <a:pt x="24551" y="14617"/>
                  <a:pt x="25152" y="14250"/>
                  <a:pt x="25719" y="13850"/>
                </a:cubicBezTo>
                <a:cubicBezTo>
                  <a:pt x="25894" y="13775"/>
                  <a:pt x="26069" y="13738"/>
                  <a:pt x="26244" y="13738"/>
                </a:cubicBezTo>
                <a:cubicBezTo>
                  <a:pt x="26303" y="13738"/>
                  <a:pt x="26361" y="13742"/>
                  <a:pt x="26419" y="13750"/>
                </a:cubicBezTo>
                <a:lnTo>
                  <a:pt x="30155" y="14384"/>
                </a:lnTo>
                <a:cubicBezTo>
                  <a:pt x="30190" y="14390"/>
                  <a:pt x="30225" y="14392"/>
                  <a:pt x="30261" y="14392"/>
                </a:cubicBezTo>
                <a:cubicBezTo>
                  <a:pt x="30434" y="14392"/>
                  <a:pt x="30618" y="14328"/>
                  <a:pt x="30756" y="14217"/>
                </a:cubicBezTo>
                <a:lnTo>
                  <a:pt x="32390" y="11949"/>
                </a:lnTo>
                <a:cubicBezTo>
                  <a:pt x="32390" y="11915"/>
                  <a:pt x="32424" y="11882"/>
                  <a:pt x="32424" y="11849"/>
                </a:cubicBezTo>
                <a:cubicBezTo>
                  <a:pt x="32424" y="11815"/>
                  <a:pt x="32390" y="11782"/>
                  <a:pt x="32390" y="11749"/>
                </a:cubicBezTo>
                <a:cubicBezTo>
                  <a:pt x="32323" y="11649"/>
                  <a:pt x="32223" y="11582"/>
                  <a:pt x="32123" y="11548"/>
                </a:cubicBezTo>
                <a:lnTo>
                  <a:pt x="28788" y="10514"/>
                </a:lnTo>
                <a:cubicBezTo>
                  <a:pt x="28587" y="10448"/>
                  <a:pt x="28421" y="10281"/>
                  <a:pt x="28421" y="10047"/>
                </a:cubicBezTo>
                <a:cubicBezTo>
                  <a:pt x="28487" y="9647"/>
                  <a:pt x="28487" y="9213"/>
                  <a:pt x="28421" y="8780"/>
                </a:cubicBezTo>
                <a:cubicBezTo>
                  <a:pt x="28387" y="8580"/>
                  <a:pt x="28521" y="8413"/>
                  <a:pt x="28688" y="8346"/>
                </a:cubicBezTo>
                <a:lnTo>
                  <a:pt x="32223" y="7212"/>
                </a:lnTo>
                <a:cubicBezTo>
                  <a:pt x="32323" y="7179"/>
                  <a:pt x="32390" y="7112"/>
                  <a:pt x="32390" y="7012"/>
                </a:cubicBezTo>
                <a:cubicBezTo>
                  <a:pt x="32390" y="6912"/>
                  <a:pt x="32357" y="6845"/>
                  <a:pt x="32290" y="6778"/>
                </a:cubicBezTo>
                <a:lnTo>
                  <a:pt x="30822" y="4710"/>
                </a:lnTo>
                <a:cubicBezTo>
                  <a:pt x="30689" y="4510"/>
                  <a:pt x="30455" y="4410"/>
                  <a:pt x="30222" y="4410"/>
                </a:cubicBezTo>
                <a:lnTo>
                  <a:pt x="26353" y="5077"/>
                </a:lnTo>
                <a:cubicBezTo>
                  <a:pt x="26086" y="5077"/>
                  <a:pt x="25819" y="4977"/>
                  <a:pt x="25619" y="4844"/>
                </a:cubicBezTo>
                <a:cubicBezTo>
                  <a:pt x="25385" y="4677"/>
                  <a:pt x="25118" y="4510"/>
                  <a:pt x="24851" y="4343"/>
                </a:cubicBezTo>
                <a:cubicBezTo>
                  <a:pt x="24585" y="4177"/>
                  <a:pt x="24318" y="4043"/>
                  <a:pt x="24051" y="3910"/>
                </a:cubicBezTo>
                <a:cubicBezTo>
                  <a:pt x="23784" y="3810"/>
                  <a:pt x="23684" y="3609"/>
                  <a:pt x="23784" y="3476"/>
                </a:cubicBezTo>
                <a:lnTo>
                  <a:pt x="24851" y="1341"/>
                </a:lnTo>
                <a:cubicBezTo>
                  <a:pt x="24851" y="1341"/>
                  <a:pt x="24851" y="1308"/>
                  <a:pt x="24851" y="1274"/>
                </a:cubicBezTo>
                <a:cubicBezTo>
                  <a:pt x="24851" y="1141"/>
                  <a:pt x="24751" y="1041"/>
                  <a:pt x="24551" y="974"/>
                </a:cubicBezTo>
                <a:lnTo>
                  <a:pt x="20615" y="40"/>
                </a:lnTo>
                <a:cubicBezTo>
                  <a:pt x="20541" y="19"/>
                  <a:pt x="20467" y="8"/>
                  <a:pt x="20395" y="8"/>
                </a:cubicBezTo>
                <a:cubicBezTo>
                  <a:pt x="20240" y="8"/>
                  <a:pt x="20095" y="60"/>
                  <a:pt x="19981" y="174"/>
                </a:cubicBezTo>
                <a:lnTo>
                  <a:pt x="18113" y="2142"/>
                </a:lnTo>
                <a:cubicBezTo>
                  <a:pt x="17947" y="2275"/>
                  <a:pt x="17713" y="2342"/>
                  <a:pt x="17513" y="2342"/>
                </a:cubicBezTo>
                <a:cubicBezTo>
                  <a:pt x="17079" y="2309"/>
                  <a:pt x="16646" y="2292"/>
                  <a:pt x="16216" y="2292"/>
                </a:cubicBezTo>
                <a:cubicBezTo>
                  <a:pt x="15787" y="2292"/>
                  <a:pt x="15361" y="2309"/>
                  <a:pt x="14944" y="2342"/>
                </a:cubicBezTo>
                <a:cubicBezTo>
                  <a:pt x="14678" y="2309"/>
                  <a:pt x="14444" y="2208"/>
                  <a:pt x="14244" y="2042"/>
                </a:cubicBezTo>
                <a:lnTo>
                  <a:pt x="12576" y="240"/>
                </a:lnTo>
                <a:cubicBezTo>
                  <a:pt x="12431" y="95"/>
                  <a:pt x="12235" y="0"/>
                  <a:pt x="12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0">
            <a:extLst>
              <a:ext uri="{FF2B5EF4-FFF2-40B4-BE49-F238E27FC236}">
                <a16:creationId xmlns:a16="http://schemas.microsoft.com/office/drawing/2014/main" id="{0E8D5AF7-D511-B0D4-788D-0DE89ABF722D}"/>
              </a:ext>
            </a:extLst>
          </p:cNvPr>
          <p:cNvSpPr/>
          <p:nvPr/>
        </p:nvSpPr>
        <p:spPr>
          <a:xfrm>
            <a:off x="6888903" y="1293005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0" y="1"/>
                </a:moveTo>
                <a:cubicBezTo>
                  <a:pt x="38843" y="1"/>
                  <a:pt x="36498" y="1880"/>
                  <a:pt x="34758" y="5176"/>
                </a:cubicBezTo>
                <a:lnTo>
                  <a:pt x="4203" y="62450"/>
                </a:lnTo>
                <a:cubicBezTo>
                  <a:pt x="300" y="69822"/>
                  <a:pt x="0" y="79129"/>
                  <a:pt x="3536" y="82731"/>
                </a:cubicBezTo>
                <a:cubicBezTo>
                  <a:pt x="3836" y="83065"/>
                  <a:pt x="4203" y="83332"/>
                  <a:pt x="4570" y="83565"/>
                </a:cubicBezTo>
                <a:cubicBezTo>
                  <a:pt x="5471" y="84065"/>
                  <a:pt x="9307" y="86300"/>
                  <a:pt x="9674" y="86501"/>
                </a:cubicBezTo>
                <a:cubicBezTo>
                  <a:pt x="10362" y="86902"/>
                  <a:pt x="11108" y="87096"/>
                  <a:pt x="11886" y="87096"/>
                </a:cubicBezTo>
                <a:cubicBezTo>
                  <a:pt x="15177" y="87096"/>
                  <a:pt x="19040" y="83635"/>
                  <a:pt x="21549" y="77861"/>
                </a:cubicBezTo>
                <a:lnTo>
                  <a:pt x="48368" y="16751"/>
                </a:lnTo>
                <a:cubicBezTo>
                  <a:pt x="50536" y="11814"/>
                  <a:pt x="50469" y="6176"/>
                  <a:pt x="48234" y="3908"/>
                </a:cubicBezTo>
                <a:cubicBezTo>
                  <a:pt x="48001" y="3675"/>
                  <a:pt x="47767" y="3474"/>
                  <a:pt x="47467" y="3308"/>
                </a:cubicBezTo>
                <a:cubicBezTo>
                  <a:pt x="46567" y="2807"/>
                  <a:pt x="42664" y="539"/>
                  <a:pt x="42397" y="406"/>
                </a:cubicBezTo>
                <a:cubicBezTo>
                  <a:pt x="41922" y="133"/>
                  <a:pt x="41407" y="1"/>
                  <a:pt x="40870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0">
            <a:extLst>
              <a:ext uri="{FF2B5EF4-FFF2-40B4-BE49-F238E27FC236}">
                <a16:creationId xmlns:a16="http://schemas.microsoft.com/office/drawing/2014/main" id="{B3D1089B-6AC2-0393-267D-1D44D82DC612}"/>
              </a:ext>
            </a:extLst>
          </p:cNvPr>
          <p:cNvSpPr/>
          <p:nvPr/>
        </p:nvSpPr>
        <p:spPr>
          <a:xfrm>
            <a:off x="6888903" y="1293005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0" y="1"/>
                </a:moveTo>
                <a:cubicBezTo>
                  <a:pt x="38843" y="1"/>
                  <a:pt x="36498" y="1880"/>
                  <a:pt x="34758" y="5176"/>
                </a:cubicBezTo>
                <a:lnTo>
                  <a:pt x="4203" y="62450"/>
                </a:lnTo>
                <a:cubicBezTo>
                  <a:pt x="300" y="69822"/>
                  <a:pt x="0" y="79129"/>
                  <a:pt x="3536" y="82731"/>
                </a:cubicBezTo>
                <a:cubicBezTo>
                  <a:pt x="3836" y="83065"/>
                  <a:pt x="4203" y="83332"/>
                  <a:pt x="4570" y="83565"/>
                </a:cubicBezTo>
                <a:cubicBezTo>
                  <a:pt x="5471" y="84065"/>
                  <a:pt x="9307" y="86300"/>
                  <a:pt x="9674" y="86501"/>
                </a:cubicBezTo>
                <a:cubicBezTo>
                  <a:pt x="10362" y="86902"/>
                  <a:pt x="11108" y="87096"/>
                  <a:pt x="11886" y="87096"/>
                </a:cubicBezTo>
                <a:cubicBezTo>
                  <a:pt x="15177" y="87096"/>
                  <a:pt x="19040" y="83635"/>
                  <a:pt x="21549" y="77861"/>
                </a:cubicBezTo>
                <a:lnTo>
                  <a:pt x="48368" y="16751"/>
                </a:lnTo>
                <a:cubicBezTo>
                  <a:pt x="50536" y="11814"/>
                  <a:pt x="50469" y="6176"/>
                  <a:pt x="48234" y="3908"/>
                </a:cubicBezTo>
                <a:cubicBezTo>
                  <a:pt x="48001" y="3675"/>
                  <a:pt x="47767" y="3474"/>
                  <a:pt x="47467" y="3308"/>
                </a:cubicBezTo>
                <a:cubicBezTo>
                  <a:pt x="46567" y="2807"/>
                  <a:pt x="42664" y="539"/>
                  <a:pt x="42397" y="406"/>
                </a:cubicBezTo>
                <a:cubicBezTo>
                  <a:pt x="41922" y="133"/>
                  <a:pt x="41407" y="1"/>
                  <a:pt x="40870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40">
            <a:extLst>
              <a:ext uri="{FF2B5EF4-FFF2-40B4-BE49-F238E27FC236}">
                <a16:creationId xmlns:a16="http://schemas.microsoft.com/office/drawing/2014/main" id="{BBFD7D0A-4098-505C-5397-44918D75C4A2}"/>
              </a:ext>
            </a:extLst>
          </p:cNvPr>
          <p:cNvSpPr/>
          <p:nvPr/>
        </p:nvSpPr>
        <p:spPr>
          <a:xfrm>
            <a:off x="6979631" y="1345187"/>
            <a:ext cx="813632" cy="1506365"/>
          </a:xfrm>
          <a:custGeom>
            <a:avLst/>
            <a:gdLst/>
            <a:ahLst/>
            <a:cxnLst/>
            <a:rect l="l" t="t" r="r" b="b"/>
            <a:pathLst>
              <a:path w="45467" h="84178" extrusionOk="0">
                <a:moveTo>
                  <a:pt x="40884" y="1"/>
                </a:moveTo>
                <a:cubicBezTo>
                  <a:pt x="38856" y="1"/>
                  <a:pt x="36506" y="1879"/>
                  <a:pt x="34758" y="5162"/>
                </a:cubicBezTo>
                <a:lnTo>
                  <a:pt x="4237" y="62469"/>
                </a:lnTo>
                <a:cubicBezTo>
                  <a:pt x="301" y="69841"/>
                  <a:pt x="0" y="79148"/>
                  <a:pt x="3570" y="82751"/>
                </a:cubicBezTo>
                <a:cubicBezTo>
                  <a:pt x="4512" y="83720"/>
                  <a:pt x="5626" y="84177"/>
                  <a:pt x="6817" y="84177"/>
                </a:cubicBezTo>
                <a:cubicBezTo>
                  <a:pt x="10094" y="84177"/>
                  <a:pt x="13959" y="80718"/>
                  <a:pt x="16479" y="74945"/>
                </a:cubicBezTo>
                <a:lnTo>
                  <a:pt x="43298" y="13835"/>
                </a:lnTo>
                <a:cubicBezTo>
                  <a:pt x="45466" y="8898"/>
                  <a:pt x="45399" y="3260"/>
                  <a:pt x="43164" y="992"/>
                </a:cubicBezTo>
                <a:cubicBezTo>
                  <a:pt x="42502" y="320"/>
                  <a:pt x="41720" y="1"/>
                  <a:pt x="4088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0">
            <a:extLst>
              <a:ext uri="{FF2B5EF4-FFF2-40B4-BE49-F238E27FC236}">
                <a16:creationId xmlns:a16="http://schemas.microsoft.com/office/drawing/2014/main" id="{300A14D4-2AC5-8D05-E644-30651AB4972A}"/>
              </a:ext>
            </a:extLst>
          </p:cNvPr>
          <p:cNvSpPr/>
          <p:nvPr/>
        </p:nvSpPr>
        <p:spPr>
          <a:xfrm>
            <a:off x="7056043" y="2502081"/>
            <a:ext cx="204755" cy="236572"/>
          </a:xfrm>
          <a:custGeom>
            <a:avLst/>
            <a:gdLst/>
            <a:ahLst/>
            <a:cxnLst/>
            <a:rect l="l" t="t" r="r" b="b"/>
            <a:pathLst>
              <a:path w="11442" h="13220" extrusionOk="0">
                <a:moveTo>
                  <a:pt x="6406" y="1"/>
                </a:moveTo>
                <a:cubicBezTo>
                  <a:pt x="5709" y="1"/>
                  <a:pt x="4930" y="283"/>
                  <a:pt x="4136" y="856"/>
                </a:cubicBezTo>
                <a:cubicBezTo>
                  <a:pt x="1701" y="2557"/>
                  <a:pt x="0" y="6360"/>
                  <a:pt x="367" y="9295"/>
                </a:cubicBezTo>
                <a:cubicBezTo>
                  <a:pt x="534" y="10796"/>
                  <a:pt x="1201" y="11764"/>
                  <a:pt x="2102" y="12164"/>
                </a:cubicBezTo>
                <a:lnTo>
                  <a:pt x="4036" y="12998"/>
                </a:lnTo>
                <a:cubicBezTo>
                  <a:pt x="4342" y="13145"/>
                  <a:pt x="4678" y="13219"/>
                  <a:pt x="5037" y="13219"/>
                </a:cubicBezTo>
                <a:cubicBezTo>
                  <a:pt x="5736" y="13219"/>
                  <a:pt x="6523" y="12937"/>
                  <a:pt x="7339" y="12364"/>
                </a:cubicBezTo>
                <a:cubicBezTo>
                  <a:pt x="9740" y="10663"/>
                  <a:pt x="11442" y="6860"/>
                  <a:pt x="11075" y="3925"/>
                </a:cubicBezTo>
                <a:cubicBezTo>
                  <a:pt x="10908" y="2457"/>
                  <a:pt x="10241" y="1456"/>
                  <a:pt x="9340" y="1056"/>
                </a:cubicBezTo>
                <a:cubicBezTo>
                  <a:pt x="8806" y="789"/>
                  <a:pt x="7972" y="456"/>
                  <a:pt x="7405" y="222"/>
                </a:cubicBezTo>
                <a:cubicBezTo>
                  <a:pt x="7100" y="75"/>
                  <a:pt x="6764" y="1"/>
                  <a:pt x="6406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40">
            <a:extLst>
              <a:ext uri="{FF2B5EF4-FFF2-40B4-BE49-F238E27FC236}">
                <a16:creationId xmlns:a16="http://schemas.microsoft.com/office/drawing/2014/main" id="{0DFD4C9F-9F0C-711D-3981-177CB97C636A}"/>
              </a:ext>
            </a:extLst>
          </p:cNvPr>
          <p:cNvSpPr/>
          <p:nvPr/>
        </p:nvSpPr>
        <p:spPr>
          <a:xfrm>
            <a:off x="7091260" y="2517273"/>
            <a:ext cx="169537" cy="221379"/>
          </a:xfrm>
          <a:custGeom>
            <a:avLst/>
            <a:gdLst/>
            <a:ahLst/>
            <a:cxnLst/>
            <a:rect l="l" t="t" r="r" b="b"/>
            <a:pathLst>
              <a:path w="9474" h="12371" extrusionOk="0">
                <a:moveTo>
                  <a:pt x="6396" y="1"/>
                </a:moveTo>
                <a:cubicBezTo>
                  <a:pt x="5690" y="1"/>
                  <a:pt x="4896" y="268"/>
                  <a:pt x="4103" y="841"/>
                </a:cubicBezTo>
                <a:cubicBezTo>
                  <a:pt x="1668" y="2542"/>
                  <a:pt x="0" y="6345"/>
                  <a:pt x="367" y="9280"/>
                </a:cubicBezTo>
                <a:cubicBezTo>
                  <a:pt x="534" y="10781"/>
                  <a:pt x="1201" y="11749"/>
                  <a:pt x="2068" y="12149"/>
                </a:cubicBezTo>
                <a:cubicBezTo>
                  <a:pt x="2374" y="12296"/>
                  <a:pt x="2714" y="12370"/>
                  <a:pt x="3076" y="12370"/>
                </a:cubicBezTo>
                <a:cubicBezTo>
                  <a:pt x="3783" y="12370"/>
                  <a:pt x="4577" y="12088"/>
                  <a:pt x="5371" y="11515"/>
                </a:cubicBezTo>
                <a:cubicBezTo>
                  <a:pt x="7772" y="9814"/>
                  <a:pt x="9474" y="6045"/>
                  <a:pt x="9140" y="3076"/>
                </a:cubicBezTo>
                <a:cubicBezTo>
                  <a:pt x="8940" y="1608"/>
                  <a:pt x="8306" y="607"/>
                  <a:pt x="7405" y="207"/>
                </a:cubicBezTo>
                <a:cubicBezTo>
                  <a:pt x="7100" y="71"/>
                  <a:pt x="6759" y="1"/>
                  <a:pt x="6396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0">
            <a:extLst>
              <a:ext uri="{FF2B5EF4-FFF2-40B4-BE49-F238E27FC236}">
                <a16:creationId xmlns:a16="http://schemas.microsoft.com/office/drawing/2014/main" id="{6EFA3415-BF5F-B0AB-47BE-AC40172DA5B1}"/>
              </a:ext>
            </a:extLst>
          </p:cNvPr>
          <p:cNvSpPr/>
          <p:nvPr/>
        </p:nvSpPr>
        <p:spPr>
          <a:xfrm>
            <a:off x="7627895" y="1443735"/>
            <a:ext cx="109249" cy="130311"/>
          </a:xfrm>
          <a:custGeom>
            <a:avLst/>
            <a:gdLst/>
            <a:ahLst/>
            <a:cxnLst/>
            <a:rect l="l" t="t" r="r" b="b"/>
            <a:pathLst>
              <a:path w="6105" h="7282" extrusionOk="0">
                <a:moveTo>
                  <a:pt x="3443" y="1"/>
                </a:moveTo>
                <a:cubicBezTo>
                  <a:pt x="3063" y="1"/>
                  <a:pt x="2639" y="149"/>
                  <a:pt x="2202" y="455"/>
                </a:cubicBezTo>
                <a:cubicBezTo>
                  <a:pt x="767" y="1589"/>
                  <a:pt x="0" y="3324"/>
                  <a:pt x="100" y="5125"/>
                </a:cubicBezTo>
                <a:cubicBezTo>
                  <a:pt x="100" y="5759"/>
                  <a:pt x="467" y="6360"/>
                  <a:pt x="1068" y="6693"/>
                </a:cubicBezTo>
                <a:lnTo>
                  <a:pt x="2135" y="7160"/>
                </a:lnTo>
                <a:cubicBezTo>
                  <a:pt x="2307" y="7240"/>
                  <a:pt x="2495" y="7281"/>
                  <a:pt x="2695" y="7281"/>
                </a:cubicBezTo>
                <a:cubicBezTo>
                  <a:pt x="3076" y="7281"/>
                  <a:pt x="3499" y="7133"/>
                  <a:pt x="3936" y="6827"/>
                </a:cubicBezTo>
                <a:cubicBezTo>
                  <a:pt x="5337" y="5692"/>
                  <a:pt x="6105" y="3958"/>
                  <a:pt x="6004" y="2157"/>
                </a:cubicBezTo>
                <a:cubicBezTo>
                  <a:pt x="5904" y="1323"/>
                  <a:pt x="5571" y="789"/>
                  <a:pt x="5070" y="589"/>
                </a:cubicBezTo>
                <a:lnTo>
                  <a:pt x="4003" y="122"/>
                </a:lnTo>
                <a:cubicBezTo>
                  <a:pt x="3831" y="41"/>
                  <a:pt x="3643" y="1"/>
                  <a:pt x="3443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0">
            <a:extLst>
              <a:ext uri="{FF2B5EF4-FFF2-40B4-BE49-F238E27FC236}">
                <a16:creationId xmlns:a16="http://schemas.microsoft.com/office/drawing/2014/main" id="{FF6CB263-BB73-A929-3818-2CABD5A87722}"/>
              </a:ext>
            </a:extLst>
          </p:cNvPr>
          <p:cNvSpPr/>
          <p:nvPr/>
        </p:nvSpPr>
        <p:spPr>
          <a:xfrm>
            <a:off x="7646399" y="1452091"/>
            <a:ext cx="90746" cy="121954"/>
          </a:xfrm>
          <a:custGeom>
            <a:avLst/>
            <a:gdLst/>
            <a:ahLst/>
            <a:cxnLst/>
            <a:rect l="l" t="t" r="r" b="b"/>
            <a:pathLst>
              <a:path w="5071" h="6815" extrusionOk="0">
                <a:moveTo>
                  <a:pt x="3458" y="1"/>
                </a:moveTo>
                <a:cubicBezTo>
                  <a:pt x="3077" y="1"/>
                  <a:pt x="2639" y="149"/>
                  <a:pt x="2202" y="455"/>
                </a:cubicBezTo>
                <a:cubicBezTo>
                  <a:pt x="801" y="1589"/>
                  <a:pt x="0" y="3324"/>
                  <a:pt x="134" y="5125"/>
                </a:cubicBezTo>
                <a:cubicBezTo>
                  <a:pt x="234" y="5926"/>
                  <a:pt x="567" y="6460"/>
                  <a:pt x="1068" y="6693"/>
                </a:cubicBezTo>
                <a:cubicBezTo>
                  <a:pt x="1240" y="6773"/>
                  <a:pt x="1428" y="6814"/>
                  <a:pt x="1627" y="6814"/>
                </a:cubicBezTo>
                <a:cubicBezTo>
                  <a:pt x="2008" y="6814"/>
                  <a:pt x="2431" y="6666"/>
                  <a:pt x="2869" y="6360"/>
                </a:cubicBezTo>
                <a:cubicBezTo>
                  <a:pt x="4303" y="5225"/>
                  <a:pt x="5071" y="3491"/>
                  <a:pt x="4970" y="1690"/>
                </a:cubicBezTo>
                <a:cubicBezTo>
                  <a:pt x="4870" y="856"/>
                  <a:pt x="4503" y="322"/>
                  <a:pt x="4003" y="122"/>
                </a:cubicBezTo>
                <a:cubicBezTo>
                  <a:pt x="3842" y="41"/>
                  <a:pt x="3658" y="1"/>
                  <a:pt x="3458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0">
            <a:extLst>
              <a:ext uri="{FF2B5EF4-FFF2-40B4-BE49-F238E27FC236}">
                <a16:creationId xmlns:a16="http://schemas.microsoft.com/office/drawing/2014/main" id="{3B61C858-92DA-CA97-6229-27D9E3EE8F93}"/>
              </a:ext>
            </a:extLst>
          </p:cNvPr>
          <p:cNvSpPr/>
          <p:nvPr/>
        </p:nvSpPr>
        <p:spPr>
          <a:xfrm>
            <a:off x="6712799" y="1345026"/>
            <a:ext cx="1141343" cy="450399"/>
          </a:xfrm>
          <a:custGeom>
            <a:avLst/>
            <a:gdLst/>
            <a:ahLst/>
            <a:cxnLst/>
            <a:rect l="l" t="t" r="r" b="b"/>
            <a:pathLst>
              <a:path w="63780" h="25169" extrusionOk="0">
                <a:moveTo>
                  <a:pt x="55521" y="0"/>
                </a:moveTo>
                <a:cubicBezTo>
                  <a:pt x="55159" y="0"/>
                  <a:pt x="54795" y="45"/>
                  <a:pt x="54440" y="134"/>
                </a:cubicBezTo>
                <a:lnTo>
                  <a:pt x="7239" y="10174"/>
                </a:lnTo>
                <a:cubicBezTo>
                  <a:pt x="4604" y="10741"/>
                  <a:pt x="1769" y="13910"/>
                  <a:pt x="735" y="17379"/>
                </a:cubicBezTo>
                <a:cubicBezTo>
                  <a:pt x="1" y="19981"/>
                  <a:pt x="468" y="22049"/>
                  <a:pt x="1835" y="22850"/>
                </a:cubicBezTo>
                <a:cubicBezTo>
                  <a:pt x="2269" y="23117"/>
                  <a:pt x="4671" y="24485"/>
                  <a:pt x="5238" y="24818"/>
                </a:cubicBezTo>
                <a:cubicBezTo>
                  <a:pt x="5652" y="25039"/>
                  <a:pt x="6113" y="25169"/>
                  <a:pt x="6562" y="25169"/>
                </a:cubicBezTo>
                <a:cubicBezTo>
                  <a:pt x="6655" y="25169"/>
                  <a:pt x="6747" y="25163"/>
                  <a:pt x="6839" y="25152"/>
                </a:cubicBezTo>
                <a:lnTo>
                  <a:pt x="52205" y="21449"/>
                </a:lnTo>
                <a:cubicBezTo>
                  <a:pt x="56241" y="21115"/>
                  <a:pt x="61011" y="16179"/>
                  <a:pt x="62645" y="10641"/>
                </a:cubicBezTo>
                <a:cubicBezTo>
                  <a:pt x="63780" y="6739"/>
                  <a:pt x="63012" y="3636"/>
                  <a:pt x="61011" y="2469"/>
                </a:cubicBezTo>
                <a:cubicBezTo>
                  <a:pt x="60444" y="2135"/>
                  <a:pt x="58176" y="868"/>
                  <a:pt x="57608" y="534"/>
                </a:cubicBezTo>
                <a:cubicBezTo>
                  <a:pt x="56964" y="178"/>
                  <a:pt x="56245" y="0"/>
                  <a:pt x="55521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0">
            <a:extLst>
              <a:ext uri="{FF2B5EF4-FFF2-40B4-BE49-F238E27FC236}">
                <a16:creationId xmlns:a16="http://schemas.microsoft.com/office/drawing/2014/main" id="{A76FC343-3C74-35F8-35BC-B43F7DDAD6DF}"/>
              </a:ext>
            </a:extLst>
          </p:cNvPr>
          <p:cNvSpPr/>
          <p:nvPr/>
        </p:nvSpPr>
        <p:spPr>
          <a:xfrm>
            <a:off x="6712799" y="1345026"/>
            <a:ext cx="1141343" cy="450399"/>
          </a:xfrm>
          <a:custGeom>
            <a:avLst/>
            <a:gdLst/>
            <a:ahLst/>
            <a:cxnLst/>
            <a:rect l="l" t="t" r="r" b="b"/>
            <a:pathLst>
              <a:path w="63780" h="25169" extrusionOk="0">
                <a:moveTo>
                  <a:pt x="55521" y="0"/>
                </a:moveTo>
                <a:cubicBezTo>
                  <a:pt x="55159" y="0"/>
                  <a:pt x="54795" y="45"/>
                  <a:pt x="54440" y="134"/>
                </a:cubicBezTo>
                <a:lnTo>
                  <a:pt x="7239" y="10174"/>
                </a:lnTo>
                <a:cubicBezTo>
                  <a:pt x="4604" y="10741"/>
                  <a:pt x="1769" y="13910"/>
                  <a:pt x="735" y="17379"/>
                </a:cubicBezTo>
                <a:cubicBezTo>
                  <a:pt x="1" y="19981"/>
                  <a:pt x="468" y="22049"/>
                  <a:pt x="1835" y="22850"/>
                </a:cubicBezTo>
                <a:cubicBezTo>
                  <a:pt x="2269" y="23117"/>
                  <a:pt x="4671" y="24485"/>
                  <a:pt x="5238" y="24818"/>
                </a:cubicBezTo>
                <a:cubicBezTo>
                  <a:pt x="5652" y="25039"/>
                  <a:pt x="6113" y="25169"/>
                  <a:pt x="6562" y="25169"/>
                </a:cubicBezTo>
                <a:cubicBezTo>
                  <a:pt x="6655" y="25169"/>
                  <a:pt x="6747" y="25163"/>
                  <a:pt x="6839" y="25152"/>
                </a:cubicBezTo>
                <a:lnTo>
                  <a:pt x="52205" y="21449"/>
                </a:lnTo>
                <a:cubicBezTo>
                  <a:pt x="56241" y="21115"/>
                  <a:pt x="61011" y="16179"/>
                  <a:pt x="62645" y="10641"/>
                </a:cubicBezTo>
                <a:cubicBezTo>
                  <a:pt x="63780" y="6739"/>
                  <a:pt x="63012" y="3636"/>
                  <a:pt x="61011" y="2469"/>
                </a:cubicBezTo>
                <a:cubicBezTo>
                  <a:pt x="60444" y="2135"/>
                  <a:pt x="58176" y="868"/>
                  <a:pt x="57608" y="534"/>
                </a:cubicBezTo>
                <a:cubicBezTo>
                  <a:pt x="56964" y="178"/>
                  <a:pt x="56245" y="0"/>
                  <a:pt x="55521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40">
            <a:extLst>
              <a:ext uri="{FF2B5EF4-FFF2-40B4-BE49-F238E27FC236}">
                <a16:creationId xmlns:a16="http://schemas.microsoft.com/office/drawing/2014/main" id="{D3008DEC-3C30-9685-07AA-FBD9C3D86814}"/>
              </a:ext>
            </a:extLst>
          </p:cNvPr>
          <p:cNvSpPr/>
          <p:nvPr/>
        </p:nvSpPr>
        <p:spPr>
          <a:xfrm>
            <a:off x="6769562" y="1380315"/>
            <a:ext cx="1090163" cy="415003"/>
          </a:xfrm>
          <a:custGeom>
            <a:avLst/>
            <a:gdLst/>
            <a:ahLst/>
            <a:cxnLst/>
            <a:rect l="l" t="t" r="r" b="b"/>
            <a:pathLst>
              <a:path w="60920" h="23191" extrusionOk="0">
                <a:moveTo>
                  <a:pt x="55833" y="0"/>
                </a:moveTo>
                <a:cubicBezTo>
                  <a:pt x="55465" y="0"/>
                  <a:pt x="55077" y="43"/>
                  <a:pt x="54670" y="130"/>
                </a:cubicBezTo>
                <a:lnTo>
                  <a:pt x="7470" y="10170"/>
                </a:lnTo>
                <a:cubicBezTo>
                  <a:pt x="4834" y="10737"/>
                  <a:pt x="1966" y="13873"/>
                  <a:pt x="965" y="17342"/>
                </a:cubicBezTo>
                <a:cubicBezTo>
                  <a:pt x="1" y="20684"/>
                  <a:pt x="1049" y="23191"/>
                  <a:pt x="3394" y="23191"/>
                </a:cubicBezTo>
                <a:cubicBezTo>
                  <a:pt x="3483" y="23191"/>
                  <a:pt x="3574" y="23187"/>
                  <a:pt x="3667" y="23180"/>
                </a:cubicBezTo>
                <a:lnTo>
                  <a:pt x="49033" y="19477"/>
                </a:lnTo>
                <a:cubicBezTo>
                  <a:pt x="53069" y="19143"/>
                  <a:pt x="57839" y="14240"/>
                  <a:pt x="59473" y="8669"/>
                </a:cubicBezTo>
                <a:cubicBezTo>
                  <a:pt x="60919" y="3668"/>
                  <a:pt x="59264" y="0"/>
                  <a:pt x="55833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0">
            <a:extLst>
              <a:ext uri="{FF2B5EF4-FFF2-40B4-BE49-F238E27FC236}">
                <a16:creationId xmlns:a16="http://schemas.microsoft.com/office/drawing/2014/main" id="{8D4577DA-3172-28EB-6BB9-CDF03BD0D455}"/>
              </a:ext>
            </a:extLst>
          </p:cNvPr>
          <p:cNvSpPr/>
          <p:nvPr/>
        </p:nvSpPr>
        <p:spPr>
          <a:xfrm>
            <a:off x="6831586" y="3229083"/>
            <a:ext cx="704991" cy="361443"/>
          </a:xfrm>
          <a:custGeom>
            <a:avLst/>
            <a:gdLst/>
            <a:ahLst/>
            <a:cxnLst/>
            <a:rect l="l" t="t" r="r" b="b"/>
            <a:pathLst>
              <a:path w="39396" h="20198" extrusionOk="0">
                <a:moveTo>
                  <a:pt x="19715" y="0"/>
                </a:moveTo>
                <a:cubicBezTo>
                  <a:pt x="14695" y="0"/>
                  <a:pt x="9674" y="1109"/>
                  <a:pt x="5838" y="3327"/>
                </a:cubicBezTo>
                <a:cubicBezTo>
                  <a:pt x="5338" y="3628"/>
                  <a:pt x="4838" y="3928"/>
                  <a:pt x="4404" y="4228"/>
                </a:cubicBezTo>
                <a:lnTo>
                  <a:pt x="67" y="4228"/>
                </a:lnTo>
                <a:lnTo>
                  <a:pt x="67" y="9966"/>
                </a:lnTo>
                <a:cubicBezTo>
                  <a:pt x="1" y="12301"/>
                  <a:pt x="1902" y="14636"/>
                  <a:pt x="5805" y="16870"/>
                </a:cubicBezTo>
                <a:cubicBezTo>
                  <a:pt x="9641" y="19089"/>
                  <a:pt x="14670" y="20198"/>
                  <a:pt x="19698" y="20198"/>
                </a:cubicBezTo>
                <a:cubicBezTo>
                  <a:pt x="24727" y="20198"/>
                  <a:pt x="29755" y="19089"/>
                  <a:pt x="33591" y="16870"/>
                </a:cubicBezTo>
                <a:cubicBezTo>
                  <a:pt x="37494" y="14602"/>
                  <a:pt x="39396" y="12267"/>
                  <a:pt x="39329" y="9966"/>
                </a:cubicBezTo>
                <a:lnTo>
                  <a:pt x="39329" y="4228"/>
                </a:lnTo>
                <a:lnTo>
                  <a:pt x="35026" y="4228"/>
                </a:lnTo>
                <a:cubicBezTo>
                  <a:pt x="34592" y="3928"/>
                  <a:pt x="34092" y="3628"/>
                  <a:pt x="33591" y="3327"/>
                </a:cubicBezTo>
                <a:cubicBezTo>
                  <a:pt x="29755" y="1109"/>
                  <a:pt x="24735" y="0"/>
                  <a:pt x="1971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0">
            <a:extLst>
              <a:ext uri="{FF2B5EF4-FFF2-40B4-BE49-F238E27FC236}">
                <a16:creationId xmlns:a16="http://schemas.microsoft.com/office/drawing/2014/main" id="{D17EB2CA-2D80-76B8-333F-EC4E91DF5E9C}"/>
              </a:ext>
            </a:extLst>
          </p:cNvPr>
          <p:cNvSpPr/>
          <p:nvPr/>
        </p:nvSpPr>
        <p:spPr>
          <a:xfrm>
            <a:off x="6798766" y="3101330"/>
            <a:ext cx="771239" cy="405626"/>
          </a:xfrm>
          <a:custGeom>
            <a:avLst/>
            <a:gdLst/>
            <a:ahLst/>
            <a:cxnLst/>
            <a:rect l="l" t="t" r="r" b="b"/>
            <a:pathLst>
              <a:path w="43098" h="22667" extrusionOk="0">
                <a:moveTo>
                  <a:pt x="21549" y="1"/>
                </a:moveTo>
                <a:cubicBezTo>
                  <a:pt x="16529" y="1"/>
                  <a:pt x="11508" y="1110"/>
                  <a:pt x="7672" y="3328"/>
                </a:cubicBezTo>
                <a:cubicBezTo>
                  <a:pt x="0" y="7764"/>
                  <a:pt x="0" y="14936"/>
                  <a:pt x="7672" y="19339"/>
                </a:cubicBezTo>
                <a:cubicBezTo>
                  <a:pt x="11492" y="21558"/>
                  <a:pt x="16512" y="22667"/>
                  <a:pt x="21536" y="22667"/>
                </a:cubicBezTo>
                <a:cubicBezTo>
                  <a:pt x="26561" y="22667"/>
                  <a:pt x="31589" y="21558"/>
                  <a:pt x="35425" y="19339"/>
                </a:cubicBezTo>
                <a:cubicBezTo>
                  <a:pt x="43098" y="14936"/>
                  <a:pt x="43098" y="7764"/>
                  <a:pt x="35425" y="3328"/>
                </a:cubicBezTo>
                <a:cubicBezTo>
                  <a:pt x="31589" y="1110"/>
                  <a:pt x="26569" y="1"/>
                  <a:pt x="21549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40">
            <a:extLst>
              <a:ext uri="{FF2B5EF4-FFF2-40B4-BE49-F238E27FC236}">
                <a16:creationId xmlns:a16="http://schemas.microsoft.com/office/drawing/2014/main" id="{35338547-A1F1-98BA-8F62-F368CE65D06D}"/>
              </a:ext>
            </a:extLst>
          </p:cNvPr>
          <p:cNvSpPr/>
          <p:nvPr/>
        </p:nvSpPr>
        <p:spPr>
          <a:xfrm>
            <a:off x="6965297" y="2504264"/>
            <a:ext cx="463230" cy="923829"/>
          </a:xfrm>
          <a:custGeom>
            <a:avLst/>
            <a:gdLst/>
            <a:ahLst/>
            <a:cxnLst/>
            <a:rect l="l" t="t" r="r" b="b"/>
            <a:pathLst>
              <a:path w="25886" h="51625" extrusionOk="0">
                <a:moveTo>
                  <a:pt x="12943" y="0"/>
                </a:moveTo>
                <a:cubicBezTo>
                  <a:pt x="5805" y="0"/>
                  <a:pt x="1" y="5871"/>
                  <a:pt x="134" y="13043"/>
                </a:cubicBezTo>
                <a:lnTo>
                  <a:pt x="134" y="44298"/>
                </a:lnTo>
                <a:cubicBezTo>
                  <a:pt x="134" y="46200"/>
                  <a:pt x="1402" y="48068"/>
                  <a:pt x="3904" y="49502"/>
                </a:cubicBezTo>
                <a:cubicBezTo>
                  <a:pt x="6398" y="50916"/>
                  <a:pt x="9672" y="51625"/>
                  <a:pt x="12944" y="51625"/>
                </a:cubicBezTo>
                <a:cubicBezTo>
                  <a:pt x="16235" y="51625"/>
                  <a:pt x="19524" y="50907"/>
                  <a:pt x="22016" y="49469"/>
                </a:cubicBezTo>
                <a:cubicBezTo>
                  <a:pt x="24485" y="48034"/>
                  <a:pt x="25719" y="46166"/>
                  <a:pt x="25752" y="44298"/>
                </a:cubicBezTo>
                <a:lnTo>
                  <a:pt x="25752" y="44232"/>
                </a:lnTo>
                <a:lnTo>
                  <a:pt x="25752" y="13043"/>
                </a:lnTo>
                <a:cubicBezTo>
                  <a:pt x="25886" y="5871"/>
                  <a:pt x="20115" y="0"/>
                  <a:pt x="12943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40">
            <a:extLst>
              <a:ext uri="{FF2B5EF4-FFF2-40B4-BE49-F238E27FC236}">
                <a16:creationId xmlns:a16="http://schemas.microsoft.com/office/drawing/2014/main" id="{A4C03C0C-CF55-BA6E-283A-5B02BDE420DC}"/>
              </a:ext>
            </a:extLst>
          </p:cNvPr>
          <p:cNvSpPr/>
          <p:nvPr/>
        </p:nvSpPr>
        <p:spPr>
          <a:xfrm>
            <a:off x="7279283" y="2995356"/>
            <a:ext cx="67464" cy="85556"/>
          </a:xfrm>
          <a:custGeom>
            <a:avLst/>
            <a:gdLst/>
            <a:ahLst/>
            <a:cxnLst/>
            <a:rect l="l" t="t" r="r" b="b"/>
            <a:pathLst>
              <a:path w="3770" h="4781" extrusionOk="0">
                <a:moveTo>
                  <a:pt x="2465" y="1"/>
                </a:moveTo>
                <a:cubicBezTo>
                  <a:pt x="2207" y="1"/>
                  <a:pt x="1949" y="88"/>
                  <a:pt x="1735" y="244"/>
                </a:cubicBezTo>
                <a:cubicBezTo>
                  <a:pt x="734" y="877"/>
                  <a:pt x="101" y="1978"/>
                  <a:pt x="34" y="3179"/>
                </a:cubicBezTo>
                <a:cubicBezTo>
                  <a:pt x="1" y="3613"/>
                  <a:pt x="167" y="4013"/>
                  <a:pt x="501" y="4280"/>
                </a:cubicBezTo>
                <a:lnTo>
                  <a:pt x="534" y="4280"/>
                </a:lnTo>
                <a:lnTo>
                  <a:pt x="1368" y="4780"/>
                </a:lnTo>
                <a:lnTo>
                  <a:pt x="1735" y="4146"/>
                </a:lnTo>
                <a:cubicBezTo>
                  <a:pt x="2736" y="3513"/>
                  <a:pt x="3370" y="2412"/>
                  <a:pt x="3436" y="1211"/>
                </a:cubicBezTo>
                <a:lnTo>
                  <a:pt x="3436" y="1144"/>
                </a:lnTo>
                <a:lnTo>
                  <a:pt x="3770" y="610"/>
                </a:lnTo>
                <a:lnTo>
                  <a:pt x="3003" y="143"/>
                </a:lnTo>
                <a:cubicBezTo>
                  <a:pt x="2835" y="46"/>
                  <a:pt x="2651" y="1"/>
                  <a:pt x="2465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0">
            <a:extLst>
              <a:ext uri="{FF2B5EF4-FFF2-40B4-BE49-F238E27FC236}">
                <a16:creationId xmlns:a16="http://schemas.microsoft.com/office/drawing/2014/main" id="{A3925D82-9444-9367-C7F9-E11DA633E9EB}"/>
              </a:ext>
            </a:extLst>
          </p:cNvPr>
          <p:cNvSpPr/>
          <p:nvPr/>
        </p:nvSpPr>
        <p:spPr>
          <a:xfrm>
            <a:off x="7279283" y="2995356"/>
            <a:ext cx="67464" cy="85556"/>
          </a:xfrm>
          <a:custGeom>
            <a:avLst/>
            <a:gdLst/>
            <a:ahLst/>
            <a:cxnLst/>
            <a:rect l="l" t="t" r="r" b="b"/>
            <a:pathLst>
              <a:path w="3770" h="4781" extrusionOk="0">
                <a:moveTo>
                  <a:pt x="2465" y="1"/>
                </a:moveTo>
                <a:cubicBezTo>
                  <a:pt x="2207" y="1"/>
                  <a:pt x="1949" y="88"/>
                  <a:pt x="1735" y="244"/>
                </a:cubicBezTo>
                <a:cubicBezTo>
                  <a:pt x="734" y="877"/>
                  <a:pt x="101" y="1978"/>
                  <a:pt x="34" y="3179"/>
                </a:cubicBezTo>
                <a:cubicBezTo>
                  <a:pt x="1" y="3613"/>
                  <a:pt x="167" y="4013"/>
                  <a:pt x="501" y="4280"/>
                </a:cubicBezTo>
                <a:lnTo>
                  <a:pt x="534" y="4280"/>
                </a:lnTo>
                <a:lnTo>
                  <a:pt x="1368" y="4780"/>
                </a:lnTo>
                <a:lnTo>
                  <a:pt x="1735" y="4146"/>
                </a:lnTo>
                <a:cubicBezTo>
                  <a:pt x="2736" y="3513"/>
                  <a:pt x="3370" y="2412"/>
                  <a:pt x="3436" y="1211"/>
                </a:cubicBezTo>
                <a:lnTo>
                  <a:pt x="3436" y="1144"/>
                </a:lnTo>
                <a:lnTo>
                  <a:pt x="3770" y="610"/>
                </a:lnTo>
                <a:lnTo>
                  <a:pt x="3003" y="143"/>
                </a:lnTo>
                <a:cubicBezTo>
                  <a:pt x="2835" y="46"/>
                  <a:pt x="2651" y="1"/>
                  <a:pt x="246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0">
            <a:extLst>
              <a:ext uri="{FF2B5EF4-FFF2-40B4-BE49-F238E27FC236}">
                <a16:creationId xmlns:a16="http://schemas.microsoft.com/office/drawing/2014/main" id="{BFAF0F86-6E2B-BD2A-9B5B-D548F877B04A}"/>
              </a:ext>
            </a:extLst>
          </p:cNvPr>
          <p:cNvSpPr/>
          <p:nvPr/>
        </p:nvSpPr>
        <p:spPr>
          <a:xfrm>
            <a:off x="7294798" y="3004196"/>
            <a:ext cx="61505" cy="78774"/>
          </a:xfrm>
          <a:custGeom>
            <a:avLst/>
            <a:gdLst/>
            <a:ahLst/>
            <a:cxnLst/>
            <a:rect l="l" t="t" r="r" b="b"/>
            <a:pathLst>
              <a:path w="3437" h="4402" extrusionOk="0">
                <a:moveTo>
                  <a:pt x="2499" y="1"/>
                </a:moveTo>
                <a:cubicBezTo>
                  <a:pt x="2261" y="1"/>
                  <a:pt x="1991" y="81"/>
                  <a:pt x="1702" y="250"/>
                </a:cubicBezTo>
                <a:cubicBezTo>
                  <a:pt x="701" y="884"/>
                  <a:pt x="68" y="1984"/>
                  <a:pt x="1" y="3185"/>
                </a:cubicBezTo>
                <a:cubicBezTo>
                  <a:pt x="1" y="3958"/>
                  <a:pt x="379" y="4402"/>
                  <a:pt x="927" y="4402"/>
                </a:cubicBezTo>
                <a:cubicBezTo>
                  <a:pt x="1160" y="4402"/>
                  <a:pt x="1424" y="4322"/>
                  <a:pt x="1702" y="4153"/>
                </a:cubicBezTo>
                <a:cubicBezTo>
                  <a:pt x="2736" y="3519"/>
                  <a:pt x="3370" y="2418"/>
                  <a:pt x="3437" y="1217"/>
                </a:cubicBezTo>
                <a:cubicBezTo>
                  <a:pt x="3437" y="445"/>
                  <a:pt x="3059" y="1"/>
                  <a:pt x="2499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0">
            <a:extLst>
              <a:ext uri="{FF2B5EF4-FFF2-40B4-BE49-F238E27FC236}">
                <a16:creationId xmlns:a16="http://schemas.microsoft.com/office/drawing/2014/main" id="{B0AC9112-0821-BB6B-A61E-C3E11EFEF753}"/>
              </a:ext>
            </a:extLst>
          </p:cNvPr>
          <p:cNvSpPr/>
          <p:nvPr/>
        </p:nvSpPr>
        <p:spPr>
          <a:xfrm>
            <a:off x="7279283" y="3126348"/>
            <a:ext cx="67464" cy="85878"/>
          </a:xfrm>
          <a:custGeom>
            <a:avLst/>
            <a:gdLst/>
            <a:ahLst/>
            <a:cxnLst/>
            <a:rect l="l" t="t" r="r" b="b"/>
            <a:pathLst>
              <a:path w="3770" h="4799" extrusionOk="0">
                <a:moveTo>
                  <a:pt x="2451" y="0"/>
                </a:moveTo>
                <a:cubicBezTo>
                  <a:pt x="2198" y="0"/>
                  <a:pt x="1945" y="76"/>
                  <a:pt x="1735" y="229"/>
                </a:cubicBezTo>
                <a:cubicBezTo>
                  <a:pt x="734" y="896"/>
                  <a:pt x="101" y="1997"/>
                  <a:pt x="34" y="3198"/>
                </a:cubicBezTo>
                <a:cubicBezTo>
                  <a:pt x="1" y="3631"/>
                  <a:pt x="167" y="4031"/>
                  <a:pt x="534" y="4298"/>
                </a:cubicBezTo>
                <a:lnTo>
                  <a:pt x="568" y="4298"/>
                </a:lnTo>
                <a:lnTo>
                  <a:pt x="1402" y="4799"/>
                </a:lnTo>
                <a:lnTo>
                  <a:pt x="1735" y="4165"/>
                </a:lnTo>
                <a:cubicBezTo>
                  <a:pt x="2769" y="3498"/>
                  <a:pt x="3403" y="2430"/>
                  <a:pt x="3470" y="1196"/>
                </a:cubicBezTo>
                <a:lnTo>
                  <a:pt x="3470" y="1163"/>
                </a:lnTo>
                <a:lnTo>
                  <a:pt x="3770" y="596"/>
                </a:lnTo>
                <a:lnTo>
                  <a:pt x="3003" y="129"/>
                </a:lnTo>
                <a:cubicBezTo>
                  <a:pt x="2831" y="43"/>
                  <a:pt x="2641" y="0"/>
                  <a:pt x="245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0">
            <a:extLst>
              <a:ext uri="{FF2B5EF4-FFF2-40B4-BE49-F238E27FC236}">
                <a16:creationId xmlns:a16="http://schemas.microsoft.com/office/drawing/2014/main" id="{1CC5FEB5-D88B-24DF-40D9-949D79A3C221}"/>
              </a:ext>
            </a:extLst>
          </p:cNvPr>
          <p:cNvSpPr/>
          <p:nvPr/>
        </p:nvSpPr>
        <p:spPr>
          <a:xfrm>
            <a:off x="7294798" y="3135295"/>
            <a:ext cx="61505" cy="78631"/>
          </a:xfrm>
          <a:custGeom>
            <a:avLst/>
            <a:gdLst/>
            <a:ahLst/>
            <a:cxnLst/>
            <a:rect l="l" t="t" r="r" b="b"/>
            <a:pathLst>
              <a:path w="3437" h="4394" extrusionOk="0">
                <a:moveTo>
                  <a:pt x="2480" y="1"/>
                </a:moveTo>
                <a:cubicBezTo>
                  <a:pt x="2247" y="1"/>
                  <a:pt x="1983" y="74"/>
                  <a:pt x="1702" y="229"/>
                </a:cubicBezTo>
                <a:cubicBezTo>
                  <a:pt x="701" y="896"/>
                  <a:pt x="68" y="1997"/>
                  <a:pt x="1" y="3198"/>
                </a:cubicBezTo>
                <a:cubicBezTo>
                  <a:pt x="1" y="3955"/>
                  <a:pt x="387" y="4394"/>
                  <a:pt x="945" y="4394"/>
                </a:cubicBezTo>
                <a:cubicBezTo>
                  <a:pt x="1174" y="4394"/>
                  <a:pt x="1431" y="4320"/>
                  <a:pt x="1702" y="4165"/>
                </a:cubicBezTo>
                <a:cubicBezTo>
                  <a:pt x="2736" y="3498"/>
                  <a:pt x="3370" y="2397"/>
                  <a:pt x="3437" y="1196"/>
                </a:cubicBezTo>
                <a:cubicBezTo>
                  <a:pt x="3437" y="439"/>
                  <a:pt x="3050" y="1"/>
                  <a:pt x="2480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0">
            <a:extLst>
              <a:ext uri="{FF2B5EF4-FFF2-40B4-BE49-F238E27FC236}">
                <a16:creationId xmlns:a16="http://schemas.microsoft.com/office/drawing/2014/main" id="{10384175-FD33-9280-3C35-13813CE99710}"/>
              </a:ext>
            </a:extLst>
          </p:cNvPr>
          <p:cNvSpPr/>
          <p:nvPr/>
        </p:nvSpPr>
        <p:spPr>
          <a:xfrm>
            <a:off x="7043498" y="1380762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4" y="0"/>
                </a:moveTo>
                <a:cubicBezTo>
                  <a:pt x="38855" y="0"/>
                  <a:pt x="36525" y="1879"/>
                  <a:pt x="34759" y="5175"/>
                </a:cubicBezTo>
                <a:lnTo>
                  <a:pt x="4204" y="62483"/>
                </a:lnTo>
                <a:cubicBezTo>
                  <a:pt x="301" y="69821"/>
                  <a:pt x="1" y="79161"/>
                  <a:pt x="3536" y="82764"/>
                </a:cubicBezTo>
                <a:cubicBezTo>
                  <a:pt x="3870" y="83064"/>
                  <a:pt x="4204" y="83331"/>
                  <a:pt x="4570" y="83565"/>
                </a:cubicBezTo>
                <a:cubicBezTo>
                  <a:pt x="5471" y="84098"/>
                  <a:pt x="9307" y="86300"/>
                  <a:pt x="9674" y="86500"/>
                </a:cubicBezTo>
                <a:cubicBezTo>
                  <a:pt x="10363" y="86902"/>
                  <a:pt x="11110" y="87095"/>
                  <a:pt x="11888" y="87095"/>
                </a:cubicBezTo>
                <a:cubicBezTo>
                  <a:pt x="15180" y="87095"/>
                  <a:pt x="19047" y="83640"/>
                  <a:pt x="21583" y="77894"/>
                </a:cubicBezTo>
                <a:lnTo>
                  <a:pt x="48368" y="16783"/>
                </a:lnTo>
                <a:cubicBezTo>
                  <a:pt x="50537" y="11813"/>
                  <a:pt x="50470" y="6176"/>
                  <a:pt x="48235" y="3908"/>
                </a:cubicBezTo>
                <a:cubicBezTo>
                  <a:pt x="48001" y="3674"/>
                  <a:pt x="47768" y="3474"/>
                  <a:pt x="47468" y="3307"/>
                </a:cubicBezTo>
                <a:cubicBezTo>
                  <a:pt x="46567" y="2807"/>
                  <a:pt x="42664" y="538"/>
                  <a:pt x="42397" y="405"/>
                </a:cubicBezTo>
                <a:cubicBezTo>
                  <a:pt x="41922" y="132"/>
                  <a:pt x="41409" y="0"/>
                  <a:pt x="40874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40">
            <a:extLst>
              <a:ext uri="{FF2B5EF4-FFF2-40B4-BE49-F238E27FC236}">
                <a16:creationId xmlns:a16="http://schemas.microsoft.com/office/drawing/2014/main" id="{4973F5AA-E477-92F0-3819-801357BF7E57}"/>
              </a:ext>
            </a:extLst>
          </p:cNvPr>
          <p:cNvSpPr/>
          <p:nvPr/>
        </p:nvSpPr>
        <p:spPr>
          <a:xfrm>
            <a:off x="7043498" y="1380762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4" y="0"/>
                </a:moveTo>
                <a:cubicBezTo>
                  <a:pt x="38855" y="0"/>
                  <a:pt x="36525" y="1879"/>
                  <a:pt x="34759" y="5175"/>
                </a:cubicBezTo>
                <a:lnTo>
                  <a:pt x="4204" y="62483"/>
                </a:lnTo>
                <a:cubicBezTo>
                  <a:pt x="301" y="69821"/>
                  <a:pt x="1" y="79161"/>
                  <a:pt x="3536" y="82764"/>
                </a:cubicBezTo>
                <a:cubicBezTo>
                  <a:pt x="3870" y="83064"/>
                  <a:pt x="4204" y="83331"/>
                  <a:pt x="4570" y="83565"/>
                </a:cubicBezTo>
                <a:cubicBezTo>
                  <a:pt x="5471" y="84098"/>
                  <a:pt x="9307" y="86300"/>
                  <a:pt x="9674" y="86500"/>
                </a:cubicBezTo>
                <a:cubicBezTo>
                  <a:pt x="10363" y="86902"/>
                  <a:pt x="11110" y="87095"/>
                  <a:pt x="11888" y="87095"/>
                </a:cubicBezTo>
                <a:cubicBezTo>
                  <a:pt x="15180" y="87095"/>
                  <a:pt x="19047" y="83640"/>
                  <a:pt x="21583" y="77894"/>
                </a:cubicBezTo>
                <a:lnTo>
                  <a:pt x="48368" y="16783"/>
                </a:lnTo>
                <a:cubicBezTo>
                  <a:pt x="50537" y="11813"/>
                  <a:pt x="50470" y="6176"/>
                  <a:pt x="48235" y="3908"/>
                </a:cubicBezTo>
                <a:cubicBezTo>
                  <a:pt x="48001" y="3674"/>
                  <a:pt x="47768" y="3474"/>
                  <a:pt x="47468" y="3307"/>
                </a:cubicBezTo>
                <a:cubicBezTo>
                  <a:pt x="46567" y="2807"/>
                  <a:pt x="42664" y="538"/>
                  <a:pt x="42397" y="405"/>
                </a:cubicBezTo>
                <a:cubicBezTo>
                  <a:pt x="41922" y="132"/>
                  <a:pt x="41409" y="0"/>
                  <a:pt x="40874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40">
            <a:extLst>
              <a:ext uri="{FF2B5EF4-FFF2-40B4-BE49-F238E27FC236}">
                <a16:creationId xmlns:a16="http://schemas.microsoft.com/office/drawing/2014/main" id="{0E562861-EC23-7B84-B5AD-6FD74E86F98B}"/>
              </a:ext>
            </a:extLst>
          </p:cNvPr>
          <p:cNvSpPr/>
          <p:nvPr/>
        </p:nvSpPr>
        <p:spPr>
          <a:xfrm>
            <a:off x="7134226" y="1432944"/>
            <a:ext cx="813632" cy="1506258"/>
          </a:xfrm>
          <a:custGeom>
            <a:avLst/>
            <a:gdLst/>
            <a:ahLst/>
            <a:cxnLst/>
            <a:rect l="l" t="t" r="r" b="b"/>
            <a:pathLst>
              <a:path w="45467" h="84172" extrusionOk="0">
                <a:moveTo>
                  <a:pt x="40905" y="0"/>
                </a:moveTo>
                <a:cubicBezTo>
                  <a:pt x="38887" y="0"/>
                  <a:pt x="36530" y="1878"/>
                  <a:pt x="34759" y="5161"/>
                </a:cubicBezTo>
                <a:lnTo>
                  <a:pt x="4237" y="62469"/>
                </a:lnTo>
                <a:cubicBezTo>
                  <a:pt x="301" y="69841"/>
                  <a:pt x="1" y="79114"/>
                  <a:pt x="3570" y="82750"/>
                </a:cubicBezTo>
                <a:cubicBezTo>
                  <a:pt x="4510" y="83717"/>
                  <a:pt x="5622" y="84172"/>
                  <a:pt x="6812" y="84172"/>
                </a:cubicBezTo>
                <a:cubicBezTo>
                  <a:pt x="10101" y="84172"/>
                  <a:pt x="13990" y="80700"/>
                  <a:pt x="16513" y="74945"/>
                </a:cubicBezTo>
                <a:lnTo>
                  <a:pt x="43298" y="13834"/>
                </a:lnTo>
                <a:cubicBezTo>
                  <a:pt x="45467" y="8897"/>
                  <a:pt x="45400" y="3260"/>
                  <a:pt x="43165" y="992"/>
                </a:cubicBezTo>
                <a:cubicBezTo>
                  <a:pt x="42512" y="320"/>
                  <a:pt x="41738" y="0"/>
                  <a:pt x="4090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40">
            <a:extLst>
              <a:ext uri="{FF2B5EF4-FFF2-40B4-BE49-F238E27FC236}">
                <a16:creationId xmlns:a16="http://schemas.microsoft.com/office/drawing/2014/main" id="{B124B2F1-5AE2-7EB4-9B31-2DE6A93A7F9F}"/>
              </a:ext>
            </a:extLst>
          </p:cNvPr>
          <p:cNvSpPr/>
          <p:nvPr/>
        </p:nvSpPr>
        <p:spPr>
          <a:xfrm>
            <a:off x="7210638" y="2589838"/>
            <a:ext cx="204772" cy="236554"/>
          </a:xfrm>
          <a:custGeom>
            <a:avLst/>
            <a:gdLst/>
            <a:ahLst/>
            <a:cxnLst/>
            <a:rect l="l" t="t" r="r" b="b"/>
            <a:pathLst>
              <a:path w="11443" h="13219" extrusionOk="0">
                <a:moveTo>
                  <a:pt x="6407" y="0"/>
                </a:moveTo>
                <a:cubicBezTo>
                  <a:pt x="5710" y="0"/>
                  <a:pt x="4931" y="282"/>
                  <a:pt x="4137" y="855"/>
                </a:cubicBezTo>
                <a:cubicBezTo>
                  <a:pt x="1702" y="2557"/>
                  <a:pt x="1" y="6359"/>
                  <a:pt x="367" y="9295"/>
                </a:cubicBezTo>
                <a:cubicBezTo>
                  <a:pt x="534" y="10796"/>
                  <a:pt x="1201" y="11763"/>
                  <a:pt x="2102" y="12164"/>
                </a:cubicBezTo>
                <a:lnTo>
                  <a:pt x="4037" y="12997"/>
                </a:lnTo>
                <a:cubicBezTo>
                  <a:pt x="4342" y="13144"/>
                  <a:pt x="4682" y="13219"/>
                  <a:pt x="5045" y="13219"/>
                </a:cubicBezTo>
                <a:cubicBezTo>
                  <a:pt x="5752" y="13219"/>
                  <a:pt x="6545" y="12937"/>
                  <a:pt x="7339" y="12364"/>
                </a:cubicBezTo>
                <a:cubicBezTo>
                  <a:pt x="9774" y="10662"/>
                  <a:pt x="11442" y="6860"/>
                  <a:pt x="11075" y="3924"/>
                </a:cubicBezTo>
                <a:cubicBezTo>
                  <a:pt x="10908" y="2423"/>
                  <a:pt x="10241" y="1456"/>
                  <a:pt x="9341" y="1056"/>
                </a:cubicBezTo>
                <a:lnTo>
                  <a:pt x="7406" y="222"/>
                </a:lnTo>
                <a:cubicBezTo>
                  <a:pt x="7100" y="75"/>
                  <a:pt x="6764" y="0"/>
                  <a:pt x="640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40">
            <a:extLst>
              <a:ext uri="{FF2B5EF4-FFF2-40B4-BE49-F238E27FC236}">
                <a16:creationId xmlns:a16="http://schemas.microsoft.com/office/drawing/2014/main" id="{F5AE1B3C-6AF1-D872-EA97-0E3AA433205E}"/>
              </a:ext>
            </a:extLst>
          </p:cNvPr>
          <p:cNvSpPr/>
          <p:nvPr/>
        </p:nvSpPr>
        <p:spPr>
          <a:xfrm>
            <a:off x="7245855" y="2605031"/>
            <a:ext cx="169555" cy="221093"/>
          </a:xfrm>
          <a:custGeom>
            <a:avLst/>
            <a:gdLst/>
            <a:ahLst/>
            <a:cxnLst/>
            <a:rect l="l" t="t" r="r" b="b"/>
            <a:pathLst>
              <a:path w="9475" h="12355" extrusionOk="0">
                <a:moveTo>
                  <a:pt x="6397" y="0"/>
                </a:moveTo>
                <a:cubicBezTo>
                  <a:pt x="5690" y="0"/>
                  <a:pt x="4897" y="267"/>
                  <a:pt x="4104" y="840"/>
                </a:cubicBezTo>
                <a:cubicBezTo>
                  <a:pt x="1668" y="2542"/>
                  <a:pt x="1" y="6344"/>
                  <a:pt x="368" y="9280"/>
                </a:cubicBezTo>
                <a:cubicBezTo>
                  <a:pt x="534" y="10781"/>
                  <a:pt x="1201" y="11748"/>
                  <a:pt x="2069" y="12148"/>
                </a:cubicBezTo>
                <a:cubicBezTo>
                  <a:pt x="2374" y="12284"/>
                  <a:pt x="2715" y="12355"/>
                  <a:pt x="3078" y="12355"/>
                </a:cubicBezTo>
                <a:cubicBezTo>
                  <a:pt x="3785" y="12355"/>
                  <a:pt x="4578" y="12088"/>
                  <a:pt x="5371" y="11515"/>
                </a:cubicBezTo>
                <a:cubicBezTo>
                  <a:pt x="7806" y="9813"/>
                  <a:pt x="9474" y="6011"/>
                  <a:pt x="9140" y="3075"/>
                </a:cubicBezTo>
                <a:cubicBezTo>
                  <a:pt x="8974" y="1574"/>
                  <a:pt x="8307" y="607"/>
                  <a:pt x="7406" y="207"/>
                </a:cubicBezTo>
                <a:cubicBezTo>
                  <a:pt x="7100" y="71"/>
                  <a:pt x="6760" y="0"/>
                  <a:pt x="6397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40">
            <a:extLst>
              <a:ext uri="{FF2B5EF4-FFF2-40B4-BE49-F238E27FC236}">
                <a16:creationId xmlns:a16="http://schemas.microsoft.com/office/drawing/2014/main" id="{59BF9913-F44C-ECEC-FA0C-6B82A058FF5F}"/>
              </a:ext>
            </a:extLst>
          </p:cNvPr>
          <p:cNvSpPr/>
          <p:nvPr/>
        </p:nvSpPr>
        <p:spPr>
          <a:xfrm>
            <a:off x="7781900" y="1531492"/>
            <a:ext cx="110448" cy="129757"/>
          </a:xfrm>
          <a:custGeom>
            <a:avLst/>
            <a:gdLst/>
            <a:ahLst/>
            <a:cxnLst/>
            <a:rect l="l" t="t" r="r" b="b"/>
            <a:pathLst>
              <a:path w="6172" h="7251" extrusionOk="0">
                <a:moveTo>
                  <a:pt x="3468" y="0"/>
                </a:moveTo>
                <a:cubicBezTo>
                  <a:pt x="3077" y="0"/>
                  <a:pt x="2640" y="148"/>
                  <a:pt x="2202" y="455"/>
                </a:cubicBezTo>
                <a:cubicBezTo>
                  <a:pt x="801" y="1556"/>
                  <a:pt x="0" y="3290"/>
                  <a:pt x="134" y="5091"/>
                </a:cubicBezTo>
                <a:cubicBezTo>
                  <a:pt x="234" y="5925"/>
                  <a:pt x="567" y="6459"/>
                  <a:pt x="1068" y="6693"/>
                </a:cubicBezTo>
                <a:cubicBezTo>
                  <a:pt x="1401" y="6826"/>
                  <a:pt x="1868" y="7026"/>
                  <a:pt x="2169" y="7160"/>
                </a:cubicBezTo>
                <a:cubicBezTo>
                  <a:pt x="2351" y="7221"/>
                  <a:pt x="2544" y="7251"/>
                  <a:pt x="2737" y="7251"/>
                </a:cubicBezTo>
                <a:cubicBezTo>
                  <a:pt x="3177" y="7251"/>
                  <a:pt x="3622" y="7094"/>
                  <a:pt x="3970" y="6793"/>
                </a:cubicBezTo>
                <a:cubicBezTo>
                  <a:pt x="5371" y="5692"/>
                  <a:pt x="6171" y="3957"/>
                  <a:pt x="6038" y="2156"/>
                </a:cubicBezTo>
                <a:cubicBezTo>
                  <a:pt x="5938" y="1322"/>
                  <a:pt x="5604" y="788"/>
                  <a:pt x="5104" y="588"/>
                </a:cubicBezTo>
                <a:lnTo>
                  <a:pt x="4037" y="121"/>
                </a:lnTo>
                <a:cubicBezTo>
                  <a:pt x="3864" y="41"/>
                  <a:pt x="3672" y="0"/>
                  <a:pt x="346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0">
            <a:extLst>
              <a:ext uri="{FF2B5EF4-FFF2-40B4-BE49-F238E27FC236}">
                <a16:creationId xmlns:a16="http://schemas.microsoft.com/office/drawing/2014/main" id="{328938B3-7900-D5E7-C8D3-31385B51720B}"/>
              </a:ext>
            </a:extLst>
          </p:cNvPr>
          <p:cNvSpPr/>
          <p:nvPr/>
        </p:nvSpPr>
        <p:spPr>
          <a:xfrm>
            <a:off x="7800994" y="1539849"/>
            <a:ext cx="90763" cy="121400"/>
          </a:xfrm>
          <a:custGeom>
            <a:avLst/>
            <a:gdLst/>
            <a:ahLst/>
            <a:cxnLst/>
            <a:rect l="l" t="t" r="r" b="b"/>
            <a:pathLst>
              <a:path w="5072" h="6784" extrusionOk="0">
                <a:moveTo>
                  <a:pt x="3468" y="0"/>
                </a:moveTo>
                <a:cubicBezTo>
                  <a:pt x="3078" y="0"/>
                  <a:pt x="2640" y="148"/>
                  <a:pt x="2202" y="455"/>
                </a:cubicBezTo>
                <a:cubicBezTo>
                  <a:pt x="801" y="1556"/>
                  <a:pt x="1" y="3324"/>
                  <a:pt x="134" y="5125"/>
                </a:cubicBezTo>
                <a:cubicBezTo>
                  <a:pt x="234" y="5925"/>
                  <a:pt x="568" y="6459"/>
                  <a:pt x="1068" y="6693"/>
                </a:cubicBezTo>
                <a:cubicBezTo>
                  <a:pt x="1261" y="6754"/>
                  <a:pt x="1461" y="6784"/>
                  <a:pt x="1658" y="6784"/>
                </a:cubicBezTo>
                <a:cubicBezTo>
                  <a:pt x="2110" y="6784"/>
                  <a:pt x="2555" y="6627"/>
                  <a:pt x="2903" y="6326"/>
                </a:cubicBezTo>
                <a:cubicBezTo>
                  <a:pt x="4304" y="5225"/>
                  <a:pt x="5071" y="3490"/>
                  <a:pt x="4971" y="1689"/>
                </a:cubicBezTo>
                <a:cubicBezTo>
                  <a:pt x="4871" y="855"/>
                  <a:pt x="4537" y="321"/>
                  <a:pt x="4037" y="121"/>
                </a:cubicBezTo>
                <a:cubicBezTo>
                  <a:pt x="3865" y="41"/>
                  <a:pt x="3673" y="0"/>
                  <a:pt x="3468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0">
            <a:extLst>
              <a:ext uri="{FF2B5EF4-FFF2-40B4-BE49-F238E27FC236}">
                <a16:creationId xmlns:a16="http://schemas.microsoft.com/office/drawing/2014/main" id="{443FF650-2B21-2196-B67C-673A21A7B48D}"/>
              </a:ext>
            </a:extLst>
          </p:cNvPr>
          <p:cNvSpPr/>
          <p:nvPr/>
        </p:nvSpPr>
        <p:spPr>
          <a:xfrm>
            <a:off x="6653709" y="1461719"/>
            <a:ext cx="330717" cy="373988"/>
          </a:xfrm>
          <a:custGeom>
            <a:avLst/>
            <a:gdLst/>
            <a:ahLst/>
            <a:cxnLst/>
            <a:rect l="l" t="t" r="r" b="b"/>
            <a:pathLst>
              <a:path w="18481" h="20899" extrusionOk="0">
                <a:moveTo>
                  <a:pt x="8538" y="0"/>
                </a:moveTo>
                <a:cubicBezTo>
                  <a:pt x="7594" y="0"/>
                  <a:pt x="6531" y="393"/>
                  <a:pt x="5438" y="1218"/>
                </a:cubicBezTo>
                <a:cubicBezTo>
                  <a:pt x="2235" y="3620"/>
                  <a:pt x="0" y="8757"/>
                  <a:pt x="501" y="12760"/>
                </a:cubicBezTo>
                <a:cubicBezTo>
                  <a:pt x="734" y="14795"/>
                  <a:pt x="1702" y="16129"/>
                  <a:pt x="2936" y="16596"/>
                </a:cubicBezTo>
                <a:lnTo>
                  <a:pt x="10374" y="20899"/>
                </a:lnTo>
                <a:lnTo>
                  <a:pt x="10541" y="20432"/>
                </a:lnTo>
                <a:cubicBezTo>
                  <a:pt x="11475" y="20265"/>
                  <a:pt x="12342" y="19865"/>
                  <a:pt x="13076" y="19264"/>
                </a:cubicBezTo>
                <a:cubicBezTo>
                  <a:pt x="16279" y="16863"/>
                  <a:pt x="18480" y="11726"/>
                  <a:pt x="18013" y="7723"/>
                </a:cubicBezTo>
                <a:cubicBezTo>
                  <a:pt x="17913" y="6789"/>
                  <a:pt x="17613" y="5888"/>
                  <a:pt x="17079" y="5088"/>
                </a:cubicBezTo>
                <a:lnTo>
                  <a:pt x="17279" y="4621"/>
                </a:lnTo>
                <a:lnTo>
                  <a:pt x="9841" y="284"/>
                </a:lnTo>
                <a:cubicBezTo>
                  <a:pt x="9443" y="96"/>
                  <a:pt x="9005" y="0"/>
                  <a:pt x="8538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40">
            <a:extLst>
              <a:ext uri="{FF2B5EF4-FFF2-40B4-BE49-F238E27FC236}">
                <a16:creationId xmlns:a16="http://schemas.microsoft.com/office/drawing/2014/main" id="{B1A2DB93-E845-A867-C55D-98C0032714D4}"/>
              </a:ext>
            </a:extLst>
          </p:cNvPr>
          <p:cNvSpPr/>
          <p:nvPr/>
        </p:nvSpPr>
        <p:spPr>
          <a:xfrm>
            <a:off x="6653709" y="1461719"/>
            <a:ext cx="330717" cy="373988"/>
          </a:xfrm>
          <a:custGeom>
            <a:avLst/>
            <a:gdLst/>
            <a:ahLst/>
            <a:cxnLst/>
            <a:rect l="l" t="t" r="r" b="b"/>
            <a:pathLst>
              <a:path w="18481" h="20899" extrusionOk="0">
                <a:moveTo>
                  <a:pt x="8538" y="0"/>
                </a:moveTo>
                <a:cubicBezTo>
                  <a:pt x="7594" y="0"/>
                  <a:pt x="6531" y="393"/>
                  <a:pt x="5438" y="1218"/>
                </a:cubicBezTo>
                <a:cubicBezTo>
                  <a:pt x="2235" y="3620"/>
                  <a:pt x="0" y="8757"/>
                  <a:pt x="501" y="12760"/>
                </a:cubicBezTo>
                <a:cubicBezTo>
                  <a:pt x="734" y="14795"/>
                  <a:pt x="1702" y="16129"/>
                  <a:pt x="2936" y="16596"/>
                </a:cubicBezTo>
                <a:lnTo>
                  <a:pt x="10374" y="20899"/>
                </a:lnTo>
                <a:lnTo>
                  <a:pt x="10541" y="20432"/>
                </a:lnTo>
                <a:cubicBezTo>
                  <a:pt x="11475" y="20265"/>
                  <a:pt x="12342" y="19865"/>
                  <a:pt x="13076" y="19264"/>
                </a:cubicBezTo>
                <a:cubicBezTo>
                  <a:pt x="16279" y="16863"/>
                  <a:pt x="18480" y="11726"/>
                  <a:pt x="18013" y="7723"/>
                </a:cubicBezTo>
                <a:cubicBezTo>
                  <a:pt x="17913" y="6789"/>
                  <a:pt x="17613" y="5888"/>
                  <a:pt x="17079" y="5088"/>
                </a:cubicBezTo>
                <a:lnTo>
                  <a:pt x="17279" y="4621"/>
                </a:lnTo>
                <a:lnTo>
                  <a:pt x="9841" y="284"/>
                </a:lnTo>
                <a:cubicBezTo>
                  <a:pt x="9443" y="96"/>
                  <a:pt x="9005" y="0"/>
                  <a:pt x="8538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0">
            <a:extLst>
              <a:ext uri="{FF2B5EF4-FFF2-40B4-BE49-F238E27FC236}">
                <a16:creationId xmlns:a16="http://schemas.microsoft.com/office/drawing/2014/main" id="{088CA267-F667-11CF-87A0-BD317112B998}"/>
              </a:ext>
            </a:extLst>
          </p:cNvPr>
          <p:cNvSpPr/>
          <p:nvPr/>
        </p:nvSpPr>
        <p:spPr>
          <a:xfrm>
            <a:off x="6789801" y="1540117"/>
            <a:ext cx="225065" cy="300636"/>
          </a:xfrm>
          <a:custGeom>
            <a:avLst/>
            <a:gdLst/>
            <a:ahLst/>
            <a:cxnLst/>
            <a:rect l="l" t="t" r="r" b="b"/>
            <a:pathLst>
              <a:path w="12577" h="16800" extrusionOk="0">
                <a:moveTo>
                  <a:pt x="8514" y="1"/>
                </a:moveTo>
                <a:cubicBezTo>
                  <a:pt x="7562" y="1"/>
                  <a:pt x="6495" y="389"/>
                  <a:pt x="5405" y="1207"/>
                </a:cubicBezTo>
                <a:cubicBezTo>
                  <a:pt x="2202" y="3609"/>
                  <a:pt x="1" y="8779"/>
                  <a:pt x="468" y="12749"/>
                </a:cubicBezTo>
                <a:cubicBezTo>
                  <a:pt x="797" y="15358"/>
                  <a:pt x="2192" y="16799"/>
                  <a:pt x="4019" y="16799"/>
                </a:cubicBezTo>
                <a:cubicBezTo>
                  <a:pt x="4971" y="16799"/>
                  <a:pt x="6042" y="16407"/>
                  <a:pt x="7139" y="15584"/>
                </a:cubicBezTo>
                <a:cubicBezTo>
                  <a:pt x="10375" y="13182"/>
                  <a:pt x="12576" y="8045"/>
                  <a:pt x="12076" y="4076"/>
                </a:cubicBezTo>
                <a:cubicBezTo>
                  <a:pt x="11768" y="1458"/>
                  <a:pt x="10357" y="1"/>
                  <a:pt x="851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40">
            <a:extLst>
              <a:ext uri="{FF2B5EF4-FFF2-40B4-BE49-F238E27FC236}">
                <a16:creationId xmlns:a16="http://schemas.microsoft.com/office/drawing/2014/main" id="{50D39B28-B732-FBC3-52FF-490D7CE59EF7}"/>
              </a:ext>
            </a:extLst>
          </p:cNvPr>
          <p:cNvSpPr/>
          <p:nvPr/>
        </p:nvSpPr>
        <p:spPr>
          <a:xfrm>
            <a:off x="6850089" y="1619016"/>
            <a:ext cx="103880" cy="143536"/>
          </a:xfrm>
          <a:custGeom>
            <a:avLst/>
            <a:gdLst/>
            <a:ahLst/>
            <a:cxnLst/>
            <a:rect l="l" t="t" r="r" b="b"/>
            <a:pathLst>
              <a:path w="5805" h="8021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826" y="7749"/>
                  <a:pt x="1296" y="8020"/>
                  <a:pt x="1848" y="8020"/>
                </a:cubicBezTo>
                <a:cubicBezTo>
                  <a:pt x="2307" y="8020"/>
                  <a:pt x="2822" y="7833"/>
                  <a:pt x="3337" y="7439"/>
                </a:cubicBezTo>
                <a:cubicBezTo>
                  <a:pt x="4938" y="6071"/>
                  <a:pt x="5805" y="4037"/>
                  <a:pt x="5672" y="1935"/>
                </a:cubicBezTo>
                <a:cubicBezTo>
                  <a:pt x="5538" y="667"/>
                  <a:pt x="4904" y="0"/>
                  <a:pt x="4037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40">
            <a:extLst>
              <a:ext uri="{FF2B5EF4-FFF2-40B4-BE49-F238E27FC236}">
                <a16:creationId xmlns:a16="http://schemas.microsoft.com/office/drawing/2014/main" id="{606615A5-789E-1BAD-3F6F-A9753BA5BD89}"/>
              </a:ext>
            </a:extLst>
          </p:cNvPr>
          <p:cNvSpPr/>
          <p:nvPr/>
        </p:nvSpPr>
        <p:spPr>
          <a:xfrm>
            <a:off x="6850089" y="1619016"/>
            <a:ext cx="103880" cy="143536"/>
          </a:xfrm>
          <a:custGeom>
            <a:avLst/>
            <a:gdLst/>
            <a:ahLst/>
            <a:cxnLst/>
            <a:rect l="l" t="t" r="r" b="b"/>
            <a:pathLst>
              <a:path w="5805" h="8021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826" y="7749"/>
                  <a:pt x="1296" y="8020"/>
                  <a:pt x="1848" y="8020"/>
                </a:cubicBezTo>
                <a:cubicBezTo>
                  <a:pt x="2307" y="8020"/>
                  <a:pt x="2822" y="7833"/>
                  <a:pt x="3337" y="7439"/>
                </a:cubicBezTo>
                <a:cubicBezTo>
                  <a:pt x="4938" y="6071"/>
                  <a:pt x="5805" y="4037"/>
                  <a:pt x="5672" y="1935"/>
                </a:cubicBezTo>
                <a:cubicBezTo>
                  <a:pt x="5538" y="667"/>
                  <a:pt x="4904" y="0"/>
                  <a:pt x="4037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0">
            <a:extLst>
              <a:ext uri="{FF2B5EF4-FFF2-40B4-BE49-F238E27FC236}">
                <a16:creationId xmlns:a16="http://schemas.microsoft.com/office/drawing/2014/main" id="{662C06CF-023D-D04A-7500-029A6E68D71E}"/>
              </a:ext>
            </a:extLst>
          </p:cNvPr>
          <p:cNvSpPr/>
          <p:nvPr/>
        </p:nvSpPr>
        <p:spPr>
          <a:xfrm>
            <a:off x="6850089" y="1619016"/>
            <a:ext cx="81208" cy="129542"/>
          </a:xfrm>
          <a:custGeom>
            <a:avLst/>
            <a:gdLst/>
            <a:ahLst/>
            <a:cxnLst/>
            <a:rect l="l" t="t" r="r" b="b"/>
            <a:pathLst>
              <a:path w="4538" h="7239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1068" y="7239"/>
                  <a:pt x="1635" y="7039"/>
                  <a:pt x="2069" y="6672"/>
                </a:cubicBezTo>
                <a:cubicBezTo>
                  <a:pt x="3670" y="5304"/>
                  <a:pt x="4537" y="3269"/>
                  <a:pt x="4404" y="1168"/>
                </a:cubicBezTo>
                <a:cubicBezTo>
                  <a:pt x="4371" y="734"/>
                  <a:pt x="4237" y="334"/>
                  <a:pt x="403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0">
            <a:extLst>
              <a:ext uri="{FF2B5EF4-FFF2-40B4-BE49-F238E27FC236}">
                <a16:creationId xmlns:a16="http://schemas.microsoft.com/office/drawing/2014/main" id="{FD0B7672-A641-6F2A-CEEB-431D2E31A38B}"/>
              </a:ext>
            </a:extLst>
          </p:cNvPr>
          <p:cNvSpPr/>
          <p:nvPr/>
        </p:nvSpPr>
        <p:spPr>
          <a:xfrm>
            <a:off x="6408959" y="1588899"/>
            <a:ext cx="380269" cy="288879"/>
          </a:xfrm>
          <a:custGeom>
            <a:avLst/>
            <a:gdLst/>
            <a:ahLst/>
            <a:cxnLst/>
            <a:rect l="l" t="t" r="r" b="b"/>
            <a:pathLst>
              <a:path w="21250" h="16143" extrusionOk="0">
                <a:moveTo>
                  <a:pt x="17092" y="0"/>
                </a:moveTo>
                <a:cubicBezTo>
                  <a:pt x="16823" y="0"/>
                  <a:pt x="16574" y="62"/>
                  <a:pt x="16346" y="182"/>
                </a:cubicBezTo>
                <a:lnTo>
                  <a:pt x="902" y="8722"/>
                </a:lnTo>
                <a:cubicBezTo>
                  <a:pt x="368" y="9022"/>
                  <a:pt x="34" y="9656"/>
                  <a:pt x="1" y="10590"/>
                </a:cubicBezTo>
                <a:cubicBezTo>
                  <a:pt x="68" y="12658"/>
                  <a:pt x="1135" y="14559"/>
                  <a:pt x="2836" y="15727"/>
                </a:cubicBezTo>
                <a:cubicBezTo>
                  <a:pt x="3315" y="16006"/>
                  <a:pt x="3770" y="16142"/>
                  <a:pt x="4173" y="16142"/>
                </a:cubicBezTo>
                <a:cubicBezTo>
                  <a:pt x="4443" y="16142"/>
                  <a:pt x="4690" y="16081"/>
                  <a:pt x="4904" y="15960"/>
                </a:cubicBezTo>
                <a:lnTo>
                  <a:pt x="20382" y="7421"/>
                </a:lnTo>
                <a:cubicBezTo>
                  <a:pt x="20916" y="7121"/>
                  <a:pt x="21249" y="6487"/>
                  <a:pt x="21249" y="5553"/>
                </a:cubicBezTo>
                <a:cubicBezTo>
                  <a:pt x="21183" y="3485"/>
                  <a:pt x="20149" y="1583"/>
                  <a:pt x="18414" y="416"/>
                </a:cubicBezTo>
                <a:cubicBezTo>
                  <a:pt x="17935" y="136"/>
                  <a:pt x="17492" y="0"/>
                  <a:pt x="17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0">
            <a:extLst>
              <a:ext uri="{FF2B5EF4-FFF2-40B4-BE49-F238E27FC236}">
                <a16:creationId xmlns:a16="http://schemas.microsoft.com/office/drawing/2014/main" id="{10DDF526-4B71-9C58-6D82-C9AE42759104}"/>
              </a:ext>
            </a:extLst>
          </p:cNvPr>
          <p:cNvSpPr/>
          <p:nvPr/>
        </p:nvSpPr>
        <p:spPr>
          <a:xfrm>
            <a:off x="6408959" y="1741400"/>
            <a:ext cx="103898" cy="136342"/>
          </a:xfrm>
          <a:custGeom>
            <a:avLst/>
            <a:gdLst/>
            <a:ahLst/>
            <a:cxnLst/>
            <a:rect l="l" t="t" r="r" b="b"/>
            <a:pathLst>
              <a:path w="5806" h="7619" extrusionOk="0">
                <a:moveTo>
                  <a:pt x="1630" y="1"/>
                </a:moveTo>
                <a:cubicBezTo>
                  <a:pt x="1361" y="1"/>
                  <a:pt x="1115" y="60"/>
                  <a:pt x="902" y="166"/>
                </a:cubicBezTo>
                <a:cubicBezTo>
                  <a:pt x="368" y="467"/>
                  <a:pt x="34" y="1134"/>
                  <a:pt x="1" y="2068"/>
                </a:cubicBezTo>
                <a:cubicBezTo>
                  <a:pt x="68" y="4136"/>
                  <a:pt x="1135" y="6037"/>
                  <a:pt x="2836" y="7171"/>
                </a:cubicBezTo>
                <a:cubicBezTo>
                  <a:pt x="3321" y="7474"/>
                  <a:pt x="3781" y="7618"/>
                  <a:pt x="4187" y="7618"/>
                </a:cubicBezTo>
                <a:cubicBezTo>
                  <a:pt x="4452" y="7618"/>
                  <a:pt x="4694" y="7557"/>
                  <a:pt x="4904" y="7438"/>
                </a:cubicBezTo>
                <a:cubicBezTo>
                  <a:pt x="5438" y="7138"/>
                  <a:pt x="5772" y="6471"/>
                  <a:pt x="5805" y="5537"/>
                </a:cubicBezTo>
                <a:cubicBezTo>
                  <a:pt x="5738" y="3502"/>
                  <a:pt x="4671" y="1567"/>
                  <a:pt x="2970" y="433"/>
                </a:cubicBezTo>
                <a:cubicBezTo>
                  <a:pt x="2489" y="133"/>
                  <a:pt x="2033" y="1"/>
                  <a:pt x="1630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0">
            <a:extLst>
              <a:ext uri="{FF2B5EF4-FFF2-40B4-BE49-F238E27FC236}">
                <a16:creationId xmlns:a16="http://schemas.microsoft.com/office/drawing/2014/main" id="{D8EC7C66-C35D-98A8-6C97-B51863C5FC23}"/>
              </a:ext>
            </a:extLst>
          </p:cNvPr>
          <p:cNvSpPr/>
          <p:nvPr/>
        </p:nvSpPr>
        <p:spPr>
          <a:xfrm>
            <a:off x="6117074" y="1587736"/>
            <a:ext cx="611866" cy="534470"/>
          </a:xfrm>
          <a:custGeom>
            <a:avLst/>
            <a:gdLst/>
            <a:ahLst/>
            <a:cxnLst/>
            <a:rect l="l" t="t" r="r" b="b"/>
            <a:pathLst>
              <a:path w="34192" h="29867" extrusionOk="0">
                <a:moveTo>
                  <a:pt x="25084" y="1"/>
                </a:moveTo>
                <a:cubicBezTo>
                  <a:pt x="24766" y="1"/>
                  <a:pt x="24464" y="39"/>
                  <a:pt x="24184" y="114"/>
                </a:cubicBezTo>
                <a:cubicBezTo>
                  <a:pt x="22783" y="481"/>
                  <a:pt x="21349" y="714"/>
                  <a:pt x="19881" y="814"/>
                </a:cubicBezTo>
                <a:cubicBezTo>
                  <a:pt x="19107" y="868"/>
                  <a:pt x="18371" y="878"/>
                  <a:pt x="17642" y="878"/>
                </a:cubicBezTo>
                <a:cubicBezTo>
                  <a:pt x="17156" y="878"/>
                  <a:pt x="16673" y="874"/>
                  <a:pt x="16185" y="874"/>
                </a:cubicBezTo>
                <a:cubicBezTo>
                  <a:pt x="15574" y="874"/>
                  <a:pt x="14955" y="881"/>
                  <a:pt x="14310" y="914"/>
                </a:cubicBezTo>
                <a:cubicBezTo>
                  <a:pt x="13010" y="981"/>
                  <a:pt x="11742" y="1148"/>
                  <a:pt x="10474" y="1448"/>
                </a:cubicBezTo>
                <a:cubicBezTo>
                  <a:pt x="9340" y="1715"/>
                  <a:pt x="8506" y="3116"/>
                  <a:pt x="7873" y="4017"/>
                </a:cubicBezTo>
                <a:cubicBezTo>
                  <a:pt x="7372" y="4750"/>
                  <a:pt x="6538" y="6618"/>
                  <a:pt x="6772" y="7052"/>
                </a:cubicBezTo>
                <a:cubicBezTo>
                  <a:pt x="6972" y="7486"/>
                  <a:pt x="8807" y="7786"/>
                  <a:pt x="7906" y="8587"/>
                </a:cubicBezTo>
                <a:cubicBezTo>
                  <a:pt x="7005" y="9354"/>
                  <a:pt x="3836" y="10421"/>
                  <a:pt x="1902" y="11722"/>
                </a:cubicBezTo>
                <a:cubicBezTo>
                  <a:pt x="0" y="13056"/>
                  <a:pt x="4237" y="22096"/>
                  <a:pt x="7539" y="26466"/>
                </a:cubicBezTo>
                <a:cubicBezTo>
                  <a:pt x="9093" y="28493"/>
                  <a:pt x="10039" y="29867"/>
                  <a:pt x="12061" y="29867"/>
                </a:cubicBezTo>
                <a:cubicBezTo>
                  <a:pt x="13033" y="29867"/>
                  <a:pt x="14255" y="29549"/>
                  <a:pt x="15912" y="28834"/>
                </a:cubicBezTo>
                <a:cubicBezTo>
                  <a:pt x="19014" y="27500"/>
                  <a:pt x="21883" y="26266"/>
                  <a:pt x="24584" y="24231"/>
                </a:cubicBezTo>
                <a:cubicBezTo>
                  <a:pt x="27020" y="22430"/>
                  <a:pt x="30389" y="17693"/>
                  <a:pt x="32824" y="15058"/>
                </a:cubicBezTo>
                <a:cubicBezTo>
                  <a:pt x="33691" y="14324"/>
                  <a:pt x="34191" y="13056"/>
                  <a:pt x="34158" y="11322"/>
                </a:cubicBezTo>
                <a:cubicBezTo>
                  <a:pt x="34091" y="7419"/>
                  <a:pt x="31256" y="2716"/>
                  <a:pt x="27820" y="781"/>
                </a:cubicBezTo>
                <a:cubicBezTo>
                  <a:pt x="26836" y="253"/>
                  <a:pt x="25903" y="1"/>
                  <a:pt x="25084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0">
            <a:extLst>
              <a:ext uri="{FF2B5EF4-FFF2-40B4-BE49-F238E27FC236}">
                <a16:creationId xmlns:a16="http://schemas.microsoft.com/office/drawing/2014/main" id="{0586C87C-AEA2-F5DA-38B1-FD6296BD1F82}"/>
              </a:ext>
            </a:extLst>
          </p:cNvPr>
          <p:cNvSpPr/>
          <p:nvPr/>
        </p:nvSpPr>
        <p:spPr>
          <a:xfrm>
            <a:off x="6008255" y="1613952"/>
            <a:ext cx="268801" cy="98512"/>
          </a:xfrm>
          <a:custGeom>
            <a:avLst/>
            <a:gdLst/>
            <a:ahLst/>
            <a:cxnLst/>
            <a:rect l="l" t="t" r="r" b="b"/>
            <a:pathLst>
              <a:path w="15021" h="5505" extrusionOk="0">
                <a:moveTo>
                  <a:pt x="7057" y="1047"/>
                </a:moveTo>
                <a:cubicBezTo>
                  <a:pt x="5551" y="1047"/>
                  <a:pt x="3679" y="2293"/>
                  <a:pt x="1915" y="2293"/>
                </a:cubicBezTo>
                <a:cubicBezTo>
                  <a:pt x="1836" y="2293"/>
                  <a:pt x="1757" y="2290"/>
                  <a:pt x="1678" y="2285"/>
                </a:cubicBezTo>
                <a:cubicBezTo>
                  <a:pt x="1637" y="2282"/>
                  <a:pt x="1596" y="2281"/>
                  <a:pt x="1556" y="2281"/>
                </a:cubicBezTo>
                <a:cubicBezTo>
                  <a:pt x="72" y="2281"/>
                  <a:pt x="1" y="4073"/>
                  <a:pt x="2145" y="4853"/>
                </a:cubicBezTo>
                <a:cubicBezTo>
                  <a:pt x="2756" y="5081"/>
                  <a:pt x="3717" y="5193"/>
                  <a:pt x="4610" y="5193"/>
                </a:cubicBezTo>
                <a:cubicBezTo>
                  <a:pt x="5814" y="5193"/>
                  <a:pt x="6892" y="4989"/>
                  <a:pt x="6815" y="4586"/>
                </a:cubicBezTo>
                <a:cubicBezTo>
                  <a:pt x="6648" y="3419"/>
                  <a:pt x="7015" y="2385"/>
                  <a:pt x="7482" y="1084"/>
                </a:cubicBezTo>
                <a:cubicBezTo>
                  <a:pt x="7344" y="1059"/>
                  <a:pt x="7203" y="1047"/>
                  <a:pt x="7057" y="1047"/>
                </a:cubicBezTo>
                <a:close/>
                <a:moveTo>
                  <a:pt x="13962" y="0"/>
                </a:moveTo>
                <a:cubicBezTo>
                  <a:pt x="12122" y="0"/>
                  <a:pt x="9638" y="552"/>
                  <a:pt x="8950" y="717"/>
                </a:cubicBezTo>
                <a:cubicBezTo>
                  <a:pt x="8116" y="884"/>
                  <a:pt x="6982" y="3986"/>
                  <a:pt x="7516" y="4686"/>
                </a:cubicBezTo>
                <a:cubicBezTo>
                  <a:pt x="7873" y="5155"/>
                  <a:pt x="9230" y="5504"/>
                  <a:pt x="10489" y="5504"/>
                </a:cubicBezTo>
                <a:cubicBezTo>
                  <a:pt x="11112" y="5504"/>
                  <a:pt x="11711" y="5419"/>
                  <a:pt x="12152" y="5220"/>
                </a:cubicBezTo>
                <a:cubicBezTo>
                  <a:pt x="12586" y="2285"/>
                  <a:pt x="15021" y="83"/>
                  <a:pt x="15021" y="83"/>
                </a:cubicBezTo>
                <a:cubicBezTo>
                  <a:pt x="14712" y="25"/>
                  <a:pt x="14352" y="0"/>
                  <a:pt x="13962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0">
            <a:extLst>
              <a:ext uri="{FF2B5EF4-FFF2-40B4-BE49-F238E27FC236}">
                <a16:creationId xmlns:a16="http://schemas.microsoft.com/office/drawing/2014/main" id="{3E3C20E4-775A-1C28-0DF2-2201686FA476}"/>
              </a:ext>
            </a:extLst>
          </p:cNvPr>
          <p:cNvSpPr/>
          <p:nvPr/>
        </p:nvSpPr>
        <p:spPr>
          <a:xfrm>
            <a:off x="6011422" y="1660192"/>
            <a:ext cx="120415" cy="46688"/>
          </a:xfrm>
          <a:custGeom>
            <a:avLst/>
            <a:gdLst/>
            <a:ahLst/>
            <a:cxnLst/>
            <a:rect l="l" t="t" r="r" b="b"/>
            <a:pathLst>
              <a:path w="6729" h="2609" extrusionOk="0">
                <a:moveTo>
                  <a:pt x="600" y="1"/>
                </a:moveTo>
                <a:lnTo>
                  <a:pt x="600" y="1"/>
                </a:lnTo>
                <a:cubicBezTo>
                  <a:pt x="0" y="501"/>
                  <a:pt x="367" y="1702"/>
                  <a:pt x="1968" y="2269"/>
                </a:cubicBezTo>
                <a:cubicBezTo>
                  <a:pt x="2579" y="2497"/>
                  <a:pt x="3540" y="2609"/>
                  <a:pt x="4436" y="2609"/>
                </a:cubicBezTo>
                <a:cubicBezTo>
                  <a:pt x="5643" y="2609"/>
                  <a:pt x="6729" y="2405"/>
                  <a:pt x="6671" y="2002"/>
                </a:cubicBezTo>
                <a:cubicBezTo>
                  <a:pt x="6605" y="1736"/>
                  <a:pt x="6605" y="1435"/>
                  <a:pt x="6605" y="1168"/>
                </a:cubicBezTo>
                <a:cubicBezTo>
                  <a:pt x="6283" y="1177"/>
                  <a:pt x="5961" y="1182"/>
                  <a:pt x="5640" y="1182"/>
                </a:cubicBezTo>
                <a:cubicBezTo>
                  <a:pt x="4763" y="1182"/>
                  <a:pt x="3890" y="1151"/>
                  <a:pt x="3036" y="1102"/>
                </a:cubicBezTo>
                <a:cubicBezTo>
                  <a:pt x="2435" y="1068"/>
                  <a:pt x="1868" y="935"/>
                  <a:pt x="1368" y="701"/>
                </a:cubicBezTo>
                <a:cubicBezTo>
                  <a:pt x="1034" y="535"/>
                  <a:pt x="767" y="301"/>
                  <a:pt x="600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0">
            <a:extLst>
              <a:ext uri="{FF2B5EF4-FFF2-40B4-BE49-F238E27FC236}">
                <a16:creationId xmlns:a16="http://schemas.microsoft.com/office/drawing/2014/main" id="{BE9F7857-45C5-BF12-F2B6-D56312100F0C}"/>
              </a:ext>
            </a:extLst>
          </p:cNvPr>
          <p:cNvSpPr/>
          <p:nvPr/>
        </p:nvSpPr>
        <p:spPr>
          <a:xfrm>
            <a:off x="6139747" y="1676566"/>
            <a:ext cx="91945" cy="36219"/>
          </a:xfrm>
          <a:custGeom>
            <a:avLst/>
            <a:gdLst/>
            <a:ahLst/>
            <a:cxnLst/>
            <a:rect l="l" t="t" r="r" b="b"/>
            <a:pathLst>
              <a:path w="5138" h="2024" extrusionOk="0">
                <a:moveTo>
                  <a:pt x="3487" y="1"/>
                </a:moveTo>
                <a:cubicBezTo>
                  <a:pt x="3014" y="1"/>
                  <a:pt x="2531" y="60"/>
                  <a:pt x="2069" y="120"/>
                </a:cubicBezTo>
                <a:cubicBezTo>
                  <a:pt x="1402" y="187"/>
                  <a:pt x="735" y="220"/>
                  <a:pt x="68" y="253"/>
                </a:cubicBezTo>
                <a:cubicBezTo>
                  <a:pt x="1" y="587"/>
                  <a:pt x="34" y="921"/>
                  <a:pt x="168" y="1221"/>
                </a:cubicBezTo>
                <a:cubicBezTo>
                  <a:pt x="547" y="1690"/>
                  <a:pt x="1897" y="2024"/>
                  <a:pt x="3149" y="2024"/>
                </a:cubicBezTo>
                <a:cubicBezTo>
                  <a:pt x="3768" y="2024"/>
                  <a:pt x="4363" y="1942"/>
                  <a:pt x="4804" y="1755"/>
                </a:cubicBezTo>
                <a:cubicBezTo>
                  <a:pt x="4871" y="1288"/>
                  <a:pt x="4971" y="821"/>
                  <a:pt x="5138" y="387"/>
                </a:cubicBezTo>
                <a:cubicBezTo>
                  <a:pt x="4640" y="92"/>
                  <a:pt x="4071" y="1"/>
                  <a:pt x="3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0">
            <a:extLst>
              <a:ext uri="{FF2B5EF4-FFF2-40B4-BE49-F238E27FC236}">
                <a16:creationId xmlns:a16="http://schemas.microsoft.com/office/drawing/2014/main" id="{29EFD7B7-213A-861E-B874-F13B823302D7}"/>
              </a:ext>
            </a:extLst>
          </p:cNvPr>
          <p:cNvSpPr/>
          <p:nvPr/>
        </p:nvSpPr>
        <p:spPr>
          <a:xfrm>
            <a:off x="6305097" y="1847643"/>
            <a:ext cx="225065" cy="55779"/>
          </a:xfrm>
          <a:custGeom>
            <a:avLst/>
            <a:gdLst/>
            <a:ahLst/>
            <a:cxnLst/>
            <a:rect l="l" t="t" r="r" b="b"/>
            <a:pathLst>
              <a:path w="12577" h="3117" extrusionOk="0">
                <a:moveTo>
                  <a:pt x="1" y="0"/>
                </a:moveTo>
                <a:lnTo>
                  <a:pt x="1" y="0"/>
                </a:lnTo>
                <a:cubicBezTo>
                  <a:pt x="1" y="0"/>
                  <a:pt x="1369" y="2902"/>
                  <a:pt x="5705" y="3102"/>
                </a:cubicBezTo>
                <a:cubicBezTo>
                  <a:pt x="5878" y="3112"/>
                  <a:pt x="6052" y="3116"/>
                  <a:pt x="6225" y="3116"/>
                </a:cubicBezTo>
                <a:cubicBezTo>
                  <a:pt x="8546" y="3116"/>
                  <a:pt x="10807" y="2288"/>
                  <a:pt x="12576" y="767"/>
                </a:cubicBezTo>
                <a:lnTo>
                  <a:pt x="12576" y="767"/>
                </a:lnTo>
                <a:cubicBezTo>
                  <a:pt x="12576" y="767"/>
                  <a:pt x="10095" y="1610"/>
                  <a:pt x="6878" y="1610"/>
                </a:cubicBezTo>
                <a:cubicBezTo>
                  <a:pt x="4740" y="1610"/>
                  <a:pt x="2277" y="1238"/>
                  <a:pt x="1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0">
            <a:extLst>
              <a:ext uri="{FF2B5EF4-FFF2-40B4-BE49-F238E27FC236}">
                <a16:creationId xmlns:a16="http://schemas.microsoft.com/office/drawing/2014/main" id="{2AA9F82A-F8D4-4E51-D8B5-6C3E02D684E1}"/>
              </a:ext>
            </a:extLst>
          </p:cNvPr>
          <p:cNvSpPr/>
          <p:nvPr/>
        </p:nvSpPr>
        <p:spPr>
          <a:xfrm>
            <a:off x="5948145" y="1833004"/>
            <a:ext cx="198796" cy="121453"/>
          </a:xfrm>
          <a:custGeom>
            <a:avLst/>
            <a:gdLst/>
            <a:ahLst/>
            <a:cxnLst/>
            <a:rect l="l" t="t" r="r" b="b"/>
            <a:pathLst>
              <a:path w="11109" h="6787" extrusionOk="0">
                <a:moveTo>
                  <a:pt x="8644" y="1"/>
                </a:moveTo>
                <a:cubicBezTo>
                  <a:pt x="8269" y="1"/>
                  <a:pt x="7869" y="141"/>
                  <a:pt x="7472" y="351"/>
                </a:cubicBezTo>
                <a:cubicBezTo>
                  <a:pt x="6338" y="985"/>
                  <a:pt x="3403" y="1986"/>
                  <a:pt x="1701" y="2453"/>
                </a:cubicBezTo>
                <a:cubicBezTo>
                  <a:pt x="0" y="2920"/>
                  <a:pt x="100" y="3787"/>
                  <a:pt x="367" y="5421"/>
                </a:cubicBezTo>
                <a:cubicBezTo>
                  <a:pt x="510" y="6423"/>
                  <a:pt x="1080" y="6786"/>
                  <a:pt x="1760" y="6786"/>
                </a:cubicBezTo>
                <a:cubicBezTo>
                  <a:pt x="2190" y="6786"/>
                  <a:pt x="2663" y="6642"/>
                  <a:pt x="3102" y="6422"/>
                </a:cubicBezTo>
                <a:cubicBezTo>
                  <a:pt x="4270" y="5855"/>
                  <a:pt x="7039" y="5455"/>
                  <a:pt x="9073" y="5155"/>
                </a:cubicBezTo>
                <a:cubicBezTo>
                  <a:pt x="11108" y="4888"/>
                  <a:pt x="10641" y="3520"/>
                  <a:pt x="10274" y="1919"/>
                </a:cubicBezTo>
                <a:cubicBezTo>
                  <a:pt x="9949" y="487"/>
                  <a:pt x="9341" y="1"/>
                  <a:pt x="864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0">
            <a:extLst>
              <a:ext uri="{FF2B5EF4-FFF2-40B4-BE49-F238E27FC236}">
                <a16:creationId xmlns:a16="http://schemas.microsoft.com/office/drawing/2014/main" id="{D2FDA33E-90A5-D1D0-772B-709485946A51}"/>
              </a:ext>
            </a:extLst>
          </p:cNvPr>
          <p:cNvSpPr/>
          <p:nvPr/>
        </p:nvSpPr>
        <p:spPr>
          <a:xfrm>
            <a:off x="5954713" y="1862567"/>
            <a:ext cx="191620" cy="92392"/>
          </a:xfrm>
          <a:custGeom>
            <a:avLst/>
            <a:gdLst/>
            <a:ahLst/>
            <a:cxnLst/>
            <a:rect l="l" t="t" r="r" b="b"/>
            <a:pathLst>
              <a:path w="10708" h="5163" extrusionOk="0">
                <a:moveTo>
                  <a:pt x="9840" y="0"/>
                </a:moveTo>
                <a:cubicBezTo>
                  <a:pt x="9807" y="100"/>
                  <a:pt x="9807" y="200"/>
                  <a:pt x="9774" y="267"/>
                </a:cubicBezTo>
                <a:cubicBezTo>
                  <a:pt x="9540" y="867"/>
                  <a:pt x="9173" y="1368"/>
                  <a:pt x="8640" y="1668"/>
                </a:cubicBezTo>
                <a:cubicBezTo>
                  <a:pt x="7572" y="2335"/>
                  <a:pt x="6171" y="2202"/>
                  <a:pt x="5004" y="2635"/>
                </a:cubicBezTo>
                <a:cubicBezTo>
                  <a:pt x="4203" y="2935"/>
                  <a:pt x="3536" y="3436"/>
                  <a:pt x="2769" y="3769"/>
                </a:cubicBezTo>
                <a:cubicBezTo>
                  <a:pt x="2287" y="3955"/>
                  <a:pt x="1774" y="4047"/>
                  <a:pt x="1253" y="4047"/>
                </a:cubicBezTo>
                <a:cubicBezTo>
                  <a:pt x="837" y="4047"/>
                  <a:pt x="415" y="3988"/>
                  <a:pt x="0" y="3869"/>
                </a:cubicBezTo>
                <a:lnTo>
                  <a:pt x="0" y="3869"/>
                </a:lnTo>
                <a:cubicBezTo>
                  <a:pt x="184" y="4811"/>
                  <a:pt x="758" y="5162"/>
                  <a:pt x="1427" y="5162"/>
                </a:cubicBezTo>
                <a:cubicBezTo>
                  <a:pt x="1850" y="5162"/>
                  <a:pt x="2310" y="5023"/>
                  <a:pt x="2735" y="4803"/>
                </a:cubicBezTo>
                <a:cubicBezTo>
                  <a:pt x="3870" y="4236"/>
                  <a:pt x="6705" y="3803"/>
                  <a:pt x="8706" y="3503"/>
                </a:cubicBezTo>
                <a:cubicBezTo>
                  <a:pt x="10708" y="3236"/>
                  <a:pt x="10274" y="1868"/>
                  <a:pt x="9907" y="267"/>
                </a:cubicBezTo>
                <a:cubicBezTo>
                  <a:pt x="9907" y="167"/>
                  <a:pt x="9874" y="100"/>
                  <a:pt x="984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0">
            <a:extLst>
              <a:ext uri="{FF2B5EF4-FFF2-40B4-BE49-F238E27FC236}">
                <a16:creationId xmlns:a16="http://schemas.microsoft.com/office/drawing/2014/main" id="{F4FF2396-BCDE-3177-027E-8F2FBF0AB0CE}"/>
              </a:ext>
            </a:extLst>
          </p:cNvPr>
          <p:cNvSpPr/>
          <p:nvPr/>
        </p:nvSpPr>
        <p:spPr>
          <a:xfrm>
            <a:off x="5809656" y="1909488"/>
            <a:ext cx="149244" cy="107442"/>
          </a:xfrm>
          <a:custGeom>
            <a:avLst/>
            <a:gdLst/>
            <a:ahLst/>
            <a:cxnLst/>
            <a:rect l="l" t="t" r="r" b="b"/>
            <a:pathLst>
              <a:path w="8340" h="6004" extrusionOk="0">
                <a:moveTo>
                  <a:pt x="6360" y="0"/>
                </a:moveTo>
                <a:cubicBezTo>
                  <a:pt x="6137" y="0"/>
                  <a:pt x="5863" y="105"/>
                  <a:pt x="5504" y="347"/>
                </a:cubicBezTo>
                <a:cubicBezTo>
                  <a:pt x="4270" y="1214"/>
                  <a:pt x="2936" y="1981"/>
                  <a:pt x="1501" y="2949"/>
                </a:cubicBezTo>
                <a:cubicBezTo>
                  <a:pt x="34" y="3916"/>
                  <a:pt x="0" y="4783"/>
                  <a:pt x="334" y="5417"/>
                </a:cubicBezTo>
                <a:cubicBezTo>
                  <a:pt x="551" y="5792"/>
                  <a:pt x="954" y="6003"/>
                  <a:pt x="1558" y="6003"/>
                </a:cubicBezTo>
                <a:cubicBezTo>
                  <a:pt x="1976" y="6003"/>
                  <a:pt x="2489" y="5902"/>
                  <a:pt x="3103" y="5684"/>
                </a:cubicBezTo>
                <a:cubicBezTo>
                  <a:pt x="4604" y="5150"/>
                  <a:pt x="6138" y="4216"/>
                  <a:pt x="7205" y="3749"/>
                </a:cubicBezTo>
                <a:cubicBezTo>
                  <a:pt x="8306" y="3316"/>
                  <a:pt x="8340" y="2782"/>
                  <a:pt x="7572" y="1381"/>
                </a:cubicBezTo>
                <a:cubicBezTo>
                  <a:pt x="7146" y="623"/>
                  <a:pt x="6905" y="0"/>
                  <a:pt x="6360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0">
            <a:extLst>
              <a:ext uri="{FF2B5EF4-FFF2-40B4-BE49-F238E27FC236}">
                <a16:creationId xmlns:a16="http://schemas.microsoft.com/office/drawing/2014/main" id="{5E362A87-FAD8-34AA-B688-0914F5C2DA68}"/>
              </a:ext>
            </a:extLst>
          </p:cNvPr>
          <p:cNvSpPr/>
          <p:nvPr/>
        </p:nvSpPr>
        <p:spPr>
          <a:xfrm>
            <a:off x="5813235" y="1931212"/>
            <a:ext cx="145665" cy="85341"/>
          </a:xfrm>
          <a:custGeom>
            <a:avLst/>
            <a:gdLst/>
            <a:ahLst/>
            <a:cxnLst/>
            <a:rect l="l" t="t" r="r" b="b"/>
            <a:pathLst>
              <a:path w="8140" h="4769" extrusionOk="0">
                <a:moveTo>
                  <a:pt x="7272" y="0"/>
                </a:moveTo>
                <a:cubicBezTo>
                  <a:pt x="7172" y="33"/>
                  <a:pt x="7106" y="100"/>
                  <a:pt x="7106" y="200"/>
                </a:cubicBezTo>
                <a:cubicBezTo>
                  <a:pt x="7072" y="300"/>
                  <a:pt x="7106" y="434"/>
                  <a:pt x="7139" y="534"/>
                </a:cubicBezTo>
                <a:cubicBezTo>
                  <a:pt x="7172" y="834"/>
                  <a:pt x="7039" y="1134"/>
                  <a:pt x="6805" y="1368"/>
                </a:cubicBezTo>
                <a:cubicBezTo>
                  <a:pt x="6572" y="1535"/>
                  <a:pt x="6305" y="1701"/>
                  <a:pt x="6038" y="1801"/>
                </a:cubicBezTo>
                <a:lnTo>
                  <a:pt x="2269" y="3536"/>
                </a:lnTo>
                <a:cubicBezTo>
                  <a:pt x="1802" y="3769"/>
                  <a:pt x="1301" y="3903"/>
                  <a:pt x="768" y="3936"/>
                </a:cubicBezTo>
                <a:cubicBezTo>
                  <a:pt x="501" y="3936"/>
                  <a:pt x="234" y="3870"/>
                  <a:pt x="0" y="3736"/>
                </a:cubicBezTo>
                <a:lnTo>
                  <a:pt x="0" y="3736"/>
                </a:lnTo>
                <a:cubicBezTo>
                  <a:pt x="34" y="3903"/>
                  <a:pt x="67" y="4036"/>
                  <a:pt x="167" y="4203"/>
                </a:cubicBezTo>
                <a:cubicBezTo>
                  <a:pt x="360" y="4569"/>
                  <a:pt x="742" y="4768"/>
                  <a:pt x="1320" y="4768"/>
                </a:cubicBezTo>
                <a:cubicBezTo>
                  <a:pt x="1742" y="4768"/>
                  <a:pt x="2269" y="4662"/>
                  <a:pt x="2903" y="4437"/>
                </a:cubicBezTo>
                <a:cubicBezTo>
                  <a:pt x="4404" y="3903"/>
                  <a:pt x="5938" y="2969"/>
                  <a:pt x="7039" y="2535"/>
                </a:cubicBezTo>
                <a:cubicBezTo>
                  <a:pt x="8140" y="2068"/>
                  <a:pt x="8140" y="1568"/>
                  <a:pt x="7372" y="167"/>
                </a:cubicBezTo>
                <a:cubicBezTo>
                  <a:pt x="7339" y="134"/>
                  <a:pt x="7306" y="67"/>
                  <a:pt x="727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0">
            <a:extLst>
              <a:ext uri="{FF2B5EF4-FFF2-40B4-BE49-F238E27FC236}">
                <a16:creationId xmlns:a16="http://schemas.microsoft.com/office/drawing/2014/main" id="{C014FF25-194C-F49F-E039-E24C757F2322}"/>
              </a:ext>
            </a:extLst>
          </p:cNvPr>
          <p:cNvSpPr/>
          <p:nvPr/>
        </p:nvSpPr>
        <p:spPr>
          <a:xfrm>
            <a:off x="5928443" y="1904942"/>
            <a:ext cx="50160" cy="46366"/>
          </a:xfrm>
          <a:custGeom>
            <a:avLst/>
            <a:gdLst/>
            <a:ahLst/>
            <a:cxnLst/>
            <a:rect l="l" t="t" r="r" b="b"/>
            <a:pathLst>
              <a:path w="2803" h="2591" extrusionOk="0">
                <a:moveTo>
                  <a:pt x="1702" y="0"/>
                </a:moveTo>
                <a:cubicBezTo>
                  <a:pt x="1368" y="0"/>
                  <a:pt x="0" y="668"/>
                  <a:pt x="367" y="1835"/>
                </a:cubicBezTo>
                <a:cubicBezTo>
                  <a:pt x="541" y="2425"/>
                  <a:pt x="1066" y="2591"/>
                  <a:pt x="1562" y="2591"/>
                </a:cubicBezTo>
                <a:cubicBezTo>
                  <a:pt x="2022" y="2591"/>
                  <a:pt x="2457" y="2449"/>
                  <a:pt x="2569" y="2369"/>
                </a:cubicBezTo>
                <a:cubicBezTo>
                  <a:pt x="2802" y="2235"/>
                  <a:pt x="2636" y="1802"/>
                  <a:pt x="2402" y="1135"/>
                </a:cubicBezTo>
                <a:cubicBezTo>
                  <a:pt x="2235" y="634"/>
                  <a:pt x="2035" y="0"/>
                  <a:pt x="17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0">
            <a:extLst>
              <a:ext uri="{FF2B5EF4-FFF2-40B4-BE49-F238E27FC236}">
                <a16:creationId xmlns:a16="http://schemas.microsoft.com/office/drawing/2014/main" id="{809BFA08-285E-0A1B-BDC6-8B24A685BB32}"/>
              </a:ext>
            </a:extLst>
          </p:cNvPr>
          <p:cNvSpPr/>
          <p:nvPr/>
        </p:nvSpPr>
        <p:spPr>
          <a:xfrm>
            <a:off x="6041253" y="2015176"/>
            <a:ext cx="199995" cy="146095"/>
          </a:xfrm>
          <a:custGeom>
            <a:avLst/>
            <a:gdLst/>
            <a:ahLst/>
            <a:cxnLst/>
            <a:rect l="l" t="t" r="r" b="b"/>
            <a:pathLst>
              <a:path w="11176" h="8164" extrusionOk="0">
                <a:moveTo>
                  <a:pt x="7862" y="1"/>
                </a:moveTo>
                <a:cubicBezTo>
                  <a:pt x="7368" y="1"/>
                  <a:pt x="6901" y="316"/>
                  <a:pt x="6472" y="745"/>
                </a:cubicBezTo>
                <a:cubicBezTo>
                  <a:pt x="5572" y="1646"/>
                  <a:pt x="3070" y="3481"/>
                  <a:pt x="1569" y="4415"/>
                </a:cubicBezTo>
                <a:cubicBezTo>
                  <a:pt x="34" y="5382"/>
                  <a:pt x="1" y="5649"/>
                  <a:pt x="735" y="7150"/>
                </a:cubicBezTo>
                <a:cubicBezTo>
                  <a:pt x="1077" y="7884"/>
                  <a:pt x="1532" y="8164"/>
                  <a:pt x="2071" y="8164"/>
                </a:cubicBezTo>
                <a:cubicBezTo>
                  <a:pt x="2633" y="8164"/>
                  <a:pt x="3288" y="7859"/>
                  <a:pt x="4004" y="7450"/>
                </a:cubicBezTo>
                <a:cubicBezTo>
                  <a:pt x="5138" y="6816"/>
                  <a:pt x="7473" y="5749"/>
                  <a:pt x="9341" y="4882"/>
                </a:cubicBezTo>
                <a:cubicBezTo>
                  <a:pt x="11176" y="4048"/>
                  <a:pt x="10375" y="2847"/>
                  <a:pt x="9574" y="1413"/>
                </a:cubicBezTo>
                <a:cubicBezTo>
                  <a:pt x="8981" y="382"/>
                  <a:pt x="8405" y="1"/>
                  <a:pt x="7862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0">
            <a:extLst>
              <a:ext uri="{FF2B5EF4-FFF2-40B4-BE49-F238E27FC236}">
                <a16:creationId xmlns:a16="http://schemas.microsoft.com/office/drawing/2014/main" id="{79550B24-7AEF-1E8F-615C-18B6EC24220D}"/>
              </a:ext>
            </a:extLst>
          </p:cNvPr>
          <p:cNvSpPr/>
          <p:nvPr/>
        </p:nvSpPr>
        <p:spPr>
          <a:xfrm>
            <a:off x="5926045" y="2125480"/>
            <a:ext cx="134928" cy="115888"/>
          </a:xfrm>
          <a:custGeom>
            <a:avLst/>
            <a:gdLst/>
            <a:ahLst/>
            <a:cxnLst/>
            <a:rect l="l" t="t" r="r" b="b"/>
            <a:pathLst>
              <a:path w="7540" h="6476" extrusionOk="0">
                <a:moveTo>
                  <a:pt x="5137" y="1"/>
                </a:moveTo>
                <a:cubicBezTo>
                  <a:pt x="4890" y="1"/>
                  <a:pt x="4606" y="151"/>
                  <a:pt x="4237" y="519"/>
                </a:cubicBezTo>
                <a:cubicBezTo>
                  <a:pt x="3170" y="1620"/>
                  <a:pt x="2469" y="2187"/>
                  <a:pt x="1235" y="3421"/>
                </a:cubicBezTo>
                <a:cubicBezTo>
                  <a:pt x="1" y="4655"/>
                  <a:pt x="101" y="5523"/>
                  <a:pt x="568" y="6090"/>
                </a:cubicBezTo>
                <a:cubicBezTo>
                  <a:pt x="776" y="6342"/>
                  <a:pt x="1069" y="6475"/>
                  <a:pt x="1451" y="6475"/>
                </a:cubicBezTo>
                <a:cubicBezTo>
                  <a:pt x="1929" y="6475"/>
                  <a:pt x="2544" y="6267"/>
                  <a:pt x="3303" y="5823"/>
                </a:cubicBezTo>
                <a:cubicBezTo>
                  <a:pt x="4671" y="4989"/>
                  <a:pt x="5572" y="4188"/>
                  <a:pt x="6539" y="3554"/>
                </a:cubicBezTo>
                <a:cubicBezTo>
                  <a:pt x="7540" y="2921"/>
                  <a:pt x="7440" y="2387"/>
                  <a:pt x="6439" y="1153"/>
                </a:cubicBezTo>
                <a:cubicBezTo>
                  <a:pt x="5936" y="541"/>
                  <a:pt x="5606" y="1"/>
                  <a:pt x="5137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0">
            <a:extLst>
              <a:ext uri="{FF2B5EF4-FFF2-40B4-BE49-F238E27FC236}">
                <a16:creationId xmlns:a16="http://schemas.microsoft.com/office/drawing/2014/main" id="{AB1CA07F-1E04-C5DF-F6DA-2A4821487194}"/>
              </a:ext>
            </a:extLst>
          </p:cNvPr>
          <p:cNvSpPr/>
          <p:nvPr/>
        </p:nvSpPr>
        <p:spPr>
          <a:xfrm>
            <a:off x="5933811" y="2036864"/>
            <a:ext cx="306846" cy="204504"/>
          </a:xfrm>
          <a:custGeom>
            <a:avLst/>
            <a:gdLst/>
            <a:ahLst/>
            <a:cxnLst/>
            <a:rect l="l" t="t" r="r" b="b"/>
            <a:pathLst>
              <a:path w="17147" h="11428" extrusionOk="0">
                <a:moveTo>
                  <a:pt x="15445" y="0"/>
                </a:moveTo>
                <a:cubicBezTo>
                  <a:pt x="15512" y="334"/>
                  <a:pt x="15545" y="701"/>
                  <a:pt x="15478" y="1068"/>
                </a:cubicBezTo>
                <a:cubicBezTo>
                  <a:pt x="15278" y="1735"/>
                  <a:pt x="14811" y="2269"/>
                  <a:pt x="14211" y="2602"/>
                </a:cubicBezTo>
                <a:cubicBezTo>
                  <a:pt x="13577" y="2902"/>
                  <a:pt x="12943" y="3169"/>
                  <a:pt x="12309" y="3403"/>
                </a:cubicBezTo>
                <a:cubicBezTo>
                  <a:pt x="11576" y="3703"/>
                  <a:pt x="10908" y="4137"/>
                  <a:pt x="10308" y="4637"/>
                </a:cubicBezTo>
                <a:cubicBezTo>
                  <a:pt x="9874" y="5037"/>
                  <a:pt x="9407" y="5404"/>
                  <a:pt x="8874" y="5704"/>
                </a:cubicBezTo>
                <a:cubicBezTo>
                  <a:pt x="8434" y="5946"/>
                  <a:pt x="7950" y="6058"/>
                  <a:pt x="7471" y="6058"/>
                </a:cubicBezTo>
                <a:cubicBezTo>
                  <a:pt x="7224" y="6058"/>
                  <a:pt x="6977" y="6028"/>
                  <a:pt x="6739" y="5971"/>
                </a:cubicBezTo>
                <a:lnTo>
                  <a:pt x="6739" y="5971"/>
                </a:lnTo>
                <a:cubicBezTo>
                  <a:pt x="7078" y="6667"/>
                  <a:pt x="7528" y="6931"/>
                  <a:pt x="8061" y="6931"/>
                </a:cubicBezTo>
                <a:cubicBezTo>
                  <a:pt x="8627" y="6931"/>
                  <a:pt x="9286" y="6633"/>
                  <a:pt x="10008" y="6238"/>
                </a:cubicBezTo>
                <a:cubicBezTo>
                  <a:pt x="11109" y="5604"/>
                  <a:pt x="13477" y="4504"/>
                  <a:pt x="15312" y="3670"/>
                </a:cubicBezTo>
                <a:cubicBezTo>
                  <a:pt x="17146" y="2836"/>
                  <a:pt x="16346" y="1635"/>
                  <a:pt x="15578" y="201"/>
                </a:cubicBezTo>
                <a:lnTo>
                  <a:pt x="15545" y="201"/>
                </a:lnTo>
                <a:cubicBezTo>
                  <a:pt x="15512" y="134"/>
                  <a:pt x="15478" y="67"/>
                  <a:pt x="15445" y="0"/>
                </a:cubicBezTo>
                <a:close/>
                <a:moveTo>
                  <a:pt x="6005" y="6138"/>
                </a:moveTo>
                <a:cubicBezTo>
                  <a:pt x="5871" y="6772"/>
                  <a:pt x="5538" y="7306"/>
                  <a:pt x="5004" y="7706"/>
                </a:cubicBezTo>
                <a:cubicBezTo>
                  <a:pt x="4404" y="8173"/>
                  <a:pt x="3670" y="8540"/>
                  <a:pt x="3103" y="9040"/>
                </a:cubicBezTo>
                <a:cubicBezTo>
                  <a:pt x="2703" y="9440"/>
                  <a:pt x="2369" y="9874"/>
                  <a:pt x="2002" y="10308"/>
                </a:cubicBezTo>
                <a:cubicBezTo>
                  <a:pt x="1649" y="10731"/>
                  <a:pt x="1147" y="10972"/>
                  <a:pt x="636" y="10972"/>
                </a:cubicBezTo>
                <a:cubicBezTo>
                  <a:pt x="422" y="10972"/>
                  <a:pt x="207" y="10930"/>
                  <a:pt x="1" y="10841"/>
                </a:cubicBezTo>
                <a:lnTo>
                  <a:pt x="1" y="10841"/>
                </a:lnTo>
                <a:cubicBezTo>
                  <a:pt x="34" y="10908"/>
                  <a:pt x="67" y="10975"/>
                  <a:pt x="134" y="11042"/>
                </a:cubicBezTo>
                <a:cubicBezTo>
                  <a:pt x="342" y="11294"/>
                  <a:pt x="635" y="11427"/>
                  <a:pt x="1017" y="11427"/>
                </a:cubicBezTo>
                <a:cubicBezTo>
                  <a:pt x="1495" y="11427"/>
                  <a:pt x="2110" y="11219"/>
                  <a:pt x="2869" y="10775"/>
                </a:cubicBezTo>
                <a:cubicBezTo>
                  <a:pt x="4237" y="9974"/>
                  <a:pt x="5138" y="9174"/>
                  <a:pt x="6105" y="8506"/>
                </a:cubicBezTo>
                <a:cubicBezTo>
                  <a:pt x="7106" y="7873"/>
                  <a:pt x="7006" y="7339"/>
                  <a:pt x="6005" y="6138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0">
            <a:extLst>
              <a:ext uri="{FF2B5EF4-FFF2-40B4-BE49-F238E27FC236}">
                <a16:creationId xmlns:a16="http://schemas.microsoft.com/office/drawing/2014/main" id="{75E5A378-51F7-C50F-4F3A-2DF459B8DBD3}"/>
              </a:ext>
            </a:extLst>
          </p:cNvPr>
          <p:cNvSpPr/>
          <p:nvPr/>
        </p:nvSpPr>
        <p:spPr>
          <a:xfrm>
            <a:off x="6020369" y="2117428"/>
            <a:ext cx="53739" cy="47261"/>
          </a:xfrm>
          <a:custGeom>
            <a:avLst/>
            <a:gdLst/>
            <a:ahLst/>
            <a:cxnLst/>
            <a:rect l="l" t="t" r="r" b="b"/>
            <a:pathLst>
              <a:path w="3003" h="2641" extrusionOk="0">
                <a:moveTo>
                  <a:pt x="1627" y="0"/>
                </a:moveTo>
                <a:cubicBezTo>
                  <a:pt x="1618" y="0"/>
                  <a:pt x="1610" y="1"/>
                  <a:pt x="1602" y="2"/>
                </a:cubicBezTo>
                <a:cubicBezTo>
                  <a:pt x="1268" y="68"/>
                  <a:pt x="0" y="936"/>
                  <a:pt x="534" y="2036"/>
                </a:cubicBezTo>
                <a:cubicBezTo>
                  <a:pt x="756" y="2495"/>
                  <a:pt x="1152" y="2641"/>
                  <a:pt x="1552" y="2641"/>
                </a:cubicBezTo>
                <a:cubicBezTo>
                  <a:pt x="2114" y="2641"/>
                  <a:pt x="2686" y="2353"/>
                  <a:pt x="2802" y="2237"/>
                </a:cubicBezTo>
                <a:cubicBezTo>
                  <a:pt x="3003" y="2070"/>
                  <a:pt x="2769" y="1636"/>
                  <a:pt x="2435" y="1036"/>
                </a:cubicBezTo>
                <a:cubicBezTo>
                  <a:pt x="2209" y="549"/>
                  <a:pt x="1919" y="0"/>
                  <a:pt x="16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0">
            <a:extLst>
              <a:ext uri="{FF2B5EF4-FFF2-40B4-BE49-F238E27FC236}">
                <a16:creationId xmlns:a16="http://schemas.microsoft.com/office/drawing/2014/main" id="{05756374-15C9-D36B-D7FD-4E52C087D916}"/>
              </a:ext>
            </a:extLst>
          </p:cNvPr>
          <p:cNvSpPr/>
          <p:nvPr/>
        </p:nvSpPr>
        <p:spPr>
          <a:xfrm>
            <a:off x="6126612" y="2100696"/>
            <a:ext cx="162397" cy="123923"/>
          </a:xfrm>
          <a:custGeom>
            <a:avLst/>
            <a:gdLst/>
            <a:ahLst/>
            <a:cxnLst/>
            <a:rect l="l" t="t" r="r" b="b"/>
            <a:pathLst>
              <a:path w="9075" h="6925" extrusionOk="0">
                <a:moveTo>
                  <a:pt x="6358" y="1"/>
                </a:moveTo>
                <a:cubicBezTo>
                  <a:pt x="6052" y="1"/>
                  <a:pt x="5729" y="119"/>
                  <a:pt x="5371" y="370"/>
                </a:cubicBezTo>
                <a:cubicBezTo>
                  <a:pt x="4104" y="1237"/>
                  <a:pt x="2870" y="2104"/>
                  <a:pt x="1702" y="3005"/>
                </a:cubicBezTo>
                <a:cubicBezTo>
                  <a:pt x="268" y="4072"/>
                  <a:pt x="1" y="4372"/>
                  <a:pt x="768" y="5773"/>
                </a:cubicBezTo>
                <a:cubicBezTo>
                  <a:pt x="1179" y="6558"/>
                  <a:pt x="1486" y="6924"/>
                  <a:pt x="2004" y="6924"/>
                </a:cubicBezTo>
                <a:cubicBezTo>
                  <a:pt x="2411" y="6924"/>
                  <a:pt x="2949" y="6699"/>
                  <a:pt x="3770" y="6274"/>
                </a:cubicBezTo>
                <a:cubicBezTo>
                  <a:pt x="4871" y="5707"/>
                  <a:pt x="5772" y="5040"/>
                  <a:pt x="7907" y="3839"/>
                </a:cubicBezTo>
                <a:cubicBezTo>
                  <a:pt x="9074" y="3172"/>
                  <a:pt x="8907" y="2338"/>
                  <a:pt x="7940" y="1070"/>
                </a:cubicBezTo>
                <a:cubicBezTo>
                  <a:pt x="7404" y="384"/>
                  <a:pt x="6909" y="1"/>
                  <a:pt x="6358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0">
            <a:extLst>
              <a:ext uri="{FF2B5EF4-FFF2-40B4-BE49-F238E27FC236}">
                <a16:creationId xmlns:a16="http://schemas.microsoft.com/office/drawing/2014/main" id="{ED37083D-F1D1-39BC-4EA6-ACB74EC2D9F6}"/>
              </a:ext>
            </a:extLst>
          </p:cNvPr>
          <p:cNvSpPr/>
          <p:nvPr/>
        </p:nvSpPr>
        <p:spPr>
          <a:xfrm>
            <a:off x="6040662" y="2197382"/>
            <a:ext cx="106869" cy="87882"/>
          </a:xfrm>
          <a:custGeom>
            <a:avLst/>
            <a:gdLst/>
            <a:ahLst/>
            <a:cxnLst/>
            <a:rect l="l" t="t" r="r" b="b"/>
            <a:pathLst>
              <a:path w="5972" h="4911" extrusionOk="0">
                <a:moveTo>
                  <a:pt x="3765" y="0"/>
                </a:moveTo>
                <a:cubicBezTo>
                  <a:pt x="3525" y="0"/>
                  <a:pt x="3231" y="131"/>
                  <a:pt x="2803" y="437"/>
                </a:cubicBezTo>
                <a:cubicBezTo>
                  <a:pt x="2169" y="871"/>
                  <a:pt x="1568" y="1404"/>
                  <a:pt x="1068" y="1972"/>
                </a:cubicBezTo>
                <a:cubicBezTo>
                  <a:pt x="1" y="3272"/>
                  <a:pt x="101" y="4073"/>
                  <a:pt x="568" y="4607"/>
                </a:cubicBezTo>
                <a:cubicBezTo>
                  <a:pt x="767" y="4806"/>
                  <a:pt x="1020" y="4910"/>
                  <a:pt x="1334" y="4910"/>
                </a:cubicBezTo>
                <a:cubicBezTo>
                  <a:pt x="1808" y="4910"/>
                  <a:pt x="2421" y="4674"/>
                  <a:pt x="3203" y="4173"/>
                </a:cubicBezTo>
                <a:cubicBezTo>
                  <a:pt x="4470" y="3339"/>
                  <a:pt x="4037" y="3606"/>
                  <a:pt x="4904" y="2939"/>
                </a:cubicBezTo>
                <a:cubicBezTo>
                  <a:pt x="5805" y="2238"/>
                  <a:pt x="5971" y="2038"/>
                  <a:pt x="4937" y="937"/>
                </a:cubicBezTo>
                <a:cubicBezTo>
                  <a:pt x="4431" y="389"/>
                  <a:pt x="4178" y="0"/>
                  <a:pt x="3765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0">
            <a:extLst>
              <a:ext uri="{FF2B5EF4-FFF2-40B4-BE49-F238E27FC236}">
                <a16:creationId xmlns:a16="http://schemas.microsoft.com/office/drawing/2014/main" id="{C28082FD-F125-F0B3-5A6E-C523F8F30937}"/>
              </a:ext>
            </a:extLst>
          </p:cNvPr>
          <p:cNvSpPr/>
          <p:nvPr/>
        </p:nvSpPr>
        <p:spPr>
          <a:xfrm>
            <a:off x="6051399" y="2110878"/>
            <a:ext cx="237610" cy="174262"/>
          </a:xfrm>
          <a:custGeom>
            <a:avLst/>
            <a:gdLst/>
            <a:ahLst/>
            <a:cxnLst/>
            <a:rect l="l" t="t" r="r" b="b"/>
            <a:pathLst>
              <a:path w="13278" h="9738" extrusionOk="0">
                <a:moveTo>
                  <a:pt x="11709" y="1"/>
                </a:moveTo>
                <a:cubicBezTo>
                  <a:pt x="11843" y="468"/>
                  <a:pt x="11743" y="935"/>
                  <a:pt x="11476" y="1335"/>
                </a:cubicBezTo>
                <a:cubicBezTo>
                  <a:pt x="11042" y="1902"/>
                  <a:pt x="10342" y="2102"/>
                  <a:pt x="9775" y="2502"/>
                </a:cubicBezTo>
                <a:cubicBezTo>
                  <a:pt x="8741" y="3203"/>
                  <a:pt x="8140" y="4437"/>
                  <a:pt x="7039" y="5038"/>
                </a:cubicBezTo>
                <a:cubicBezTo>
                  <a:pt x="6594" y="5285"/>
                  <a:pt x="6112" y="5422"/>
                  <a:pt x="5620" y="5422"/>
                </a:cubicBezTo>
                <a:cubicBezTo>
                  <a:pt x="5449" y="5422"/>
                  <a:pt x="5277" y="5406"/>
                  <a:pt x="5105" y="5371"/>
                </a:cubicBezTo>
                <a:lnTo>
                  <a:pt x="5038" y="5371"/>
                </a:lnTo>
                <a:cubicBezTo>
                  <a:pt x="5434" y="6037"/>
                  <a:pt x="5732" y="6343"/>
                  <a:pt x="6211" y="6343"/>
                </a:cubicBezTo>
                <a:cubicBezTo>
                  <a:pt x="6621" y="6343"/>
                  <a:pt x="7161" y="6120"/>
                  <a:pt x="8007" y="5705"/>
                </a:cubicBezTo>
                <a:cubicBezTo>
                  <a:pt x="9107" y="5138"/>
                  <a:pt x="9975" y="4471"/>
                  <a:pt x="12110" y="3270"/>
                </a:cubicBezTo>
                <a:cubicBezTo>
                  <a:pt x="13277" y="2603"/>
                  <a:pt x="13110" y="1769"/>
                  <a:pt x="12143" y="501"/>
                </a:cubicBezTo>
                <a:cubicBezTo>
                  <a:pt x="12010" y="334"/>
                  <a:pt x="11876" y="167"/>
                  <a:pt x="11709" y="1"/>
                </a:cubicBezTo>
                <a:close/>
                <a:moveTo>
                  <a:pt x="4437" y="5838"/>
                </a:moveTo>
                <a:cubicBezTo>
                  <a:pt x="4404" y="6205"/>
                  <a:pt x="4204" y="6539"/>
                  <a:pt x="3937" y="6772"/>
                </a:cubicBezTo>
                <a:cubicBezTo>
                  <a:pt x="3637" y="7006"/>
                  <a:pt x="3337" y="7206"/>
                  <a:pt x="3003" y="7373"/>
                </a:cubicBezTo>
                <a:cubicBezTo>
                  <a:pt x="2469" y="7706"/>
                  <a:pt x="1969" y="8073"/>
                  <a:pt x="1535" y="8507"/>
                </a:cubicBezTo>
                <a:cubicBezTo>
                  <a:pt x="1302" y="8807"/>
                  <a:pt x="1002" y="9074"/>
                  <a:pt x="668" y="9274"/>
                </a:cubicBezTo>
                <a:cubicBezTo>
                  <a:pt x="503" y="9356"/>
                  <a:pt x="316" y="9416"/>
                  <a:pt x="125" y="9416"/>
                </a:cubicBezTo>
                <a:cubicBezTo>
                  <a:pt x="84" y="9416"/>
                  <a:pt x="42" y="9413"/>
                  <a:pt x="1" y="9407"/>
                </a:cubicBezTo>
                <a:lnTo>
                  <a:pt x="1" y="9407"/>
                </a:lnTo>
                <a:cubicBezTo>
                  <a:pt x="191" y="9625"/>
                  <a:pt x="449" y="9737"/>
                  <a:pt x="772" y="9737"/>
                </a:cubicBezTo>
                <a:cubicBezTo>
                  <a:pt x="1242" y="9737"/>
                  <a:pt x="1852" y="9501"/>
                  <a:pt x="2603" y="9007"/>
                </a:cubicBezTo>
                <a:cubicBezTo>
                  <a:pt x="3870" y="8173"/>
                  <a:pt x="3437" y="8440"/>
                  <a:pt x="4337" y="7740"/>
                </a:cubicBezTo>
                <a:cubicBezTo>
                  <a:pt x="5238" y="7072"/>
                  <a:pt x="5371" y="6872"/>
                  <a:pt x="4437" y="5838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0">
            <a:extLst>
              <a:ext uri="{FF2B5EF4-FFF2-40B4-BE49-F238E27FC236}">
                <a16:creationId xmlns:a16="http://schemas.microsoft.com/office/drawing/2014/main" id="{D054F391-A424-4956-B788-A096C3933018}"/>
              </a:ext>
            </a:extLst>
          </p:cNvPr>
          <p:cNvSpPr/>
          <p:nvPr/>
        </p:nvSpPr>
        <p:spPr>
          <a:xfrm>
            <a:off x="6106319" y="2182297"/>
            <a:ext cx="53148" cy="45453"/>
          </a:xfrm>
          <a:custGeom>
            <a:avLst/>
            <a:gdLst/>
            <a:ahLst/>
            <a:cxnLst/>
            <a:rect l="l" t="t" r="r" b="b"/>
            <a:pathLst>
              <a:path w="2970" h="2540" extrusionOk="0">
                <a:moveTo>
                  <a:pt x="1514" y="1"/>
                </a:moveTo>
                <a:cubicBezTo>
                  <a:pt x="1488" y="1"/>
                  <a:pt x="1461" y="5"/>
                  <a:pt x="1435" y="13"/>
                </a:cubicBezTo>
                <a:cubicBezTo>
                  <a:pt x="1135" y="79"/>
                  <a:pt x="1" y="1047"/>
                  <a:pt x="601" y="2047"/>
                </a:cubicBezTo>
                <a:cubicBezTo>
                  <a:pt x="822" y="2416"/>
                  <a:pt x="1156" y="2540"/>
                  <a:pt x="1499" y="2540"/>
                </a:cubicBezTo>
                <a:cubicBezTo>
                  <a:pt x="2086" y="2540"/>
                  <a:pt x="2697" y="2174"/>
                  <a:pt x="2803" y="2047"/>
                </a:cubicBezTo>
                <a:cubicBezTo>
                  <a:pt x="2970" y="1847"/>
                  <a:pt x="2703" y="1480"/>
                  <a:pt x="2369" y="913"/>
                </a:cubicBezTo>
                <a:cubicBezTo>
                  <a:pt x="2123" y="514"/>
                  <a:pt x="1821" y="1"/>
                  <a:pt x="151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0">
            <a:extLst>
              <a:ext uri="{FF2B5EF4-FFF2-40B4-BE49-F238E27FC236}">
                <a16:creationId xmlns:a16="http://schemas.microsoft.com/office/drawing/2014/main" id="{2F17889C-91B1-372D-FE07-7295CCB551C6}"/>
              </a:ext>
            </a:extLst>
          </p:cNvPr>
          <p:cNvSpPr/>
          <p:nvPr/>
        </p:nvSpPr>
        <p:spPr>
          <a:xfrm>
            <a:off x="5962461" y="1925772"/>
            <a:ext cx="227445" cy="157225"/>
          </a:xfrm>
          <a:custGeom>
            <a:avLst/>
            <a:gdLst/>
            <a:ahLst/>
            <a:cxnLst/>
            <a:rect l="l" t="t" r="r" b="b"/>
            <a:pathLst>
              <a:path w="12710" h="8786" extrusionOk="0">
                <a:moveTo>
                  <a:pt x="9601" y="0"/>
                </a:moveTo>
                <a:cubicBezTo>
                  <a:pt x="9126" y="0"/>
                  <a:pt x="8656" y="266"/>
                  <a:pt x="8240" y="638"/>
                </a:cubicBezTo>
                <a:cubicBezTo>
                  <a:pt x="7273" y="1438"/>
                  <a:pt x="3136" y="3673"/>
                  <a:pt x="1569" y="4507"/>
                </a:cubicBezTo>
                <a:cubicBezTo>
                  <a:pt x="1" y="5341"/>
                  <a:pt x="234" y="6142"/>
                  <a:pt x="835" y="7709"/>
                </a:cubicBezTo>
                <a:cubicBezTo>
                  <a:pt x="1139" y="8488"/>
                  <a:pt x="1632" y="8785"/>
                  <a:pt x="2175" y="8785"/>
                </a:cubicBezTo>
                <a:cubicBezTo>
                  <a:pt x="2703" y="8785"/>
                  <a:pt x="3277" y="8504"/>
                  <a:pt x="3770" y="8110"/>
                </a:cubicBezTo>
                <a:cubicBezTo>
                  <a:pt x="4771" y="7309"/>
                  <a:pt x="8874" y="5675"/>
                  <a:pt x="10808" y="4974"/>
                </a:cubicBezTo>
                <a:cubicBezTo>
                  <a:pt x="12710" y="4307"/>
                  <a:pt x="12009" y="3039"/>
                  <a:pt x="11309" y="1538"/>
                </a:cubicBezTo>
                <a:cubicBezTo>
                  <a:pt x="10791" y="411"/>
                  <a:pt x="10192" y="0"/>
                  <a:pt x="9601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0">
            <a:extLst>
              <a:ext uri="{FF2B5EF4-FFF2-40B4-BE49-F238E27FC236}">
                <a16:creationId xmlns:a16="http://schemas.microsoft.com/office/drawing/2014/main" id="{0DD44DB2-2EF4-61E1-6FBB-9B369F25104E}"/>
              </a:ext>
            </a:extLst>
          </p:cNvPr>
          <p:cNvSpPr/>
          <p:nvPr/>
        </p:nvSpPr>
        <p:spPr>
          <a:xfrm>
            <a:off x="5841885" y="2039209"/>
            <a:ext cx="145665" cy="117355"/>
          </a:xfrm>
          <a:custGeom>
            <a:avLst/>
            <a:gdLst/>
            <a:ahLst/>
            <a:cxnLst/>
            <a:rect l="l" t="t" r="r" b="b"/>
            <a:pathLst>
              <a:path w="8140" h="6558" extrusionOk="0">
                <a:moveTo>
                  <a:pt x="5878" y="0"/>
                </a:moveTo>
                <a:cubicBezTo>
                  <a:pt x="5635" y="0"/>
                  <a:pt x="5347" y="138"/>
                  <a:pt x="4971" y="470"/>
                </a:cubicBezTo>
                <a:cubicBezTo>
                  <a:pt x="3837" y="1471"/>
                  <a:pt x="2636" y="2371"/>
                  <a:pt x="1302" y="3505"/>
                </a:cubicBezTo>
                <a:cubicBezTo>
                  <a:pt x="1" y="4639"/>
                  <a:pt x="67" y="5540"/>
                  <a:pt x="468" y="6107"/>
                </a:cubicBezTo>
                <a:cubicBezTo>
                  <a:pt x="679" y="6400"/>
                  <a:pt x="1001" y="6558"/>
                  <a:pt x="1442" y="6558"/>
                </a:cubicBezTo>
                <a:cubicBezTo>
                  <a:pt x="1906" y="6558"/>
                  <a:pt x="2501" y="6383"/>
                  <a:pt x="3236" y="6007"/>
                </a:cubicBezTo>
                <a:cubicBezTo>
                  <a:pt x="4704" y="5273"/>
                  <a:pt x="6072" y="4172"/>
                  <a:pt x="7106" y="3605"/>
                </a:cubicBezTo>
                <a:cubicBezTo>
                  <a:pt x="8140" y="3005"/>
                  <a:pt x="8106" y="2471"/>
                  <a:pt x="7139" y="1204"/>
                </a:cubicBezTo>
                <a:cubicBezTo>
                  <a:pt x="6671" y="557"/>
                  <a:pt x="6367" y="0"/>
                  <a:pt x="5878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40">
            <a:extLst>
              <a:ext uri="{FF2B5EF4-FFF2-40B4-BE49-F238E27FC236}">
                <a16:creationId xmlns:a16="http://schemas.microsoft.com/office/drawing/2014/main" id="{AB655578-8826-26FB-3C13-C43736DDF7E5}"/>
              </a:ext>
            </a:extLst>
          </p:cNvPr>
          <p:cNvSpPr/>
          <p:nvPr/>
        </p:nvSpPr>
        <p:spPr>
          <a:xfrm>
            <a:off x="5847862" y="1955084"/>
            <a:ext cx="342045" cy="201480"/>
          </a:xfrm>
          <a:custGeom>
            <a:avLst/>
            <a:gdLst/>
            <a:ahLst/>
            <a:cxnLst/>
            <a:rect l="l" t="t" r="r" b="b"/>
            <a:pathLst>
              <a:path w="19114" h="11259" extrusionOk="0">
                <a:moveTo>
                  <a:pt x="17780" y="0"/>
                </a:moveTo>
                <a:cubicBezTo>
                  <a:pt x="17813" y="334"/>
                  <a:pt x="17813" y="634"/>
                  <a:pt x="17713" y="901"/>
                </a:cubicBezTo>
                <a:cubicBezTo>
                  <a:pt x="17579" y="1168"/>
                  <a:pt x="17413" y="1401"/>
                  <a:pt x="17212" y="1568"/>
                </a:cubicBezTo>
                <a:cubicBezTo>
                  <a:pt x="15778" y="2869"/>
                  <a:pt x="13677" y="2936"/>
                  <a:pt x="11975" y="3836"/>
                </a:cubicBezTo>
                <a:cubicBezTo>
                  <a:pt x="11141" y="4270"/>
                  <a:pt x="10441" y="4904"/>
                  <a:pt x="9607" y="5338"/>
                </a:cubicBezTo>
                <a:cubicBezTo>
                  <a:pt x="9104" y="5644"/>
                  <a:pt x="8543" y="5792"/>
                  <a:pt x="7982" y="5792"/>
                </a:cubicBezTo>
                <a:cubicBezTo>
                  <a:pt x="7687" y="5792"/>
                  <a:pt x="7392" y="5751"/>
                  <a:pt x="7105" y="5671"/>
                </a:cubicBezTo>
                <a:lnTo>
                  <a:pt x="7105" y="5671"/>
                </a:lnTo>
                <a:cubicBezTo>
                  <a:pt x="7139" y="5771"/>
                  <a:pt x="7205" y="5905"/>
                  <a:pt x="7239" y="6071"/>
                </a:cubicBezTo>
                <a:cubicBezTo>
                  <a:pt x="7543" y="6850"/>
                  <a:pt x="8028" y="7147"/>
                  <a:pt x="8567" y="7147"/>
                </a:cubicBezTo>
                <a:cubicBezTo>
                  <a:pt x="9090" y="7147"/>
                  <a:pt x="9664" y="6866"/>
                  <a:pt x="10174" y="6472"/>
                </a:cubicBezTo>
                <a:cubicBezTo>
                  <a:pt x="11208" y="5671"/>
                  <a:pt x="15311" y="4037"/>
                  <a:pt x="17212" y="3336"/>
                </a:cubicBezTo>
                <a:cubicBezTo>
                  <a:pt x="19114" y="2669"/>
                  <a:pt x="18447" y="1468"/>
                  <a:pt x="17780" y="0"/>
                </a:cubicBezTo>
                <a:close/>
                <a:moveTo>
                  <a:pt x="6972" y="6071"/>
                </a:moveTo>
                <a:lnTo>
                  <a:pt x="6972" y="6071"/>
                </a:lnTo>
                <a:cubicBezTo>
                  <a:pt x="6872" y="6372"/>
                  <a:pt x="6738" y="6605"/>
                  <a:pt x="6505" y="6805"/>
                </a:cubicBezTo>
                <a:cubicBezTo>
                  <a:pt x="6171" y="7106"/>
                  <a:pt x="5771" y="7339"/>
                  <a:pt x="5371" y="7539"/>
                </a:cubicBezTo>
                <a:cubicBezTo>
                  <a:pt x="4704" y="7906"/>
                  <a:pt x="4070" y="8306"/>
                  <a:pt x="3503" y="8807"/>
                </a:cubicBezTo>
                <a:cubicBezTo>
                  <a:pt x="3002" y="9274"/>
                  <a:pt x="2435" y="9741"/>
                  <a:pt x="1835" y="10141"/>
                </a:cubicBezTo>
                <a:cubicBezTo>
                  <a:pt x="1451" y="10405"/>
                  <a:pt x="997" y="10531"/>
                  <a:pt x="537" y="10531"/>
                </a:cubicBezTo>
                <a:cubicBezTo>
                  <a:pt x="358" y="10531"/>
                  <a:pt x="178" y="10512"/>
                  <a:pt x="0" y="10475"/>
                </a:cubicBezTo>
                <a:lnTo>
                  <a:pt x="0" y="10475"/>
                </a:lnTo>
                <a:cubicBezTo>
                  <a:pt x="34" y="10608"/>
                  <a:pt x="100" y="10708"/>
                  <a:pt x="167" y="10808"/>
                </a:cubicBezTo>
                <a:cubicBezTo>
                  <a:pt x="378" y="11101"/>
                  <a:pt x="701" y="11259"/>
                  <a:pt x="1142" y="11259"/>
                </a:cubicBezTo>
                <a:cubicBezTo>
                  <a:pt x="1605" y="11259"/>
                  <a:pt x="2200" y="11084"/>
                  <a:pt x="2936" y="10708"/>
                </a:cubicBezTo>
                <a:cubicBezTo>
                  <a:pt x="4403" y="9974"/>
                  <a:pt x="5771" y="8873"/>
                  <a:pt x="6805" y="8306"/>
                </a:cubicBezTo>
                <a:cubicBezTo>
                  <a:pt x="7839" y="7739"/>
                  <a:pt x="7772" y="7239"/>
                  <a:pt x="6972" y="607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0">
            <a:extLst>
              <a:ext uri="{FF2B5EF4-FFF2-40B4-BE49-F238E27FC236}">
                <a16:creationId xmlns:a16="http://schemas.microsoft.com/office/drawing/2014/main" id="{B5F46B40-0D85-5E68-A227-19C3857C2FB5}"/>
              </a:ext>
            </a:extLst>
          </p:cNvPr>
          <p:cNvSpPr/>
          <p:nvPr/>
        </p:nvSpPr>
        <p:spPr>
          <a:xfrm>
            <a:off x="5950525" y="2032659"/>
            <a:ext cx="52558" cy="47028"/>
          </a:xfrm>
          <a:custGeom>
            <a:avLst/>
            <a:gdLst/>
            <a:ahLst/>
            <a:cxnLst/>
            <a:rect l="l" t="t" r="r" b="b"/>
            <a:pathLst>
              <a:path w="2937" h="2628" extrusionOk="0">
                <a:moveTo>
                  <a:pt x="1665" y="0"/>
                </a:moveTo>
                <a:cubicBezTo>
                  <a:pt x="1655" y="0"/>
                  <a:pt x="1645" y="1"/>
                  <a:pt x="1635" y="2"/>
                </a:cubicBezTo>
                <a:cubicBezTo>
                  <a:pt x="1302" y="35"/>
                  <a:pt x="1" y="869"/>
                  <a:pt x="501" y="1970"/>
                </a:cubicBezTo>
                <a:cubicBezTo>
                  <a:pt x="708" y="2472"/>
                  <a:pt x="1131" y="2628"/>
                  <a:pt x="1555" y="2628"/>
                </a:cubicBezTo>
                <a:cubicBezTo>
                  <a:pt x="2088" y="2628"/>
                  <a:pt x="2624" y="2382"/>
                  <a:pt x="2736" y="2270"/>
                </a:cubicBezTo>
                <a:cubicBezTo>
                  <a:pt x="2936" y="2070"/>
                  <a:pt x="2736" y="1636"/>
                  <a:pt x="2436" y="1036"/>
                </a:cubicBezTo>
                <a:cubicBezTo>
                  <a:pt x="2241" y="518"/>
                  <a:pt x="1985" y="0"/>
                  <a:pt x="16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0">
            <a:extLst>
              <a:ext uri="{FF2B5EF4-FFF2-40B4-BE49-F238E27FC236}">
                <a16:creationId xmlns:a16="http://schemas.microsoft.com/office/drawing/2014/main" id="{898228F5-084E-05D0-3A2A-DED1D0F2AC3D}"/>
              </a:ext>
            </a:extLst>
          </p:cNvPr>
          <p:cNvSpPr/>
          <p:nvPr/>
        </p:nvSpPr>
        <p:spPr>
          <a:xfrm>
            <a:off x="5770860" y="1556938"/>
            <a:ext cx="174315" cy="209873"/>
          </a:xfrm>
          <a:custGeom>
            <a:avLst/>
            <a:gdLst/>
            <a:ahLst/>
            <a:cxnLst/>
            <a:rect l="l" t="t" r="r" b="b"/>
            <a:pathLst>
              <a:path w="9741" h="11728" extrusionOk="0">
                <a:moveTo>
                  <a:pt x="6438" y="0"/>
                </a:moveTo>
                <a:lnTo>
                  <a:pt x="0" y="3736"/>
                </a:lnTo>
                <a:lnTo>
                  <a:pt x="2569" y="9474"/>
                </a:lnTo>
                <a:cubicBezTo>
                  <a:pt x="2602" y="9574"/>
                  <a:pt x="2702" y="9674"/>
                  <a:pt x="2802" y="9740"/>
                </a:cubicBezTo>
                <a:lnTo>
                  <a:pt x="6104" y="11642"/>
                </a:lnTo>
                <a:cubicBezTo>
                  <a:pt x="6202" y="11700"/>
                  <a:pt x="6308" y="11727"/>
                  <a:pt x="6412" y="11727"/>
                </a:cubicBezTo>
                <a:cubicBezTo>
                  <a:pt x="6663" y="11727"/>
                  <a:pt x="6901" y="11568"/>
                  <a:pt x="6972" y="11308"/>
                </a:cubicBezTo>
                <a:lnTo>
                  <a:pt x="9740" y="1902"/>
                </a:lnTo>
                <a:lnTo>
                  <a:pt x="6438" y="0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0">
            <a:extLst>
              <a:ext uri="{FF2B5EF4-FFF2-40B4-BE49-F238E27FC236}">
                <a16:creationId xmlns:a16="http://schemas.microsoft.com/office/drawing/2014/main" id="{67AF17E6-690B-7AEA-CC38-4809B3F648B5}"/>
              </a:ext>
            </a:extLst>
          </p:cNvPr>
          <p:cNvSpPr/>
          <p:nvPr/>
        </p:nvSpPr>
        <p:spPr>
          <a:xfrm>
            <a:off x="5624013" y="1089091"/>
            <a:ext cx="447715" cy="660522"/>
          </a:xfrm>
          <a:custGeom>
            <a:avLst/>
            <a:gdLst/>
            <a:ahLst/>
            <a:cxnLst/>
            <a:rect l="l" t="t" r="r" b="b"/>
            <a:pathLst>
              <a:path w="25019" h="36911" extrusionOk="0">
                <a:moveTo>
                  <a:pt x="20982" y="0"/>
                </a:moveTo>
                <a:cubicBezTo>
                  <a:pt x="20798" y="0"/>
                  <a:pt x="20615" y="42"/>
                  <a:pt x="20448" y="126"/>
                </a:cubicBezTo>
                <a:lnTo>
                  <a:pt x="501" y="11634"/>
                </a:lnTo>
                <a:cubicBezTo>
                  <a:pt x="200" y="11834"/>
                  <a:pt x="0" y="12167"/>
                  <a:pt x="0" y="12534"/>
                </a:cubicBezTo>
                <a:lnTo>
                  <a:pt x="0" y="34217"/>
                </a:lnTo>
                <a:cubicBezTo>
                  <a:pt x="34" y="34584"/>
                  <a:pt x="234" y="34917"/>
                  <a:pt x="534" y="35117"/>
                </a:cubicBezTo>
                <a:lnTo>
                  <a:pt x="3503" y="36785"/>
                </a:lnTo>
                <a:cubicBezTo>
                  <a:pt x="3653" y="36869"/>
                  <a:pt x="3828" y="36910"/>
                  <a:pt x="4007" y="36910"/>
                </a:cubicBezTo>
                <a:cubicBezTo>
                  <a:pt x="4187" y="36910"/>
                  <a:pt x="4370" y="36869"/>
                  <a:pt x="4537" y="36785"/>
                </a:cubicBezTo>
                <a:lnTo>
                  <a:pt x="24484" y="25277"/>
                </a:lnTo>
                <a:cubicBezTo>
                  <a:pt x="24785" y="25077"/>
                  <a:pt x="24985" y="24743"/>
                  <a:pt x="25018" y="24376"/>
                </a:cubicBezTo>
                <a:lnTo>
                  <a:pt x="24985" y="2694"/>
                </a:lnTo>
                <a:cubicBezTo>
                  <a:pt x="24985" y="2327"/>
                  <a:pt x="24785" y="1994"/>
                  <a:pt x="24484" y="1793"/>
                </a:cubicBezTo>
                <a:lnTo>
                  <a:pt x="21516" y="126"/>
                </a:lnTo>
                <a:cubicBezTo>
                  <a:pt x="21349" y="42"/>
                  <a:pt x="21165" y="0"/>
                  <a:pt x="20982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0">
            <a:extLst>
              <a:ext uri="{FF2B5EF4-FFF2-40B4-BE49-F238E27FC236}">
                <a16:creationId xmlns:a16="http://schemas.microsoft.com/office/drawing/2014/main" id="{CFB753B8-B87A-D3BE-C32C-59D94D51D5D7}"/>
              </a:ext>
            </a:extLst>
          </p:cNvPr>
          <p:cNvSpPr/>
          <p:nvPr/>
        </p:nvSpPr>
        <p:spPr>
          <a:xfrm>
            <a:off x="5627002" y="1089091"/>
            <a:ext cx="444118" cy="255344"/>
          </a:xfrm>
          <a:custGeom>
            <a:avLst/>
            <a:gdLst/>
            <a:ahLst/>
            <a:cxnLst/>
            <a:rect l="l" t="t" r="r" b="b"/>
            <a:pathLst>
              <a:path w="24818" h="14269" extrusionOk="0">
                <a:moveTo>
                  <a:pt x="20815" y="0"/>
                </a:moveTo>
                <a:cubicBezTo>
                  <a:pt x="20631" y="0"/>
                  <a:pt x="20448" y="42"/>
                  <a:pt x="20281" y="126"/>
                </a:cubicBezTo>
                <a:lnTo>
                  <a:pt x="334" y="11634"/>
                </a:lnTo>
                <a:cubicBezTo>
                  <a:pt x="200" y="11734"/>
                  <a:pt x="67" y="11834"/>
                  <a:pt x="0" y="12001"/>
                </a:cubicBezTo>
                <a:lnTo>
                  <a:pt x="3970" y="14269"/>
                </a:lnTo>
                <a:cubicBezTo>
                  <a:pt x="4070" y="14136"/>
                  <a:pt x="4203" y="14002"/>
                  <a:pt x="4370" y="13902"/>
                </a:cubicBezTo>
                <a:lnTo>
                  <a:pt x="24317" y="2360"/>
                </a:lnTo>
                <a:cubicBezTo>
                  <a:pt x="24387" y="2321"/>
                  <a:pt x="24457" y="2302"/>
                  <a:pt x="24521" y="2302"/>
                </a:cubicBezTo>
                <a:cubicBezTo>
                  <a:pt x="24672" y="2302"/>
                  <a:pt x="24794" y="2407"/>
                  <a:pt x="24818" y="2594"/>
                </a:cubicBezTo>
                <a:cubicBezTo>
                  <a:pt x="24784" y="2260"/>
                  <a:pt x="24584" y="1960"/>
                  <a:pt x="24317" y="1793"/>
                </a:cubicBezTo>
                <a:lnTo>
                  <a:pt x="21349" y="126"/>
                </a:lnTo>
                <a:cubicBezTo>
                  <a:pt x="21182" y="42"/>
                  <a:pt x="20998" y="0"/>
                  <a:pt x="20815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0">
            <a:extLst>
              <a:ext uri="{FF2B5EF4-FFF2-40B4-BE49-F238E27FC236}">
                <a16:creationId xmlns:a16="http://schemas.microsoft.com/office/drawing/2014/main" id="{64A7BD03-809E-43C6-3F2E-89C11625EF48}"/>
              </a:ext>
            </a:extLst>
          </p:cNvPr>
          <p:cNvSpPr/>
          <p:nvPr/>
        </p:nvSpPr>
        <p:spPr>
          <a:xfrm>
            <a:off x="5695647" y="1130035"/>
            <a:ext cx="376081" cy="636829"/>
          </a:xfrm>
          <a:custGeom>
            <a:avLst/>
            <a:gdLst/>
            <a:ahLst/>
            <a:cxnLst/>
            <a:rect l="l" t="t" r="r" b="b"/>
            <a:pathLst>
              <a:path w="21016" h="35587" extrusionOk="0">
                <a:moveTo>
                  <a:pt x="20702" y="1"/>
                </a:moveTo>
                <a:cubicBezTo>
                  <a:pt x="20634" y="1"/>
                  <a:pt x="20559" y="24"/>
                  <a:pt x="20481" y="72"/>
                </a:cubicBezTo>
                <a:lnTo>
                  <a:pt x="534" y="11614"/>
                </a:lnTo>
                <a:cubicBezTo>
                  <a:pt x="200" y="11814"/>
                  <a:pt x="0" y="12148"/>
                  <a:pt x="0" y="12515"/>
                </a:cubicBezTo>
                <a:lnTo>
                  <a:pt x="0" y="34197"/>
                </a:lnTo>
                <a:cubicBezTo>
                  <a:pt x="0" y="34433"/>
                  <a:pt x="117" y="34569"/>
                  <a:pt x="292" y="34569"/>
                </a:cubicBezTo>
                <a:cubicBezTo>
                  <a:pt x="364" y="34569"/>
                  <a:pt x="446" y="34546"/>
                  <a:pt x="534" y="34497"/>
                </a:cubicBezTo>
                <a:lnTo>
                  <a:pt x="7872" y="30261"/>
                </a:lnTo>
                <a:lnTo>
                  <a:pt x="10074" y="35231"/>
                </a:lnTo>
                <a:cubicBezTo>
                  <a:pt x="10169" y="35469"/>
                  <a:pt x="10385" y="35586"/>
                  <a:pt x="10604" y="35586"/>
                </a:cubicBezTo>
                <a:cubicBezTo>
                  <a:pt x="10844" y="35586"/>
                  <a:pt x="11087" y="35444"/>
                  <a:pt x="11175" y="35164"/>
                </a:cubicBezTo>
                <a:lnTo>
                  <a:pt x="13576" y="26958"/>
                </a:lnTo>
                <a:lnTo>
                  <a:pt x="20481" y="22989"/>
                </a:lnTo>
                <a:cubicBezTo>
                  <a:pt x="20782" y="22789"/>
                  <a:pt x="20982" y="22455"/>
                  <a:pt x="21015" y="22055"/>
                </a:cubicBezTo>
                <a:lnTo>
                  <a:pt x="20982" y="373"/>
                </a:lnTo>
                <a:cubicBezTo>
                  <a:pt x="20982" y="137"/>
                  <a:pt x="20865" y="1"/>
                  <a:pt x="20702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0">
            <a:extLst>
              <a:ext uri="{FF2B5EF4-FFF2-40B4-BE49-F238E27FC236}">
                <a16:creationId xmlns:a16="http://schemas.microsoft.com/office/drawing/2014/main" id="{7F57E05C-CEB4-00B1-71F7-E651F28BE495}"/>
              </a:ext>
            </a:extLst>
          </p:cNvPr>
          <p:cNvSpPr/>
          <p:nvPr/>
        </p:nvSpPr>
        <p:spPr>
          <a:xfrm>
            <a:off x="5695647" y="1130035"/>
            <a:ext cx="376081" cy="636829"/>
          </a:xfrm>
          <a:custGeom>
            <a:avLst/>
            <a:gdLst/>
            <a:ahLst/>
            <a:cxnLst/>
            <a:rect l="l" t="t" r="r" b="b"/>
            <a:pathLst>
              <a:path w="21016" h="35587" extrusionOk="0">
                <a:moveTo>
                  <a:pt x="20702" y="1"/>
                </a:moveTo>
                <a:cubicBezTo>
                  <a:pt x="20634" y="1"/>
                  <a:pt x="20559" y="24"/>
                  <a:pt x="20481" y="72"/>
                </a:cubicBezTo>
                <a:lnTo>
                  <a:pt x="534" y="11614"/>
                </a:lnTo>
                <a:cubicBezTo>
                  <a:pt x="200" y="11814"/>
                  <a:pt x="0" y="12148"/>
                  <a:pt x="0" y="12515"/>
                </a:cubicBezTo>
                <a:lnTo>
                  <a:pt x="0" y="34197"/>
                </a:lnTo>
                <a:cubicBezTo>
                  <a:pt x="0" y="34433"/>
                  <a:pt x="117" y="34569"/>
                  <a:pt x="292" y="34569"/>
                </a:cubicBezTo>
                <a:cubicBezTo>
                  <a:pt x="364" y="34569"/>
                  <a:pt x="446" y="34546"/>
                  <a:pt x="534" y="34497"/>
                </a:cubicBezTo>
                <a:lnTo>
                  <a:pt x="7872" y="30261"/>
                </a:lnTo>
                <a:lnTo>
                  <a:pt x="10074" y="35231"/>
                </a:lnTo>
                <a:cubicBezTo>
                  <a:pt x="10169" y="35469"/>
                  <a:pt x="10385" y="35586"/>
                  <a:pt x="10604" y="35586"/>
                </a:cubicBezTo>
                <a:cubicBezTo>
                  <a:pt x="10844" y="35586"/>
                  <a:pt x="11087" y="35444"/>
                  <a:pt x="11175" y="35164"/>
                </a:cubicBezTo>
                <a:lnTo>
                  <a:pt x="13576" y="26958"/>
                </a:lnTo>
                <a:lnTo>
                  <a:pt x="20481" y="22989"/>
                </a:lnTo>
                <a:cubicBezTo>
                  <a:pt x="20782" y="22789"/>
                  <a:pt x="20982" y="22455"/>
                  <a:pt x="21015" y="22055"/>
                </a:cubicBezTo>
                <a:lnTo>
                  <a:pt x="20982" y="373"/>
                </a:lnTo>
                <a:cubicBezTo>
                  <a:pt x="20982" y="137"/>
                  <a:pt x="20865" y="1"/>
                  <a:pt x="20702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0">
            <a:extLst>
              <a:ext uri="{FF2B5EF4-FFF2-40B4-BE49-F238E27FC236}">
                <a16:creationId xmlns:a16="http://schemas.microsoft.com/office/drawing/2014/main" id="{9503C4B2-0C0E-BC22-300D-F1F213FA8EDF}"/>
              </a:ext>
            </a:extLst>
          </p:cNvPr>
          <p:cNvSpPr/>
          <p:nvPr/>
        </p:nvSpPr>
        <p:spPr>
          <a:xfrm>
            <a:off x="5761840" y="1258647"/>
            <a:ext cx="235266" cy="327550"/>
          </a:xfrm>
          <a:custGeom>
            <a:avLst/>
            <a:gdLst/>
            <a:ahLst/>
            <a:cxnLst/>
            <a:rect l="l" t="t" r="r" b="b"/>
            <a:pathLst>
              <a:path w="13147" h="18304" extrusionOk="0">
                <a:moveTo>
                  <a:pt x="11458" y="0"/>
                </a:moveTo>
                <a:cubicBezTo>
                  <a:pt x="10878" y="0"/>
                  <a:pt x="10336" y="350"/>
                  <a:pt x="10111" y="925"/>
                </a:cubicBezTo>
                <a:lnTo>
                  <a:pt x="4507" y="14267"/>
                </a:lnTo>
                <a:lnTo>
                  <a:pt x="3173" y="12967"/>
                </a:lnTo>
                <a:cubicBezTo>
                  <a:pt x="2842" y="12644"/>
                  <a:pt x="2478" y="12509"/>
                  <a:pt x="2131" y="12509"/>
                </a:cubicBezTo>
                <a:cubicBezTo>
                  <a:pt x="971" y="12509"/>
                  <a:pt x="1" y="14015"/>
                  <a:pt x="1105" y="15068"/>
                </a:cubicBezTo>
                <a:lnTo>
                  <a:pt x="4007" y="17903"/>
                </a:lnTo>
                <a:cubicBezTo>
                  <a:pt x="4273" y="18170"/>
                  <a:pt x="4640" y="18304"/>
                  <a:pt x="5007" y="18304"/>
                </a:cubicBezTo>
                <a:cubicBezTo>
                  <a:pt x="5107" y="18304"/>
                  <a:pt x="5207" y="18304"/>
                  <a:pt x="5308" y="18270"/>
                </a:cubicBezTo>
                <a:cubicBezTo>
                  <a:pt x="5808" y="18170"/>
                  <a:pt x="6208" y="17837"/>
                  <a:pt x="6408" y="17370"/>
                </a:cubicBezTo>
                <a:lnTo>
                  <a:pt x="12846" y="2059"/>
                </a:lnTo>
                <a:cubicBezTo>
                  <a:pt x="13146" y="1291"/>
                  <a:pt x="12813" y="424"/>
                  <a:pt x="12046" y="124"/>
                </a:cubicBezTo>
                <a:cubicBezTo>
                  <a:pt x="11853" y="40"/>
                  <a:pt x="11653" y="0"/>
                  <a:pt x="11458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0">
            <a:extLst>
              <a:ext uri="{FF2B5EF4-FFF2-40B4-BE49-F238E27FC236}">
                <a16:creationId xmlns:a16="http://schemas.microsoft.com/office/drawing/2014/main" id="{97266761-83A0-F0F3-8C6D-A749013BC928}"/>
              </a:ext>
            </a:extLst>
          </p:cNvPr>
          <p:cNvSpPr/>
          <p:nvPr/>
        </p:nvSpPr>
        <p:spPr>
          <a:xfrm>
            <a:off x="3648819" y="430845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0">
            <a:extLst>
              <a:ext uri="{FF2B5EF4-FFF2-40B4-BE49-F238E27FC236}">
                <a16:creationId xmlns:a16="http://schemas.microsoft.com/office/drawing/2014/main" id="{2533C9F3-90E7-C8D6-E0EF-E17911AE2B64}"/>
              </a:ext>
            </a:extLst>
          </p:cNvPr>
          <p:cNvSpPr/>
          <p:nvPr/>
        </p:nvSpPr>
        <p:spPr>
          <a:xfrm>
            <a:off x="4714872" y="3515353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0">
            <a:extLst>
              <a:ext uri="{FF2B5EF4-FFF2-40B4-BE49-F238E27FC236}">
                <a16:creationId xmlns:a16="http://schemas.microsoft.com/office/drawing/2014/main" id="{C9A81186-26D6-85F6-3679-191613BC9DC8}"/>
              </a:ext>
            </a:extLst>
          </p:cNvPr>
          <p:cNvSpPr/>
          <p:nvPr/>
        </p:nvSpPr>
        <p:spPr>
          <a:xfrm>
            <a:off x="7949314" y="519238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0">
            <a:extLst>
              <a:ext uri="{FF2B5EF4-FFF2-40B4-BE49-F238E27FC236}">
                <a16:creationId xmlns:a16="http://schemas.microsoft.com/office/drawing/2014/main" id="{9AE92E1D-9341-745A-E102-108B9F08D16B}"/>
              </a:ext>
            </a:extLst>
          </p:cNvPr>
          <p:cNvSpPr/>
          <p:nvPr/>
        </p:nvSpPr>
        <p:spPr>
          <a:xfrm rot="2036805">
            <a:off x="6841988" y="462225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diagram of a problem solving process">
            <a:extLst>
              <a:ext uri="{FF2B5EF4-FFF2-40B4-BE49-F238E27FC236}">
                <a16:creationId xmlns:a16="http://schemas.microsoft.com/office/drawing/2014/main" id="{C004101B-A5E9-5D78-681E-6A3CA9927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1" y="1172315"/>
            <a:ext cx="5523196" cy="5523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CA7213-DB4A-C7CE-0F6E-7A20BA95F4FA}"/>
              </a:ext>
            </a:extLst>
          </p:cNvPr>
          <p:cNvSpPr txBox="1"/>
          <p:nvPr/>
        </p:nvSpPr>
        <p:spPr>
          <a:xfrm>
            <a:off x="709341" y="2024337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Personalized to individual needs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8A7814-8C52-C281-D4F4-72B58D31A933}"/>
              </a:ext>
            </a:extLst>
          </p:cNvPr>
          <p:cNvSpPr txBox="1"/>
          <p:nvPr/>
        </p:nvSpPr>
        <p:spPr>
          <a:xfrm>
            <a:off x="719999" y="2316668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AI mentor always available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64C5E4-A088-1322-3C0C-5565514D980C}"/>
              </a:ext>
            </a:extLst>
          </p:cNvPr>
          <p:cNvSpPr txBox="1"/>
          <p:nvPr/>
        </p:nvSpPr>
        <p:spPr>
          <a:xfrm>
            <a:off x="10803029" y="1587816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Real engineering challenges</a:t>
            </a:r>
          </a:p>
        </p:txBody>
      </p:sp>
    </p:spTree>
    <p:extLst>
      <p:ext uri="{BB962C8B-B14F-4D97-AF65-F5344CB8AC3E}">
        <p14:creationId xmlns:p14="http://schemas.microsoft.com/office/powerpoint/2010/main" val="3370966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>
          <a:extLst>
            <a:ext uri="{FF2B5EF4-FFF2-40B4-BE49-F238E27FC236}">
              <a16:creationId xmlns:a16="http://schemas.microsoft.com/office/drawing/2014/main" id="{2349736A-0E69-B8E7-429F-E005C741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>
            <a:extLst>
              <a:ext uri="{FF2B5EF4-FFF2-40B4-BE49-F238E27FC236}">
                <a16:creationId xmlns:a16="http://schemas.microsoft.com/office/drawing/2014/main" id="{10D8229A-90AA-8CF8-959A-EE52440ACA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</a:t>
            </a:r>
            <a:r>
              <a:rPr lang="en" b="0" dirty="0"/>
              <a:t>VISION</a:t>
            </a:r>
            <a:endParaRPr b="0" dirty="0"/>
          </a:p>
        </p:txBody>
      </p:sp>
      <p:sp>
        <p:nvSpPr>
          <p:cNvPr id="453" name="Google Shape;453;p40">
            <a:extLst>
              <a:ext uri="{FF2B5EF4-FFF2-40B4-BE49-F238E27FC236}">
                <a16:creationId xmlns:a16="http://schemas.microsoft.com/office/drawing/2014/main" id="{FF2DF838-C174-E89C-C2A2-8D5E8133C3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999" y="1250550"/>
            <a:ext cx="3709131" cy="899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Teaching How to Think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" dirty="0">
                <a:solidFill>
                  <a:schemeClr val="dk1"/>
                </a:solidFill>
              </a:rPr>
              <a:t>Problem Solving over memorization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54" name="Google Shape;454;p40">
            <a:extLst>
              <a:ext uri="{FF2B5EF4-FFF2-40B4-BE49-F238E27FC236}">
                <a16:creationId xmlns:a16="http://schemas.microsoft.com/office/drawing/2014/main" id="{B738DFA9-48A6-4AFE-A21B-103E60AA0002}"/>
              </a:ext>
            </a:extLst>
          </p:cNvPr>
          <p:cNvSpPr/>
          <p:nvPr/>
        </p:nvSpPr>
        <p:spPr>
          <a:xfrm>
            <a:off x="5296893" y="2382184"/>
            <a:ext cx="3755874" cy="1975250"/>
          </a:xfrm>
          <a:custGeom>
            <a:avLst/>
            <a:gdLst/>
            <a:ahLst/>
            <a:cxnLst/>
            <a:rect l="l" t="t" r="r" b="b"/>
            <a:pathLst>
              <a:path w="209884" h="110380" extrusionOk="0">
                <a:moveTo>
                  <a:pt x="104942" y="1"/>
                </a:moveTo>
                <a:cubicBezTo>
                  <a:pt x="80483" y="1"/>
                  <a:pt x="56024" y="5388"/>
                  <a:pt x="37361" y="16162"/>
                </a:cubicBezTo>
                <a:cubicBezTo>
                  <a:pt x="1" y="37711"/>
                  <a:pt x="1" y="72669"/>
                  <a:pt x="37361" y="94218"/>
                </a:cubicBezTo>
                <a:cubicBezTo>
                  <a:pt x="56024" y="104992"/>
                  <a:pt x="80483" y="110380"/>
                  <a:pt x="104942" y="110380"/>
                </a:cubicBezTo>
                <a:cubicBezTo>
                  <a:pt x="129401" y="110380"/>
                  <a:pt x="153860" y="104992"/>
                  <a:pt x="172524" y="94218"/>
                </a:cubicBezTo>
                <a:cubicBezTo>
                  <a:pt x="209884" y="72669"/>
                  <a:pt x="209884" y="37711"/>
                  <a:pt x="172524" y="16162"/>
                </a:cubicBezTo>
                <a:cubicBezTo>
                  <a:pt x="153860" y="5388"/>
                  <a:pt x="129401" y="1"/>
                  <a:pt x="1049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40">
            <a:extLst>
              <a:ext uri="{FF2B5EF4-FFF2-40B4-BE49-F238E27FC236}">
                <a16:creationId xmlns:a16="http://schemas.microsoft.com/office/drawing/2014/main" id="{7434D9A5-408A-1D40-6FB9-B97D89A69B3A}"/>
              </a:ext>
            </a:extLst>
          </p:cNvPr>
          <p:cNvSpPr/>
          <p:nvPr/>
        </p:nvSpPr>
        <p:spPr>
          <a:xfrm>
            <a:off x="6722945" y="3175273"/>
            <a:ext cx="922273" cy="485402"/>
          </a:xfrm>
          <a:custGeom>
            <a:avLst/>
            <a:gdLst/>
            <a:ahLst/>
            <a:cxnLst/>
            <a:rect l="l" t="t" r="r" b="b"/>
            <a:pathLst>
              <a:path w="51538" h="27125" extrusionOk="0">
                <a:moveTo>
                  <a:pt x="25753" y="1"/>
                </a:moveTo>
                <a:cubicBezTo>
                  <a:pt x="19754" y="1"/>
                  <a:pt x="13753" y="1318"/>
                  <a:pt x="9174" y="3966"/>
                </a:cubicBezTo>
                <a:cubicBezTo>
                  <a:pt x="1" y="9270"/>
                  <a:pt x="1" y="17876"/>
                  <a:pt x="9174" y="23146"/>
                </a:cubicBezTo>
                <a:cubicBezTo>
                  <a:pt x="13761" y="25798"/>
                  <a:pt x="19765" y="27124"/>
                  <a:pt x="25769" y="27124"/>
                </a:cubicBezTo>
                <a:cubicBezTo>
                  <a:pt x="31773" y="27124"/>
                  <a:pt x="37778" y="25798"/>
                  <a:pt x="42364" y="23146"/>
                </a:cubicBezTo>
                <a:cubicBezTo>
                  <a:pt x="51538" y="17843"/>
                  <a:pt x="51538" y="9270"/>
                  <a:pt x="42364" y="3966"/>
                </a:cubicBezTo>
                <a:cubicBezTo>
                  <a:pt x="37787" y="1327"/>
                  <a:pt x="31771" y="1"/>
                  <a:pt x="25753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0">
            <a:extLst>
              <a:ext uri="{FF2B5EF4-FFF2-40B4-BE49-F238E27FC236}">
                <a16:creationId xmlns:a16="http://schemas.microsoft.com/office/drawing/2014/main" id="{0D99DC5A-0ACA-F944-E5A8-ECDB142E12CC}"/>
              </a:ext>
            </a:extLst>
          </p:cNvPr>
          <p:cNvSpPr/>
          <p:nvPr/>
        </p:nvSpPr>
        <p:spPr>
          <a:xfrm>
            <a:off x="6169596" y="3613056"/>
            <a:ext cx="560543" cy="324150"/>
          </a:xfrm>
          <a:custGeom>
            <a:avLst/>
            <a:gdLst/>
            <a:ahLst/>
            <a:cxnLst/>
            <a:rect l="l" t="t" r="r" b="b"/>
            <a:pathLst>
              <a:path w="31324" h="18114" extrusionOk="0">
                <a:moveTo>
                  <a:pt x="15674" y="0"/>
                </a:moveTo>
                <a:cubicBezTo>
                  <a:pt x="11667" y="0"/>
                  <a:pt x="7656" y="884"/>
                  <a:pt x="4571" y="2652"/>
                </a:cubicBezTo>
                <a:cubicBezTo>
                  <a:pt x="1535" y="4420"/>
                  <a:pt x="1" y="6755"/>
                  <a:pt x="1" y="9057"/>
                </a:cubicBezTo>
                <a:cubicBezTo>
                  <a:pt x="1" y="11358"/>
                  <a:pt x="1535" y="13693"/>
                  <a:pt x="4571" y="15461"/>
                </a:cubicBezTo>
                <a:cubicBezTo>
                  <a:pt x="7639" y="17229"/>
                  <a:pt x="11651" y="18113"/>
                  <a:pt x="15662" y="18113"/>
                </a:cubicBezTo>
                <a:cubicBezTo>
                  <a:pt x="19673" y="18113"/>
                  <a:pt x="23684" y="17229"/>
                  <a:pt x="26753" y="15461"/>
                </a:cubicBezTo>
                <a:cubicBezTo>
                  <a:pt x="29789" y="13693"/>
                  <a:pt x="31323" y="11358"/>
                  <a:pt x="31323" y="9057"/>
                </a:cubicBezTo>
                <a:cubicBezTo>
                  <a:pt x="31323" y="6755"/>
                  <a:pt x="29822" y="4420"/>
                  <a:pt x="26753" y="2652"/>
                </a:cubicBezTo>
                <a:cubicBezTo>
                  <a:pt x="23684" y="884"/>
                  <a:pt x="19681" y="0"/>
                  <a:pt x="15674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0">
            <a:extLst>
              <a:ext uri="{FF2B5EF4-FFF2-40B4-BE49-F238E27FC236}">
                <a16:creationId xmlns:a16="http://schemas.microsoft.com/office/drawing/2014/main" id="{A219484C-C732-7756-BAF6-20B264D21DB6}"/>
              </a:ext>
            </a:extLst>
          </p:cNvPr>
          <p:cNvSpPr/>
          <p:nvPr/>
        </p:nvSpPr>
        <p:spPr>
          <a:xfrm>
            <a:off x="6189298" y="2888684"/>
            <a:ext cx="696026" cy="401743"/>
          </a:xfrm>
          <a:custGeom>
            <a:avLst/>
            <a:gdLst/>
            <a:ahLst/>
            <a:cxnLst/>
            <a:rect l="l" t="t" r="r" b="b"/>
            <a:pathLst>
              <a:path w="38895" h="22450" extrusionOk="0">
                <a:moveTo>
                  <a:pt x="19448" y="0"/>
                </a:moveTo>
                <a:lnTo>
                  <a:pt x="0" y="11241"/>
                </a:lnTo>
                <a:lnTo>
                  <a:pt x="19448" y="22450"/>
                </a:lnTo>
                <a:lnTo>
                  <a:pt x="38895" y="11241"/>
                </a:lnTo>
                <a:lnTo>
                  <a:pt x="19448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0">
            <a:extLst>
              <a:ext uri="{FF2B5EF4-FFF2-40B4-BE49-F238E27FC236}">
                <a16:creationId xmlns:a16="http://schemas.microsoft.com/office/drawing/2014/main" id="{0774ABC7-07FC-3FEC-9649-58951F273780}"/>
              </a:ext>
            </a:extLst>
          </p:cNvPr>
          <p:cNvSpPr/>
          <p:nvPr/>
        </p:nvSpPr>
        <p:spPr>
          <a:xfrm>
            <a:off x="5560736" y="3221764"/>
            <a:ext cx="782584" cy="451885"/>
          </a:xfrm>
          <a:custGeom>
            <a:avLst/>
            <a:gdLst/>
            <a:ahLst/>
            <a:cxnLst/>
            <a:rect l="l" t="t" r="r" b="b"/>
            <a:pathLst>
              <a:path w="43732" h="25252" extrusionOk="0">
                <a:moveTo>
                  <a:pt x="27387" y="0"/>
                </a:moveTo>
                <a:lnTo>
                  <a:pt x="0" y="15812"/>
                </a:lnTo>
                <a:lnTo>
                  <a:pt x="16312" y="25252"/>
                </a:lnTo>
                <a:lnTo>
                  <a:pt x="43732" y="9441"/>
                </a:lnTo>
                <a:lnTo>
                  <a:pt x="27387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0">
            <a:extLst>
              <a:ext uri="{FF2B5EF4-FFF2-40B4-BE49-F238E27FC236}">
                <a16:creationId xmlns:a16="http://schemas.microsoft.com/office/drawing/2014/main" id="{F3A935A6-086E-861F-5FB1-10582A1EC7DD}"/>
              </a:ext>
            </a:extLst>
          </p:cNvPr>
          <p:cNvSpPr/>
          <p:nvPr/>
        </p:nvSpPr>
        <p:spPr>
          <a:xfrm>
            <a:off x="8285698" y="3175792"/>
            <a:ext cx="455481" cy="262681"/>
          </a:xfrm>
          <a:custGeom>
            <a:avLst/>
            <a:gdLst/>
            <a:ahLst/>
            <a:cxnLst/>
            <a:rect l="l" t="t" r="r" b="b"/>
            <a:pathLst>
              <a:path w="25453" h="14679" extrusionOk="0">
                <a:moveTo>
                  <a:pt x="12743" y="1"/>
                </a:moveTo>
                <a:lnTo>
                  <a:pt x="1" y="7340"/>
                </a:lnTo>
                <a:lnTo>
                  <a:pt x="12743" y="14678"/>
                </a:lnTo>
                <a:lnTo>
                  <a:pt x="25452" y="7340"/>
                </a:lnTo>
                <a:lnTo>
                  <a:pt x="12743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40">
            <a:extLst>
              <a:ext uri="{FF2B5EF4-FFF2-40B4-BE49-F238E27FC236}">
                <a16:creationId xmlns:a16="http://schemas.microsoft.com/office/drawing/2014/main" id="{B29AFE75-C8FB-9F54-EE3F-17083CAD2DAD}"/>
              </a:ext>
            </a:extLst>
          </p:cNvPr>
          <p:cNvSpPr/>
          <p:nvPr/>
        </p:nvSpPr>
        <p:spPr>
          <a:xfrm>
            <a:off x="7641621" y="3434857"/>
            <a:ext cx="831527" cy="499056"/>
          </a:xfrm>
          <a:custGeom>
            <a:avLst/>
            <a:gdLst/>
            <a:ahLst/>
            <a:cxnLst/>
            <a:rect l="l" t="t" r="r" b="b"/>
            <a:pathLst>
              <a:path w="46467" h="27888" extrusionOk="0">
                <a:moveTo>
                  <a:pt x="23221" y="11985"/>
                </a:moveTo>
                <a:cubicBezTo>
                  <a:pt x="25293" y="11985"/>
                  <a:pt x="27370" y="12460"/>
                  <a:pt x="29288" y="13411"/>
                </a:cubicBezTo>
                <a:cubicBezTo>
                  <a:pt x="30656" y="14178"/>
                  <a:pt x="31423" y="15212"/>
                  <a:pt x="31423" y="16179"/>
                </a:cubicBezTo>
                <a:cubicBezTo>
                  <a:pt x="31423" y="17147"/>
                  <a:pt x="30656" y="18147"/>
                  <a:pt x="29288" y="18914"/>
                </a:cubicBezTo>
                <a:cubicBezTo>
                  <a:pt x="27370" y="19882"/>
                  <a:pt x="25293" y="20366"/>
                  <a:pt x="23221" y="20366"/>
                </a:cubicBezTo>
                <a:cubicBezTo>
                  <a:pt x="21149" y="20366"/>
                  <a:pt x="19081" y="19882"/>
                  <a:pt x="17179" y="18914"/>
                </a:cubicBezTo>
                <a:cubicBezTo>
                  <a:pt x="15812" y="18147"/>
                  <a:pt x="15044" y="17147"/>
                  <a:pt x="15044" y="16179"/>
                </a:cubicBezTo>
                <a:cubicBezTo>
                  <a:pt x="15044" y="15212"/>
                  <a:pt x="15812" y="14178"/>
                  <a:pt x="17179" y="13411"/>
                </a:cubicBezTo>
                <a:cubicBezTo>
                  <a:pt x="19081" y="12460"/>
                  <a:pt x="21149" y="11985"/>
                  <a:pt x="23221" y="11985"/>
                </a:cubicBezTo>
                <a:close/>
                <a:moveTo>
                  <a:pt x="20282" y="1"/>
                </a:moveTo>
                <a:cubicBezTo>
                  <a:pt x="19381" y="1"/>
                  <a:pt x="18614" y="635"/>
                  <a:pt x="18447" y="1502"/>
                </a:cubicBezTo>
                <a:lnTo>
                  <a:pt x="18047" y="3770"/>
                </a:lnTo>
                <a:cubicBezTo>
                  <a:pt x="17079" y="3937"/>
                  <a:pt x="16112" y="4171"/>
                  <a:pt x="15178" y="4471"/>
                </a:cubicBezTo>
                <a:lnTo>
                  <a:pt x="15078" y="4471"/>
                </a:lnTo>
                <a:lnTo>
                  <a:pt x="11108" y="2636"/>
                </a:lnTo>
                <a:cubicBezTo>
                  <a:pt x="10808" y="2503"/>
                  <a:pt x="10508" y="2436"/>
                  <a:pt x="10174" y="2436"/>
                </a:cubicBezTo>
                <a:cubicBezTo>
                  <a:pt x="9774" y="2436"/>
                  <a:pt x="9407" y="2536"/>
                  <a:pt x="9040" y="2736"/>
                </a:cubicBezTo>
                <a:lnTo>
                  <a:pt x="5104" y="5005"/>
                </a:lnTo>
                <a:cubicBezTo>
                  <a:pt x="4037" y="5572"/>
                  <a:pt x="3970" y="7039"/>
                  <a:pt x="4971" y="7706"/>
                </a:cubicBezTo>
                <a:lnTo>
                  <a:pt x="7372" y="9441"/>
                </a:lnTo>
                <a:cubicBezTo>
                  <a:pt x="7139" y="9708"/>
                  <a:pt x="6939" y="10008"/>
                  <a:pt x="6772" y="10342"/>
                </a:cubicBezTo>
                <a:lnTo>
                  <a:pt x="1702" y="10642"/>
                </a:lnTo>
                <a:cubicBezTo>
                  <a:pt x="734" y="10709"/>
                  <a:pt x="0" y="11509"/>
                  <a:pt x="0" y="12477"/>
                </a:cubicBezTo>
                <a:lnTo>
                  <a:pt x="0" y="15412"/>
                </a:lnTo>
                <a:cubicBezTo>
                  <a:pt x="0" y="16346"/>
                  <a:pt x="734" y="17147"/>
                  <a:pt x="1702" y="17213"/>
                </a:cubicBezTo>
                <a:lnTo>
                  <a:pt x="6772" y="17547"/>
                </a:lnTo>
                <a:cubicBezTo>
                  <a:pt x="6939" y="17847"/>
                  <a:pt x="7139" y="18147"/>
                  <a:pt x="7372" y="18447"/>
                </a:cubicBezTo>
                <a:lnTo>
                  <a:pt x="4971" y="20182"/>
                </a:lnTo>
                <a:cubicBezTo>
                  <a:pt x="3970" y="20816"/>
                  <a:pt x="4037" y="22284"/>
                  <a:pt x="5104" y="22851"/>
                </a:cubicBezTo>
                <a:lnTo>
                  <a:pt x="9040" y="25152"/>
                </a:lnTo>
                <a:cubicBezTo>
                  <a:pt x="9407" y="25319"/>
                  <a:pt x="9774" y="25419"/>
                  <a:pt x="10174" y="25419"/>
                </a:cubicBezTo>
                <a:cubicBezTo>
                  <a:pt x="10508" y="25419"/>
                  <a:pt x="10808" y="25352"/>
                  <a:pt x="11108" y="25252"/>
                </a:cubicBezTo>
                <a:lnTo>
                  <a:pt x="15078" y="23384"/>
                </a:lnTo>
                <a:lnTo>
                  <a:pt x="15111" y="23384"/>
                </a:lnTo>
                <a:cubicBezTo>
                  <a:pt x="16079" y="23685"/>
                  <a:pt x="17046" y="23918"/>
                  <a:pt x="18047" y="24085"/>
                </a:cubicBezTo>
                <a:lnTo>
                  <a:pt x="18447" y="26353"/>
                </a:lnTo>
                <a:cubicBezTo>
                  <a:pt x="18647" y="27220"/>
                  <a:pt x="19414" y="27854"/>
                  <a:pt x="20315" y="27888"/>
                </a:cubicBezTo>
                <a:lnTo>
                  <a:pt x="26152" y="27888"/>
                </a:lnTo>
                <a:cubicBezTo>
                  <a:pt x="27053" y="27888"/>
                  <a:pt x="27820" y="27254"/>
                  <a:pt x="28020" y="26353"/>
                </a:cubicBezTo>
                <a:lnTo>
                  <a:pt x="28421" y="24118"/>
                </a:lnTo>
                <a:cubicBezTo>
                  <a:pt x="29388" y="23918"/>
                  <a:pt x="30355" y="23685"/>
                  <a:pt x="31289" y="23418"/>
                </a:cubicBezTo>
                <a:lnTo>
                  <a:pt x="31356" y="23418"/>
                </a:lnTo>
                <a:lnTo>
                  <a:pt x="35359" y="25252"/>
                </a:lnTo>
                <a:cubicBezTo>
                  <a:pt x="35626" y="25386"/>
                  <a:pt x="35959" y="25453"/>
                  <a:pt x="36293" y="25453"/>
                </a:cubicBezTo>
                <a:cubicBezTo>
                  <a:pt x="36660" y="25453"/>
                  <a:pt x="37060" y="25352"/>
                  <a:pt x="37394" y="25152"/>
                </a:cubicBezTo>
                <a:lnTo>
                  <a:pt x="41363" y="22851"/>
                </a:lnTo>
                <a:cubicBezTo>
                  <a:pt x="42431" y="22317"/>
                  <a:pt x="42497" y="20849"/>
                  <a:pt x="41497" y="20182"/>
                </a:cubicBezTo>
                <a:lnTo>
                  <a:pt x="39095" y="18447"/>
                </a:lnTo>
                <a:cubicBezTo>
                  <a:pt x="39328" y="18147"/>
                  <a:pt x="39529" y="17847"/>
                  <a:pt x="39695" y="17547"/>
                </a:cubicBezTo>
                <a:lnTo>
                  <a:pt x="44766" y="17213"/>
                </a:lnTo>
                <a:cubicBezTo>
                  <a:pt x="45700" y="17147"/>
                  <a:pt x="46467" y="16379"/>
                  <a:pt x="46467" y="15412"/>
                </a:cubicBezTo>
                <a:lnTo>
                  <a:pt x="46467" y="12477"/>
                </a:lnTo>
                <a:cubicBezTo>
                  <a:pt x="46467" y="11509"/>
                  <a:pt x="45700" y="10709"/>
                  <a:pt x="44766" y="10675"/>
                </a:cubicBezTo>
                <a:lnTo>
                  <a:pt x="39695" y="10342"/>
                </a:lnTo>
                <a:cubicBezTo>
                  <a:pt x="39529" y="10041"/>
                  <a:pt x="39328" y="9708"/>
                  <a:pt x="39095" y="9441"/>
                </a:cubicBezTo>
                <a:lnTo>
                  <a:pt x="41497" y="7706"/>
                </a:lnTo>
                <a:cubicBezTo>
                  <a:pt x="42497" y="7039"/>
                  <a:pt x="42431" y="5572"/>
                  <a:pt x="41363" y="5038"/>
                </a:cubicBezTo>
                <a:lnTo>
                  <a:pt x="37394" y="2736"/>
                </a:lnTo>
                <a:cubicBezTo>
                  <a:pt x="37060" y="2536"/>
                  <a:pt x="36660" y="2436"/>
                  <a:pt x="36293" y="2436"/>
                </a:cubicBezTo>
                <a:cubicBezTo>
                  <a:pt x="35959" y="2436"/>
                  <a:pt x="35626" y="2503"/>
                  <a:pt x="35359" y="2636"/>
                </a:cubicBezTo>
                <a:lnTo>
                  <a:pt x="31356" y="4471"/>
                </a:lnTo>
                <a:lnTo>
                  <a:pt x="31323" y="4471"/>
                </a:lnTo>
                <a:cubicBezTo>
                  <a:pt x="30355" y="4204"/>
                  <a:pt x="29388" y="3937"/>
                  <a:pt x="28387" y="3770"/>
                </a:cubicBezTo>
                <a:lnTo>
                  <a:pt x="27987" y="1502"/>
                </a:lnTo>
                <a:cubicBezTo>
                  <a:pt x="27787" y="635"/>
                  <a:pt x="27020" y="1"/>
                  <a:pt x="26119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0">
            <a:extLst>
              <a:ext uri="{FF2B5EF4-FFF2-40B4-BE49-F238E27FC236}">
                <a16:creationId xmlns:a16="http://schemas.microsoft.com/office/drawing/2014/main" id="{D823D2DA-562F-D457-B555-047377DF74BC}"/>
              </a:ext>
            </a:extLst>
          </p:cNvPr>
          <p:cNvSpPr/>
          <p:nvPr/>
        </p:nvSpPr>
        <p:spPr>
          <a:xfrm>
            <a:off x="7620129" y="2929610"/>
            <a:ext cx="623211" cy="378193"/>
          </a:xfrm>
          <a:custGeom>
            <a:avLst/>
            <a:gdLst/>
            <a:ahLst/>
            <a:cxnLst/>
            <a:rect l="l" t="t" r="r" b="b"/>
            <a:pathLst>
              <a:path w="34826" h="21134" extrusionOk="0">
                <a:moveTo>
                  <a:pt x="17413" y="8221"/>
                </a:moveTo>
                <a:cubicBezTo>
                  <a:pt x="18247" y="8221"/>
                  <a:pt x="19081" y="8321"/>
                  <a:pt x="19915" y="8521"/>
                </a:cubicBezTo>
                <a:cubicBezTo>
                  <a:pt x="20982" y="8721"/>
                  <a:pt x="21983" y="9221"/>
                  <a:pt x="22817" y="9955"/>
                </a:cubicBezTo>
                <a:lnTo>
                  <a:pt x="22950" y="10089"/>
                </a:lnTo>
                <a:cubicBezTo>
                  <a:pt x="22984" y="10122"/>
                  <a:pt x="23017" y="10189"/>
                  <a:pt x="23050" y="10222"/>
                </a:cubicBezTo>
                <a:cubicBezTo>
                  <a:pt x="23117" y="10255"/>
                  <a:pt x="23150" y="10322"/>
                  <a:pt x="23184" y="10355"/>
                </a:cubicBezTo>
                <a:lnTo>
                  <a:pt x="23250" y="10489"/>
                </a:lnTo>
                <a:cubicBezTo>
                  <a:pt x="23551" y="10989"/>
                  <a:pt x="23517" y="11623"/>
                  <a:pt x="23117" y="12090"/>
                </a:cubicBezTo>
                <a:cubicBezTo>
                  <a:pt x="22917" y="12357"/>
                  <a:pt x="22683" y="12590"/>
                  <a:pt x="22417" y="12791"/>
                </a:cubicBezTo>
                <a:cubicBezTo>
                  <a:pt x="22250" y="12891"/>
                  <a:pt x="22083" y="13024"/>
                  <a:pt x="21916" y="13124"/>
                </a:cubicBezTo>
                <a:cubicBezTo>
                  <a:pt x="20606" y="13795"/>
                  <a:pt x="19112" y="14160"/>
                  <a:pt x="17639" y="14160"/>
                </a:cubicBezTo>
                <a:cubicBezTo>
                  <a:pt x="17575" y="14160"/>
                  <a:pt x="17511" y="14160"/>
                  <a:pt x="17446" y="14158"/>
                </a:cubicBezTo>
                <a:cubicBezTo>
                  <a:pt x="16612" y="14158"/>
                  <a:pt x="15778" y="14058"/>
                  <a:pt x="14978" y="13858"/>
                </a:cubicBezTo>
                <a:cubicBezTo>
                  <a:pt x="14277" y="13725"/>
                  <a:pt x="13610" y="13458"/>
                  <a:pt x="12976" y="13124"/>
                </a:cubicBezTo>
                <a:cubicBezTo>
                  <a:pt x="12810" y="13024"/>
                  <a:pt x="12643" y="12924"/>
                  <a:pt x="12509" y="12791"/>
                </a:cubicBezTo>
                <a:cubicBezTo>
                  <a:pt x="12176" y="12590"/>
                  <a:pt x="11876" y="12290"/>
                  <a:pt x="11676" y="11957"/>
                </a:cubicBezTo>
                <a:lnTo>
                  <a:pt x="11575" y="11790"/>
                </a:lnTo>
                <a:lnTo>
                  <a:pt x="11509" y="11690"/>
                </a:lnTo>
                <a:cubicBezTo>
                  <a:pt x="11342" y="11223"/>
                  <a:pt x="11442" y="10689"/>
                  <a:pt x="11742" y="10322"/>
                </a:cubicBezTo>
                <a:cubicBezTo>
                  <a:pt x="12643" y="9055"/>
                  <a:pt x="14911" y="8221"/>
                  <a:pt x="17413" y="8221"/>
                </a:cubicBezTo>
                <a:close/>
                <a:moveTo>
                  <a:pt x="13048" y="1"/>
                </a:moveTo>
                <a:cubicBezTo>
                  <a:pt x="12965" y="1"/>
                  <a:pt x="12871" y="25"/>
                  <a:pt x="12776" y="48"/>
                </a:cubicBezTo>
                <a:lnTo>
                  <a:pt x="8707" y="1015"/>
                </a:lnTo>
                <a:cubicBezTo>
                  <a:pt x="8106" y="1149"/>
                  <a:pt x="7673" y="1649"/>
                  <a:pt x="7606" y="2250"/>
                </a:cubicBezTo>
                <a:lnTo>
                  <a:pt x="7606" y="2283"/>
                </a:lnTo>
                <a:lnTo>
                  <a:pt x="7606" y="2450"/>
                </a:lnTo>
                <a:cubicBezTo>
                  <a:pt x="7606" y="2717"/>
                  <a:pt x="7673" y="2950"/>
                  <a:pt x="7773" y="3150"/>
                </a:cubicBezTo>
                <a:lnTo>
                  <a:pt x="8407" y="4351"/>
                </a:lnTo>
                <a:lnTo>
                  <a:pt x="8206" y="4485"/>
                </a:lnTo>
                <a:cubicBezTo>
                  <a:pt x="7906" y="4651"/>
                  <a:pt x="7606" y="4818"/>
                  <a:pt x="7339" y="5018"/>
                </a:cubicBezTo>
                <a:lnTo>
                  <a:pt x="3636" y="4385"/>
                </a:lnTo>
                <a:lnTo>
                  <a:pt x="3336" y="4385"/>
                </a:lnTo>
                <a:cubicBezTo>
                  <a:pt x="3304" y="4383"/>
                  <a:pt x="3273" y="4382"/>
                  <a:pt x="3241" y="4382"/>
                </a:cubicBezTo>
                <a:cubicBezTo>
                  <a:pt x="2710" y="4382"/>
                  <a:pt x="2217" y="4642"/>
                  <a:pt x="1902" y="5052"/>
                </a:cubicBezTo>
                <a:lnTo>
                  <a:pt x="267" y="7320"/>
                </a:lnTo>
                <a:cubicBezTo>
                  <a:pt x="101" y="7553"/>
                  <a:pt x="1" y="7820"/>
                  <a:pt x="1" y="8087"/>
                </a:cubicBezTo>
                <a:lnTo>
                  <a:pt x="1" y="8187"/>
                </a:lnTo>
                <a:cubicBezTo>
                  <a:pt x="67" y="8821"/>
                  <a:pt x="501" y="9355"/>
                  <a:pt x="1135" y="9522"/>
                </a:cubicBezTo>
                <a:lnTo>
                  <a:pt x="3937" y="10389"/>
                </a:lnTo>
                <a:lnTo>
                  <a:pt x="3937" y="10689"/>
                </a:lnTo>
                <a:lnTo>
                  <a:pt x="1035" y="11590"/>
                </a:lnTo>
                <a:cubicBezTo>
                  <a:pt x="434" y="11790"/>
                  <a:pt x="34" y="12324"/>
                  <a:pt x="34" y="12957"/>
                </a:cubicBezTo>
                <a:cubicBezTo>
                  <a:pt x="34" y="13258"/>
                  <a:pt x="134" y="13591"/>
                  <a:pt x="334" y="13858"/>
                </a:cubicBezTo>
                <a:lnTo>
                  <a:pt x="1835" y="15926"/>
                </a:lnTo>
                <a:cubicBezTo>
                  <a:pt x="2169" y="16426"/>
                  <a:pt x="2736" y="16727"/>
                  <a:pt x="3336" y="16727"/>
                </a:cubicBezTo>
                <a:lnTo>
                  <a:pt x="3603" y="16727"/>
                </a:lnTo>
                <a:lnTo>
                  <a:pt x="7339" y="16093"/>
                </a:lnTo>
                <a:cubicBezTo>
                  <a:pt x="7673" y="16326"/>
                  <a:pt x="8040" y="16560"/>
                  <a:pt x="8407" y="16760"/>
                </a:cubicBezTo>
                <a:lnTo>
                  <a:pt x="7739" y="18061"/>
                </a:lnTo>
                <a:cubicBezTo>
                  <a:pt x="7539" y="18428"/>
                  <a:pt x="7539" y="18895"/>
                  <a:pt x="7739" y="19262"/>
                </a:cubicBezTo>
                <a:cubicBezTo>
                  <a:pt x="7940" y="19696"/>
                  <a:pt x="8340" y="19996"/>
                  <a:pt x="8807" y="20129"/>
                </a:cubicBezTo>
                <a:lnTo>
                  <a:pt x="12743" y="21097"/>
                </a:lnTo>
                <a:cubicBezTo>
                  <a:pt x="12910" y="21130"/>
                  <a:pt x="13077" y="21130"/>
                  <a:pt x="13243" y="21130"/>
                </a:cubicBezTo>
                <a:cubicBezTo>
                  <a:pt x="13277" y="21132"/>
                  <a:pt x="13311" y="21133"/>
                  <a:pt x="13345" y="21133"/>
                </a:cubicBezTo>
                <a:cubicBezTo>
                  <a:pt x="13777" y="21133"/>
                  <a:pt x="14202" y="20939"/>
                  <a:pt x="14511" y="20630"/>
                </a:cubicBezTo>
                <a:lnTo>
                  <a:pt x="16245" y="18828"/>
                </a:lnTo>
                <a:cubicBezTo>
                  <a:pt x="16612" y="18862"/>
                  <a:pt x="17013" y="18862"/>
                  <a:pt x="17413" y="18862"/>
                </a:cubicBezTo>
                <a:cubicBezTo>
                  <a:pt x="17813" y="18862"/>
                  <a:pt x="18214" y="18862"/>
                  <a:pt x="18614" y="18828"/>
                </a:cubicBezTo>
                <a:lnTo>
                  <a:pt x="20248" y="20529"/>
                </a:lnTo>
                <a:cubicBezTo>
                  <a:pt x="20615" y="20896"/>
                  <a:pt x="21116" y="21130"/>
                  <a:pt x="21649" y="21130"/>
                </a:cubicBezTo>
                <a:cubicBezTo>
                  <a:pt x="21749" y="21130"/>
                  <a:pt x="21883" y="21130"/>
                  <a:pt x="21983" y="21097"/>
                </a:cubicBezTo>
                <a:lnTo>
                  <a:pt x="26086" y="20096"/>
                </a:lnTo>
                <a:cubicBezTo>
                  <a:pt x="26519" y="19996"/>
                  <a:pt x="26886" y="19729"/>
                  <a:pt x="27053" y="19329"/>
                </a:cubicBezTo>
                <a:cubicBezTo>
                  <a:pt x="27253" y="18895"/>
                  <a:pt x="27253" y="18395"/>
                  <a:pt x="27020" y="17994"/>
                </a:cubicBezTo>
                <a:lnTo>
                  <a:pt x="26419" y="16760"/>
                </a:lnTo>
                <a:cubicBezTo>
                  <a:pt x="26786" y="16560"/>
                  <a:pt x="27153" y="16360"/>
                  <a:pt x="27487" y="16093"/>
                </a:cubicBezTo>
                <a:lnTo>
                  <a:pt x="31156" y="16727"/>
                </a:lnTo>
                <a:cubicBezTo>
                  <a:pt x="31256" y="16760"/>
                  <a:pt x="31390" y="16760"/>
                  <a:pt x="31490" y="16760"/>
                </a:cubicBezTo>
                <a:cubicBezTo>
                  <a:pt x="32023" y="16760"/>
                  <a:pt x="32557" y="16527"/>
                  <a:pt x="32924" y="16093"/>
                </a:cubicBezTo>
                <a:lnTo>
                  <a:pt x="33324" y="15526"/>
                </a:lnTo>
                <a:lnTo>
                  <a:pt x="34192" y="14258"/>
                </a:lnTo>
                <a:cubicBezTo>
                  <a:pt x="34425" y="13958"/>
                  <a:pt x="34592" y="13624"/>
                  <a:pt x="34725" y="13291"/>
                </a:cubicBezTo>
                <a:cubicBezTo>
                  <a:pt x="34825" y="12924"/>
                  <a:pt x="34792" y="12557"/>
                  <a:pt x="34559" y="12223"/>
                </a:cubicBezTo>
                <a:cubicBezTo>
                  <a:pt x="34358" y="11923"/>
                  <a:pt x="34058" y="11690"/>
                  <a:pt x="33691" y="11556"/>
                </a:cubicBezTo>
                <a:lnTo>
                  <a:pt x="30856" y="10689"/>
                </a:lnTo>
                <a:lnTo>
                  <a:pt x="30856" y="10389"/>
                </a:lnTo>
                <a:lnTo>
                  <a:pt x="33758" y="9455"/>
                </a:lnTo>
                <a:cubicBezTo>
                  <a:pt x="34258" y="9321"/>
                  <a:pt x="34625" y="8888"/>
                  <a:pt x="34725" y="8387"/>
                </a:cubicBezTo>
                <a:lnTo>
                  <a:pt x="34759" y="8321"/>
                </a:lnTo>
                <a:lnTo>
                  <a:pt x="34759" y="8121"/>
                </a:lnTo>
                <a:cubicBezTo>
                  <a:pt x="34759" y="7787"/>
                  <a:pt x="34659" y="7453"/>
                  <a:pt x="34458" y="7187"/>
                </a:cubicBezTo>
                <a:lnTo>
                  <a:pt x="32957" y="5152"/>
                </a:lnTo>
                <a:cubicBezTo>
                  <a:pt x="32624" y="4651"/>
                  <a:pt x="32057" y="4385"/>
                  <a:pt x="31456" y="4351"/>
                </a:cubicBezTo>
                <a:cubicBezTo>
                  <a:pt x="31390" y="4351"/>
                  <a:pt x="31290" y="4351"/>
                  <a:pt x="31223" y="4385"/>
                </a:cubicBezTo>
                <a:lnTo>
                  <a:pt x="27453" y="5018"/>
                </a:lnTo>
                <a:cubicBezTo>
                  <a:pt x="27220" y="4852"/>
                  <a:pt x="26920" y="4651"/>
                  <a:pt x="26620" y="4485"/>
                </a:cubicBezTo>
                <a:lnTo>
                  <a:pt x="26419" y="4351"/>
                </a:lnTo>
                <a:lnTo>
                  <a:pt x="27087" y="3050"/>
                </a:lnTo>
                <a:cubicBezTo>
                  <a:pt x="27153" y="2850"/>
                  <a:pt x="27220" y="2617"/>
                  <a:pt x="27220" y="2416"/>
                </a:cubicBezTo>
                <a:cubicBezTo>
                  <a:pt x="27187" y="1716"/>
                  <a:pt x="26686" y="1149"/>
                  <a:pt x="26019" y="982"/>
                </a:cubicBezTo>
                <a:lnTo>
                  <a:pt x="22083" y="48"/>
                </a:lnTo>
                <a:cubicBezTo>
                  <a:pt x="21916" y="15"/>
                  <a:pt x="21749" y="15"/>
                  <a:pt x="21616" y="15"/>
                </a:cubicBezTo>
                <a:cubicBezTo>
                  <a:pt x="21580" y="12"/>
                  <a:pt x="21544" y="11"/>
                  <a:pt x="21508" y="11"/>
                </a:cubicBezTo>
                <a:cubicBezTo>
                  <a:pt x="21049" y="11"/>
                  <a:pt x="20624" y="206"/>
                  <a:pt x="20315" y="515"/>
                </a:cubicBezTo>
                <a:lnTo>
                  <a:pt x="18614" y="2316"/>
                </a:lnTo>
                <a:cubicBezTo>
                  <a:pt x="18214" y="2283"/>
                  <a:pt x="17847" y="2283"/>
                  <a:pt x="17446" y="2283"/>
                </a:cubicBezTo>
                <a:cubicBezTo>
                  <a:pt x="17013" y="2283"/>
                  <a:pt x="16612" y="2283"/>
                  <a:pt x="16179" y="2316"/>
                </a:cubicBezTo>
                <a:lnTo>
                  <a:pt x="14578" y="615"/>
                </a:lnTo>
                <a:cubicBezTo>
                  <a:pt x="14211" y="215"/>
                  <a:pt x="13710" y="15"/>
                  <a:pt x="13143" y="15"/>
                </a:cubicBezTo>
                <a:cubicBezTo>
                  <a:pt x="13114" y="5"/>
                  <a:pt x="13082" y="1"/>
                  <a:pt x="13048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0">
            <a:extLst>
              <a:ext uri="{FF2B5EF4-FFF2-40B4-BE49-F238E27FC236}">
                <a16:creationId xmlns:a16="http://schemas.microsoft.com/office/drawing/2014/main" id="{EEAE5769-AFB5-DC5F-AEEC-2CDBB51F03CB}"/>
              </a:ext>
            </a:extLst>
          </p:cNvPr>
          <p:cNvSpPr/>
          <p:nvPr/>
        </p:nvSpPr>
        <p:spPr>
          <a:xfrm>
            <a:off x="8334050" y="2149674"/>
            <a:ext cx="455481" cy="454282"/>
          </a:xfrm>
          <a:custGeom>
            <a:avLst/>
            <a:gdLst/>
            <a:ahLst/>
            <a:cxnLst/>
            <a:rect l="l" t="t" r="r" b="b"/>
            <a:pathLst>
              <a:path w="25453" h="25386" extrusionOk="0">
                <a:moveTo>
                  <a:pt x="12804" y="7179"/>
                </a:moveTo>
                <a:cubicBezTo>
                  <a:pt x="13904" y="7179"/>
                  <a:pt x="14984" y="7536"/>
                  <a:pt x="15879" y="8207"/>
                </a:cubicBezTo>
                <a:cubicBezTo>
                  <a:pt x="19815" y="11009"/>
                  <a:pt x="18514" y="17180"/>
                  <a:pt x="13744" y="18114"/>
                </a:cubicBezTo>
                <a:cubicBezTo>
                  <a:pt x="13376" y="18199"/>
                  <a:pt x="13001" y="18241"/>
                  <a:pt x="12627" y="18241"/>
                </a:cubicBezTo>
                <a:cubicBezTo>
                  <a:pt x="11544" y="18241"/>
                  <a:pt x="10467" y="17891"/>
                  <a:pt x="9574" y="17247"/>
                </a:cubicBezTo>
                <a:cubicBezTo>
                  <a:pt x="7773" y="15946"/>
                  <a:pt x="6906" y="13744"/>
                  <a:pt x="7373" y="11576"/>
                </a:cubicBezTo>
                <a:cubicBezTo>
                  <a:pt x="7740" y="9741"/>
                  <a:pt x="9040" y="8240"/>
                  <a:pt x="10808" y="7573"/>
                </a:cubicBezTo>
                <a:cubicBezTo>
                  <a:pt x="11075" y="7473"/>
                  <a:pt x="11375" y="7373"/>
                  <a:pt x="11676" y="7306"/>
                </a:cubicBezTo>
                <a:cubicBezTo>
                  <a:pt x="12050" y="7221"/>
                  <a:pt x="12428" y="7179"/>
                  <a:pt x="12804" y="7179"/>
                </a:cubicBezTo>
                <a:close/>
                <a:moveTo>
                  <a:pt x="12830" y="6533"/>
                </a:moveTo>
                <a:cubicBezTo>
                  <a:pt x="12412" y="6533"/>
                  <a:pt x="11991" y="6579"/>
                  <a:pt x="11576" y="6672"/>
                </a:cubicBezTo>
                <a:cubicBezTo>
                  <a:pt x="6272" y="7740"/>
                  <a:pt x="4837" y="14578"/>
                  <a:pt x="9207" y="17714"/>
                </a:cubicBezTo>
                <a:cubicBezTo>
                  <a:pt x="10202" y="18460"/>
                  <a:pt x="11419" y="18853"/>
                  <a:pt x="12652" y="18853"/>
                </a:cubicBezTo>
                <a:cubicBezTo>
                  <a:pt x="13072" y="18853"/>
                  <a:pt x="13495" y="18808"/>
                  <a:pt x="13911" y="18714"/>
                </a:cubicBezTo>
                <a:cubicBezTo>
                  <a:pt x="14244" y="18648"/>
                  <a:pt x="14578" y="18547"/>
                  <a:pt x="14911" y="18414"/>
                </a:cubicBezTo>
                <a:cubicBezTo>
                  <a:pt x="16846" y="17680"/>
                  <a:pt x="18280" y="16012"/>
                  <a:pt x="18714" y="13978"/>
                </a:cubicBezTo>
                <a:cubicBezTo>
                  <a:pt x="19214" y="11576"/>
                  <a:pt x="18247" y="9107"/>
                  <a:pt x="16279" y="7673"/>
                </a:cubicBezTo>
                <a:cubicBezTo>
                  <a:pt x="15259" y="6927"/>
                  <a:pt x="14054" y="6533"/>
                  <a:pt x="12830" y="6533"/>
                </a:cubicBezTo>
                <a:close/>
                <a:moveTo>
                  <a:pt x="13277" y="668"/>
                </a:moveTo>
                <a:cubicBezTo>
                  <a:pt x="14611" y="701"/>
                  <a:pt x="15945" y="968"/>
                  <a:pt x="17213" y="1469"/>
                </a:cubicBezTo>
                <a:lnTo>
                  <a:pt x="16779" y="3470"/>
                </a:lnTo>
                <a:cubicBezTo>
                  <a:pt x="16746" y="3603"/>
                  <a:pt x="16813" y="3737"/>
                  <a:pt x="16946" y="3804"/>
                </a:cubicBezTo>
                <a:cubicBezTo>
                  <a:pt x="17914" y="4271"/>
                  <a:pt x="18781" y="4871"/>
                  <a:pt x="19548" y="5605"/>
                </a:cubicBezTo>
                <a:cubicBezTo>
                  <a:pt x="19603" y="5660"/>
                  <a:pt x="19678" y="5685"/>
                  <a:pt x="19757" y="5685"/>
                </a:cubicBezTo>
                <a:cubicBezTo>
                  <a:pt x="19822" y="5685"/>
                  <a:pt x="19888" y="5668"/>
                  <a:pt x="19948" y="5638"/>
                </a:cubicBezTo>
                <a:lnTo>
                  <a:pt x="21616" y="4537"/>
                </a:lnTo>
                <a:cubicBezTo>
                  <a:pt x="22083" y="5038"/>
                  <a:pt x="22483" y="5538"/>
                  <a:pt x="22850" y="6139"/>
                </a:cubicBezTo>
                <a:cubicBezTo>
                  <a:pt x="23217" y="6672"/>
                  <a:pt x="23551" y="7273"/>
                  <a:pt x="23818" y="7873"/>
                </a:cubicBezTo>
                <a:lnTo>
                  <a:pt x="22117" y="9007"/>
                </a:lnTo>
                <a:cubicBezTo>
                  <a:pt x="21983" y="9074"/>
                  <a:pt x="21950" y="9241"/>
                  <a:pt x="21983" y="9374"/>
                </a:cubicBezTo>
                <a:cubicBezTo>
                  <a:pt x="22350" y="10375"/>
                  <a:pt x="22517" y="11409"/>
                  <a:pt x="22550" y="12476"/>
                </a:cubicBezTo>
                <a:cubicBezTo>
                  <a:pt x="22550" y="12610"/>
                  <a:pt x="22650" y="12743"/>
                  <a:pt x="22817" y="12777"/>
                </a:cubicBezTo>
                <a:lnTo>
                  <a:pt x="24752" y="13210"/>
                </a:lnTo>
                <a:cubicBezTo>
                  <a:pt x="24718" y="14545"/>
                  <a:pt x="24452" y="15879"/>
                  <a:pt x="23951" y="17113"/>
                </a:cubicBezTo>
                <a:lnTo>
                  <a:pt x="21983" y="16713"/>
                </a:lnTo>
                <a:lnTo>
                  <a:pt x="21816" y="16713"/>
                </a:lnTo>
                <a:cubicBezTo>
                  <a:pt x="21716" y="16746"/>
                  <a:pt x="21650" y="16813"/>
                  <a:pt x="21616" y="16880"/>
                </a:cubicBezTo>
                <a:cubicBezTo>
                  <a:pt x="21183" y="17814"/>
                  <a:pt x="20582" y="18714"/>
                  <a:pt x="19848" y="19448"/>
                </a:cubicBezTo>
                <a:cubicBezTo>
                  <a:pt x="19748" y="19582"/>
                  <a:pt x="19715" y="19715"/>
                  <a:pt x="19815" y="19848"/>
                </a:cubicBezTo>
                <a:lnTo>
                  <a:pt x="20916" y="21516"/>
                </a:lnTo>
                <a:cubicBezTo>
                  <a:pt x="20415" y="21983"/>
                  <a:pt x="19882" y="22417"/>
                  <a:pt x="19315" y="22784"/>
                </a:cubicBezTo>
                <a:cubicBezTo>
                  <a:pt x="18747" y="23151"/>
                  <a:pt x="18180" y="23451"/>
                  <a:pt x="17580" y="23718"/>
                </a:cubicBezTo>
                <a:lnTo>
                  <a:pt x="16446" y="22017"/>
                </a:lnTo>
                <a:cubicBezTo>
                  <a:pt x="16369" y="21915"/>
                  <a:pt x="16273" y="21871"/>
                  <a:pt x="16173" y="21871"/>
                </a:cubicBezTo>
                <a:cubicBezTo>
                  <a:pt x="16142" y="21871"/>
                  <a:pt x="16110" y="21875"/>
                  <a:pt x="16079" y="21883"/>
                </a:cubicBezTo>
                <a:cubicBezTo>
                  <a:pt x="15078" y="22250"/>
                  <a:pt x="14011" y="22450"/>
                  <a:pt x="12977" y="22484"/>
                </a:cubicBezTo>
                <a:cubicBezTo>
                  <a:pt x="12810" y="22484"/>
                  <a:pt x="12710" y="22584"/>
                  <a:pt x="12676" y="22717"/>
                </a:cubicBezTo>
                <a:lnTo>
                  <a:pt x="12243" y="24685"/>
                </a:lnTo>
                <a:cubicBezTo>
                  <a:pt x="10908" y="24652"/>
                  <a:pt x="9574" y="24385"/>
                  <a:pt x="8340" y="23885"/>
                </a:cubicBezTo>
                <a:lnTo>
                  <a:pt x="8740" y="21883"/>
                </a:lnTo>
                <a:cubicBezTo>
                  <a:pt x="8774" y="21750"/>
                  <a:pt x="8707" y="21583"/>
                  <a:pt x="8573" y="21516"/>
                </a:cubicBezTo>
                <a:cubicBezTo>
                  <a:pt x="7606" y="21083"/>
                  <a:pt x="6739" y="20482"/>
                  <a:pt x="5972" y="19748"/>
                </a:cubicBezTo>
                <a:cubicBezTo>
                  <a:pt x="5913" y="19690"/>
                  <a:pt x="5833" y="19655"/>
                  <a:pt x="5756" y="19655"/>
                </a:cubicBezTo>
                <a:cubicBezTo>
                  <a:pt x="5700" y="19655"/>
                  <a:pt x="5647" y="19673"/>
                  <a:pt x="5605" y="19715"/>
                </a:cubicBezTo>
                <a:lnTo>
                  <a:pt x="3937" y="20782"/>
                </a:lnTo>
                <a:cubicBezTo>
                  <a:pt x="3920" y="20799"/>
                  <a:pt x="3912" y="20807"/>
                  <a:pt x="3903" y="20807"/>
                </a:cubicBezTo>
                <a:cubicBezTo>
                  <a:pt x="3895" y="20807"/>
                  <a:pt x="3887" y="20799"/>
                  <a:pt x="3870" y="20782"/>
                </a:cubicBezTo>
                <a:cubicBezTo>
                  <a:pt x="3436" y="20315"/>
                  <a:pt x="3036" y="19782"/>
                  <a:pt x="2669" y="19215"/>
                </a:cubicBezTo>
                <a:cubicBezTo>
                  <a:pt x="2302" y="18648"/>
                  <a:pt x="1969" y="18080"/>
                  <a:pt x="1702" y="17480"/>
                </a:cubicBezTo>
                <a:lnTo>
                  <a:pt x="3403" y="16346"/>
                </a:lnTo>
                <a:cubicBezTo>
                  <a:pt x="3537" y="16246"/>
                  <a:pt x="3570" y="16112"/>
                  <a:pt x="3537" y="15979"/>
                </a:cubicBezTo>
                <a:cubicBezTo>
                  <a:pt x="3170" y="14978"/>
                  <a:pt x="2969" y="13911"/>
                  <a:pt x="2969" y="12877"/>
                </a:cubicBezTo>
                <a:cubicBezTo>
                  <a:pt x="2969" y="12710"/>
                  <a:pt x="2836" y="12610"/>
                  <a:pt x="2703" y="12577"/>
                </a:cubicBezTo>
                <a:lnTo>
                  <a:pt x="768" y="12143"/>
                </a:lnTo>
                <a:cubicBezTo>
                  <a:pt x="768" y="10809"/>
                  <a:pt x="1068" y="9474"/>
                  <a:pt x="1568" y="8240"/>
                </a:cubicBezTo>
                <a:lnTo>
                  <a:pt x="3537" y="8640"/>
                </a:lnTo>
                <a:cubicBezTo>
                  <a:pt x="3565" y="8646"/>
                  <a:pt x="3593" y="8649"/>
                  <a:pt x="3619" y="8649"/>
                </a:cubicBezTo>
                <a:cubicBezTo>
                  <a:pt x="3747" y="8649"/>
                  <a:pt x="3848" y="8584"/>
                  <a:pt x="3903" y="8474"/>
                </a:cubicBezTo>
                <a:cubicBezTo>
                  <a:pt x="4337" y="7506"/>
                  <a:pt x="4938" y="6639"/>
                  <a:pt x="5671" y="5872"/>
                </a:cubicBezTo>
                <a:cubicBezTo>
                  <a:pt x="5771" y="5772"/>
                  <a:pt x="5805" y="5605"/>
                  <a:pt x="5738" y="5505"/>
                </a:cubicBezTo>
                <a:lnTo>
                  <a:pt x="4637" y="3837"/>
                </a:lnTo>
                <a:cubicBezTo>
                  <a:pt x="5104" y="3337"/>
                  <a:pt x="5638" y="2936"/>
                  <a:pt x="6205" y="2569"/>
                </a:cubicBezTo>
                <a:cubicBezTo>
                  <a:pt x="6772" y="2202"/>
                  <a:pt x="7339" y="1902"/>
                  <a:pt x="7973" y="1635"/>
                </a:cubicBezTo>
                <a:lnTo>
                  <a:pt x="9107" y="3337"/>
                </a:lnTo>
                <a:cubicBezTo>
                  <a:pt x="9155" y="3409"/>
                  <a:pt x="9255" y="3464"/>
                  <a:pt x="9357" y="3464"/>
                </a:cubicBezTo>
                <a:cubicBezTo>
                  <a:pt x="9397" y="3464"/>
                  <a:pt x="9437" y="3455"/>
                  <a:pt x="9474" y="3437"/>
                </a:cubicBezTo>
                <a:cubicBezTo>
                  <a:pt x="10475" y="3103"/>
                  <a:pt x="11509" y="2903"/>
                  <a:pt x="12543" y="2870"/>
                </a:cubicBezTo>
                <a:cubicBezTo>
                  <a:pt x="12710" y="2870"/>
                  <a:pt x="12843" y="2770"/>
                  <a:pt x="12877" y="2636"/>
                </a:cubicBezTo>
                <a:lnTo>
                  <a:pt x="13277" y="668"/>
                </a:lnTo>
                <a:close/>
                <a:moveTo>
                  <a:pt x="13310" y="1"/>
                </a:moveTo>
                <a:cubicBezTo>
                  <a:pt x="12977" y="1"/>
                  <a:pt x="12676" y="234"/>
                  <a:pt x="12610" y="535"/>
                </a:cubicBezTo>
                <a:lnTo>
                  <a:pt x="12243" y="2269"/>
                </a:lnTo>
                <a:cubicBezTo>
                  <a:pt x="11275" y="2303"/>
                  <a:pt x="10341" y="2469"/>
                  <a:pt x="9441" y="2770"/>
                </a:cubicBezTo>
                <a:lnTo>
                  <a:pt x="8473" y="1268"/>
                </a:lnTo>
                <a:cubicBezTo>
                  <a:pt x="8357" y="1083"/>
                  <a:pt x="8144" y="961"/>
                  <a:pt x="7924" y="961"/>
                </a:cubicBezTo>
                <a:cubicBezTo>
                  <a:pt x="7828" y="961"/>
                  <a:pt x="7731" y="984"/>
                  <a:pt x="7639" y="1035"/>
                </a:cubicBezTo>
                <a:cubicBezTo>
                  <a:pt x="6372" y="1569"/>
                  <a:pt x="5171" y="2336"/>
                  <a:pt x="4137" y="3303"/>
                </a:cubicBezTo>
                <a:cubicBezTo>
                  <a:pt x="3903" y="3503"/>
                  <a:pt x="3870" y="3870"/>
                  <a:pt x="4037" y="4171"/>
                </a:cubicBezTo>
                <a:lnTo>
                  <a:pt x="5004" y="5638"/>
                </a:lnTo>
                <a:cubicBezTo>
                  <a:pt x="4337" y="6339"/>
                  <a:pt x="3803" y="7106"/>
                  <a:pt x="3370" y="7973"/>
                </a:cubicBezTo>
                <a:lnTo>
                  <a:pt x="1669" y="7606"/>
                </a:lnTo>
                <a:cubicBezTo>
                  <a:pt x="1620" y="7597"/>
                  <a:pt x="1571" y="7592"/>
                  <a:pt x="1523" y="7592"/>
                </a:cubicBezTo>
                <a:cubicBezTo>
                  <a:pt x="1243" y="7592"/>
                  <a:pt x="987" y="7755"/>
                  <a:pt x="901" y="8040"/>
                </a:cubicBezTo>
                <a:cubicBezTo>
                  <a:pt x="368" y="9341"/>
                  <a:pt x="101" y="10709"/>
                  <a:pt x="34" y="12110"/>
                </a:cubicBezTo>
                <a:cubicBezTo>
                  <a:pt x="1" y="12443"/>
                  <a:pt x="234" y="12743"/>
                  <a:pt x="568" y="12810"/>
                </a:cubicBezTo>
                <a:lnTo>
                  <a:pt x="2269" y="13177"/>
                </a:lnTo>
                <a:cubicBezTo>
                  <a:pt x="2302" y="14111"/>
                  <a:pt x="2502" y="15045"/>
                  <a:pt x="2803" y="15979"/>
                </a:cubicBezTo>
                <a:lnTo>
                  <a:pt x="1335" y="16913"/>
                </a:lnTo>
                <a:cubicBezTo>
                  <a:pt x="1035" y="17080"/>
                  <a:pt x="935" y="17447"/>
                  <a:pt x="1068" y="17747"/>
                </a:cubicBezTo>
                <a:cubicBezTo>
                  <a:pt x="1335" y="18381"/>
                  <a:pt x="1669" y="19014"/>
                  <a:pt x="2069" y="19582"/>
                </a:cubicBezTo>
                <a:cubicBezTo>
                  <a:pt x="2436" y="20182"/>
                  <a:pt x="2869" y="20749"/>
                  <a:pt x="3336" y="21249"/>
                </a:cubicBezTo>
                <a:cubicBezTo>
                  <a:pt x="3476" y="21409"/>
                  <a:pt x="3663" y="21485"/>
                  <a:pt x="3847" y="21485"/>
                </a:cubicBezTo>
                <a:cubicBezTo>
                  <a:pt x="3972" y="21485"/>
                  <a:pt x="4096" y="21450"/>
                  <a:pt x="4204" y="21383"/>
                </a:cubicBezTo>
                <a:lnTo>
                  <a:pt x="5671" y="20415"/>
                </a:lnTo>
                <a:cubicBezTo>
                  <a:pt x="6372" y="21049"/>
                  <a:pt x="7172" y="21616"/>
                  <a:pt x="8006" y="22017"/>
                </a:cubicBezTo>
                <a:lnTo>
                  <a:pt x="7673" y="23751"/>
                </a:lnTo>
                <a:cubicBezTo>
                  <a:pt x="7573" y="24051"/>
                  <a:pt x="7773" y="24385"/>
                  <a:pt x="8073" y="24518"/>
                </a:cubicBezTo>
                <a:cubicBezTo>
                  <a:pt x="9374" y="25019"/>
                  <a:pt x="10775" y="25319"/>
                  <a:pt x="12176" y="25386"/>
                </a:cubicBezTo>
                <a:cubicBezTo>
                  <a:pt x="12476" y="25386"/>
                  <a:pt x="12776" y="25152"/>
                  <a:pt x="12843" y="24852"/>
                </a:cubicBezTo>
                <a:lnTo>
                  <a:pt x="13210" y="23151"/>
                </a:lnTo>
                <a:cubicBezTo>
                  <a:pt x="14177" y="23084"/>
                  <a:pt x="15111" y="22917"/>
                  <a:pt x="16012" y="22617"/>
                </a:cubicBezTo>
                <a:lnTo>
                  <a:pt x="16979" y="24085"/>
                </a:lnTo>
                <a:cubicBezTo>
                  <a:pt x="17083" y="24292"/>
                  <a:pt x="17326" y="24418"/>
                  <a:pt x="17571" y="24418"/>
                </a:cubicBezTo>
                <a:cubicBezTo>
                  <a:pt x="17642" y="24418"/>
                  <a:pt x="17712" y="24408"/>
                  <a:pt x="17780" y="24385"/>
                </a:cubicBezTo>
                <a:lnTo>
                  <a:pt x="17813" y="24385"/>
                </a:lnTo>
                <a:cubicBezTo>
                  <a:pt x="18447" y="24085"/>
                  <a:pt x="19048" y="23751"/>
                  <a:pt x="19648" y="23384"/>
                </a:cubicBezTo>
                <a:cubicBezTo>
                  <a:pt x="20215" y="23017"/>
                  <a:pt x="20782" y="22584"/>
                  <a:pt x="21316" y="22117"/>
                </a:cubicBezTo>
                <a:cubicBezTo>
                  <a:pt x="21549" y="21883"/>
                  <a:pt x="21583" y="21516"/>
                  <a:pt x="21416" y="21249"/>
                </a:cubicBezTo>
                <a:lnTo>
                  <a:pt x="20449" y="19782"/>
                </a:lnTo>
                <a:cubicBezTo>
                  <a:pt x="21116" y="19081"/>
                  <a:pt x="21650" y="18281"/>
                  <a:pt x="22083" y="17413"/>
                </a:cubicBezTo>
                <a:lnTo>
                  <a:pt x="23784" y="17780"/>
                </a:lnTo>
                <a:cubicBezTo>
                  <a:pt x="23834" y="17790"/>
                  <a:pt x="23882" y="17795"/>
                  <a:pt x="23929" y="17795"/>
                </a:cubicBezTo>
                <a:cubicBezTo>
                  <a:pt x="24203" y="17795"/>
                  <a:pt x="24438" y="17636"/>
                  <a:pt x="24552" y="17380"/>
                </a:cubicBezTo>
                <a:cubicBezTo>
                  <a:pt x="25052" y="16079"/>
                  <a:pt x="25352" y="14678"/>
                  <a:pt x="25419" y="13277"/>
                </a:cubicBezTo>
                <a:cubicBezTo>
                  <a:pt x="25452" y="12943"/>
                  <a:pt x="25219" y="12677"/>
                  <a:pt x="24885" y="12610"/>
                </a:cubicBezTo>
                <a:lnTo>
                  <a:pt x="23184" y="12243"/>
                </a:lnTo>
                <a:cubicBezTo>
                  <a:pt x="23117" y="11276"/>
                  <a:pt x="22950" y="10342"/>
                  <a:pt x="22650" y="9441"/>
                </a:cubicBezTo>
                <a:lnTo>
                  <a:pt x="24118" y="8474"/>
                </a:lnTo>
                <a:cubicBezTo>
                  <a:pt x="24418" y="8307"/>
                  <a:pt x="24518" y="7940"/>
                  <a:pt x="24385" y="7640"/>
                </a:cubicBezTo>
                <a:cubicBezTo>
                  <a:pt x="24118" y="7006"/>
                  <a:pt x="23784" y="6372"/>
                  <a:pt x="23384" y="5805"/>
                </a:cubicBezTo>
                <a:cubicBezTo>
                  <a:pt x="23017" y="5205"/>
                  <a:pt x="22584" y="4638"/>
                  <a:pt x="22117" y="4137"/>
                </a:cubicBezTo>
                <a:cubicBezTo>
                  <a:pt x="21983" y="3985"/>
                  <a:pt x="21806" y="3908"/>
                  <a:pt x="21629" y="3908"/>
                </a:cubicBezTo>
                <a:cubicBezTo>
                  <a:pt x="21496" y="3908"/>
                  <a:pt x="21364" y="3951"/>
                  <a:pt x="21249" y="4037"/>
                </a:cubicBezTo>
                <a:lnTo>
                  <a:pt x="19782" y="4971"/>
                </a:lnTo>
                <a:cubicBezTo>
                  <a:pt x="19081" y="4337"/>
                  <a:pt x="18280" y="3770"/>
                  <a:pt x="17446" y="3370"/>
                </a:cubicBezTo>
                <a:lnTo>
                  <a:pt x="17813" y="1635"/>
                </a:lnTo>
                <a:cubicBezTo>
                  <a:pt x="17847" y="1335"/>
                  <a:pt x="17680" y="1002"/>
                  <a:pt x="17380" y="868"/>
                </a:cubicBezTo>
                <a:cubicBezTo>
                  <a:pt x="16079" y="368"/>
                  <a:pt x="14678" y="68"/>
                  <a:pt x="1331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0">
            <a:extLst>
              <a:ext uri="{FF2B5EF4-FFF2-40B4-BE49-F238E27FC236}">
                <a16:creationId xmlns:a16="http://schemas.microsoft.com/office/drawing/2014/main" id="{D83FE42E-FED1-D033-9899-862C51BCF1C7}"/>
              </a:ext>
            </a:extLst>
          </p:cNvPr>
          <p:cNvSpPr/>
          <p:nvPr/>
        </p:nvSpPr>
        <p:spPr>
          <a:xfrm>
            <a:off x="7915611" y="1956802"/>
            <a:ext cx="322361" cy="323631"/>
          </a:xfrm>
          <a:custGeom>
            <a:avLst/>
            <a:gdLst/>
            <a:ahLst/>
            <a:cxnLst/>
            <a:rect l="l" t="t" r="r" b="b"/>
            <a:pathLst>
              <a:path w="18014" h="18085" extrusionOk="0">
                <a:moveTo>
                  <a:pt x="9073" y="5186"/>
                </a:moveTo>
                <a:cubicBezTo>
                  <a:pt x="9840" y="5186"/>
                  <a:pt x="10589" y="5429"/>
                  <a:pt x="11208" y="5875"/>
                </a:cubicBezTo>
                <a:cubicBezTo>
                  <a:pt x="13977" y="7843"/>
                  <a:pt x="13043" y="12180"/>
                  <a:pt x="9741" y="12847"/>
                </a:cubicBezTo>
                <a:cubicBezTo>
                  <a:pt x="9498" y="12894"/>
                  <a:pt x="9253" y="12917"/>
                  <a:pt x="9009" y="12917"/>
                </a:cubicBezTo>
                <a:cubicBezTo>
                  <a:pt x="8218" y="12917"/>
                  <a:pt x="7443" y="12673"/>
                  <a:pt x="6805" y="12213"/>
                </a:cubicBezTo>
                <a:cubicBezTo>
                  <a:pt x="5571" y="11313"/>
                  <a:pt x="4937" y="9745"/>
                  <a:pt x="5271" y="8244"/>
                </a:cubicBezTo>
                <a:cubicBezTo>
                  <a:pt x="5504" y="7143"/>
                  <a:pt x="6205" y="6209"/>
                  <a:pt x="7205" y="5675"/>
                </a:cubicBezTo>
                <a:cubicBezTo>
                  <a:pt x="7339" y="5575"/>
                  <a:pt x="7506" y="5508"/>
                  <a:pt x="7672" y="5442"/>
                </a:cubicBezTo>
                <a:cubicBezTo>
                  <a:pt x="7873" y="5375"/>
                  <a:pt x="8073" y="5308"/>
                  <a:pt x="8273" y="5275"/>
                </a:cubicBezTo>
                <a:cubicBezTo>
                  <a:pt x="8539" y="5215"/>
                  <a:pt x="8807" y="5186"/>
                  <a:pt x="9073" y="5186"/>
                </a:cubicBezTo>
                <a:close/>
                <a:moveTo>
                  <a:pt x="9070" y="4640"/>
                </a:moveTo>
                <a:cubicBezTo>
                  <a:pt x="8770" y="4640"/>
                  <a:pt x="8469" y="4673"/>
                  <a:pt x="8173" y="4741"/>
                </a:cubicBezTo>
                <a:cubicBezTo>
                  <a:pt x="6438" y="5108"/>
                  <a:pt x="5104" y="6442"/>
                  <a:pt x="4737" y="8144"/>
                </a:cubicBezTo>
                <a:cubicBezTo>
                  <a:pt x="4370" y="9845"/>
                  <a:pt x="5071" y="11613"/>
                  <a:pt x="6472" y="12647"/>
                </a:cubicBezTo>
                <a:cubicBezTo>
                  <a:pt x="7191" y="13168"/>
                  <a:pt x="8058" y="13449"/>
                  <a:pt x="8936" y="13449"/>
                </a:cubicBezTo>
                <a:cubicBezTo>
                  <a:pt x="9238" y="13449"/>
                  <a:pt x="9542" y="13416"/>
                  <a:pt x="9841" y="13347"/>
                </a:cubicBezTo>
                <a:cubicBezTo>
                  <a:pt x="10108" y="13314"/>
                  <a:pt x="10341" y="13214"/>
                  <a:pt x="10541" y="13147"/>
                </a:cubicBezTo>
                <a:cubicBezTo>
                  <a:pt x="10741" y="13081"/>
                  <a:pt x="10908" y="12980"/>
                  <a:pt x="11075" y="12880"/>
                </a:cubicBezTo>
                <a:cubicBezTo>
                  <a:pt x="12209" y="12280"/>
                  <a:pt x="13010" y="11213"/>
                  <a:pt x="13276" y="9978"/>
                </a:cubicBezTo>
                <a:cubicBezTo>
                  <a:pt x="13643" y="8244"/>
                  <a:pt x="12943" y="6476"/>
                  <a:pt x="11542" y="5475"/>
                </a:cubicBezTo>
                <a:cubicBezTo>
                  <a:pt x="10820" y="4928"/>
                  <a:pt x="9950" y="4640"/>
                  <a:pt x="9070" y="4640"/>
                </a:cubicBezTo>
                <a:close/>
                <a:moveTo>
                  <a:pt x="9374" y="572"/>
                </a:moveTo>
                <a:cubicBezTo>
                  <a:pt x="10308" y="605"/>
                  <a:pt x="11208" y="772"/>
                  <a:pt x="12076" y="1105"/>
                </a:cubicBezTo>
                <a:lnTo>
                  <a:pt x="11775" y="2506"/>
                </a:lnTo>
                <a:cubicBezTo>
                  <a:pt x="11775" y="2606"/>
                  <a:pt x="11842" y="2740"/>
                  <a:pt x="11942" y="2806"/>
                </a:cubicBezTo>
                <a:cubicBezTo>
                  <a:pt x="12609" y="3107"/>
                  <a:pt x="13210" y="3540"/>
                  <a:pt x="13777" y="4041"/>
                </a:cubicBezTo>
                <a:cubicBezTo>
                  <a:pt x="13814" y="4096"/>
                  <a:pt x="13871" y="4121"/>
                  <a:pt x="13931" y="4121"/>
                </a:cubicBezTo>
                <a:cubicBezTo>
                  <a:pt x="13980" y="4121"/>
                  <a:pt x="14032" y="4104"/>
                  <a:pt x="14077" y="4074"/>
                </a:cubicBezTo>
                <a:lnTo>
                  <a:pt x="15245" y="3340"/>
                </a:lnTo>
                <a:cubicBezTo>
                  <a:pt x="15578" y="3674"/>
                  <a:pt x="15878" y="4041"/>
                  <a:pt x="16145" y="4441"/>
                </a:cubicBezTo>
                <a:cubicBezTo>
                  <a:pt x="16379" y="4808"/>
                  <a:pt x="16612" y="5208"/>
                  <a:pt x="16812" y="5642"/>
                </a:cubicBezTo>
                <a:lnTo>
                  <a:pt x="15645" y="6409"/>
                </a:lnTo>
                <a:cubicBezTo>
                  <a:pt x="15511" y="6476"/>
                  <a:pt x="15478" y="6609"/>
                  <a:pt x="15511" y="6743"/>
                </a:cubicBezTo>
                <a:cubicBezTo>
                  <a:pt x="15778" y="7410"/>
                  <a:pt x="15912" y="8144"/>
                  <a:pt x="15945" y="8911"/>
                </a:cubicBezTo>
                <a:cubicBezTo>
                  <a:pt x="15945" y="9011"/>
                  <a:pt x="16045" y="9144"/>
                  <a:pt x="16145" y="9144"/>
                </a:cubicBezTo>
                <a:lnTo>
                  <a:pt x="17513" y="9445"/>
                </a:lnTo>
                <a:cubicBezTo>
                  <a:pt x="17479" y="10379"/>
                  <a:pt x="17279" y="11279"/>
                  <a:pt x="16946" y="12113"/>
                </a:cubicBezTo>
                <a:lnTo>
                  <a:pt x="15578" y="11846"/>
                </a:lnTo>
                <a:lnTo>
                  <a:pt x="15411" y="11846"/>
                </a:lnTo>
                <a:cubicBezTo>
                  <a:pt x="15345" y="11880"/>
                  <a:pt x="15311" y="11913"/>
                  <a:pt x="15278" y="11980"/>
                </a:cubicBezTo>
                <a:cubicBezTo>
                  <a:pt x="14978" y="12647"/>
                  <a:pt x="14544" y="13281"/>
                  <a:pt x="14044" y="13814"/>
                </a:cubicBezTo>
                <a:cubicBezTo>
                  <a:pt x="13944" y="13881"/>
                  <a:pt x="13944" y="14048"/>
                  <a:pt x="14010" y="14148"/>
                </a:cubicBezTo>
                <a:lnTo>
                  <a:pt x="14744" y="15315"/>
                </a:lnTo>
                <a:cubicBezTo>
                  <a:pt x="14411" y="15616"/>
                  <a:pt x="14044" y="15916"/>
                  <a:pt x="13677" y="16149"/>
                </a:cubicBezTo>
                <a:cubicBezTo>
                  <a:pt x="13276" y="16416"/>
                  <a:pt x="12876" y="16616"/>
                  <a:pt x="12476" y="16817"/>
                </a:cubicBezTo>
                <a:lnTo>
                  <a:pt x="11675" y="15649"/>
                </a:lnTo>
                <a:cubicBezTo>
                  <a:pt x="11620" y="15567"/>
                  <a:pt x="11520" y="15507"/>
                  <a:pt x="11431" y="15507"/>
                </a:cubicBezTo>
                <a:cubicBezTo>
                  <a:pt x="11412" y="15507"/>
                  <a:pt x="11393" y="15510"/>
                  <a:pt x="11375" y="15516"/>
                </a:cubicBezTo>
                <a:cubicBezTo>
                  <a:pt x="10675" y="15782"/>
                  <a:pt x="9941" y="15916"/>
                  <a:pt x="9207" y="15949"/>
                </a:cubicBezTo>
                <a:cubicBezTo>
                  <a:pt x="9073" y="15949"/>
                  <a:pt x="8973" y="16049"/>
                  <a:pt x="8940" y="16149"/>
                </a:cubicBezTo>
                <a:lnTo>
                  <a:pt x="8640" y="17517"/>
                </a:lnTo>
                <a:cubicBezTo>
                  <a:pt x="7739" y="17484"/>
                  <a:pt x="6839" y="17284"/>
                  <a:pt x="5971" y="16950"/>
                </a:cubicBezTo>
                <a:lnTo>
                  <a:pt x="6238" y="15582"/>
                </a:lnTo>
                <a:cubicBezTo>
                  <a:pt x="6271" y="15449"/>
                  <a:pt x="6205" y="15349"/>
                  <a:pt x="6105" y="15282"/>
                </a:cubicBezTo>
                <a:cubicBezTo>
                  <a:pt x="5438" y="14982"/>
                  <a:pt x="4804" y="14548"/>
                  <a:pt x="4270" y="14048"/>
                </a:cubicBezTo>
                <a:cubicBezTo>
                  <a:pt x="4205" y="13983"/>
                  <a:pt x="4127" y="13946"/>
                  <a:pt x="4052" y="13946"/>
                </a:cubicBezTo>
                <a:cubicBezTo>
                  <a:pt x="4012" y="13946"/>
                  <a:pt x="3972" y="13958"/>
                  <a:pt x="3936" y="13981"/>
                </a:cubicBezTo>
                <a:lnTo>
                  <a:pt x="2769" y="14748"/>
                </a:lnTo>
                <a:cubicBezTo>
                  <a:pt x="2135" y="14081"/>
                  <a:pt x="1635" y="13314"/>
                  <a:pt x="1268" y="12480"/>
                </a:cubicBezTo>
                <a:lnTo>
                  <a:pt x="1235" y="12480"/>
                </a:lnTo>
                <a:lnTo>
                  <a:pt x="2402" y="11680"/>
                </a:lnTo>
                <a:cubicBezTo>
                  <a:pt x="2502" y="11613"/>
                  <a:pt x="2569" y="11479"/>
                  <a:pt x="2502" y="11379"/>
                </a:cubicBezTo>
                <a:cubicBezTo>
                  <a:pt x="2269" y="10679"/>
                  <a:pt x="2102" y="9945"/>
                  <a:pt x="2102" y="9211"/>
                </a:cubicBezTo>
                <a:cubicBezTo>
                  <a:pt x="2102" y="9078"/>
                  <a:pt x="2002" y="8978"/>
                  <a:pt x="1868" y="8944"/>
                </a:cubicBezTo>
                <a:lnTo>
                  <a:pt x="534" y="8644"/>
                </a:lnTo>
                <a:cubicBezTo>
                  <a:pt x="567" y="7743"/>
                  <a:pt x="734" y="6843"/>
                  <a:pt x="1068" y="5975"/>
                </a:cubicBezTo>
                <a:lnTo>
                  <a:pt x="2469" y="6242"/>
                </a:lnTo>
                <a:cubicBezTo>
                  <a:pt x="2486" y="6248"/>
                  <a:pt x="2505" y="6251"/>
                  <a:pt x="2525" y="6251"/>
                </a:cubicBezTo>
                <a:cubicBezTo>
                  <a:pt x="2614" y="6251"/>
                  <a:pt x="2714" y="6191"/>
                  <a:pt x="2769" y="6109"/>
                </a:cubicBezTo>
                <a:cubicBezTo>
                  <a:pt x="3069" y="5442"/>
                  <a:pt x="3503" y="4808"/>
                  <a:pt x="4003" y="4274"/>
                </a:cubicBezTo>
                <a:cubicBezTo>
                  <a:pt x="4103" y="4174"/>
                  <a:pt x="4103" y="4041"/>
                  <a:pt x="4037" y="3941"/>
                </a:cubicBezTo>
                <a:lnTo>
                  <a:pt x="3269" y="2773"/>
                </a:lnTo>
                <a:cubicBezTo>
                  <a:pt x="3603" y="2473"/>
                  <a:pt x="3970" y="2173"/>
                  <a:pt x="4370" y="1906"/>
                </a:cubicBezTo>
                <a:cubicBezTo>
                  <a:pt x="4737" y="1672"/>
                  <a:pt x="5137" y="1472"/>
                  <a:pt x="5571" y="1272"/>
                </a:cubicBezTo>
                <a:lnTo>
                  <a:pt x="6338" y="2440"/>
                </a:lnTo>
                <a:cubicBezTo>
                  <a:pt x="6386" y="2512"/>
                  <a:pt x="6469" y="2566"/>
                  <a:pt x="6561" y="2566"/>
                </a:cubicBezTo>
                <a:cubicBezTo>
                  <a:pt x="6597" y="2566"/>
                  <a:pt x="6635" y="2558"/>
                  <a:pt x="6672" y="2540"/>
                </a:cubicBezTo>
                <a:cubicBezTo>
                  <a:pt x="7372" y="2306"/>
                  <a:pt x="8106" y="2139"/>
                  <a:pt x="8840" y="2139"/>
                </a:cubicBezTo>
                <a:cubicBezTo>
                  <a:pt x="8973" y="2139"/>
                  <a:pt x="9073" y="2039"/>
                  <a:pt x="9107" y="1906"/>
                </a:cubicBezTo>
                <a:lnTo>
                  <a:pt x="9374" y="572"/>
                </a:lnTo>
                <a:close/>
                <a:moveTo>
                  <a:pt x="9316" y="1"/>
                </a:moveTo>
                <a:cubicBezTo>
                  <a:pt x="9078" y="1"/>
                  <a:pt x="8902" y="189"/>
                  <a:pt x="8840" y="405"/>
                </a:cubicBezTo>
                <a:lnTo>
                  <a:pt x="8606" y="1606"/>
                </a:lnTo>
                <a:cubicBezTo>
                  <a:pt x="7939" y="1639"/>
                  <a:pt x="7306" y="1739"/>
                  <a:pt x="6672" y="1939"/>
                </a:cubicBezTo>
                <a:lnTo>
                  <a:pt x="6005" y="938"/>
                </a:lnTo>
                <a:cubicBezTo>
                  <a:pt x="5911" y="775"/>
                  <a:pt x="5752" y="693"/>
                  <a:pt x="5585" y="693"/>
                </a:cubicBezTo>
                <a:cubicBezTo>
                  <a:pt x="5514" y="693"/>
                  <a:pt x="5441" y="708"/>
                  <a:pt x="5371" y="738"/>
                </a:cubicBezTo>
                <a:cubicBezTo>
                  <a:pt x="4904" y="938"/>
                  <a:pt x="4470" y="1172"/>
                  <a:pt x="4070" y="1439"/>
                </a:cubicBezTo>
                <a:cubicBezTo>
                  <a:pt x="3636" y="1706"/>
                  <a:pt x="3236" y="2039"/>
                  <a:pt x="2869" y="2373"/>
                </a:cubicBezTo>
                <a:cubicBezTo>
                  <a:pt x="2702" y="2540"/>
                  <a:pt x="2669" y="2806"/>
                  <a:pt x="2802" y="3007"/>
                </a:cubicBezTo>
                <a:lnTo>
                  <a:pt x="3469" y="4041"/>
                </a:lnTo>
                <a:cubicBezTo>
                  <a:pt x="3036" y="4541"/>
                  <a:pt x="2669" y="5075"/>
                  <a:pt x="2402" y="5675"/>
                </a:cubicBezTo>
                <a:lnTo>
                  <a:pt x="1201" y="5442"/>
                </a:lnTo>
                <a:cubicBezTo>
                  <a:pt x="1161" y="5430"/>
                  <a:pt x="1119" y="5425"/>
                  <a:pt x="1077" y="5425"/>
                </a:cubicBezTo>
                <a:cubicBezTo>
                  <a:pt x="880" y="5425"/>
                  <a:pt x="683" y="5549"/>
                  <a:pt x="601" y="5742"/>
                </a:cubicBezTo>
                <a:cubicBezTo>
                  <a:pt x="234" y="6676"/>
                  <a:pt x="34" y="7643"/>
                  <a:pt x="0" y="8677"/>
                </a:cubicBezTo>
                <a:cubicBezTo>
                  <a:pt x="0" y="8911"/>
                  <a:pt x="167" y="9144"/>
                  <a:pt x="401" y="9178"/>
                </a:cubicBezTo>
                <a:lnTo>
                  <a:pt x="1601" y="9445"/>
                </a:lnTo>
                <a:cubicBezTo>
                  <a:pt x="1635" y="10112"/>
                  <a:pt x="1735" y="10746"/>
                  <a:pt x="1935" y="11379"/>
                </a:cubicBezTo>
                <a:lnTo>
                  <a:pt x="934" y="12013"/>
                </a:lnTo>
                <a:cubicBezTo>
                  <a:pt x="734" y="12147"/>
                  <a:pt x="634" y="12447"/>
                  <a:pt x="734" y="12680"/>
                </a:cubicBezTo>
                <a:cubicBezTo>
                  <a:pt x="934" y="13114"/>
                  <a:pt x="1168" y="13548"/>
                  <a:pt x="1435" y="13948"/>
                </a:cubicBezTo>
                <a:cubicBezTo>
                  <a:pt x="1702" y="14381"/>
                  <a:pt x="2002" y="14782"/>
                  <a:pt x="2335" y="15149"/>
                </a:cubicBezTo>
                <a:cubicBezTo>
                  <a:pt x="2433" y="15246"/>
                  <a:pt x="2575" y="15298"/>
                  <a:pt x="2717" y="15298"/>
                </a:cubicBezTo>
                <a:cubicBezTo>
                  <a:pt x="2818" y="15298"/>
                  <a:pt x="2919" y="15271"/>
                  <a:pt x="3002" y="15215"/>
                </a:cubicBezTo>
                <a:lnTo>
                  <a:pt x="4037" y="14582"/>
                </a:lnTo>
                <a:cubicBezTo>
                  <a:pt x="4504" y="15015"/>
                  <a:pt x="5037" y="15382"/>
                  <a:pt x="5638" y="15682"/>
                </a:cubicBezTo>
                <a:lnTo>
                  <a:pt x="5404" y="16850"/>
                </a:lnTo>
                <a:cubicBezTo>
                  <a:pt x="5337" y="17117"/>
                  <a:pt x="5471" y="17350"/>
                  <a:pt x="5704" y="17450"/>
                </a:cubicBezTo>
                <a:cubicBezTo>
                  <a:pt x="6638" y="17817"/>
                  <a:pt x="7606" y="18017"/>
                  <a:pt x="8606" y="18084"/>
                </a:cubicBezTo>
                <a:cubicBezTo>
                  <a:pt x="8873" y="18084"/>
                  <a:pt x="9107" y="17917"/>
                  <a:pt x="9140" y="17650"/>
                </a:cubicBezTo>
                <a:lnTo>
                  <a:pt x="9407" y="16483"/>
                </a:lnTo>
                <a:cubicBezTo>
                  <a:pt x="10041" y="16450"/>
                  <a:pt x="10708" y="16316"/>
                  <a:pt x="11342" y="16116"/>
                </a:cubicBezTo>
                <a:lnTo>
                  <a:pt x="11976" y="17117"/>
                </a:lnTo>
                <a:cubicBezTo>
                  <a:pt x="12069" y="17280"/>
                  <a:pt x="12228" y="17362"/>
                  <a:pt x="12395" y="17362"/>
                </a:cubicBezTo>
                <a:cubicBezTo>
                  <a:pt x="12466" y="17362"/>
                  <a:pt x="12539" y="17347"/>
                  <a:pt x="12609" y="17317"/>
                </a:cubicBezTo>
                <a:cubicBezTo>
                  <a:pt x="12843" y="17217"/>
                  <a:pt x="13110" y="17117"/>
                  <a:pt x="13343" y="16983"/>
                </a:cubicBezTo>
                <a:cubicBezTo>
                  <a:pt x="13577" y="16850"/>
                  <a:pt x="13743" y="16750"/>
                  <a:pt x="13910" y="16616"/>
                </a:cubicBezTo>
                <a:cubicBezTo>
                  <a:pt x="14344" y="16350"/>
                  <a:pt x="14744" y="16049"/>
                  <a:pt x="15111" y="15716"/>
                </a:cubicBezTo>
                <a:cubicBezTo>
                  <a:pt x="15278" y="15549"/>
                  <a:pt x="15311" y="15249"/>
                  <a:pt x="15178" y="15049"/>
                </a:cubicBezTo>
                <a:lnTo>
                  <a:pt x="14511" y="14048"/>
                </a:lnTo>
                <a:cubicBezTo>
                  <a:pt x="14978" y="13548"/>
                  <a:pt x="15345" y="13014"/>
                  <a:pt x="15645" y="12413"/>
                </a:cubicBezTo>
                <a:lnTo>
                  <a:pt x="16812" y="12680"/>
                </a:lnTo>
                <a:cubicBezTo>
                  <a:pt x="16840" y="12684"/>
                  <a:pt x="16866" y="12685"/>
                  <a:pt x="16893" y="12685"/>
                </a:cubicBezTo>
                <a:cubicBezTo>
                  <a:pt x="17125" y="12685"/>
                  <a:pt x="17323" y="12556"/>
                  <a:pt x="17413" y="12347"/>
                </a:cubicBezTo>
                <a:cubicBezTo>
                  <a:pt x="17780" y="11413"/>
                  <a:pt x="17980" y="10412"/>
                  <a:pt x="18013" y="9445"/>
                </a:cubicBezTo>
                <a:cubicBezTo>
                  <a:pt x="18013" y="9178"/>
                  <a:pt x="17846" y="8944"/>
                  <a:pt x="17613" y="8911"/>
                </a:cubicBezTo>
                <a:lnTo>
                  <a:pt x="16412" y="8644"/>
                </a:lnTo>
                <a:cubicBezTo>
                  <a:pt x="16379" y="7977"/>
                  <a:pt x="16279" y="7343"/>
                  <a:pt x="16078" y="6709"/>
                </a:cubicBezTo>
                <a:lnTo>
                  <a:pt x="17079" y="6076"/>
                </a:lnTo>
                <a:cubicBezTo>
                  <a:pt x="17279" y="5942"/>
                  <a:pt x="17379" y="5642"/>
                  <a:pt x="17279" y="5408"/>
                </a:cubicBezTo>
                <a:cubicBezTo>
                  <a:pt x="16879" y="4508"/>
                  <a:pt x="16312" y="3674"/>
                  <a:pt x="15645" y="2907"/>
                </a:cubicBezTo>
                <a:cubicBezTo>
                  <a:pt x="15548" y="2809"/>
                  <a:pt x="15417" y="2758"/>
                  <a:pt x="15278" y="2758"/>
                </a:cubicBezTo>
                <a:cubicBezTo>
                  <a:pt x="15178" y="2758"/>
                  <a:pt x="15075" y="2784"/>
                  <a:pt x="14978" y="2840"/>
                </a:cubicBezTo>
                <a:lnTo>
                  <a:pt x="13977" y="3507"/>
                </a:lnTo>
                <a:cubicBezTo>
                  <a:pt x="13477" y="3040"/>
                  <a:pt x="12943" y="2673"/>
                  <a:pt x="12376" y="2373"/>
                </a:cubicBezTo>
                <a:lnTo>
                  <a:pt x="12609" y="1205"/>
                </a:lnTo>
                <a:cubicBezTo>
                  <a:pt x="12676" y="972"/>
                  <a:pt x="12543" y="705"/>
                  <a:pt x="12309" y="605"/>
                </a:cubicBezTo>
                <a:cubicBezTo>
                  <a:pt x="11375" y="238"/>
                  <a:pt x="10374" y="38"/>
                  <a:pt x="9374" y="4"/>
                </a:cubicBezTo>
                <a:cubicBezTo>
                  <a:pt x="9354" y="2"/>
                  <a:pt x="9335" y="1"/>
                  <a:pt x="931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0">
            <a:extLst>
              <a:ext uri="{FF2B5EF4-FFF2-40B4-BE49-F238E27FC236}">
                <a16:creationId xmlns:a16="http://schemas.microsoft.com/office/drawing/2014/main" id="{1745E208-03C0-F5B1-C8E5-E60EE32C1EC0}"/>
              </a:ext>
            </a:extLst>
          </p:cNvPr>
          <p:cNvSpPr/>
          <p:nvPr/>
        </p:nvSpPr>
        <p:spPr>
          <a:xfrm>
            <a:off x="5585217" y="2302498"/>
            <a:ext cx="322951" cy="323023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0">
            <a:extLst>
              <a:ext uri="{FF2B5EF4-FFF2-40B4-BE49-F238E27FC236}">
                <a16:creationId xmlns:a16="http://schemas.microsoft.com/office/drawing/2014/main" id="{E075FFDE-34B1-72C1-67A0-754AB88610ED}"/>
              </a:ext>
            </a:extLst>
          </p:cNvPr>
          <p:cNvSpPr/>
          <p:nvPr/>
        </p:nvSpPr>
        <p:spPr>
          <a:xfrm>
            <a:off x="8290476" y="1659530"/>
            <a:ext cx="364736" cy="364807"/>
          </a:xfrm>
          <a:custGeom>
            <a:avLst/>
            <a:gdLst/>
            <a:ahLst/>
            <a:cxnLst/>
            <a:rect l="l" t="t" r="r" b="b"/>
            <a:pathLst>
              <a:path w="20382" h="20386" extrusionOk="0">
                <a:moveTo>
                  <a:pt x="10225" y="5822"/>
                </a:moveTo>
                <a:cubicBezTo>
                  <a:pt x="11089" y="5822"/>
                  <a:pt x="11949" y="6091"/>
                  <a:pt x="12676" y="6643"/>
                </a:cubicBezTo>
                <a:cubicBezTo>
                  <a:pt x="15779" y="8844"/>
                  <a:pt x="14744" y="13714"/>
                  <a:pt x="11008" y="14482"/>
                </a:cubicBezTo>
                <a:cubicBezTo>
                  <a:pt x="10732" y="14537"/>
                  <a:pt x="10453" y="14564"/>
                  <a:pt x="10176" y="14564"/>
                </a:cubicBezTo>
                <a:cubicBezTo>
                  <a:pt x="9287" y="14564"/>
                  <a:pt x="8419" y="14282"/>
                  <a:pt x="7706" y="13748"/>
                </a:cubicBezTo>
                <a:cubicBezTo>
                  <a:pt x="6272" y="12747"/>
                  <a:pt x="5605" y="10979"/>
                  <a:pt x="5938" y="9278"/>
                </a:cubicBezTo>
                <a:cubicBezTo>
                  <a:pt x="6272" y="7844"/>
                  <a:pt x="7272" y="6676"/>
                  <a:pt x="8673" y="6142"/>
                </a:cubicBezTo>
                <a:cubicBezTo>
                  <a:pt x="8874" y="6042"/>
                  <a:pt x="9107" y="5976"/>
                  <a:pt x="9374" y="5909"/>
                </a:cubicBezTo>
                <a:cubicBezTo>
                  <a:pt x="9655" y="5851"/>
                  <a:pt x="9940" y="5822"/>
                  <a:pt x="10225" y="5822"/>
                </a:cubicBezTo>
                <a:close/>
                <a:moveTo>
                  <a:pt x="10243" y="5195"/>
                </a:moveTo>
                <a:cubicBezTo>
                  <a:pt x="9907" y="5195"/>
                  <a:pt x="9570" y="5232"/>
                  <a:pt x="9241" y="5308"/>
                </a:cubicBezTo>
                <a:cubicBezTo>
                  <a:pt x="7272" y="5709"/>
                  <a:pt x="5771" y="7210"/>
                  <a:pt x="5338" y="9178"/>
                </a:cubicBezTo>
                <a:cubicBezTo>
                  <a:pt x="4937" y="11113"/>
                  <a:pt x="5705" y="13081"/>
                  <a:pt x="7339" y="14248"/>
                </a:cubicBezTo>
                <a:cubicBezTo>
                  <a:pt x="8134" y="14844"/>
                  <a:pt x="9114" y="15163"/>
                  <a:pt x="10113" y="15163"/>
                </a:cubicBezTo>
                <a:cubicBezTo>
                  <a:pt x="10456" y="15163"/>
                  <a:pt x="10801" y="15125"/>
                  <a:pt x="11142" y="15049"/>
                </a:cubicBezTo>
                <a:cubicBezTo>
                  <a:pt x="11409" y="14982"/>
                  <a:pt x="11676" y="14915"/>
                  <a:pt x="11942" y="14815"/>
                </a:cubicBezTo>
                <a:cubicBezTo>
                  <a:pt x="13477" y="14215"/>
                  <a:pt x="14644" y="12847"/>
                  <a:pt x="15011" y="11213"/>
                </a:cubicBezTo>
                <a:cubicBezTo>
                  <a:pt x="15412" y="9278"/>
                  <a:pt x="14644" y="7276"/>
                  <a:pt x="13043" y="6142"/>
                </a:cubicBezTo>
                <a:cubicBezTo>
                  <a:pt x="12222" y="5520"/>
                  <a:pt x="11233" y="5195"/>
                  <a:pt x="10243" y="5195"/>
                </a:cubicBezTo>
                <a:close/>
                <a:moveTo>
                  <a:pt x="10642" y="672"/>
                </a:moveTo>
                <a:cubicBezTo>
                  <a:pt x="11676" y="672"/>
                  <a:pt x="12710" y="905"/>
                  <a:pt x="13677" y="1272"/>
                </a:cubicBezTo>
                <a:lnTo>
                  <a:pt x="13377" y="2840"/>
                </a:lnTo>
                <a:cubicBezTo>
                  <a:pt x="13343" y="2973"/>
                  <a:pt x="13410" y="3107"/>
                  <a:pt x="13544" y="3174"/>
                </a:cubicBezTo>
                <a:cubicBezTo>
                  <a:pt x="14277" y="3540"/>
                  <a:pt x="14978" y="4007"/>
                  <a:pt x="15578" y="4575"/>
                </a:cubicBezTo>
                <a:cubicBezTo>
                  <a:pt x="15643" y="4639"/>
                  <a:pt x="15722" y="4676"/>
                  <a:pt x="15805" y="4676"/>
                </a:cubicBezTo>
                <a:cubicBezTo>
                  <a:pt x="15851" y="4676"/>
                  <a:pt x="15898" y="4665"/>
                  <a:pt x="15945" y="4641"/>
                </a:cubicBezTo>
                <a:lnTo>
                  <a:pt x="15979" y="4641"/>
                </a:lnTo>
                <a:lnTo>
                  <a:pt x="17280" y="3807"/>
                </a:lnTo>
                <a:cubicBezTo>
                  <a:pt x="17647" y="4174"/>
                  <a:pt x="17947" y="4575"/>
                  <a:pt x="18247" y="5008"/>
                </a:cubicBezTo>
                <a:cubicBezTo>
                  <a:pt x="18514" y="5442"/>
                  <a:pt x="18781" y="5909"/>
                  <a:pt x="18981" y="6376"/>
                </a:cubicBezTo>
                <a:lnTo>
                  <a:pt x="17647" y="7243"/>
                </a:lnTo>
                <a:cubicBezTo>
                  <a:pt x="17546" y="7343"/>
                  <a:pt x="17480" y="7477"/>
                  <a:pt x="17546" y="7610"/>
                </a:cubicBezTo>
                <a:cubicBezTo>
                  <a:pt x="17813" y="8411"/>
                  <a:pt x="17980" y="9211"/>
                  <a:pt x="17980" y="10078"/>
                </a:cubicBezTo>
                <a:cubicBezTo>
                  <a:pt x="17980" y="10212"/>
                  <a:pt x="18080" y="10312"/>
                  <a:pt x="18247" y="10345"/>
                </a:cubicBezTo>
                <a:lnTo>
                  <a:pt x="19748" y="10679"/>
                </a:lnTo>
                <a:cubicBezTo>
                  <a:pt x="19715" y="11713"/>
                  <a:pt x="19515" y="12747"/>
                  <a:pt x="19148" y="13714"/>
                </a:cubicBezTo>
                <a:lnTo>
                  <a:pt x="17580" y="13414"/>
                </a:lnTo>
                <a:cubicBezTo>
                  <a:pt x="17546" y="13398"/>
                  <a:pt x="17521" y="13389"/>
                  <a:pt x="17496" y="13389"/>
                </a:cubicBezTo>
                <a:cubicBezTo>
                  <a:pt x="17471" y="13389"/>
                  <a:pt x="17446" y="13398"/>
                  <a:pt x="17413" y="13414"/>
                </a:cubicBezTo>
                <a:cubicBezTo>
                  <a:pt x="17346" y="13414"/>
                  <a:pt x="17280" y="13481"/>
                  <a:pt x="17246" y="13548"/>
                </a:cubicBezTo>
                <a:cubicBezTo>
                  <a:pt x="16879" y="14315"/>
                  <a:pt x="16412" y="15015"/>
                  <a:pt x="15845" y="15616"/>
                </a:cubicBezTo>
                <a:cubicBezTo>
                  <a:pt x="15745" y="15716"/>
                  <a:pt x="15712" y="15849"/>
                  <a:pt x="15779" y="15983"/>
                </a:cubicBezTo>
                <a:lnTo>
                  <a:pt x="16612" y="17284"/>
                </a:lnTo>
                <a:cubicBezTo>
                  <a:pt x="16246" y="17651"/>
                  <a:pt x="15845" y="17984"/>
                  <a:pt x="15412" y="18251"/>
                </a:cubicBezTo>
                <a:cubicBezTo>
                  <a:pt x="14978" y="18551"/>
                  <a:pt x="14511" y="18785"/>
                  <a:pt x="14044" y="18985"/>
                </a:cubicBezTo>
                <a:lnTo>
                  <a:pt x="13177" y="17684"/>
                </a:lnTo>
                <a:cubicBezTo>
                  <a:pt x="13100" y="17582"/>
                  <a:pt x="13004" y="17538"/>
                  <a:pt x="12904" y="17538"/>
                </a:cubicBezTo>
                <a:cubicBezTo>
                  <a:pt x="12873" y="17538"/>
                  <a:pt x="12841" y="17543"/>
                  <a:pt x="12810" y="17550"/>
                </a:cubicBezTo>
                <a:cubicBezTo>
                  <a:pt x="12009" y="17851"/>
                  <a:pt x="11175" y="17984"/>
                  <a:pt x="10341" y="18017"/>
                </a:cubicBezTo>
                <a:cubicBezTo>
                  <a:pt x="10208" y="18017"/>
                  <a:pt x="10108" y="18118"/>
                  <a:pt x="10074" y="18251"/>
                </a:cubicBezTo>
                <a:lnTo>
                  <a:pt x="9741" y="19785"/>
                </a:lnTo>
                <a:cubicBezTo>
                  <a:pt x="8707" y="19752"/>
                  <a:pt x="7673" y="19519"/>
                  <a:pt x="6705" y="19152"/>
                </a:cubicBezTo>
                <a:lnTo>
                  <a:pt x="7039" y="17617"/>
                </a:lnTo>
                <a:cubicBezTo>
                  <a:pt x="7039" y="17450"/>
                  <a:pt x="6972" y="17317"/>
                  <a:pt x="6839" y="17250"/>
                </a:cubicBezTo>
                <a:cubicBezTo>
                  <a:pt x="6105" y="16883"/>
                  <a:pt x="5404" y="16416"/>
                  <a:pt x="4804" y="15816"/>
                </a:cubicBezTo>
                <a:cubicBezTo>
                  <a:pt x="4731" y="15761"/>
                  <a:pt x="4657" y="15736"/>
                  <a:pt x="4584" y="15736"/>
                </a:cubicBezTo>
                <a:cubicBezTo>
                  <a:pt x="4524" y="15736"/>
                  <a:pt x="4464" y="15753"/>
                  <a:pt x="4404" y="15783"/>
                </a:cubicBezTo>
                <a:lnTo>
                  <a:pt x="3103" y="16650"/>
                </a:lnTo>
                <a:cubicBezTo>
                  <a:pt x="2736" y="16250"/>
                  <a:pt x="2402" y="15849"/>
                  <a:pt x="2135" y="15382"/>
                </a:cubicBezTo>
                <a:cubicBezTo>
                  <a:pt x="1874" y="14989"/>
                  <a:pt x="1612" y="14532"/>
                  <a:pt x="1413" y="14074"/>
                </a:cubicBezTo>
                <a:lnTo>
                  <a:pt x="1413" y="14074"/>
                </a:lnTo>
                <a:lnTo>
                  <a:pt x="2736" y="13181"/>
                </a:lnTo>
                <a:cubicBezTo>
                  <a:pt x="2836" y="13114"/>
                  <a:pt x="2903" y="12981"/>
                  <a:pt x="2836" y="12847"/>
                </a:cubicBezTo>
                <a:cubicBezTo>
                  <a:pt x="2569" y="12047"/>
                  <a:pt x="2402" y="11213"/>
                  <a:pt x="2402" y="10379"/>
                </a:cubicBezTo>
                <a:cubicBezTo>
                  <a:pt x="2402" y="10245"/>
                  <a:pt x="2302" y="10112"/>
                  <a:pt x="2135" y="10078"/>
                </a:cubicBezTo>
                <a:lnTo>
                  <a:pt x="634" y="9778"/>
                </a:lnTo>
                <a:cubicBezTo>
                  <a:pt x="668" y="8744"/>
                  <a:pt x="868" y="7710"/>
                  <a:pt x="1235" y="6743"/>
                </a:cubicBezTo>
                <a:lnTo>
                  <a:pt x="2803" y="7043"/>
                </a:lnTo>
                <a:cubicBezTo>
                  <a:pt x="2826" y="7049"/>
                  <a:pt x="2848" y="7051"/>
                  <a:pt x="2871" y="7051"/>
                </a:cubicBezTo>
                <a:cubicBezTo>
                  <a:pt x="2980" y="7051"/>
                  <a:pt x="3081" y="6987"/>
                  <a:pt x="3136" y="6876"/>
                </a:cubicBezTo>
                <a:cubicBezTo>
                  <a:pt x="3503" y="6109"/>
                  <a:pt x="3970" y="5442"/>
                  <a:pt x="4571" y="4841"/>
                </a:cubicBezTo>
                <a:cubicBezTo>
                  <a:pt x="4637" y="4708"/>
                  <a:pt x="4671" y="4575"/>
                  <a:pt x="4604" y="4441"/>
                </a:cubicBezTo>
                <a:lnTo>
                  <a:pt x="3770" y="3140"/>
                </a:lnTo>
                <a:cubicBezTo>
                  <a:pt x="4137" y="2773"/>
                  <a:pt x="4537" y="2440"/>
                  <a:pt x="4971" y="2173"/>
                </a:cubicBezTo>
                <a:cubicBezTo>
                  <a:pt x="5404" y="1906"/>
                  <a:pt x="5871" y="1639"/>
                  <a:pt x="6338" y="1439"/>
                </a:cubicBezTo>
                <a:lnTo>
                  <a:pt x="7206" y="2773"/>
                </a:lnTo>
                <a:cubicBezTo>
                  <a:pt x="7278" y="2845"/>
                  <a:pt x="7367" y="2900"/>
                  <a:pt x="7462" y="2900"/>
                </a:cubicBezTo>
                <a:cubicBezTo>
                  <a:pt x="7498" y="2900"/>
                  <a:pt x="7535" y="2892"/>
                  <a:pt x="7573" y="2873"/>
                </a:cubicBezTo>
                <a:cubicBezTo>
                  <a:pt x="8373" y="2573"/>
                  <a:pt x="9207" y="2440"/>
                  <a:pt x="10041" y="2406"/>
                </a:cubicBezTo>
                <a:cubicBezTo>
                  <a:pt x="10175" y="2406"/>
                  <a:pt x="10275" y="2306"/>
                  <a:pt x="10308" y="2173"/>
                </a:cubicBezTo>
                <a:lnTo>
                  <a:pt x="10642" y="672"/>
                </a:lnTo>
                <a:close/>
                <a:moveTo>
                  <a:pt x="10577" y="1"/>
                </a:moveTo>
                <a:cubicBezTo>
                  <a:pt x="10308" y="1"/>
                  <a:pt x="10103" y="193"/>
                  <a:pt x="10041" y="472"/>
                </a:cubicBezTo>
                <a:lnTo>
                  <a:pt x="9741" y="1806"/>
                </a:lnTo>
                <a:cubicBezTo>
                  <a:pt x="9007" y="1839"/>
                  <a:pt x="8273" y="1973"/>
                  <a:pt x="7573" y="2206"/>
                </a:cubicBezTo>
                <a:lnTo>
                  <a:pt x="6839" y="1072"/>
                </a:lnTo>
                <a:cubicBezTo>
                  <a:pt x="6721" y="883"/>
                  <a:pt x="6536" y="794"/>
                  <a:pt x="6343" y="794"/>
                </a:cubicBezTo>
                <a:cubicBezTo>
                  <a:pt x="6263" y="794"/>
                  <a:pt x="6183" y="809"/>
                  <a:pt x="6105" y="839"/>
                </a:cubicBezTo>
                <a:cubicBezTo>
                  <a:pt x="5605" y="1072"/>
                  <a:pt x="5104" y="1339"/>
                  <a:pt x="4637" y="1639"/>
                </a:cubicBezTo>
                <a:cubicBezTo>
                  <a:pt x="4170" y="1939"/>
                  <a:pt x="3703" y="2306"/>
                  <a:pt x="3303" y="2673"/>
                </a:cubicBezTo>
                <a:cubicBezTo>
                  <a:pt x="3103" y="2873"/>
                  <a:pt x="3036" y="3174"/>
                  <a:pt x="3203" y="3407"/>
                </a:cubicBezTo>
                <a:lnTo>
                  <a:pt x="3937" y="4575"/>
                </a:lnTo>
                <a:cubicBezTo>
                  <a:pt x="3436" y="5108"/>
                  <a:pt x="3036" y="5709"/>
                  <a:pt x="2703" y="6376"/>
                </a:cubicBezTo>
                <a:lnTo>
                  <a:pt x="1368" y="6109"/>
                </a:lnTo>
                <a:cubicBezTo>
                  <a:pt x="1328" y="6099"/>
                  <a:pt x="1288" y="6094"/>
                  <a:pt x="1247" y="6094"/>
                </a:cubicBezTo>
                <a:cubicBezTo>
                  <a:pt x="1016" y="6094"/>
                  <a:pt x="786" y="6249"/>
                  <a:pt x="701" y="6476"/>
                </a:cubicBezTo>
                <a:cubicBezTo>
                  <a:pt x="301" y="7510"/>
                  <a:pt x="34" y="8611"/>
                  <a:pt x="1" y="9745"/>
                </a:cubicBezTo>
                <a:cubicBezTo>
                  <a:pt x="1" y="10012"/>
                  <a:pt x="201" y="10279"/>
                  <a:pt x="468" y="10345"/>
                </a:cubicBezTo>
                <a:lnTo>
                  <a:pt x="1802" y="10612"/>
                </a:lnTo>
                <a:cubicBezTo>
                  <a:pt x="1835" y="11346"/>
                  <a:pt x="1969" y="12080"/>
                  <a:pt x="2202" y="12814"/>
                </a:cubicBezTo>
                <a:lnTo>
                  <a:pt x="1035" y="13548"/>
                </a:lnTo>
                <a:cubicBezTo>
                  <a:pt x="801" y="13681"/>
                  <a:pt x="701" y="13981"/>
                  <a:pt x="801" y="14248"/>
                </a:cubicBezTo>
                <a:cubicBezTo>
                  <a:pt x="1035" y="14782"/>
                  <a:pt x="1302" y="15282"/>
                  <a:pt x="1635" y="15749"/>
                </a:cubicBezTo>
                <a:cubicBezTo>
                  <a:pt x="1935" y="16216"/>
                  <a:pt x="2269" y="16650"/>
                  <a:pt x="2669" y="17083"/>
                </a:cubicBezTo>
                <a:cubicBezTo>
                  <a:pt x="2769" y="17204"/>
                  <a:pt x="2929" y="17264"/>
                  <a:pt x="3092" y="17264"/>
                </a:cubicBezTo>
                <a:cubicBezTo>
                  <a:pt x="3200" y="17264"/>
                  <a:pt x="3310" y="17237"/>
                  <a:pt x="3403" y="17184"/>
                </a:cubicBezTo>
                <a:lnTo>
                  <a:pt x="4537" y="16416"/>
                </a:lnTo>
                <a:cubicBezTo>
                  <a:pt x="5104" y="16917"/>
                  <a:pt x="5705" y="17350"/>
                  <a:pt x="6372" y="17684"/>
                </a:cubicBezTo>
                <a:lnTo>
                  <a:pt x="6105" y="19018"/>
                </a:lnTo>
                <a:cubicBezTo>
                  <a:pt x="6038" y="19285"/>
                  <a:pt x="6172" y="19585"/>
                  <a:pt x="6439" y="19685"/>
                </a:cubicBezTo>
                <a:cubicBezTo>
                  <a:pt x="7506" y="20086"/>
                  <a:pt x="8607" y="20319"/>
                  <a:pt x="9741" y="20386"/>
                </a:cubicBezTo>
                <a:cubicBezTo>
                  <a:pt x="10008" y="20386"/>
                  <a:pt x="10275" y="20186"/>
                  <a:pt x="10341" y="19919"/>
                </a:cubicBezTo>
                <a:lnTo>
                  <a:pt x="10608" y="18585"/>
                </a:lnTo>
                <a:cubicBezTo>
                  <a:pt x="11342" y="18551"/>
                  <a:pt x="12076" y="18418"/>
                  <a:pt x="12776" y="18184"/>
                </a:cubicBezTo>
                <a:lnTo>
                  <a:pt x="13544" y="19318"/>
                </a:lnTo>
                <a:cubicBezTo>
                  <a:pt x="13667" y="19491"/>
                  <a:pt x="13845" y="19591"/>
                  <a:pt x="14037" y="19591"/>
                </a:cubicBezTo>
                <a:cubicBezTo>
                  <a:pt x="14105" y="19591"/>
                  <a:pt x="14174" y="19578"/>
                  <a:pt x="14244" y="19552"/>
                </a:cubicBezTo>
                <a:cubicBezTo>
                  <a:pt x="14544" y="19418"/>
                  <a:pt x="14811" y="19285"/>
                  <a:pt x="15078" y="19152"/>
                </a:cubicBezTo>
                <a:cubicBezTo>
                  <a:pt x="15345" y="18985"/>
                  <a:pt x="15512" y="18885"/>
                  <a:pt x="15745" y="18718"/>
                </a:cubicBezTo>
                <a:cubicBezTo>
                  <a:pt x="16212" y="18418"/>
                  <a:pt x="16646" y="18084"/>
                  <a:pt x="17079" y="17684"/>
                </a:cubicBezTo>
                <a:cubicBezTo>
                  <a:pt x="17280" y="17517"/>
                  <a:pt x="17313" y="17184"/>
                  <a:pt x="17180" y="16950"/>
                </a:cubicBezTo>
                <a:lnTo>
                  <a:pt x="16412" y="15816"/>
                </a:lnTo>
                <a:cubicBezTo>
                  <a:pt x="16913" y="15249"/>
                  <a:pt x="17346" y="14648"/>
                  <a:pt x="17680" y="13981"/>
                </a:cubicBezTo>
                <a:lnTo>
                  <a:pt x="19014" y="14281"/>
                </a:lnTo>
                <a:cubicBezTo>
                  <a:pt x="19041" y="14285"/>
                  <a:pt x="19068" y="14287"/>
                  <a:pt x="19096" y="14287"/>
                </a:cubicBezTo>
                <a:cubicBezTo>
                  <a:pt x="19340" y="14287"/>
                  <a:pt x="19591" y="14154"/>
                  <a:pt x="19681" y="13915"/>
                </a:cubicBezTo>
                <a:cubicBezTo>
                  <a:pt x="20082" y="12847"/>
                  <a:pt x="20315" y="11746"/>
                  <a:pt x="20382" y="10612"/>
                </a:cubicBezTo>
                <a:cubicBezTo>
                  <a:pt x="20382" y="10345"/>
                  <a:pt x="20182" y="10078"/>
                  <a:pt x="19915" y="10012"/>
                </a:cubicBezTo>
                <a:lnTo>
                  <a:pt x="18581" y="9745"/>
                </a:lnTo>
                <a:cubicBezTo>
                  <a:pt x="18547" y="9011"/>
                  <a:pt x="18380" y="8277"/>
                  <a:pt x="18147" y="7577"/>
                </a:cubicBezTo>
                <a:lnTo>
                  <a:pt x="19314" y="6809"/>
                </a:lnTo>
                <a:cubicBezTo>
                  <a:pt x="19548" y="6676"/>
                  <a:pt x="19648" y="6376"/>
                  <a:pt x="19515" y="6109"/>
                </a:cubicBezTo>
                <a:cubicBezTo>
                  <a:pt x="19314" y="5575"/>
                  <a:pt x="19048" y="5075"/>
                  <a:pt x="18714" y="4608"/>
                </a:cubicBezTo>
                <a:cubicBezTo>
                  <a:pt x="18414" y="4141"/>
                  <a:pt x="18080" y="3707"/>
                  <a:pt x="17680" y="3274"/>
                </a:cubicBezTo>
                <a:cubicBezTo>
                  <a:pt x="17585" y="3160"/>
                  <a:pt x="17437" y="3100"/>
                  <a:pt x="17283" y="3100"/>
                </a:cubicBezTo>
                <a:cubicBezTo>
                  <a:pt x="17167" y="3100"/>
                  <a:pt x="17047" y="3135"/>
                  <a:pt x="16946" y="3207"/>
                </a:cubicBezTo>
                <a:lnTo>
                  <a:pt x="15812" y="3941"/>
                </a:lnTo>
                <a:cubicBezTo>
                  <a:pt x="15278" y="3440"/>
                  <a:pt x="14644" y="3040"/>
                  <a:pt x="13977" y="2707"/>
                </a:cubicBezTo>
                <a:lnTo>
                  <a:pt x="14277" y="1372"/>
                </a:lnTo>
                <a:cubicBezTo>
                  <a:pt x="14344" y="1072"/>
                  <a:pt x="14177" y="805"/>
                  <a:pt x="13911" y="705"/>
                </a:cubicBezTo>
                <a:cubicBezTo>
                  <a:pt x="12876" y="271"/>
                  <a:pt x="11776" y="38"/>
                  <a:pt x="10642" y="5"/>
                </a:cubicBezTo>
                <a:cubicBezTo>
                  <a:pt x="10620" y="2"/>
                  <a:pt x="10598" y="1"/>
                  <a:pt x="1057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40">
            <a:extLst>
              <a:ext uri="{FF2B5EF4-FFF2-40B4-BE49-F238E27FC236}">
                <a16:creationId xmlns:a16="http://schemas.microsoft.com/office/drawing/2014/main" id="{B96016B8-285A-E34B-D6F7-7804F2F64A0F}"/>
              </a:ext>
            </a:extLst>
          </p:cNvPr>
          <p:cNvSpPr/>
          <p:nvPr/>
        </p:nvSpPr>
        <p:spPr>
          <a:xfrm>
            <a:off x="6537302" y="2578278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" y="0"/>
                </a:moveTo>
                <a:lnTo>
                  <a:pt x="1" y="37327"/>
                </a:lnTo>
                <a:lnTo>
                  <a:pt x="16045" y="28054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40">
            <a:extLst>
              <a:ext uri="{FF2B5EF4-FFF2-40B4-BE49-F238E27FC236}">
                <a16:creationId xmlns:a16="http://schemas.microsoft.com/office/drawing/2014/main" id="{BCA3E1BB-178A-DAE2-D56C-92CFE687B89C}"/>
              </a:ext>
            </a:extLst>
          </p:cNvPr>
          <p:cNvSpPr/>
          <p:nvPr/>
        </p:nvSpPr>
        <p:spPr>
          <a:xfrm>
            <a:off x="6250177" y="2578278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6046" y="0"/>
                </a:moveTo>
                <a:lnTo>
                  <a:pt x="1" y="28054"/>
                </a:lnTo>
                <a:lnTo>
                  <a:pt x="16046" y="37327"/>
                </a:lnTo>
                <a:lnTo>
                  <a:pt x="16046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40">
            <a:extLst>
              <a:ext uri="{FF2B5EF4-FFF2-40B4-BE49-F238E27FC236}">
                <a16:creationId xmlns:a16="http://schemas.microsoft.com/office/drawing/2014/main" id="{2B772944-3FC6-1F55-B506-73E936EC1828}"/>
              </a:ext>
            </a:extLst>
          </p:cNvPr>
          <p:cNvSpPr/>
          <p:nvPr/>
        </p:nvSpPr>
        <p:spPr>
          <a:xfrm>
            <a:off x="6250177" y="2578278"/>
            <a:ext cx="287143" cy="667985"/>
          </a:xfrm>
          <a:custGeom>
            <a:avLst/>
            <a:gdLst/>
            <a:ahLst/>
            <a:cxnLst/>
            <a:rect l="l" t="t" r="r" b="b"/>
            <a:pathLst>
              <a:path w="16046" h="37328" extrusionOk="0">
                <a:moveTo>
                  <a:pt x="16046" y="0"/>
                </a:moveTo>
                <a:lnTo>
                  <a:pt x="1" y="28054"/>
                </a:lnTo>
                <a:lnTo>
                  <a:pt x="16046" y="37327"/>
                </a:lnTo>
                <a:lnTo>
                  <a:pt x="1604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0">
            <a:extLst>
              <a:ext uri="{FF2B5EF4-FFF2-40B4-BE49-F238E27FC236}">
                <a16:creationId xmlns:a16="http://schemas.microsoft.com/office/drawing/2014/main" id="{53F438A7-F65E-F4BA-9C54-8AF70CE76612}"/>
              </a:ext>
            </a:extLst>
          </p:cNvPr>
          <p:cNvSpPr/>
          <p:nvPr/>
        </p:nvSpPr>
        <p:spPr>
          <a:xfrm>
            <a:off x="5612668" y="3085064"/>
            <a:ext cx="678131" cy="391006"/>
          </a:xfrm>
          <a:custGeom>
            <a:avLst/>
            <a:gdLst/>
            <a:ahLst/>
            <a:cxnLst/>
            <a:rect l="l" t="t" r="r" b="b"/>
            <a:pathLst>
              <a:path w="37895" h="21850" extrusionOk="0">
                <a:moveTo>
                  <a:pt x="24418" y="1"/>
                </a:moveTo>
                <a:lnTo>
                  <a:pt x="0" y="14077"/>
                </a:lnTo>
                <a:lnTo>
                  <a:pt x="13477" y="21850"/>
                </a:lnTo>
                <a:lnTo>
                  <a:pt x="37894" y="7773"/>
                </a:lnTo>
                <a:lnTo>
                  <a:pt x="24418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0">
            <a:extLst>
              <a:ext uri="{FF2B5EF4-FFF2-40B4-BE49-F238E27FC236}">
                <a16:creationId xmlns:a16="http://schemas.microsoft.com/office/drawing/2014/main" id="{41499389-DF2D-283E-CE1D-13402D119CA9}"/>
              </a:ext>
            </a:extLst>
          </p:cNvPr>
          <p:cNvSpPr/>
          <p:nvPr/>
        </p:nvSpPr>
        <p:spPr>
          <a:xfrm>
            <a:off x="5612668" y="3085064"/>
            <a:ext cx="678131" cy="391006"/>
          </a:xfrm>
          <a:custGeom>
            <a:avLst/>
            <a:gdLst/>
            <a:ahLst/>
            <a:cxnLst/>
            <a:rect l="l" t="t" r="r" b="b"/>
            <a:pathLst>
              <a:path w="37895" h="21850" extrusionOk="0">
                <a:moveTo>
                  <a:pt x="24418" y="1"/>
                </a:moveTo>
                <a:lnTo>
                  <a:pt x="0" y="14077"/>
                </a:lnTo>
                <a:lnTo>
                  <a:pt x="13477" y="21850"/>
                </a:lnTo>
                <a:lnTo>
                  <a:pt x="37894" y="7773"/>
                </a:lnTo>
                <a:lnTo>
                  <a:pt x="244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0">
            <a:extLst>
              <a:ext uri="{FF2B5EF4-FFF2-40B4-BE49-F238E27FC236}">
                <a16:creationId xmlns:a16="http://schemas.microsoft.com/office/drawing/2014/main" id="{963EA708-C95B-A773-FDD9-21330F4588AA}"/>
              </a:ext>
            </a:extLst>
          </p:cNvPr>
          <p:cNvSpPr/>
          <p:nvPr/>
        </p:nvSpPr>
        <p:spPr>
          <a:xfrm>
            <a:off x="5612668" y="3336972"/>
            <a:ext cx="241171" cy="303249"/>
          </a:xfrm>
          <a:custGeom>
            <a:avLst/>
            <a:gdLst/>
            <a:ahLst/>
            <a:cxnLst/>
            <a:rect l="l" t="t" r="r" b="b"/>
            <a:pathLst>
              <a:path w="13477" h="16946" extrusionOk="0">
                <a:moveTo>
                  <a:pt x="0" y="0"/>
                </a:moveTo>
                <a:lnTo>
                  <a:pt x="0" y="9174"/>
                </a:lnTo>
                <a:lnTo>
                  <a:pt x="13477" y="16946"/>
                </a:lnTo>
                <a:lnTo>
                  <a:pt x="13477" y="7773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0">
            <a:extLst>
              <a:ext uri="{FF2B5EF4-FFF2-40B4-BE49-F238E27FC236}">
                <a16:creationId xmlns:a16="http://schemas.microsoft.com/office/drawing/2014/main" id="{1BBDF386-2334-BE61-A91C-4149CC148FFF}"/>
              </a:ext>
            </a:extLst>
          </p:cNvPr>
          <p:cNvSpPr/>
          <p:nvPr/>
        </p:nvSpPr>
        <p:spPr>
          <a:xfrm>
            <a:off x="5853821" y="3224144"/>
            <a:ext cx="436978" cy="416077"/>
          </a:xfrm>
          <a:custGeom>
            <a:avLst/>
            <a:gdLst/>
            <a:ahLst/>
            <a:cxnLst/>
            <a:rect l="l" t="t" r="r" b="b"/>
            <a:pathLst>
              <a:path w="24419" h="23251" extrusionOk="0">
                <a:moveTo>
                  <a:pt x="24418" y="1"/>
                </a:moveTo>
                <a:lnTo>
                  <a:pt x="1" y="14078"/>
                </a:lnTo>
                <a:lnTo>
                  <a:pt x="1" y="23251"/>
                </a:lnTo>
                <a:lnTo>
                  <a:pt x="24418" y="9174"/>
                </a:lnTo>
                <a:lnTo>
                  <a:pt x="24418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0">
            <a:extLst>
              <a:ext uri="{FF2B5EF4-FFF2-40B4-BE49-F238E27FC236}">
                <a16:creationId xmlns:a16="http://schemas.microsoft.com/office/drawing/2014/main" id="{5A7252B0-37F9-F124-A337-E15A2F992887}"/>
              </a:ext>
            </a:extLst>
          </p:cNvPr>
          <p:cNvSpPr/>
          <p:nvPr/>
        </p:nvSpPr>
        <p:spPr>
          <a:xfrm>
            <a:off x="5853821" y="3224144"/>
            <a:ext cx="436978" cy="416077"/>
          </a:xfrm>
          <a:custGeom>
            <a:avLst/>
            <a:gdLst/>
            <a:ahLst/>
            <a:cxnLst/>
            <a:rect l="l" t="t" r="r" b="b"/>
            <a:pathLst>
              <a:path w="24419" h="23251" extrusionOk="0">
                <a:moveTo>
                  <a:pt x="24418" y="1"/>
                </a:moveTo>
                <a:lnTo>
                  <a:pt x="1" y="14078"/>
                </a:lnTo>
                <a:lnTo>
                  <a:pt x="1" y="23251"/>
                </a:lnTo>
                <a:lnTo>
                  <a:pt x="24418" y="9174"/>
                </a:lnTo>
                <a:lnTo>
                  <a:pt x="2441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0">
            <a:extLst>
              <a:ext uri="{FF2B5EF4-FFF2-40B4-BE49-F238E27FC236}">
                <a16:creationId xmlns:a16="http://schemas.microsoft.com/office/drawing/2014/main" id="{E3F8C659-D55C-BF6E-039B-BE614C2F1971}"/>
              </a:ext>
            </a:extLst>
          </p:cNvPr>
          <p:cNvSpPr/>
          <p:nvPr/>
        </p:nvSpPr>
        <p:spPr>
          <a:xfrm>
            <a:off x="6203024" y="3477537"/>
            <a:ext cx="494278" cy="414287"/>
          </a:xfrm>
          <a:custGeom>
            <a:avLst/>
            <a:gdLst/>
            <a:ahLst/>
            <a:cxnLst/>
            <a:rect l="l" t="t" r="r" b="b"/>
            <a:pathLst>
              <a:path w="27621" h="23151" extrusionOk="0">
                <a:moveTo>
                  <a:pt x="13811" y="1"/>
                </a:moveTo>
                <a:cubicBezTo>
                  <a:pt x="10275" y="1"/>
                  <a:pt x="6739" y="785"/>
                  <a:pt x="4037" y="2353"/>
                </a:cubicBezTo>
                <a:cubicBezTo>
                  <a:pt x="1335" y="3887"/>
                  <a:pt x="1" y="5955"/>
                  <a:pt x="1" y="7990"/>
                </a:cubicBezTo>
                <a:lnTo>
                  <a:pt x="1" y="15162"/>
                </a:lnTo>
                <a:cubicBezTo>
                  <a:pt x="1" y="17197"/>
                  <a:pt x="1335" y="19265"/>
                  <a:pt x="4037" y="20799"/>
                </a:cubicBezTo>
                <a:cubicBezTo>
                  <a:pt x="6739" y="22367"/>
                  <a:pt x="10275" y="23151"/>
                  <a:pt x="13811" y="23151"/>
                </a:cubicBezTo>
                <a:cubicBezTo>
                  <a:pt x="17346" y="23151"/>
                  <a:pt x="20882" y="22367"/>
                  <a:pt x="23584" y="20799"/>
                </a:cubicBezTo>
                <a:cubicBezTo>
                  <a:pt x="26253" y="19265"/>
                  <a:pt x="27620" y="17197"/>
                  <a:pt x="27620" y="15162"/>
                </a:cubicBezTo>
                <a:lnTo>
                  <a:pt x="27620" y="7990"/>
                </a:lnTo>
                <a:cubicBezTo>
                  <a:pt x="27620" y="5955"/>
                  <a:pt x="26253" y="3887"/>
                  <a:pt x="23584" y="2353"/>
                </a:cubicBezTo>
                <a:cubicBezTo>
                  <a:pt x="20882" y="785"/>
                  <a:pt x="17346" y="1"/>
                  <a:pt x="1381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0">
            <a:extLst>
              <a:ext uri="{FF2B5EF4-FFF2-40B4-BE49-F238E27FC236}">
                <a16:creationId xmlns:a16="http://schemas.microsoft.com/office/drawing/2014/main" id="{AF61EE0E-13DE-B2DD-9F2A-8C9FF076AF03}"/>
              </a:ext>
            </a:extLst>
          </p:cNvPr>
          <p:cNvSpPr/>
          <p:nvPr/>
        </p:nvSpPr>
        <p:spPr>
          <a:xfrm>
            <a:off x="6203024" y="3477537"/>
            <a:ext cx="494278" cy="285515"/>
          </a:xfrm>
          <a:custGeom>
            <a:avLst/>
            <a:gdLst/>
            <a:ahLst/>
            <a:cxnLst/>
            <a:rect l="l" t="t" r="r" b="b"/>
            <a:pathLst>
              <a:path w="27621" h="15955" extrusionOk="0">
                <a:moveTo>
                  <a:pt x="13811" y="1"/>
                </a:moveTo>
                <a:cubicBezTo>
                  <a:pt x="10275" y="1"/>
                  <a:pt x="6739" y="785"/>
                  <a:pt x="4037" y="2353"/>
                </a:cubicBezTo>
                <a:cubicBezTo>
                  <a:pt x="1335" y="3887"/>
                  <a:pt x="1" y="5955"/>
                  <a:pt x="1" y="7990"/>
                </a:cubicBezTo>
                <a:cubicBezTo>
                  <a:pt x="1" y="10025"/>
                  <a:pt x="1335" y="12060"/>
                  <a:pt x="4037" y="13627"/>
                </a:cubicBezTo>
                <a:cubicBezTo>
                  <a:pt x="6739" y="15179"/>
                  <a:pt x="10275" y="15954"/>
                  <a:pt x="13811" y="15954"/>
                </a:cubicBezTo>
                <a:cubicBezTo>
                  <a:pt x="17346" y="15954"/>
                  <a:pt x="20882" y="15179"/>
                  <a:pt x="23584" y="13627"/>
                </a:cubicBezTo>
                <a:cubicBezTo>
                  <a:pt x="26253" y="12060"/>
                  <a:pt x="27620" y="10025"/>
                  <a:pt x="27620" y="7990"/>
                </a:cubicBezTo>
                <a:cubicBezTo>
                  <a:pt x="27620" y="5955"/>
                  <a:pt x="26253" y="3887"/>
                  <a:pt x="23584" y="2353"/>
                </a:cubicBezTo>
                <a:cubicBezTo>
                  <a:pt x="20882" y="785"/>
                  <a:pt x="17346" y="1"/>
                  <a:pt x="138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0">
            <a:extLst>
              <a:ext uri="{FF2B5EF4-FFF2-40B4-BE49-F238E27FC236}">
                <a16:creationId xmlns:a16="http://schemas.microsoft.com/office/drawing/2014/main" id="{5A105578-A201-0294-28DB-A6802C5A7519}"/>
              </a:ext>
            </a:extLst>
          </p:cNvPr>
          <p:cNvSpPr/>
          <p:nvPr/>
        </p:nvSpPr>
        <p:spPr>
          <a:xfrm>
            <a:off x="8335839" y="3001494"/>
            <a:ext cx="355198" cy="204772"/>
          </a:xfrm>
          <a:custGeom>
            <a:avLst/>
            <a:gdLst/>
            <a:ahLst/>
            <a:cxnLst/>
            <a:rect l="l" t="t" r="r" b="b"/>
            <a:pathLst>
              <a:path w="19849" h="11443" extrusionOk="0">
                <a:moveTo>
                  <a:pt x="9941" y="1"/>
                </a:moveTo>
                <a:lnTo>
                  <a:pt x="1" y="5738"/>
                </a:lnTo>
                <a:lnTo>
                  <a:pt x="9941" y="11442"/>
                </a:lnTo>
                <a:lnTo>
                  <a:pt x="19848" y="5738"/>
                </a:lnTo>
                <a:lnTo>
                  <a:pt x="9941" y="1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0">
            <a:extLst>
              <a:ext uri="{FF2B5EF4-FFF2-40B4-BE49-F238E27FC236}">
                <a16:creationId xmlns:a16="http://schemas.microsoft.com/office/drawing/2014/main" id="{FE012202-5020-6F82-BADC-1F8AA22CB4AE}"/>
              </a:ext>
            </a:extLst>
          </p:cNvPr>
          <p:cNvSpPr/>
          <p:nvPr/>
        </p:nvSpPr>
        <p:spPr>
          <a:xfrm>
            <a:off x="8335839" y="3001494"/>
            <a:ext cx="355198" cy="204772"/>
          </a:xfrm>
          <a:custGeom>
            <a:avLst/>
            <a:gdLst/>
            <a:ahLst/>
            <a:cxnLst/>
            <a:rect l="l" t="t" r="r" b="b"/>
            <a:pathLst>
              <a:path w="19849" h="11443" extrusionOk="0">
                <a:moveTo>
                  <a:pt x="9941" y="1"/>
                </a:moveTo>
                <a:lnTo>
                  <a:pt x="1" y="5738"/>
                </a:lnTo>
                <a:lnTo>
                  <a:pt x="9941" y="11442"/>
                </a:lnTo>
                <a:lnTo>
                  <a:pt x="19848" y="5738"/>
                </a:lnTo>
                <a:lnTo>
                  <a:pt x="994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0">
            <a:extLst>
              <a:ext uri="{FF2B5EF4-FFF2-40B4-BE49-F238E27FC236}">
                <a16:creationId xmlns:a16="http://schemas.microsoft.com/office/drawing/2014/main" id="{139C3714-9FB5-C692-A1D8-90775B833BBA}"/>
              </a:ext>
            </a:extLst>
          </p:cNvPr>
          <p:cNvSpPr/>
          <p:nvPr/>
        </p:nvSpPr>
        <p:spPr>
          <a:xfrm>
            <a:off x="8335839" y="3104176"/>
            <a:ext cx="177912" cy="306828"/>
          </a:xfrm>
          <a:custGeom>
            <a:avLst/>
            <a:gdLst/>
            <a:ahLst/>
            <a:cxnLst/>
            <a:rect l="l" t="t" r="r" b="b"/>
            <a:pathLst>
              <a:path w="9942" h="17146" extrusionOk="0">
                <a:moveTo>
                  <a:pt x="1" y="0"/>
                </a:moveTo>
                <a:lnTo>
                  <a:pt x="1" y="11442"/>
                </a:lnTo>
                <a:lnTo>
                  <a:pt x="9941" y="17146"/>
                </a:lnTo>
                <a:lnTo>
                  <a:pt x="9941" y="5704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0">
            <a:extLst>
              <a:ext uri="{FF2B5EF4-FFF2-40B4-BE49-F238E27FC236}">
                <a16:creationId xmlns:a16="http://schemas.microsoft.com/office/drawing/2014/main" id="{407B788F-00B8-9B24-06BB-BF7C9A3B00DB}"/>
              </a:ext>
            </a:extLst>
          </p:cNvPr>
          <p:cNvSpPr/>
          <p:nvPr/>
        </p:nvSpPr>
        <p:spPr>
          <a:xfrm>
            <a:off x="8513734" y="3104176"/>
            <a:ext cx="177304" cy="306828"/>
          </a:xfrm>
          <a:custGeom>
            <a:avLst/>
            <a:gdLst/>
            <a:ahLst/>
            <a:cxnLst/>
            <a:rect l="l" t="t" r="r" b="b"/>
            <a:pathLst>
              <a:path w="9908" h="17146" extrusionOk="0">
                <a:moveTo>
                  <a:pt x="9907" y="0"/>
                </a:moveTo>
                <a:lnTo>
                  <a:pt x="0" y="5704"/>
                </a:lnTo>
                <a:lnTo>
                  <a:pt x="0" y="17146"/>
                </a:lnTo>
                <a:lnTo>
                  <a:pt x="9907" y="11442"/>
                </a:lnTo>
                <a:lnTo>
                  <a:pt x="9907" y="0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40">
            <a:extLst>
              <a:ext uri="{FF2B5EF4-FFF2-40B4-BE49-F238E27FC236}">
                <a16:creationId xmlns:a16="http://schemas.microsoft.com/office/drawing/2014/main" id="{B90EC98F-9DE9-716E-15CB-7F6B9E8D14E9}"/>
              </a:ext>
            </a:extLst>
          </p:cNvPr>
          <p:cNvSpPr/>
          <p:nvPr/>
        </p:nvSpPr>
        <p:spPr>
          <a:xfrm>
            <a:off x="8513734" y="3104176"/>
            <a:ext cx="177304" cy="306828"/>
          </a:xfrm>
          <a:custGeom>
            <a:avLst/>
            <a:gdLst/>
            <a:ahLst/>
            <a:cxnLst/>
            <a:rect l="l" t="t" r="r" b="b"/>
            <a:pathLst>
              <a:path w="9908" h="17146" extrusionOk="0">
                <a:moveTo>
                  <a:pt x="9907" y="0"/>
                </a:moveTo>
                <a:lnTo>
                  <a:pt x="0" y="5704"/>
                </a:lnTo>
                <a:lnTo>
                  <a:pt x="0" y="17146"/>
                </a:lnTo>
                <a:lnTo>
                  <a:pt x="9907" y="11442"/>
                </a:lnTo>
                <a:lnTo>
                  <a:pt x="99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40">
            <a:extLst>
              <a:ext uri="{FF2B5EF4-FFF2-40B4-BE49-F238E27FC236}">
                <a16:creationId xmlns:a16="http://schemas.microsoft.com/office/drawing/2014/main" id="{87A251DB-94AE-AA1A-77A4-FE94AD1EEA8D}"/>
              </a:ext>
            </a:extLst>
          </p:cNvPr>
          <p:cNvSpPr/>
          <p:nvPr/>
        </p:nvSpPr>
        <p:spPr>
          <a:xfrm>
            <a:off x="7664294" y="3367411"/>
            <a:ext cx="784982" cy="543221"/>
          </a:xfrm>
          <a:custGeom>
            <a:avLst/>
            <a:gdLst/>
            <a:ahLst/>
            <a:cxnLst/>
            <a:rect l="l" t="t" r="r" b="b"/>
            <a:pathLst>
              <a:path w="43866" h="30356" extrusionOk="0">
                <a:moveTo>
                  <a:pt x="21950" y="13944"/>
                </a:moveTo>
                <a:cubicBezTo>
                  <a:pt x="24377" y="13944"/>
                  <a:pt x="26803" y="14478"/>
                  <a:pt x="28655" y="15545"/>
                </a:cubicBezTo>
                <a:cubicBezTo>
                  <a:pt x="28955" y="15712"/>
                  <a:pt x="29188" y="15879"/>
                  <a:pt x="29422" y="16045"/>
                </a:cubicBezTo>
                <a:cubicBezTo>
                  <a:pt x="29188" y="16212"/>
                  <a:pt x="28922" y="16379"/>
                  <a:pt x="28655" y="16546"/>
                </a:cubicBezTo>
                <a:cubicBezTo>
                  <a:pt x="26803" y="17613"/>
                  <a:pt x="24377" y="18147"/>
                  <a:pt x="21950" y="18147"/>
                </a:cubicBezTo>
                <a:cubicBezTo>
                  <a:pt x="19523" y="18147"/>
                  <a:pt x="17097" y="17613"/>
                  <a:pt x="15245" y="16546"/>
                </a:cubicBezTo>
                <a:cubicBezTo>
                  <a:pt x="14978" y="16379"/>
                  <a:pt x="14711" y="16212"/>
                  <a:pt x="14478" y="16045"/>
                </a:cubicBezTo>
                <a:cubicBezTo>
                  <a:pt x="14711" y="15879"/>
                  <a:pt x="14978" y="15712"/>
                  <a:pt x="15245" y="15545"/>
                </a:cubicBezTo>
                <a:cubicBezTo>
                  <a:pt x="17097" y="14478"/>
                  <a:pt x="19523" y="13944"/>
                  <a:pt x="21950" y="13944"/>
                </a:cubicBezTo>
                <a:close/>
                <a:moveTo>
                  <a:pt x="19048" y="1"/>
                </a:moveTo>
                <a:cubicBezTo>
                  <a:pt x="18781" y="34"/>
                  <a:pt x="18514" y="234"/>
                  <a:pt x="18481" y="501"/>
                </a:cubicBezTo>
                <a:lnTo>
                  <a:pt x="17980" y="3136"/>
                </a:lnTo>
                <a:cubicBezTo>
                  <a:pt x="17914" y="3436"/>
                  <a:pt x="17680" y="3670"/>
                  <a:pt x="17380" y="3703"/>
                </a:cubicBezTo>
                <a:cubicBezTo>
                  <a:pt x="16313" y="3903"/>
                  <a:pt x="15279" y="4137"/>
                  <a:pt x="14278" y="4470"/>
                </a:cubicBezTo>
                <a:cubicBezTo>
                  <a:pt x="14160" y="4494"/>
                  <a:pt x="14046" y="4505"/>
                  <a:pt x="13934" y="4505"/>
                </a:cubicBezTo>
                <a:cubicBezTo>
                  <a:pt x="13732" y="4505"/>
                  <a:pt x="13538" y="4468"/>
                  <a:pt x="13344" y="4404"/>
                </a:cubicBezTo>
                <a:lnTo>
                  <a:pt x="9341" y="2536"/>
                </a:lnTo>
                <a:cubicBezTo>
                  <a:pt x="9202" y="2489"/>
                  <a:pt x="9055" y="2464"/>
                  <a:pt x="8911" y="2464"/>
                </a:cubicBezTo>
                <a:cubicBezTo>
                  <a:pt x="8746" y="2464"/>
                  <a:pt x="8583" y="2498"/>
                  <a:pt x="8440" y="2569"/>
                </a:cubicBezTo>
                <a:lnTo>
                  <a:pt x="4471" y="4871"/>
                </a:lnTo>
                <a:cubicBezTo>
                  <a:pt x="4371" y="4937"/>
                  <a:pt x="4304" y="5038"/>
                  <a:pt x="4304" y="5171"/>
                </a:cubicBezTo>
                <a:lnTo>
                  <a:pt x="4304" y="10441"/>
                </a:lnTo>
                <a:lnTo>
                  <a:pt x="535" y="10675"/>
                </a:lnTo>
                <a:cubicBezTo>
                  <a:pt x="268" y="10708"/>
                  <a:pt x="34" y="10942"/>
                  <a:pt x="34" y="11209"/>
                </a:cubicBezTo>
                <a:lnTo>
                  <a:pt x="34" y="13577"/>
                </a:lnTo>
                <a:cubicBezTo>
                  <a:pt x="34" y="13610"/>
                  <a:pt x="34" y="13644"/>
                  <a:pt x="1" y="13677"/>
                </a:cubicBezTo>
                <a:lnTo>
                  <a:pt x="1" y="19181"/>
                </a:lnTo>
                <a:cubicBezTo>
                  <a:pt x="1" y="19448"/>
                  <a:pt x="234" y="19681"/>
                  <a:pt x="501" y="19715"/>
                </a:cubicBezTo>
                <a:lnTo>
                  <a:pt x="4271" y="19948"/>
                </a:lnTo>
                <a:lnTo>
                  <a:pt x="4271" y="25252"/>
                </a:lnTo>
                <a:cubicBezTo>
                  <a:pt x="4271" y="25352"/>
                  <a:pt x="4337" y="25452"/>
                  <a:pt x="4437" y="25519"/>
                </a:cubicBezTo>
                <a:lnTo>
                  <a:pt x="8407" y="27820"/>
                </a:lnTo>
                <a:cubicBezTo>
                  <a:pt x="8574" y="27887"/>
                  <a:pt x="8741" y="27921"/>
                  <a:pt x="8907" y="27921"/>
                </a:cubicBezTo>
                <a:cubicBezTo>
                  <a:pt x="9041" y="27921"/>
                  <a:pt x="9174" y="27887"/>
                  <a:pt x="9274" y="27854"/>
                </a:cubicBezTo>
                <a:lnTo>
                  <a:pt x="13310" y="25986"/>
                </a:lnTo>
                <a:cubicBezTo>
                  <a:pt x="13486" y="25908"/>
                  <a:pt x="13662" y="25875"/>
                  <a:pt x="13838" y="25875"/>
                </a:cubicBezTo>
                <a:cubicBezTo>
                  <a:pt x="13962" y="25875"/>
                  <a:pt x="14087" y="25892"/>
                  <a:pt x="14211" y="25919"/>
                </a:cubicBezTo>
                <a:cubicBezTo>
                  <a:pt x="15245" y="26253"/>
                  <a:pt x="16279" y="26486"/>
                  <a:pt x="17347" y="26653"/>
                </a:cubicBezTo>
                <a:cubicBezTo>
                  <a:pt x="17647" y="26720"/>
                  <a:pt x="17847" y="26953"/>
                  <a:pt x="17914" y="27220"/>
                </a:cubicBezTo>
                <a:lnTo>
                  <a:pt x="18447" y="29889"/>
                </a:lnTo>
                <a:cubicBezTo>
                  <a:pt x="18447" y="30022"/>
                  <a:pt x="18548" y="30156"/>
                  <a:pt x="18648" y="30222"/>
                </a:cubicBezTo>
                <a:cubicBezTo>
                  <a:pt x="18748" y="30322"/>
                  <a:pt x="18881" y="30356"/>
                  <a:pt x="19015" y="30356"/>
                </a:cubicBezTo>
                <a:lnTo>
                  <a:pt x="24852" y="30356"/>
                </a:lnTo>
                <a:cubicBezTo>
                  <a:pt x="24985" y="30356"/>
                  <a:pt x="25086" y="30322"/>
                  <a:pt x="25186" y="30222"/>
                </a:cubicBezTo>
                <a:cubicBezTo>
                  <a:pt x="25219" y="30222"/>
                  <a:pt x="25252" y="30189"/>
                  <a:pt x="25252" y="30156"/>
                </a:cubicBezTo>
                <a:cubicBezTo>
                  <a:pt x="25286" y="30156"/>
                  <a:pt x="25319" y="30122"/>
                  <a:pt x="25352" y="30089"/>
                </a:cubicBezTo>
                <a:lnTo>
                  <a:pt x="25352" y="30022"/>
                </a:lnTo>
                <a:cubicBezTo>
                  <a:pt x="25386" y="29989"/>
                  <a:pt x="25419" y="29955"/>
                  <a:pt x="25452" y="29889"/>
                </a:cubicBezTo>
                <a:lnTo>
                  <a:pt x="25953" y="27220"/>
                </a:lnTo>
                <a:cubicBezTo>
                  <a:pt x="26020" y="26953"/>
                  <a:pt x="26253" y="26720"/>
                  <a:pt x="26520" y="26653"/>
                </a:cubicBezTo>
                <a:cubicBezTo>
                  <a:pt x="27587" y="26486"/>
                  <a:pt x="28621" y="26253"/>
                  <a:pt x="29655" y="25919"/>
                </a:cubicBezTo>
                <a:cubicBezTo>
                  <a:pt x="29780" y="25892"/>
                  <a:pt x="29910" y="25875"/>
                  <a:pt x="30039" y="25875"/>
                </a:cubicBezTo>
                <a:cubicBezTo>
                  <a:pt x="30221" y="25875"/>
                  <a:pt x="30400" y="25908"/>
                  <a:pt x="30556" y="25986"/>
                </a:cubicBezTo>
                <a:lnTo>
                  <a:pt x="34592" y="27854"/>
                </a:lnTo>
                <a:cubicBezTo>
                  <a:pt x="34659" y="27854"/>
                  <a:pt x="34759" y="27887"/>
                  <a:pt x="34826" y="27887"/>
                </a:cubicBezTo>
                <a:lnTo>
                  <a:pt x="34826" y="27921"/>
                </a:lnTo>
                <a:lnTo>
                  <a:pt x="35093" y="27921"/>
                </a:lnTo>
                <a:cubicBezTo>
                  <a:pt x="35226" y="27887"/>
                  <a:pt x="35360" y="27854"/>
                  <a:pt x="35460" y="27820"/>
                </a:cubicBezTo>
                <a:lnTo>
                  <a:pt x="39429" y="25519"/>
                </a:lnTo>
                <a:cubicBezTo>
                  <a:pt x="39496" y="25485"/>
                  <a:pt x="39529" y="25452"/>
                  <a:pt x="39563" y="25385"/>
                </a:cubicBezTo>
                <a:cubicBezTo>
                  <a:pt x="39596" y="25352"/>
                  <a:pt x="39596" y="25319"/>
                  <a:pt x="39596" y="25285"/>
                </a:cubicBezTo>
                <a:lnTo>
                  <a:pt x="39596" y="23017"/>
                </a:lnTo>
                <a:lnTo>
                  <a:pt x="39596" y="19982"/>
                </a:lnTo>
                <a:lnTo>
                  <a:pt x="43299" y="19748"/>
                </a:lnTo>
                <a:lnTo>
                  <a:pt x="43365" y="19748"/>
                </a:lnTo>
                <a:cubicBezTo>
                  <a:pt x="43399" y="19748"/>
                  <a:pt x="43432" y="19715"/>
                  <a:pt x="43465" y="19681"/>
                </a:cubicBezTo>
                <a:cubicBezTo>
                  <a:pt x="43565" y="19681"/>
                  <a:pt x="43632" y="19648"/>
                  <a:pt x="43699" y="19581"/>
                </a:cubicBezTo>
                <a:cubicBezTo>
                  <a:pt x="43732" y="19515"/>
                  <a:pt x="43766" y="19448"/>
                  <a:pt x="43799" y="19381"/>
                </a:cubicBezTo>
                <a:cubicBezTo>
                  <a:pt x="43799" y="19314"/>
                  <a:pt x="43866" y="19281"/>
                  <a:pt x="43866" y="19214"/>
                </a:cubicBezTo>
                <a:lnTo>
                  <a:pt x="43866" y="16279"/>
                </a:lnTo>
                <a:lnTo>
                  <a:pt x="43866" y="14177"/>
                </a:lnTo>
                <a:lnTo>
                  <a:pt x="43866" y="11242"/>
                </a:lnTo>
                <a:cubicBezTo>
                  <a:pt x="43866" y="10942"/>
                  <a:pt x="43632" y="10742"/>
                  <a:pt x="43365" y="10708"/>
                </a:cubicBezTo>
                <a:lnTo>
                  <a:pt x="39596" y="10475"/>
                </a:lnTo>
                <a:lnTo>
                  <a:pt x="39596" y="5171"/>
                </a:lnTo>
                <a:cubicBezTo>
                  <a:pt x="39596" y="5038"/>
                  <a:pt x="39529" y="4937"/>
                  <a:pt x="39429" y="4904"/>
                </a:cubicBezTo>
                <a:lnTo>
                  <a:pt x="35460" y="2602"/>
                </a:lnTo>
                <a:cubicBezTo>
                  <a:pt x="35310" y="2528"/>
                  <a:pt x="35139" y="2484"/>
                  <a:pt x="34971" y="2484"/>
                </a:cubicBezTo>
                <a:cubicBezTo>
                  <a:pt x="34839" y="2484"/>
                  <a:pt x="34709" y="2511"/>
                  <a:pt x="34592" y="2569"/>
                </a:cubicBezTo>
                <a:lnTo>
                  <a:pt x="30623" y="4404"/>
                </a:lnTo>
                <a:cubicBezTo>
                  <a:pt x="30429" y="4468"/>
                  <a:pt x="30221" y="4505"/>
                  <a:pt x="30017" y="4505"/>
                </a:cubicBezTo>
                <a:cubicBezTo>
                  <a:pt x="29906" y="4505"/>
                  <a:pt x="29795" y="4494"/>
                  <a:pt x="29689" y="4470"/>
                </a:cubicBezTo>
                <a:cubicBezTo>
                  <a:pt x="28655" y="4137"/>
                  <a:pt x="27621" y="3903"/>
                  <a:pt x="26553" y="3703"/>
                </a:cubicBezTo>
                <a:cubicBezTo>
                  <a:pt x="26286" y="3670"/>
                  <a:pt x="26053" y="3436"/>
                  <a:pt x="25986" y="3136"/>
                </a:cubicBezTo>
                <a:lnTo>
                  <a:pt x="25486" y="501"/>
                </a:lnTo>
                <a:cubicBezTo>
                  <a:pt x="25419" y="234"/>
                  <a:pt x="25186" y="34"/>
                  <a:pt x="2488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0">
            <a:extLst>
              <a:ext uri="{FF2B5EF4-FFF2-40B4-BE49-F238E27FC236}">
                <a16:creationId xmlns:a16="http://schemas.microsoft.com/office/drawing/2014/main" id="{D26CA09E-478E-280A-D98B-39014F0EC071}"/>
              </a:ext>
            </a:extLst>
          </p:cNvPr>
          <p:cNvSpPr/>
          <p:nvPr/>
        </p:nvSpPr>
        <p:spPr>
          <a:xfrm>
            <a:off x="7664294" y="3610354"/>
            <a:ext cx="784982" cy="300278"/>
          </a:xfrm>
          <a:custGeom>
            <a:avLst/>
            <a:gdLst/>
            <a:ahLst/>
            <a:cxnLst/>
            <a:rect l="l" t="t" r="r" b="b"/>
            <a:pathLst>
              <a:path w="43866" h="16780" extrusionOk="0">
                <a:moveTo>
                  <a:pt x="34" y="1"/>
                </a:moveTo>
                <a:cubicBezTo>
                  <a:pt x="34" y="34"/>
                  <a:pt x="1" y="68"/>
                  <a:pt x="1" y="101"/>
                </a:cubicBezTo>
                <a:lnTo>
                  <a:pt x="1" y="5605"/>
                </a:lnTo>
                <a:cubicBezTo>
                  <a:pt x="1" y="5872"/>
                  <a:pt x="234" y="6105"/>
                  <a:pt x="501" y="6139"/>
                </a:cubicBezTo>
                <a:lnTo>
                  <a:pt x="4271" y="6372"/>
                </a:lnTo>
                <a:lnTo>
                  <a:pt x="4271" y="11676"/>
                </a:lnTo>
                <a:cubicBezTo>
                  <a:pt x="4271" y="11776"/>
                  <a:pt x="4337" y="11876"/>
                  <a:pt x="4437" y="11943"/>
                </a:cubicBezTo>
                <a:lnTo>
                  <a:pt x="8407" y="14244"/>
                </a:lnTo>
                <a:cubicBezTo>
                  <a:pt x="8574" y="14311"/>
                  <a:pt x="8741" y="14345"/>
                  <a:pt x="8907" y="14345"/>
                </a:cubicBezTo>
                <a:cubicBezTo>
                  <a:pt x="9041" y="14345"/>
                  <a:pt x="9174" y="14311"/>
                  <a:pt x="9274" y="14278"/>
                </a:cubicBezTo>
                <a:lnTo>
                  <a:pt x="13310" y="12410"/>
                </a:lnTo>
                <a:cubicBezTo>
                  <a:pt x="13411" y="12343"/>
                  <a:pt x="13544" y="12310"/>
                  <a:pt x="13677" y="12310"/>
                </a:cubicBezTo>
                <a:cubicBezTo>
                  <a:pt x="13736" y="12300"/>
                  <a:pt x="13792" y="12296"/>
                  <a:pt x="13846" y="12296"/>
                </a:cubicBezTo>
                <a:cubicBezTo>
                  <a:pt x="13975" y="12296"/>
                  <a:pt x="14093" y="12320"/>
                  <a:pt x="14211" y="12343"/>
                </a:cubicBezTo>
                <a:cubicBezTo>
                  <a:pt x="15245" y="12677"/>
                  <a:pt x="16279" y="12910"/>
                  <a:pt x="17347" y="13077"/>
                </a:cubicBezTo>
                <a:cubicBezTo>
                  <a:pt x="17447" y="13110"/>
                  <a:pt x="17513" y="13144"/>
                  <a:pt x="17580" y="13177"/>
                </a:cubicBezTo>
                <a:lnTo>
                  <a:pt x="17580" y="13210"/>
                </a:lnTo>
                <a:cubicBezTo>
                  <a:pt x="17747" y="13310"/>
                  <a:pt x="17880" y="13444"/>
                  <a:pt x="17914" y="13644"/>
                </a:cubicBezTo>
                <a:lnTo>
                  <a:pt x="18414" y="16279"/>
                </a:lnTo>
                <a:cubicBezTo>
                  <a:pt x="18447" y="16413"/>
                  <a:pt x="18548" y="16546"/>
                  <a:pt x="18648" y="16646"/>
                </a:cubicBezTo>
                <a:cubicBezTo>
                  <a:pt x="18748" y="16713"/>
                  <a:pt x="18881" y="16780"/>
                  <a:pt x="19015" y="16780"/>
                </a:cubicBezTo>
                <a:lnTo>
                  <a:pt x="24952" y="16780"/>
                </a:lnTo>
                <a:cubicBezTo>
                  <a:pt x="25119" y="16746"/>
                  <a:pt x="25252" y="16646"/>
                  <a:pt x="25352" y="16513"/>
                </a:cubicBezTo>
                <a:lnTo>
                  <a:pt x="25352" y="16446"/>
                </a:lnTo>
                <a:cubicBezTo>
                  <a:pt x="25386" y="16413"/>
                  <a:pt x="25419" y="16346"/>
                  <a:pt x="25452" y="16313"/>
                </a:cubicBezTo>
                <a:lnTo>
                  <a:pt x="25953" y="13644"/>
                </a:lnTo>
                <a:cubicBezTo>
                  <a:pt x="25986" y="13511"/>
                  <a:pt x="26053" y="13377"/>
                  <a:pt x="26186" y="13277"/>
                </a:cubicBezTo>
                <a:cubicBezTo>
                  <a:pt x="26286" y="13177"/>
                  <a:pt x="26386" y="13110"/>
                  <a:pt x="26520" y="13077"/>
                </a:cubicBezTo>
                <a:cubicBezTo>
                  <a:pt x="27587" y="12910"/>
                  <a:pt x="28621" y="12677"/>
                  <a:pt x="29655" y="12343"/>
                </a:cubicBezTo>
                <a:cubicBezTo>
                  <a:pt x="29797" y="12320"/>
                  <a:pt x="29939" y="12296"/>
                  <a:pt x="30080" y="12296"/>
                </a:cubicBezTo>
                <a:cubicBezTo>
                  <a:pt x="30139" y="12296"/>
                  <a:pt x="30197" y="12300"/>
                  <a:pt x="30256" y="12310"/>
                </a:cubicBezTo>
                <a:cubicBezTo>
                  <a:pt x="30356" y="12343"/>
                  <a:pt x="30456" y="12343"/>
                  <a:pt x="30556" y="12376"/>
                </a:cubicBezTo>
                <a:lnTo>
                  <a:pt x="34592" y="14244"/>
                </a:lnTo>
                <a:cubicBezTo>
                  <a:pt x="34659" y="14278"/>
                  <a:pt x="34759" y="14278"/>
                  <a:pt x="34826" y="14278"/>
                </a:cubicBezTo>
                <a:lnTo>
                  <a:pt x="34826" y="14311"/>
                </a:lnTo>
                <a:cubicBezTo>
                  <a:pt x="34884" y="14320"/>
                  <a:pt x="34941" y="14324"/>
                  <a:pt x="34995" y="14324"/>
                </a:cubicBezTo>
                <a:cubicBezTo>
                  <a:pt x="35159" y="14324"/>
                  <a:pt x="35310" y="14286"/>
                  <a:pt x="35460" y="14211"/>
                </a:cubicBezTo>
                <a:lnTo>
                  <a:pt x="39429" y="11909"/>
                </a:lnTo>
                <a:cubicBezTo>
                  <a:pt x="39462" y="11909"/>
                  <a:pt x="39496" y="11876"/>
                  <a:pt x="39529" y="11876"/>
                </a:cubicBezTo>
                <a:cubicBezTo>
                  <a:pt x="39529" y="11843"/>
                  <a:pt x="39563" y="11809"/>
                  <a:pt x="39563" y="11776"/>
                </a:cubicBezTo>
                <a:cubicBezTo>
                  <a:pt x="39596" y="11743"/>
                  <a:pt x="39596" y="11709"/>
                  <a:pt x="39629" y="11676"/>
                </a:cubicBezTo>
                <a:lnTo>
                  <a:pt x="39629" y="6372"/>
                </a:lnTo>
                <a:lnTo>
                  <a:pt x="40296" y="6339"/>
                </a:lnTo>
                <a:lnTo>
                  <a:pt x="43299" y="6139"/>
                </a:lnTo>
                <a:lnTo>
                  <a:pt x="43365" y="6139"/>
                </a:lnTo>
                <a:cubicBezTo>
                  <a:pt x="43665" y="6105"/>
                  <a:pt x="43866" y="5872"/>
                  <a:pt x="43866" y="5605"/>
                </a:cubicBezTo>
                <a:lnTo>
                  <a:pt x="43866" y="568"/>
                </a:lnTo>
                <a:cubicBezTo>
                  <a:pt x="43866" y="868"/>
                  <a:pt x="43665" y="1068"/>
                  <a:pt x="43365" y="1102"/>
                </a:cubicBezTo>
                <a:lnTo>
                  <a:pt x="38095" y="1435"/>
                </a:lnTo>
                <a:cubicBezTo>
                  <a:pt x="37795" y="1469"/>
                  <a:pt x="37528" y="1635"/>
                  <a:pt x="37361" y="1902"/>
                </a:cubicBezTo>
                <a:cubicBezTo>
                  <a:pt x="37061" y="2469"/>
                  <a:pt x="36694" y="3003"/>
                  <a:pt x="36260" y="3470"/>
                </a:cubicBezTo>
                <a:cubicBezTo>
                  <a:pt x="36060" y="3670"/>
                  <a:pt x="36093" y="3970"/>
                  <a:pt x="36327" y="4104"/>
                </a:cubicBezTo>
                <a:lnTo>
                  <a:pt x="39462" y="6372"/>
                </a:lnTo>
                <a:cubicBezTo>
                  <a:pt x="39696" y="6506"/>
                  <a:pt x="39663" y="6806"/>
                  <a:pt x="39429" y="6906"/>
                </a:cubicBezTo>
                <a:lnTo>
                  <a:pt x="35460" y="9208"/>
                </a:lnTo>
                <a:cubicBezTo>
                  <a:pt x="35317" y="9279"/>
                  <a:pt x="35154" y="9312"/>
                  <a:pt x="34994" y="9312"/>
                </a:cubicBezTo>
                <a:cubicBezTo>
                  <a:pt x="34854" y="9312"/>
                  <a:pt x="34716" y="9287"/>
                  <a:pt x="34592" y="9241"/>
                </a:cubicBezTo>
                <a:lnTo>
                  <a:pt x="30623" y="7373"/>
                </a:lnTo>
                <a:cubicBezTo>
                  <a:pt x="30448" y="7315"/>
                  <a:pt x="30263" y="7279"/>
                  <a:pt x="30079" y="7279"/>
                </a:cubicBezTo>
                <a:cubicBezTo>
                  <a:pt x="29946" y="7279"/>
                  <a:pt x="29815" y="7298"/>
                  <a:pt x="29689" y="7340"/>
                </a:cubicBezTo>
                <a:cubicBezTo>
                  <a:pt x="28655" y="7640"/>
                  <a:pt x="27621" y="7907"/>
                  <a:pt x="26553" y="8073"/>
                </a:cubicBezTo>
                <a:cubicBezTo>
                  <a:pt x="26286" y="8140"/>
                  <a:pt x="26053" y="8340"/>
                  <a:pt x="25986" y="8640"/>
                </a:cubicBezTo>
                <a:lnTo>
                  <a:pt x="25486" y="11276"/>
                </a:lnTo>
                <a:cubicBezTo>
                  <a:pt x="25419" y="11576"/>
                  <a:pt x="25186" y="11776"/>
                  <a:pt x="24885" y="11776"/>
                </a:cubicBezTo>
                <a:lnTo>
                  <a:pt x="19048" y="11776"/>
                </a:lnTo>
                <a:cubicBezTo>
                  <a:pt x="18781" y="11776"/>
                  <a:pt x="18514" y="11576"/>
                  <a:pt x="18481" y="11276"/>
                </a:cubicBezTo>
                <a:lnTo>
                  <a:pt x="17980" y="8640"/>
                </a:lnTo>
                <a:cubicBezTo>
                  <a:pt x="17880" y="8340"/>
                  <a:pt x="17680" y="8140"/>
                  <a:pt x="17380" y="8073"/>
                </a:cubicBezTo>
                <a:cubicBezTo>
                  <a:pt x="16346" y="7907"/>
                  <a:pt x="15279" y="7640"/>
                  <a:pt x="14278" y="7306"/>
                </a:cubicBezTo>
                <a:cubicBezTo>
                  <a:pt x="14160" y="7283"/>
                  <a:pt x="14046" y="7271"/>
                  <a:pt x="13934" y="7271"/>
                </a:cubicBezTo>
                <a:cubicBezTo>
                  <a:pt x="13732" y="7271"/>
                  <a:pt x="13538" y="7308"/>
                  <a:pt x="13344" y="7373"/>
                </a:cubicBezTo>
                <a:lnTo>
                  <a:pt x="9308" y="9241"/>
                </a:lnTo>
                <a:cubicBezTo>
                  <a:pt x="9184" y="9287"/>
                  <a:pt x="9046" y="9312"/>
                  <a:pt x="8906" y="9312"/>
                </a:cubicBezTo>
                <a:cubicBezTo>
                  <a:pt x="8746" y="9312"/>
                  <a:pt x="8583" y="9279"/>
                  <a:pt x="8440" y="9208"/>
                </a:cubicBezTo>
                <a:lnTo>
                  <a:pt x="4471" y="6906"/>
                </a:lnTo>
                <a:cubicBezTo>
                  <a:pt x="4237" y="6806"/>
                  <a:pt x="4237" y="6506"/>
                  <a:pt x="4437" y="6372"/>
                </a:cubicBezTo>
                <a:lnTo>
                  <a:pt x="7606" y="4104"/>
                </a:lnTo>
                <a:cubicBezTo>
                  <a:pt x="7807" y="3970"/>
                  <a:pt x="7840" y="3670"/>
                  <a:pt x="7640" y="3470"/>
                </a:cubicBezTo>
                <a:cubicBezTo>
                  <a:pt x="7206" y="3003"/>
                  <a:pt x="6839" y="2469"/>
                  <a:pt x="6539" y="1902"/>
                </a:cubicBezTo>
                <a:cubicBezTo>
                  <a:pt x="6372" y="1669"/>
                  <a:pt x="6105" y="1469"/>
                  <a:pt x="5805" y="1435"/>
                </a:cubicBezTo>
                <a:lnTo>
                  <a:pt x="535" y="1102"/>
                </a:lnTo>
                <a:cubicBezTo>
                  <a:pt x="268" y="1068"/>
                  <a:pt x="34" y="868"/>
                  <a:pt x="34" y="568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40">
            <a:extLst>
              <a:ext uri="{FF2B5EF4-FFF2-40B4-BE49-F238E27FC236}">
                <a16:creationId xmlns:a16="http://schemas.microsoft.com/office/drawing/2014/main" id="{945CB413-7865-E6B8-6421-661CA1419127}"/>
              </a:ext>
            </a:extLst>
          </p:cNvPr>
          <p:cNvSpPr/>
          <p:nvPr/>
        </p:nvSpPr>
        <p:spPr>
          <a:xfrm>
            <a:off x="7740705" y="3459928"/>
            <a:ext cx="63885" cy="94342"/>
          </a:xfrm>
          <a:custGeom>
            <a:avLst/>
            <a:gdLst/>
            <a:ahLst/>
            <a:cxnLst/>
            <a:rect l="l" t="t" r="r" b="b"/>
            <a:pathLst>
              <a:path w="3570" h="5272" extrusionOk="0">
                <a:moveTo>
                  <a:pt x="1" y="1"/>
                </a:moveTo>
                <a:lnTo>
                  <a:pt x="1" y="5271"/>
                </a:lnTo>
                <a:lnTo>
                  <a:pt x="1535" y="5171"/>
                </a:lnTo>
                <a:cubicBezTo>
                  <a:pt x="1835" y="5138"/>
                  <a:pt x="2102" y="4971"/>
                  <a:pt x="2236" y="4704"/>
                </a:cubicBezTo>
                <a:cubicBezTo>
                  <a:pt x="2569" y="4137"/>
                  <a:pt x="2936" y="3604"/>
                  <a:pt x="3370" y="3137"/>
                </a:cubicBezTo>
                <a:cubicBezTo>
                  <a:pt x="3570" y="2970"/>
                  <a:pt x="3537" y="2636"/>
                  <a:pt x="3303" y="2503"/>
                </a:cubicBezTo>
                <a:lnTo>
                  <a:pt x="167" y="234"/>
                </a:lnTo>
                <a:cubicBezTo>
                  <a:pt x="67" y="168"/>
                  <a:pt x="34" y="10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40">
            <a:extLst>
              <a:ext uri="{FF2B5EF4-FFF2-40B4-BE49-F238E27FC236}">
                <a16:creationId xmlns:a16="http://schemas.microsoft.com/office/drawing/2014/main" id="{4341BB01-73C0-8A2F-682F-F9136F96E14F}"/>
              </a:ext>
            </a:extLst>
          </p:cNvPr>
          <p:cNvSpPr/>
          <p:nvPr/>
        </p:nvSpPr>
        <p:spPr>
          <a:xfrm>
            <a:off x="8310178" y="3459338"/>
            <a:ext cx="63295" cy="94933"/>
          </a:xfrm>
          <a:custGeom>
            <a:avLst/>
            <a:gdLst/>
            <a:ahLst/>
            <a:cxnLst/>
            <a:rect l="l" t="t" r="r" b="b"/>
            <a:pathLst>
              <a:path w="3537" h="5305" extrusionOk="0">
                <a:moveTo>
                  <a:pt x="3536" y="1"/>
                </a:moveTo>
                <a:cubicBezTo>
                  <a:pt x="3536" y="101"/>
                  <a:pt x="3470" y="201"/>
                  <a:pt x="3369" y="267"/>
                </a:cubicBezTo>
                <a:lnTo>
                  <a:pt x="234" y="2536"/>
                </a:lnTo>
                <a:cubicBezTo>
                  <a:pt x="34" y="2669"/>
                  <a:pt x="0" y="3003"/>
                  <a:pt x="201" y="3170"/>
                </a:cubicBezTo>
                <a:cubicBezTo>
                  <a:pt x="634" y="3637"/>
                  <a:pt x="1001" y="4170"/>
                  <a:pt x="1301" y="4737"/>
                </a:cubicBezTo>
                <a:cubicBezTo>
                  <a:pt x="1468" y="5004"/>
                  <a:pt x="1735" y="5171"/>
                  <a:pt x="2035" y="5204"/>
                </a:cubicBezTo>
                <a:lnTo>
                  <a:pt x="3536" y="5304"/>
                </a:lnTo>
                <a:lnTo>
                  <a:pt x="35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0">
            <a:extLst>
              <a:ext uri="{FF2B5EF4-FFF2-40B4-BE49-F238E27FC236}">
                <a16:creationId xmlns:a16="http://schemas.microsoft.com/office/drawing/2014/main" id="{BCF9C90C-2CA1-DEA5-1E24-248358807BA1}"/>
              </a:ext>
            </a:extLst>
          </p:cNvPr>
          <p:cNvSpPr/>
          <p:nvPr/>
        </p:nvSpPr>
        <p:spPr>
          <a:xfrm>
            <a:off x="7664902" y="3367411"/>
            <a:ext cx="784964" cy="453692"/>
          </a:xfrm>
          <a:custGeom>
            <a:avLst/>
            <a:gdLst/>
            <a:ahLst/>
            <a:cxnLst/>
            <a:rect l="l" t="t" r="r" b="b"/>
            <a:pathLst>
              <a:path w="43865" h="25353" extrusionOk="0">
                <a:moveTo>
                  <a:pt x="21916" y="7206"/>
                </a:moveTo>
                <a:cubicBezTo>
                  <a:pt x="24343" y="7206"/>
                  <a:pt x="26769" y="7739"/>
                  <a:pt x="28621" y="8807"/>
                </a:cubicBezTo>
                <a:cubicBezTo>
                  <a:pt x="32323" y="10942"/>
                  <a:pt x="32323" y="14411"/>
                  <a:pt x="28621" y="16546"/>
                </a:cubicBezTo>
                <a:cubicBezTo>
                  <a:pt x="26769" y="17613"/>
                  <a:pt x="24343" y="18147"/>
                  <a:pt x="21916" y="18147"/>
                </a:cubicBezTo>
                <a:cubicBezTo>
                  <a:pt x="19489" y="18147"/>
                  <a:pt x="17063" y="17613"/>
                  <a:pt x="15211" y="16546"/>
                </a:cubicBezTo>
                <a:cubicBezTo>
                  <a:pt x="11509" y="14411"/>
                  <a:pt x="11509" y="10942"/>
                  <a:pt x="15211" y="8807"/>
                </a:cubicBezTo>
                <a:cubicBezTo>
                  <a:pt x="17063" y="7739"/>
                  <a:pt x="19489" y="7206"/>
                  <a:pt x="21916" y="7206"/>
                </a:cubicBezTo>
                <a:close/>
                <a:moveTo>
                  <a:pt x="19014" y="1"/>
                </a:moveTo>
                <a:cubicBezTo>
                  <a:pt x="18747" y="34"/>
                  <a:pt x="18480" y="234"/>
                  <a:pt x="18447" y="501"/>
                </a:cubicBezTo>
                <a:lnTo>
                  <a:pt x="17946" y="3136"/>
                </a:lnTo>
                <a:cubicBezTo>
                  <a:pt x="17880" y="3436"/>
                  <a:pt x="17646" y="3670"/>
                  <a:pt x="17346" y="3703"/>
                </a:cubicBezTo>
                <a:cubicBezTo>
                  <a:pt x="16279" y="3903"/>
                  <a:pt x="15245" y="4137"/>
                  <a:pt x="14244" y="4470"/>
                </a:cubicBezTo>
                <a:cubicBezTo>
                  <a:pt x="14126" y="4494"/>
                  <a:pt x="14012" y="4505"/>
                  <a:pt x="13900" y="4505"/>
                </a:cubicBezTo>
                <a:cubicBezTo>
                  <a:pt x="13698" y="4505"/>
                  <a:pt x="13504" y="4468"/>
                  <a:pt x="13310" y="4404"/>
                </a:cubicBezTo>
                <a:lnTo>
                  <a:pt x="9307" y="2536"/>
                </a:lnTo>
                <a:cubicBezTo>
                  <a:pt x="9168" y="2489"/>
                  <a:pt x="9021" y="2464"/>
                  <a:pt x="8877" y="2464"/>
                </a:cubicBezTo>
                <a:cubicBezTo>
                  <a:pt x="8712" y="2464"/>
                  <a:pt x="8549" y="2498"/>
                  <a:pt x="8406" y="2569"/>
                </a:cubicBezTo>
                <a:lnTo>
                  <a:pt x="4437" y="4871"/>
                </a:lnTo>
                <a:cubicBezTo>
                  <a:pt x="4203" y="4971"/>
                  <a:pt x="4203" y="5304"/>
                  <a:pt x="4403" y="5404"/>
                </a:cubicBezTo>
                <a:lnTo>
                  <a:pt x="7572" y="7673"/>
                </a:lnTo>
                <a:cubicBezTo>
                  <a:pt x="7773" y="7806"/>
                  <a:pt x="7806" y="8140"/>
                  <a:pt x="7606" y="8307"/>
                </a:cubicBezTo>
                <a:cubicBezTo>
                  <a:pt x="7172" y="8774"/>
                  <a:pt x="6805" y="9307"/>
                  <a:pt x="6505" y="9874"/>
                </a:cubicBezTo>
                <a:cubicBezTo>
                  <a:pt x="6338" y="10141"/>
                  <a:pt x="6071" y="10308"/>
                  <a:pt x="5771" y="10341"/>
                </a:cubicBezTo>
                <a:lnTo>
                  <a:pt x="501" y="10675"/>
                </a:lnTo>
                <a:cubicBezTo>
                  <a:pt x="234" y="10708"/>
                  <a:pt x="0" y="10942"/>
                  <a:pt x="0" y="11209"/>
                </a:cubicBezTo>
                <a:lnTo>
                  <a:pt x="0" y="14144"/>
                </a:lnTo>
                <a:cubicBezTo>
                  <a:pt x="0" y="14444"/>
                  <a:pt x="234" y="14678"/>
                  <a:pt x="501" y="14678"/>
                </a:cubicBezTo>
                <a:lnTo>
                  <a:pt x="5771" y="15011"/>
                </a:lnTo>
                <a:cubicBezTo>
                  <a:pt x="6071" y="15045"/>
                  <a:pt x="6338" y="15245"/>
                  <a:pt x="6505" y="15478"/>
                </a:cubicBezTo>
                <a:cubicBezTo>
                  <a:pt x="6805" y="16045"/>
                  <a:pt x="7172" y="16579"/>
                  <a:pt x="7606" y="17046"/>
                </a:cubicBezTo>
                <a:cubicBezTo>
                  <a:pt x="7806" y="17246"/>
                  <a:pt x="7773" y="17546"/>
                  <a:pt x="7572" y="17680"/>
                </a:cubicBezTo>
                <a:lnTo>
                  <a:pt x="4403" y="19948"/>
                </a:lnTo>
                <a:cubicBezTo>
                  <a:pt x="4203" y="20082"/>
                  <a:pt x="4203" y="20382"/>
                  <a:pt x="4437" y="20482"/>
                </a:cubicBezTo>
                <a:lnTo>
                  <a:pt x="8406" y="22784"/>
                </a:lnTo>
                <a:cubicBezTo>
                  <a:pt x="8549" y="22855"/>
                  <a:pt x="8712" y="22888"/>
                  <a:pt x="8877" y="22888"/>
                </a:cubicBezTo>
                <a:cubicBezTo>
                  <a:pt x="9021" y="22888"/>
                  <a:pt x="9168" y="22863"/>
                  <a:pt x="9307" y="22817"/>
                </a:cubicBezTo>
                <a:lnTo>
                  <a:pt x="13310" y="20949"/>
                </a:lnTo>
                <a:cubicBezTo>
                  <a:pt x="13484" y="20891"/>
                  <a:pt x="13659" y="20855"/>
                  <a:pt x="13840" y="20855"/>
                </a:cubicBezTo>
                <a:cubicBezTo>
                  <a:pt x="13970" y="20855"/>
                  <a:pt x="14104" y="20874"/>
                  <a:pt x="14244" y="20916"/>
                </a:cubicBezTo>
                <a:cubicBezTo>
                  <a:pt x="15245" y="21216"/>
                  <a:pt x="16279" y="21483"/>
                  <a:pt x="17346" y="21649"/>
                </a:cubicBezTo>
                <a:cubicBezTo>
                  <a:pt x="17646" y="21716"/>
                  <a:pt x="17846" y="21916"/>
                  <a:pt x="17946" y="22216"/>
                </a:cubicBezTo>
                <a:lnTo>
                  <a:pt x="18447" y="24852"/>
                </a:lnTo>
                <a:cubicBezTo>
                  <a:pt x="18514" y="25152"/>
                  <a:pt x="18747" y="25352"/>
                  <a:pt x="19014" y="25352"/>
                </a:cubicBezTo>
                <a:lnTo>
                  <a:pt x="24851" y="25352"/>
                </a:lnTo>
                <a:cubicBezTo>
                  <a:pt x="25152" y="25352"/>
                  <a:pt x="25385" y="25152"/>
                  <a:pt x="25452" y="24852"/>
                </a:cubicBezTo>
                <a:lnTo>
                  <a:pt x="25952" y="22216"/>
                </a:lnTo>
                <a:cubicBezTo>
                  <a:pt x="26019" y="21916"/>
                  <a:pt x="26252" y="21716"/>
                  <a:pt x="26519" y="21649"/>
                </a:cubicBezTo>
                <a:cubicBezTo>
                  <a:pt x="27587" y="21483"/>
                  <a:pt x="28621" y="21216"/>
                  <a:pt x="29655" y="20916"/>
                </a:cubicBezTo>
                <a:cubicBezTo>
                  <a:pt x="29781" y="20874"/>
                  <a:pt x="29912" y="20855"/>
                  <a:pt x="30045" y="20855"/>
                </a:cubicBezTo>
                <a:cubicBezTo>
                  <a:pt x="30229" y="20855"/>
                  <a:pt x="30414" y="20891"/>
                  <a:pt x="30589" y="20949"/>
                </a:cubicBezTo>
                <a:lnTo>
                  <a:pt x="34592" y="22817"/>
                </a:lnTo>
                <a:cubicBezTo>
                  <a:pt x="34731" y="22863"/>
                  <a:pt x="34870" y="22888"/>
                  <a:pt x="35006" y="22888"/>
                </a:cubicBezTo>
                <a:cubicBezTo>
                  <a:pt x="35163" y="22888"/>
                  <a:pt x="35316" y="22855"/>
                  <a:pt x="35459" y="22784"/>
                </a:cubicBezTo>
                <a:lnTo>
                  <a:pt x="39428" y="20482"/>
                </a:lnTo>
                <a:cubicBezTo>
                  <a:pt x="39662" y="20382"/>
                  <a:pt x="39695" y="20082"/>
                  <a:pt x="39462" y="19948"/>
                </a:cubicBezTo>
                <a:lnTo>
                  <a:pt x="36326" y="17680"/>
                </a:lnTo>
                <a:cubicBezTo>
                  <a:pt x="36093" y="17546"/>
                  <a:pt x="36059" y="17246"/>
                  <a:pt x="36260" y="17046"/>
                </a:cubicBezTo>
                <a:cubicBezTo>
                  <a:pt x="36693" y="16579"/>
                  <a:pt x="37093" y="16045"/>
                  <a:pt x="37394" y="15478"/>
                </a:cubicBezTo>
                <a:cubicBezTo>
                  <a:pt x="37527" y="15245"/>
                  <a:pt x="37794" y="15045"/>
                  <a:pt x="38094" y="15011"/>
                </a:cubicBezTo>
                <a:lnTo>
                  <a:pt x="43398" y="14678"/>
                </a:lnTo>
                <a:cubicBezTo>
                  <a:pt x="43665" y="14678"/>
                  <a:pt x="43865" y="14444"/>
                  <a:pt x="43865" y="14144"/>
                </a:cubicBezTo>
                <a:lnTo>
                  <a:pt x="43865" y="11209"/>
                </a:lnTo>
                <a:cubicBezTo>
                  <a:pt x="43865" y="10942"/>
                  <a:pt x="43665" y="10708"/>
                  <a:pt x="43398" y="10675"/>
                </a:cubicBezTo>
                <a:lnTo>
                  <a:pt x="38094" y="10341"/>
                </a:lnTo>
                <a:cubicBezTo>
                  <a:pt x="37794" y="10308"/>
                  <a:pt x="37527" y="10141"/>
                  <a:pt x="37394" y="9874"/>
                </a:cubicBezTo>
                <a:cubicBezTo>
                  <a:pt x="37093" y="9307"/>
                  <a:pt x="36693" y="8774"/>
                  <a:pt x="36260" y="8307"/>
                </a:cubicBezTo>
                <a:cubicBezTo>
                  <a:pt x="36059" y="8140"/>
                  <a:pt x="36093" y="7806"/>
                  <a:pt x="36326" y="7673"/>
                </a:cubicBezTo>
                <a:lnTo>
                  <a:pt x="39462" y="5404"/>
                </a:lnTo>
                <a:cubicBezTo>
                  <a:pt x="39695" y="5304"/>
                  <a:pt x="39662" y="4971"/>
                  <a:pt x="39428" y="4871"/>
                </a:cubicBezTo>
                <a:lnTo>
                  <a:pt x="35459" y="2569"/>
                </a:lnTo>
                <a:cubicBezTo>
                  <a:pt x="35316" y="2498"/>
                  <a:pt x="35154" y="2464"/>
                  <a:pt x="34993" y="2464"/>
                </a:cubicBezTo>
                <a:cubicBezTo>
                  <a:pt x="34854" y="2464"/>
                  <a:pt x="34716" y="2489"/>
                  <a:pt x="34592" y="2536"/>
                </a:cubicBezTo>
                <a:lnTo>
                  <a:pt x="30589" y="4404"/>
                </a:lnTo>
                <a:cubicBezTo>
                  <a:pt x="30395" y="4468"/>
                  <a:pt x="30187" y="4505"/>
                  <a:pt x="29983" y="4505"/>
                </a:cubicBezTo>
                <a:cubicBezTo>
                  <a:pt x="29872" y="4505"/>
                  <a:pt x="29761" y="4494"/>
                  <a:pt x="29655" y="4470"/>
                </a:cubicBezTo>
                <a:cubicBezTo>
                  <a:pt x="28621" y="4137"/>
                  <a:pt x="27587" y="3903"/>
                  <a:pt x="26519" y="3703"/>
                </a:cubicBezTo>
                <a:cubicBezTo>
                  <a:pt x="26252" y="3670"/>
                  <a:pt x="26019" y="3436"/>
                  <a:pt x="25952" y="3136"/>
                </a:cubicBezTo>
                <a:lnTo>
                  <a:pt x="25452" y="501"/>
                </a:lnTo>
                <a:cubicBezTo>
                  <a:pt x="25385" y="234"/>
                  <a:pt x="25152" y="34"/>
                  <a:pt x="2485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0">
            <a:extLst>
              <a:ext uri="{FF2B5EF4-FFF2-40B4-BE49-F238E27FC236}">
                <a16:creationId xmlns:a16="http://schemas.microsoft.com/office/drawing/2014/main" id="{2E8A1990-7B6F-4714-FF39-AEC20AE97200}"/>
              </a:ext>
            </a:extLst>
          </p:cNvPr>
          <p:cNvSpPr/>
          <p:nvPr/>
        </p:nvSpPr>
        <p:spPr>
          <a:xfrm>
            <a:off x="8342407" y="3620518"/>
            <a:ext cx="107459" cy="108658"/>
          </a:xfrm>
          <a:custGeom>
            <a:avLst/>
            <a:gdLst/>
            <a:ahLst/>
            <a:cxnLst/>
            <a:rect l="l" t="t" r="r" b="b"/>
            <a:pathLst>
              <a:path w="6005" h="6072" extrusionOk="0">
                <a:moveTo>
                  <a:pt x="6005" y="0"/>
                </a:moveTo>
                <a:cubicBezTo>
                  <a:pt x="6005" y="267"/>
                  <a:pt x="5771" y="500"/>
                  <a:pt x="5505" y="534"/>
                </a:cubicBezTo>
                <a:lnTo>
                  <a:pt x="234" y="867"/>
                </a:lnTo>
                <a:cubicBezTo>
                  <a:pt x="134" y="867"/>
                  <a:pt x="67" y="901"/>
                  <a:pt x="1" y="934"/>
                </a:cubicBezTo>
                <a:lnTo>
                  <a:pt x="1" y="4670"/>
                </a:lnTo>
                <a:lnTo>
                  <a:pt x="1602" y="5804"/>
                </a:lnTo>
                <a:cubicBezTo>
                  <a:pt x="1669" y="5871"/>
                  <a:pt x="1735" y="5971"/>
                  <a:pt x="1735" y="6071"/>
                </a:cubicBezTo>
                <a:lnTo>
                  <a:pt x="1735" y="5804"/>
                </a:lnTo>
                <a:lnTo>
                  <a:pt x="2436" y="5737"/>
                </a:lnTo>
                <a:lnTo>
                  <a:pt x="5438" y="5571"/>
                </a:lnTo>
                <a:lnTo>
                  <a:pt x="5505" y="5571"/>
                </a:lnTo>
                <a:cubicBezTo>
                  <a:pt x="5771" y="5537"/>
                  <a:pt x="6005" y="5304"/>
                  <a:pt x="6005" y="5037"/>
                </a:cubicBezTo>
                <a:lnTo>
                  <a:pt x="600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0">
            <a:extLst>
              <a:ext uri="{FF2B5EF4-FFF2-40B4-BE49-F238E27FC236}">
                <a16:creationId xmlns:a16="http://schemas.microsoft.com/office/drawing/2014/main" id="{78A11CBB-7F34-E476-F6AF-5AFDD2593A60}"/>
              </a:ext>
            </a:extLst>
          </p:cNvPr>
          <p:cNvSpPr/>
          <p:nvPr/>
        </p:nvSpPr>
        <p:spPr>
          <a:xfrm>
            <a:off x="8206315" y="3741095"/>
            <a:ext cx="86576" cy="125963"/>
          </a:xfrm>
          <a:custGeom>
            <a:avLst/>
            <a:gdLst/>
            <a:ahLst/>
            <a:cxnLst/>
            <a:rect l="l" t="t" r="r" b="b"/>
            <a:pathLst>
              <a:path w="4838" h="7039" extrusionOk="0">
                <a:moveTo>
                  <a:pt x="0" y="0"/>
                </a:moveTo>
                <a:lnTo>
                  <a:pt x="34" y="5037"/>
                </a:lnTo>
                <a:cubicBezTo>
                  <a:pt x="134" y="5037"/>
                  <a:pt x="234" y="5070"/>
                  <a:pt x="334" y="5104"/>
                </a:cubicBezTo>
                <a:lnTo>
                  <a:pt x="4303" y="6972"/>
                </a:lnTo>
                <a:cubicBezTo>
                  <a:pt x="4403" y="6972"/>
                  <a:pt x="4470" y="7005"/>
                  <a:pt x="4570" y="7005"/>
                </a:cubicBezTo>
                <a:lnTo>
                  <a:pt x="4570" y="7039"/>
                </a:lnTo>
                <a:lnTo>
                  <a:pt x="4837" y="7039"/>
                </a:lnTo>
                <a:lnTo>
                  <a:pt x="4837" y="2002"/>
                </a:lnTo>
                <a:cubicBezTo>
                  <a:pt x="4792" y="2011"/>
                  <a:pt x="4745" y="2015"/>
                  <a:pt x="4697" y="2015"/>
                </a:cubicBezTo>
                <a:cubicBezTo>
                  <a:pt x="4565" y="2015"/>
                  <a:pt x="4425" y="1984"/>
                  <a:pt x="4303" y="1935"/>
                </a:cubicBezTo>
                <a:lnTo>
                  <a:pt x="300" y="67"/>
                </a:lnTo>
                <a:cubicBezTo>
                  <a:pt x="200" y="34"/>
                  <a:pt x="100" y="0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40">
            <a:extLst>
              <a:ext uri="{FF2B5EF4-FFF2-40B4-BE49-F238E27FC236}">
                <a16:creationId xmlns:a16="http://schemas.microsoft.com/office/drawing/2014/main" id="{72F9D061-6F70-9C48-0EBB-BD2DA2DD0138}"/>
              </a:ext>
            </a:extLst>
          </p:cNvPr>
          <p:cNvSpPr/>
          <p:nvPr/>
        </p:nvSpPr>
        <p:spPr>
          <a:xfrm>
            <a:off x="8118558" y="3761388"/>
            <a:ext cx="11954" cy="142677"/>
          </a:xfrm>
          <a:custGeom>
            <a:avLst/>
            <a:gdLst/>
            <a:ahLst/>
            <a:cxnLst/>
            <a:rect l="l" t="t" r="r" b="b"/>
            <a:pathLst>
              <a:path w="668" h="7973" extrusionOk="0">
                <a:moveTo>
                  <a:pt x="668" y="0"/>
                </a:moveTo>
                <a:cubicBezTo>
                  <a:pt x="635" y="67"/>
                  <a:pt x="601" y="134"/>
                  <a:pt x="568" y="200"/>
                </a:cubicBezTo>
                <a:lnTo>
                  <a:pt x="67" y="2836"/>
                </a:lnTo>
                <a:cubicBezTo>
                  <a:pt x="67" y="2902"/>
                  <a:pt x="34" y="2969"/>
                  <a:pt x="1" y="3036"/>
                </a:cubicBezTo>
                <a:lnTo>
                  <a:pt x="1" y="7973"/>
                </a:lnTo>
                <a:cubicBezTo>
                  <a:pt x="34" y="7939"/>
                  <a:pt x="67" y="7906"/>
                  <a:pt x="67" y="7839"/>
                </a:cubicBezTo>
                <a:lnTo>
                  <a:pt x="568" y="5204"/>
                </a:lnTo>
                <a:cubicBezTo>
                  <a:pt x="601" y="5137"/>
                  <a:pt x="601" y="5071"/>
                  <a:pt x="668" y="5004"/>
                </a:cubicBezTo>
                <a:lnTo>
                  <a:pt x="668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0">
            <a:extLst>
              <a:ext uri="{FF2B5EF4-FFF2-40B4-BE49-F238E27FC236}">
                <a16:creationId xmlns:a16="http://schemas.microsoft.com/office/drawing/2014/main" id="{665A32D0-85B8-1654-12BF-D7180BA9021B}"/>
              </a:ext>
            </a:extLst>
          </p:cNvPr>
          <p:cNvSpPr/>
          <p:nvPr/>
        </p:nvSpPr>
        <p:spPr>
          <a:xfrm>
            <a:off x="7984256" y="3761388"/>
            <a:ext cx="11363" cy="143876"/>
          </a:xfrm>
          <a:custGeom>
            <a:avLst/>
            <a:gdLst/>
            <a:ahLst/>
            <a:cxnLst/>
            <a:rect l="l" t="t" r="r" b="b"/>
            <a:pathLst>
              <a:path w="635" h="8040" extrusionOk="0">
                <a:moveTo>
                  <a:pt x="0" y="0"/>
                </a:moveTo>
                <a:lnTo>
                  <a:pt x="0" y="5004"/>
                </a:lnTo>
                <a:cubicBezTo>
                  <a:pt x="34" y="5071"/>
                  <a:pt x="67" y="5137"/>
                  <a:pt x="67" y="5204"/>
                </a:cubicBezTo>
                <a:lnTo>
                  <a:pt x="567" y="7839"/>
                </a:lnTo>
                <a:cubicBezTo>
                  <a:pt x="601" y="7906"/>
                  <a:pt x="601" y="7973"/>
                  <a:pt x="634" y="8039"/>
                </a:cubicBezTo>
                <a:lnTo>
                  <a:pt x="634" y="3036"/>
                </a:lnTo>
                <a:cubicBezTo>
                  <a:pt x="601" y="2969"/>
                  <a:pt x="601" y="2902"/>
                  <a:pt x="567" y="2836"/>
                </a:cubicBezTo>
                <a:lnTo>
                  <a:pt x="67" y="200"/>
                </a:lnTo>
                <a:cubicBezTo>
                  <a:pt x="67" y="134"/>
                  <a:pt x="34" y="67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40">
            <a:extLst>
              <a:ext uri="{FF2B5EF4-FFF2-40B4-BE49-F238E27FC236}">
                <a16:creationId xmlns:a16="http://schemas.microsoft.com/office/drawing/2014/main" id="{C3E3B6E3-65EA-8E20-EF8C-029D28FD6260}"/>
              </a:ext>
            </a:extLst>
          </p:cNvPr>
          <p:cNvSpPr/>
          <p:nvPr/>
        </p:nvSpPr>
        <p:spPr>
          <a:xfrm>
            <a:off x="7821895" y="3741095"/>
            <a:ext cx="86576" cy="125372"/>
          </a:xfrm>
          <a:custGeom>
            <a:avLst/>
            <a:gdLst/>
            <a:ahLst/>
            <a:cxnLst/>
            <a:rect l="l" t="t" r="r" b="b"/>
            <a:pathLst>
              <a:path w="4838" h="7006" extrusionOk="0">
                <a:moveTo>
                  <a:pt x="4837" y="0"/>
                </a:moveTo>
                <a:cubicBezTo>
                  <a:pt x="4704" y="0"/>
                  <a:pt x="4604" y="34"/>
                  <a:pt x="4537" y="67"/>
                </a:cubicBezTo>
                <a:lnTo>
                  <a:pt x="501" y="1935"/>
                </a:lnTo>
                <a:cubicBezTo>
                  <a:pt x="379" y="1984"/>
                  <a:pt x="256" y="2015"/>
                  <a:pt x="134" y="2015"/>
                </a:cubicBezTo>
                <a:cubicBezTo>
                  <a:pt x="90" y="2015"/>
                  <a:pt x="45" y="2011"/>
                  <a:pt x="0" y="2002"/>
                </a:cubicBezTo>
                <a:lnTo>
                  <a:pt x="0" y="7005"/>
                </a:lnTo>
                <a:lnTo>
                  <a:pt x="134" y="7005"/>
                </a:lnTo>
                <a:cubicBezTo>
                  <a:pt x="234" y="7005"/>
                  <a:pt x="367" y="7005"/>
                  <a:pt x="501" y="6938"/>
                </a:cubicBezTo>
                <a:lnTo>
                  <a:pt x="4537" y="5070"/>
                </a:lnTo>
                <a:cubicBezTo>
                  <a:pt x="4604" y="5037"/>
                  <a:pt x="4704" y="5004"/>
                  <a:pt x="4837" y="5004"/>
                </a:cubicBezTo>
                <a:lnTo>
                  <a:pt x="4837" y="0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0">
            <a:extLst>
              <a:ext uri="{FF2B5EF4-FFF2-40B4-BE49-F238E27FC236}">
                <a16:creationId xmlns:a16="http://schemas.microsoft.com/office/drawing/2014/main" id="{4D87AC7C-BEFF-9838-41A3-7D262B5EEA75}"/>
              </a:ext>
            </a:extLst>
          </p:cNvPr>
          <p:cNvSpPr/>
          <p:nvPr/>
        </p:nvSpPr>
        <p:spPr>
          <a:xfrm>
            <a:off x="7664902" y="3620518"/>
            <a:ext cx="106869" cy="108658"/>
          </a:xfrm>
          <a:custGeom>
            <a:avLst/>
            <a:gdLst/>
            <a:ahLst/>
            <a:cxnLst/>
            <a:rect l="l" t="t" r="r" b="b"/>
            <a:pathLst>
              <a:path w="5972" h="6072" extrusionOk="0">
                <a:moveTo>
                  <a:pt x="0" y="0"/>
                </a:moveTo>
                <a:lnTo>
                  <a:pt x="0" y="5037"/>
                </a:lnTo>
                <a:cubicBezTo>
                  <a:pt x="0" y="5304"/>
                  <a:pt x="200" y="5537"/>
                  <a:pt x="501" y="5571"/>
                </a:cubicBezTo>
                <a:lnTo>
                  <a:pt x="4237" y="5804"/>
                </a:lnTo>
                <a:lnTo>
                  <a:pt x="4237" y="6071"/>
                </a:lnTo>
                <a:cubicBezTo>
                  <a:pt x="4237" y="5971"/>
                  <a:pt x="4303" y="5871"/>
                  <a:pt x="4403" y="5804"/>
                </a:cubicBezTo>
                <a:lnTo>
                  <a:pt x="5971" y="4670"/>
                </a:lnTo>
                <a:lnTo>
                  <a:pt x="5971" y="934"/>
                </a:lnTo>
                <a:cubicBezTo>
                  <a:pt x="5905" y="901"/>
                  <a:pt x="5838" y="867"/>
                  <a:pt x="5771" y="867"/>
                </a:cubicBezTo>
                <a:lnTo>
                  <a:pt x="467" y="534"/>
                </a:lnTo>
                <a:cubicBezTo>
                  <a:pt x="200" y="500"/>
                  <a:pt x="0" y="300"/>
                  <a:pt x="0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40">
            <a:extLst>
              <a:ext uri="{FF2B5EF4-FFF2-40B4-BE49-F238E27FC236}">
                <a16:creationId xmlns:a16="http://schemas.microsoft.com/office/drawing/2014/main" id="{5502F541-D396-7EBE-9CBD-C6A9413F2888}"/>
              </a:ext>
            </a:extLst>
          </p:cNvPr>
          <p:cNvSpPr/>
          <p:nvPr/>
        </p:nvSpPr>
        <p:spPr>
          <a:xfrm>
            <a:off x="7641621" y="2874833"/>
            <a:ext cx="580227" cy="409617"/>
          </a:xfrm>
          <a:custGeom>
            <a:avLst/>
            <a:gdLst/>
            <a:ahLst/>
            <a:cxnLst/>
            <a:rect l="l" t="t" r="r" b="b"/>
            <a:pathLst>
              <a:path w="32424" h="22890" extrusionOk="0">
                <a:moveTo>
                  <a:pt x="16241" y="10348"/>
                </a:moveTo>
                <a:cubicBezTo>
                  <a:pt x="18080" y="10348"/>
                  <a:pt x="19915" y="10748"/>
                  <a:pt x="21316" y="11548"/>
                </a:cubicBezTo>
                <a:cubicBezTo>
                  <a:pt x="21516" y="11682"/>
                  <a:pt x="21716" y="11815"/>
                  <a:pt x="21883" y="11915"/>
                </a:cubicBezTo>
                <a:cubicBezTo>
                  <a:pt x="21683" y="12082"/>
                  <a:pt x="21482" y="12216"/>
                  <a:pt x="21282" y="12349"/>
                </a:cubicBezTo>
                <a:cubicBezTo>
                  <a:pt x="19940" y="13110"/>
                  <a:pt x="18118" y="13540"/>
                  <a:pt x="16239" y="13540"/>
                </a:cubicBezTo>
                <a:cubicBezTo>
                  <a:pt x="15315" y="13540"/>
                  <a:pt x="14378" y="13436"/>
                  <a:pt x="13477" y="13216"/>
                </a:cubicBezTo>
                <a:cubicBezTo>
                  <a:pt x="12676" y="13050"/>
                  <a:pt x="11909" y="12749"/>
                  <a:pt x="11175" y="12349"/>
                </a:cubicBezTo>
                <a:cubicBezTo>
                  <a:pt x="10975" y="12216"/>
                  <a:pt x="10775" y="12082"/>
                  <a:pt x="10575" y="11915"/>
                </a:cubicBezTo>
                <a:cubicBezTo>
                  <a:pt x="10741" y="11815"/>
                  <a:pt x="10942" y="11682"/>
                  <a:pt x="11142" y="11548"/>
                </a:cubicBezTo>
                <a:cubicBezTo>
                  <a:pt x="12559" y="10748"/>
                  <a:pt x="14402" y="10348"/>
                  <a:pt x="16241" y="10348"/>
                </a:cubicBezTo>
                <a:close/>
                <a:moveTo>
                  <a:pt x="12031" y="1"/>
                </a:moveTo>
                <a:cubicBezTo>
                  <a:pt x="12002" y="1"/>
                  <a:pt x="11972" y="3"/>
                  <a:pt x="11942" y="7"/>
                </a:cubicBezTo>
                <a:lnTo>
                  <a:pt x="7839" y="974"/>
                </a:lnTo>
                <a:cubicBezTo>
                  <a:pt x="7706" y="1008"/>
                  <a:pt x="7639" y="1141"/>
                  <a:pt x="7639" y="1274"/>
                </a:cubicBezTo>
                <a:lnTo>
                  <a:pt x="7639" y="4310"/>
                </a:lnTo>
                <a:cubicBezTo>
                  <a:pt x="7306" y="4477"/>
                  <a:pt x="7005" y="4677"/>
                  <a:pt x="6739" y="4877"/>
                </a:cubicBezTo>
                <a:cubicBezTo>
                  <a:pt x="6560" y="4979"/>
                  <a:pt x="6382" y="5022"/>
                  <a:pt x="6203" y="5022"/>
                </a:cubicBezTo>
                <a:cubicBezTo>
                  <a:pt x="6148" y="5022"/>
                  <a:pt x="6093" y="5018"/>
                  <a:pt x="6038" y="5010"/>
                </a:cubicBezTo>
                <a:lnTo>
                  <a:pt x="2269" y="4410"/>
                </a:lnTo>
                <a:cubicBezTo>
                  <a:pt x="2234" y="4404"/>
                  <a:pt x="2199" y="4402"/>
                  <a:pt x="2163" y="4402"/>
                </a:cubicBezTo>
                <a:cubicBezTo>
                  <a:pt x="1990" y="4402"/>
                  <a:pt x="1806" y="4466"/>
                  <a:pt x="1668" y="4577"/>
                </a:cubicBezTo>
                <a:lnTo>
                  <a:pt x="34" y="6845"/>
                </a:lnTo>
                <a:cubicBezTo>
                  <a:pt x="34" y="6878"/>
                  <a:pt x="0" y="6912"/>
                  <a:pt x="0" y="6945"/>
                </a:cubicBezTo>
                <a:lnTo>
                  <a:pt x="0" y="12849"/>
                </a:lnTo>
                <a:cubicBezTo>
                  <a:pt x="0" y="12883"/>
                  <a:pt x="34" y="12916"/>
                  <a:pt x="34" y="12949"/>
                </a:cubicBezTo>
                <a:lnTo>
                  <a:pt x="34" y="15918"/>
                </a:lnTo>
                <a:cubicBezTo>
                  <a:pt x="34" y="16018"/>
                  <a:pt x="67" y="16085"/>
                  <a:pt x="134" y="16152"/>
                </a:cubicBezTo>
                <a:lnTo>
                  <a:pt x="1602" y="18220"/>
                </a:lnTo>
                <a:cubicBezTo>
                  <a:pt x="1735" y="18420"/>
                  <a:pt x="1968" y="18520"/>
                  <a:pt x="2202" y="18520"/>
                </a:cubicBezTo>
                <a:lnTo>
                  <a:pt x="6071" y="17853"/>
                </a:lnTo>
                <a:cubicBezTo>
                  <a:pt x="6338" y="17853"/>
                  <a:pt x="6605" y="17920"/>
                  <a:pt x="6839" y="18086"/>
                </a:cubicBezTo>
                <a:cubicBezTo>
                  <a:pt x="7072" y="18253"/>
                  <a:pt x="7339" y="18387"/>
                  <a:pt x="7606" y="18553"/>
                </a:cubicBezTo>
                <a:lnTo>
                  <a:pt x="7606" y="21622"/>
                </a:lnTo>
                <a:cubicBezTo>
                  <a:pt x="7606" y="21756"/>
                  <a:pt x="7706" y="21856"/>
                  <a:pt x="7906" y="21923"/>
                </a:cubicBezTo>
                <a:lnTo>
                  <a:pt x="11842" y="22857"/>
                </a:lnTo>
                <a:cubicBezTo>
                  <a:pt x="11906" y="22878"/>
                  <a:pt x="11972" y="22889"/>
                  <a:pt x="12040" y="22889"/>
                </a:cubicBezTo>
                <a:cubicBezTo>
                  <a:pt x="12187" y="22889"/>
                  <a:pt x="12339" y="22837"/>
                  <a:pt x="12476" y="22723"/>
                </a:cubicBezTo>
                <a:lnTo>
                  <a:pt x="14344" y="20755"/>
                </a:lnTo>
                <a:cubicBezTo>
                  <a:pt x="14511" y="20622"/>
                  <a:pt x="14744" y="20555"/>
                  <a:pt x="14978" y="20555"/>
                </a:cubicBezTo>
                <a:cubicBezTo>
                  <a:pt x="15395" y="20588"/>
                  <a:pt x="15820" y="20605"/>
                  <a:pt x="16245" y="20605"/>
                </a:cubicBezTo>
                <a:cubicBezTo>
                  <a:pt x="16671" y="20605"/>
                  <a:pt x="17096" y="20588"/>
                  <a:pt x="17513" y="20555"/>
                </a:cubicBezTo>
                <a:cubicBezTo>
                  <a:pt x="17780" y="20588"/>
                  <a:pt x="18013" y="20688"/>
                  <a:pt x="18213" y="20855"/>
                </a:cubicBezTo>
                <a:lnTo>
                  <a:pt x="19881" y="22623"/>
                </a:lnTo>
                <a:cubicBezTo>
                  <a:pt x="20048" y="22823"/>
                  <a:pt x="20282" y="22890"/>
                  <a:pt x="20548" y="22890"/>
                </a:cubicBezTo>
                <a:lnTo>
                  <a:pt x="24618" y="21889"/>
                </a:lnTo>
                <a:cubicBezTo>
                  <a:pt x="24718" y="21889"/>
                  <a:pt x="24818" y="21789"/>
                  <a:pt x="24818" y="21689"/>
                </a:cubicBezTo>
                <a:lnTo>
                  <a:pt x="24818" y="18553"/>
                </a:lnTo>
                <a:cubicBezTo>
                  <a:pt x="25152" y="18387"/>
                  <a:pt x="25452" y="18187"/>
                  <a:pt x="25719" y="17986"/>
                </a:cubicBezTo>
                <a:cubicBezTo>
                  <a:pt x="25887" y="17914"/>
                  <a:pt x="26055" y="17859"/>
                  <a:pt x="26224" y="17859"/>
                </a:cubicBezTo>
                <a:cubicBezTo>
                  <a:pt x="26289" y="17859"/>
                  <a:pt x="26354" y="17868"/>
                  <a:pt x="26419" y="17886"/>
                </a:cubicBezTo>
                <a:lnTo>
                  <a:pt x="30155" y="18520"/>
                </a:lnTo>
                <a:cubicBezTo>
                  <a:pt x="30194" y="18526"/>
                  <a:pt x="30232" y="18528"/>
                  <a:pt x="30269" y="18528"/>
                </a:cubicBezTo>
                <a:cubicBezTo>
                  <a:pt x="30455" y="18528"/>
                  <a:pt x="30617" y="18459"/>
                  <a:pt x="30756" y="18320"/>
                </a:cubicBezTo>
                <a:lnTo>
                  <a:pt x="32390" y="16052"/>
                </a:lnTo>
                <a:cubicBezTo>
                  <a:pt x="32390" y="16018"/>
                  <a:pt x="32424" y="15985"/>
                  <a:pt x="32424" y="15952"/>
                </a:cubicBezTo>
                <a:lnTo>
                  <a:pt x="32424" y="11815"/>
                </a:lnTo>
                <a:cubicBezTo>
                  <a:pt x="32424" y="11782"/>
                  <a:pt x="32424" y="11749"/>
                  <a:pt x="32390" y="11715"/>
                </a:cubicBezTo>
                <a:lnTo>
                  <a:pt x="32390" y="6979"/>
                </a:lnTo>
                <a:cubicBezTo>
                  <a:pt x="32390" y="6912"/>
                  <a:pt x="32357" y="6812"/>
                  <a:pt x="32323" y="6745"/>
                </a:cubicBezTo>
                <a:lnTo>
                  <a:pt x="30856" y="4677"/>
                </a:lnTo>
                <a:cubicBezTo>
                  <a:pt x="30706" y="4528"/>
                  <a:pt x="30503" y="4405"/>
                  <a:pt x="30295" y="4405"/>
                </a:cubicBezTo>
                <a:cubicBezTo>
                  <a:pt x="30271" y="4405"/>
                  <a:pt x="30246" y="4407"/>
                  <a:pt x="30222" y="4410"/>
                </a:cubicBezTo>
                <a:lnTo>
                  <a:pt x="26353" y="5044"/>
                </a:lnTo>
                <a:cubicBezTo>
                  <a:pt x="26317" y="5048"/>
                  <a:pt x="26282" y="5050"/>
                  <a:pt x="26247" y="5050"/>
                </a:cubicBezTo>
                <a:cubicBezTo>
                  <a:pt x="26017" y="5050"/>
                  <a:pt x="25793" y="4960"/>
                  <a:pt x="25619" y="4844"/>
                </a:cubicBezTo>
                <a:cubicBezTo>
                  <a:pt x="25385" y="4677"/>
                  <a:pt x="25118" y="4510"/>
                  <a:pt x="24851" y="4343"/>
                </a:cubicBezTo>
                <a:lnTo>
                  <a:pt x="24851" y="1274"/>
                </a:lnTo>
                <a:cubicBezTo>
                  <a:pt x="24851" y="1141"/>
                  <a:pt x="24751" y="1041"/>
                  <a:pt x="24551" y="974"/>
                </a:cubicBezTo>
                <a:lnTo>
                  <a:pt x="20615" y="40"/>
                </a:lnTo>
                <a:cubicBezTo>
                  <a:pt x="20541" y="19"/>
                  <a:pt x="20467" y="8"/>
                  <a:pt x="20395" y="8"/>
                </a:cubicBezTo>
                <a:cubicBezTo>
                  <a:pt x="20240" y="8"/>
                  <a:pt x="20095" y="60"/>
                  <a:pt x="19981" y="174"/>
                </a:cubicBezTo>
                <a:lnTo>
                  <a:pt x="18113" y="2142"/>
                </a:lnTo>
                <a:cubicBezTo>
                  <a:pt x="17947" y="2275"/>
                  <a:pt x="17713" y="2342"/>
                  <a:pt x="17513" y="2342"/>
                </a:cubicBezTo>
                <a:cubicBezTo>
                  <a:pt x="17079" y="2309"/>
                  <a:pt x="16646" y="2292"/>
                  <a:pt x="16216" y="2292"/>
                </a:cubicBezTo>
                <a:cubicBezTo>
                  <a:pt x="15787" y="2292"/>
                  <a:pt x="15361" y="2309"/>
                  <a:pt x="14944" y="2342"/>
                </a:cubicBezTo>
                <a:cubicBezTo>
                  <a:pt x="14678" y="2309"/>
                  <a:pt x="14444" y="2208"/>
                  <a:pt x="14244" y="2042"/>
                </a:cubicBezTo>
                <a:lnTo>
                  <a:pt x="12576" y="274"/>
                </a:lnTo>
                <a:cubicBezTo>
                  <a:pt x="12430" y="99"/>
                  <a:pt x="12234" y="1"/>
                  <a:pt x="120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40">
            <a:extLst>
              <a:ext uri="{FF2B5EF4-FFF2-40B4-BE49-F238E27FC236}">
                <a16:creationId xmlns:a16="http://schemas.microsoft.com/office/drawing/2014/main" id="{654B5202-B432-ADA7-4BB6-78F5DA65B1DE}"/>
              </a:ext>
            </a:extLst>
          </p:cNvPr>
          <p:cNvSpPr/>
          <p:nvPr/>
        </p:nvSpPr>
        <p:spPr>
          <a:xfrm>
            <a:off x="7777712" y="2897632"/>
            <a:ext cx="20311" cy="54938"/>
          </a:xfrm>
          <a:custGeom>
            <a:avLst/>
            <a:gdLst/>
            <a:ahLst/>
            <a:cxnLst/>
            <a:rect l="l" t="t" r="r" b="b"/>
            <a:pathLst>
              <a:path w="1135" h="3070" extrusionOk="0">
                <a:moveTo>
                  <a:pt x="1" y="0"/>
                </a:moveTo>
                <a:lnTo>
                  <a:pt x="1" y="3069"/>
                </a:lnTo>
                <a:cubicBezTo>
                  <a:pt x="301" y="2903"/>
                  <a:pt x="601" y="2736"/>
                  <a:pt x="935" y="2602"/>
                </a:cubicBezTo>
                <a:cubicBezTo>
                  <a:pt x="1102" y="2502"/>
                  <a:pt x="1135" y="2269"/>
                  <a:pt x="1035" y="2102"/>
                </a:cubicBezTo>
                <a:lnTo>
                  <a:pt x="68" y="167"/>
                </a:lnTo>
                <a:cubicBezTo>
                  <a:pt x="34" y="101"/>
                  <a:pt x="1" y="67"/>
                  <a:pt x="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0">
            <a:extLst>
              <a:ext uri="{FF2B5EF4-FFF2-40B4-BE49-F238E27FC236}">
                <a16:creationId xmlns:a16="http://schemas.microsoft.com/office/drawing/2014/main" id="{07A2156A-3B50-5363-2C11-B9074A7FEEF5}"/>
              </a:ext>
            </a:extLst>
          </p:cNvPr>
          <p:cNvSpPr/>
          <p:nvPr/>
        </p:nvSpPr>
        <p:spPr>
          <a:xfrm>
            <a:off x="7642211" y="2999114"/>
            <a:ext cx="71652" cy="107459"/>
          </a:xfrm>
          <a:custGeom>
            <a:avLst/>
            <a:gdLst/>
            <a:ahLst/>
            <a:cxnLst/>
            <a:rect l="l" t="t" r="r" b="b"/>
            <a:pathLst>
              <a:path w="4004" h="6005" extrusionOk="0">
                <a:moveTo>
                  <a:pt x="1" y="0"/>
                </a:moveTo>
                <a:lnTo>
                  <a:pt x="1" y="267"/>
                </a:lnTo>
                <a:lnTo>
                  <a:pt x="1" y="5904"/>
                </a:lnTo>
                <a:cubicBezTo>
                  <a:pt x="1" y="5938"/>
                  <a:pt x="1" y="5971"/>
                  <a:pt x="34" y="6004"/>
                </a:cubicBezTo>
                <a:lnTo>
                  <a:pt x="34" y="4837"/>
                </a:lnTo>
                <a:cubicBezTo>
                  <a:pt x="1" y="4737"/>
                  <a:pt x="67" y="4637"/>
                  <a:pt x="168" y="4603"/>
                </a:cubicBezTo>
                <a:lnTo>
                  <a:pt x="3703" y="3503"/>
                </a:lnTo>
                <a:cubicBezTo>
                  <a:pt x="3904" y="3436"/>
                  <a:pt x="4004" y="3236"/>
                  <a:pt x="3970" y="3036"/>
                </a:cubicBezTo>
                <a:cubicBezTo>
                  <a:pt x="3904" y="2635"/>
                  <a:pt x="3904" y="2202"/>
                  <a:pt x="3970" y="1768"/>
                </a:cubicBezTo>
                <a:cubicBezTo>
                  <a:pt x="3970" y="1568"/>
                  <a:pt x="3803" y="1368"/>
                  <a:pt x="3603" y="1334"/>
                </a:cubicBezTo>
                <a:lnTo>
                  <a:pt x="268" y="267"/>
                </a:lnTo>
                <a:cubicBezTo>
                  <a:pt x="101" y="234"/>
                  <a:pt x="1" y="100"/>
                  <a:pt x="1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0">
            <a:extLst>
              <a:ext uri="{FF2B5EF4-FFF2-40B4-BE49-F238E27FC236}">
                <a16:creationId xmlns:a16="http://schemas.microsoft.com/office/drawing/2014/main" id="{783D3AD1-2660-8161-F963-01E93D898E2B}"/>
              </a:ext>
            </a:extLst>
          </p:cNvPr>
          <p:cNvSpPr/>
          <p:nvPr/>
        </p:nvSpPr>
        <p:spPr>
          <a:xfrm>
            <a:off x="7677429" y="3120281"/>
            <a:ext cx="75231" cy="85985"/>
          </a:xfrm>
          <a:custGeom>
            <a:avLst/>
            <a:gdLst/>
            <a:ahLst/>
            <a:cxnLst/>
            <a:rect l="l" t="t" r="r" b="b"/>
            <a:pathLst>
              <a:path w="4204" h="4805" extrusionOk="0">
                <a:moveTo>
                  <a:pt x="4070" y="1"/>
                </a:moveTo>
                <a:lnTo>
                  <a:pt x="201" y="634"/>
                </a:lnTo>
                <a:cubicBezTo>
                  <a:pt x="168" y="651"/>
                  <a:pt x="134" y="660"/>
                  <a:pt x="101" y="660"/>
                </a:cubicBezTo>
                <a:cubicBezTo>
                  <a:pt x="68" y="660"/>
                  <a:pt x="34" y="651"/>
                  <a:pt x="1" y="634"/>
                </a:cubicBezTo>
                <a:lnTo>
                  <a:pt x="1" y="4804"/>
                </a:lnTo>
                <a:lnTo>
                  <a:pt x="201" y="4804"/>
                </a:lnTo>
                <a:lnTo>
                  <a:pt x="4070" y="4137"/>
                </a:lnTo>
                <a:lnTo>
                  <a:pt x="4204" y="4137"/>
                </a:lnTo>
                <a:lnTo>
                  <a:pt x="4204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0">
            <a:extLst>
              <a:ext uri="{FF2B5EF4-FFF2-40B4-BE49-F238E27FC236}">
                <a16:creationId xmlns:a16="http://schemas.microsoft.com/office/drawing/2014/main" id="{7079A200-C5DF-25E3-5264-BEC5C2025178}"/>
              </a:ext>
            </a:extLst>
          </p:cNvPr>
          <p:cNvSpPr/>
          <p:nvPr/>
        </p:nvSpPr>
        <p:spPr>
          <a:xfrm>
            <a:off x="7752641" y="3120281"/>
            <a:ext cx="45382" cy="86576"/>
          </a:xfrm>
          <a:custGeom>
            <a:avLst/>
            <a:gdLst/>
            <a:ahLst/>
            <a:cxnLst/>
            <a:rect l="l" t="t" r="r" b="b"/>
            <a:pathLst>
              <a:path w="2536" h="4838" extrusionOk="0">
                <a:moveTo>
                  <a:pt x="1" y="1"/>
                </a:moveTo>
                <a:lnTo>
                  <a:pt x="1" y="4137"/>
                </a:lnTo>
                <a:cubicBezTo>
                  <a:pt x="234" y="4170"/>
                  <a:pt x="434" y="4237"/>
                  <a:pt x="601" y="4370"/>
                </a:cubicBezTo>
                <a:cubicBezTo>
                  <a:pt x="868" y="4537"/>
                  <a:pt x="1102" y="4671"/>
                  <a:pt x="1368" y="4837"/>
                </a:cubicBezTo>
                <a:cubicBezTo>
                  <a:pt x="1368" y="4837"/>
                  <a:pt x="1402" y="3903"/>
                  <a:pt x="1402" y="3770"/>
                </a:cubicBezTo>
                <a:cubicBezTo>
                  <a:pt x="1402" y="3737"/>
                  <a:pt x="1402" y="3703"/>
                  <a:pt x="1402" y="3703"/>
                </a:cubicBezTo>
                <a:lnTo>
                  <a:pt x="2469" y="1568"/>
                </a:lnTo>
                <a:cubicBezTo>
                  <a:pt x="2536" y="1435"/>
                  <a:pt x="2403" y="1235"/>
                  <a:pt x="2202" y="1101"/>
                </a:cubicBezTo>
                <a:cubicBezTo>
                  <a:pt x="1635" y="868"/>
                  <a:pt x="1102" y="568"/>
                  <a:pt x="635" y="201"/>
                </a:cubicBezTo>
                <a:cubicBezTo>
                  <a:pt x="434" y="101"/>
                  <a:pt x="234" y="34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0">
            <a:extLst>
              <a:ext uri="{FF2B5EF4-FFF2-40B4-BE49-F238E27FC236}">
                <a16:creationId xmlns:a16="http://schemas.microsoft.com/office/drawing/2014/main" id="{88FA6F05-3855-83B2-0FEE-BDB79BA9C437}"/>
              </a:ext>
            </a:extLst>
          </p:cNvPr>
          <p:cNvSpPr/>
          <p:nvPr/>
        </p:nvSpPr>
        <p:spPr>
          <a:xfrm>
            <a:off x="7858311" y="3170423"/>
            <a:ext cx="44183" cy="114027"/>
          </a:xfrm>
          <a:custGeom>
            <a:avLst/>
            <a:gdLst/>
            <a:ahLst/>
            <a:cxnLst/>
            <a:rect l="l" t="t" r="r" b="b"/>
            <a:pathLst>
              <a:path w="2469" h="6372" extrusionOk="0">
                <a:moveTo>
                  <a:pt x="2468" y="1"/>
                </a:moveTo>
                <a:cubicBezTo>
                  <a:pt x="2368" y="1"/>
                  <a:pt x="2302" y="67"/>
                  <a:pt x="2235" y="134"/>
                </a:cubicBezTo>
                <a:lnTo>
                  <a:pt x="367" y="2102"/>
                </a:lnTo>
                <a:cubicBezTo>
                  <a:pt x="267" y="2169"/>
                  <a:pt x="133" y="2236"/>
                  <a:pt x="0" y="2236"/>
                </a:cubicBezTo>
                <a:lnTo>
                  <a:pt x="0" y="6372"/>
                </a:lnTo>
                <a:cubicBezTo>
                  <a:pt x="133" y="6372"/>
                  <a:pt x="234" y="6305"/>
                  <a:pt x="334" y="6239"/>
                </a:cubicBezTo>
                <a:lnTo>
                  <a:pt x="2235" y="4270"/>
                </a:lnTo>
                <a:cubicBezTo>
                  <a:pt x="2302" y="4204"/>
                  <a:pt x="2368" y="4170"/>
                  <a:pt x="2468" y="4137"/>
                </a:cubicBezTo>
                <a:lnTo>
                  <a:pt x="2468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40">
            <a:extLst>
              <a:ext uri="{FF2B5EF4-FFF2-40B4-BE49-F238E27FC236}">
                <a16:creationId xmlns:a16="http://schemas.microsoft.com/office/drawing/2014/main" id="{49CBF284-9896-6BD3-1A47-EB7DD6F3BBF4}"/>
              </a:ext>
            </a:extLst>
          </p:cNvPr>
          <p:cNvSpPr/>
          <p:nvPr/>
        </p:nvSpPr>
        <p:spPr>
          <a:xfrm>
            <a:off x="7902476" y="3168974"/>
            <a:ext cx="56727" cy="74891"/>
          </a:xfrm>
          <a:custGeom>
            <a:avLst/>
            <a:gdLst/>
            <a:ahLst/>
            <a:cxnLst/>
            <a:rect l="l" t="t" r="r" b="b"/>
            <a:pathLst>
              <a:path w="3170" h="4185" extrusionOk="0">
                <a:moveTo>
                  <a:pt x="3011" y="0"/>
                </a:moveTo>
                <a:cubicBezTo>
                  <a:pt x="2984" y="0"/>
                  <a:pt x="2958" y="4"/>
                  <a:pt x="2936" y="15"/>
                </a:cubicBezTo>
                <a:cubicBezTo>
                  <a:pt x="2502" y="32"/>
                  <a:pt x="2077" y="40"/>
                  <a:pt x="1652" y="40"/>
                </a:cubicBezTo>
                <a:cubicBezTo>
                  <a:pt x="1226" y="40"/>
                  <a:pt x="801" y="32"/>
                  <a:pt x="367" y="15"/>
                </a:cubicBezTo>
                <a:cubicBezTo>
                  <a:pt x="234" y="15"/>
                  <a:pt x="101" y="15"/>
                  <a:pt x="0" y="82"/>
                </a:cubicBezTo>
                <a:lnTo>
                  <a:pt x="0" y="4185"/>
                </a:lnTo>
                <a:cubicBezTo>
                  <a:pt x="101" y="4151"/>
                  <a:pt x="234" y="4118"/>
                  <a:pt x="367" y="4118"/>
                </a:cubicBezTo>
                <a:cubicBezTo>
                  <a:pt x="801" y="4151"/>
                  <a:pt x="1226" y="4168"/>
                  <a:pt x="1652" y="4168"/>
                </a:cubicBezTo>
                <a:cubicBezTo>
                  <a:pt x="2077" y="4168"/>
                  <a:pt x="2502" y="4151"/>
                  <a:pt x="2936" y="4118"/>
                </a:cubicBezTo>
                <a:cubicBezTo>
                  <a:pt x="3003" y="4118"/>
                  <a:pt x="3103" y="4151"/>
                  <a:pt x="3169" y="4151"/>
                </a:cubicBezTo>
                <a:lnTo>
                  <a:pt x="3169" y="15"/>
                </a:lnTo>
                <a:cubicBezTo>
                  <a:pt x="3125" y="15"/>
                  <a:pt x="3066" y="0"/>
                  <a:pt x="30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0">
            <a:extLst>
              <a:ext uri="{FF2B5EF4-FFF2-40B4-BE49-F238E27FC236}">
                <a16:creationId xmlns:a16="http://schemas.microsoft.com/office/drawing/2014/main" id="{B500AFF0-578B-0D81-8362-55CD5A65102F}"/>
              </a:ext>
            </a:extLst>
          </p:cNvPr>
          <p:cNvSpPr/>
          <p:nvPr/>
        </p:nvSpPr>
        <p:spPr>
          <a:xfrm>
            <a:off x="7959776" y="3169224"/>
            <a:ext cx="44201" cy="114635"/>
          </a:xfrm>
          <a:custGeom>
            <a:avLst/>
            <a:gdLst/>
            <a:ahLst/>
            <a:cxnLst/>
            <a:rect l="l" t="t" r="r" b="b"/>
            <a:pathLst>
              <a:path w="2470" h="6406" extrusionOk="0">
                <a:moveTo>
                  <a:pt x="1" y="1"/>
                </a:moveTo>
                <a:lnTo>
                  <a:pt x="1" y="4137"/>
                </a:lnTo>
                <a:cubicBezTo>
                  <a:pt x="168" y="4204"/>
                  <a:pt x="301" y="4271"/>
                  <a:pt x="434" y="4404"/>
                </a:cubicBezTo>
                <a:lnTo>
                  <a:pt x="2102" y="6172"/>
                </a:lnTo>
                <a:cubicBezTo>
                  <a:pt x="2202" y="6272"/>
                  <a:pt x="2336" y="6372"/>
                  <a:pt x="2469" y="6406"/>
                </a:cubicBezTo>
                <a:lnTo>
                  <a:pt x="2469" y="2269"/>
                </a:lnTo>
                <a:cubicBezTo>
                  <a:pt x="2336" y="2203"/>
                  <a:pt x="2202" y="2136"/>
                  <a:pt x="2102" y="2036"/>
                </a:cubicBezTo>
                <a:lnTo>
                  <a:pt x="434" y="268"/>
                </a:lnTo>
                <a:cubicBezTo>
                  <a:pt x="301" y="134"/>
                  <a:pt x="168" y="68"/>
                  <a:pt x="1" y="1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0">
            <a:extLst>
              <a:ext uri="{FF2B5EF4-FFF2-40B4-BE49-F238E27FC236}">
                <a16:creationId xmlns:a16="http://schemas.microsoft.com/office/drawing/2014/main" id="{18D86A2F-37E7-EAEB-F295-AA1BB7C49DDC}"/>
              </a:ext>
            </a:extLst>
          </p:cNvPr>
          <p:cNvSpPr/>
          <p:nvPr/>
        </p:nvSpPr>
        <p:spPr>
          <a:xfrm>
            <a:off x="8004549" y="3188926"/>
            <a:ext cx="81798" cy="95524"/>
          </a:xfrm>
          <a:custGeom>
            <a:avLst/>
            <a:gdLst/>
            <a:ahLst/>
            <a:cxnLst/>
            <a:rect l="l" t="t" r="r" b="b"/>
            <a:pathLst>
              <a:path w="4571" h="5338" extrusionOk="0">
                <a:moveTo>
                  <a:pt x="4570" y="1"/>
                </a:moveTo>
                <a:cubicBezTo>
                  <a:pt x="4537" y="101"/>
                  <a:pt x="4470" y="168"/>
                  <a:pt x="4370" y="201"/>
                </a:cubicBezTo>
                <a:lnTo>
                  <a:pt x="267" y="1168"/>
                </a:lnTo>
                <a:cubicBezTo>
                  <a:pt x="217" y="1185"/>
                  <a:pt x="167" y="1193"/>
                  <a:pt x="121" y="1193"/>
                </a:cubicBezTo>
                <a:cubicBezTo>
                  <a:pt x="76" y="1193"/>
                  <a:pt x="34" y="1185"/>
                  <a:pt x="1" y="1168"/>
                </a:cubicBezTo>
                <a:lnTo>
                  <a:pt x="1" y="5338"/>
                </a:lnTo>
                <a:lnTo>
                  <a:pt x="267" y="5338"/>
                </a:lnTo>
                <a:lnTo>
                  <a:pt x="4337" y="4337"/>
                </a:lnTo>
                <a:cubicBezTo>
                  <a:pt x="4470" y="4337"/>
                  <a:pt x="4537" y="4237"/>
                  <a:pt x="4570" y="4137"/>
                </a:cubicBezTo>
                <a:lnTo>
                  <a:pt x="4570" y="2636"/>
                </a:lnTo>
                <a:lnTo>
                  <a:pt x="4570" y="1001"/>
                </a:lnTo>
                <a:lnTo>
                  <a:pt x="457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0">
            <a:extLst>
              <a:ext uri="{FF2B5EF4-FFF2-40B4-BE49-F238E27FC236}">
                <a16:creationId xmlns:a16="http://schemas.microsoft.com/office/drawing/2014/main" id="{CA8841BB-6C33-2AC4-2873-65ABB42CE64F}"/>
              </a:ext>
            </a:extLst>
          </p:cNvPr>
          <p:cNvSpPr/>
          <p:nvPr/>
        </p:nvSpPr>
        <p:spPr>
          <a:xfrm>
            <a:off x="8065428" y="3120281"/>
            <a:ext cx="44201" cy="86576"/>
          </a:xfrm>
          <a:custGeom>
            <a:avLst/>
            <a:gdLst/>
            <a:ahLst/>
            <a:cxnLst/>
            <a:rect l="l" t="t" r="r" b="b"/>
            <a:pathLst>
              <a:path w="2470" h="4838" extrusionOk="0">
                <a:moveTo>
                  <a:pt x="2469" y="1"/>
                </a:moveTo>
                <a:cubicBezTo>
                  <a:pt x="2336" y="1"/>
                  <a:pt x="2169" y="67"/>
                  <a:pt x="2069" y="134"/>
                </a:cubicBezTo>
                <a:cubicBezTo>
                  <a:pt x="1469" y="534"/>
                  <a:pt x="868" y="868"/>
                  <a:pt x="234" y="1168"/>
                </a:cubicBezTo>
                <a:cubicBezTo>
                  <a:pt x="68" y="1268"/>
                  <a:pt x="1" y="1502"/>
                  <a:pt x="134" y="1669"/>
                </a:cubicBezTo>
                <a:lnTo>
                  <a:pt x="1102" y="3603"/>
                </a:lnTo>
                <a:cubicBezTo>
                  <a:pt x="1135" y="3670"/>
                  <a:pt x="1135" y="3703"/>
                  <a:pt x="1135" y="3770"/>
                </a:cubicBezTo>
                <a:lnTo>
                  <a:pt x="1135" y="4837"/>
                </a:lnTo>
                <a:cubicBezTo>
                  <a:pt x="1469" y="4671"/>
                  <a:pt x="1769" y="4471"/>
                  <a:pt x="2069" y="4270"/>
                </a:cubicBezTo>
                <a:cubicBezTo>
                  <a:pt x="2169" y="4204"/>
                  <a:pt x="2336" y="4137"/>
                  <a:pt x="2469" y="4137"/>
                </a:cubicBezTo>
                <a:lnTo>
                  <a:pt x="2469" y="1"/>
                </a:ln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0">
            <a:extLst>
              <a:ext uri="{FF2B5EF4-FFF2-40B4-BE49-F238E27FC236}">
                <a16:creationId xmlns:a16="http://schemas.microsoft.com/office/drawing/2014/main" id="{E2F152B1-81A3-635F-96D9-D8986D8FE018}"/>
              </a:ext>
            </a:extLst>
          </p:cNvPr>
          <p:cNvSpPr/>
          <p:nvPr/>
        </p:nvSpPr>
        <p:spPr>
          <a:xfrm>
            <a:off x="8187203" y="3086263"/>
            <a:ext cx="34645" cy="119395"/>
          </a:xfrm>
          <a:custGeom>
            <a:avLst/>
            <a:gdLst/>
            <a:ahLst/>
            <a:cxnLst/>
            <a:rect l="l" t="t" r="r" b="b"/>
            <a:pathLst>
              <a:path w="1936" h="6672" extrusionOk="0">
                <a:moveTo>
                  <a:pt x="1936" y="0"/>
                </a:moveTo>
                <a:cubicBezTo>
                  <a:pt x="1936" y="34"/>
                  <a:pt x="1936" y="67"/>
                  <a:pt x="1902" y="100"/>
                </a:cubicBezTo>
                <a:lnTo>
                  <a:pt x="301" y="2369"/>
                </a:lnTo>
                <a:cubicBezTo>
                  <a:pt x="201" y="2469"/>
                  <a:pt x="101" y="2502"/>
                  <a:pt x="1" y="2535"/>
                </a:cubicBezTo>
                <a:lnTo>
                  <a:pt x="1" y="6672"/>
                </a:lnTo>
                <a:cubicBezTo>
                  <a:pt x="101" y="6638"/>
                  <a:pt x="201" y="6605"/>
                  <a:pt x="268" y="6505"/>
                </a:cubicBezTo>
                <a:lnTo>
                  <a:pt x="1902" y="4237"/>
                </a:lnTo>
                <a:cubicBezTo>
                  <a:pt x="1936" y="4203"/>
                  <a:pt x="1936" y="4170"/>
                  <a:pt x="1936" y="4137"/>
                </a:cubicBezTo>
                <a:lnTo>
                  <a:pt x="19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40">
            <a:extLst>
              <a:ext uri="{FF2B5EF4-FFF2-40B4-BE49-F238E27FC236}">
                <a16:creationId xmlns:a16="http://schemas.microsoft.com/office/drawing/2014/main" id="{413B580C-92B7-0BF8-5C15-F644AB167547}"/>
              </a:ext>
            </a:extLst>
          </p:cNvPr>
          <p:cNvSpPr/>
          <p:nvPr/>
        </p:nvSpPr>
        <p:spPr>
          <a:xfrm>
            <a:off x="7641621" y="2874833"/>
            <a:ext cx="580227" cy="335478"/>
          </a:xfrm>
          <a:custGeom>
            <a:avLst/>
            <a:gdLst/>
            <a:ahLst/>
            <a:cxnLst/>
            <a:rect l="l" t="t" r="r" b="b"/>
            <a:pathLst>
              <a:path w="32424" h="18747" extrusionOk="0">
                <a:moveTo>
                  <a:pt x="16213" y="5265"/>
                </a:moveTo>
                <a:cubicBezTo>
                  <a:pt x="17124" y="5265"/>
                  <a:pt x="18050" y="5366"/>
                  <a:pt x="18947" y="5578"/>
                </a:cubicBezTo>
                <a:cubicBezTo>
                  <a:pt x="20282" y="5811"/>
                  <a:pt x="21482" y="6445"/>
                  <a:pt x="22450" y="7345"/>
                </a:cubicBezTo>
                <a:lnTo>
                  <a:pt x="22550" y="7446"/>
                </a:lnTo>
                <a:lnTo>
                  <a:pt x="22650" y="7512"/>
                </a:lnTo>
                <a:cubicBezTo>
                  <a:pt x="22683" y="7579"/>
                  <a:pt x="22750" y="7612"/>
                  <a:pt x="22783" y="7679"/>
                </a:cubicBezTo>
                <a:cubicBezTo>
                  <a:pt x="22817" y="7746"/>
                  <a:pt x="22883" y="7812"/>
                  <a:pt x="22917" y="7913"/>
                </a:cubicBezTo>
                <a:cubicBezTo>
                  <a:pt x="22950" y="7946"/>
                  <a:pt x="22983" y="7979"/>
                  <a:pt x="23017" y="8046"/>
                </a:cubicBezTo>
                <a:lnTo>
                  <a:pt x="23050" y="8113"/>
                </a:lnTo>
                <a:cubicBezTo>
                  <a:pt x="23584" y="9013"/>
                  <a:pt x="23517" y="10147"/>
                  <a:pt x="22850" y="10948"/>
                </a:cubicBezTo>
                <a:cubicBezTo>
                  <a:pt x="22583" y="11315"/>
                  <a:pt x="22250" y="11649"/>
                  <a:pt x="21883" y="11915"/>
                </a:cubicBezTo>
                <a:cubicBezTo>
                  <a:pt x="21683" y="12082"/>
                  <a:pt x="21482" y="12216"/>
                  <a:pt x="21249" y="12349"/>
                </a:cubicBezTo>
                <a:cubicBezTo>
                  <a:pt x="19907" y="13110"/>
                  <a:pt x="18100" y="13540"/>
                  <a:pt x="16230" y="13540"/>
                </a:cubicBezTo>
                <a:cubicBezTo>
                  <a:pt x="15312" y="13540"/>
                  <a:pt x="14378" y="13436"/>
                  <a:pt x="13477" y="13216"/>
                </a:cubicBezTo>
                <a:cubicBezTo>
                  <a:pt x="12643" y="13016"/>
                  <a:pt x="11876" y="12716"/>
                  <a:pt x="11142" y="12316"/>
                </a:cubicBezTo>
                <a:cubicBezTo>
                  <a:pt x="10942" y="12216"/>
                  <a:pt x="10741" y="12082"/>
                  <a:pt x="10541" y="11949"/>
                </a:cubicBezTo>
                <a:cubicBezTo>
                  <a:pt x="10041" y="11582"/>
                  <a:pt x="9641" y="11115"/>
                  <a:pt x="9340" y="10581"/>
                </a:cubicBezTo>
                <a:cubicBezTo>
                  <a:pt x="9307" y="10548"/>
                  <a:pt x="9307" y="10514"/>
                  <a:pt x="9274" y="10514"/>
                </a:cubicBezTo>
                <a:cubicBezTo>
                  <a:pt x="9240" y="10381"/>
                  <a:pt x="9274" y="10448"/>
                  <a:pt x="9207" y="10314"/>
                </a:cubicBezTo>
                <a:cubicBezTo>
                  <a:pt x="8873" y="9480"/>
                  <a:pt x="9007" y="8546"/>
                  <a:pt x="9574" y="7812"/>
                </a:cubicBezTo>
                <a:cubicBezTo>
                  <a:pt x="10733" y="6225"/>
                  <a:pt x="13397" y="5265"/>
                  <a:pt x="16213" y="5265"/>
                </a:cubicBezTo>
                <a:close/>
                <a:moveTo>
                  <a:pt x="12033" y="0"/>
                </a:moveTo>
                <a:cubicBezTo>
                  <a:pt x="12003" y="0"/>
                  <a:pt x="11972" y="3"/>
                  <a:pt x="11942" y="7"/>
                </a:cubicBezTo>
                <a:lnTo>
                  <a:pt x="7839" y="974"/>
                </a:lnTo>
                <a:cubicBezTo>
                  <a:pt x="7706" y="1008"/>
                  <a:pt x="7606" y="1141"/>
                  <a:pt x="7606" y="1274"/>
                </a:cubicBezTo>
                <a:cubicBezTo>
                  <a:pt x="7606" y="1308"/>
                  <a:pt x="7639" y="1375"/>
                  <a:pt x="7639" y="1408"/>
                </a:cubicBezTo>
                <a:lnTo>
                  <a:pt x="8640" y="3376"/>
                </a:lnTo>
                <a:cubicBezTo>
                  <a:pt x="8740" y="3543"/>
                  <a:pt x="8673" y="3743"/>
                  <a:pt x="8506" y="3843"/>
                </a:cubicBezTo>
                <a:cubicBezTo>
                  <a:pt x="8206" y="4010"/>
                  <a:pt x="7906" y="4143"/>
                  <a:pt x="7606" y="4310"/>
                </a:cubicBezTo>
                <a:cubicBezTo>
                  <a:pt x="7306" y="4510"/>
                  <a:pt x="7005" y="4677"/>
                  <a:pt x="6705" y="4910"/>
                </a:cubicBezTo>
                <a:cubicBezTo>
                  <a:pt x="6555" y="4985"/>
                  <a:pt x="6367" y="5023"/>
                  <a:pt x="6199" y="5023"/>
                </a:cubicBezTo>
                <a:cubicBezTo>
                  <a:pt x="6142" y="5023"/>
                  <a:pt x="6088" y="5019"/>
                  <a:pt x="6038" y="5010"/>
                </a:cubicBezTo>
                <a:lnTo>
                  <a:pt x="2269" y="4410"/>
                </a:lnTo>
                <a:cubicBezTo>
                  <a:pt x="2234" y="4404"/>
                  <a:pt x="2199" y="4402"/>
                  <a:pt x="2163" y="4402"/>
                </a:cubicBezTo>
                <a:cubicBezTo>
                  <a:pt x="1990" y="4402"/>
                  <a:pt x="1806" y="4466"/>
                  <a:pt x="1668" y="4577"/>
                </a:cubicBezTo>
                <a:lnTo>
                  <a:pt x="34" y="6845"/>
                </a:lnTo>
                <a:cubicBezTo>
                  <a:pt x="34" y="6878"/>
                  <a:pt x="0" y="6912"/>
                  <a:pt x="0" y="6945"/>
                </a:cubicBezTo>
                <a:cubicBezTo>
                  <a:pt x="0" y="7045"/>
                  <a:pt x="134" y="7179"/>
                  <a:pt x="301" y="7212"/>
                </a:cubicBezTo>
                <a:lnTo>
                  <a:pt x="3636" y="8279"/>
                </a:lnTo>
                <a:cubicBezTo>
                  <a:pt x="3836" y="8313"/>
                  <a:pt x="4003" y="8513"/>
                  <a:pt x="4003" y="8713"/>
                </a:cubicBezTo>
                <a:cubicBezTo>
                  <a:pt x="3937" y="9147"/>
                  <a:pt x="3937" y="9580"/>
                  <a:pt x="4003" y="10014"/>
                </a:cubicBezTo>
                <a:cubicBezTo>
                  <a:pt x="4037" y="10181"/>
                  <a:pt x="3903" y="10381"/>
                  <a:pt x="3736" y="10448"/>
                </a:cubicBezTo>
                <a:lnTo>
                  <a:pt x="201" y="11582"/>
                </a:lnTo>
                <a:cubicBezTo>
                  <a:pt x="100" y="11582"/>
                  <a:pt x="34" y="11682"/>
                  <a:pt x="34" y="11782"/>
                </a:cubicBezTo>
                <a:cubicBezTo>
                  <a:pt x="34" y="11882"/>
                  <a:pt x="67" y="11949"/>
                  <a:pt x="134" y="12015"/>
                </a:cubicBezTo>
                <a:lnTo>
                  <a:pt x="1602" y="14084"/>
                </a:lnTo>
                <a:cubicBezTo>
                  <a:pt x="1735" y="14284"/>
                  <a:pt x="1968" y="14384"/>
                  <a:pt x="2202" y="14384"/>
                </a:cubicBezTo>
                <a:lnTo>
                  <a:pt x="6071" y="13717"/>
                </a:lnTo>
                <a:cubicBezTo>
                  <a:pt x="6338" y="13717"/>
                  <a:pt x="6605" y="13783"/>
                  <a:pt x="6805" y="13917"/>
                </a:cubicBezTo>
                <a:cubicBezTo>
                  <a:pt x="7306" y="14284"/>
                  <a:pt x="7839" y="14584"/>
                  <a:pt x="8373" y="14817"/>
                </a:cubicBezTo>
                <a:cubicBezTo>
                  <a:pt x="8607" y="14951"/>
                  <a:pt x="8740" y="15151"/>
                  <a:pt x="8673" y="15284"/>
                </a:cubicBezTo>
                <a:lnTo>
                  <a:pt x="7606" y="17419"/>
                </a:lnTo>
                <a:cubicBezTo>
                  <a:pt x="7539" y="17553"/>
                  <a:pt x="7673" y="17720"/>
                  <a:pt x="7906" y="17786"/>
                </a:cubicBezTo>
                <a:lnTo>
                  <a:pt x="11809" y="18720"/>
                </a:lnTo>
                <a:cubicBezTo>
                  <a:pt x="11871" y="18738"/>
                  <a:pt x="11934" y="18746"/>
                  <a:pt x="11995" y="18746"/>
                </a:cubicBezTo>
                <a:cubicBezTo>
                  <a:pt x="12163" y="18746"/>
                  <a:pt x="12321" y="18685"/>
                  <a:pt x="12443" y="18587"/>
                </a:cubicBezTo>
                <a:lnTo>
                  <a:pt x="14344" y="16619"/>
                </a:lnTo>
                <a:cubicBezTo>
                  <a:pt x="14511" y="16485"/>
                  <a:pt x="14744" y="16419"/>
                  <a:pt x="14944" y="16419"/>
                </a:cubicBezTo>
                <a:cubicBezTo>
                  <a:pt x="15378" y="16452"/>
                  <a:pt x="15803" y="16469"/>
                  <a:pt x="16229" y="16469"/>
                </a:cubicBezTo>
                <a:cubicBezTo>
                  <a:pt x="16654" y="16469"/>
                  <a:pt x="17079" y="16452"/>
                  <a:pt x="17513" y="16419"/>
                </a:cubicBezTo>
                <a:cubicBezTo>
                  <a:pt x="17780" y="16419"/>
                  <a:pt x="18013" y="16519"/>
                  <a:pt x="18213" y="16719"/>
                </a:cubicBezTo>
                <a:lnTo>
                  <a:pt x="19881" y="18487"/>
                </a:lnTo>
                <a:cubicBezTo>
                  <a:pt x="20027" y="18632"/>
                  <a:pt x="20222" y="18727"/>
                  <a:pt x="20425" y="18727"/>
                </a:cubicBezTo>
                <a:cubicBezTo>
                  <a:pt x="20455" y="18727"/>
                  <a:pt x="20485" y="18725"/>
                  <a:pt x="20515" y="18720"/>
                </a:cubicBezTo>
                <a:lnTo>
                  <a:pt x="24618" y="17753"/>
                </a:lnTo>
                <a:cubicBezTo>
                  <a:pt x="24785" y="17686"/>
                  <a:pt x="24885" y="17486"/>
                  <a:pt x="24785" y="17353"/>
                </a:cubicBezTo>
                <a:lnTo>
                  <a:pt x="23784" y="15385"/>
                </a:lnTo>
                <a:cubicBezTo>
                  <a:pt x="23684" y="15218"/>
                  <a:pt x="23751" y="14984"/>
                  <a:pt x="23917" y="14918"/>
                </a:cubicBezTo>
                <a:cubicBezTo>
                  <a:pt x="24551" y="14617"/>
                  <a:pt x="25152" y="14250"/>
                  <a:pt x="25719" y="13850"/>
                </a:cubicBezTo>
                <a:cubicBezTo>
                  <a:pt x="25894" y="13775"/>
                  <a:pt x="26069" y="13738"/>
                  <a:pt x="26244" y="13738"/>
                </a:cubicBezTo>
                <a:cubicBezTo>
                  <a:pt x="26303" y="13738"/>
                  <a:pt x="26361" y="13742"/>
                  <a:pt x="26419" y="13750"/>
                </a:cubicBezTo>
                <a:lnTo>
                  <a:pt x="30155" y="14384"/>
                </a:lnTo>
                <a:cubicBezTo>
                  <a:pt x="30190" y="14390"/>
                  <a:pt x="30225" y="14392"/>
                  <a:pt x="30261" y="14392"/>
                </a:cubicBezTo>
                <a:cubicBezTo>
                  <a:pt x="30434" y="14392"/>
                  <a:pt x="30618" y="14328"/>
                  <a:pt x="30756" y="14217"/>
                </a:cubicBezTo>
                <a:lnTo>
                  <a:pt x="32390" y="11949"/>
                </a:lnTo>
                <a:cubicBezTo>
                  <a:pt x="32390" y="11915"/>
                  <a:pt x="32424" y="11882"/>
                  <a:pt x="32424" y="11849"/>
                </a:cubicBezTo>
                <a:cubicBezTo>
                  <a:pt x="32424" y="11815"/>
                  <a:pt x="32390" y="11782"/>
                  <a:pt x="32390" y="11749"/>
                </a:cubicBezTo>
                <a:cubicBezTo>
                  <a:pt x="32323" y="11649"/>
                  <a:pt x="32223" y="11582"/>
                  <a:pt x="32123" y="11548"/>
                </a:cubicBezTo>
                <a:lnTo>
                  <a:pt x="28788" y="10514"/>
                </a:lnTo>
                <a:cubicBezTo>
                  <a:pt x="28587" y="10448"/>
                  <a:pt x="28421" y="10281"/>
                  <a:pt x="28421" y="10047"/>
                </a:cubicBezTo>
                <a:cubicBezTo>
                  <a:pt x="28487" y="9647"/>
                  <a:pt x="28487" y="9213"/>
                  <a:pt x="28421" y="8780"/>
                </a:cubicBezTo>
                <a:cubicBezTo>
                  <a:pt x="28387" y="8580"/>
                  <a:pt x="28521" y="8413"/>
                  <a:pt x="28688" y="8346"/>
                </a:cubicBezTo>
                <a:lnTo>
                  <a:pt x="32223" y="7212"/>
                </a:lnTo>
                <a:cubicBezTo>
                  <a:pt x="32323" y="7179"/>
                  <a:pt x="32390" y="7112"/>
                  <a:pt x="32390" y="7012"/>
                </a:cubicBezTo>
                <a:cubicBezTo>
                  <a:pt x="32390" y="6912"/>
                  <a:pt x="32357" y="6845"/>
                  <a:pt x="32290" y="6778"/>
                </a:cubicBezTo>
                <a:lnTo>
                  <a:pt x="30822" y="4710"/>
                </a:lnTo>
                <a:cubicBezTo>
                  <a:pt x="30689" y="4510"/>
                  <a:pt x="30455" y="4410"/>
                  <a:pt x="30222" y="4410"/>
                </a:cubicBezTo>
                <a:lnTo>
                  <a:pt x="26353" y="5077"/>
                </a:lnTo>
                <a:cubicBezTo>
                  <a:pt x="26086" y="5077"/>
                  <a:pt x="25819" y="4977"/>
                  <a:pt x="25619" y="4844"/>
                </a:cubicBezTo>
                <a:cubicBezTo>
                  <a:pt x="25385" y="4677"/>
                  <a:pt x="25118" y="4510"/>
                  <a:pt x="24851" y="4343"/>
                </a:cubicBezTo>
                <a:cubicBezTo>
                  <a:pt x="24585" y="4177"/>
                  <a:pt x="24318" y="4043"/>
                  <a:pt x="24051" y="3910"/>
                </a:cubicBezTo>
                <a:cubicBezTo>
                  <a:pt x="23784" y="3810"/>
                  <a:pt x="23684" y="3609"/>
                  <a:pt x="23784" y="3476"/>
                </a:cubicBezTo>
                <a:lnTo>
                  <a:pt x="24851" y="1341"/>
                </a:lnTo>
                <a:cubicBezTo>
                  <a:pt x="24851" y="1341"/>
                  <a:pt x="24851" y="1308"/>
                  <a:pt x="24851" y="1274"/>
                </a:cubicBezTo>
                <a:cubicBezTo>
                  <a:pt x="24851" y="1141"/>
                  <a:pt x="24751" y="1041"/>
                  <a:pt x="24551" y="974"/>
                </a:cubicBezTo>
                <a:lnTo>
                  <a:pt x="20615" y="40"/>
                </a:lnTo>
                <a:cubicBezTo>
                  <a:pt x="20541" y="19"/>
                  <a:pt x="20467" y="8"/>
                  <a:pt x="20395" y="8"/>
                </a:cubicBezTo>
                <a:cubicBezTo>
                  <a:pt x="20240" y="8"/>
                  <a:pt x="20095" y="60"/>
                  <a:pt x="19981" y="174"/>
                </a:cubicBezTo>
                <a:lnTo>
                  <a:pt x="18113" y="2142"/>
                </a:lnTo>
                <a:cubicBezTo>
                  <a:pt x="17947" y="2275"/>
                  <a:pt x="17713" y="2342"/>
                  <a:pt x="17513" y="2342"/>
                </a:cubicBezTo>
                <a:cubicBezTo>
                  <a:pt x="17079" y="2309"/>
                  <a:pt x="16646" y="2292"/>
                  <a:pt x="16216" y="2292"/>
                </a:cubicBezTo>
                <a:cubicBezTo>
                  <a:pt x="15787" y="2292"/>
                  <a:pt x="15361" y="2309"/>
                  <a:pt x="14944" y="2342"/>
                </a:cubicBezTo>
                <a:cubicBezTo>
                  <a:pt x="14678" y="2309"/>
                  <a:pt x="14444" y="2208"/>
                  <a:pt x="14244" y="2042"/>
                </a:cubicBezTo>
                <a:lnTo>
                  <a:pt x="12576" y="240"/>
                </a:lnTo>
                <a:cubicBezTo>
                  <a:pt x="12431" y="95"/>
                  <a:pt x="12235" y="0"/>
                  <a:pt x="120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0">
            <a:extLst>
              <a:ext uri="{FF2B5EF4-FFF2-40B4-BE49-F238E27FC236}">
                <a16:creationId xmlns:a16="http://schemas.microsoft.com/office/drawing/2014/main" id="{C80254A8-44A0-2250-98FB-1F3D7F1CA6DA}"/>
              </a:ext>
            </a:extLst>
          </p:cNvPr>
          <p:cNvSpPr/>
          <p:nvPr/>
        </p:nvSpPr>
        <p:spPr>
          <a:xfrm>
            <a:off x="6888903" y="1293005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0" y="1"/>
                </a:moveTo>
                <a:cubicBezTo>
                  <a:pt x="38843" y="1"/>
                  <a:pt x="36498" y="1880"/>
                  <a:pt x="34758" y="5176"/>
                </a:cubicBezTo>
                <a:lnTo>
                  <a:pt x="4203" y="62450"/>
                </a:lnTo>
                <a:cubicBezTo>
                  <a:pt x="300" y="69822"/>
                  <a:pt x="0" y="79129"/>
                  <a:pt x="3536" y="82731"/>
                </a:cubicBezTo>
                <a:cubicBezTo>
                  <a:pt x="3836" y="83065"/>
                  <a:pt x="4203" y="83332"/>
                  <a:pt x="4570" y="83565"/>
                </a:cubicBezTo>
                <a:cubicBezTo>
                  <a:pt x="5471" y="84065"/>
                  <a:pt x="9307" y="86300"/>
                  <a:pt x="9674" y="86501"/>
                </a:cubicBezTo>
                <a:cubicBezTo>
                  <a:pt x="10362" y="86902"/>
                  <a:pt x="11108" y="87096"/>
                  <a:pt x="11886" y="87096"/>
                </a:cubicBezTo>
                <a:cubicBezTo>
                  <a:pt x="15177" y="87096"/>
                  <a:pt x="19040" y="83635"/>
                  <a:pt x="21549" y="77861"/>
                </a:cubicBezTo>
                <a:lnTo>
                  <a:pt x="48368" y="16751"/>
                </a:lnTo>
                <a:cubicBezTo>
                  <a:pt x="50536" y="11814"/>
                  <a:pt x="50469" y="6176"/>
                  <a:pt x="48234" y="3908"/>
                </a:cubicBezTo>
                <a:cubicBezTo>
                  <a:pt x="48001" y="3675"/>
                  <a:pt x="47767" y="3474"/>
                  <a:pt x="47467" y="3308"/>
                </a:cubicBezTo>
                <a:cubicBezTo>
                  <a:pt x="46567" y="2807"/>
                  <a:pt x="42664" y="539"/>
                  <a:pt x="42397" y="406"/>
                </a:cubicBezTo>
                <a:cubicBezTo>
                  <a:pt x="41922" y="133"/>
                  <a:pt x="41407" y="1"/>
                  <a:pt x="40870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0">
            <a:extLst>
              <a:ext uri="{FF2B5EF4-FFF2-40B4-BE49-F238E27FC236}">
                <a16:creationId xmlns:a16="http://schemas.microsoft.com/office/drawing/2014/main" id="{2C031891-3371-A436-EDEB-CBAB6EB1B764}"/>
              </a:ext>
            </a:extLst>
          </p:cNvPr>
          <p:cNvSpPr/>
          <p:nvPr/>
        </p:nvSpPr>
        <p:spPr>
          <a:xfrm>
            <a:off x="6888903" y="1293005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0" y="1"/>
                </a:moveTo>
                <a:cubicBezTo>
                  <a:pt x="38843" y="1"/>
                  <a:pt x="36498" y="1880"/>
                  <a:pt x="34758" y="5176"/>
                </a:cubicBezTo>
                <a:lnTo>
                  <a:pt x="4203" y="62450"/>
                </a:lnTo>
                <a:cubicBezTo>
                  <a:pt x="300" y="69822"/>
                  <a:pt x="0" y="79129"/>
                  <a:pt x="3536" y="82731"/>
                </a:cubicBezTo>
                <a:cubicBezTo>
                  <a:pt x="3836" y="83065"/>
                  <a:pt x="4203" y="83332"/>
                  <a:pt x="4570" y="83565"/>
                </a:cubicBezTo>
                <a:cubicBezTo>
                  <a:pt x="5471" y="84065"/>
                  <a:pt x="9307" y="86300"/>
                  <a:pt x="9674" y="86501"/>
                </a:cubicBezTo>
                <a:cubicBezTo>
                  <a:pt x="10362" y="86902"/>
                  <a:pt x="11108" y="87096"/>
                  <a:pt x="11886" y="87096"/>
                </a:cubicBezTo>
                <a:cubicBezTo>
                  <a:pt x="15177" y="87096"/>
                  <a:pt x="19040" y="83635"/>
                  <a:pt x="21549" y="77861"/>
                </a:cubicBezTo>
                <a:lnTo>
                  <a:pt x="48368" y="16751"/>
                </a:lnTo>
                <a:cubicBezTo>
                  <a:pt x="50536" y="11814"/>
                  <a:pt x="50469" y="6176"/>
                  <a:pt x="48234" y="3908"/>
                </a:cubicBezTo>
                <a:cubicBezTo>
                  <a:pt x="48001" y="3675"/>
                  <a:pt x="47767" y="3474"/>
                  <a:pt x="47467" y="3308"/>
                </a:cubicBezTo>
                <a:cubicBezTo>
                  <a:pt x="46567" y="2807"/>
                  <a:pt x="42664" y="539"/>
                  <a:pt x="42397" y="406"/>
                </a:cubicBezTo>
                <a:cubicBezTo>
                  <a:pt x="41922" y="133"/>
                  <a:pt x="41407" y="1"/>
                  <a:pt x="40870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40">
            <a:extLst>
              <a:ext uri="{FF2B5EF4-FFF2-40B4-BE49-F238E27FC236}">
                <a16:creationId xmlns:a16="http://schemas.microsoft.com/office/drawing/2014/main" id="{3BD14539-C80E-7317-9D6C-7BCCADA007FC}"/>
              </a:ext>
            </a:extLst>
          </p:cNvPr>
          <p:cNvSpPr/>
          <p:nvPr/>
        </p:nvSpPr>
        <p:spPr>
          <a:xfrm>
            <a:off x="6979631" y="1345187"/>
            <a:ext cx="813632" cy="1506365"/>
          </a:xfrm>
          <a:custGeom>
            <a:avLst/>
            <a:gdLst/>
            <a:ahLst/>
            <a:cxnLst/>
            <a:rect l="l" t="t" r="r" b="b"/>
            <a:pathLst>
              <a:path w="45467" h="84178" extrusionOk="0">
                <a:moveTo>
                  <a:pt x="40884" y="1"/>
                </a:moveTo>
                <a:cubicBezTo>
                  <a:pt x="38856" y="1"/>
                  <a:pt x="36506" y="1879"/>
                  <a:pt x="34758" y="5162"/>
                </a:cubicBezTo>
                <a:lnTo>
                  <a:pt x="4237" y="62469"/>
                </a:lnTo>
                <a:cubicBezTo>
                  <a:pt x="301" y="69841"/>
                  <a:pt x="0" y="79148"/>
                  <a:pt x="3570" y="82751"/>
                </a:cubicBezTo>
                <a:cubicBezTo>
                  <a:pt x="4512" y="83720"/>
                  <a:pt x="5626" y="84177"/>
                  <a:pt x="6817" y="84177"/>
                </a:cubicBezTo>
                <a:cubicBezTo>
                  <a:pt x="10094" y="84177"/>
                  <a:pt x="13959" y="80718"/>
                  <a:pt x="16479" y="74945"/>
                </a:cubicBezTo>
                <a:lnTo>
                  <a:pt x="43298" y="13835"/>
                </a:lnTo>
                <a:cubicBezTo>
                  <a:pt x="45466" y="8898"/>
                  <a:pt x="45399" y="3260"/>
                  <a:pt x="43164" y="992"/>
                </a:cubicBezTo>
                <a:cubicBezTo>
                  <a:pt x="42502" y="320"/>
                  <a:pt x="41720" y="1"/>
                  <a:pt x="4088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0">
            <a:extLst>
              <a:ext uri="{FF2B5EF4-FFF2-40B4-BE49-F238E27FC236}">
                <a16:creationId xmlns:a16="http://schemas.microsoft.com/office/drawing/2014/main" id="{5A852062-60D8-9210-19B4-5C4A1D973B45}"/>
              </a:ext>
            </a:extLst>
          </p:cNvPr>
          <p:cNvSpPr/>
          <p:nvPr/>
        </p:nvSpPr>
        <p:spPr>
          <a:xfrm>
            <a:off x="7056043" y="2502081"/>
            <a:ext cx="204755" cy="236572"/>
          </a:xfrm>
          <a:custGeom>
            <a:avLst/>
            <a:gdLst/>
            <a:ahLst/>
            <a:cxnLst/>
            <a:rect l="l" t="t" r="r" b="b"/>
            <a:pathLst>
              <a:path w="11442" h="13220" extrusionOk="0">
                <a:moveTo>
                  <a:pt x="6406" y="1"/>
                </a:moveTo>
                <a:cubicBezTo>
                  <a:pt x="5709" y="1"/>
                  <a:pt x="4930" y="283"/>
                  <a:pt x="4136" y="856"/>
                </a:cubicBezTo>
                <a:cubicBezTo>
                  <a:pt x="1701" y="2557"/>
                  <a:pt x="0" y="6360"/>
                  <a:pt x="367" y="9295"/>
                </a:cubicBezTo>
                <a:cubicBezTo>
                  <a:pt x="534" y="10796"/>
                  <a:pt x="1201" y="11764"/>
                  <a:pt x="2102" y="12164"/>
                </a:cubicBezTo>
                <a:lnTo>
                  <a:pt x="4036" y="12998"/>
                </a:lnTo>
                <a:cubicBezTo>
                  <a:pt x="4342" y="13145"/>
                  <a:pt x="4678" y="13219"/>
                  <a:pt x="5037" y="13219"/>
                </a:cubicBezTo>
                <a:cubicBezTo>
                  <a:pt x="5736" y="13219"/>
                  <a:pt x="6523" y="12937"/>
                  <a:pt x="7339" y="12364"/>
                </a:cubicBezTo>
                <a:cubicBezTo>
                  <a:pt x="9740" y="10663"/>
                  <a:pt x="11442" y="6860"/>
                  <a:pt x="11075" y="3925"/>
                </a:cubicBezTo>
                <a:cubicBezTo>
                  <a:pt x="10908" y="2457"/>
                  <a:pt x="10241" y="1456"/>
                  <a:pt x="9340" y="1056"/>
                </a:cubicBezTo>
                <a:cubicBezTo>
                  <a:pt x="8806" y="789"/>
                  <a:pt x="7972" y="456"/>
                  <a:pt x="7405" y="222"/>
                </a:cubicBezTo>
                <a:cubicBezTo>
                  <a:pt x="7100" y="75"/>
                  <a:pt x="6764" y="1"/>
                  <a:pt x="6406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40">
            <a:extLst>
              <a:ext uri="{FF2B5EF4-FFF2-40B4-BE49-F238E27FC236}">
                <a16:creationId xmlns:a16="http://schemas.microsoft.com/office/drawing/2014/main" id="{E56F506A-5920-EDF2-2A37-EE33057A1F98}"/>
              </a:ext>
            </a:extLst>
          </p:cNvPr>
          <p:cNvSpPr/>
          <p:nvPr/>
        </p:nvSpPr>
        <p:spPr>
          <a:xfrm>
            <a:off x="7091260" y="2517273"/>
            <a:ext cx="169537" cy="221379"/>
          </a:xfrm>
          <a:custGeom>
            <a:avLst/>
            <a:gdLst/>
            <a:ahLst/>
            <a:cxnLst/>
            <a:rect l="l" t="t" r="r" b="b"/>
            <a:pathLst>
              <a:path w="9474" h="12371" extrusionOk="0">
                <a:moveTo>
                  <a:pt x="6396" y="1"/>
                </a:moveTo>
                <a:cubicBezTo>
                  <a:pt x="5690" y="1"/>
                  <a:pt x="4896" y="268"/>
                  <a:pt x="4103" y="841"/>
                </a:cubicBezTo>
                <a:cubicBezTo>
                  <a:pt x="1668" y="2542"/>
                  <a:pt x="0" y="6345"/>
                  <a:pt x="367" y="9280"/>
                </a:cubicBezTo>
                <a:cubicBezTo>
                  <a:pt x="534" y="10781"/>
                  <a:pt x="1201" y="11749"/>
                  <a:pt x="2068" y="12149"/>
                </a:cubicBezTo>
                <a:cubicBezTo>
                  <a:pt x="2374" y="12296"/>
                  <a:pt x="2714" y="12370"/>
                  <a:pt x="3076" y="12370"/>
                </a:cubicBezTo>
                <a:cubicBezTo>
                  <a:pt x="3783" y="12370"/>
                  <a:pt x="4577" y="12088"/>
                  <a:pt x="5371" y="11515"/>
                </a:cubicBezTo>
                <a:cubicBezTo>
                  <a:pt x="7772" y="9814"/>
                  <a:pt x="9474" y="6045"/>
                  <a:pt x="9140" y="3076"/>
                </a:cubicBezTo>
                <a:cubicBezTo>
                  <a:pt x="8940" y="1608"/>
                  <a:pt x="8306" y="607"/>
                  <a:pt x="7405" y="207"/>
                </a:cubicBezTo>
                <a:cubicBezTo>
                  <a:pt x="7100" y="71"/>
                  <a:pt x="6759" y="1"/>
                  <a:pt x="6396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40">
            <a:extLst>
              <a:ext uri="{FF2B5EF4-FFF2-40B4-BE49-F238E27FC236}">
                <a16:creationId xmlns:a16="http://schemas.microsoft.com/office/drawing/2014/main" id="{1D0F5CA8-6BFE-0122-3B56-6A795B6BFCB1}"/>
              </a:ext>
            </a:extLst>
          </p:cNvPr>
          <p:cNvSpPr/>
          <p:nvPr/>
        </p:nvSpPr>
        <p:spPr>
          <a:xfrm>
            <a:off x="7627895" y="1443735"/>
            <a:ext cx="109249" cy="130311"/>
          </a:xfrm>
          <a:custGeom>
            <a:avLst/>
            <a:gdLst/>
            <a:ahLst/>
            <a:cxnLst/>
            <a:rect l="l" t="t" r="r" b="b"/>
            <a:pathLst>
              <a:path w="6105" h="7282" extrusionOk="0">
                <a:moveTo>
                  <a:pt x="3443" y="1"/>
                </a:moveTo>
                <a:cubicBezTo>
                  <a:pt x="3063" y="1"/>
                  <a:pt x="2639" y="149"/>
                  <a:pt x="2202" y="455"/>
                </a:cubicBezTo>
                <a:cubicBezTo>
                  <a:pt x="767" y="1589"/>
                  <a:pt x="0" y="3324"/>
                  <a:pt x="100" y="5125"/>
                </a:cubicBezTo>
                <a:cubicBezTo>
                  <a:pt x="100" y="5759"/>
                  <a:pt x="467" y="6360"/>
                  <a:pt x="1068" y="6693"/>
                </a:cubicBezTo>
                <a:lnTo>
                  <a:pt x="2135" y="7160"/>
                </a:lnTo>
                <a:cubicBezTo>
                  <a:pt x="2307" y="7240"/>
                  <a:pt x="2495" y="7281"/>
                  <a:pt x="2695" y="7281"/>
                </a:cubicBezTo>
                <a:cubicBezTo>
                  <a:pt x="3076" y="7281"/>
                  <a:pt x="3499" y="7133"/>
                  <a:pt x="3936" y="6827"/>
                </a:cubicBezTo>
                <a:cubicBezTo>
                  <a:pt x="5337" y="5692"/>
                  <a:pt x="6105" y="3958"/>
                  <a:pt x="6004" y="2157"/>
                </a:cubicBezTo>
                <a:cubicBezTo>
                  <a:pt x="5904" y="1323"/>
                  <a:pt x="5571" y="789"/>
                  <a:pt x="5070" y="589"/>
                </a:cubicBezTo>
                <a:lnTo>
                  <a:pt x="4003" y="122"/>
                </a:lnTo>
                <a:cubicBezTo>
                  <a:pt x="3831" y="41"/>
                  <a:pt x="3643" y="1"/>
                  <a:pt x="3443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0">
            <a:extLst>
              <a:ext uri="{FF2B5EF4-FFF2-40B4-BE49-F238E27FC236}">
                <a16:creationId xmlns:a16="http://schemas.microsoft.com/office/drawing/2014/main" id="{4A2A02DB-AE26-A199-7DA6-BA3755EE726F}"/>
              </a:ext>
            </a:extLst>
          </p:cNvPr>
          <p:cNvSpPr/>
          <p:nvPr/>
        </p:nvSpPr>
        <p:spPr>
          <a:xfrm>
            <a:off x="7646399" y="1452091"/>
            <a:ext cx="90746" cy="121954"/>
          </a:xfrm>
          <a:custGeom>
            <a:avLst/>
            <a:gdLst/>
            <a:ahLst/>
            <a:cxnLst/>
            <a:rect l="l" t="t" r="r" b="b"/>
            <a:pathLst>
              <a:path w="5071" h="6815" extrusionOk="0">
                <a:moveTo>
                  <a:pt x="3458" y="1"/>
                </a:moveTo>
                <a:cubicBezTo>
                  <a:pt x="3077" y="1"/>
                  <a:pt x="2639" y="149"/>
                  <a:pt x="2202" y="455"/>
                </a:cubicBezTo>
                <a:cubicBezTo>
                  <a:pt x="801" y="1589"/>
                  <a:pt x="0" y="3324"/>
                  <a:pt x="134" y="5125"/>
                </a:cubicBezTo>
                <a:cubicBezTo>
                  <a:pt x="234" y="5926"/>
                  <a:pt x="567" y="6460"/>
                  <a:pt x="1068" y="6693"/>
                </a:cubicBezTo>
                <a:cubicBezTo>
                  <a:pt x="1240" y="6773"/>
                  <a:pt x="1428" y="6814"/>
                  <a:pt x="1627" y="6814"/>
                </a:cubicBezTo>
                <a:cubicBezTo>
                  <a:pt x="2008" y="6814"/>
                  <a:pt x="2431" y="6666"/>
                  <a:pt x="2869" y="6360"/>
                </a:cubicBezTo>
                <a:cubicBezTo>
                  <a:pt x="4303" y="5225"/>
                  <a:pt x="5071" y="3491"/>
                  <a:pt x="4970" y="1690"/>
                </a:cubicBezTo>
                <a:cubicBezTo>
                  <a:pt x="4870" y="856"/>
                  <a:pt x="4503" y="322"/>
                  <a:pt x="4003" y="122"/>
                </a:cubicBezTo>
                <a:cubicBezTo>
                  <a:pt x="3842" y="41"/>
                  <a:pt x="3658" y="1"/>
                  <a:pt x="3458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0">
            <a:extLst>
              <a:ext uri="{FF2B5EF4-FFF2-40B4-BE49-F238E27FC236}">
                <a16:creationId xmlns:a16="http://schemas.microsoft.com/office/drawing/2014/main" id="{82F77DC2-F0A9-5B50-881A-719DCEC5519B}"/>
              </a:ext>
            </a:extLst>
          </p:cNvPr>
          <p:cNvSpPr/>
          <p:nvPr/>
        </p:nvSpPr>
        <p:spPr>
          <a:xfrm>
            <a:off x="6712799" y="1345026"/>
            <a:ext cx="1141343" cy="450399"/>
          </a:xfrm>
          <a:custGeom>
            <a:avLst/>
            <a:gdLst/>
            <a:ahLst/>
            <a:cxnLst/>
            <a:rect l="l" t="t" r="r" b="b"/>
            <a:pathLst>
              <a:path w="63780" h="25169" extrusionOk="0">
                <a:moveTo>
                  <a:pt x="55521" y="0"/>
                </a:moveTo>
                <a:cubicBezTo>
                  <a:pt x="55159" y="0"/>
                  <a:pt x="54795" y="45"/>
                  <a:pt x="54440" y="134"/>
                </a:cubicBezTo>
                <a:lnTo>
                  <a:pt x="7239" y="10174"/>
                </a:lnTo>
                <a:cubicBezTo>
                  <a:pt x="4604" y="10741"/>
                  <a:pt x="1769" y="13910"/>
                  <a:pt x="735" y="17379"/>
                </a:cubicBezTo>
                <a:cubicBezTo>
                  <a:pt x="1" y="19981"/>
                  <a:pt x="468" y="22049"/>
                  <a:pt x="1835" y="22850"/>
                </a:cubicBezTo>
                <a:cubicBezTo>
                  <a:pt x="2269" y="23117"/>
                  <a:pt x="4671" y="24485"/>
                  <a:pt x="5238" y="24818"/>
                </a:cubicBezTo>
                <a:cubicBezTo>
                  <a:pt x="5652" y="25039"/>
                  <a:pt x="6113" y="25169"/>
                  <a:pt x="6562" y="25169"/>
                </a:cubicBezTo>
                <a:cubicBezTo>
                  <a:pt x="6655" y="25169"/>
                  <a:pt x="6747" y="25163"/>
                  <a:pt x="6839" y="25152"/>
                </a:cubicBezTo>
                <a:lnTo>
                  <a:pt x="52205" y="21449"/>
                </a:lnTo>
                <a:cubicBezTo>
                  <a:pt x="56241" y="21115"/>
                  <a:pt x="61011" y="16179"/>
                  <a:pt x="62645" y="10641"/>
                </a:cubicBezTo>
                <a:cubicBezTo>
                  <a:pt x="63780" y="6739"/>
                  <a:pt x="63012" y="3636"/>
                  <a:pt x="61011" y="2469"/>
                </a:cubicBezTo>
                <a:cubicBezTo>
                  <a:pt x="60444" y="2135"/>
                  <a:pt x="58176" y="868"/>
                  <a:pt x="57608" y="534"/>
                </a:cubicBezTo>
                <a:cubicBezTo>
                  <a:pt x="56964" y="178"/>
                  <a:pt x="56245" y="0"/>
                  <a:pt x="55521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0">
            <a:extLst>
              <a:ext uri="{FF2B5EF4-FFF2-40B4-BE49-F238E27FC236}">
                <a16:creationId xmlns:a16="http://schemas.microsoft.com/office/drawing/2014/main" id="{97806DAA-A3F8-E3AB-696D-0B250C6FE16C}"/>
              </a:ext>
            </a:extLst>
          </p:cNvPr>
          <p:cNvSpPr/>
          <p:nvPr/>
        </p:nvSpPr>
        <p:spPr>
          <a:xfrm>
            <a:off x="6712799" y="1345026"/>
            <a:ext cx="1141343" cy="450399"/>
          </a:xfrm>
          <a:custGeom>
            <a:avLst/>
            <a:gdLst/>
            <a:ahLst/>
            <a:cxnLst/>
            <a:rect l="l" t="t" r="r" b="b"/>
            <a:pathLst>
              <a:path w="63780" h="25169" extrusionOk="0">
                <a:moveTo>
                  <a:pt x="55521" y="0"/>
                </a:moveTo>
                <a:cubicBezTo>
                  <a:pt x="55159" y="0"/>
                  <a:pt x="54795" y="45"/>
                  <a:pt x="54440" y="134"/>
                </a:cubicBezTo>
                <a:lnTo>
                  <a:pt x="7239" y="10174"/>
                </a:lnTo>
                <a:cubicBezTo>
                  <a:pt x="4604" y="10741"/>
                  <a:pt x="1769" y="13910"/>
                  <a:pt x="735" y="17379"/>
                </a:cubicBezTo>
                <a:cubicBezTo>
                  <a:pt x="1" y="19981"/>
                  <a:pt x="468" y="22049"/>
                  <a:pt x="1835" y="22850"/>
                </a:cubicBezTo>
                <a:cubicBezTo>
                  <a:pt x="2269" y="23117"/>
                  <a:pt x="4671" y="24485"/>
                  <a:pt x="5238" y="24818"/>
                </a:cubicBezTo>
                <a:cubicBezTo>
                  <a:pt x="5652" y="25039"/>
                  <a:pt x="6113" y="25169"/>
                  <a:pt x="6562" y="25169"/>
                </a:cubicBezTo>
                <a:cubicBezTo>
                  <a:pt x="6655" y="25169"/>
                  <a:pt x="6747" y="25163"/>
                  <a:pt x="6839" y="25152"/>
                </a:cubicBezTo>
                <a:lnTo>
                  <a:pt x="52205" y="21449"/>
                </a:lnTo>
                <a:cubicBezTo>
                  <a:pt x="56241" y="21115"/>
                  <a:pt x="61011" y="16179"/>
                  <a:pt x="62645" y="10641"/>
                </a:cubicBezTo>
                <a:cubicBezTo>
                  <a:pt x="63780" y="6739"/>
                  <a:pt x="63012" y="3636"/>
                  <a:pt x="61011" y="2469"/>
                </a:cubicBezTo>
                <a:cubicBezTo>
                  <a:pt x="60444" y="2135"/>
                  <a:pt x="58176" y="868"/>
                  <a:pt x="57608" y="534"/>
                </a:cubicBezTo>
                <a:cubicBezTo>
                  <a:pt x="56964" y="178"/>
                  <a:pt x="56245" y="0"/>
                  <a:pt x="55521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40">
            <a:extLst>
              <a:ext uri="{FF2B5EF4-FFF2-40B4-BE49-F238E27FC236}">
                <a16:creationId xmlns:a16="http://schemas.microsoft.com/office/drawing/2014/main" id="{FEB8B054-5409-2551-4856-1FCF0C38C515}"/>
              </a:ext>
            </a:extLst>
          </p:cNvPr>
          <p:cNvSpPr/>
          <p:nvPr/>
        </p:nvSpPr>
        <p:spPr>
          <a:xfrm>
            <a:off x="6769562" y="1380315"/>
            <a:ext cx="1090163" cy="415003"/>
          </a:xfrm>
          <a:custGeom>
            <a:avLst/>
            <a:gdLst/>
            <a:ahLst/>
            <a:cxnLst/>
            <a:rect l="l" t="t" r="r" b="b"/>
            <a:pathLst>
              <a:path w="60920" h="23191" extrusionOk="0">
                <a:moveTo>
                  <a:pt x="55833" y="0"/>
                </a:moveTo>
                <a:cubicBezTo>
                  <a:pt x="55465" y="0"/>
                  <a:pt x="55077" y="43"/>
                  <a:pt x="54670" y="130"/>
                </a:cubicBezTo>
                <a:lnTo>
                  <a:pt x="7470" y="10170"/>
                </a:lnTo>
                <a:cubicBezTo>
                  <a:pt x="4834" y="10737"/>
                  <a:pt x="1966" y="13873"/>
                  <a:pt x="965" y="17342"/>
                </a:cubicBezTo>
                <a:cubicBezTo>
                  <a:pt x="1" y="20684"/>
                  <a:pt x="1049" y="23191"/>
                  <a:pt x="3394" y="23191"/>
                </a:cubicBezTo>
                <a:cubicBezTo>
                  <a:pt x="3483" y="23191"/>
                  <a:pt x="3574" y="23187"/>
                  <a:pt x="3667" y="23180"/>
                </a:cubicBezTo>
                <a:lnTo>
                  <a:pt x="49033" y="19477"/>
                </a:lnTo>
                <a:cubicBezTo>
                  <a:pt x="53069" y="19143"/>
                  <a:pt x="57839" y="14240"/>
                  <a:pt x="59473" y="8669"/>
                </a:cubicBezTo>
                <a:cubicBezTo>
                  <a:pt x="60919" y="3668"/>
                  <a:pt x="59264" y="0"/>
                  <a:pt x="55833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0">
            <a:extLst>
              <a:ext uri="{FF2B5EF4-FFF2-40B4-BE49-F238E27FC236}">
                <a16:creationId xmlns:a16="http://schemas.microsoft.com/office/drawing/2014/main" id="{94FF5BF6-2C78-0DE7-1088-B9B65B5DA7CE}"/>
              </a:ext>
            </a:extLst>
          </p:cNvPr>
          <p:cNvSpPr/>
          <p:nvPr/>
        </p:nvSpPr>
        <p:spPr>
          <a:xfrm>
            <a:off x="6831586" y="3229083"/>
            <a:ext cx="704991" cy="361443"/>
          </a:xfrm>
          <a:custGeom>
            <a:avLst/>
            <a:gdLst/>
            <a:ahLst/>
            <a:cxnLst/>
            <a:rect l="l" t="t" r="r" b="b"/>
            <a:pathLst>
              <a:path w="39396" h="20198" extrusionOk="0">
                <a:moveTo>
                  <a:pt x="19715" y="0"/>
                </a:moveTo>
                <a:cubicBezTo>
                  <a:pt x="14695" y="0"/>
                  <a:pt x="9674" y="1109"/>
                  <a:pt x="5838" y="3327"/>
                </a:cubicBezTo>
                <a:cubicBezTo>
                  <a:pt x="5338" y="3628"/>
                  <a:pt x="4838" y="3928"/>
                  <a:pt x="4404" y="4228"/>
                </a:cubicBezTo>
                <a:lnTo>
                  <a:pt x="67" y="4228"/>
                </a:lnTo>
                <a:lnTo>
                  <a:pt x="67" y="9966"/>
                </a:lnTo>
                <a:cubicBezTo>
                  <a:pt x="1" y="12301"/>
                  <a:pt x="1902" y="14636"/>
                  <a:pt x="5805" y="16870"/>
                </a:cubicBezTo>
                <a:cubicBezTo>
                  <a:pt x="9641" y="19089"/>
                  <a:pt x="14670" y="20198"/>
                  <a:pt x="19698" y="20198"/>
                </a:cubicBezTo>
                <a:cubicBezTo>
                  <a:pt x="24727" y="20198"/>
                  <a:pt x="29755" y="19089"/>
                  <a:pt x="33591" y="16870"/>
                </a:cubicBezTo>
                <a:cubicBezTo>
                  <a:pt x="37494" y="14602"/>
                  <a:pt x="39396" y="12267"/>
                  <a:pt x="39329" y="9966"/>
                </a:cubicBezTo>
                <a:lnTo>
                  <a:pt x="39329" y="4228"/>
                </a:lnTo>
                <a:lnTo>
                  <a:pt x="35026" y="4228"/>
                </a:lnTo>
                <a:cubicBezTo>
                  <a:pt x="34592" y="3928"/>
                  <a:pt x="34092" y="3628"/>
                  <a:pt x="33591" y="3327"/>
                </a:cubicBezTo>
                <a:cubicBezTo>
                  <a:pt x="29755" y="1109"/>
                  <a:pt x="24735" y="0"/>
                  <a:pt x="19715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0">
            <a:extLst>
              <a:ext uri="{FF2B5EF4-FFF2-40B4-BE49-F238E27FC236}">
                <a16:creationId xmlns:a16="http://schemas.microsoft.com/office/drawing/2014/main" id="{05F58A06-4131-390E-8BA6-B54BB7DDD0BC}"/>
              </a:ext>
            </a:extLst>
          </p:cNvPr>
          <p:cNvSpPr/>
          <p:nvPr/>
        </p:nvSpPr>
        <p:spPr>
          <a:xfrm>
            <a:off x="6798766" y="3101330"/>
            <a:ext cx="771239" cy="405626"/>
          </a:xfrm>
          <a:custGeom>
            <a:avLst/>
            <a:gdLst/>
            <a:ahLst/>
            <a:cxnLst/>
            <a:rect l="l" t="t" r="r" b="b"/>
            <a:pathLst>
              <a:path w="43098" h="22667" extrusionOk="0">
                <a:moveTo>
                  <a:pt x="21549" y="1"/>
                </a:moveTo>
                <a:cubicBezTo>
                  <a:pt x="16529" y="1"/>
                  <a:pt x="11508" y="1110"/>
                  <a:pt x="7672" y="3328"/>
                </a:cubicBezTo>
                <a:cubicBezTo>
                  <a:pt x="0" y="7764"/>
                  <a:pt x="0" y="14936"/>
                  <a:pt x="7672" y="19339"/>
                </a:cubicBezTo>
                <a:cubicBezTo>
                  <a:pt x="11492" y="21558"/>
                  <a:pt x="16512" y="22667"/>
                  <a:pt x="21536" y="22667"/>
                </a:cubicBezTo>
                <a:cubicBezTo>
                  <a:pt x="26561" y="22667"/>
                  <a:pt x="31589" y="21558"/>
                  <a:pt x="35425" y="19339"/>
                </a:cubicBezTo>
                <a:cubicBezTo>
                  <a:pt x="43098" y="14936"/>
                  <a:pt x="43098" y="7764"/>
                  <a:pt x="35425" y="3328"/>
                </a:cubicBezTo>
                <a:cubicBezTo>
                  <a:pt x="31589" y="1110"/>
                  <a:pt x="26569" y="1"/>
                  <a:pt x="21549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40">
            <a:extLst>
              <a:ext uri="{FF2B5EF4-FFF2-40B4-BE49-F238E27FC236}">
                <a16:creationId xmlns:a16="http://schemas.microsoft.com/office/drawing/2014/main" id="{E9EBC25A-E409-629E-5295-D6747287809F}"/>
              </a:ext>
            </a:extLst>
          </p:cNvPr>
          <p:cNvSpPr/>
          <p:nvPr/>
        </p:nvSpPr>
        <p:spPr>
          <a:xfrm>
            <a:off x="6965297" y="2504264"/>
            <a:ext cx="463230" cy="923829"/>
          </a:xfrm>
          <a:custGeom>
            <a:avLst/>
            <a:gdLst/>
            <a:ahLst/>
            <a:cxnLst/>
            <a:rect l="l" t="t" r="r" b="b"/>
            <a:pathLst>
              <a:path w="25886" h="51625" extrusionOk="0">
                <a:moveTo>
                  <a:pt x="12943" y="0"/>
                </a:moveTo>
                <a:cubicBezTo>
                  <a:pt x="5805" y="0"/>
                  <a:pt x="1" y="5871"/>
                  <a:pt x="134" y="13043"/>
                </a:cubicBezTo>
                <a:lnTo>
                  <a:pt x="134" y="44298"/>
                </a:lnTo>
                <a:cubicBezTo>
                  <a:pt x="134" y="46200"/>
                  <a:pt x="1402" y="48068"/>
                  <a:pt x="3904" y="49502"/>
                </a:cubicBezTo>
                <a:cubicBezTo>
                  <a:pt x="6398" y="50916"/>
                  <a:pt x="9672" y="51625"/>
                  <a:pt x="12944" y="51625"/>
                </a:cubicBezTo>
                <a:cubicBezTo>
                  <a:pt x="16235" y="51625"/>
                  <a:pt x="19524" y="50907"/>
                  <a:pt x="22016" y="49469"/>
                </a:cubicBezTo>
                <a:cubicBezTo>
                  <a:pt x="24485" y="48034"/>
                  <a:pt x="25719" y="46166"/>
                  <a:pt x="25752" y="44298"/>
                </a:cubicBezTo>
                <a:lnTo>
                  <a:pt x="25752" y="44232"/>
                </a:lnTo>
                <a:lnTo>
                  <a:pt x="25752" y="13043"/>
                </a:lnTo>
                <a:cubicBezTo>
                  <a:pt x="25886" y="5871"/>
                  <a:pt x="20115" y="0"/>
                  <a:pt x="12943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40">
            <a:extLst>
              <a:ext uri="{FF2B5EF4-FFF2-40B4-BE49-F238E27FC236}">
                <a16:creationId xmlns:a16="http://schemas.microsoft.com/office/drawing/2014/main" id="{46D2C89C-7EB2-04BE-D73C-C22C436F5DFD}"/>
              </a:ext>
            </a:extLst>
          </p:cNvPr>
          <p:cNvSpPr/>
          <p:nvPr/>
        </p:nvSpPr>
        <p:spPr>
          <a:xfrm>
            <a:off x="7279283" y="2995356"/>
            <a:ext cx="67464" cy="85556"/>
          </a:xfrm>
          <a:custGeom>
            <a:avLst/>
            <a:gdLst/>
            <a:ahLst/>
            <a:cxnLst/>
            <a:rect l="l" t="t" r="r" b="b"/>
            <a:pathLst>
              <a:path w="3770" h="4781" extrusionOk="0">
                <a:moveTo>
                  <a:pt x="2465" y="1"/>
                </a:moveTo>
                <a:cubicBezTo>
                  <a:pt x="2207" y="1"/>
                  <a:pt x="1949" y="88"/>
                  <a:pt x="1735" y="244"/>
                </a:cubicBezTo>
                <a:cubicBezTo>
                  <a:pt x="734" y="877"/>
                  <a:pt x="101" y="1978"/>
                  <a:pt x="34" y="3179"/>
                </a:cubicBezTo>
                <a:cubicBezTo>
                  <a:pt x="1" y="3613"/>
                  <a:pt x="167" y="4013"/>
                  <a:pt x="501" y="4280"/>
                </a:cubicBezTo>
                <a:lnTo>
                  <a:pt x="534" y="4280"/>
                </a:lnTo>
                <a:lnTo>
                  <a:pt x="1368" y="4780"/>
                </a:lnTo>
                <a:lnTo>
                  <a:pt x="1735" y="4146"/>
                </a:lnTo>
                <a:cubicBezTo>
                  <a:pt x="2736" y="3513"/>
                  <a:pt x="3370" y="2412"/>
                  <a:pt x="3436" y="1211"/>
                </a:cubicBezTo>
                <a:lnTo>
                  <a:pt x="3436" y="1144"/>
                </a:lnTo>
                <a:lnTo>
                  <a:pt x="3770" y="610"/>
                </a:lnTo>
                <a:lnTo>
                  <a:pt x="3003" y="143"/>
                </a:lnTo>
                <a:cubicBezTo>
                  <a:pt x="2835" y="46"/>
                  <a:pt x="2651" y="1"/>
                  <a:pt x="2465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0">
            <a:extLst>
              <a:ext uri="{FF2B5EF4-FFF2-40B4-BE49-F238E27FC236}">
                <a16:creationId xmlns:a16="http://schemas.microsoft.com/office/drawing/2014/main" id="{163D39AA-62CA-09D2-A513-3F169ACF133B}"/>
              </a:ext>
            </a:extLst>
          </p:cNvPr>
          <p:cNvSpPr/>
          <p:nvPr/>
        </p:nvSpPr>
        <p:spPr>
          <a:xfrm>
            <a:off x="7279283" y="2995356"/>
            <a:ext cx="67464" cy="85556"/>
          </a:xfrm>
          <a:custGeom>
            <a:avLst/>
            <a:gdLst/>
            <a:ahLst/>
            <a:cxnLst/>
            <a:rect l="l" t="t" r="r" b="b"/>
            <a:pathLst>
              <a:path w="3770" h="4781" extrusionOk="0">
                <a:moveTo>
                  <a:pt x="2465" y="1"/>
                </a:moveTo>
                <a:cubicBezTo>
                  <a:pt x="2207" y="1"/>
                  <a:pt x="1949" y="88"/>
                  <a:pt x="1735" y="244"/>
                </a:cubicBezTo>
                <a:cubicBezTo>
                  <a:pt x="734" y="877"/>
                  <a:pt x="101" y="1978"/>
                  <a:pt x="34" y="3179"/>
                </a:cubicBezTo>
                <a:cubicBezTo>
                  <a:pt x="1" y="3613"/>
                  <a:pt x="167" y="4013"/>
                  <a:pt x="501" y="4280"/>
                </a:cubicBezTo>
                <a:lnTo>
                  <a:pt x="534" y="4280"/>
                </a:lnTo>
                <a:lnTo>
                  <a:pt x="1368" y="4780"/>
                </a:lnTo>
                <a:lnTo>
                  <a:pt x="1735" y="4146"/>
                </a:lnTo>
                <a:cubicBezTo>
                  <a:pt x="2736" y="3513"/>
                  <a:pt x="3370" y="2412"/>
                  <a:pt x="3436" y="1211"/>
                </a:cubicBezTo>
                <a:lnTo>
                  <a:pt x="3436" y="1144"/>
                </a:lnTo>
                <a:lnTo>
                  <a:pt x="3770" y="610"/>
                </a:lnTo>
                <a:lnTo>
                  <a:pt x="3003" y="143"/>
                </a:lnTo>
                <a:cubicBezTo>
                  <a:pt x="2835" y="46"/>
                  <a:pt x="2651" y="1"/>
                  <a:pt x="246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0">
            <a:extLst>
              <a:ext uri="{FF2B5EF4-FFF2-40B4-BE49-F238E27FC236}">
                <a16:creationId xmlns:a16="http://schemas.microsoft.com/office/drawing/2014/main" id="{C529C437-5C9B-DA12-D506-1A6AA1C05C49}"/>
              </a:ext>
            </a:extLst>
          </p:cNvPr>
          <p:cNvSpPr/>
          <p:nvPr/>
        </p:nvSpPr>
        <p:spPr>
          <a:xfrm>
            <a:off x="7294798" y="3004196"/>
            <a:ext cx="61505" cy="78774"/>
          </a:xfrm>
          <a:custGeom>
            <a:avLst/>
            <a:gdLst/>
            <a:ahLst/>
            <a:cxnLst/>
            <a:rect l="l" t="t" r="r" b="b"/>
            <a:pathLst>
              <a:path w="3437" h="4402" extrusionOk="0">
                <a:moveTo>
                  <a:pt x="2499" y="1"/>
                </a:moveTo>
                <a:cubicBezTo>
                  <a:pt x="2261" y="1"/>
                  <a:pt x="1991" y="81"/>
                  <a:pt x="1702" y="250"/>
                </a:cubicBezTo>
                <a:cubicBezTo>
                  <a:pt x="701" y="884"/>
                  <a:pt x="68" y="1984"/>
                  <a:pt x="1" y="3185"/>
                </a:cubicBezTo>
                <a:cubicBezTo>
                  <a:pt x="1" y="3958"/>
                  <a:pt x="379" y="4402"/>
                  <a:pt x="927" y="4402"/>
                </a:cubicBezTo>
                <a:cubicBezTo>
                  <a:pt x="1160" y="4402"/>
                  <a:pt x="1424" y="4322"/>
                  <a:pt x="1702" y="4153"/>
                </a:cubicBezTo>
                <a:cubicBezTo>
                  <a:pt x="2736" y="3519"/>
                  <a:pt x="3370" y="2418"/>
                  <a:pt x="3437" y="1217"/>
                </a:cubicBezTo>
                <a:cubicBezTo>
                  <a:pt x="3437" y="445"/>
                  <a:pt x="3059" y="1"/>
                  <a:pt x="2499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0">
            <a:extLst>
              <a:ext uri="{FF2B5EF4-FFF2-40B4-BE49-F238E27FC236}">
                <a16:creationId xmlns:a16="http://schemas.microsoft.com/office/drawing/2014/main" id="{5910A8E3-21EA-2802-E874-0C3B5A38B9D0}"/>
              </a:ext>
            </a:extLst>
          </p:cNvPr>
          <p:cNvSpPr/>
          <p:nvPr/>
        </p:nvSpPr>
        <p:spPr>
          <a:xfrm>
            <a:off x="7279283" y="3126348"/>
            <a:ext cx="67464" cy="85878"/>
          </a:xfrm>
          <a:custGeom>
            <a:avLst/>
            <a:gdLst/>
            <a:ahLst/>
            <a:cxnLst/>
            <a:rect l="l" t="t" r="r" b="b"/>
            <a:pathLst>
              <a:path w="3770" h="4799" extrusionOk="0">
                <a:moveTo>
                  <a:pt x="2451" y="0"/>
                </a:moveTo>
                <a:cubicBezTo>
                  <a:pt x="2198" y="0"/>
                  <a:pt x="1945" y="76"/>
                  <a:pt x="1735" y="229"/>
                </a:cubicBezTo>
                <a:cubicBezTo>
                  <a:pt x="734" y="896"/>
                  <a:pt x="101" y="1997"/>
                  <a:pt x="34" y="3198"/>
                </a:cubicBezTo>
                <a:cubicBezTo>
                  <a:pt x="1" y="3631"/>
                  <a:pt x="167" y="4031"/>
                  <a:pt x="534" y="4298"/>
                </a:cubicBezTo>
                <a:lnTo>
                  <a:pt x="568" y="4298"/>
                </a:lnTo>
                <a:lnTo>
                  <a:pt x="1402" y="4799"/>
                </a:lnTo>
                <a:lnTo>
                  <a:pt x="1735" y="4165"/>
                </a:lnTo>
                <a:cubicBezTo>
                  <a:pt x="2769" y="3498"/>
                  <a:pt x="3403" y="2430"/>
                  <a:pt x="3470" y="1196"/>
                </a:cubicBezTo>
                <a:lnTo>
                  <a:pt x="3470" y="1163"/>
                </a:lnTo>
                <a:lnTo>
                  <a:pt x="3770" y="596"/>
                </a:lnTo>
                <a:lnTo>
                  <a:pt x="3003" y="129"/>
                </a:lnTo>
                <a:cubicBezTo>
                  <a:pt x="2831" y="43"/>
                  <a:pt x="2641" y="0"/>
                  <a:pt x="245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0">
            <a:extLst>
              <a:ext uri="{FF2B5EF4-FFF2-40B4-BE49-F238E27FC236}">
                <a16:creationId xmlns:a16="http://schemas.microsoft.com/office/drawing/2014/main" id="{C8F9FD03-5951-25DA-4607-FBEBFEC60CA3}"/>
              </a:ext>
            </a:extLst>
          </p:cNvPr>
          <p:cNvSpPr/>
          <p:nvPr/>
        </p:nvSpPr>
        <p:spPr>
          <a:xfrm>
            <a:off x="7294798" y="3135295"/>
            <a:ext cx="61505" cy="78631"/>
          </a:xfrm>
          <a:custGeom>
            <a:avLst/>
            <a:gdLst/>
            <a:ahLst/>
            <a:cxnLst/>
            <a:rect l="l" t="t" r="r" b="b"/>
            <a:pathLst>
              <a:path w="3437" h="4394" extrusionOk="0">
                <a:moveTo>
                  <a:pt x="2480" y="1"/>
                </a:moveTo>
                <a:cubicBezTo>
                  <a:pt x="2247" y="1"/>
                  <a:pt x="1983" y="74"/>
                  <a:pt x="1702" y="229"/>
                </a:cubicBezTo>
                <a:cubicBezTo>
                  <a:pt x="701" y="896"/>
                  <a:pt x="68" y="1997"/>
                  <a:pt x="1" y="3198"/>
                </a:cubicBezTo>
                <a:cubicBezTo>
                  <a:pt x="1" y="3955"/>
                  <a:pt x="387" y="4394"/>
                  <a:pt x="945" y="4394"/>
                </a:cubicBezTo>
                <a:cubicBezTo>
                  <a:pt x="1174" y="4394"/>
                  <a:pt x="1431" y="4320"/>
                  <a:pt x="1702" y="4165"/>
                </a:cubicBezTo>
                <a:cubicBezTo>
                  <a:pt x="2736" y="3498"/>
                  <a:pt x="3370" y="2397"/>
                  <a:pt x="3437" y="1196"/>
                </a:cubicBezTo>
                <a:cubicBezTo>
                  <a:pt x="3437" y="439"/>
                  <a:pt x="3050" y="1"/>
                  <a:pt x="2480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0">
            <a:extLst>
              <a:ext uri="{FF2B5EF4-FFF2-40B4-BE49-F238E27FC236}">
                <a16:creationId xmlns:a16="http://schemas.microsoft.com/office/drawing/2014/main" id="{7FAB4701-E456-AA63-4FC0-CD0EFEBF9255}"/>
              </a:ext>
            </a:extLst>
          </p:cNvPr>
          <p:cNvSpPr/>
          <p:nvPr/>
        </p:nvSpPr>
        <p:spPr>
          <a:xfrm>
            <a:off x="7043498" y="1380762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4" y="0"/>
                </a:moveTo>
                <a:cubicBezTo>
                  <a:pt x="38855" y="0"/>
                  <a:pt x="36525" y="1879"/>
                  <a:pt x="34759" y="5175"/>
                </a:cubicBezTo>
                <a:lnTo>
                  <a:pt x="4204" y="62483"/>
                </a:lnTo>
                <a:cubicBezTo>
                  <a:pt x="301" y="69821"/>
                  <a:pt x="1" y="79161"/>
                  <a:pt x="3536" y="82764"/>
                </a:cubicBezTo>
                <a:cubicBezTo>
                  <a:pt x="3870" y="83064"/>
                  <a:pt x="4204" y="83331"/>
                  <a:pt x="4570" y="83565"/>
                </a:cubicBezTo>
                <a:cubicBezTo>
                  <a:pt x="5471" y="84098"/>
                  <a:pt x="9307" y="86300"/>
                  <a:pt x="9674" y="86500"/>
                </a:cubicBezTo>
                <a:cubicBezTo>
                  <a:pt x="10363" y="86902"/>
                  <a:pt x="11110" y="87095"/>
                  <a:pt x="11888" y="87095"/>
                </a:cubicBezTo>
                <a:cubicBezTo>
                  <a:pt x="15180" y="87095"/>
                  <a:pt x="19047" y="83640"/>
                  <a:pt x="21583" y="77894"/>
                </a:cubicBezTo>
                <a:lnTo>
                  <a:pt x="48368" y="16783"/>
                </a:lnTo>
                <a:cubicBezTo>
                  <a:pt x="50537" y="11813"/>
                  <a:pt x="50470" y="6176"/>
                  <a:pt x="48235" y="3908"/>
                </a:cubicBezTo>
                <a:cubicBezTo>
                  <a:pt x="48001" y="3674"/>
                  <a:pt x="47768" y="3474"/>
                  <a:pt x="47468" y="3307"/>
                </a:cubicBezTo>
                <a:cubicBezTo>
                  <a:pt x="46567" y="2807"/>
                  <a:pt x="42664" y="538"/>
                  <a:pt x="42397" y="405"/>
                </a:cubicBezTo>
                <a:cubicBezTo>
                  <a:pt x="41922" y="132"/>
                  <a:pt x="41409" y="0"/>
                  <a:pt x="40874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40">
            <a:extLst>
              <a:ext uri="{FF2B5EF4-FFF2-40B4-BE49-F238E27FC236}">
                <a16:creationId xmlns:a16="http://schemas.microsoft.com/office/drawing/2014/main" id="{8A57B2DF-ED03-E7AD-5D8C-EEA55A476A67}"/>
              </a:ext>
            </a:extLst>
          </p:cNvPr>
          <p:cNvSpPr/>
          <p:nvPr/>
        </p:nvSpPr>
        <p:spPr>
          <a:xfrm>
            <a:off x="7043498" y="1380762"/>
            <a:ext cx="904360" cy="1558583"/>
          </a:xfrm>
          <a:custGeom>
            <a:avLst/>
            <a:gdLst/>
            <a:ahLst/>
            <a:cxnLst/>
            <a:rect l="l" t="t" r="r" b="b"/>
            <a:pathLst>
              <a:path w="50537" h="87096" extrusionOk="0">
                <a:moveTo>
                  <a:pt x="40874" y="0"/>
                </a:moveTo>
                <a:cubicBezTo>
                  <a:pt x="38855" y="0"/>
                  <a:pt x="36525" y="1879"/>
                  <a:pt x="34759" y="5175"/>
                </a:cubicBezTo>
                <a:lnTo>
                  <a:pt x="4204" y="62483"/>
                </a:lnTo>
                <a:cubicBezTo>
                  <a:pt x="301" y="69821"/>
                  <a:pt x="1" y="79161"/>
                  <a:pt x="3536" y="82764"/>
                </a:cubicBezTo>
                <a:cubicBezTo>
                  <a:pt x="3870" y="83064"/>
                  <a:pt x="4204" y="83331"/>
                  <a:pt x="4570" y="83565"/>
                </a:cubicBezTo>
                <a:cubicBezTo>
                  <a:pt x="5471" y="84098"/>
                  <a:pt x="9307" y="86300"/>
                  <a:pt x="9674" y="86500"/>
                </a:cubicBezTo>
                <a:cubicBezTo>
                  <a:pt x="10363" y="86902"/>
                  <a:pt x="11110" y="87095"/>
                  <a:pt x="11888" y="87095"/>
                </a:cubicBezTo>
                <a:cubicBezTo>
                  <a:pt x="15180" y="87095"/>
                  <a:pt x="19047" y="83640"/>
                  <a:pt x="21583" y="77894"/>
                </a:cubicBezTo>
                <a:lnTo>
                  <a:pt x="48368" y="16783"/>
                </a:lnTo>
                <a:cubicBezTo>
                  <a:pt x="50537" y="11813"/>
                  <a:pt x="50470" y="6176"/>
                  <a:pt x="48235" y="3908"/>
                </a:cubicBezTo>
                <a:cubicBezTo>
                  <a:pt x="48001" y="3674"/>
                  <a:pt x="47768" y="3474"/>
                  <a:pt x="47468" y="3307"/>
                </a:cubicBezTo>
                <a:cubicBezTo>
                  <a:pt x="46567" y="2807"/>
                  <a:pt x="42664" y="538"/>
                  <a:pt x="42397" y="405"/>
                </a:cubicBezTo>
                <a:cubicBezTo>
                  <a:pt x="41922" y="132"/>
                  <a:pt x="41409" y="0"/>
                  <a:pt x="40874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40">
            <a:extLst>
              <a:ext uri="{FF2B5EF4-FFF2-40B4-BE49-F238E27FC236}">
                <a16:creationId xmlns:a16="http://schemas.microsoft.com/office/drawing/2014/main" id="{4E9A4977-360A-E053-7C18-1D921D1DA56D}"/>
              </a:ext>
            </a:extLst>
          </p:cNvPr>
          <p:cNvSpPr/>
          <p:nvPr/>
        </p:nvSpPr>
        <p:spPr>
          <a:xfrm>
            <a:off x="7134226" y="1432944"/>
            <a:ext cx="813632" cy="1506258"/>
          </a:xfrm>
          <a:custGeom>
            <a:avLst/>
            <a:gdLst/>
            <a:ahLst/>
            <a:cxnLst/>
            <a:rect l="l" t="t" r="r" b="b"/>
            <a:pathLst>
              <a:path w="45467" h="84172" extrusionOk="0">
                <a:moveTo>
                  <a:pt x="40905" y="0"/>
                </a:moveTo>
                <a:cubicBezTo>
                  <a:pt x="38887" y="0"/>
                  <a:pt x="36530" y="1878"/>
                  <a:pt x="34759" y="5161"/>
                </a:cubicBezTo>
                <a:lnTo>
                  <a:pt x="4237" y="62469"/>
                </a:lnTo>
                <a:cubicBezTo>
                  <a:pt x="301" y="69841"/>
                  <a:pt x="1" y="79114"/>
                  <a:pt x="3570" y="82750"/>
                </a:cubicBezTo>
                <a:cubicBezTo>
                  <a:pt x="4510" y="83717"/>
                  <a:pt x="5622" y="84172"/>
                  <a:pt x="6812" y="84172"/>
                </a:cubicBezTo>
                <a:cubicBezTo>
                  <a:pt x="10101" y="84172"/>
                  <a:pt x="13990" y="80700"/>
                  <a:pt x="16513" y="74945"/>
                </a:cubicBezTo>
                <a:lnTo>
                  <a:pt x="43298" y="13834"/>
                </a:lnTo>
                <a:cubicBezTo>
                  <a:pt x="45467" y="8897"/>
                  <a:pt x="45400" y="3260"/>
                  <a:pt x="43165" y="992"/>
                </a:cubicBezTo>
                <a:cubicBezTo>
                  <a:pt x="42512" y="320"/>
                  <a:pt x="41738" y="0"/>
                  <a:pt x="40905" y="0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40">
            <a:extLst>
              <a:ext uri="{FF2B5EF4-FFF2-40B4-BE49-F238E27FC236}">
                <a16:creationId xmlns:a16="http://schemas.microsoft.com/office/drawing/2014/main" id="{AE3D57B5-BE7B-1CDF-4C70-C770DD0DB43E}"/>
              </a:ext>
            </a:extLst>
          </p:cNvPr>
          <p:cNvSpPr/>
          <p:nvPr/>
        </p:nvSpPr>
        <p:spPr>
          <a:xfrm>
            <a:off x="7210638" y="2589838"/>
            <a:ext cx="204772" cy="236554"/>
          </a:xfrm>
          <a:custGeom>
            <a:avLst/>
            <a:gdLst/>
            <a:ahLst/>
            <a:cxnLst/>
            <a:rect l="l" t="t" r="r" b="b"/>
            <a:pathLst>
              <a:path w="11443" h="13219" extrusionOk="0">
                <a:moveTo>
                  <a:pt x="6407" y="0"/>
                </a:moveTo>
                <a:cubicBezTo>
                  <a:pt x="5710" y="0"/>
                  <a:pt x="4931" y="282"/>
                  <a:pt x="4137" y="855"/>
                </a:cubicBezTo>
                <a:cubicBezTo>
                  <a:pt x="1702" y="2557"/>
                  <a:pt x="1" y="6359"/>
                  <a:pt x="367" y="9295"/>
                </a:cubicBezTo>
                <a:cubicBezTo>
                  <a:pt x="534" y="10796"/>
                  <a:pt x="1201" y="11763"/>
                  <a:pt x="2102" y="12164"/>
                </a:cubicBezTo>
                <a:lnTo>
                  <a:pt x="4037" y="12997"/>
                </a:lnTo>
                <a:cubicBezTo>
                  <a:pt x="4342" y="13144"/>
                  <a:pt x="4682" y="13219"/>
                  <a:pt x="5045" y="13219"/>
                </a:cubicBezTo>
                <a:cubicBezTo>
                  <a:pt x="5752" y="13219"/>
                  <a:pt x="6545" y="12937"/>
                  <a:pt x="7339" y="12364"/>
                </a:cubicBezTo>
                <a:cubicBezTo>
                  <a:pt x="9774" y="10662"/>
                  <a:pt x="11442" y="6860"/>
                  <a:pt x="11075" y="3924"/>
                </a:cubicBezTo>
                <a:cubicBezTo>
                  <a:pt x="10908" y="2423"/>
                  <a:pt x="10241" y="1456"/>
                  <a:pt x="9341" y="1056"/>
                </a:cubicBezTo>
                <a:lnTo>
                  <a:pt x="7406" y="222"/>
                </a:lnTo>
                <a:cubicBezTo>
                  <a:pt x="7100" y="75"/>
                  <a:pt x="6764" y="0"/>
                  <a:pt x="640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40">
            <a:extLst>
              <a:ext uri="{FF2B5EF4-FFF2-40B4-BE49-F238E27FC236}">
                <a16:creationId xmlns:a16="http://schemas.microsoft.com/office/drawing/2014/main" id="{D154E63B-3566-F087-C1F2-191C4A6EA2A4}"/>
              </a:ext>
            </a:extLst>
          </p:cNvPr>
          <p:cNvSpPr/>
          <p:nvPr/>
        </p:nvSpPr>
        <p:spPr>
          <a:xfrm>
            <a:off x="7245855" y="2605031"/>
            <a:ext cx="169555" cy="221093"/>
          </a:xfrm>
          <a:custGeom>
            <a:avLst/>
            <a:gdLst/>
            <a:ahLst/>
            <a:cxnLst/>
            <a:rect l="l" t="t" r="r" b="b"/>
            <a:pathLst>
              <a:path w="9475" h="12355" extrusionOk="0">
                <a:moveTo>
                  <a:pt x="6397" y="0"/>
                </a:moveTo>
                <a:cubicBezTo>
                  <a:pt x="5690" y="0"/>
                  <a:pt x="4897" y="267"/>
                  <a:pt x="4104" y="840"/>
                </a:cubicBezTo>
                <a:cubicBezTo>
                  <a:pt x="1668" y="2542"/>
                  <a:pt x="1" y="6344"/>
                  <a:pt x="368" y="9280"/>
                </a:cubicBezTo>
                <a:cubicBezTo>
                  <a:pt x="534" y="10781"/>
                  <a:pt x="1201" y="11748"/>
                  <a:pt x="2069" y="12148"/>
                </a:cubicBezTo>
                <a:cubicBezTo>
                  <a:pt x="2374" y="12284"/>
                  <a:pt x="2715" y="12355"/>
                  <a:pt x="3078" y="12355"/>
                </a:cubicBezTo>
                <a:cubicBezTo>
                  <a:pt x="3785" y="12355"/>
                  <a:pt x="4578" y="12088"/>
                  <a:pt x="5371" y="11515"/>
                </a:cubicBezTo>
                <a:cubicBezTo>
                  <a:pt x="7806" y="9813"/>
                  <a:pt x="9474" y="6011"/>
                  <a:pt x="9140" y="3075"/>
                </a:cubicBezTo>
                <a:cubicBezTo>
                  <a:pt x="8974" y="1574"/>
                  <a:pt x="8307" y="607"/>
                  <a:pt x="7406" y="207"/>
                </a:cubicBezTo>
                <a:cubicBezTo>
                  <a:pt x="7100" y="71"/>
                  <a:pt x="6760" y="0"/>
                  <a:pt x="6397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40">
            <a:extLst>
              <a:ext uri="{FF2B5EF4-FFF2-40B4-BE49-F238E27FC236}">
                <a16:creationId xmlns:a16="http://schemas.microsoft.com/office/drawing/2014/main" id="{1836FC9C-4496-54F3-5605-A7E959783A9C}"/>
              </a:ext>
            </a:extLst>
          </p:cNvPr>
          <p:cNvSpPr/>
          <p:nvPr/>
        </p:nvSpPr>
        <p:spPr>
          <a:xfrm>
            <a:off x="7781900" y="1531492"/>
            <a:ext cx="110448" cy="129757"/>
          </a:xfrm>
          <a:custGeom>
            <a:avLst/>
            <a:gdLst/>
            <a:ahLst/>
            <a:cxnLst/>
            <a:rect l="l" t="t" r="r" b="b"/>
            <a:pathLst>
              <a:path w="6172" h="7251" extrusionOk="0">
                <a:moveTo>
                  <a:pt x="3468" y="0"/>
                </a:moveTo>
                <a:cubicBezTo>
                  <a:pt x="3077" y="0"/>
                  <a:pt x="2640" y="148"/>
                  <a:pt x="2202" y="455"/>
                </a:cubicBezTo>
                <a:cubicBezTo>
                  <a:pt x="801" y="1556"/>
                  <a:pt x="0" y="3290"/>
                  <a:pt x="134" y="5091"/>
                </a:cubicBezTo>
                <a:cubicBezTo>
                  <a:pt x="234" y="5925"/>
                  <a:pt x="567" y="6459"/>
                  <a:pt x="1068" y="6693"/>
                </a:cubicBezTo>
                <a:cubicBezTo>
                  <a:pt x="1401" y="6826"/>
                  <a:pt x="1868" y="7026"/>
                  <a:pt x="2169" y="7160"/>
                </a:cubicBezTo>
                <a:cubicBezTo>
                  <a:pt x="2351" y="7221"/>
                  <a:pt x="2544" y="7251"/>
                  <a:pt x="2737" y="7251"/>
                </a:cubicBezTo>
                <a:cubicBezTo>
                  <a:pt x="3177" y="7251"/>
                  <a:pt x="3622" y="7094"/>
                  <a:pt x="3970" y="6793"/>
                </a:cubicBezTo>
                <a:cubicBezTo>
                  <a:pt x="5371" y="5692"/>
                  <a:pt x="6171" y="3957"/>
                  <a:pt x="6038" y="2156"/>
                </a:cubicBezTo>
                <a:cubicBezTo>
                  <a:pt x="5938" y="1322"/>
                  <a:pt x="5604" y="788"/>
                  <a:pt x="5104" y="588"/>
                </a:cubicBezTo>
                <a:lnTo>
                  <a:pt x="4037" y="121"/>
                </a:lnTo>
                <a:cubicBezTo>
                  <a:pt x="3864" y="41"/>
                  <a:pt x="3672" y="0"/>
                  <a:pt x="346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0">
            <a:extLst>
              <a:ext uri="{FF2B5EF4-FFF2-40B4-BE49-F238E27FC236}">
                <a16:creationId xmlns:a16="http://schemas.microsoft.com/office/drawing/2014/main" id="{48872C04-0100-84F8-5793-7A4CD9C5C449}"/>
              </a:ext>
            </a:extLst>
          </p:cNvPr>
          <p:cNvSpPr/>
          <p:nvPr/>
        </p:nvSpPr>
        <p:spPr>
          <a:xfrm>
            <a:off x="7800994" y="1539849"/>
            <a:ext cx="90763" cy="121400"/>
          </a:xfrm>
          <a:custGeom>
            <a:avLst/>
            <a:gdLst/>
            <a:ahLst/>
            <a:cxnLst/>
            <a:rect l="l" t="t" r="r" b="b"/>
            <a:pathLst>
              <a:path w="5072" h="6784" extrusionOk="0">
                <a:moveTo>
                  <a:pt x="3468" y="0"/>
                </a:moveTo>
                <a:cubicBezTo>
                  <a:pt x="3078" y="0"/>
                  <a:pt x="2640" y="148"/>
                  <a:pt x="2202" y="455"/>
                </a:cubicBezTo>
                <a:cubicBezTo>
                  <a:pt x="801" y="1556"/>
                  <a:pt x="1" y="3324"/>
                  <a:pt x="134" y="5125"/>
                </a:cubicBezTo>
                <a:cubicBezTo>
                  <a:pt x="234" y="5925"/>
                  <a:pt x="568" y="6459"/>
                  <a:pt x="1068" y="6693"/>
                </a:cubicBezTo>
                <a:cubicBezTo>
                  <a:pt x="1261" y="6754"/>
                  <a:pt x="1461" y="6784"/>
                  <a:pt x="1658" y="6784"/>
                </a:cubicBezTo>
                <a:cubicBezTo>
                  <a:pt x="2110" y="6784"/>
                  <a:pt x="2555" y="6627"/>
                  <a:pt x="2903" y="6326"/>
                </a:cubicBezTo>
                <a:cubicBezTo>
                  <a:pt x="4304" y="5225"/>
                  <a:pt x="5071" y="3490"/>
                  <a:pt x="4971" y="1689"/>
                </a:cubicBezTo>
                <a:cubicBezTo>
                  <a:pt x="4871" y="855"/>
                  <a:pt x="4537" y="321"/>
                  <a:pt x="4037" y="121"/>
                </a:cubicBezTo>
                <a:cubicBezTo>
                  <a:pt x="3865" y="41"/>
                  <a:pt x="3673" y="0"/>
                  <a:pt x="3468" y="0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0">
            <a:extLst>
              <a:ext uri="{FF2B5EF4-FFF2-40B4-BE49-F238E27FC236}">
                <a16:creationId xmlns:a16="http://schemas.microsoft.com/office/drawing/2014/main" id="{3BD65509-2653-43F1-2566-307849C6D0CB}"/>
              </a:ext>
            </a:extLst>
          </p:cNvPr>
          <p:cNvSpPr/>
          <p:nvPr/>
        </p:nvSpPr>
        <p:spPr>
          <a:xfrm>
            <a:off x="6653709" y="1461719"/>
            <a:ext cx="330717" cy="373988"/>
          </a:xfrm>
          <a:custGeom>
            <a:avLst/>
            <a:gdLst/>
            <a:ahLst/>
            <a:cxnLst/>
            <a:rect l="l" t="t" r="r" b="b"/>
            <a:pathLst>
              <a:path w="18481" h="20899" extrusionOk="0">
                <a:moveTo>
                  <a:pt x="8538" y="0"/>
                </a:moveTo>
                <a:cubicBezTo>
                  <a:pt x="7594" y="0"/>
                  <a:pt x="6531" y="393"/>
                  <a:pt x="5438" y="1218"/>
                </a:cubicBezTo>
                <a:cubicBezTo>
                  <a:pt x="2235" y="3620"/>
                  <a:pt x="0" y="8757"/>
                  <a:pt x="501" y="12760"/>
                </a:cubicBezTo>
                <a:cubicBezTo>
                  <a:pt x="734" y="14795"/>
                  <a:pt x="1702" y="16129"/>
                  <a:pt x="2936" y="16596"/>
                </a:cubicBezTo>
                <a:lnTo>
                  <a:pt x="10374" y="20899"/>
                </a:lnTo>
                <a:lnTo>
                  <a:pt x="10541" y="20432"/>
                </a:lnTo>
                <a:cubicBezTo>
                  <a:pt x="11475" y="20265"/>
                  <a:pt x="12342" y="19865"/>
                  <a:pt x="13076" y="19264"/>
                </a:cubicBezTo>
                <a:cubicBezTo>
                  <a:pt x="16279" y="16863"/>
                  <a:pt x="18480" y="11726"/>
                  <a:pt x="18013" y="7723"/>
                </a:cubicBezTo>
                <a:cubicBezTo>
                  <a:pt x="17913" y="6789"/>
                  <a:pt x="17613" y="5888"/>
                  <a:pt x="17079" y="5088"/>
                </a:cubicBezTo>
                <a:lnTo>
                  <a:pt x="17279" y="4621"/>
                </a:lnTo>
                <a:lnTo>
                  <a:pt x="9841" y="284"/>
                </a:lnTo>
                <a:cubicBezTo>
                  <a:pt x="9443" y="96"/>
                  <a:pt x="9005" y="0"/>
                  <a:pt x="8538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40">
            <a:extLst>
              <a:ext uri="{FF2B5EF4-FFF2-40B4-BE49-F238E27FC236}">
                <a16:creationId xmlns:a16="http://schemas.microsoft.com/office/drawing/2014/main" id="{5D3BDCDE-DC2E-7135-A8EC-4ACD1188A24F}"/>
              </a:ext>
            </a:extLst>
          </p:cNvPr>
          <p:cNvSpPr/>
          <p:nvPr/>
        </p:nvSpPr>
        <p:spPr>
          <a:xfrm>
            <a:off x="6653709" y="1461719"/>
            <a:ext cx="330717" cy="373988"/>
          </a:xfrm>
          <a:custGeom>
            <a:avLst/>
            <a:gdLst/>
            <a:ahLst/>
            <a:cxnLst/>
            <a:rect l="l" t="t" r="r" b="b"/>
            <a:pathLst>
              <a:path w="18481" h="20899" extrusionOk="0">
                <a:moveTo>
                  <a:pt x="8538" y="0"/>
                </a:moveTo>
                <a:cubicBezTo>
                  <a:pt x="7594" y="0"/>
                  <a:pt x="6531" y="393"/>
                  <a:pt x="5438" y="1218"/>
                </a:cubicBezTo>
                <a:cubicBezTo>
                  <a:pt x="2235" y="3620"/>
                  <a:pt x="0" y="8757"/>
                  <a:pt x="501" y="12760"/>
                </a:cubicBezTo>
                <a:cubicBezTo>
                  <a:pt x="734" y="14795"/>
                  <a:pt x="1702" y="16129"/>
                  <a:pt x="2936" y="16596"/>
                </a:cubicBezTo>
                <a:lnTo>
                  <a:pt x="10374" y="20899"/>
                </a:lnTo>
                <a:lnTo>
                  <a:pt x="10541" y="20432"/>
                </a:lnTo>
                <a:cubicBezTo>
                  <a:pt x="11475" y="20265"/>
                  <a:pt x="12342" y="19865"/>
                  <a:pt x="13076" y="19264"/>
                </a:cubicBezTo>
                <a:cubicBezTo>
                  <a:pt x="16279" y="16863"/>
                  <a:pt x="18480" y="11726"/>
                  <a:pt x="18013" y="7723"/>
                </a:cubicBezTo>
                <a:cubicBezTo>
                  <a:pt x="17913" y="6789"/>
                  <a:pt x="17613" y="5888"/>
                  <a:pt x="17079" y="5088"/>
                </a:cubicBezTo>
                <a:lnTo>
                  <a:pt x="17279" y="4621"/>
                </a:lnTo>
                <a:lnTo>
                  <a:pt x="9841" y="284"/>
                </a:lnTo>
                <a:cubicBezTo>
                  <a:pt x="9443" y="96"/>
                  <a:pt x="9005" y="0"/>
                  <a:pt x="8538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0">
            <a:extLst>
              <a:ext uri="{FF2B5EF4-FFF2-40B4-BE49-F238E27FC236}">
                <a16:creationId xmlns:a16="http://schemas.microsoft.com/office/drawing/2014/main" id="{D1C9F1D9-5362-9002-C911-34114088F485}"/>
              </a:ext>
            </a:extLst>
          </p:cNvPr>
          <p:cNvSpPr/>
          <p:nvPr/>
        </p:nvSpPr>
        <p:spPr>
          <a:xfrm>
            <a:off x="6789801" y="1540117"/>
            <a:ext cx="225065" cy="300636"/>
          </a:xfrm>
          <a:custGeom>
            <a:avLst/>
            <a:gdLst/>
            <a:ahLst/>
            <a:cxnLst/>
            <a:rect l="l" t="t" r="r" b="b"/>
            <a:pathLst>
              <a:path w="12577" h="16800" extrusionOk="0">
                <a:moveTo>
                  <a:pt x="8514" y="1"/>
                </a:moveTo>
                <a:cubicBezTo>
                  <a:pt x="7562" y="1"/>
                  <a:pt x="6495" y="389"/>
                  <a:pt x="5405" y="1207"/>
                </a:cubicBezTo>
                <a:cubicBezTo>
                  <a:pt x="2202" y="3609"/>
                  <a:pt x="1" y="8779"/>
                  <a:pt x="468" y="12749"/>
                </a:cubicBezTo>
                <a:cubicBezTo>
                  <a:pt x="797" y="15358"/>
                  <a:pt x="2192" y="16799"/>
                  <a:pt x="4019" y="16799"/>
                </a:cubicBezTo>
                <a:cubicBezTo>
                  <a:pt x="4971" y="16799"/>
                  <a:pt x="6042" y="16407"/>
                  <a:pt x="7139" y="15584"/>
                </a:cubicBezTo>
                <a:cubicBezTo>
                  <a:pt x="10375" y="13182"/>
                  <a:pt x="12576" y="8045"/>
                  <a:pt x="12076" y="4076"/>
                </a:cubicBezTo>
                <a:cubicBezTo>
                  <a:pt x="11768" y="1458"/>
                  <a:pt x="10357" y="1"/>
                  <a:pt x="851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40">
            <a:extLst>
              <a:ext uri="{FF2B5EF4-FFF2-40B4-BE49-F238E27FC236}">
                <a16:creationId xmlns:a16="http://schemas.microsoft.com/office/drawing/2014/main" id="{937E0C22-0819-1604-B305-3523D3701379}"/>
              </a:ext>
            </a:extLst>
          </p:cNvPr>
          <p:cNvSpPr/>
          <p:nvPr/>
        </p:nvSpPr>
        <p:spPr>
          <a:xfrm>
            <a:off x="6850089" y="1619016"/>
            <a:ext cx="103880" cy="143536"/>
          </a:xfrm>
          <a:custGeom>
            <a:avLst/>
            <a:gdLst/>
            <a:ahLst/>
            <a:cxnLst/>
            <a:rect l="l" t="t" r="r" b="b"/>
            <a:pathLst>
              <a:path w="5805" h="8021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826" y="7749"/>
                  <a:pt x="1296" y="8020"/>
                  <a:pt x="1848" y="8020"/>
                </a:cubicBezTo>
                <a:cubicBezTo>
                  <a:pt x="2307" y="8020"/>
                  <a:pt x="2822" y="7833"/>
                  <a:pt x="3337" y="7439"/>
                </a:cubicBezTo>
                <a:cubicBezTo>
                  <a:pt x="4938" y="6071"/>
                  <a:pt x="5805" y="4037"/>
                  <a:pt x="5672" y="1935"/>
                </a:cubicBezTo>
                <a:cubicBezTo>
                  <a:pt x="5538" y="667"/>
                  <a:pt x="4904" y="0"/>
                  <a:pt x="4037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40">
            <a:extLst>
              <a:ext uri="{FF2B5EF4-FFF2-40B4-BE49-F238E27FC236}">
                <a16:creationId xmlns:a16="http://schemas.microsoft.com/office/drawing/2014/main" id="{7ECB0434-94F4-6754-34B6-89164E99B1A1}"/>
              </a:ext>
            </a:extLst>
          </p:cNvPr>
          <p:cNvSpPr/>
          <p:nvPr/>
        </p:nvSpPr>
        <p:spPr>
          <a:xfrm>
            <a:off x="6850089" y="1619016"/>
            <a:ext cx="103880" cy="143536"/>
          </a:xfrm>
          <a:custGeom>
            <a:avLst/>
            <a:gdLst/>
            <a:ahLst/>
            <a:cxnLst/>
            <a:rect l="l" t="t" r="r" b="b"/>
            <a:pathLst>
              <a:path w="5805" h="8021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826" y="7749"/>
                  <a:pt x="1296" y="8020"/>
                  <a:pt x="1848" y="8020"/>
                </a:cubicBezTo>
                <a:cubicBezTo>
                  <a:pt x="2307" y="8020"/>
                  <a:pt x="2822" y="7833"/>
                  <a:pt x="3337" y="7439"/>
                </a:cubicBezTo>
                <a:cubicBezTo>
                  <a:pt x="4938" y="6071"/>
                  <a:pt x="5805" y="4037"/>
                  <a:pt x="5672" y="1935"/>
                </a:cubicBezTo>
                <a:cubicBezTo>
                  <a:pt x="5538" y="667"/>
                  <a:pt x="4904" y="0"/>
                  <a:pt x="4037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0">
            <a:extLst>
              <a:ext uri="{FF2B5EF4-FFF2-40B4-BE49-F238E27FC236}">
                <a16:creationId xmlns:a16="http://schemas.microsoft.com/office/drawing/2014/main" id="{6FFA3EF1-2E2D-0CE0-A64C-999F997AAFD0}"/>
              </a:ext>
            </a:extLst>
          </p:cNvPr>
          <p:cNvSpPr/>
          <p:nvPr/>
        </p:nvSpPr>
        <p:spPr>
          <a:xfrm>
            <a:off x="6850089" y="1619016"/>
            <a:ext cx="81208" cy="129542"/>
          </a:xfrm>
          <a:custGeom>
            <a:avLst/>
            <a:gdLst/>
            <a:ahLst/>
            <a:cxnLst/>
            <a:rect l="l" t="t" r="r" b="b"/>
            <a:pathLst>
              <a:path w="4538" h="7239" extrusionOk="0">
                <a:moveTo>
                  <a:pt x="4037" y="0"/>
                </a:moveTo>
                <a:cubicBezTo>
                  <a:pt x="3470" y="0"/>
                  <a:pt x="2936" y="200"/>
                  <a:pt x="2503" y="567"/>
                </a:cubicBezTo>
                <a:cubicBezTo>
                  <a:pt x="868" y="1902"/>
                  <a:pt x="1" y="3970"/>
                  <a:pt x="134" y="6071"/>
                </a:cubicBezTo>
                <a:cubicBezTo>
                  <a:pt x="168" y="6472"/>
                  <a:pt x="301" y="6872"/>
                  <a:pt x="535" y="7239"/>
                </a:cubicBezTo>
                <a:cubicBezTo>
                  <a:pt x="1068" y="7239"/>
                  <a:pt x="1635" y="7039"/>
                  <a:pt x="2069" y="6672"/>
                </a:cubicBezTo>
                <a:cubicBezTo>
                  <a:pt x="3670" y="5304"/>
                  <a:pt x="4537" y="3269"/>
                  <a:pt x="4404" y="1168"/>
                </a:cubicBezTo>
                <a:cubicBezTo>
                  <a:pt x="4371" y="734"/>
                  <a:pt x="4237" y="334"/>
                  <a:pt x="403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0">
            <a:extLst>
              <a:ext uri="{FF2B5EF4-FFF2-40B4-BE49-F238E27FC236}">
                <a16:creationId xmlns:a16="http://schemas.microsoft.com/office/drawing/2014/main" id="{937080E3-6E0D-7965-6242-A6B16F21C073}"/>
              </a:ext>
            </a:extLst>
          </p:cNvPr>
          <p:cNvSpPr/>
          <p:nvPr/>
        </p:nvSpPr>
        <p:spPr>
          <a:xfrm>
            <a:off x="6408959" y="1588899"/>
            <a:ext cx="380269" cy="288879"/>
          </a:xfrm>
          <a:custGeom>
            <a:avLst/>
            <a:gdLst/>
            <a:ahLst/>
            <a:cxnLst/>
            <a:rect l="l" t="t" r="r" b="b"/>
            <a:pathLst>
              <a:path w="21250" h="16143" extrusionOk="0">
                <a:moveTo>
                  <a:pt x="17092" y="0"/>
                </a:moveTo>
                <a:cubicBezTo>
                  <a:pt x="16823" y="0"/>
                  <a:pt x="16574" y="62"/>
                  <a:pt x="16346" y="182"/>
                </a:cubicBezTo>
                <a:lnTo>
                  <a:pt x="902" y="8722"/>
                </a:lnTo>
                <a:cubicBezTo>
                  <a:pt x="368" y="9022"/>
                  <a:pt x="34" y="9656"/>
                  <a:pt x="1" y="10590"/>
                </a:cubicBezTo>
                <a:cubicBezTo>
                  <a:pt x="68" y="12658"/>
                  <a:pt x="1135" y="14559"/>
                  <a:pt x="2836" y="15727"/>
                </a:cubicBezTo>
                <a:cubicBezTo>
                  <a:pt x="3315" y="16006"/>
                  <a:pt x="3770" y="16142"/>
                  <a:pt x="4173" y="16142"/>
                </a:cubicBezTo>
                <a:cubicBezTo>
                  <a:pt x="4443" y="16142"/>
                  <a:pt x="4690" y="16081"/>
                  <a:pt x="4904" y="15960"/>
                </a:cubicBezTo>
                <a:lnTo>
                  <a:pt x="20382" y="7421"/>
                </a:lnTo>
                <a:cubicBezTo>
                  <a:pt x="20916" y="7121"/>
                  <a:pt x="21249" y="6487"/>
                  <a:pt x="21249" y="5553"/>
                </a:cubicBezTo>
                <a:cubicBezTo>
                  <a:pt x="21183" y="3485"/>
                  <a:pt x="20149" y="1583"/>
                  <a:pt x="18414" y="416"/>
                </a:cubicBezTo>
                <a:cubicBezTo>
                  <a:pt x="17935" y="136"/>
                  <a:pt x="17492" y="0"/>
                  <a:pt x="17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0">
            <a:extLst>
              <a:ext uri="{FF2B5EF4-FFF2-40B4-BE49-F238E27FC236}">
                <a16:creationId xmlns:a16="http://schemas.microsoft.com/office/drawing/2014/main" id="{0604AEA8-8C89-0C8D-0679-F43BDE426A70}"/>
              </a:ext>
            </a:extLst>
          </p:cNvPr>
          <p:cNvSpPr/>
          <p:nvPr/>
        </p:nvSpPr>
        <p:spPr>
          <a:xfrm>
            <a:off x="6408959" y="1741400"/>
            <a:ext cx="103898" cy="136342"/>
          </a:xfrm>
          <a:custGeom>
            <a:avLst/>
            <a:gdLst/>
            <a:ahLst/>
            <a:cxnLst/>
            <a:rect l="l" t="t" r="r" b="b"/>
            <a:pathLst>
              <a:path w="5806" h="7619" extrusionOk="0">
                <a:moveTo>
                  <a:pt x="1630" y="1"/>
                </a:moveTo>
                <a:cubicBezTo>
                  <a:pt x="1361" y="1"/>
                  <a:pt x="1115" y="60"/>
                  <a:pt x="902" y="166"/>
                </a:cubicBezTo>
                <a:cubicBezTo>
                  <a:pt x="368" y="467"/>
                  <a:pt x="34" y="1134"/>
                  <a:pt x="1" y="2068"/>
                </a:cubicBezTo>
                <a:cubicBezTo>
                  <a:pt x="68" y="4136"/>
                  <a:pt x="1135" y="6037"/>
                  <a:pt x="2836" y="7171"/>
                </a:cubicBezTo>
                <a:cubicBezTo>
                  <a:pt x="3321" y="7474"/>
                  <a:pt x="3781" y="7618"/>
                  <a:pt x="4187" y="7618"/>
                </a:cubicBezTo>
                <a:cubicBezTo>
                  <a:pt x="4452" y="7618"/>
                  <a:pt x="4694" y="7557"/>
                  <a:pt x="4904" y="7438"/>
                </a:cubicBezTo>
                <a:cubicBezTo>
                  <a:pt x="5438" y="7138"/>
                  <a:pt x="5772" y="6471"/>
                  <a:pt x="5805" y="5537"/>
                </a:cubicBezTo>
                <a:cubicBezTo>
                  <a:pt x="5738" y="3502"/>
                  <a:pt x="4671" y="1567"/>
                  <a:pt x="2970" y="433"/>
                </a:cubicBezTo>
                <a:cubicBezTo>
                  <a:pt x="2489" y="133"/>
                  <a:pt x="2033" y="1"/>
                  <a:pt x="1630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0">
            <a:extLst>
              <a:ext uri="{FF2B5EF4-FFF2-40B4-BE49-F238E27FC236}">
                <a16:creationId xmlns:a16="http://schemas.microsoft.com/office/drawing/2014/main" id="{56DF1742-D16C-D500-1203-035808B8108A}"/>
              </a:ext>
            </a:extLst>
          </p:cNvPr>
          <p:cNvSpPr/>
          <p:nvPr/>
        </p:nvSpPr>
        <p:spPr>
          <a:xfrm>
            <a:off x="6117074" y="1587736"/>
            <a:ext cx="611866" cy="534470"/>
          </a:xfrm>
          <a:custGeom>
            <a:avLst/>
            <a:gdLst/>
            <a:ahLst/>
            <a:cxnLst/>
            <a:rect l="l" t="t" r="r" b="b"/>
            <a:pathLst>
              <a:path w="34192" h="29867" extrusionOk="0">
                <a:moveTo>
                  <a:pt x="25084" y="1"/>
                </a:moveTo>
                <a:cubicBezTo>
                  <a:pt x="24766" y="1"/>
                  <a:pt x="24464" y="39"/>
                  <a:pt x="24184" y="114"/>
                </a:cubicBezTo>
                <a:cubicBezTo>
                  <a:pt x="22783" y="481"/>
                  <a:pt x="21349" y="714"/>
                  <a:pt x="19881" y="814"/>
                </a:cubicBezTo>
                <a:cubicBezTo>
                  <a:pt x="19107" y="868"/>
                  <a:pt x="18371" y="878"/>
                  <a:pt x="17642" y="878"/>
                </a:cubicBezTo>
                <a:cubicBezTo>
                  <a:pt x="17156" y="878"/>
                  <a:pt x="16673" y="874"/>
                  <a:pt x="16185" y="874"/>
                </a:cubicBezTo>
                <a:cubicBezTo>
                  <a:pt x="15574" y="874"/>
                  <a:pt x="14955" y="881"/>
                  <a:pt x="14310" y="914"/>
                </a:cubicBezTo>
                <a:cubicBezTo>
                  <a:pt x="13010" y="981"/>
                  <a:pt x="11742" y="1148"/>
                  <a:pt x="10474" y="1448"/>
                </a:cubicBezTo>
                <a:cubicBezTo>
                  <a:pt x="9340" y="1715"/>
                  <a:pt x="8506" y="3116"/>
                  <a:pt x="7873" y="4017"/>
                </a:cubicBezTo>
                <a:cubicBezTo>
                  <a:pt x="7372" y="4750"/>
                  <a:pt x="6538" y="6618"/>
                  <a:pt x="6772" y="7052"/>
                </a:cubicBezTo>
                <a:cubicBezTo>
                  <a:pt x="6972" y="7486"/>
                  <a:pt x="8807" y="7786"/>
                  <a:pt x="7906" y="8587"/>
                </a:cubicBezTo>
                <a:cubicBezTo>
                  <a:pt x="7005" y="9354"/>
                  <a:pt x="3836" y="10421"/>
                  <a:pt x="1902" y="11722"/>
                </a:cubicBezTo>
                <a:cubicBezTo>
                  <a:pt x="0" y="13056"/>
                  <a:pt x="4237" y="22096"/>
                  <a:pt x="7539" y="26466"/>
                </a:cubicBezTo>
                <a:cubicBezTo>
                  <a:pt x="9093" y="28493"/>
                  <a:pt x="10039" y="29867"/>
                  <a:pt x="12061" y="29867"/>
                </a:cubicBezTo>
                <a:cubicBezTo>
                  <a:pt x="13033" y="29867"/>
                  <a:pt x="14255" y="29549"/>
                  <a:pt x="15912" y="28834"/>
                </a:cubicBezTo>
                <a:cubicBezTo>
                  <a:pt x="19014" y="27500"/>
                  <a:pt x="21883" y="26266"/>
                  <a:pt x="24584" y="24231"/>
                </a:cubicBezTo>
                <a:cubicBezTo>
                  <a:pt x="27020" y="22430"/>
                  <a:pt x="30389" y="17693"/>
                  <a:pt x="32824" y="15058"/>
                </a:cubicBezTo>
                <a:cubicBezTo>
                  <a:pt x="33691" y="14324"/>
                  <a:pt x="34191" y="13056"/>
                  <a:pt x="34158" y="11322"/>
                </a:cubicBezTo>
                <a:cubicBezTo>
                  <a:pt x="34091" y="7419"/>
                  <a:pt x="31256" y="2716"/>
                  <a:pt x="27820" y="781"/>
                </a:cubicBezTo>
                <a:cubicBezTo>
                  <a:pt x="26836" y="253"/>
                  <a:pt x="25903" y="1"/>
                  <a:pt x="25084" y="1"/>
                </a:cubicBez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0">
            <a:extLst>
              <a:ext uri="{FF2B5EF4-FFF2-40B4-BE49-F238E27FC236}">
                <a16:creationId xmlns:a16="http://schemas.microsoft.com/office/drawing/2014/main" id="{F772B4F2-2CA5-20B2-C74B-45A992666F1A}"/>
              </a:ext>
            </a:extLst>
          </p:cNvPr>
          <p:cNvSpPr/>
          <p:nvPr/>
        </p:nvSpPr>
        <p:spPr>
          <a:xfrm>
            <a:off x="6008255" y="1613952"/>
            <a:ext cx="268801" cy="98512"/>
          </a:xfrm>
          <a:custGeom>
            <a:avLst/>
            <a:gdLst/>
            <a:ahLst/>
            <a:cxnLst/>
            <a:rect l="l" t="t" r="r" b="b"/>
            <a:pathLst>
              <a:path w="15021" h="5505" extrusionOk="0">
                <a:moveTo>
                  <a:pt x="7057" y="1047"/>
                </a:moveTo>
                <a:cubicBezTo>
                  <a:pt x="5551" y="1047"/>
                  <a:pt x="3679" y="2293"/>
                  <a:pt x="1915" y="2293"/>
                </a:cubicBezTo>
                <a:cubicBezTo>
                  <a:pt x="1836" y="2293"/>
                  <a:pt x="1757" y="2290"/>
                  <a:pt x="1678" y="2285"/>
                </a:cubicBezTo>
                <a:cubicBezTo>
                  <a:pt x="1637" y="2282"/>
                  <a:pt x="1596" y="2281"/>
                  <a:pt x="1556" y="2281"/>
                </a:cubicBezTo>
                <a:cubicBezTo>
                  <a:pt x="72" y="2281"/>
                  <a:pt x="1" y="4073"/>
                  <a:pt x="2145" y="4853"/>
                </a:cubicBezTo>
                <a:cubicBezTo>
                  <a:pt x="2756" y="5081"/>
                  <a:pt x="3717" y="5193"/>
                  <a:pt x="4610" y="5193"/>
                </a:cubicBezTo>
                <a:cubicBezTo>
                  <a:pt x="5814" y="5193"/>
                  <a:pt x="6892" y="4989"/>
                  <a:pt x="6815" y="4586"/>
                </a:cubicBezTo>
                <a:cubicBezTo>
                  <a:pt x="6648" y="3419"/>
                  <a:pt x="7015" y="2385"/>
                  <a:pt x="7482" y="1084"/>
                </a:cubicBezTo>
                <a:cubicBezTo>
                  <a:pt x="7344" y="1059"/>
                  <a:pt x="7203" y="1047"/>
                  <a:pt x="7057" y="1047"/>
                </a:cubicBezTo>
                <a:close/>
                <a:moveTo>
                  <a:pt x="13962" y="0"/>
                </a:moveTo>
                <a:cubicBezTo>
                  <a:pt x="12122" y="0"/>
                  <a:pt x="9638" y="552"/>
                  <a:pt x="8950" y="717"/>
                </a:cubicBezTo>
                <a:cubicBezTo>
                  <a:pt x="8116" y="884"/>
                  <a:pt x="6982" y="3986"/>
                  <a:pt x="7516" y="4686"/>
                </a:cubicBezTo>
                <a:cubicBezTo>
                  <a:pt x="7873" y="5155"/>
                  <a:pt x="9230" y="5504"/>
                  <a:pt x="10489" y="5504"/>
                </a:cubicBezTo>
                <a:cubicBezTo>
                  <a:pt x="11112" y="5504"/>
                  <a:pt x="11711" y="5419"/>
                  <a:pt x="12152" y="5220"/>
                </a:cubicBezTo>
                <a:cubicBezTo>
                  <a:pt x="12586" y="2285"/>
                  <a:pt x="15021" y="83"/>
                  <a:pt x="15021" y="83"/>
                </a:cubicBezTo>
                <a:cubicBezTo>
                  <a:pt x="14712" y="25"/>
                  <a:pt x="14352" y="0"/>
                  <a:pt x="13962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0">
            <a:extLst>
              <a:ext uri="{FF2B5EF4-FFF2-40B4-BE49-F238E27FC236}">
                <a16:creationId xmlns:a16="http://schemas.microsoft.com/office/drawing/2014/main" id="{2FA1839C-DB8E-8ABE-0471-AD47511784EB}"/>
              </a:ext>
            </a:extLst>
          </p:cNvPr>
          <p:cNvSpPr/>
          <p:nvPr/>
        </p:nvSpPr>
        <p:spPr>
          <a:xfrm>
            <a:off x="6011422" y="1660192"/>
            <a:ext cx="120415" cy="46688"/>
          </a:xfrm>
          <a:custGeom>
            <a:avLst/>
            <a:gdLst/>
            <a:ahLst/>
            <a:cxnLst/>
            <a:rect l="l" t="t" r="r" b="b"/>
            <a:pathLst>
              <a:path w="6729" h="2609" extrusionOk="0">
                <a:moveTo>
                  <a:pt x="600" y="1"/>
                </a:moveTo>
                <a:lnTo>
                  <a:pt x="600" y="1"/>
                </a:lnTo>
                <a:cubicBezTo>
                  <a:pt x="0" y="501"/>
                  <a:pt x="367" y="1702"/>
                  <a:pt x="1968" y="2269"/>
                </a:cubicBezTo>
                <a:cubicBezTo>
                  <a:pt x="2579" y="2497"/>
                  <a:pt x="3540" y="2609"/>
                  <a:pt x="4436" y="2609"/>
                </a:cubicBezTo>
                <a:cubicBezTo>
                  <a:pt x="5643" y="2609"/>
                  <a:pt x="6729" y="2405"/>
                  <a:pt x="6671" y="2002"/>
                </a:cubicBezTo>
                <a:cubicBezTo>
                  <a:pt x="6605" y="1736"/>
                  <a:pt x="6605" y="1435"/>
                  <a:pt x="6605" y="1168"/>
                </a:cubicBezTo>
                <a:cubicBezTo>
                  <a:pt x="6283" y="1177"/>
                  <a:pt x="5961" y="1182"/>
                  <a:pt x="5640" y="1182"/>
                </a:cubicBezTo>
                <a:cubicBezTo>
                  <a:pt x="4763" y="1182"/>
                  <a:pt x="3890" y="1151"/>
                  <a:pt x="3036" y="1102"/>
                </a:cubicBezTo>
                <a:cubicBezTo>
                  <a:pt x="2435" y="1068"/>
                  <a:pt x="1868" y="935"/>
                  <a:pt x="1368" y="701"/>
                </a:cubicBezTo>
                <a:cubicBezTo>
                  <a:pt x="1034" y="535"/>
                  <a:pt x="767" y="301"/>
                  <a:pt x="600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0">
            <a:extLst>
              <a:ext uri="{FF2B5EF4-FFF2-40B4-BE49-F238E27FC236}">
                <a16:creationId xmlns:a16="http://schemas.microsoft.com/office/drawing/2014/main" id="{3DB0EDBC-D53F-FBB1-22C8-173ADC91945F}"/>
              </a:ext>
            </a:extLst>
          </p:cNvPr>
          <p:cNvSpPr/>
          <p:nvPr/>
        </p:nvSpPr>
        <p:spPr>
          <a:xfrm>
            <a:off x="6139747" y="1676566"/>
            <a:ext cx="91945" cy="36219"/>
          </a:xfrm>
          <a:custGeom>
            <a:avLst/>
            <a:gdLst/>
            <a:ahLst/>
            <a:cxnLst/>
            <a:rect l="l" t="t" r="r" b="b"/>
            <a:pathLst>
              <a:path w="5138" h="2024" extrusionOk="0">
                <a:moveTo>
                  <a:pt x="3487" y="1"/>
                </a:moveTo>
                <a:cubicBezTo>
                  <a:pt x="3014" y="1"/>
                  <a:pt x="2531" y="60"/>
                  <a:pt x="2069" y="120"/>
                </a:cubicBezTo>
                <a:cubicBezTo>
                  <a:pt x="1402" y="187"/>
                  <a:pt x="735" y="220"/>
                  <a:pt x="68" y="253"/>
                </a:cubicBezTo>
                <a:cubicBezTo>
                  <a:pt x="1" y="587"/>
                  <a:pt x="34" y="921"/>
                  <a:pt x="168" y="1221"/>
                </a:cubicBezTo>
                <a:cubicBezTo>
                  <a:pt x="547" y="1690"/>
                  <a:pt x="1897" y="2024"/>
                  <a:pt x="3149" y="2024"/>
                </a:cubicBezTo>
                <a:cubicBezTo>
                  <a:pt x="3768" y="2024"/>
                  <a:pt x="4363" y="1942"/>
                  <a:pt x="4804" y="1755"/>
                </a:cubicBezTo>
                <a:cubicBezTo>
                  <a:pt x="4871" y="1288"/>
                  <a:pt x="4971" y="821"/>
                  <a:pt x="5138" y="387"/>
                </a:cubicBezTo>
                <a:cubicBezTo>
                  <a:pt x="4640" y="92"/>
                  <a:pt x="4071" y="1"/>
                  <a:pt x="3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0">
            <a:extLst>
              <a:ext uri="{FF2B5EF4-FFF2-40B4-BE49-F238E27FC236}">
                <a16:creationId xmlns:a16="http://schemas.microsoft.com/office/drawing/2014/main" id="{53BE90D4-3167-B152-B612-5B310B2B8386}"/>
              </a:ext>
            </a:extLst>
          </p:cNvPr>
          <p:cNvSpPr/>
          <p:nvPr/>
        </p:nvSpPr>
        <p:spPr>
          <a:xfrm>
            <a:off x="6305097" y="1847643"/>
            <a:ext cx="225065" cy="55779"/>
          </a:xfrm>
          <a:custGeom>
            <a:avLst/>
            <a:gdLst/>
            <a:ahLst/>
            <a:cxnLst/>
            <a:rect l="l" t="t" r="r" b="b"/>
            <a:pathLst>
              <a:path w="12577" h="3117" extrusionOk="0">
                <a:moveTo>
                  <a:pt x="1" y="0"/>
                </a:moveTo>
                <a:lnTo>
                  <a:pt x="1" y="0"/>
                </a:lnTo>
                <a:cubicBezTo>
                  <a:pt x="1" y="0"/>
                  <a:pt x="1369" y="2902"/>
                  <a:pt x="5705" y="3102"/>
                </a:cubicBezTo>
                <a:cubicBezTo>
                  <a:pt x="5878" y="3112"/>
                  <a:pt x="6052" y="3116"/>
                  <a:pt x="6225" y="3116"/>
                </a:cubicBezTo>
                <a:cubicBezTo>
                  <a:pt x="8546" y="3116"/>
                  <a:pt x="10807" y="2288"/>
                  <a:pt x="12576" y="767"/>
                </a:cubicBezTo>
                <a:lnTo>
                  <a:pt x="12576" y="767"/>
                </a:lnTo>
                <a:cubicBezTo>
                  <a:pt x="12576" y="767"/>
                  <a:pt x="10095" y="1610"/>
                  <a:pt x="6878" y="1610"/>
                </a:cubicBezTo>
                <a:cubicBezTo>
                  <a:pt x="4740" y="1610"/>
                  <a:pt x="2277" y="1238"/>
                  <a:pt x="1" y="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0">
            <a:extLst>
              <a:ext uri="{FF2B5EF4-FFF2-40B4-BE49-F238E27FC236}">
                <a16:creationId xmlns:a16="http://schemas.microsoft.com/office/drawing/2014/main" id="{B973C1F9-4060-E5F7-E1CC-5EF8A6879458}"/>
              </a:ext>
            </a:extLst>
          </p:cNvPr>
          <p:cNvSpPr/>
          <p:nvPr/>
        </p:nvSpPr>
        <p:spPr>
          <a:xfrm>
            <a:off x="5948145" y="1833004"/>
            <a:ext cx="198796" cy="121453"/>
          </a:xfrm>
          <a:custGeom>
            <a:avLst/>
            <a:gdLst/>
            <a:ahLst/>
            <a:cxnLst/>
            <a:rect l="l" t="t" r="r" b="b"/>
            <a:pathLst>
              <a:path w="11109" h="6787" extrusionOk="0">
                <a:moveTo>
                  <a:pt x="8644" y="1"/>
                </a:moveTo>
                <a:cubicBezTo>
                  <a:pt x="8269" y="1"/>
                  <a:pt x="7869" y="141"/>
                  <a:pt x="7472" y="351"/>
                </a:cubicBezTo>
                <a:cubicBezTo>
                  <a:pt x="6338" y="985"/>
                  <a:pt x="3403" y="1986"/>
                  <a:pt x="1701" y="2453"/>
                </a:cubicBezTo>
                <a:cubicBezTo>
                  <a:pt x="0" y="2920"/>
                  <a:pt x="100" y="3787"/>
                  <a:pt x="367" y="5421"/>
                </a:cubicBezTo>
                <a:cubicBezTo>
                  <a:pt x="510" y="6423"/>
                  <a:pt x="1080" y="6786"/>
                  <a:pt x="1760" y="6786"/>
                </a:cubicBezTo>
                <a:cubicBezTo>
                  <a:pt x="2190" y="6786"/>
                  <a:pt x="2663" y="6642"/>
                  <a:pt x="3102" y="6422"/>
                </a:cubicBezTo>
                <a:cubicBezTo>
                  <a:pt x="4270" y="5855"/>
                  <a:pt x="7039" y="5455"/>
                  <a:pt x="9073" y="5155"/>
                </a:cubicBezTo>
                <a:cubicBezTo>
                  <a:pt x="11108" y="4888"/>
                  <a:pt x="10641" y="3520"/>
                  <a:pt x="10274" y="1919"/>
                </a:cubicBezTo>
                <a:cubicBezTo>
                  <a:pt x="9949" y="487"/>
                  <a:pt x="9341" y="1"/>
                  <a:pt x="8644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0">
            <a:extLst>
              <a:ext uri="{FF2B5EF4-FFF2-40B4-BE49-F238E27FC236}">
                <a16:creationId xmlns:a16="http://schemas.microsoft.com/office/drawing/2014/main" id="{DE4AF003-561E-1E1A-21BE-763B65913FC1}"/>
              </a:ext>
            </a:extLst>
          </p:cNvPr>
          <p:cNvSpPr/>
          <p:nvPr/>
        </p:nvSpPr>
        <p:spPr>
          <a:xfrm>
            <a:off x="5954713" y="1862567"/>
            <a:ext cx="191620" cy="92392"/>
          </a:xfrm>
          <a:custGeom>
            <a:avLst/>
            <a:gdLst/>
            <a:ahLst/>
            <a:cxnLst/>
            <a:rect l="l" t="t" r="r" b="b"/>
            <a:pathLst>
              <a:path w="10708" h="5163" extrusionOk="0">
                <a:moveTo>
                  <a:pt x="9840" y="0"/>
                </a:moveTo>
                <a:cubicBezTo>
                  <a:pt x="9807" y="100"/>
                  <a:pt x="9807" y="200"/>
                  <a:pt x="9774" y="267"/>
                </a:cubicBezTo>
                <a:cubicBezTo>
                  <a:pt x="9540" y="867"/>
                  <a:pt x="9173" y="1368"/>
                  <a:pt x="8640" y="1668"/>
                </a:cubicBezTo>
                <a:cubicBezTo>
                  <a:pt x="7572" y="2335"/>
                  <a:pt x="6171" y="2202"/>
                  <a:pt x="5004" y="2635"/>
                </a:cubicBezTo>
                <a:cubicBezTo>
                  <a:pt x="4203" y="2935"/>
                  <a:pt x="3536" y="3436"/>
                  <a:pt x="2769" y="3769"/>
                </a:cubicBezTo>
                <a:cubicBezTo>
                  <a:pt x="2287" y="3955"/>
                  <a:pt x="1774" y="4047"/>
                  <a:pt x="1253" y="4047"/>
                </a:cubicBezTo>
                <a:cubicBezTo>
                  <a:pt x="837" y="4047"/>
                  <a:pt x="415" y="3988"/>
                  <a:pt x="0" y="3869"/>
                </a:cubicBezTo>
                <a:lnTo>
                  <a:pt x="0" y="3869"/>
                </a:lnTo>
                <a:cubicBezTo>
                  <a:pt x="184" y="4811"/>
                  <a:pt x="758" y="5162"/>
                  <a:pt x="1427" y="5162"/>
                </a:cubicBezTo>
                <a:cubicBezTo>
                  <a:pt x="1850" y="5162"/>
                  <a:pt x="2310" y="5023"/>
                  <a:pt x="2735" y="4803"/>
                </a:cubicBezTo>
                <a:cubicBezTo>
                  <a:pt x="3870" y="4236"/>
                  <a:pt x="6705" y="3803"/>
                  <a:pt x="8706" y="3503"/>
                </a:cubicBezTo>
                <a:cubicBezTo>
                  <a:pt x="10708" y="3236"/>
                  <a:pt x="10274" y="1868"/>
                  <a:pt x="9907" y="267"/>
                </a:cubicBezTo>
                <a:cubicBezTo>
                  <a:pt x="9907" y="167"/>
                  <a:pt x="9874" y="100"/>
                  <a:pt x="984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0">
            <a:extLst>
              <a:ext uri="{FF2B5EF4-FFF2-40B4-BE49-F238E27FC236}">
                <a16:creationId xmlns:a16="http://schemas.microsoft.com/office/drawing/2014/main" id="{3917DFE5-2427-B4B6-97AD-BAC7604154AC}"/>
              </a:ext>
            </a:extLst>
          </p:cNvPr>
          <p:cNvSpPr/>
          <p:nvPr/>
        </p:nvSpPr>
        <p:spPr>
          <a:xfrm>
            <a:off x="5809656" y="1909488"/>
            <a:ext cx="149244" cy="107442"/>
          </a:xfrm>
          <a:custGeom>
            <a:avLst/>
            <a:gdLst/>
            <a:ahLst/>
            <a:cxnLst/>
            <a:rect l="l" t="t" r="r" b="b"/>
            <a:pathLst>
              <a:path w="8340" h="6004" extrusionOk="0">
                <a:moveTo>
                  <a:pt x="6360" y="0"/>
                </a:moveTo>
                <a:cubicBezTo>
                  <a:pt x="6137" y="0"/>
                  <a:pt x="5863" y="105"/>
                  <a:pt x="5504" y="347"/>
                </a:cubicBezTo>
                <a:cubicBezTo>
                  <a:pt x="4270" y="1214"/>
                  <a:pt x="2936" y="1981"/>
                  <a:pt x="1501" y="2949"/>
                </a:cubicBezTo>
                <a:cubicBezTo>
                  <a:pt x="34" y="3916"/>
                  <a:pt x="0" y="4783"/>
                  <a:pt x="334" y="5417"/>
                </a:cubicBezTo>
                <a:cubicBezTo>
                  <a:pt x="551" y="5792"/>
                  <a:pt x="954" y="6003"/>
                  <a:pt x="1558" y="6003"/>
                </a:cubicBezTo>
                <a:cubicBezTo>
                  <a:pt x="1976" y="6003"/>
                  <a:pt x="2489" y="5902"/>
                  <a:pt x="3103" y="5684"/>
                </a:cubicBezTo>
                <a:cubicBezTo>
                  <a:pt x="4604" y="5150"/>
                  <a:pt x="6138" y="4216"/>
                  <a:pt x="7205" y="3749"/>
                </a:cubicBezTo>
                <a:cubicBezTo>
                  <a:pt x="8306" y="3316"/>
                  <a:pt x="8340" y="2782"/>
                  <a:pt x="7572" y="1381"/>
                </a:cubicBezTo>
                <a:cubicBezTo>
                  <a:pt x="7146" y="623"/>
                  <a:pt x="6905" y="0"/>
                  <a:pt x="6360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0">
            <a:extLst>
              <a:ext uri="{FF2B5EF4-FFF2-40B4-BE49-F238E27FC236}">
                <a16:creationId xmlns:a16="http://schemas.microsoft.com/office/drawing/2014/main" id="{E6B62720-7D51-9597-0FD8-3151B26E4938}"/>
              </a:ext>
            </a:extLst>
          </p:cNvPr>
          <p:cNvSpPr/>
          <p:nvPr/>
        </p:nvSpPr>
        <p:spPr>
          <a:xfrm>
            <a:off x="5813235" y="1931212"/>
            <a:ext cx="145665" cy="85341"/>
          </a:xfrm>
          <a:custGeom>
            <a:avLst/>
            <a:gdLst/>
            <a:ahLst/>
            <a:cxnLst/>
            <a:rect l="l" t="t" r="r" b="b"/>
            <a:pathLst>
              <a:path w="8140" h="4769" extrusionOk="0">
                <a:moveTo>
                  <a:pt x="7272" y="0"/>
                </a:moveTo>
                <a:cubicBezTo>
                  <a:pt x="7172" y="33"/>
                  <a:pt x="7106" y="100"/>
                  <a:pt x="7106" y="200"/>
                </a:cubicBezTo>
                <a:cubicBezTo>
                  <a:pt x="7072" y="300"/>
                  <a:pt x="7106" y="434"/>
                  <a:pt x="7139" y="534"/>
                </a:cubicBezTo>
                <a:cubicBezTo>
                  <a:pt x="7172" y="834"/>
                  <a:pt x="7039" y="1134"/>
                  <a:pt x="6805" y="1368"/>
                </a:cubicBezTo>
                <a:cubicBezTo>
                  <a:pt x="6572" y="1535"/>
                  <a:pt x="6305" y="1701"/>
                  <a:pt x="6038" y="1801"/>
                </a:cubicBezTo>
                <a:lnTo>
                  <a:pt x="2269" y="3536"/>
                </a:lnTo>
                <a:cubicBezTo>
                  <a:pt x="1802" y="3769"/>
                  <a:pt x="1301" y="3903"/>
                  <a:pt x="768" y="3936"/>
                </a:cubicBezTo>
                <a:cubicBezTo>
                  <a:pt x="501" y="3936"/>
                  <a:pt x="234" y="3870"/>
                  <a:pt x="0" y="3736"/>
                </a:cubicBezTo>
                <a:lnTo>
                  <a:pt x="0" y="3736"/>
                </a:lnTo>
                <a:cubicBezTo>
                  <a:pt x="34" y="3903"/>
                  <a:pt x="67" y="4036"/>
                  <a:pt x="167" y="4203"/>
                </a:cubicBezTo>
                <a:cubicBezTo>
                  <a:pt x="360" y="4569"/>
                  <a:pt x="742" y="4768"/>
                  <a:pt x="1320" y="4768"/>
                </a:cubicBezTo>
                <a:cubicBezTo>
                  <a:pt x="1742" y="4768"/>
                  <a:pt x="2269" y="4662"/>
                  <a:pt x="2903" y="4437"/>
                </a:cubicBezTo>
                <a:cubicBezTo>
                  <a:pt x="4404" y="3903"/>
                  <a:pt x="5938" y="2969"/>
                  <a:pt x="7039" y="2535"/>
                </a:cubicBezTo>
                <a:cubicBezTo>
                  <a:pt x="8140" y="2068"/>
                  <a:pt x="8140" y="1568"/>
                  <a:pt x="7372" y="167"/>
                </a:cubicBezTo>
                <a:cubicBezTo>
                  <a:pt x="7339" y="134"/>
                  <a:pt x="7306" y="67"/>
                  <a:pt x="727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0">
            <a:extLst>
              <a:ext uri="{FF2B5EF4-FFF2-40B4-BE49-F238E27FC236}">
                <a16:creationId xmlns:a16="http://schemas.microsoft.com/office/drawing/2014/main" id="{3E3CB0B5-099D-4F89-0269-DD20B8F904ED}"/>
              </a:ext>
            </a:extLst>
          </p:cNvPr>
          <p:cNvSpPr/>
          <p:nvPr/>
        </p:nvSpPr>
        <p:spPr>
          <a:xfrm>
            <a:off x="5928443" y="1904942"/>
            <a:ext cx="50160" cy="46366"/>
          </a:xfrm>
          <a:custGeom>
            <a:avLst/>
            <a:gdLst/>
            <a:ahLst/>
            <a:cxnLst/>
            <a:rect l="l" t="t" r="r" b="b"/>
            <a:pathLst>
              <a:path w="2803" h="2591" extrusionOk="0">
                <a:moveTo>
                  <a:pt x="1702" y="0"/>
                </a:moveTo>
                <a:cubicBezTo>
                  <a:pt x="1368" y="0"/>
                  <a:pt x="0" y="668"/>
                  <a:pt x="367" y="1835"/>
                </a:cubicBezTo>
                <a:cubicBezTo>
                  <a:pt x="541" y="2425"/>
                  <a:pt x="1066" y="2591"/>
                  <a:pt x="1562" y="2591"/>
                </a:cubicBezTo>
                <a:cubicBezTo>
                  <a:pt x="2022" y="2591"/>
                  <a:pt x="2457" y="2449"/>
                  <a:pt x="2569" y="2369"/>
                </a:cubicBezTo>
                <a:cubicBezTo>
                  <a:pt x="2802" y="2235"/>
                  <a:pt x="2636" y="1802"/>
                  <a:pt x="2402" y="1135"/>
                </a:cubicBezTo>
                <a:cubicBezTo>
                  <a:pt x="2235" y="634"/>
                  <a:pt x="2035" y="0"/>
                  <a:pt x="17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0">
            <a:extLst>
              <a:ext uri="{FF2B5EF4-FFF2-40B4-BE49-F238E27FC236}">
                <a16:creationId xmlns:a16="http://schemas.microsoft.com/office/drawing/2014/main" id="{80F232E6-5ADB-9A8A-115A-93F7DFBAF1D2}"/>
              </a:ext>
            </a:extLst>
          </p:cNvPr>
          <p:cNvSpPr/>
          <p:nvPr/>
        </p:nvSpPr>
        <p:spPr>
          <a:xfrm>
            <a:off x="6041253" y="2015176"/>
            <a:ext cx="199995" cy="146095"/>
          </a:xfrm>
          <a:custGeom>
            <a:avLst/>
            <a:gdLst/>
            <a:ahLst/>
            <a:cxnLst/>
            <a:rect l="l" t="t" r="r" b="b"/>
            <a:pathLst>
              <a:path w="11176" h="8164" extrusionOk="0">
                <a:moveTo>
                  <a:pt x="7862" y="1"/>
                </a:moveTo>
                <a:cubicBezTo>
                  <a:pt x="7368" y="1"/>
                  <a:pt x="6901" y="316"/>
                  <a:pt x="6472" y="745"/>
                </a:cubicBezTo>
                <a:cubicBezTo>
                  <a:pt x="5572" y="1646"/>
                  <a:pt x="3070" y="3481"/>
                  <a:pt x="1569" y="4415"/>
                </a:cubicBezTo>
                <a:cubicBezTo>
                  <a:pt x="34" y="5382"/>
                  <a:pt x="1" y="5649"/>
                  <a:pt x="735" y="7150"/>
                </a:cubicBezTo>
                <a:cubicBezTo>
                  <a:pt x="1077" y="7884"/>
                  <a:pt x="1532" y="8164"/>
                  <a:pt x="2071" y="8164"/>
                </a:cubicBezTo>
                <a:cubicBezTo>
                  <a:pt x="2633" y="8164"/>
                  <a:pt x="3288" y="7859"/>
                  <a:pt x="4004" y="7450"/>
                </a:cubicBezTo>
                <a:cubicBezTo>
                  <a:pt x="5138" y="6816"/>
                  <a:pt x="7473" y="5749"/>
                  <a:pt x="9341" y="4882"/>
                </a:cubicBezTo>
                <a:cubicBezTo>
                  <a:pt x="11176" y="4048"/>
                  <a:pt x="10375" y="2847"/>
                  <a:pt x="9574" y="1413"/>
                </a:cubicBezTo>
                <a:cubicBezTo>
                  <a:pt x="8981" y="382"/>
                  <a:pt x="8405" y="1"/>
                  <a:pt x="7862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0">
            <a:extLst>
              <a:ext uri="{FF2B5EF4-FFF2-40B4-BE49-F238E27FC236}">
                <a16:creationId xmlns:a16="http://schemas.microsoft.com/office/drawing/2014/main" id="{24ACA439-1419-3F4B-F106-73A388F91C16}"/>
              </a:ext>
            </a:extLst>
          </p:cNvPr>
          <p:cNvSpPr/>
          <p:nvPr/>
        </p:nvSpPr>
        <p:spPr>
          <a:xfrm>
            <a:off x="5926045" y="2125480"/>
            <a:ext cx="134928" cy="115888"/>
          </a:xfrm>
          <a:custGeom>
            <a:avLst/>
            <a:gdLst/>
            <a:ahLst/>
            <a:cxnLst/>
            <a:rect l="l" t="t" r="r" b="b"/>
            <a:pathLst>
              <a:path w="7540" h="6476" extrusionOk="0">
                <a:moveTo>
                  <a:pt x="5137" y="1"/>
                </a:moveTo>
                <a:cubicBezTo>
                  <a:pt x="4890" y="1"/>
                  <a:pt x="4606" y="151"/>
                  <a:pt x="4237" y="519"/>
                </a:cubicBezTo>
                <a:cubicBezTo>
                  <a:pt x="3170" y="1620"/>
                  <a:pt x="2469" y="2187"/>
                  <a:pt x="1235" y="3421"/>
                </a:cubicBezTo>
                <a:cubicBezTo>
                  <a:pt x="1" y="4655"/>
                  <a:pt x="101" y="5523"/>
                  <a:pt x="568" y="6090"/>
                </a:cubicBezTo>
                <a:cubicBezTo>
                  <a:pt x="776" y="6342"/>
                  <a:pt x="1069" y="6475"/>
                  <a:pt x="1451" y="6475"/>
                </a:cubicBezTo>
                <a:cubicBezTo>
                  <a:pt x="1929" y="6475"/>
                  <a:pt x="2544" y="6267"/>
                  <a:pt x="3303" y="5823"/>
                </a:cubicBezTo>
                <a:cubicBezTo>
                  <a:pt x="4671" y="4989"/>
                  <a:pt x="5572" y="4188"/>
                  <a:pt x="6539" y="3554"/>
                </a:cubicBezTo>
                <a:cubicBezTo>
                  <a:pt x="7540" y="2921"/>
                  <a:pt x="7440" y="2387"/>
                  <a:pt x="6439" y="1153"/>
                </a:cubicBezTo>
                <a:cubicBezTo>
                  <a:pt x="5936" y="541"/>
                  <a:pt x="5606" y="1"/>
                  <a:pt x="5137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40">
            <a:extLst>
              <a:ext uri="{FF2B5EF4-FFF2-40B4-BE49-F238E27FC236}">
                <a16:creationId xmlns:a16="http://schemas.microsoft.com/office/drawing/2014/main" id="{41C4F5D8-CB0D-122C-18AB-A0AB9814466A}"/>
              </a:ext>
            </a:extLst>
          </p:cNvPr>
          <p:cNvSpPr/>
          <p:nvPr/>
        </p:nvSpPr>
        <p:spPr>
          <a:xfrm>
            <a:off x="5933811" y="2036864"/>
            <a:ext cx="306846" cy="204504"/>
          </a:xfrm>
          <a:custGeom>
            <a:avLst/>
            <a:gdLst/>
            <a:ahLst/>
            <a:cxnLst/>
            <a:rect l="l" t="t" r="r" b="b"/>
            <a:pathLst>
              <a:path w="17147" h="11428" extrusionOk="0">
                <a:moveTo>
                  <a:pt x="15445" y="0"/>
                </a:moveTo>
                <a:cubicBezTo>
                  <a:pt x="15512" y="334"/>
                  <a:pt x="15545" y="701"/>
                  <a:pt x="15478" y="1068"/>
                </a:cubicBezTo>
                <a:cubicBezTo>
                  <a:pt x="15278" y="1735"/>
                  <a:pt x="14811" y="2269"/>
                  <a:pt x="14211" y="2602"/>
                </a:cubicBezTo>
                <a:cubicBezTo>
                  <a:pt x="13577" y="2902"/>
                  <a:pt x="12943" y="3169"/>
                  <a:pt x="12309" y="3403"/>
                </a:cubicBezTo>
                <a:cubicBezTo>
                  <a:pt x="11576" y="3703"/>
                  <a:pt x="10908" y="4137"/>
                  <a:pt x="10308" y="4637"/>
                </a:cubicBezTo>
                <a:cubicBezTo>
                  <a:pt x="9874" y="5037"/>
                  <a:pt x="9407" y="5404"/>
                  <a:pt x="8874" y="5704"/>
                </a:cubicBezTo>
                <a:cubicBezTo>
                  <a:pt x="8434" y="5946"/>
                  <a:pt x="7950" y="6058"/>
                  <a:pt x="7471" y="6058"/>
                </a:cubicBezTo>
                <a:cubicBezTo>
                  <a:pt x="7224" y="6058"/>
                  <a:pt x="6977" y="6028"/>
                  <a:pt x="6739" y="5971"/>
                </a:cubicBezTo>
                <a:lnTo>
                  <a:pt x="6739" y="5971"/>
                </a:lnTo>
                <a:cubicBezTo>
                  <a:pt x="7078" y="6667"/>
                  <a:pt x="7528" y="6931"/>
                  <a:pt x="8061" y="6931"/>
                </a:cubicBezTo>
                <a:cubicBezTo>
                  <a:pt x="8627" y="6931"/>
                  <a:pt x="9286" y="6633"/>
                  <a:pt x="10008" y="6238"/>
                </a:cubicBezTo>
                <a:cubicBezTo>
                  <a:pt x="11109" y="5604"/>
                  <a:pt x="13477" y="4504"/>
                  <a:pt x="15312" y="3670"/>
                </a:cubicBezTo>
                <a:cubicBezTo>
                  <a:pt x="17146" y="2836"/>
                  <a:pt x="16346" y="1635"/>
                  <a:pt x="15578" y="201"/>
                </a:cubicBezTo>
                <a:lnTo>
                  <a:pt x="15545" y="201"/>
                </a:lnTo>
                <a:cubicBezTo>
                  <a:pt x="15512" y="134"/>
                  <a:pt x="15478" y="67"/>
                  <a:pt x="15445" y="0"/>
                </a:cubicBezTo>
                <a:close/>
                <a:moveTo>
                  <a:pt x="6005" y="6138"/>
                </a:moveTo>
                <a:cubicBezTo>
                  <a:pt x="5871" y="6772"/>
                  <a:pt x="5538" y="7306"/>
                  <a:pt x="5004" y="7706"/>
                </a:cubicBezTo>
                <a:cubicBezTo>
                  <a:pt x="4404" y="8173"/>
                  <a:pt x="3670" y="8540"/>
                  <a:pt x="3103" y="9040"/>
                </a:cubicBezTo>
                <a:cubicBezTo>
                  <a:pt x="2703" y="9440"/>
                  <a:pt x="2369" y="9874"/>
                  <a:pt x="2002" y="10308"/>
                </a:cubicBezTo>
                <a:cubicBezTo>
                  <a:pt x="1649" y="10731"/>
                  <a:pt x="1147" y="10972"/>
                  <a:pt x="636" y="10972"/>
                </a:cubicBezTo>
                <a:cubicBezTo>
                  <a:pt x="422" y="10972"/>
                  <a:pt x="207" y="10930"/>
                  <a:pt x="1" y="10841"/>
                </a:cubicBezTo>
                <a:lnTo>
                  <a:pt x="1" y="10841"/>
                </a:lnTo>
                <a:cubicBezTo>
                  <a:pt x="34" y="10908"/>
                  <a:pt x="67" y="10975"/>
                  <a:pt x="134" y="11042"/>
                </a:cubicBezTo>
                <a:cubicBezTo>
                  <a:pt x="342" y="11294"/>
                  <a:pt x="635" y="11427"/>
                  <a:pt x="1017" y="11427"/>
                </a:cubicBezTo>
                <a:cubicBezTo>
                  <a:pt x="1495" y="11427"/>
                  <a:pt x="2110" y="11219"/>
                  <a:pt x="2869" y="10775"/>
                </a:cubicBezTo>
                <a:cubicBezTo>
                  <a:pt x="4237" y="9974"/>
                  <a:pt x="5138" y="9174"/>
                  <a:pt x="6105" y="8506"/>
                </a:cubicBezTo>
                <a:cubicBezTo>
                  <a:pt x="7106" y="7873"/>
                  <a:pt x="7006" y="7339"/>
                  <a:pt x="6005" y="6138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40">
            <a:extLst>
              <a:ext uri="{FF2B5EF4-FFF2-40B4-BE49-F238E27FC236}">
                <a16:creationId xmlns:a16="http://schemas.microsoft.com/office/drawing/2014/main" id="{8C2B23C3-792F-6914-3DFF-9D6AC89E72B9}"/>
              </a:ext>
            </a:extLst>
          </p:cNvPr>
          <p:cNvSpPr/>
          <p:nvPr/>
        </p:nvSpPr>
        <p:spPr>
          <a:xfrm>
            <a:off x="6020369" y="2117428"/>
            <a:ext cx="53739" cy="47261"/>
          </a:xfrm>
          <a:custGeom>
            <a:avLst/>
            <a:gdLst/>
            <a:ahLst/>
            <a:cxnLst/>
            <a:rect l="l" t="t" r="r" b="b"/>
            <a:pathLst>
              <a:path w="3003" h="2641" extrusionOk="0">
                <a:moveTo>
                  <a:pt x="1627" y="0"/>
                </a:moveTo>
                <a:cubicBezTo>
                  <a:pt x="1618" y="0"/>
                  <a:pt x="1610" y="1"/>
                  <a:pt x="1602" y="2"/>
                </a:cubicBezTo>
                <a:cubicBezTo>
                  <a:pt x="1268" y="68"/>
                  <a:pt x="0" y="936"/>
                  <a:pt x="534" y="2036"/>
                </a:cubicBezTo>
                <a:cubicBezTo>
                  <a:pt x="756" y="2495"/>
                  <a:pt x="1152" y="2641"/>
                  <a:pt x="1552" y="2641"/>
                </a:cubicBezTo>
                <a:cubicBezTo>
                  <a:pt x="2114" y="2641"/>
                  <a:pt x="2686" y="2353"/>
                  <a:pt x="2802" y="2237"/>
                </a:cubicBezTo>
                <a:cubicBezTo>
                  <a:pt x="3003" y="2070"/>
                  <a:pt x="2769" y="1636"/>
                  <a:pt x="2435" y="1036"/>
                </a:cubicBezTo>
                <a:cubicBezTo>
                  <a:pt x="2209" y="549"/>
                  <a:pt x="1919" y="0"/>
                  <a:pt x="16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40">
            <a:extLst>
              <a:ext uri="{FF2B5EF4-FFF2-40B4-BE49-F238E27FC236}">
                <a16:creationId xmlns:a16="http://schemas.microsoft.com/office/drawing/2014/main" id="{D374E42D-EEF5-6DCA-B517-03EDF31D6858}"/>
              </a:ext>
            </a:extLst>
          </p:cNvPr>
          <p:cNvSpPr/>
          <p:nvPr/>
        </p:nvSpPr>
        <p:spPr>
          <a:xfrm>
            <a:off x="6126612" y="2100696"/>
            <a:ext cx="162397" cy="123923"/>
          </a:xfrm>
          <a:custGeom>
            <a:avLst/>
            <a:gdLst/>
            <a:ahLst/>
            <a:cxnLst/>
            <a:rect l="l" t="t" r="r" b="b"/>
            <a:pathLst>
              <a:path w="9075" h="6925" extrusionOk="0">
                <a:moveTo>
                  <a:pt x="6358" y="1"/>
                </a:moveTo>
                <a:cubicBezTo>
                  <a:pt x="6052" y="1"/>
                  <a:pt x="5729" y="119"/>
                  <a:pt x="5371" y="370"/>
                </a:cubicBezTo>
                <a:cubicBezTo>
                  <a:pt x="4104" y="1237"/>
                  <a:pt x="2870" y="2104"/>
                  <a:pt x="1702" y="3005"/>
                </a:cubicBezTo>
                <a:cubicBezTo>
                  <a:pt x="268" y="4072"/>
                  <a:pt x="1" y="4372"/>
                  <a:pt x="768" y="5773"/>
                </a:cubicBezTo>
                <a:cubicBezTo>
                  <a:pt x="1179" y="6558"/>
                  <a:pt x="1486" y="6924"/>
                  <a:pt x="2004" y="6924"/>
                </a:cubicBezTo>
                <a:cubicBezTo>
                  <a:pt x="2411" y="6924"/>
                  <a:pt x="2949" y="6699"/>
                  <a:pt x="3770" y="6274"/>
                </a:cubicBezTo>
                <a:cubicBezTo>
                  <a:pt x="4871" y="5707"/>
                  <a:pt x="5772" y="5040"/>
                  <a:pt x="7907" y="3839"/>
                </a:cubicBezTo>
                <a:cubicBezTo>
                  <a:pt x="9074" y="3172"/>
                  <a:pt x="8907" y="2338"/>
                  <a:pt x="7940" y="1070"/>
                </a:cubicBezTo>
                <a:cubicBezTo>
                  <a:pt x="7404" y="384"/>
                  <a:pt x="6909" y="1"/>
                  <a:pt x="6358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40">
            <a:extLst>
              <a:ext uri="{FF2B5EF4-FFF2-40B4-BE49-F238E27FC236}">
                <a16:creationId xmlns:a16="http://schemas.microsoft.com/office/drawing/2014/main" id="{893C2370-2640-CE56-56B0-07FB0527A779}"/>
              </a:ext>
            </a:extLst>
          </p:cNvPr>
          <p:cNvSpPr/>
          <p:nvPr/>
        </p:nvSpPr>
        <p:spPr>
          <a:xfrm>
            <a:off x="6040662" y="2197382"/>
            <a:ext cx="106869" cy="87882"/>
          </a:xfrm>
          <a:custGeom>
            <a:avLst/>
            <a:gdLst/>
            <a:ahLst/>
            <a:cxnLst/>
            <a:rect l="l" t="t" r="r" b="b"/>
            <a:pathLst>
              <a:path w="5972" h="4911" extrusionOk="0">
                <a:moveTo>
                  <a:pt x="3765" y="0"/>
                </a:moveTo>
                <a:cubicBezTo>
                  <a:pt x="3525" y="0"/>
                  <a:pt x="3231" y="131"/>
                  <a:pt x="2803" y="437"/>
                </a:cubicBezTo>
                <a:cubicBezTo>
                  <a:pt x="2169" y="871"/>
                  <a:pt x="1568" y="1404"/>
                  <a:pt x="1068" y="1972"/>
                </a:cubicBezTo>
                <a:cubicBezTo>
                  <a:pt x="1" y="3272"/>
                  <a:pt x="101" y="4073"/>
                  <a:pt x="568" y="4607"/>
                </a:cubicBezTo>
                <a:cubicBezTo>
                  <a:pt x="767" y="4806"/>
                  <a:pt x="1020" y="4910"/>
                  <a:pt x="1334" y="4910"/>
                </a:cubicBezTo>
                <a:cubicBezTo>
                  <a:pt x="1808" y="4910"/>
                  <a:pt x="2421" y="4674"/>
                  <a:pt x="3203" y="4173"/>
                </a:cubicBezTo>
                <a:cubicBezTo>
                  <a:pt x="4470" y="3339"/>
                  <a:pt x="4037" y="3606"/>
                  <a:pt x="4904" y="2939"/>
                </a:cubicBezTo>
                <a:cubicBezTo>
                  <a:pt x="5805" y="2238"/>
                  <a:pt x="5971" y="2038"/>
                  <a:pt x="4937" y="937"/>
                </a:cubicBezTo>
                <a:cubicBezTo>
                  <a:pt x="4431" y="389"/>
                  <a:pt x="4178" y="0"/>
                  <a:pt x="3765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0">
            <a:extLst>
              <a:ext uri="{FF2B5EF4-FFF2-40B4-BE49-F238E27FC236}">
                <a16:creationId xmlns:a16="http://schemas.microsoft.com/office/drawing/2014/main" id="{F3D07A1B-12B2-82D0-2810-77FA530FD109}"/>
              </a:ext>
            </a:extLst>
          </p:cNvPr>
          <p:cNvSpPr/>
          <p:nvPr/>
        </p:nvSpPr>
        <p:spPr>
          <a:xfrm>
            <a:off x="6051399" y="2110878"/>
            <a:ext cx="237610" cy="174262"/>
          </a:xfrm>
          <a:custGeom>
            <a:avLst/>
            <a:gdLst/>
            <a:ahLst/>
            <a:cxnLst/>
            <a:rect l="l" t="t" r="r" b="b"/>
            <a:pathLst>
              <a:path w="13278" h="9738" extrusionOk="0">
                <a:moveTo>
                  <a:pt x="11709" y="1"/>
                </a:moveTo>
                <a:cubicBezTo>
                  <a:pt x="11843" y="468"/>
                  <a:pt x="11743" y="935"/>
                  <a:pt x="11476" y="1335"/>
                </a:cubicBezTo>
                <a:cubicBezTo>
                  <a:pt x="11042" y="1902"/>
                  <a:pt x="10342" y="2102"/>
                  <a:pt x="9775" y="2502"/>
                </a:cubicBezTo>
                <a:cubicBezTo>
                  <a:pt x="8741" y="3203"/>
                  <a:pt x="8140" y="4437"/>
                  <a:pt x="7039" y="5038"/>
                </a:cubicBezTo>
                <a:cubicBezTo>
                  <a:pt x="6594" y="5285"/>
                  <a:pt x="6112" y="5422"/>
                  <a:pt x="5620" y="5422"/>
                </a:cubicBezTo>
                <a:cubicBezTo>
                  <a:pt x="5449" y="5422"/>
                  <a:pt x="5277" y="5406"/>
                  <a:pt x="5105" y="5371"/>
                </a:cubicBezTo>
                <a:lnTo>
                  <a:pt x="5038" y="5371"/>
                </a:lnTo>
                <a:cubicBezTo>
                  <a:pt x="5434" y="6037"/>
                  <a:pt x="5732" y="6343"/>
                  <a:pt x="6211" y="6343"/>
                </a:cubicBezTo>
                <a:cubicBezTo>
                  <a:pt x="6621" y="6343"/>
                  <a:pt x="7161" y="6120"/>
                  <a:pt x="8007" y="5705"/>
                </a:cubicBezTo>
                <a:cubicBezTo>
                  <a:pt x="9107" y="5138"/>
                  <a:pt x="9975" y="4471"/>
                  <a:pt x="12110" y="3270"/>
                </a:cubicBezTo>
                <a:cubicBezTo>
                  <a:pt x="13277" y="2603"/>
                  <a:pt x="13110" y="1769"/>
                  <a:pt x="12143" y="501"/>
                </a:cubicBezTo>
                <a:cubicBezTo>
                  <a:pt x="12010" y="334"/>
                  <a:pt x="11876" y="167"/>
                  <a:pt x="11709" y="1"/>
                </a:cubicBezTo>
                <a:close/>
                <a:moveTo>
                  <a:pt x="4437" y="5838"/>
                </a:moveTo>
                <a:cubicBezTo>
                  <a:pt x="4404" y="6205"/>
                  <a:pt x="4204" y="6539"/>
                  <a:pt x="3937" y="6772"/>
                </a:cubicBezTo>
                <a:cubicBezTo>
                  <a:pt x="3637" y="7006"/>
                  <a:pt x="3337" y="7206"/>
                  <a:pt x="3003" y="7373"/>
                </a:cubicBezTo>
                <a:cubicBezTo>
                  <a:pt x="2469" y="7706"/>
                  <a:pt x="1969" y="8073"/>
                  <a:pt x="1535" y="8507"/>
                </a:cubicBezTo>
                <a:cubicBezTo>
                  <a:pt x="1302" y="8807"/>
                  <a:pt x="1002" y="9074"/>
                  <a:pt x="668" y="9274"/>
                </a:cubicBezTo>
                <a:cubicBezTo>
                  <a:pt x="503" y="9356"/>
                  <a:pt x="316" y="9416"/>
                  <a:pt x="125" y="9416"/>
                </a:cubicBezTo>
                <a:cubicBezTo>
                  <a:pt x="84" y="9416"/>
                  <a:pt x="42" y="9413"/>
                  <a:pt x="1" y="9407"/>
                </a:cubicBezTo>
                <a:lnTo>
                  <a:pt x="1" y="9407"/>
                </a:lnTo>
                <a:cubicBezTo>
                  <a:pt x="191" y="9625"/>
                  <a:pt x="449" y="9737"/>
                  <a:pt x="772" y="9737"/>
                </a:cubicBezTo>
                <a:cubicBezTo>
                  <a:pt x="1242" y="9737"/>
                  <a:pt x="1852" y="9501"/>
                  <a:pt x="2603" y="9007"/>
                </a:cubicBezTo>
                <a:cubicBezTo>
                  <a:pt x="3870" y="8173"/>
                  <a:pt x="3437" y="8440"/>
                  <a:pt x="4337" y="7740"/>
                </a:cubicBezTo>
                <a:cubicBezTo>
                  <a:pt x="5238" y="7072"/>
                  <a:pt x="5371" y="6872"/>
                  <a:pt x="4437" y="5838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0">
            <a:extLst>
              <a:ext uri="{FF2B5EF4-FFF2-40B4-BE49-F238E27FC236}">
                <a16:creationId xmlns:a16="http://schemas.microsoft.com/office/drawing/2014/main" id="{4EABD997-A1EA-3E43-ACC6-875E147AA78F}"/>
              </a:ext>
            </a:extLst>
          </p:cNvPr>
          <p:cNvSpPr/>
          <p:nvPr/>
        </p:nvSpPr>
        <p:spPr>
          <a:xfrm>
            <a:off x="6106319" y="2182297"/>
            <a:ext cx="53148" cy="45453"/>
          </a:xfrm>
          <a:custGeom>
            <a:avLst/>
            <a:gdLst/>
            <a:ahLst/>
            <a:cxnLst/>
            <a:rect l="l" t="t" r="r" b="b"/>
            <a:pathLst>
              <a:path w="2970" h="2540" extrusionOk="0">
                <a:moveTo>
                  <a:pt x="1514" y="1"/>
                </a:moveTo>
                <a:cubicBezTo>
                  <a:pt x="1488" y="1"/>
                  <a:pt x="1461" y="5"/>
                  <a:pt x="1435" y="13"/>
                </a:cubicBezTo>
                <a:cubicBezTo>
                  <a:pt x="1135" y="79"/>
                  <a:pt x="1" y="1047"/>
                  <a:pt x="601" y="2047"/>
                </a:cubicBezTo>
                <a:cubicBezTo>
                  <a:pt x="822" y="2416"/>
                  <a:pt x="1156" y="2540"/>
                  <a:pt x="1499" y="2540"/>
                </a:cubicBezTo>
                <a:cubicBezTo>
                  <a:pt x="2086" y="2540"/>
                  <a:pt x="2697" y="2174"/>
                  <a:pt x="2803" y="2047"/>
                </a:cubicBezTo>
                <a:cubicBezTo>
                  <a:pt x="2970" y="1847"/>
                  <a:pt x="2703" y="1480"/>
                  <a:pt x="2369" y="913"/>
                </a:cubicBezTo>
                <a:cubicBezTo>
                  <a:pt x="2123" y="514"/>
                  <a:pt x="1821" y="1"/>
                  <a:pt x="151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40">
            <a:extLst>
              <a:ext uri="{FF2B5EF4-FFF2-40B4-BE49-F238E27FC236}">
                <a16:creationId xmlns:a16="http://schemas.microsoft.com/office/drawing/2014/main" id="{0A8E1FED-A686-BC49-866E-A8E74A8E6E11}"/>
              </a:ext>
            </a:extLst>
          </p:cNvPr>
          <p:cNvSpPr/>
          <p:nvPr/>
        </p:nvSpPr>
        <p:spPr>
          <a:xfrm>
            <a:off x="5962461" y="1925772"/>
            <a:ext cx="227445" cy="157225"/>
          </a:xfrm>
          <a:custGeom>
            <a:avLst/>
            <a:gdLst/>
            <a:ahLst/>
            <a:cxnLst/>
            <a:rect l="l" t="t" r="r" b="b"/>
            <a:pathLst>
              <a:path w="12710" h="8786" extrusionOk="0">
                <a:moveTo>
                  <a:pt x="9601" y="0"/>
                </a:moveTo>
                <a:cubicBezTo>
                  <a:pt x="9126" y="0"/>
                  <a:pt x="8656" y="266"/>
                  <a:pt x="8240" y="638"/>
                </a:cubicBezTo>
                <a:cubicBezTo>
                  <a:pt x="7273" y="1438"/>
                  <a:pt x="3136" y="3673"/>
                  <a:pt x="1569" y="4507"/>
                </a:cubicBezTo>
                <a:cubicBezTo>
                  <a:pt x="1" y="5341"/>
                  <a:pt x="234" y="6142"/>
                  <a:pt x="835" y="7709"/>
                </a:cubicBezTo>
                <a:cubicBezTo>
                  <a:pt x="1139" y="8488"/>
                  <a:pt x="1632" y="8785"/>
                  <a:pt x="2175" y="8785"/>
                </a:cubicBezTo>
                <a:cubicBezTo>
                  <a:pt x="2703" y="8785"/>
                  <a:pt x="3277" y="8504"/>
                  <a:pt x="3770" y="8110"/>
                </a:cubicBezTo>
                <a:cubicBezTo>
                  <a:pt x="4771" y="7309"/>
                  <a:pt x="8874" y="5675"/>
                  <a:pt x="10808" y="4974"/>
                </a:cubicBezTo>
                <a:cubicBezTo>
                  <a:pt x="12710" y="4307"/>
                  <a:pt x="12009" y="3039"/>
                  <a:pt x="11309" y="1538"/>
                </a:cubicBezTo>
                <a:cubicBezTo>
                  <a:pt x="10791" y="411"/>
                  <a:pt x="10192" y="0"/>
                  <a:pt x="9601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0">
            <a:extLst>
              <a:ext uri="{FF2B5EF4-FFF2-40B4-BE49-F238E27FC236}">
                <a16:creationId xmlns:a16="http://schemas.microsoft.com/office/drawing/2014/main" id="{264859F3-B569-1A3F-A6FE-D1AB83426282}"/>
              </a:ext>
            </a:extLst>
          </p:cNvPr>
          <p:cNvSpPr/>
          <p:nvPr/>
        </p:nvSpPr>
        <p:spPr>
          <a:xfrm>
            <a:off x="5841885" y="2039209"/>
            <a:ext cx="145665" cy="117355"/>
          </a:xfrm>
          <a:custGeom>
            <a:avLst/>
            <a:gdLst/>
            <a:ahLst/>
            <a:cxnLst/>
            <a:rect l="l" t="t" r="r" b="b"/>
            <a:pathLst>
              <a:path w="8140" h="6558" extrusionOk="0">
                <a:moveTo>
                  <a:pt x="5878" y="0"/>
                </a:moveTo>
                <a:cubicBezTo>
                  <a:pt x="5635" y="0"/>
                  <a:pt x="5347" y="138"/>
                  <a:pt x="4971" y="470"/>
                </a:cubicBezTo>
                <a:cubicBezTo>
                  <a:pt x="3837" y="1471"/>
                  <a:pt x="2636" y="2371"/>
                  <a:pt x="1302" y="3505"/>
                </a:cubicBezTo>
                <a:cubicBezTo>
                  <a:pt x="1" y="4639"/>
                  <a:pt x="67" y="5540"/>
                  <a:pt x="468" y="6107"/>
                </a:cubicBezTo>
                <a:cubicBezTo>
                  <a:pt x="679" y="6400"/>
                  <a:pt x="1001" y="6558"/>
                  <a:pt x="1442" y="6558"/>
                </a:cubicBezTo>
                <a:cubicBezTo>
                  <a:pt x="1906" y="6558"/>
                  <a:pt x="2501" y="6383"/>
                  <a:pt x="3236" y="6007"/>
                </a:cubicBezTo>
                <a:cubicBezTo>
                  <a:pt x="4704" y="5273"/>
                  <a:pt x="6072" y="4172"/>
                  <a:pt x="7106" y="3605"/>
                </a:cubicBezTo>
                <a:cubicBezTo>
                  <a:pt x="8140" y="3005"/>
                  <a:pt x="8106" y="2471"/>
                  <a:pt x="7139" y="1204"/>
                </a:cubicBezTo>
                <a:cubicBezTo>
                  <a:pt x="6671" y="557"/>
                  <a:pt x="6367" y="0"/>
                  <a:pt x="5878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40">
            <a:extLst>
              <a:ext uri="{FF2B5EF4-FFF2-40B4-BE49-F238E27FC236}">
                <a16:creationId xmlns:a16="http://schemas.microsoft.com/office/drawing/2014/main" id="{19E63FF2-9D47-15B2-A520-9ED28DDF3CC5}"/>
              </a:ext>
            </a:extLst>
          </p:cNvPr>
          <p:cNvSpPr/>
          <p:nvPr/>
        </p:nvSpPr>
        <p:spPr>
          <a:xfrm>
            <a:off x="5847862" y="1955084"/>
            <a:ext cx="342045" cy="201480"/>
          </a:xfrm>
          <a:custGeom>
            <a:avLst/>
            <a:gdLst/>
            <a:ahLst/>
            <a:cxnLst/>
            <a:rect l="l" t="t" r="r" b="b"/>
            <a:pathLst>
              <a:path w="19114" h="11259" extrusionOk="0">
                <a:moveTo>
                  <a:pt x="17780" y="0"/>
                </a:moveTo>
                <a:cubicBezTo>
                  <a:pt x="17813" y="334"/>
                  <a:pt x="17813" y="634"/>
                  <a:pt x="17713" y="901"/>
                </a:cubicBezTo>
                <a:cubicBezTo>
                  <a:pt x="17579" y="1168"/>
                  <a:pt x="17413" y="1401"/>
                  <a:pt x="17212" y="1568"/>
                </a:cubicBezTo>
                <a:cubicBezTo>
                  <a:pt x="15778" y="2869"/>
                  <a:pt x="13677" y="2936"/>
                  <a:pt x="11975" y="3836"/>
                </a:cubicBezTo>
                <a:cubicBezTo>
                  <a:pt x="11141" y="4270"/>
                  <a:pt x="10441" y="4904"/>
                  <a:pt x="9607" y="5338"/>
                </a:cubicBezTo>
                <a:cubicBezTo>
                  <a:pt x="9104" y="5644"/>
                  <a:pt x="8543" y="5792"/>
                  <a:pt x="7982" y="5792"/>
                </a:cubicBezTo>
                <a:cubicBezTo>
                  <a:pt x="7687" y="5792"/>
                  <a:pt x="7392" y="5751"/>
                  <a:pt x="7105" y="5671"/>
                </a:cubicBezTo>
                <a:lnTo>
                  <a:pt x="7105" y="5671"/>
                </a:lnTo>
                <a:cubicBezTo>
                  <a:pt x="7139" y="5771"/>
                  <a:pt x="7205" y="5905"/>
                  <a:pt x="7239" y="6071"/>
                </a:cubicBezTo>
                <a:cubicBezTo>
                  <a:pt x="7543" y="6850"/>
                  <a:pt x="8028" y="7147"/>
                  <a:pt x="8567" y="7147"/>
                </a:cubicBezTo>
                <a:cubicBezTo>
                  <a:pt x="9090" y="7147"/>
                  <a:pt x="9664" y="6866"/>
                  <a:pt x="10174" y="6472"/>
                </a:cubicBezTo>
                <a:cubicBezTo>
                  <a:pt x="11208" y="5671"/>
                  <a:pt x="15311" y="4037"/>
                  <a:pt x="17212" y="3336"/>
                </a:cubicBezTo>
                <a:cubicBezTo>
                  <a:pt x="19114" y="2669"/>
                  <a:pt x="18447" y="1468"/>
                  <a:pt x="17780" y="0"/>
                </a:cubicBezTo>
                <a:close/>
                <a:moveTo>
                  <a:pt x="6972" y="6071"/>
                </a:moveTo>
                <a:lnTo>
                  <a:pt x="6972" y="6071"/>
                </a:lnTo>
                <a:cubicBezTo>
                  <a:pt x="6872" y="6372"/>
                  <a:pt x="6738" y="6605"/>
                  <a:pt x="6505" y="6805"/>
                </a:cubicBezTo>
                <a:cubicBezTo>
                  <a:pt x="6171" y="7106"/>
                  <a:pt x="5771" y="7339"/>
                  <a:pt x="5371" y="7539"/>
                </a:cubicBezTo>
                <a:cubicBezTo>
                  <a:pt x="4704" y="7906"/>
                  <a:pt x="4070" y="8306"/>
                  <a:pt x="3503" y="8807"/>
                </a:cubicBezTo>
                <a:cubicBezTo>
                  <a:pt x="3002" y="9274"/>
                  <a:pt x="2435" y="9741"/>
                  <a:pt x="1835" y="10141"/>
                </a:cubicBezTo>
                <a:cubicBezTo>
                  <a:pt x="1451" y="10405"/>
                  <a:pt x="997" y="10531"/>
                  <a:pt x="537" y="10531"/>
                </a:cubicBezTo>
                <a:cubicBezTo>
                  <a:pt x="358" y="10531"/>
                  <a:pt x="178" y="10512"/>
                  <a:pt x="0" y="10475"/>
                </a:cubicBezTo>
                <a:lnTo>
                  <a:pt x="0" y="10475"/>
                </a:lnTo>
                <a:cubicBezTo>
                  <a:pt x="34" y="10608"/>
                  <a:pt x="100" y="10708"/>
                  <a:pt x="167" y="10808"/>
                </a:cubicBezTo>
                <a:cubicBezTo>
                  <a:pt x="378" y="11101"/>
                  <a:pt x="701" y="11259"/>
                  <a:pt x="1142" y="11259"/>
                </a:cubicBezTo>
                <a:cubicBezTo>
                  <a:pt x="1605" y="11259"/>
                  <a:pt x="2200" y="11084"/>
                  <a:pt x="2936" y="10708"/>
                </a:cubicBezTo>
                <a:cubicBezTo>
                  <a:pt x="4403" y="9974"/>
                  <a:pt x="5771" y="8873"/>
                  <a:pt x="6805" y="8306"/>
                </a:cubicBezTo>
                <a:cubicBezTo>
                  <a:pt x="7839" y="7739"/>
                  <a:pt x="7772" y="7239"/>
                  <a:pt x="6972" y="607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0">
            <a:extLst>
              <a:ext uri="{FF2B5EF4-FFF2-40B4-BE49-F238E27FC236}">
                <a16:creationId xmlns:a16="http://schemas.microsoft.com/office/drawing/2014/main" id="{712CB45B-D85E-CDFF-4CCA-44B50CF78BCD}"/>
              </a:ext>
            </a:extLst>
          </p:cNvPr>
          <p:cNvSpPr/>
          <p:nvPr/>
        </p:nvSpPr>
        <p:spPr>
          <a:xfrm>
            <a:off x="5950525" y="2032659"/>
            <a:ext cx="52558" cy="47028"/>
          </a:xfrm>
          <a:custGeom>
            <a:avLst/>
            <a:gdLst/>
            <a:ahLst/>
            <a:cxnLst/>
            <a:rect l="l" t="t" r="r" b="b"/>
            <a:pathLst>
              <a:path w="2937" h="2628" extrusionOk="0">
                <a:moveTo>
                  <a:pt x="1665" y="0"/>
                </a:moveTo>
                <a:cubicBezTo>
                  <a:pt x="1655" y="0"/>
                  <a:pt x="1645" y="1"/>
                  <a:pt x="1635" y="2"/>
                </a:cubicBezTo>
                <a:cubicBezTo>
                  <a:pt x="1302" y="35"/>
                  <a:pt x="1" y="869"/>
                  <a:pt x="501" y="1970"/>
                </a:cubicBezTo>
                <a:cubicBezTo>
                  <a:pt x="708" y="2472"/>
                  <a:pt x="1131" y="2628"/>
                  <a:pt x="1555" y="2628"/>
                </a:cubicBezTo>
                <a:cubicBezTo>
                  <a:pt x="2088" y="2628"/>
                  <a:pt x="2624" y="2382"/>
                  <a:pt x="2736" y="2270"/>
                </a:cubicBezTo>
                <a:cubicBezTo>
                  <a:pt x="2936" y="2070"/>
                  <a:pt x="2736" y="1636"/>
                  <a:pt x="2436" y="1036"/>
                </a:cubicBezTo>
                <a:cubicBezTo>
                  <a:pt x="2241" y="518"/>
                  <a:pt x="1985" y="0"/>
                  <a:pt x="16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0">
            <a:extLst>
              <a:ext uri="{FF2B5EF4-FFF2-40B4-BE49-F238E27FC236}">
                <a16:creationId xmlns:a16="http://schemas.microsoft.com/office/drawing/2014/main" id="{43F2443D-7FB8-804E-6C0D-FC5989919B2F}"/>
              </a:ext>
            </a:extLst>
          </p:cNvPr>
          <p:cNvSpPr/>
          <p:nvPr/>
        </p:nvSpPr>
        <p:spPr>
          <a:xfrm>
            <a:off x="5770860" y="1556938"/>
            <a:ext cx="174315" cy="209873"/>
          </a:xfrm>
          <a:custGeom>
            <a:avLst/>
            <a:gdLst/>
            <a:ahLst/>
            <a:cxnLst/>
            <a:rect l="l" t="t" r="r" b="b"/>
            <a:pathLst>
              <a:path w="9741" h="11728" extrusionOk="0">
                <a:moveTo>
                  <a:pt x="6438" y="0"/>
                </a:moveTo>
                <a:lnTo>
                  <a:pt x="0" y="3736"/>
                </a:lnTo>
                <a:lnTo>
                  <a:pt x="2569" y="9474"/>
                </a:lnTo>
                <a:cubicBezTo>
                  <a:pt x="2602" y="9574"/>
                  <a:pt x="2702" y="9674"/>
                  <a:pt x="2802" y="9740"/>
                </a:cubicBezTo>
                <a:lnTo>
                  <a:pt x="6104" y="11642"/>
                </a:lnTo>
                <a:cubicBezTo>
                  <a:pt x="6202" y="11700"/>
                  <a:pt x="6308" y="11727"/>
                  <a:pt x="6412" y="11727"/>
                </a:cubicBezTo>
                <a:cubicBezTo>
                  <a:pt x="6663" y="11727"/>
                  <a:pt x="6901" y="11568"/>
                  <a:pt x="6972" y="11308"/>
                </a:cubicBezTo>
                <a:lnTo>
                  <a:pt x="9740" y="1902"/>
                </a:lnTo>
                <a:lnTo>
                  <a:pt x="6438" y="0"/>
                </a:ln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0">
            <a:extLst>
              <a:ext uri="{FF2B5EF4-FFF2-40B4-BE49-F238E27FC236}">
                <a16:creationId xmlns:a16="http://schemas.microsoft.com/office/drawing/2014/main" id="{622A476E-E806-0927-76A1-E178F27FBB2B}"/>
              </a:ext>
            </a:extLst>
          </p:cNvPr>
          <p:cNvSpPr/>
          <p:nvPr/>
        </p:nvSpPr>
        <p:spPr>
          <a:xfrm>
            <a:off x="5624013" y="1089091"/>
            <a:ext cx="447715" cy="660522"/>
          </a:xfrm>
          <a:custGeom>
            <a:avLst/>
            <a:gdLst/>
            <a:ahLst/>
            <a:cxnLst/>
            <a:rect l="l" t="t" r="r" b="b"/>
            <a:pathLst>
              <a:path w="25019" h="36911" extrusionOk="0">
                <a:moveTo>
                  <a:pt x="20982" y="0"/>
                </a:moveTo>
                <a:cubicBezTo>
                  <a:pt x="20798" y="0"/>
                  <a:pt x="20615" y="42"/>
                  <a:pt x="20448" y="126"/>
                </a:cubicBezTo>
                <a:lnTo>
                  <a:pt x="501" y="11634"/>
                </a:lnTo>
                <a:cubicBezTo>
                  <a:pt x="200" y="11834"/>
                  <a:pt x="0" y="12167"/>
                  <a:pt x="0" y="12534"/>
                </a:cubicBezTo>
                <a:lnTo>
                  <a:pt x="0" y="34217"/>
                </a:lnTo>
                <a:cubicBezTo>
                  <a:pt x="34" y="34584"/>
                  <a:pt x="234" y="34917"/>
                  <a:pt x="534" y="35117"/>
                </a:cubicBezTo>
                <a:lnTo>
                  <a:pt x="3503" y="36785"/>
                </a:lnTo>
                <a:cubicBezTo>
                  <a:pt x="3653" y="36869"/>
                  <a:pt x="3828" y="36910"/>
                  <a:pt x="4007" y="36910"/>
                </a:cubicBezTo>
                <a:cubicBezTo>
                  <a:pt x="4187" y="36910"/>
                  <a:pt x="4370" y="36869"/>
                  <a:pt x="4537" y="36785"/>
                </a:cubicBezTo>
                <a:lnTo>
                  <a:pt x="24484" y="25277"/>
                </a:lnTo>
                <a:cubicBezTo>
                  <a:pt x="24785" y="25077"/>
                  <a:pt x="24985" y="24743"/>
                  <a:pt x="25018" y="24376"/>
                </a:cubicBezTo>
                <a:lnTo>
                  <a:pt x="24985" y="2694"/>
                </a:lnTo>
                <a:cubicBezTo>
                  <a:pt x="24985" y="2327"/>
                  <a:pt x="24785" y="1994"/>
                  <a:pt x="24484" y="1793"/>
                </a:cubicBezTo>
                <a:lnTo>
                  <a:pt x="21516" y="126"/>
                </a:lnTo>
                <a:cubicBezTo>
                  <a:pt x="21349" y="42"/>
                  <a:pt x="21165" y="0"/>
                  <a:pt x="20982" y="0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0">
            <a:extLst>
              <a:ext uri="{FF2B5EF4-FFF2-40B4-BE49-F238E27FC236}">
                <a16:creationId xmlns:a16="http://schemas.microsoft.com/office/drawing/2014/main" id="{0DE55358-7184-02C3-2ACE-C13BB178916D}"/>
              </a:ext>
            </a:extLst>
          </p:cNvPr>
          <p:cNvSpPr/>
          <p:nvPr/>
        </p:nvSpPr>
        <p:spPr>
          <a:xfrm>
            <a:off x="5627002" y="1089091"/>
            <a:ext cx="444118" cy="255344"/>
          </a:xfrm>
          <a:custGeom>
            <a:avLst/>
            <a:gdLst/>
            <a:ahLst/>
            <a:cxnLst/>
            <a:rect l="l" t="t" r="r" b="b"/>
            <a:pathLst>
              <a:path w="24818" h="14269" extrusionOk="0">
                <a:moveTo>
                  <a:pt x="20815" y="0"/>
                </a:moveTo>
                <a:cubicBezTo>
                  <a:pt x="20631" y="0"/>
                  <a:pt x="20448" y="42"/>
                  <a:pt x="20281" y="126"/>
                </a:cubicBezTo>
                <a:lnTo>
                  <a:pt x="334" y="11634"/>
                </a:lnTo>
                <a:cubicBezTo>
                  <a:pt x="200" y="11734"/>
                  <a:pt x="67" y="11834"/>
                  <a:pt x="0" y="12001"/>
                </a:cubicBezTo>
                <a:lnTo>
                  <a:pt x="3970" y="14269"/>
                </a:lnTo>
                <a:cubicBezTo>
                  <a:pt x="4070" y="14136"/>
                  <a:pt x="4203" y="14002"/>
                  <a:pt x="4370" y="13902"/>
                </a:cubicBezTo>
                <a:lnTo>
                  <a:pt x="24317" y="2360"/>
                </a:lnTo>
                <a:cubicBezTo>
                  <a:pt x="24387" y="2321"/>
                  <a:pt x="24457" y="2302"/>
                  <a:pt x="24521" y="2302"/>
                </a:cubicBezTo>
                <a:cubicBezTo>
                  <a:pt x="24672" y="2302"/>
                  <a:pt x="24794" y="2407"/>
                  <a:pt x="24818" y="2594"/>
                </a:cubicBezTo>
                <a:cubicBezTo>
                  <a:pt x="24784" y="2260"/>
                  <a:pt x="24584" y="1960"/>
                  <a:pt x="24317" y="1793"/>
                </a:cubicBezTo>
                <a:lnTo>
                  <a:pt x="21349" y="126"/>
                </a:lnTo>
                <a:cubicBezTo>
                  <a:pt x="21182" y="42"/>
                  <a:pt x="20998" y="0"/>
                  <a:pt x="20815" y="0"/>
                </a:cubicBezTo>
                <a:close/>
              </a:path>
            </a:pathLst>
          </a:custGeom>
          <a:solidFill>
            <a:srgbClr val="000000">
              <a:alpha val="5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0">
            <a:extLst>
              <a:ext uri="{FF2B5EF4-FFF2-40B4-BE49-F238E27FC236}">
                <a16:creationId xmlns:a16="http://schemas.microsoft.com/office/drawing/2014/main" id="{0BC6015C-7D7F-FCB1-2BC2-D0964CC10226}"/>
              </a:ext>
            </a:extLst>
          </p:cNvPr>
          <p:cNvSpPr/>
          <p:nvPr/>
        </p:nvSpPr>
        <p:spPr>
          <a:xfrm>
            <a:off x="5695647" y="1130035"/>
            <a:ext cx="376081" cy="636829"/>
          </a:xfrm>
          <a:custGeom>
            <a:avLst/>
            <a:gdLst/>
            <a:ahLst/>
            <a:cxnLst/>
            <a:rect l="l" t="t" r="r" b="b"/>
            <a:pathLst>
              <a:path w="21016" h="35587" extrusionOk="0">
                <a:moveTo>
                  <a:pt x="20702" y="1"/>
                </a:moveTo>
                <a:cubicBezTo>
                  <a:pt x="20634" y="1"/>
                  <a:pt x="20559" y="24"/>
                  <a:pt x="20481" y="72"/>
                </a:cubicBezTo>
                <a:lnTo>
                  <a:pt x="534" y="11614"/>
                </a:lnTo>
                <a:cubicBezTo>
                  <a:pt x="200" y="11814"/>
                  <a:pt x="0" y="12148"/>
                  <a:pt x="0" y="12515"/>
                </a:cubicBezTo>
                <a:lnTo>
                  <a:pt x="0" y="34197"/>
                </a:lnTo>
                <a:cubicBezTo>
                  <a:pt x="0" y="34433"/>
                  <a:pt x="117" y="34569"/>
                  <a:pt x="292" y="34569"/>
                </a:cubicBezTo>
                <a:cubicBezTo>
                  <a:pt x="364" y="34569"/>
                  <a:pt x="446" y="34546"/>
                  <a:pt x="534" y="34497"/>
                </a:cubicBezTo>
                <a:lnTo>
                  <a:pt x="7872" y="30261"/>
                </a:lnTo>
                <a:lnTo>
                  <a:pt x="10074" y="35231"/>
                </a:lnTo>
                <a:cubicBezTo>
                  <a:pt x="10169" y="35469"/>
                  <a:pt x="10385" y="35586"/>
                  <a:pt x="10604" y="35586"/>
                </a:cubicBezTo>
                <a:cubicBezTo>
                  <a:pt x="10844" y="35586"/>
                  <a:pt x="11087" y="35444"/>
                  <a:pt x="11175" y="35164"/>
                </a:cubicBezTo>
                <a:lnTo>
                  <a:pt x="13576" y="26958"/>
                </a:lnTo>
                <a:lnTo>
                  <a:pt x="20481" y="22989"/>
                </a:lnTo>
                <a:cubicBezTo>
                  <a:pt x="20782" y="22789"/>
                  <a:pt x="20982" y="22455"/>
                  <a:pt x="21015" y="22055"/>
                </a:cubicBezTo>
                <a:lnTo>
                  <a:pt x="20982" y="373"/>
                </a:lnTo>
                <a:cubicBezTo>
                  <a:pt x="20982" y="137"/>
                  <a:pt x="20865" y="1"/>
                  <a:pt x="20702" y="1"/>
                </a:cubicBezTo>
                <a:close/>
              </a:path>
            </a:pathLst>
          </a:custGeom>
          <a:solidFill>
            <a:srgbClr val="2519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0">
            <a:extLst>
              <a:ext uri="{FF2B5EF4-FFF2-40B4-BE49-F238E27FC236}">
                <a16:creationId xmlns:a16="http://schemas.microsoft.com/office/drawing/2014/main" id="{67F72ADF-6F08-560B-1ABE-A40CB04D0AC8}"/>
              </a:ext>
            </a:extLst>
          </p:cNvPr>
          <p:cNvSpPr/>
          <p:nvPr/>
        </p:nvSpPr>
        <p:spPr>
          <a:xfrm>
            <a:off x="5695647" y="1130035"/>
            <a:ext cx="376081" cy="636829"/>
          </a:xfrm>
          <a:custGeom>
            <a:avLst/>
            <a:gdLst/>
            <a:ahLst/>
            <a:cxnLst/>
            <a:rect l="l" t="t" r="r" b="b"/>
            <a:pathLst>
              <a:path w="21016" h="35587" extrusionOk="0">
                <a:moveTo>
                  <a:pt x="20702" y="1"/>
                </a:moveTo>
                <a:cubicBezTo>
                  <a:pt x="20634" y="1"/>
                  <a:pt x="20559" y="24"/>
                  <a:pt x="20481" y="72"/>
                </a:cubicBezTo>
                <a:lnTo>
                  <a:pt x="534" y="11614"/>
                </a:lnTo>
                <a:cubicBezTo>
                  <a:pt x="200" y="11814"/>
                  <a:pt x="0" y="12148"/>
                  <a:pt x="0" y="12515"/>
                </a:cubicBezTo>
                <a:lnTo>
                  <a:pt x="0" y="34197"/>
                </a:lnTo>
                <a:cubicBezTo>
                  <a:pt x="0" y="34433"/>
                  <a:pt x="117" y="34569"/>
                  <a:pt x="292" y="34569"/>
                </a:cubicBezTo>
                <a:cubicBezTo>
                  <a:pt x="364" y="34569"/>
                  <a:pt x="446" y="34546"/>
                  <a:pt x="534" y="34497"/>
                </a:cubicBezTo>
                <a:lnTo>
                  <a:pt x="7872" y="30261"/>
                </a:lnTo>
                <a:lnTo>
                  <a:pt x="10074" y="35231"/>
                </a:lnTo>
                <a:cubicBezTo>
                  <a:pt x="10169" y="35469"/>
                  <a:pt x="10385" y="35586"/>
                  <a:pt x="10604" y="35586"/>
                </a:cubicBezTo>
                <a:cubicBezTo>
                  <a:pt x="10844" y="35586"/>
                  <a:pt x="11087" y="35444"/>
                  <a:pt x="11175" y="35164"/>
                </a:cubicBezTo>
                <a:lnTo>
                  <a:pt x="13576" y="26958"/>
                </a:lnTo>
                <a:lnTo>
                  <a:pt x="20481" y="22989"/>
                </a:lnTo>
                <a:cubicBezTo>
                  <a:pt x="20782" y="22789"/>
                  <a:pt x="20982" y="22455"/>
                  <a:pt x="21015" y="22055"/>
                </a:cubicBezTo>
                <a:lnTo>
                  <a:pt x="20982" y="373"/>
                </a:lnTo>
                <a:cubicBezTo>
                  <a:pt x="20982" y="137"/>
                  <a:pt x="20865" y="1"/>
                  <a:pt x="20702" y="1"/>
                </a:cubicBezTo>
                <a:close/>
              </a:path>
            </a:pathLst>
          </a:custGeom>
          <a:solidFill>
            <a:srgbClr val="FFFFFF">
              <a:alpha val="497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0">
            <a:extLst>
              <a:ext uri="{FF2B5EF4-FFF2-40B4-BE49-F238E27FC236}">
                <a16:creationId xmlns:a16="http://schemas.microsoft.com/office/drawing/2014/main" id="{1A2062AD-FB86-68E3-8D31-F1125E867832}"/>
              </a:ext>
            </a:extLst>
          </p:cNvPr>
          <p:cNvSpPr/>
          <p:nvPr/>
        </p:nvSpPr>
        <p:spPr>
          <a:xfrm>
            <a:off x="5761840" y="1258647"/>
            <a:ext cx="235266" cy="327550"/>
          </a:xfrm>
          <a:custGeom>
            <a:avLst/>
            <a:gdLst/>
            <a:ahLst/>
            <a:cxnLst/>
            <a:rect l="l" t="t" r="r" b="b"/>
            <a:pathLst>
              <a:path w="13147" h="18304" extrusionOk="0">
                <a:moveTo>
                  <a:pt x="11458" y="0"/>
                </a:moveTo>
                <a:cubicBezTo>
                  <a:pt x="10878" y="0"/>
                  <a:pt x="10336" y="350"/>
                  <a:pt x="10111" y="925"/>
                </a:cubicBezTo>
                <a:lnTo>
                  <a:pt x="4507" y="14267"/>
                </a:lnTo>
                <a:lnTo>
                  <a:pt x="3173" y="12967"/>
                </a:lnTo>
                <a:cubicBezTo>
                  <a:pt x="2842" y="12644"/>
                  <a:pt x="2478" y="12509"/>
                  <a:pt x="2131" y="12509"/>
                </a:cubicBezTo>
                <a:cubicBezTo>
                  <a:pt x="971" y="12509"/>
                  <a:pt x="1" y="14015"/>
                  <a:pt x="1105" y="15068"/>
                </a:cubicBezTo>
                <a:lnTo>
                  <a:pt x="4007" y="17903"/>
                </a:lnTo>
                <a:cubicBezTo>
                  <a:pt x="4273" y="18170"/>
                  <a:pt x="4640" y="18304"/>
                  <a:pt x="5007" y="18304"/>
                </a:cubicBezTo>
                <a:cubicBezTo>
                  <a:pt x="5107" y="18304"/>
                  <a:pt x="5207" y="18304"/>
                  <a:pt x="5308" y="18270"/>
                </a:cubicBezTo>
                <a:cubicBezTo>
                  <a:pt x="5808" y="18170"/>
                  <a:pt x="6208" y="17837"/>
                  <a:pt x="6408" y="17370"/>
                </a:cubicBezTo>
                <a:lnTo>
                  <a:pt x="12846" y="2059"/>
                </a:lnTo>
                <a:cubicBezTo>
                  <a:pt x="13146" y="1291"/>
                  <a:pt x="12813" y="424"/>
                  <a:pt x="12046" y="124"/>
                </a:cubicBezTo>
                <a:cubicBezTo>
                  <a:pt x="11853" y="40"/>
                  <a:pt x="11653" y="0"/>
                  <a:pt x="11458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0">
            <a:extLst>
              <a:ext uri="{FF2B5EF4-FFF2-40B4-BE49-F238E27FC236}">
                <a16:creationId xmlns:a16="http://schemas.microsoft.com/office/drawing/2014/main" id="{7ECE540D-9FAC-E31D-7AE3-3658141F3D8B}"/>
              </a:ext>
            </a:extLst>
          </p:cNvPr>
          <p:cNvSpPr/>
          <p:nvPr/>
        </p:nvSpPr>
        <p:spPr>
          <a:xfrm>
            <a:off x="3648819" y="430845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0">
            <a:extLst>
              <a:ext uri="{FF2B5EF4-FFF2-40B4-BE49-F238E27FC236}">
                <a16:creationId xmlns:a16="http://schemas.microsoft.com/office/drawing/2014/main" id="{A47F45AD-9AC8-1193-2CAE-D896621B98C0}"/>
              </a:ext>
            </a:extLst>
          </p:cNvPr>
          <p:cNvSpPr/>
          <p:nvPr/>
        </p:nvSpPr>
        <p:spPr>
          <a:xfrm>
            <a:off x="4714872" y="3515353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0">
            <a:extLst>
              <a:ext uri="{FF2B5EF4-FFF2-40B4-BE49-F238E27FC236}">
                <a16:creationId xmlns:a16="http://schemas.microsoft.com/office/drawing/2014/main" id="{B0089A7A-7152-68D0-708A-0DAF1E9F4FAD}"/>
              </a:ext>
            </a:extLst>
          </p:cNvPr>
          <p:cNvSpPr/>
          <p:nvPr/>
        </p:nvSpPr>
        <p:spPr>
          <a:xfrm>
            <a:off x="7949314" y="519238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0">
            <a:extLst>
              <a:ext uri="{FF2B5EF4-FFF2-40B4-BE49-F238E27FC236}">
                <a16:creationId xmlns:a16="http://schemas.microsoft.com/office/drawing/2014/main" id="{B35081C8-09AE-5DAB-69C3-ED11ABF8B811}"/>
              </a:ext>
            </a:extLst>
          </p:cNvPr>
          <p:cNvSpPr/>
          <p:nvPr/>
        </p:nvSpPr>
        <p:spPr>
          <a:xfrm rot="2036805">
            <a:off x="6841988" y="462225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diagram of a problem solving process">
            <a:extLst>
              <a:ext uri="{FF2B5EF4-FFF2-40B4-BE49-F238E27FC236}">
                <a16:creationId xmlns:a16="http://schemas.microsoft.com/office/drawing/2014/main" id="{CA0A688F-8BAD-6F99-8E19-AF3A752DA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8" y="1172315"/>
            <a:ext cx="5523196" cy="5523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3C017E-E026-353A-D76C-9A5D01BF4E69}"/>
              </a:ext>
            </a:extLst>
          </p:cNvPr>
          <p:cNvSpPr txBox="1"/>
          <p:nvPr/>
        </p:nvSpPr>
        <p:spPr>
          <a:xfrm>
            <a:off x="709341" y="2024337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Personalized to individual needs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ACF94-E961-568F-47E3-76BF7911D4FC}"/>
              </a:ext>
            </a:extLst>
          </p:cNvPr>
          <p:cNvSpPr txBox="1"/>
          <p:nvPr/>
        </p:nvSpPr>
        <p:spPr>
          <a:xfrm>
            <a:off x="719999" y="2316668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AI mentor always available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015CFE-87F3-CEBF-40BF-77A92AA7EA17}"/>
              </a:ext>
            </a:extLst>
          </p:cNvPr>
          <p:cNvSpPr txBox="1"/>
          <p:nvPr/>
        </p:nvSpPr>
        <p:spPr>
          <a:xfrm>
            <a:off x="721480" y="2631425"/>
            <a:ext cx="4612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lab"/>
              <a:buChar char="●"/>
            </a:pPr>
            <a:r>
              <a:rPr lang="en-US" dirty="0">
                <a:solidFill>
                  <a:schemeClr val="dk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Real engineering challenges</a:t>
            </a:r>
          </a:p>
        </p:txBody>
      </p:sp>
    </p:spTree>
    <p:extLst>
      <p:ext uri="{BB962C8B-B14F-4D97-AF65-F5344CB8AC3E}">
        <p14:creationId xmlns:p14="http://schemas.microsoft.com/office/powerpoint/2010/main" val="353284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413C-ACF7-6AD2-D439-C7336530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34A084-B674-FFB4-DCAE-24ABE30C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312385"/>
            <a:ext cx="4968070" cy="573900"/>
          </a:xfrm>
        </p:spPr>
        <p:txBody>
          <a:bodyPr/>
          <a:lstStyle/>
          <a:p>
            <a:r>
              <a:rPr lang="en-US" dirty="0"/>
              <a:t>THREE PILLAR AI ARCHITECTURE</a:t>
            </a:r>
          </a:p>
        </p:txBody>
      </p:sp>
      <p:grpSp>
        <p:nvGrpSpPr>
          <p:cNvPr id="4139" name="Google Shape;4139;p73">
            <a:extLst>
              <a:ext uri="{FF2B5EF4-FFF2-40B4-BE49-F238E27FC236}">
                <a16:creationId xmlns:a16="http://schemas.microsoft.com/office/drawing/2014/main" id="{699EAB3F-AEE4-DD63-AAAD-61CCFB35B11E}"/>
              </a:ext>
            </a:extLst>
          </p:cNvPr>
          <p:cNvGrpSpPr/>
          <p:nvPr/>
        </p:nvGrpSpPr>
        <p:grpSpPr>
          <a:xfrm flipV="1">
            <a:off x="-236758" y="-864555"/>
            <a:ext cx="6515063" cy="648594"/>
            <a:chOff x="5306864" y="1437389"/>
            <a:chExt cx="2972591" cy="3106801"/>
          </a:xfrm>
        </p:grpSpPr>
        <p:sp>
          <p:nvSpPr>
            <p:cNvPr id="4140" name="Google Shape;4140;p73">
              <a:extLst>
                <a:ext uri="{FF2B5EF4-FFF2-40B4-BE49-F238E27FC236}">
                  <a16:creationId xmlns:a16="http://schemas.microsoft.com/office/drawing/2014/main" id="{E5AED4BC-80F6-E911-256D-9B674B3DDD53}"/>
                </a:ext>
              </a:extLst>
            </p:cNvPr>
            <p:cNvSpPr/>
            <p:nvPr/>
          </p:nvSpPr>
          <p:spPr>
            <a:xfrm>
              <a:off x="5306864" y="2857039"/>
              <a:ext cx="2895263" cy="1687151"/>
            </a:xfrm>
            <a:custGeom>
              <a:avLst/>
              <a:gdLst/>
              <a:ahLst/>
              <a:cxnLst/>
              <a:rect l="l" t="t" r="r" b="b"/>
              <a:pathLst>
                <a:path w="179830" h="104792" extrusionOk="0">
                  <a:moveTo>
                    <a:pt x="71485" y="1143"/>
                  </a:moveTo>
                  <a:lnTo>
                    <a:pt x="71485" y="1143"/>
                  </a:lnTo>
                  <a:cubicBezTo>
                    <a:pt x="69984" y="1309"/>
                    <a:pt x="68517" y="1510"/>
                    <a:pt x="67049" y="1743"/>
                  </a:cubicBezTo>
                  <a:lnTo>
                    <a:pt x="68750" y="2710"/>
                  </a:lnTo>
                  <a:lnTo>
                    <a:pt x="71485" y="1143"/>
                  </a:lnTo>
                  <a:close/>
                  <a:moveTo>
                    <a:pt x="89932" y="0"/>
                  </a:moveTo>
                  <a:cubicBezTo>
                    <a:pt x="88422" y="0"/>
                    <a:pt x="86913" y="25"/>
                    <a:pt x="85395" y="75"/>
                  </a:cubicBezTo>
                  <a:lnTo>
                    <a:pt x="89932" y="2710"/>
                  </a:lnTo>
                  <a:lnTo>
                    <a:pt x="94468" y="75"/>
                  </a:lnTo>
                  <a:cubicBezTo>
                    <a:pt x="92951" y="25"/>
                    <a:pt x="91441" y="0"/>
                    <a:pt x="89932" y="0"/>
                  </a:cubicBezTo>
                  <a:close/>
                  <a:moveTo>
                    <a:pt x="108378" y="1143"/>
                  </a:moveTo>
                  <a:lnTo>
                    <a:pt x="111114" y="2710"/>
                  </a:lnTo>
                  <a:lnTo>
                    <a:pt x="112815" y="1743"/>
                  </a:lnTo>
                  <a:cubicBezTo>
                    <a:pt x="111347" y="1510"/>
                    <a:pt x="109846" y="1309"/>
                    <a:pt x="108378" y="1143"/>
                  </a:cubicBezTo>
                  <a:close/>
                  <a:moveTo>
                    <a:pt x="66248" y="1877"/>
                  </a:moveTo>
                  <a:cubicBezTo>
                    <a:pt x="61278" y="2644"/>
                    <a:pt x="56375" y="3711"/>
                    <a:pt x="51504" y="5012"/>
                  </a:cubicBezTo>
                  <a:lnTo>
                    <a:pt x="58142" y="8882"/>
                  </a:lnTo>
                  <a:lnTo>
                    <a:pt x="68250" y="3044"/>
                  </a:lnTo>
                  <a:lnTo>
                    <a:pt x="66248" y="1877"/>
                  </a:lnTo>
                  <a:close/>
                  <a:moveTo>
                    <a:pt x="84461" y="109"/>
                  </a:moveTo>
                  <a:cubicBezTo>
                    <a:pt x="80525" y="242"/>
                    <a:pt x="76589" y="542"/>
                    <a:pt x="72720" y="976"/>
                  </a:cubicBezTo>
                  <a:lnTo>
                    <a:pt x="69217" y="3044"/>
                  </a:lnTo>
                  <a:lnTo>
                    <a:pt x="79358" y="8882"/>
                  </a:lnTo>
                  <a:lnTo>
                    <a:pt x="89431" y="3044"/>
                  </a:lnTo>
                  <a:lnTo>
                    <a:pt x="84461" y="109"/>
                  </a:lnTo>
                  <a:close/>
                  <a:moveTo>
                    <a:pt x="95369" y="142"/>
                  </a:moveTo>
                  <a:lnTo>
                    <a:pt x="90432" y="3044"/>
                  </a:lnTo>
                  <a:lnTo>
                    <a:pt x="100506" y="8882"/>
                  </a:lnTo>
                  <a:lnTo>
                    <a:pt x="110613" y="3044"/>
                  </a:lnTo>
                  <a:lnTo>
                    <a:pt x="107111" y="1009"/>
                  </a:lnTo>
                  <a:cubicBezTo>
                    <a:pt x="103241" y="576"/>
                    <a:pt x="99305" y="275"/>
                    <a:pt x="95369" y="142"/>
                  </a:cubicBezTo>
                  <a:close/>
                  <a:moveTo>
                    <a:pt x="113582" y="1843"/>
                  </a:moveTo>
                  <a:lnTo>
                    <a:pt x="111614" y="3044"/>
                  </a:lnTo>
                  <a:lnTo>
                    <a:pt x="121688" y="8882"/>
                  </a:lnTo>
                  <a:lnTo>
                    <a:pt x="128326" y="5012"/>
                  </a:lnTo>
                  <a:cubicBezTo>
                    <a:pt x="123456" y="3678"/>
                    <a:pt x="118552" y="2644"/>
                    <a:pt x="113582" y="1843"/>
                  </a:cubicBezTo>
                  <a:close/>
                  <a:moveTo>
                    <a:pt x="50837" y="5212"/>
                  </a:moveTo>
                  <a:cubicBezTo>
                    <a:pt x="46534" y="6413"/>
                    <a:pt x="42264" y="7881"/>
                    <a:pt x="38128" y="9582"/>
                  </a:cubicBezTo>
                  <a:lnTo>
                    <a:pt x="47568" y="15053"/>
                  </a:lnTo>
                  <a:lnTo>
                    <a:pt x="57642" y="9182"/>
                  </a:lnTo>
                  <a:lnTo>
                    <a:pt x="50837" y="5212"/>
                  </a:lnTo>
                  <a:close/>
                  <a:moveTo>
                    <a:pt x="68750" y="3311"/>
                  </a:moveTo>
                  <a:lnTo>
                    <a:pt x="58643" y="9182"/>
                  </a:lnTo>
                  <a:lnTo>
                    <a:pt x="68750" y="15053"/>
                  </a:lnTo>
                  <a:lnTo>
                    <a:pt x="78824" y="9182"/>
                  </a:lnTo>
                  <a:lnTo>
                    <a:pt x="68750" y="3311"/>
                  </a:lnTo>
                  <a:close/>
                  <a:moveTo>
                    <a:pt x="89898" y="3311"/>
                  </a:moveTo>
                  <a:lnTo>
                    <a:pt x="79825" y="9182"/>
                  </a:lnTo>
                  <a:lnTo>
                    <a:pt x="89898" y="15053"/>
                  </a:lnTo>
                  <a:lnTo>
                    <a:pt x="100006" y="9182"/>
                  </a:lnTo>
                  <a:lnTo>
                    <a:pt x="89898" y="3311"/>
                  </a:lnTo>
                  <a:close/>
                  <a:moveTo>
                    <a:pt x="111114" y="3311"/>
                  </a:moveTo>
                  <a:lnTo>
                    <a:pt x="101006" y="9182"/>
                  </a:lnTo>
                  <a:lnTo>
                    <a:pt x="111114" y="15053"/>
                  </a:lnTo>
                  <a:lnTo>
                    <a:pt x="121187" y="9182"/>
                  </a:lnTo>
                  <a:lnTo>
                    <a:pt x="111114" y="3311"/>
                  </a:lnTo>
                  <a:close/>
                  <a:moveTo>
                    <a:pt x="128993" y="5212"/>
                  </a:moveTo>
                  <a:lnTo>
                    <a:pt x="122188" y="9182"/>
                  </a:lnTo>
                  <a:lnTo>
                    <a:pt x="132295" y="15053"/>
                  </a:lnTo>
                  <a:lnTo>
                    <a:pt x="141702" y="9582"/>
                  </a:lnTo>
                  <a:cubicBezTo>
                    <a:pt x="137566" y="7881"/>
                    <a:pt x="133296" y="6413"/>
                    <a:pt x="128993" y="5212"/>
                  </a:cubicBezTo>
                  <a:close/>
                  <a:moveTo>
                    <a:pt x="37561" y="9816"/>
                  </a:moveTo>
                  <a:cubicBezTo>
                    <a:pt x="35726" y="10583"/>
                    <a:pt x="33959" y="11383"/>
                    <a:pt x="32224" y="12251"/>
                  </a:cubicBezTo>
                  <a:lnTo>
                    <a:pt x="26853" y="15353"/>
                  </a:lnTo>
                  <a:lnTo>
                    <a:pt x="36961" y="21224"/>
                  </a:lnTo>
                  <a:lnTo>
                    <a:pt x="47068" y="15353"/>
                  </a:lnTo>
                  <a:lnTo>
                    <a:pt x="37561" y="9816"/>
                  </a:lnTo>
                  <a:close/>
                  <a:moveTo>
                    <a:pt x="121688" y="9482"/>
                  </a:moveTo>
                  <a:lnTo>
                    <a:pt x="111614" y="15353"/>
                  </a:lnTo>
                  <a:lnTo>
                    <a:pt x="121688" y="21224"/>
                  </a:lnTo>
                  <a:lnTo>
                    <a:pt x="131795" y="15353"/>
                  </a:lnTo>
                  <a:lnTo>
                    <a:pt x="121688" y="9482"/>
                  </a:lnTo>
                  <a:close/>
                  <a:moveTo>
                    <a:pt x="142269" y="9816"/>
                  </a:moveTo>
                  <a:lnTo>
                    <a:pt x="132762" y="15353"/>
                  </a:lnTo>
                  <a:lnTo>
                    <a:pt x="142870" y="21224"/>
                  </a:lnTo>
                  <a:lnTo>
                    <a:pt x="152977" y="15353"/>
                  </a:lnTo>
                  <a:lnTo>
                    <a:pt x="147606" y="12217"/>
                  </a:lnTo>
                  <a:cubicBezTo>
                    <a:pt x="145872" y="11383"/>
                    <a:pt x="144104" y="10583"/>
                    <a:pt x="142269" y="9816"/>
                  </a:cubicBezTo>
                  <a:close/>
                  <a:moveTo>
                    <a:pt x="58142" y="9482"/>
                  </a:moveTo>
                  <a:lnTo>
                    <a:pt x="48069" y="15353"/>
                  </a:lnTo>
                  <a:lnTo>
                    <a:pt x="58142" y="21257"/>
                  </a:lnTo>
                  <a:lnTo>
                    <a:pt x="68250" y="15353"/>
                  </a:lnTo>
                  <a:lnTo>
                    <a:pt x="58142" y="9482"/>
                  </a:lnTo>
                  <a:close/>
                  <a:moveTo>
                    <a:pt x="79324" y="9482"/>
                  </a:moveTo>
                  <a:lnTo>
                    <a:pt x="69250" y="15353"/>
                  </a:lnTo>
                  <a:lnTo>
                    <a:pt x="79324" y="21257"/>
                  </a:lnTo>
                  <a:lnTo>
                    <a:pt x="89431" y="15353"/>
                  </a:lnTo>
                  <a:lnTo>
                    <a:pt x="79324" y="9482"/>
                  </a:lnTo>
                  <a:close/>
                  <a:moveTo>
                    <a:pt x="100506" y="9482"/>
                  </a:moveTo>
                  <a:lnTo>
                    <a:pt x="90432" y="15353"/>
                  </a:lnTo>
                  <a:lnTo>
                    <a:pt x="100506" y="21257"/>
                  </a:lnTo>
                  <a:lnTo>
                    <a:pt x="110613" y="15353"/>
                  </a:lnTo>
                  <a:lnTo>
                    <a:pt x="100506" y="9482"/>
                  </a:lnTo>
                  <a:close/>
                  <a:moveTo>
                    <a:pt x="26353" y="15653"/>
                  </a:moveTo>
                  <a:lnTo>
                    <a:pt x="21016" y="18789"/>
                  </a:lnTo>
                  <a:cubicBezTo>
                    <a:pt x="19548" y="19789"/>
                    <a:pt x="18181" y="20823"/>
                    <a:pt x="16880" y="21891"/>
                  </a:cubicBezTo>
                  <a:lnTo>
                    <a:pt x="26353" y="27428"/>
                  </a:lnTo>
                  <a:lnTo>
                    <a:pt x="36460" y="21524"/>
                  </a:lnTo>
                  <a:lnTo>
                    <a:pt x="26353" y="15653"/>
                  </a:lnTo>
                  <a:close/>
                  <a:moveTo>
                    <a:pt x="47568" y="15653"/>
                  </a:moveTo>
                  <a:lnTo>
                    <a:pt x="37461" y="21524"/>
                  </a:lnTo>
                  <a:lnTo>
                    <a:pt x="47568" y="27428"/>
                  </a:lnTo>
                  <a:lnTo>
                    <a:pt x="57642" y="21524"/>
                  </a:lnTo>
                  <a:lnTo>
                    <a:pt x="47568" y="15653"/>
                  </a:lnTo>
                  <a:close/>
                  <a:moveTo>
                    <a:pt x="68750" y="15653"/>
                  </a:moveTo>
                  <a:lnTo>
                    <a:pt x="58643" y="21524"/>
                  </a:lnTo>
                  <a:lnTo>
                    <a:pt x="68750" y="27428"/>
                  </a:lnTo>
                  <a:lnTo>
                    <a:pt x="78824" y="21524"/>
                  </a:lnTo>
                  <a:lnTo>
                    <a:pt x="68750" y="15653"/>
                  </a:lnTo>
                  <a:close/>
                  <a:moveTo>
                    <a:pt x="89932" y="15653"/>
                  </a:moveTo>
                  <a:lnTo>
                    <a:pt x="79825" y="21524"/>
                  </a:lnTo>
                  <a:lnTo>
                    <a:pt x="89932" y="27428"/>
                  </a:lnTo>
                  <a:lnTo>
                    <a:pt x="100006" y="21524"/>
                  </a:lnTo>
                  <a:lnTo>
                    <a:pt x="89932" y="15653"/>
                  </a:lnTo>
                  <a:close/>
                  <a:moveTo>
                    <a:pt x="111114" y="15653"/>
                  </a:moveTo>
                  <a:lnTo>
                    <a:pt x="101006" y="21524"/>
                  </a:lnTo>
                  <a:lnTo>
                    <a:pt x="111114" y="27428"/>
                  </a:lnTo>
                  <a:lnTo>
                    <a:pt x="121187" y="21524"/>
                  </a:lnTo>
                  <a:lnTo>
                    <a:pt x="111114" y="15653"/>
                  </a:lnTo>
                  <a:close/>
                  <a:moveTo>
                    <a:pt x="132295" y="15653"/>
                  </a:moveTo>
                  <a:lnTo>
                    <a:pt x="122188" y="21524"/>
                  </a:lnTo>
                  <a:lnTo>
                    <a:pt x="132295" y="27428"/>
                  </a:lnTo>
                  <a:lnTo>
                    <a:pt x="142369" y="21524"/>
                  </a:lnTo>
                  <a:lnTo>
                    <a:pt x="132295" y="15653"/>
                  </a:lnTo>
                  <a:close/>
                  <a:moveTo>
                    <a:pt x="153477" y="15653"/>
                  </a:moveTo>
                  <a:lnTo>
                    <a:pt x="143370" y="21524"/>
                  </a:lnTo>
                  <a:lnTo>
                    <a:pt x="153477" y="27428"/>
                  </a:lnTo>
                  <a:lnTo>
                    <a:pt x="162951" y="21891"/>
                  </a:lnTo>
                  <a:cubicBezTo>
                    <a:pt x="161650" y="20823"/>
                    <a:pt x="160282" y="19789"/>
                    <a:pt x="158814" y="18789"/>
                  </a:cubicBezTo>
                  <a:lnTo>
                    <a:pt x="153477" y="15653"/>
                  </a:lnTo>
                  <a:close/>
                  <a:moveTo>
                    <a:pt x="8974" y="29630"/>
                  </a:moveTo>
                  <a:lnTo>
                    <a:pt x="8857" y="29763"/>
                  </a:lnTo>
                  <a:lnTo>
                    <a:pt x="8857" y="29763"/>
                  </a:lnTo>
                  <a:cubicBezTo>
                    <a:pt x="8899" y="29722"/>
                    <a:pt x="8941" y="29680"/>
                    <a:pt x="8974" y="29630"/>
                  </a:cubicBezTo>
                  <a:close/>
                  <a:moveTo>
                    <a:pt x="8857" y="29763"/>
                  </a:moveTo>
                  <a:cubicBezTo>
                    <a:pt x="8816" y="29805"/>
                    <a:pt x="8774" y="29847"/>
                    <a:pt x="8741" y="29897"/>
                  </a:cubicBezTo>
                  <a:lnTo>
                    <a:pt x="8857" y="29763"/>
                  </a:lnTo>
                  <a:close/>
                  <a:moveTo>
                    <a:pt x="142870" y="21824"/>
                  </a:moveTo>
                  <a:lnTo>
                    <a:pt x="132762" y="27695"/>
                  </a:lnTo>
                  <a:lnTo>
                    <a:pt x="142870" y="33566"/>
                  </a:lnTo>
                  <a:lnTo>
                    <a:pt x="152977" y="27695"/>
                  </a:lnTo>
                  <a:lnTo>
                    <a:pt x="142870" y="21824"/>
                  </a:lnTo>
                  <a:close/>
                  <a:moveTo>
                    <a:pt x="16446" y="22224"/>
                  </a:moveTo>
                  <a:cubicBezTo>
                    <a:pt x="13744" y="24426"/>
                    <a:pt x="11242" y="26928"/>
                    <a:pt x="8974" y="29630"/>
                  </a:cubicBezTo>
                  <a:lnTo>
                    <a:pt x="15779" y="33599"/>
                  </a:lnTo>
                  <a:lnTo>
                    <a:pt x="25853" y="27728"/>
                  </a:lnTo>
                  <a:lnTo>
                    <a:pt x="16446" y="22224"/>
                  </a:lnTo>
                  <a:close/>
                  <a:moveTo>
                    <a:pt x="36961" y="21824"/>
                  </a:moveTo>
                  <a:lnTo>
                    <a:pt x="26853" y="27728"/>
                  </a:lnTo>
                  <a:lnTo>
                    <a:pt x="36961" y="33599"/>
                  </a:lnTo>
                  <a:lnTo>
                    <a:pt x="47068" y="27728"/>
                  </a:lnTo>
                  <a:lnTo>
                    <a:pt x="36961" y="21824"/>
                  </a:lnTo>
                  <a:close/>
                  <a:moveTo>
                    <a:pt x="58142" y="21824"/>
                  </a:moveTo>
                  <a:lnTo>
                    <a:pt x="48035" y="27695"/>
                  </a:lnTo>
                  <a:lnTo>
                    <a:pt x="58142" y="33599"/>
                  </a:lnTo>
                  <a:lnTo>
                    <a:pt x="68250" y="27695"/>
                  </a:lnTo>
                  <a:lnTo>
                    <a:pt x="58142" y="21824"/>
                  </a:lnTo>
                  <a:close/>
                  <a:moveTo>
                    <a:pt x="79324" y="21824"/>
                  </a:moveTo>
                  <a:lnTo>
                    <a:pt x="69250" y="27728"/>
                  </a:lnTo>
                  <a:lnTo>
                    <a:pt x="79324" y="33599"/>
                  </a:lnTo>
                  <a:lnTo>
                    <a:pt x="89431" y="27728"/>
                  </a:lnTo>
                  <a:lnTo>
                    <a:pt x="79324" y="21824"/>
                  </a:lnTo>
                  <a:close/>
                  <a:moveTo>
                    <a:pt x="100506" y="21824"/>
                  </a:moveTo>
                  <a:lnTo>
                    <a:pt x="90432" y="27728"/>
                  </a:lnTo>
                  <a:lnTo>
                    <a:pt x="100506" y="33599"/>
                  </a:lnTo>
                  <a:lnTo>
                    <a:pt x="110613" y="27728"/>
                  </a:lnTo>
                  <a:lnTo>
                    <a:pt x="100506" y="21824"/>
                  </a:lnTo>
                  <a:close/>
                  <a:moveTo>
                    <a:pt x="121688" y="21824"/>
                  </a:moveTo>
                  <a:lnTo>
                    <a:pt x="111614" y="27728"/>
                  </a:lnTo>
                  <a:lnTo>
                    <a:pt x="121688" y="33599"/>
                  </a:lnTo>
                  <a:lnTo>
                    <a:pt x="131795" y="27728"/>
                  </a:lnTo>
                  <a:lnTo>
                    <a:pt x="121688" y="21824"/>
                  </a:lnTo>
                  <a:close/>
                  <a:moveTo>
                    <a:pt x="163351" y="22224"/>
                  </a:moveTo>
                  <a:lnTo>
                    <a:pt x="153944" y="27695"/>
                  </a:lnTo>
                  <a:lnTo>
                    <a:pt x="164051" y="33599"/>
                  </a:lnTo>
                  <a:lnTo>
                    <a:pt x="170856" y="29630"/>
                  </a:lnTo>
                  <a:cubicBezTo>
                    <a:pt x="168621" y="26928"/>
                    <a:pt x="166086" y="24459"/>
                    <a:pt x="163351" y="22224"/>
                  </a:cubicBezTo>
                  <a:close/>
                  <a:moveTo>
                    <a:pt x="3203" y="38603"/>
                  </a:moveTo>
                  <a:lnTo>
                    <a:pt x="3203" y="38603"/>
                  </a:lnTo>
                  <a:cubicBezTo>
                    <a:pt x="3103" y="38770"/>
                    <a:pt x="3036" y="38936"/>
                    <a:pt x="2970" y="39070"/>
                  </a:cubicBezTo>
                  <a:cubicBezTo>
                    <a:pt x="3036" y="38936"/>
                    <a:pt x="3137" y="38770"/>
                    <a:pt x="3203" y="38603"/>
                  </a:cubicBezTo>
                  <a:close/>
                  <a:moveTo>
                    <a:pt x="8640" y="30030"/>
                  </a:moveTo>
                  <a:cubicBezTo>
                    <a:pt x="6506" y="32665"/>
                    <a:pt x="4671" y="35534"/>
                    <a:pt x="3237" y="38603"/>
                  </a:cubicBezTo>
                  <a:lnTo>
                    <a:pt x="5205" y="39770"/>
                  </a:lnTo>
                  <a:lnTo>
                    <a:pt x="15279" y="33899"/>
                  </a:lnTo>
                  <a:lnTo>
                    <a:pt x="8640" y="30030"/>
                  </a:lnTo>
                  <a:close/>
                  <a:moveTo>
                    <a:pt x="26353" y="27995"/>
                  </a:moveTo>
                  <a:lnTo>
                    <a:pt x="16279" y="33899"/>
                  </a:lnTo>
                  <a:lnTo>
                    <a:pt x="26353" y="39770"/>
                  </a:lnTo>
                  <a:lnTo>
                    <a:pt x="36460" y="33899"/>
                  </a:lnTo>
                  <a:lnTo>
                    <a:pt x="26353" y="27995"/>
                  </a:lnTo>
                  <a:close/>
                  <a:moveTo>
                    <a:pt x="47568" y="27995"/>
                  </a:moveTo>
                  <a:lnTo>
                    <a:pt x="37461" y="33899"/>
                  </a:lnTo>
                  <a:lnTo>
                    <a:pt x="47568" y="39770"/>
                  </a:lnTo>
                  <a:lnTo>
                    <a:pt x="57642" y="33899"/>
                  </a:lnTo>
                  <a:lnTo>
                    <a:pt x="47568" y="27995"/>
                  </a:lnTo>
                  <a:close/>
                  <a:moveTo>
                    <a:pt x="68750" y="27995"/>
                  </a:moveTo>
                  <a:lnTo>
                    <a:pt x="58643" y="33899"/>
                  </a:lnTo>
                  <a:lnTo>
                    <a:pt x="68750" y="39770"/>
                  </a:lnTo>
                  <a:lnTo>
                    <a:pt x="78824" y="33899"/>
                  </a:lnTo>
                  <a:lnTo>
                    <a:pt x="68750" y="27995"/>
                  </a:lnTo>
                  <a:close/>
                  <a:moveTo>
                    <a:pt x="89898" y="27995"/>
                  </a:moveTo>
                  <a:lnTo>
                    <a:pt x="79825" y="33899"/>
                  </a:lnTo>
                  <a:lnTo>
                    <a:pt x="89898" y="39770"/>
                  </a:lnTo>
                  <a:lnTo>
                    <a:pt x="100006" y="33899"/>
                  </a:lnTo>
                  <a:lnTo>
                    <a:pt x="89898" y="27995"/>
                  </a:lnTo>
                  <a:close/>
                  <a:moveTo>
                    <a:pt x="111114" y="27995"/>
                  </a:moveTo>
                  <a:lnTo>
                    <a:pt x="101006" y="33899"/>
                  </a:lnTo>
                  <a:lnTo>
                    <a:pt x="111114" y="39770"/>
                  </a:lnTo>
                  <a:lnTo>
                    <a:pt x="121187" y="33899"/>
                  </a:lnTo>
                  <a:lnTo>
                    <a:pt x="111114" y="27995"/>
                  </a:lnTo>
                  <a:close/>
                  <a:moveTo>
                    <a:pt x="132295" y="27995"/>
                  </a:moveTo>
                  <a:lnTo>
                    <a:pt x="122188" y="33899"/>
                  </a:lnTo>
                  <a:lnTo>
                    <a:pt x="132295" y="39770"/>
                  </a:lnTo>
                  <a:lnTo>
                    <a:pt x="142369" y="33899"/>
                  </a:lnTo>
                  <a:lnTo>
                    <a:pt x="132295" y="27995"/>
                  </a:lnTo>
                  <a:close/>
                  <a:moveTo>
                    <a:pt x="153477" y="27995"/>
                  </a:moveTo>
                  <a:lnTo>
                    <a:pt x="143370" y="33899"/>
                  </a:lnTo>
                  <a:lnTo>
                    <a:pt x="153477" y="39770"/>
                  </a:lnTo>
                  <a:lnTo>
                    <a:pt x="163551" y="33899"/>
                  </a:lnTo>
                  <a:lnTo>
                    <a:pt x="153477" y="27995"/>
                  </a:lnTo>
                  <a:close/>
                  <a:moveTo>
                    <a:pt x="171223" y="29997"/>
                  </a:moveTo>
                  <a:lnTo>
                    <a:pt x="164552" y="33899"/>
                  </a:lnTo>
                  <a:lnTo>
                    <a:pt x="174659" y="39770"/>
                  </a:lnTo>
                  <a:lnTo>
                    <a:pt x="176627" y="38603"/>
                  </a:lnTo>
                  <a:cubicBezTo>
                    <a:pt x="175193" y="35534"/>
                    <a:pt x="173358" y="32632"/>
                    <a:pt x="171223" y="29997"/>
                  </a:cubicBezTo>
                  <a:close/>
                  <a:moveTo>
                    <a:pt x="3003" y="39070"/>
                  </a:moveTo>
                  <a:cubicBezTo>
                    <a:pt x="2603" y="39937"/>
                    <a:pt x="2269" y="40771"/>
                    <a:pt x="1936" y="41638"/>
                  </a:cubicBezTo>
                  <a:lnTo>
                    <a:pt x="4671" y="40071"/>
                  </a:lnTo>
                  <a:lnTo>
                    <a:pt x="3003" y="39070"/>
                  </a:lnTo>
                  <a:close/>
                  <a:moveTo>
                    <a:pt x="176827" y="39070"/>
                  </a:moveTo>
                  <a:lnTo>
                    <a:pt x="175159" y="40071"/>
                  </a:lnTo>
                  <a:lnTo>
                    <a:pt x="177861" y="41638"/>
                  </a:lnTo>
                  <a:cubicBezTo>
                    <a:pt x="177561" y="40771"/>
                    <a:pt x="177228" y="39937"/>
                    <a:pt x="176827" y="39070"/>
                  </a:cubicBezTo>
                  <a:close/>
                  <a:moveTo>
                    <a:pt x="177895" y="41638"/>
                  </a:moveTo>
                  <a:lnTo>
                    <a:pt x="177895" y="41638"/>
                  </a:lnTo>
                  <a:cubicBezTo>
                    <a:pt x="177911" y="41705"/>
                    <a:pt x="177936" y="41780"/>
                    <a:pt x="177961" y="41855"/>
                  </a:cubicBezTo>
                  <a:lnTo>
                    <a:pt x="177895" y="41638"/>
                  </a:lnTo>
                  <a:close/>
                  <a:moveTo>
                    <a:pt x="177961" y="41855"/>
                  </a:moveTo>
                  <a:lnTo>
                    <a:pt x="178028" y="42072"/>
                  </a:lnTo>
                  <a:cubicBezTo>
                    <a:pt x="178011" y="42005"/>
                    <a:pt x="177986" y="41930"/>
                    <a:pt x="177961" y="41855"/>
                  </a:cubicBezTo>
                  <a:close/>
                  <a:moveTo>
                    <a:pt x="1936" y="41638"/>
                  </a:moveTo>
                  <a:lnTo>
                    <a:pt x="1936" y="41638"/>
                  </a:lnTo>
                  <a:cubicBezTo>
                    <a:pt x="1869" y="41905"/>
                    <a:pt x="1769" y="42139"/>
                    <a:pt x="1702" y="42372"/>
                  </a:cubicBezTo>
                  <a:cubicBezTo>
                    <a:pt x="1769" y="42139"/>
                    <a:pt x="1902" y="41905"/>
                    <a:pt x="1936" y="41638"/>
                  </a:cubicBezTo>
                  <a:close/>
                  <a:moveTo>
                    <a:pt x="15779" y="34166"/>
                  </a:moveTo>
                  <a:lnTo>
                    <a:pt x="5672" y="40071"/>
                  </a:lnTo>
                  <a:lnTo>
                    <a:pt x="15779" y="45941"/>
                  </a:lnTo>
                  <a:lnTo>
                    <a:pt x="25886" y="40071"/>
                  </a:lnTo>
                  <a:lnTo>
                    <a:pt x="15779" y="34166"/>
                  </a:lnTo>
                  <a:close/>
                  <a:moveTo>
                    <a:pt x="36961" y="34166"/>
                  </a:moveTo>
                  <a:lnTo>
                    <a:pt x="26853" y="40071"/>
                  </a:lnTo>
                  <a:lnTo>
                    <a:pt x="36961" y="45941"/>
                  </a:lnTo>
                  <a:lnTo>
                    <a:pt x="47068" y="40071"/>
                  </a:lnTo>
                  <a:lnTo>
                    <a:pt x="36961" y="34166"/>
                  </a:lnTo>
                  <a:close/>
                  <a:moveTo>
                    <a:pt x="58142" y="34166"/>
                  </a:moveTo>
                  <a:lnTo>
                    <a:pt x="48035" y="40071"/>
                  </a:lnTo>
                  <a:lnTo>
                    <a:pt x="58142" y="45941"/>
                  </a:lnTo>
                  <a:lnTo>
                    <a:pt x="68250" y="40071"/>
                  </a:lnTo>
                  <a:lnTo>
                    <a:pt x="58142" y="34166"/>
                  </a:lnTo>
                  <a:close/>
                  <a:moveTo>
                    <a:pt x="79324" y="34166"/>
                  </a:moveTo>
                  <a:lnTo>
                    <a:pt x="69217" y="40071"/>
                  </a:lnTo>
                  <a:lnTo>
                    <a:pt x="79324" y="45941"/>
                  </a:lnTo>
                  <a:lnTo>
                    <a:pt x="89431" y="40071"/>
                  </a:lnTo>
                  <a:lnTo>
                    <a:pt x="79324" y="34166"/>
                  </a:lnTo>
                  <a:close/>
                  <a:moveTo>
                    <a:pt x="100506" y="34166"/>
                  </a:moveTo>
                  <a:lnTo>
                    <a:pt x="90432" y="40071"/>
                  </a:lnTo>
                  <a:lnTo>
                    <a:pt x="100506" y="45941"/>
                  </a:lnTo>
                  <a:lnTo>
                    <a:pt x="110613" y="40071"/>
                  </a:lnTo>
                  <a:lnTo>
                    <a:pt x="100506" y="34166"/>
                  </a:lnTo>
                  <a:close/>
                  <a:moveTo>
                    <a:pt x="121688" y="34166"/>
                  </a:moveTo>
                  <a:lnTo>
                    <a:pt x="111614" y="40071"/>
                  </a:lnTo>
                  <a:lnTo>
                    <a:pt x="121688" y="45941"/>
                  </a:lnTo>
                  <a:lnTo>
                    <a:pt x="131795" y="40071"/>
                  </a:lnTo>
                  <a:lnTo>
                    <a:pt x="121688" y="34166"/>
                  </a:lnTo>
                  <a:close/>
                  <a:moveTo>
                    <a:pt x="142870" y="34166"/>
                  </a:moveTo>
                  <a:lnTo>
                    <a:pt x="132796" y="40071"/>
                  </a:lnTo>
                  <a:lnTo>
                    <a:pt x="142870" y="45941"/>
                  </a:lnTo>
                  <a:lnTo>
                    <a:pt x="152977" y="40071"/>
                  </a:lnTo>
                  <a:lnTo>
                    <a:pt x="142870" y="34166"/>
                  </a:lnTo>
                  <a:close/>
                  <a:moveTo>
                    <a:pt x="164085" y="34166"/>
                  </a:moveTo>
                  <a:lnTo>
                    <a:pt x="153978" y="40071"/>
                  </a:lnTo>
                  <a:lnTo>
                    <a:pt x="164051" y="45941"/>
                  </a:lnTo>
                  <a:lnTo>
                    <a:pt x="174159" y="40071"/>
                  </a:lnTo>
                  <a:lnTo>
                    <a:pt x="164085" y="34166"/>
                  </a:lnTo>
                  <a:close/>
                  <a:moveTo>
                    <a:pt x="201" y="49210"/>
                  </a:moveTo>
                  <a:cubicBezTo>
                    <a:pt x="201" y="49411"/>
                    <a:pt x="134" y="49577"/>
                    <a:pt x="134" y="49778"/>
                  </a:cubicBezTo>
                  <a:lnTo>
                    <a:pt x="168" y="49778"/>
                  </a:lnTo>
                  <a:cubicBezTo>
                    <a:pt x="168" y="49577"/>
                    <a:pt x="234" y="49411"/>
                    <a:pt x="201" y="49210"/>
                  </a:cubicBezTo>
                  <a:close/>
                  <a:moveTo>
                    <a:pt x="5171" y="40337"/>
                  </a:moveTo>
                  <a:lnTo>
                    <a:pt x="1702" y="42372"/>
                  </a:lnTo>
                  <a:cubicBezTo>
                    <a:pt x="968" y="44607"/>
                    <a:pt x="468" y="46909"/>
                    <a:pt x="234" y="49210"/>
                  </a:cubicBezTo>
                  <a:lnTo>
                    <a:pt x="5205" y="52113"/>
                  </a:lnTo>
                  <a:lnTo>
                    <a:pt x="15279" y="46242"/>
                  </a:lnTo>
                  <a:lnTo>
                    <a:pt x="5171" y="40337"/>
                  </a:lnTo>
                  <a:close/>
                  <a:moveTo>
                    <a:pt x="26353" y="40337"/>
                  </a:moveTo>
                  <a:lnTo>
                    <a:pt x="16279" y="46242"/>
                  </a:lnTo>
                  <a:lnTo>
                    <a:pt x="26353" y="52113"/>
                  </a:lnTo>
                  <a:lnTo>
                    <a:pt x="36460" y="46242"/>
                  </a:lnTo>
                  <a:lnTo>
                    <a:pt x="26353" y="40337"/>
                  </a:lnTo>
                  <a:close/>
                  <a:moveTo>
                    <a:pt x="47568" y="40337"/>
                  </a:moveTo>
                  <a:lnTo>
                    <a:pt x="37461" y="46242"/>
                  </a:lnTo>
                  <a:lnTo>
                    <a:pt x="47568" y="52113"/>
                  </a:lnTo>
                  <a:lnTo>
                    <a:pt x="57642" y="46242"/>
                  </a:lnTo>
                  <a:lnTo>
                    <a:pt x="47568" y="40337"/>
                  </a:lnTo>
                  <a:close/>
                  <a:moveTo>
                    <a:pt x="68750" y="40337"/>
                  </a:moveTo>
                  <a:lnTo>
                    <a:pt x="58643" y="46242"/>
                  </a:lnTo>
                  <a:lnTo>
                    <a:pt x="68750" y="52113"/>
                  </a:lnTo>
                  <a:lnTo>
                    <a:pt x="78824" y="46242"/>
                  </a:lnTo>
                  <a:lnTo>
                    <a:pt x="68750" y="40337"/>
                  </a:lnTo>
                  <a:close/>
                  <a:moveTo>
                    <a:pt x="89932" y="40337"/>
                  </a:moveTo>
                  <a:lnTo>
                    <a:pt x="79825" y="46242"/>
                  </a:lnTo>
                  <a:lnTo>
                    <a:pt x="89932" y="52113"/>
                  </a:lnTo>
                  <a:lnTo>
                    <a:pt x="100006" y="46242"/>
                  </a:lnTo>
                  <a:lnTo>
                    <a:pt x="89932" y="40337"/>
                  </a:lnTo>
                  <a:close/>
                  <a:moveTo>
                    <a:pt x="111080" y="40337"/>
                  </a:moveTo>
                  <a:lnTo>
                    <a:pt x="101006" y="46242"/>
                  </a:lnTo>
                  <a:lnTo>
                    <a:pt x="111080" y="52113"/>
                  </a:lnTo>
                  <a:lnTo>
                    <a:pt x="121187" y="46242"/>
                  </a:lnTo>
                  <a:lnTo>
                    <a:pt x="111080" y="40337"/>
                  </a:lnTo>
                  <a:close/>
                  <a:moveTo>
                    <a:pt x="132295" y="40337"/>
                  </a:moveTo>
                  <a:lnTo>
                    <a:pt x="122188" y="46242"/>
                  </a:lnTo>
                  <a:lnTo>
                    <a:pt x="132295" y="52113"/>
                  </a:lnTo>
                  <a:lnTo>
                    <a:pt x="142369" y="46242"/>
                  </a:lnTo>
                  <a:lnTo>
                    <a:pt x="132295" y="40337"/>
                  </a:lnTo>
                  <a:close/>
                  <a:moveTo>
                    <a:pt x="153477" y="40337"/>
                  </a:moveTo>
                  <a:lnTo>
                    <a:pt x="143370" y="46208"/>
                  </a:lnTo>
                  <a:lnTo>
                    <a:pt x="153477" y="52113"/>
                  </a:lnTo>
                  <a:lnTo>
                    <a:pt x="163551" y="46208"/>
                  </a:lnTo>
                  <a:lnTo>
                    <a:pt x="153477" y="40337"/>
                  </a:lnTo>
                  <a:close/>
                  <a:moveTo>
                    <a:pt x="174659" y="40337"/>
                  </a:moveTo>
                  <a:lnTo>
                    <a:pt x="164552" y="46242"/>
                  </a:lnTo>
                  <a:lnTo>
                    <a:pt x="174659" y="52113"/>
                  </a:lnTo>
                  <a:lnTo>
                    <a:pt x="179629" y="49210"/>
                  </a:lnTo>
                  <a:cubicBezTo>
                    <a:pt x="179362" y="46875"/>
                    <a:pt x="178862" y="44574"/>
                    <a:pt x="178128" y="42372"/>
                  </a:cubicBezTo>
                  <a:lnTo>
                    <a:pt x="174659" y="40337"/>
                  </a:lnTo>
                  <a:close/>
                  <a:moveTo>
                    <a:pt x="168" y="49778"/>
                  </a:moveTo>
                  <a:cubicBezTo>
                    <a:pt x="1" y="51512"/>
                    <a:pt x="1" y="53280"/>
                    <a:pt x="168" y="55048"/>
                  </a:cubicBezTo>
                  <a:lnTo>
                    <a:pt x="4671" y="52413"/>
                  </a:lnTo>
                  <a:lnTo>
                    <a:pt x="168" y="49778"/>
                  </a:lnTo>
                  <a:close/>
                  <a:moveTo>
                    <a:pt x="179663" y="49778"/>
                  </a:moveTo>
                  <a:lnTo>
                    <a:pt x="175159" y="52413"/>
                  </a:lnTo>
                  <a:lnTo>
                    <a:pt x="179663" y="55048"/>
                  </a:lnTo>
                  <a:cubicBezTo>
                    <a:pt x="179829" y="53280"/>
                    <a:pt x="179829" y="51512"/>
                    <a:pt x="179663" y="49778"/>
                  </a:cubicBezTo>
                  <a:close/>
                  <a:moveTo>
                    <a:pt x="201" y="55281"/>
                  </a:moveTo>
                  <a:cubicBezTo>
                    <a:pt x="201" y="55382"/>
                    <a:pt x="234" y="55482"/>
                    <a:pt x="234" y="55582"/>
                  </a:cubicBezTo>
                  <a:cubicBezTo>
                    <a:pt x="234" y="55482"/>
                    <a:pt x="234" y="55382"/>
                    <a:pt x="201" y="55281"/>
                  </a:cubicBezTo>
                  <a:close/>
                  <a:moveTo>
                    <a:pt x="36961" y="46509"/>
                  </a:moveTo>
                  <a:lnTo>
                    <a:pt x="26853" y="52413"/>
                  </a:lnTo>
                  <a:lnTo>
                    <a:pt x="36961" y="58284"/>
                  </a:lnTo>
                  <a:lnTo>
                    <a:pt x="47068" y="52413"/>
                  </a:lnTo>
                  <a:lnTo>
                    <a:pt x="36961" y="46509"/>
                  </a:lnTo>
                  <a:close/>
                  <a:moveTo>
                    <a:pt x="58142" y="46509"/>
                  </a:moveTo>
                  <a:lnTo>
                    <a:pt x="48035" y="52413"/>
                  </a:lnTo>
                  <a:lnTo>
                    <a:pt x="58142" y="58284"/>
                  </a:lnTo>
                  <a:lnTo>
                    <a:pt x="68250" y="52413"/>
                  </a:lnTo>
                  <a:lnTo>
                    <a:pt x="58142" y="46509"/>
                  </a:lnTo>
                  <a:close/>
                  <a:moveTo>
                    <a:pt x="79324" y="46509"/>
                  </a:moveTo>
                  <a:lnTo>
                    <a:pt x="69217" y="52413"/>
                  </a:lnTo>
                  <a:lnTo>
                    <a:pt x="79324" y="58284"/>
                  </a:lnTo>
                  <a:lnTo>
                    <a:pt x="89398" y="52413"/>
                  </a:lnTo>
                  <a:lnTo>
                    <a:pt x="79324" y="46509"/>
                  </a:lnTo>
                  <a:close/>
                  <a:moveTo>
                    <a:pt x="100506" y="46509"/>
                  </a:moveTo>
                  <a:lnTo>
                    <a:pt x="90399" y="52413"/>
                  </a:lnTo>
                  <a:lnTo>
                    <a:pt x="100506" y="58284"/>
                  </a:lnTo>
                  <a:lnTo>
                    <a:pt x="110580" y="52413"/>
                  </a:lnTo>
                  <a:lnTo>
                    <a:pt x="100506" y="46509"/>
                  </a:lnTo>
                  <a:close/>
                  <a:moveTo>
                    <a:pt x="121688" y="46542"/>
                  </a:moveTo>
                  <a:lnTo>
                    <a:pt x="111614" y="52413"/>
                  </a:lnTo>
                  <a:lnTo>
                    <a:pt x="121688" y="58284"/>
                  </a:lnTo>
                  <a:lnTo>
                    <a:pt x="131795" y="52413"/>
                  </a:lnTo>
                  <a:lnTo>
                    <a:pt x="121688" y="46542"/>
                  </a:lnTo>
                  <a:close/>
                  <a:moveTo>
                    <a:pt x="142870" y="46509"/>
                  </a:moveTo>
                  <a:lnTo>
                    <a:pt x="132796" y="52379"/>
                  </a:lnTo>
                  <a:lnTo>
                    <a:pt x="142870" y="58284"/>
                  </a:lnTo>
                  <a:lnTo>
                    <a:pt x="152977" y="52379"/>
                  </a:lnTo>
                  <a:lnTo>
                    <a:pt x="142870" y="46509"/>
                  </a:lnTo>
                  <a:close/>
                  <a:moveTo>
                    <a:pt x="164085" y="46509"/>
                  </a:moveTo>
                  <a:lnTo>
                    <a:pt x="154011" y="52413"/>
                  </a:lnTo>
                  <a:lnTo>
                    <a:pt x="164085" y="58284"/>
                  </a:lnTo>
                  <a:lnTo>
                    <a:pt x="174192" y="52413"/>
                  </a:lnTo>
                  <a:lnTo>
                    <a:pt x="164085" y="46509"/>
                  </a:lnTo>
                  <a:close/>
                  <a:moveTo>
                    <a:pt x="15779" y="46509"/>
                  </a:moveTo>
                  <a:lnTo>
                    <a:pt x="5672" y="52413"/>
                  </a:lnTo>
                  <a:lnTo>
                    <a:pt x="15779" y="58317"/>
                  </a:lnTo>
                  <a:lnTo>
                    <a:pt x="25886" y="52413"/>
                  </a:lnTo>
                  <a:lnTo>
                    <a:pt x="15779" y="46509"/>
                  </a:lnTo>
                  <a:close/>
                  <a:moveTo>
                    <a:pt x="1702" y="62453"/>
                  </a:moveTo>
                  <a:lnTo>
                    <a:pt x="1702" y="62453"/>
                  </a:lnTo>
                  <a:cubicBezTo>
                    <a:pt x="1707" y="62464"/>
                    <a:pt x="1712" y="62474"/>
                    <a:pt x="1717" y="62484"/>
                  </a:cubicBezTo>
                  <a:lnTo>
                    <a:pt x="1717" y="62484"/>
                  </a:lnTo>
                  <a:cubicBezTo>
                    <a:pt x="1715" y="62475"/>
                    <a:pt x="1713" y="62467"/>
                    <a:pt x="1710" y="62458"/>
                  </a:cubicBezTo>
                  <a:lnTo>
                    <a:pt x="1710" y="62458"/>
                  </a:lnTo>
                  <a:lnTo>
                    <a:pt x="1702" y="62453"/>
                  </a:lnTo>
                  <a:close/>
                  <a:moveTo>
                    <a:pt x="1717" y="62484"/>
                  </a:moveTo>
                  <a:lnTo>
                    <a:pt x="1717" y="62484"/>
                  </a:lnTo>
                  <a:cubicBezTo>
                    <a:pt x="1753" y="62622"/>
                    <a:pt x="1811" y="62738"/>
                    <a:pt x="1869" y="62854"/>
                  </a:cubicBezTo>
                  <a:cubicBezTo>
                    <a:pt x="1807" y="62730"/>
                    <a:pt x="1774" y="62607"/>
                    <a:pt x="1717" y="62484"/>
                  </a:cubicBezTo>
                  <a:close/>
                  <a:moveTo>
                    <a:pt x="5171" y="52680"/>
                  </a:moveTo>
                  <a:lnTo>
                    <a:pt x="234" y="55582"/>
                  </a:lnTo>
                  <a:cubicBezTo>
                    <a:pt x="468" y="57917"/>
                    <a:pt x="968" y="60218"/>
                    <a:pt x="1702" y="62453"/>
                  </a:cubicBezTo>
                  <a:lnTo>
                    <a:pt x="1702" y="62420"/>
                  </a:lnTo>
                  <a:cubicBezTo>
                    <a:pt x="1705" y="62433"/>
                    <a:pt x="1708" y="62446"/>
                    <a:pt x="1710" y="62458"/>
                  </a:cubicBezTo>
                  <a:lnTo>
                    <a:pt x="1710" y="62458"/>
                  </a:lnTo>
                  <a:lnTo>
                    <a:pt x="5171" y="64455"/>
                  </a:lnTo>
                  <a:lnTo>
                    <a:pt x="15279" y="58584"/>
                  </a:lnTo>
                  <a:lnTo>
                    <a:pt x="5171" y="52680"/>
                  </a:lnTo>
                  <a:close/>
                  <a:moveTo>
                    <a:pt x="26353" y="52680"/>
                  </a:moveTo>
                  <a:lnTo>
                    <a:pt x="16279" y="58584"/>
                  </a:lnTo>
                  <a:lnTo>
                    <a:pt x="26353" y="64455"/>
                  </a:lnTo>
                  <a:lnTo>
                    <a:pt x="36460" y="58584"/>
                  </a:lnTo>
                  <a:lnTo>
                    <a:pt x="26353" y="52680"/>
                  </a:lnTo>
                  <a:close/>
                  <a:moveTo>
                    <a:pt x="47568" y="52680"/>
                  </a:moveTo>
                  <a:lnTo>
                    <a:pt x="37461" y="58584"/>
                  </a:lnTo>
                  <a:lnTo>
                    <a:pt x="47568" y="64455"/>
                  </a:lnTo>
                  <a:lnTo>
                    <a:pt x="57642" y="58584"/>
                  </a:lnTo>
                  <a:lnTo>
                    <a:pt x="47568" y="52680"/>
                  </a:lnTo>
                  <a:close/>
                  <a:moveTo>
                    <a:pt x="68717" y="52680"/>
                  </a:moveTo>
                  <a:lnTo>
                    <a:pt x="58643" y="58584"/>
                  </a:lnTo>
                  <a:lnTo>
                    <a:pt x="68717" y="64455"/>
                  </a:lnTo>
                  <a:lnTo>
                    <a:pt x="78824" y="58584"/>
                  </a:lnTo>
                  <a:lnTo>
                    <a:pt x="68717" y="52680"/>
                  </a:lnTo>
                  <a:close/>
                  <a:moveTo>
                    <a:pt x="89898" y="52680"/>
                  </a:moveTo>
                  <a:lnTo>
                    <a:pt x="79825" y="58584"/>
                  </a:lnTo>
                  <a:lnTo>
                    <a:pt x="89898" y="64455"/>
                  </a:lnTo>
                  <a:lnTo>
                    <a:pt x="100006" y="58584"/>
                  </a:lnTo>
                  <a:lnTo>
                    <a:pt x="89898" y="52680"/>
                  </a:lnTo>
                  <a:close/>
                  <a:moveTo>
                    <a:pt x="111080" y="52680"/>
                  </a:moveTo>
                  <a:lnTo>
                    <a:pt x="101006" y="58584"/>
                  </a:lnTo>
                  <a:lnTo>
                    <a:pt x="111080" y="64455"/>
                  </a:lnTo>
                  <a:lnTo>
                    <a:pt x="121187" y="58584"/>
                  </a:lnTo>
                  <a:lnTo>
                    <a:pt x="111080" y="52680"/>
                  </a:lnTo>
                  <a:close/>
                  <a:moveTo>
                    <a:pt x="132295" y="52680"/>
                  </a:moveTo>
                  <a:lnTo>
                    <a:pt x="122188" y="58584"/>
                  </a:lnTo>
                  <a:lnTo>
                    <a:pt x="132295" y="64455"/>
                  </a:lnTo>
                  <a:lnTo>
                    <a:pt x="142369" y="58584"/>
                  </a:lnTo>
                  <a:lnTo>
                    <a:pt x="132295" y="52680"/>
                  </a:lnTo>
                  <a:close/>
                  <a:moveTo>
                    <a:pt x="153477" y="52680"/>
                  </a:moveTo>
                  <a:lnTo>
                    <a:pt x="143370" y="58584"/>
                  </a:lnTo>
                  <a:lnTo>
                    <a:pt x="153477" y="64455"/>
                  </a:lnTo>
                  <a:lnTo>
                    <a:pt x="163551" y="58584"/>
                  </a:lnTo>
                  <a:lnTo>
                    <a:pt x="153477" y="52680"/>
                  </a:lnTo>
                  <a:close/>
                  <a:moveTo>
                    <a:pt x="174659" y="52680"/>
                  </a:moveTo>
                  <a:lnTo>
                    <a:pt x="164552" y="58584"/>
                  </a:lnTo>
                  <a:lnTo>
                    <a:pt x="174659" y="64455"/>
                  </a:lnTo>
                  <a:lnTo>
                    <a:pt x="178128" y="62420"/>
                  </a:lnTo>
                  <a:cubicBezTo>
                    <a:pt x="178895" y="60218"/>
                    <a:pt x="179362" y="57917"/>
                    <a:pt x="179629" y="55582"/>
                  </a:cubicBezTo>
                  <a:lnTo>
                    <a:pt x="174659" y="52680"/>
                  </a:lnTo>
                  <a:close/>
                  <a:moveTo>
                    <a:pt x="1936" y="63154"/>
                  </a:moveTo>
                  <a:cubicBezTo>
                    <a:pt x="2269" y="64021"/>
                    <a:pt x="2603" y="64888"/>
                    <a:pt x="3003" y="65722"/>
                  </a:cubicBezTo>
                  <a:lnTo>
                    <a:pt x="4671" y="64755"/>
                  </a:lnTo>
                  <a:lnTo>
                    <a:pt x="1936" y="63154"/>
                  </a:lnTo>
                  <a:close/>
                  <a:moveTo>
                    <a:pt x="177895" y="63154"/>
                  </a:moveTo>
                  <a:lnTo>
                    <a:pt x="175159" y="64755"/>
                  </a:lnTo>
                  <a:lnTo>
                    <a:pt x="176827" y="65722"/>
                  </a:lnTo>
                  <a:cubicBezTo>
                    <a:pt x="177228" y="64888"/>
                    <a:pt x="177561" y="64021"/>
                    <a:pt x="177895" y="63154"/>
                  </a:cubicBezTo>
                  <a:close/>
                  <a:moveTo>
                    <a:pt x="176827" y="65756"/>
                  </a:moveTo>
                  <a:lnTo>
                    <a:pt x="176827" y="65756"/>
                  </a:lnTo>
                  <a:cubicBezTo>
                    <a:pt x="176794" y="65822"/>
                    <a:pt x="176761" y="65897"/>
                    <a:pt x="176727" y="65972"/>
                  </a:cubicBezTo>
                  <a:lnTo>
                    <a:pt x="176727" y="65972"/>
                  </a:lnTo>
                  <a:lnTo>
                    <a:pt x="176827" y="65756"/>
                  </a:lnTo>
                  <a:close/>
                  <a:moveTo>
                    <a:pt x="3003" y="65722"/>
                  </a:moveTo>
                  <a:lnTo>
                    <a:pt x="3003" y="65756"/>
                  </a:lnTo>
                  <a:cubicBezTo>
                    <a:pt x="3070" y="65889"/>
                    <a:pt x="3137" y="66056"/>
                    <a:pt x="3203" y="66189"/>
                  </a:cubicBezTo>
                  <a:cubicBezTo>
                    <a:pt x="3137" y="66056"/>
                    <a:pt x="3070" y="65889"/>
                    <a:pt x="3003" y="65722"/>
                  </a:cubicBezTo>
                  <a:close/>
                  <a:moveTo>
                    <a:pt x="176727" y="65972"/>
                  </a:moveTo>
                  <a:lnTo>
                    <a:pt x="176627" y="66189"/>
                  </a:lnTo>
                  <a:lnTo>
                    <a:pt x="176627" y="66189"/>
                  </a:lnTo>
                  <a:cubicBezTo>
                    <a:pt x="176660" y="66123"/>
                    <a:pt x="176694" y="66048"/>
                    <a:pt x="176727" y="65972"/>
                  </a:cubicBezTo>
                  <a:close/>
                  <a:moveTo>
                    <a:pt x="15779" y="58884"/>
                  </a:moveTo>
                  <a:lnTo>
                    <a:pt x="5672" y="64755"/>
                  </a:lnTo>
                  <a:lnTo>
                    <a:pt x="15779" y="70626"/>
                  </a:lnTo>
                  <a:lnTo>
                    <a:pt x="25886" y="64755"/>
                  </a:lnTo>
                  <a:lnTo>
                    <a:pt x="15779" y="58884"/>
                  </a:lnTo>
                  <a:close/>
                  <a:moveTo>
                    <a:pt x="36961" y="58851"/>
                  </a:moveTo>
                  <a:lnTo>
                    <a:pt x="26853" y="64755"/>
                  </a:lnTo>
                  <a:lnTo>
                    <a:pt x="36961" y="70626"/>
                  </a:lnTo>
                  <a:lnTo>
                    <a:pt x="47068" y="64755"/>
                  </a:lnTo>
                  <a:lnTo>
                    <a:pt x="36961" y="58851"/>
                  </a:lnTo>
                  <a:close/>
                  <a:moveTo>
                    <a:pt x="58142" y="58884"/>
                  </a:moveTo>
                  <a:lnTo>
                    <a:pt x="48035" y="64755"/>
                  </a:lnTo>
                  <a:lnTo>
                    <a:pt x="58142" y="70626"/>
                  </a:lnTo>
                  <a:lnTo>
                    <a:pt x="68216" y="64755"/>
                  </a:lnTo>
                  <a:lnTo>
                    <a:pt x="58142" y="58884"/>
                  </a:lnTo>
                  <a:close/>
                  <a:moveTo>
                    <a:pt x="79324" y="58884"/>
                  </a:moveTo>
                  <a:lnTo>
                    <a:pt x="69217" y="64755"/>
                  </a:lnTo>
                  <a:lnTo>
                    <a:pt x="79324" y="70626"/>
                  </a:lnTo>
                  <a:lnTo>
                    <a:pt x="89398" y="64755"/>
                  </a:lnTo>
                  <a:lnTo>
                    <a:pt x="79324" y="58884"/>
                  </a:lnTo>
                  <a:close/>
                  <a:moveTo>
                    <a:pt x="100506" y="58884"/>
                  </a:moveTo>
                  <a:lnTo>
                    <a:pt x="90432" y="64755"/>
                  </a:lnTo>
                  <a:lnTo>
                    <a:pt x="100506" y="70626"/>
                  </a:lnTo>
                  <a:lnTo>
                    <a:pt x="110580" y="64755"/>
                  </a:lnTo>
                  <a:lnTo>
                    <a:pt x="100506" y="58884"/>
                  </a:lnTo>
                  <a:close/>
                  <a:moveTo>
                    <a:pt x="121688" y="58851"/>
                  </a:moveTo>
                  <a:lnTo>
                    <a:pt x="111614" y="64755"/>
                  </a:lnTo>
                  <a:lnTo>
                    <a:pt x="121688" y="70626"/>
                  </a:lnTo>
                  <a:lnTo>
                    <a:pt x="131795" y="64755"/>
                  </a:lnTo>
                  <a:lnTo>
                    <a:pt x="121688" y="58851"/>
                  </a:lnTo>
                  <a:close/>
                  <a:moveTo>
                    <a:pt x="142870" y="58851"/>
                  </a:moveTo>
                  <a:lnTo>
                    <a:pt x="132796" y="64755"/>
                  </a:lnTo>
                  <a:lnTo>
                    <a:pt x="142870" y="70626"/>
                  </a:lnTo>
                  <a:lnTo>
                    <a:pt x="152977" y="64755"/>
                  </a:lnTo>
                  <a:lnTo>
                    <a:pt x="142870" y="58851"/>
                  </a:lnTo>
                  <a:close/>
                  <a:moveTo>
                    <a:pt x="164051" y="58851"/>
                  </a:moveTo>
                  <a:lnTo>
                    <a:pt x="153978" y="64755"/>
                  </a:lnTo>
                  <a:lnTo>
                    <a:pt x="164051" y="70626"/>
                  </a:lnTo>
                  <a:lnTo>
                    <a:pt x="174159" y="64755"/>
                  </a:lnTo>
                  <a:lnTo>
                    <a:pt x="164051" y="58851"/>
                  </a:lnTo>
                  <a:close/>
                  <a:moveTo>
                    <a:pt x="5171" y="65055"/>
                  </a:moveTo>
                  <a:lnTo>
                    <a:pt x="3203" y="66189"/>
                  </a:lnTo>
                  <a:cubicBezTo>
                    <a:pt x="4638" y="69291"/>
                    <a:pt x="6472" y="72160"/>
                    <a:pt x="8607" y="74795"/>
                  </a:cubicBezTo>
                  <a:lnTo>
                    <a:pt x="15245" y="70926"/>
                  </a:lnTo>
                  <a:lnTo>
                    <a:pt x="5171" y="65055"/>
                  </a:lnTo>
                  <a:close/>
                  <a:moveTo>
                    <a:pt x="174626" y="65055"/>
                  </a:moveTo>
                  <a:lnTo>
                    <a:pt x="164552" y="70926"/>
                  </a:lnTo>
                  <a:lnTo>
                    <a:pt x="171190" y="74795"/>
                  </a:lnTo>
                  <a:cubicBezTo>
                    <a:pt x="173325" y="72160"/>
                    <a:pt x="175159" y="69258"/>
                    <a:pt x="176594" y="66189"/>
                  </a:cubicBezTo>
                  <a:lnTo>
                    <a:pt x="174626" y="65055"/>
                  </a:lnTo>
                  <a:close/>
                  <a:moveTo>
                    <a:pt x="26353" y="65055"/>
                  </a:moveTo>
                  <a:lnTo>
                    <a:pt x="16279" y="70926"/>
                  </a:lnTo>
                  <a:lnTo>
                    <a:pt x="26353" y="76830"/>
                  </a:lnTo>
                  <a:lnTo>
                    <a:pt x="36460" y="70926"/>
                  </a:lnTo>
                  <a:lnTo>
                    <a:pt x="26353" y="65055"/>
                  </a:lnTo>
                  <a:close/>
                  <a:moveTo>
                    <a:pt x="47535" y="65055"/>
                  </a:moveTo>
                  <a:lnTo>
                    <a:pt x="37461" y="70959"/>
                  </a:lnTo>
                  <a:lnTo>
                    <a:pt x="47568" y="76830"/>
                  </a:lnTo>
                  <a:lnTo>
                    <a:pt x="57642" y="70959"/>
                  </a:lnTo>
                  <a:lnTo>
                    <a:pt x="47535" y="65055"/>
                  </a:lnTo>
                  <a:close/>
                  <a:moveTo>
                    <a:pt x="68750" y="65055"/>
                  </a:moveTo>
                  <a:lnTo>
                    <a:pt x="58643" y="70926"/>
                  </a:lnTo>
                  <a:lnTo>
                    <a:pt x="68750" y="76830"/>
                  </a:lnTo>
                  <a:lnTo>
                    <a:pt x="78824" y="70926"/>
                  </a:lnTo>
                  <a:lnTo>
                    <a:pt x="68750" y="65055"/>
                  </a:lnTo>
                  <a:close/>
                  <a:moveTo>
                    <a:pt x="89898" y="65055"/>
                  </a:moveTo>
                  <a:lnTo>
                    <a:pt x="79825" y="70926"/>
                  </a:lnTo>
                  <a:lnTo>
                    <a:pt x="89932" y="76830"/>
                  </a:lnTo>
                  <a:lnTo>
                    <a:pt x="100006" y="70926"/>
                  </a:lnTo>
                  <a:lnTo>
                    <a:pt x="89898" y="65055"/>
                  </a:lnTo>
                  <a:close/>
                  <a:moveTo>
                    <a:pt x="111114" y="65022"/>
                  </a:moveTo>
                  <a:lnTo>
                    <a:pt x="101006" y="70926"/>
                  </a:lnTo>
                  <a:lnTo>
                    <a:pt x="111114" y="76830"/>
                  </a:lnTo>
                  <a:lnTo>
                    <a:pt x="121187" y="70926"/>
                  </a:lnTo>
                  <a:lnTo>
                    <a:pt x="111114" y="65022"/>
                  </a:lnTo>
                  <a:close/>
                  <a:moveTo>
                    <a:pt x="132295" y="65022"/>
                  </a:moveTo>
                  <a:lnTo>
                    <a:pt x="122188" y="70926"/>
                  </a:lnTo>
                  <a:lnTo>
                    <a:pt x="132295" y="76830"/>
                  </a:lnTo>
                  <a:lnTo>
                    <a:pt x="142369" y="70926"/>
                  </a:lnTo>
                  <a:lnTo>
                    <a:pt x="132295" y="65022"/>
                  </a:lnTo>
                  <a:close/>
                  <a:moveTo>
                    <a:pt x="153477" y="65022"/>
                  </a:moveTo>
                  <a:lnTo>
                    <a:pt x="143370" y="70926"/>
                  </a:lnTo>
                  <a:lnTo>
                    <a:pt x="153477" y="76830"/>
                  </a:lnTo>
                  <a:lnTo>
                    <a:pt x="163551" y="70926"/>
                  </a:lnTo>
                  <a:lnTo>
                    <a:pt x="153477" y="65022"/>
                  </a:lnTo>
                  <a:close/>
                  <a:moveTo>
                    <a:pt x="15779" y="71226"/>
                  </a:moveTo>
                  <a:lnTo>
                    <a:pt x="8974" y="75196"/>
                  </a:lnTo>
                  <a:cubicBezTo>
                    <a:pt x="11242" y="77898"/>
                    <a:pt x="13744" y="80366"/>
                    <a:pt x="16479" y="82601"/>
                  </a:cubicBezTo>
                  <a:lnTo>
                    <a:pt x="25886" y="77097"/>
                  </a:lnTo>
                  <a:lnTo>
                    <a:pt x="15779" y="71226"/>
                  </a:lnTo>
                  <a:close/>
                  <a:moveTo>
                    <a:pt x="164051" y="71226"/>
                  </a:moveTo>
                  <a:lnTo>
                    <a:pt x="153978" y="77097"/>
                  </a:lnTo>
                  <a:lnTo>
                    <a:pt x="163384" y="82601"/>
                  </a:lnTo>
                  <a:cubicBezTo>
                    <a:pt x="166120" y="80366"/>
                    <a:pt x="168621" y="77898"/>
                    <a:pt x="170856" y="75196"/>
                  </a:cubicBezTo>
                  <a:lnTo>
                    <a:pt x="164051" y="71226"/>
                  </a:lnTo>
                  <a:close/>
                  <a:moveTo>
                    <a:pt x="36961" y="71193"/>
                  </a:moveTo>
                  <a:lnTo>
                    <a:pt x="26853" y="77097"/>
                  </a:lnTo>
                  <a:lnTo>
                    <a:pt x="36961" y="82968"/>
                  </a:lnTo>
                  <a:lnTo>
                    <a:pt x="47068" y="77097"/>
                  </a:lnTo>
                  <a:lnTo>
                    <a:pt x="36961" y="71193"/>
                  </a:lnTo>
                  <a:close/>
                  <a:moveTo>
                    <a:pt x="58142" y="71193"/>
                  </a:moveTo>
                  <a:lnTo>
                    <a:pt x="48035" y="77097"/>
                  </a:lnTo>
                  <a:lnTo>
                    <a:pt x="58142" y="82968"/>
                  </a:lnTo>
                  <a:lnTo>
                    <a:pt x="68250" y="77097"/>
                  </a:lnTo>
                  <a:lnTo>
                    <a:pt x="58142" y="71193"/>
                  </a:lnTo>
                  <a:close/>
                  <a:moveTo>
                    <a:pt x="121688" y="71193"/>
                  </a:moveTo>
                  <a:lnTo>
                    <a:pt x="111614" y="77097"/>
                  </a:lnTo>
                  <a:lnTo>
                    <a:pt x="121688" y="82968"/>
                  </a:lnTo>
                  <a:lnTo>
                    <a:pt x="131795" y="77097"/>
                  </a:lnTo>
                  <a:lnTo>
                    <a:pt x="121688" y="71193"/>
                  </a:lnTo>
                  <a:close/>
                  <a:moveTo>
                    <a:pt x="79324" y="71226"/>
                  </a:moveTo>
                  <a:lnTo>
                    <a:pt x="69217" y="77097"/>
                  </a:lnTo>
                  <a:lnTo>
                    <a:pt x="79324" y="83001"/>
                  </a:lnTo>
                  <a:lnTo>
                    <a:pt x="89431" y="77097"/>
                  </a:lnTo>
                  <a:lnTo>
                    <a:pt x="79324" y="71226"/>
                  </a:lnTo>
                  <a:close/>
                  <a:moveTo>
                    <a:pt x="100506" y="71226"/>
                  </a:moveTo>
                  <a:lnTo>
                    <a:pt x="90432" y="77097"/>
                  </a:lnTo>
                  <a:lnTo>
                    <a:pt x="100506" y="83001"/>
                  </a:lnTo>
                  <a:lnTo>
                    <a:pt x="110613" y="77097"/>
                  </a:lnTo>
                  <a:lnTo>
                    <a:pt x="100506" y="71226"/>
                  </a:lnTo>
                  <a:close/>
                  <a:moveTo>
                    <a:pt x="142870" y="71226"/>
                  </a:moveTo>
                  <a:lnTo>
                    <a:pt x="132762" y="77097"/>
                  </a:lnTo>
                  <a:lnTo>
                    <a:pt x="142870" y="83001"/>
                  </a:lnTo>
                  <a:lnTo>
                    <a:pt x="152977" y="77097"/>
                  </a:lnTo>
                  <a:lnTo>
                    <a:pt x="142870" y="71226"/>
                  </a:lnTo>
                  <a:close/>
                  <a:moveTo>
                    <a:pt x="47568" y="77397"/>
                  </a:moveTo>
                  <a:lnTo>
                    <a:pt x="37461" y="83268"/>
                  </a:lnTo>
                  <a:lnTo>
                    <a:pt x="47568" y="89139"/>
                  </a:lnTo>
                  <a:lnTo>
                    <a:pt x="57642" y="83268"/>
                  </a:lnTo>
                  <a:lnTo>
                    <a:pt x="47568" y="77397"/>
                  </a:lnTo>
                  <a:close/>
                  <a:moveTo>
                    <a:pt x="68750" y="77397"/>
                  </a:moveTo>
                  <a:lnTo>
                    <a:pt x="58643" y="83268"/>
                  </a:lnTo>
                  <a:lnTo>
                    <a:pt x="68750" y="89139"/>
                  </a:lnTo>
                  <a:lnTo>
                    <a:pt x="78824" y="83268"/>
                  </a:lnTo>
                  <a:lnTo>
                    <a:pt x="68750" y="77397"/>
                  </a:lnTo>
                  <a:close/>
                  <a:moveTo>
                    <a:pt x="111114" y="77397"/>
                  </a:moveTo>
                  <a:lnTo>
                    <a:pt x="101006" y="83268"/>
                  </a:lnTo>
                  <a:lnTo>
                    <a:pt x="111114" y="89139"/>
                  </a:lnTo>
                  <a:lnTo>
                    <a:pt x="121187" y="83268"/>
                  </a:lnTo>
                  <a:lnTo>
                    <a:pt x="111114" y="77397"/>
                  </a:lnTo>
                  <a:close/>
                  <a:moveTo>
                    <a:pt x="26353" y="77397"/>
                  </a:moveTo>
                  <a:lnTo>
                    <a:pt x="16913" y="82935"/>
                  </a:lnTo>
                  <a:cubicBezTo>
                    <a:pt x="18214" y="84002"/>
                    <a:pt x="19582" y="85003"/>
                    <a:pt x="21016" y="86037"/>
                  </a:cubicBezTo>
                  <a:lnTo>
                    <a:pt x="26386" y="89172"/>
                  </a:lnTo>
                  <a:lnTo>
                    <a:pt x="36460" y="83268"/>
                  </a:lnTo>
                  <a:lnTo>
                    <a:pt x="26353" y="77397"/>
                  </a:lnTo>
                  <a:close/>
                  <a:moveTo>
                    <a:pt x="89932" y="77397"/>
                  </a:moveTo>
                  <a:lnTo>
                    <a:pt x="79825" y="83268"/>
                  </a:lnTo>
                  <a:lnTo>
                    <a:pt x="89932" y="89172"/>
                  </a:lnTo>
                  <a:lnTo>
                    <a:pt x="100006" y="83268"/>
                  </a:lnTo>
                  <a:lnTo>
                    <a:pt x="89932" y="77397"/>
                  </a:lnTo>
                  <a:close/>
                  <a:moveTo>
                    <a:pt x="132262" y="77397"/>
                  </a:moveTo>
                  <a:lnTo>
                    <a:pt x="122188" y="83268"/>
                  </a:lnTo>
                  <a:lnTo>
                    <a:pt x="132262" y="89172"/>
                  </a:lnTo>
                  <a:lnTo>
                    <a:pt x="142369" y="83268"/>
                  </a:lnTo>
                  <a:lnTo>
                    <a:pt x="132262" y="77397"/>
                  </a:lnTo>
                  <a:close/>
                  <a:moveTo>
                    <a:pt x="153477" y="77397"/>
                  </a:moveTo>
                  <a:lnTo>
                    <a:pt x="143370" y="83268"/>
                  </a:lnTo>
                  <a:lnTo>
                    <a:pt x="153477" y="89172"/>
                  </a:lnTo>
                  <a:lnTo>
                    <a:pt x="158814" y="86037"/>
                  </a:lnTo>
                  <a:cubicBezTo>
                    <a:pt x="160282" y="85036"/>
                    <a:pt x="161650" y="84002"/>
                    <a:pt x="162984" y="82935"/>
                  </a:cubicBezTo>
                  <a:lnTo>
                    <a:pt x="153477" y="77397"/>
                  </a:lnTo>
                  <a:close/>
                  <a:moveTo>
                    <a:pt x="149041" y="91841"/>
                  </a:moveTo>
                  <a:lnTo>
                    <a:pt x="149041" y="91841"/>
                  </a:lnTo>
                  <a:cubicBezTo>
                    <a:pt x="148626" y="92049"/>
                    <a:pt x="148211" y="92256"/>
                    <a:pt x="147795" y="92464"/>
                  </a:cubicBezTo>
                  <a:lnTo>
                    <a:pt x="147795" y="92464"/>
                  </a:lnTo>
                  <a:cubicBezTo>
                    <a:pt x="148225" y="92281"/>
                    <a:pt x="148633" y="92074"/>
                    <a:pt x="149041" y="91841"/>
                  </a:cubicBezTo>
                  <a:close/>
                  <a:moveTo>
                    <a:pt x="36961" y="83535"/>
                  </a:moveTo>
                  <a:lnTo>
                    <a:pt x="26853" y="89439"/>
                  </a:lnTo>
                  <a:lnTo>
                    <a:pt x="32224" y="92575"/>
                  </a:lnTo>
                  <a:cubicBezTo>
                    <a:pt x="33959" y="93409"/>
                    <a:pt x="35726" y="94209"/>
                    <a:pt x="37561" y="94977"/>
                  </a:cubicBezTo>
                  <a:lnTo>
                    <a:pt x="47068" y="89439"/>
                  </a:lnTo>
                  <a:lnTo>
                    <a:pt x="36961" y="83535"/>
                  </a:lnTo>
                  <a:close/>
                  <a:moveTo>
                    <a:pt x="142870" y="83568"/>
                  </a:moveTo>
                  <a:lnTo>
                    <a:pt x="132796" y="89439"/>
                  </a:lnTo>
                  <a:lnTo>
                    <a:pt x="142269" y="94977"/>
                  </a:lnTo>
                  <a:cubicBezTo>
                    <a:pt x="144104" y="94209"/>
                    <a:pt x="145872" y="93409"/>
                    <a:pt x="147640" y="92541"/>
                  </a:cubicBezTo>
                  <a:lnTo>
                    <a:pt x="147606" y="92541"/>
                  </a:lnTo>
                  <a:cubicBezTo>
                    <a:pt x="147644" y="92527"/>
                    <a:pt x="147681" y="92511"/>
                    <a:pt x="147718" y="92496"/>
                  </a:cubicBezTo>
                  <a:lnTo>
                    <a:pt x="147718" y="92496"/>
                  </a:lnTo>
                  <a:lnTo>
                    <a:pt x="147640" y="92541"/>
                  </a:lnTo>
                  <a:cubicBezTo>
                    <a:pt x="147692" y="92516"/>
                    <a:pt x="147744" y="92490"/>
                    <a:pt x="147795" y="92464"/>
                  </a:cubicBezTo>
                  <a:lnTo>
                    <a:pt x="147795" y="92464"/>
                  </a:lnTo>
                  <a:cubicBezTo>
                    <a:pt x="147770" y="92475"/>
                    <a:pt x="147744" y="92485"/>
                    <a:pt x="147718" y="92496"/>
                  </a:cubicBezTo>
                  <a:lnTo>
                    <a:pt x="147718" y="92496"/>
                  </a:lnTo>
                  <a:lnTo>
                    <a:pt x="152977" y="89439"/>
                  </a:lnTo>
                  <a:lnTo>
                    <a:pt x="142870" y="83568"/>
                  </a:lnTo>
                  <a:close/>
                  <a:moveTo>
                    <a:pt x="58142" y="83568"/>
                  </a:moveTo>
                  <a:lnTo>
                    <a:pt x="48035" y="89439"/>
                  </a:lnTo>
                  <a:lnTo>
                    <a:pt x="58142" y="95310"/>
                  </a:lnTo>
                  <a:lnTo>
                    <a:pt x="68250" y="89439"/>
                  </a:lnTo>
                  <a:lnTo>
                    <a:pt x="58142" y="83568"/>
                  </a:lnTo>
                  <a:close/>
                  <a:moveTo>
                    <a:pt x="79324" y="83568"/>
                  </a:moveTo>
                  <a:lnTo>
                    <a:pt x="69217" y="89439"/>
                  </a:lnTo>
                  <a:lnTo>
                    <a:pt x="79324" y="95310"/>
                  </a:lnTo>
                  <a:lnTo>
                    <a:pt x="89431" y="89439"/>
                  </a:lnTo>
                  <a:lnTo>
                    <a:pt x="79324" y="83568"/>
                  </a:lnTo>
                  <a:close/>
                  <a:moveTo>
                    <a:pt x="100506" y="83568"/>
                  </a:moveTo>
                  <a:lnTo>
                    <a:pt x="90432" y="89439"/>
                  </a:lnTo>
                  <a:lnTo>
                    <a:pt x="100506" y="95310"/>
                  </a:lnTo>
                  <a:lnTo>
                    <a:pt x="110613" y="89439"/>
                  </a:lnTo>
                  <a:lnTo>
                    <a:pt x="100506" y="83568"/>
                  </a:lnTo>
                  <a:close/>
                  <a:moveTo>
                    <a:pt x="121688" y="83568"/>
                  </a:moveTo>
                  <a:lnTo>
                    <a:pt x="111614" y="89439"/>
                  </a:lnTo>
                  <a:lnTo>
                    <a:pt x="121688" y="95343"/>
                  </a:lnTo>
                  <a:lnTo>
                    <a:pt x="131795" y="89439"/>
                  </a:lnTo>
                  <a:lnTo>
                    <a:pt x="121688" y="83568"/>
                  </a:lnTo>
                  <a:close/>
                  <a:moveTo>
                    <a:pt x="47535" y="89739"/>
                  </a:moveTo>
                  <a:lnTo>
                    <a:pt x="38128" y="95210"/>
                  </a:lnTo>
                  <a:cubicBezTo>
                    <a:pt x="42264" y="96911"/>
                    <a:pt x="46534" y="98379"/>
                    <a:pt x="50837" y="99580"/>
                  </a:cubicBezTo>
                  <a:lnTo>
                    <a:pt x="57642" y="95610"/>
                  </a:lnTo>
                  <a:lnTo>
                    <a:pt x="47535" y="89739"/>
                  </a:lnTo>
                  <a:close/>
                  <a:moveTo>
                    <a:pt x="132295" y="89773"/>
                  </a:moveTo>
                  <a:lnTo>
                    <a:pt x="122188" y="95610"/>
                  </a:lnTo>
                  <a:lnTo>
                    <a:pt x="128993" y="99580"/>
                  </a:lnTo>
                  <a:cubicBezTo>
                    <a:pt x="133296" y="98379"/>
                    <a:pt x="137566" y="96911"/>
                    <a:pt x="141702" y="95210"/>
                  </a:cubicBezTo>
                  <a:lnTo>
                    <a:pt x="132295" y="89773"/>
                  </a:lnTo>
                  <a:close/>
                  <a:moveTo>
                    <a:pt x="68750" y="89773"/>
                  </a:moveTo>
                  <a:lnTo>
                    <a:pt x="58643" y="95644"/>
                  </a:lnTo>
                  <a:lnTo>
                    <a:pt x="68750" y="101515"/>
                  </a:lnTo>
                  <a:lnTo>
                    <a:pt x="78824" y="95610"/>
                  </a:lnTo>
                  <a:lnTo>
                    <a:pt x="68750" y="89773"/>
                  </a:lnTo>
                  <a:close/>
                  <a:moveTo>
                    <a:pt x="89932" y="89773"/>
                  </a:moveTo>
                  <a:lnTo>
                    <a:pt x="79825" y="95644"/>
                  </a:lnTo>
                  <a:lnTo>
                    <a:pt x="89932" y="101515"/>
                  </a:lnTo>
                  <a:lnTo>
                    <a:pt x="100006" y="95610"/>
                  </a:lnTo>
                  <a:lnTo>
                    <a:pt x="89932" y="89773"/>
                  </a:lnTo>
                  <a:close/>
                  <a:moveTo>
                    <a:pt x="111114" y="89773"/>
                  </a:moveTo>
                  <a:lnTo>
                    <a:pt x="101006" y="95644"/>
                  </a:lnTo>
                  <a:lnTo>
                    <a:pt x="111114" y="101515"/>
                  </a:lnTo>
                  <a:lnTo>
                    <a:pt x="121187" y="95610"/>
                  </a:lnTo>
                  <a:lnTo>
                    <a:pt x="111114" y="89773"/>
                  </a:lnTo>
                  <a:close/>
                  <a:moveTo>
                    <a:pt x="58142" y="95911"/>
                  </a:moveTo>
                  <a:lnTo>
                    <a:pt x="51504" y="99780"/>
                  </a:lnTo>
                  <a:cubicBezTo>
                    <a:pt x="56341" y="101081"/>
                    <a:pt x="61278" y="102148"/>
                    <a:pt x="66248" y="102949"/>
                  </a:cubicBezTo>
                  <a:lnTo>
                    <a:pt x="68216" y="101781"/>
                  </a:lnTo>
                  <a:lnTo>
                    <a:pt x="58142" y="95911"/>
                  </a:lnTo>
                  <a:close/>
                  <a:moveTo>
                    <a:pt x="121688" y="95911"/>
                  </a:moveTo>
                  <a:lnTo>
                    <a:pt x="111614" y="101815"/>
                  </a:lnTo>
                  <a:lnTo>
                    <a:pt x="113582" y="102949"/>
                  </a:lnTo>
                  <a:cubicBezTo>
                    <a:pt x="118552" y="102182"/>
                    <a:pt x="123456" y="101114"/>
                    <a:pt x="128326" y="99780"/>
                  </a:cubicBezTo>
                  <a:lnTo>
                    <a:pt x="121688" y="95911"/>
                  </a:lnTo>
                  <a:close/>
                  <a:moveTo>
                    <a:pt x="68717" y="102082"/>
                  </a:moveTo>
                  <a:lnTo>
                    <a:pt x="67049" y="103082"/>
                  </a:lnTo>
                  <a:cubicBezTo>
                    <a:pt x="68517" y="103282"/>
                    <a:pt x="69984" y="103483"/>
                    <a:pt x="71452" y="103683"/>
                  </a:cubicBezTo>
                  <a:lnTo>
                    <a:pt x="68717" y="102082"/>
                  </a:lnTo>
                  <a:close/>
                  <a:moveTo>
                    <a:pt x="111114" y="102082"/>
                  </a:moveTo>
                  <a:lnTo>
                    <a:pt x="108378" y="103683"/>
                  </a:lnTo>
                  <a:cubicBezTo>
                    <a:pt x="109846" y="103516"/>
                    <a:pt x="111314" y="103316"/>
                    <a:pt x="112781" y="103082"/>
                  </a:cubicBezTo>
                  <a:lnTo>
                    <a:pt x="111114" y="102082"/>
                  </a:lnTo>
                  <a:close/>
                  <a:moveTo>
                    <a:pt x="108212" y="103716"/>
                  </a:moveTo>
                  <a:lnTo>
                    <a:pt x="107144" y="103816"/>
                  </a:lnTo>
                  <a:lnTo>
                    <a:pt x="107111" y="103850"/>
                  </a:lnTo>
                  <a:lnTo>
                    <a:pt x="108212" y="103716"/>
                  </a:lnTo>
                  <a:close/>
                  <a:moveTo>
                    <a:pt x="79324" y="95911"/>
                  </a:moveTo>
                  <a:lnTo>
                    <a:pt x="69217" y="101815"/>
                  </a:lnTo>
                  <a:lnTo>
                    <a:pt x="72686" y="103816"/>
                  </a:lnTo>
                  <a:cubicBezTo>
                    <a:pt x="76589" y="104250"/>
                    <a:pt x="80525" y="104550"/>
                    <a:pt x="84461" y="104683"/>
                  </a:cubicBezTo>
                  <a:lnTo>
                    <a:pt x="89431" y="101815"/>
                  </a:lnTo>
                  <a:lnTo>
                    <a:pt x="79324" y="95911"/>
                  </a:lnTo>
                  <a:close/>
                  <a:moveTo>
                    <a:pt x="100506" y="95911"/>
                  </a:moveTo>
                  <a:lnTo>
                    <a:pt x="90399" y="101781"/>
                  </a:lnTo>
                  <a:lnTo>
                    <a:pt x="95369" y="104683"/>
                  </a:lnTo>
                  <a:cubicBezTo>
                    <a:pt x="99305" y="104550"/>
                    <a:pt x="103241" y="104283"/>
                    <a:pt x="107111" y="103816"/>
                  </a:cubicBezTo>
                  <a:lnTo>
                    <a:pt x="110613" y="101781"/>
                  </a:lnTo>
                  <a:lnTo>
                    <a:pt x="100506" y="95911"/>
                  </a:lnTo>
                  <a:close/>
                  <a:moveTo>
                    <a:pt x="89898" y="102082"/>
                  </a:moveTo>
                  <a:lnTo>
                    <a:pt x="85395" y="104717"/>
                  </a:lnTo>
                  <a:cubicBezTo>
                    <a:pt x="86896" y="104767"/>
                    <a:pt x="88406" y="104792"/>
                    <a:pt x="89915" y="104792"/>
                  </a:cubicBezTo>
                  <a:cubicBezTo>
                    <a:pt x="91425" y="104792"/>
                    <a:pt x="92934" y="104767"/>
                    <a:pt x="94435" y="104717"/>
                  </a:cubicBezTo>
                  <a:lnTo>
                    <a:pt x="89898" y="1020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73">
              <a:extLst>
                <a:ext uri="{FF2B5EF4-FFF2-40B4-BE49-F238E27FC236}">
                  <a16:creationId xmlns:a16="http://schemas.microsoft.com/office/drawing/2014/main" id="{5FB6DCE1-3216-1DA8-E5A9-DFE3265A44F4}"/>
                </a:ext>
              </a:extLst>
            </p:cNvPr>
            <p:cNvSpPr/>
            <p:nvPr/>
          </p:nvSpPr>
          <p:spPr>
            <a:xfrm>
              <a:off x="5540491" y="3161602"/>
              <a:ext cx="2370548" cy="1086686"/>
            </a:xfrm>
            <a:custGeom>
              <a:avLst/>
              <a:gdLst/>
              <a:ahLst/>
              <a:cxnLst/>
              <a:rect l="l" t="t" r="r" b="b"/>
              <a:pathLst>
                <a:path w="147239" h="67496" extrusionOk="0">
                  <a:moveTo>
                    <a:pt x="77410" y="1"/>
                  </a:moveTo>
                  <a:cubicBezTo>
                    <a:pt x="63809" y="1"/>
                    <a:pt x="50212" y="3004"/>
                    <a:pt x="39829" y="9012"/>
                  </a:cubicBezTo>
                  <a:cubicBezTo>
                    <a:pt x="25118" y="17484"/>
                    <a:pt x="20815" y="29726"/>
                    <a:pt x="26953" y="40401"/>
                  </a:cubicBezTo>
                  <a:cubicBezTo>
                    <a:pt x="26535" y="40388"/>
                    <a:pt x="26116" y="40381"/>
                    <a:pt x="25698" y="40381"/>
                  </a:cubicBezTo>
                  <a:cubicBezTo>
                    <a:pt x="19710" y="40381"/>
                    <a:pt x="13757" y="41718"/>
                    <a:pt x="9174" y="44337"/>
                  </a:cubicBezTo>
                  <a:cubicBezTo>
                    <a:pt x="0" y="49641"/>
                    <a:pt x="0" y="58247"/>
                    <a:pt x="9174" y="63517"/>
                  </a:cubicBezTo>
                  <a:cubicBezTo>
                    <a:pt x="13760" y="66169"/>
                    <a:pt x="19781" y="67495"/>
                    <a:pt x="25802" y="67495"/>
                  </a:cubicBezTo>
                  <a:cubicBezTo>
                    <a:pt x="31823" y="67495"/>
                    <a:pt x="37844" y="66169"/>
                    <a:pt x="42431" y="63517"/>
                  </a:cubicBezTo>
                  <a:cubicBezTo>
                    <a:pt x="45833" y="61549"/>
                    <a:pt x="47968" y="59147"/>
                    <a:pt x="48835" y="56612"/>
                  </a:cubicBezTo>
                  <a:cubicBezTo>
                    <a:pt x="57538" y="59814"/>
                    <a:pt x="67505" y="61417"/>
                    <a:pt x="77470" y="61417"/>
                  </a:cubicBezTo>
                  <a:cubicBezTo>
                    <a:pt x="91073" y="61417"/>
                    <a:pt x="104672" y="58430"/>
                    <a:pt x="115049" y="52443"/>
                  </a:cubicBezTo>
                  <a:cubicBezTo>
                    <a:pt x="126724" y="45704"/>
                    <a:pt x="131828" y="36598"/>
                    <a:pt x="130393" y="27792"/>
                  </a:cubicBezTo>
                  <a:cubicBezTo>
                    <a:pt x="133062" y="27191"/>
                    <a:pt x="135664" y="26191"/>
                    <a:pt x="138066" y="24823"/>
                  </a:cubicBezTo>
                  <a:cubicBezTo>
                    <a:pt x="147239" y="19552"/>
                    <a:pt x="147239" y="10946"/>
                    <a:pt x="138066" y="5642"/>
                  </a:cubicBezTo>
                  <a:cubicBezTo>
                    <a:pt x="133475" y="2997"/>
                    <a:pt x="127476" y="1676"/>
                    <a:pt x="121476" y="1676"/>
                  </a:cubicBezTo>
                  <a:cubicBezTo>
                    <a:pt x="116053" y="1676"/>
                    <a:pt x="110629" y="2755"/>
                    <a:pt x="106243" y="4909"/>
                  </a:cubicBezTo>
                  <a:cubicBezTo>
                    <a:pt x="97489" y="1637"/>
                    <a:pt x="87448" y="1"/>
                    <a:pt x="77410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73">
              <a:extLst>
                <a:ext uri="{FF2B5EF4-FFF2-40B4-BE49-F238E27FC236}">
                  <a16:creationId xmlns:a16="http://schemas.microsoft.com/office/drawing/2014/main" id="{0DDF5CCE-01DB-D11F-C46A-7B02EFEE8ED8}"/>
                </a:ext>
              </a:extLst>
            </p:cNvPr>
            <p:cNvSpPr/>
            <p:nvPr/>
          </p:nvSpPr>
          <p:spPr>
            <a:xfrm>
              <a:off x="7759039" y="2599519"/>
              <a:ext cx="520416" cy="518001"/>
            </a:xfrm>
            <a:custGeom>
              <a:avLst/>
              <a:gdLst/>
              <a:ahLst/>
              <a:cxnLst/>
              <a:rect l="l" t="t" r="r" b="b"/>
              <a:pathLst>
                <a:path w="32324" h="32174" extrusionOk="0">
                  <a:moveTo>
                    <a:pt x="16166" y="9061"/>
                  </a:moveTo>
                  <a:cubicBezTo>
                    <a:pt x="17102" y="9061"/>
                    <a:pt x="18038" y="9261"/>
                    <a:pt x="18914" y="9666"/>
                  </a:cubicBezTo>
                  <a:cubicBezTo>
                    <a:pt x="24518" y="12134"/>
                    <a:pt x="24485" y="20140"/>
                    <a:pt x="18847" y="22542"/>
                  </a:cubicBezTo>
                  <a:cubicBezTo>
                    <a:pt x="17989" y="22921"/>
                    <a:pt x="17074" y="23113"/>
                    <a:pt x="16158" y="23113"/>
                  </a:cubicBezTo>
                  <a:cubicBezTo>
                    <a:pt x="15223" y="23113"/>
                    <a:pt x="14287" y="22913"/>
                    <a:pt x="13410" y="22508"/>
                  </a:cubicBezTo>
                  <a:cubicBezTo>
                    <a:pt x="10875" y="21374"/>
                    <a:pt x="9241" y="18839"/>
                    <a:pt x="9207" y="16037"/>
                  </a:cubicBezTo>
                  <a:cubicBezTo>
                    <a:pt x="9241" y="13669"/>
                    <a:pt x="10441" y="11467"/>
                    <a:pt x="12443" y="10199"/>
                  </a:cubicBezTo>
                  <a:cubicBezTo>
                    <a:pt x="12776" y="9999"/>
                    <a:pt x="13110" y="9799"/>
                    <a:pt x="13477" y="9632"/>
                  </a:cubicBezTo>
                  <a:cubicBezTo>
                    <a:pt x="14335" y="9253"/>
                    <a:pt x="15250" y="9061"/>
                    <a:pt x="16166" y="9061"/>
                  </a:cubicBezTo>
                  <a:close/>
                  <a:moveTo>
                    <a:pt x="16166" y="8252"/>
                  </a:moveTo>
                  <a:cubicBezTo>
                    <a:pt x="15134" y="8252"/>
                    <a:pt x="14102" y="8469"/>
                    <a:pt x="13143" y="8898"/>
                  </a:cubicBezTo>
                  <a:cubicBezTo>
                    <a:pt x="6872" y="11600"/>
                    <a:pt x="6806" y="20473"/>
                    <a:pt x="13077" y="23242"/>
                  </a:cubicBezTo>
                  <a:cubicBezTo>
                    <a:pt x="14063" y="23684"/>
                    <a:pt x="15127" y="23909"/>
                    <a:pt x="16189" y="23909"/>
                  </a:cubicBezTo>
                  <a:cubicBezTo>
                    <a:pt x="17211" y="23909"/>
                    <a:pt x="18232" y="23701"/>
                    <a:pt x="19181" y="23275"/>
                  </a:cubicBezTo>
                  <a:lnTo>
                    <a:pt x="19181" y="23242"/>
                  </a:lnTo>
                  <a:cubicBezTo>
                    <a:pt x="19581" y="23075"/>
                    <a:pt x="19948" y="22842"/>
                    <a:pt x="20315" y="22608"/>
                  </a:cubicBezTo>
                  <a:cubicBezTo>
                    <a:pt x="22550" y="21207"/>
                    <a:pt x="23884" y="18739"/>
                    <a:pt x="23918" y="16104"/>
                  </a:cubicBezTo>
                  <a:cubicBezTo>
                    <a:pt x="23918" y="13001"/>
                    <a:pt x="22083" y="10199"/>
                    <a:pt x="19248" y="8932"/>
                  </a:cubicBezTo>
                  <a:cubicBezTo>
                    <a:pt x="18271" y="8477"/>
                    <a:pt x="17218" y="8252"/>
                    <a:pt x="16166" y="8252"/>
                  </a:cubicBezTo>
                  <a:close/>
                  <a:moveTo>
                    <a:pt x="16402" y="817"/>
                  </a:moveTo>
                  <a:cubicBezTo>
                    <a:pt x="17198" y="817"/>
                    <a:pt x="17993" y="884"/>
                    <a:pt x="18781" y="1026"/>
                  </a:cubicBezTo>
                  <a:lnTo>
                    <a:pt x="18781" y="3628"/>
                  </a:lnTo>
                  <a:cubicBezTo>
                    <a:pt x="18781" y="3795"/>
                    <a:pt x="18914" y="3962"/>
                    <a:pt x="19114" y="3995"/>
                  </a:cubicBezTo>
                  <a:cubicBezTo>
                    <a:pt x="20382" y="4329"/>
                    <a:pt x="21650" y="4829"/>
                    <a:pt x="22784" y="5563"/>
                  </a:cubicBezTo>
                  <a:cubicBezTo>
                    <a:pt x="22853" y="5590"/>
                    <a:pt x="22928" y="5607"/>
                    <a:pt x="23001" y="5607"/>
                  </a:cubicBezTo>
                  <a:cubicBezTo>
                    <a:pt x="23105" y="5607"/>
                    <a:pt x="23206" y="5574"/>
                    <a:pt x="23284" y="5496"/>
                  </a:cubicBezTo>
                  <a:lnTo>
                    <a:pt x="25085" y="3728"/>
                  </a:lnTo>
                  <a:cubicBezTo>
                    <a:pt x="25786" y="4195"/>
                    <a:pt x="26453" y="4729"/>
                    <a:pt x="27053" y="5363"/>
                  </a:cubicBezTo>
                  <a:cubicBezTo>
                    <a:pt x="27654" y="5930"/>
                    <a:pt x="28188" y="6597"/>
                    <a:pt x="28655" y="7297"/>
                  </a:cubicBezTo>
                  <a:lnTo>
                    <a:pt x="26853" y="9132"/>
                  </a:lnTo>
                  <a:cubicBezTo>
                    <a:pt x="26720" y="9265"/>
                    <a:pt x="26720" y="9466"/>
                    <a:pt x="26787" y="9632"/>
                  </a:cubicBezTo>
                  <a:cubicBezTo>
                    <a:pt x="27487" y="10766"/>
                    <a:pt x="27987" y="12001"/>
                    <a:pt x="28288" y="13302"/>
                  </a:cubicBezTo>
                  <a:cubicBezTo>
                    <a:pt x="28354" y="13468"/>
                    <a:pt x="28488" y="13602"/>
                    <a:pt x="28688" y="13635"/>
                  </a:cubicBezTo>
                  <a:lnTo>
                    <a:pt x="31223" y="13635"/>
                  </a:lnTo>
                  <a:cubicBezTo>
                    <a:pt x="31523" y="15303"/>
                    <a:pt x="31523" y="17004"/>
                    <a:pt x="31223" y="18672"/>
                  </a:cubicBezTo>
                  <a:lnTo>
                    <a:pt x="28655" y="18705"/>
                  </a:lnTo>
                  <a:cubicBezTo>
                    <a:pt x="28554" y="18705"/>
                    <a:pt x="28488" y="18739"/>
                    <a:pt x="28421" y="18772"/>
                  </a:cubicBezTo>
                  <a:cubicBezTo>
                    <a:pt x="28354" y="18839"/>
                    <a:pt x="28288" y="18939"/>
                    <a:pt x="28254" y="19039"/>
                  </a:cubicBezTo>
                  <a:cubicBezTo>
                    <a:pt x="27954" y="20340"/>
                    <a:pt x="27420" y="21574"/>
                    <a:pt x="26720" y="22708"/>
                  </a:cubicBezTo>
                  <a:cubicBezTo>
                    <a:pt x="26620" y="22842"/>
                    <a:pt x="26620" y="23042"/>
                    <a:pt x="26753" y="23209"/>
                  </a:cubicBezTo>
                  <a:lnTo>
                    <a:pt x="28521" y="24977"/>
                  </a:lnTo>
                  <a:cubicBezTo>
                    <a:pt x="28054" y="25711"/>
                    <a:pt x="27487" y="26344"/>
                    <a:pt x="26887" y="26945"/>
                  </a:cubicBezTo>
                  <a:cubicBezTo>
                    <a:pt x="26286" y="27545"/>
                    <a:pt x="25652" y="28079"/>
                    <a:pt x="24952" y="28579"/>
                  </a:cubicBezTo>
                  <a:lnTo>
                    <a:pt x="23117" y="26778"/>
                  </a:lnTo>
                  <a:cubicBezTo>
                    <a:pt x="23036" y="26697"/>
                    <a:pt x="22931" y="26653"/>
                    <a:pt x="22824" y="26653"/>
                  </a:cubicBezTo>
                  <a:cubicBezTo>
                    <a:pt x="22754" y="26653"/>
                    <a:pt x="22683" y="26672"/>
                    <a:pt x="22617" y="26711"/>
                  </a:cubicBezTo>
                  <a:cubicBezTo>
                    <a:pt x="21483" y="27412"/>
                    <a:pt x="20249" y="27912"/>
                    <a:pt x="18948" y="28212"/>
                  </a:cubicBezTo>
                  <a:cubicBezTo>
                    <a:pt x="18747" y="28246"/>
                    <a:pt x="18614" y="28412"/>
                    <a:pt x="18614" y="28613"/>
                  </a:cubicBezTo>
                  <a:lnTo>
                    <a:pt x="18614" y="31148"/>
                  </a:lnTo>
                  <a:cubicBezTo>
                    <a:pt x="17780" y="31298"/>
                    <a:pt x="16938" y="31373"/>
                    <a:pt x="16091" y="31373"/>
                  </a:cubicBezTo>
                  <a:cubicBezTo>
                    <a:pt x="15245" y="31373"/>
                    <a:pt x="14394" y="31298"/>
                    <a:pt x="13544" y="31148"/>
                  </a:cubicBezTo>
                  <a:lnTo>
                    <a:pt x="13544" y="28546"/>
                  </a:lnTo>
                  <a:cubicBezTo>
                    <a:pt x="13544" y="28379"/>
                    <a:pt x="13410" y="28212"/>
                    <a:pt x="13243" y="28179"/>
                  </a:cubicBezTo>
                  <a:cubicBezTo>
                    <a:pt x="11943" y="27845"/>
                    <a:pt x="10675" y="27345"/>
                    <a:pt x="9574" y="26645"/>
                  </a:cubicBezTo>
                  <a:cubicBezTo>
                    <a:pt x="9497" y="26598"/>
                    <a:pt x="9412" y="26573"/>
                    <a:pt x="9330" y="26573"/>
                  </a:cubicBezTo>
                  <a:cubicBezTo>
                    <a:pt x="9236" y="26573"/>
                    <a:pt x="9145" y="26606"/>
                    <a:pt x="9074" y="26678"/>
                  </a:cubicBezTo>
                  <a:lnTo>
                    <a:pt x="7273" y="28479"/>
                  </a:lnTo>
                  <a:lnTo>
                    <a:pt x="7206" y="28479"/>
                  </a:lnTo>
                  <a:cubicBezTo>
                    <a:pt x="6539" y="27979"/>
                    <a:pt x="5872" y="27412"/>
                    <a:pt x="5304" y="26811"/>
                  </a:cubicBezTo>
                  <a:cubicBezTo>
                    <a:pt x="4704" y="26211"/>
                    <a:pt x="4137" y="25577"/>
                    <a:pt x="3670" y="24877"/>
                  </a:cubicBezTo>
                  <a:lnTo>
                    <a:pt x="5471" y="23042"/>
                  </a:lnTo>
                  <a:cubicBezTo>
                    <a:pt x="5605" y="22909"/>
                    <a:pt x="5638" y="22708"/>
                    <a:pt x="5538" y="22542"/>
                  </a:cubicBezTo>
                  <a:cubicBezTo>
                    <a:pt x="4837" y="21407"/>
                    <a:pt x="4337" y="20173"/>
                    <a:pt x="4037" y="18872"/>
                  </a:cubicBezTo>
                  <a:cubicBezTo>
                    <a:pt x="3970" y="18672"/>
                    <a:pt x="3837" y="18572"/>
                    <a:pt x="3637" y="18539"/>
                  </a:cubicBezTo>
                  <a:lnTo>
                    <a:pt x="1101" y="18539"/>
                  </a:lnTo>
                  <a:cubicBezTo>
                    <a:pt x="801" y="16871"/>
                    <a:pt x="801" y="15170"/>
                    <a:pt x="1101" y="13502"/>
                  </a:cubicBezTo>
                  <a:lnTo>
                    <a:pt x="3670" y="13468"/>
                  </a:lnTo>
                  <a:cubicBezTo>
                    <a:pt x="3870" y="13468"/>
                    <a:pt x="4037" y="13335"/>
                    <a:pt x="4070" y="13168"/>
                  </a:cubicBezTo>
                  <a:cubicBezTo>
                    <a:pt x="4370" y="11867"/>
                    <a:pt x="4904" y="10633"/>
                    <a:pt x="5638" y="9499"/>
                  </a:cubicBezTo>
                  <a:cubicBezTo>
                    <a:pt x="5705" y="9332"/>
                    <a:pt x="5705" y="9132"/>
                    <a:pt x="5571" y="8999"/>
                  </a:cubicBezTo>
                  <a:lnTo>
                    <a:pt x="3770" y="7197"/>
                  </a:lnTo>
                  <a:cubicBezTo>
                    <a:pt x="4237" y="6463"/>
                    <a:pt x="4804" y="5830"/>
                    <a:pt x="5405" y="5229"/>
                  </a:cubicBezTo>
                  <a:cubicBezTo>
                    <a:pt x="6005" y="4629"/>
                    <a:pt x="6672" y="4095"/>
                    <a:pt x="7339" y="3595"/>
                  </a:cubicBezTo>
                  <a:lnTo>
                    <a:pt x="9207" y="5429"/>
                  </a:lnTo>
                  <a:cubicBezTo>
                    <a:pt x="9285" y="5487"/>
                    <a:pt x="9385" y="5523"/>
                    <a:pt x="9488" y="5523"/>
                  </a:cubicBezTo>
                  <a:cubicBezTo>
                    <a:pt x="9562" y="5523"/>
                    <a:pt x="9638" y="5505"/>
                    <a:pt x="9708" y="5463"/>
                  </a:cubicBezTo>
                  <a:cubicBezTo>
                    <a:pt x="10842" y="4762"/>
                    <a:pt x="12109" y="4262"/>
                    <a:pt x="13410" y="3995"/>
                  </a:cubicBezTo>
                  <a:cubicBezTo>
                    <a:pt x="13577" y="3928"/>
                    <a:pt x="13710" y="3761"/>
                    <a:pt x="13744" y="3595"/>
                  </a:cubicBezTo>
                  <a:lnTo>
                    <a:pt x="13744" y="1060"/>
                  </a:lnTo>
                  <a:cubicBezTo>
                    <a:pt x="14624" y="901"/>
                    <a:pt x="15513" y="817"/>
                    <a:pt x="16402" y="817"/>
                  </a:cubicBezTo>
                  <a:close/>
                  <a:moveTo>
                    <a:pt x="16229" y="0"/>
                  </a:moveTo>
                  <a:cubicBezTo>
                    <a:pt x="15345" y="0"/>
                    <a:pt x="14461" y="75"/>
                    <a:pt x="13577" y="226"/>
                  </a:cubicBezTo>
                  <a:cubicBezTo>
                    <a:pt x="13177" y="259"/>
                    <a:pt x="12877" y="626"/>
                    <a:pt x="12877" y="1060"/>
                  </a:cubicBezTo>
                  <a:lnTo>
                    <a:pt x="12877" y="3261"/>
                  </a:lnTo>
                  <a:cubicBezTo>
                    <a:pt x="11709" y="3561"/>
                    <a:pt x="10575" y="4028"/>
                    <a:pt x="9541" y="4629"/>
                  </a:cubicBezTo>
                  <a:lnTo>
                    <a:pt x="7973" y="3061"/>
                  </a:lnTo>
                  <a:cubicBezTo>
                    <a:pt x="7801" y="2889"/>
                    <a:pt x="7575" y="2794"/>
                    <a:pt x="7350" y="2794"/>
                  </a:cubicBezTo>
                  <a:cubicBezTo>
                    <a:pt x="7182" y="2794"/>
                    <a:pt x="7015" y="2847"/>
                    <a:pt x="6872" y="2961"/>
                  </a:cubicBezTo>
                  <a:cubicBezTo>
                    <a:pt x="6172" y="3461"/>
                    <a:pt x="5471" y="4028"/>
                    <a:pt x="4837" y="4662"/>
                  </a:cubicBezTo>
                  <a:cubicBezTo>
                    <a:pt x="4204" y="5296"/>
                    <a:pt x="3637" y="5963"/>
                    <a:pt x="3136" y="6664"/>
                  </a:cubicBezTo>
                  <a:cubicBezTo>
                    <a:pt x="2869" y="6997"/>
                    <a:pt x="2903" y="7464"/>
                    <a:pt x="3203" y="7764"/>
                  </a:cubicBezTo>
                  <a:lnTo>
                    <a:pt x="4771" y="9332"/>
                  </a:lnTo>
                  <a:cubicBezTo>
                    <a:pt x="4137" y="10366"/>
                    <a:pt x="3670" y="11467"/>
                    <a:pt x="3370" y="12668"/>
                  </a:cubicBezTo>
                  <a:lnTo>
                    <a:pt x="1135" y="12668"/>
                  </a:lnTo>
                  <a:cubicBezTo>
                    <a:pt x="735" y="12668"/>
                    <a:pt x="401" y="12968"/>
                    <a:pt x="301" y="13368"/>
                  </a:cubicBezTo>
                  <a:cubicBezTo>
                    <a:pt x="1" y="15103"/>
                    <a:pt x="1" y="16904"/>
                    <a:pt x="268" y="18639"/>
                  </a:cubicBezTo>
                  <a:cubicBezTo>
                    <a:pt x="334" y="19072"/>
                    <a:pt x="701" y="19373"/>
                    <a:pt x="1101" y="19373"/>
                  </a:cubicBezTo>
                  <a:lnTo>
                    <a:pt x="3336" y="19373"/>
                  </a:lnTo>
                  <a:cubicBezTo>
                    <a:pt x="3637" y="20540"/>
                    <a:pt x="4104" y="21641"/>
                    <a:pt x="4704" y="22708"/>
                  </a:cubicBezTo>
                  <a:lnTo>
                    <a:pt x="3136" y="24276"/>
                  </a:lnTo>
                  <a:cubicBezTo>
                    <a:pt x="2836" y="24543"/>
                    <a:pt x="2769" y="25010"/>
                    <a:pt x="3036" y="25344"/>
                  </a:cubicBezTo>
                  <a:cubicBezTo>
                    <a:pt x="3537" y="26077"/>
                    <a:pt x="4104" y="26745"/>
                    <a:pt x="4737" y="27378"/>
                  </a:cubicBezTo>
                  <a:cubicBezTo>
                    <a:pt x="5371" y="28012"/>
                    <a:pt x="6038" y="28579"/>
                    <a:pt x="6739" y="29113"/>
                  </a:cubicBezTo>
                  <a:cubicBezTo>
                    <a:pt x="6885" y="29230"/>
                    <a:pt x="7057" y="29283"/>
                    <a:pt x="7229" y="29283"/>
                  </a:cubicBezTo>
                  <a:cubicBezTo>
                    <a:pt x="7450" y="29283"/>
                    <a:pt x="7671" y="29196"/>
                    <a:pt x="7840" y="29046"/>
                  </a:cubicBezTo>
                  <a:lnTo>
                    <a:pt x="9407" y="27512"/>
                  </a:lnTo>
                  <a:cubicBezTo>
                    <a:pt x="10441" y="28112"/>
                    <a:pt x="11576" y="28579"/>
                    <a:pt x="12743" y="28913"/>
                  </a:cubicBezTo>
                  <a:lnTo>
                    <a:pt x="12743" y="31114"/>
                  </a:lnTo>
                  <a:cubicBezTo>
                    <a:pt x="12743" y="31515"/>
                    <a:pt x="13043" y="31882"/>
                    <a:pt x="13444" y="31948"/>
                  </a:cubicBezTo>
                  <a:cubicBezTo>
                    <a:pt x="14328" y="32098"/>
                    <a:pt x="15212" y="32173"/>
                    <a:pt x="16096" y="32173"/>
                  </a:cubicBezTo>
                  <a:cubicBezTo>
                    <a:pt x="16979" y="32173"/>
                    <a:pt x="17863" y="32098"/>
                    <a:pt x="18747" y="31948"/>
                  </a:cubicBezTo>
                  <a:cubicBezTo>
                    <a:pt x="19148" y="31915"/>
                    <a:pt x="19448" y="31548"/>
                    <a:pt x="19448" y="31114"/>
                  </a:cubicBezTo>
                  <a:lnTo>
                    <a:pt x="19448" y="28913"/>
                  </a:lnTo>
                  <a:cubicBezTo>
                    <a:pt x="20615" y="28613"/>
                    <a:pt x="21750" y="28146"/>
                    <a:pt x="22784" y="27545"/>
                  </a:cubicBezTo>
                  <a:lnTo>
                    <a:pt x="24351" y="29113"/>
                  </a:lnTo>
                  <a:cubicBezTo>
                    <a:pt x="24527" y="29288"/>
                    <a:pt x="24747" y="29373"/>
                    <a:pt x="24967" y="29373"/>
                  </a:cubicBezTo>
                  <a:cubicBezTo>
                    <a:pt x="25124" y="29373"/>
                    <a:pt x="25280" y="29330"/>
                    <a:pt x="25419" y="29246"/>
                  </a:cubicBezTo>
                  <a:lnTo>
                    <a:pt x="25452" y="29246"/>
                  </a:lnTo>
                  <a:cubicBezTo>
                    <a:pt x="26887" y="28212"/>
                    <a:pt x="28154" y="26945"/>
                    <a:pt x="29222" y="25510"/>
                  </a:cubicBezTo>
                  <a:cubicBezTo>
                    <a:pt x="29455" y="25177"/>
                    <a:pt x="29422" y="24710"/>
                    <a:pt x="29122" y="24410"/>
                  </a:cubicBezTo>
                  <a:lnTo>
                    <a:pt x="27554" y="22842"/>
                  </a:lnTo>
                  <a:cubicBezTo>
                    <a:pt x="28188" y="21808"/>
                    <a:pt x="28655" y="20674"/>
                    <a:pt x="28955" y="19506"/>
                  </a:cubicBezTo>
                  <a:lnTo>
                    <a:pt x="31190" y="19506"/>
                  </a:lnTo>
                  <a:cubicBezTo>
                    <a:pt x="31590" y="19506"/>
                    <a:pt x="31957" y="19206"/>
                    <a:pt x="32024" y="18806"/>
                  </a:cubicBezTo>
                  <a:cubicBezTo>
                    <a:pt x="32324" y="17038"/>
                    <a:pt x="32324" y="15270"/>
                    <a:pt x="32057" y="13502"/>
                  </a:cubicBezTo>
                  <a:cubicBezTo>
                    <a:pt x="31990" y="13101"/>
                    <a:pt x="31623" y="12801"/>
                    <a:pt x="31223" y="12801"/>
                  </a:cubicBezTo>
                  <a:lnTo>
                    <a:pt x="28988" y="12801"/>
                  </a:lnTo>
                  <a:cubicBezTo>
                    <a:pt x="28688" y="11634"/>
                    <a:pt x="28221" y="10500"/>
                    <a:pt x="27620" y="9466"/>
                  </a:cubicBezTo>
                  <a:lnTo>
                    <a:pt x="29222" y="7898"/>
                  </a:lnTo>
                  <a:cubicBezTo>
                    <a:pt x="29522" y="7598"/>
                    <a:pt x="29589" y="7131"/>
                    <a:pt x="29322" y="6797"/>
                  </a:cubicBezTo>
                  <a:cubicBezTo>
                    <a:pt x="28821" y="6063"/>
                    <a:pt x="28254" y="5396"/>
                    <a:pt x="27620" y="4762"/>
                  </a:cubicBezTo>
                  <a:cubicBezTo>
                    <a:pt x="26987" y="4128"/>
                    <a:pt x="26320" y="3561"/>
                    <a:pt x="25586" y="3028"/>
                  </a:cubicBezTo>
                  <a:cubicBezTo>
                    <a:pt x="25440" y="2925"/>
                    <a:pt x="25268" y="2874"/>
                    <a:pt x="25096" y="2874"/>
                  </a:cubicBezTo>
                  <a:cubicBezTo>
                    <a:pt x="24875" y="2874"/>
                    <a:pt x="24654" y="2959"/>
                    <a:pt x="24485" y="3128"/>
                  </a:cubicBezTo>
                  <a:lnTo>
                    <a:pt x="22917" y="4695"/>
                  </a:lnTo>
                  <a:cubicBezTo>
                    <a:pt x="21883" y="4062"/>
                    <a:pt x="20749" y="3595"/>
                    <a:pt x="19581" y="3294"/>
                  </a:cubicBezTo>
                  <a:lnTo>
                    <a:pt x="19581" y="1060"/>
                  </a:lnTo>
                  <a:cubicBezTo>
                    <a:pt x="19581" y="659"/>
                    <a:pt x="19281" y="292"/>
                    <a:pt x="18881" y="226"/>
                  </a:cubicBezTo>
                  <a:cubicBezTo>
                    <a:pt x="17997" y="75"/>
                    <a:pt x="17113" y="0"/>
                    <a:pt x="16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3">
              <a:extLst>
                <a:ext uri="{FF2B5EF4-FFF2-40B4-BE49-F238E27FC236}">
                  <a16:creationId xmlns:a16="http://schemas.microsoft.com/office/drawing/2014/main" id="{7B071050-155A-D0A9-5DDB-69C31FD52416}"/>
                </a:ext>
              </a:extLst>
            </p:cNvPr>
            <p:cNvSpPr/>
            <p:nvPr/>
          </p:nvSpPr>
          <p:spPr>
            <a:xfrm>
              <a:off x="7409959" y="2443945"/>
              <a:ext cx="358772" cy="356856"/>
            </a:xfrm>
            <a:custGeom>
              <a:avLst/>
              <a:gdLst/>
              <a:ahLst/>
              <a:cxnLst/>
              <a:rect l="l" t="t" r="r" b="b"/>
              <a:pathLst>
                <a:path w="22284" h="22165" extrusionOk="0">
                  <a:moveTo>
                    <a:pt x="11085" y="6346"/>
                  </a:moveTo>
                  <a:cubicBezTo>
                    <a:pt x="11633" y="6346"/>
                    <a:pt x="12184" y="6449"/>
                    <a:pt x="12710" y="6653"/>
                  </a:cubicBezTo>
                  <a:cubicBezTo>
                    <a:pt x="16646" y="8054"/>
                    <a:pt x="16946" y="13491"/>
                    <a:pt x="13210" y="15359"/>
                  </a:cubicBezTo>
                  <a:cubicBezTo>
                    <a:pt x="12561" y="15684"/>
                    <a:pt x="11847" y="15855"/>
                    <a:pt x="11129" y="15855"/>
                  </a:cubicBezTo>
                  <a:cubicBezTo>
                    <a:pt x="10593" y="15855"/>
                    <a:pt x="10055" y="15759"/>
                    <a:pt x="9541" y="15559"/>
                  </a:cubicBezTo>
                  <a:cubicBezTo>
                    <a:pt x="7773" y="14892"/>
                    <a:pt x="6539" y="13224"/>
                    <a:pt x="6438" y="11356"/>
                  </a:cubicBezTo>
                  <a:cubicBezTo>
                    <a:pt x="6372" y="9955"/>
                    <a:pt x="6905" y="8621"/>
                    <a:pt x="7906" y="7687"/>
                  </a:cubicBezTo>
                  <a:cubicBezTo>
                    <a:pt x="8040" y="7520"/>
                    <a:pt x="8206" y="7387"/>
                    <a:pt x="8373" y="7253"/>
                  </a:cubicBezTo>
                  <a:cubicBezTo>
                    <a:pt x="8573" y="7120"/>
                    <a:pt x="8807" y="6953"/>
                    <a:pt x="9040" y="6853"/>
                  </a:cubicBezTo>
                  <a:cubicBezTo>
                    <a:pt x="9678" y="6515"/>
                    <a:pt x="10380" y="6346"/>
                    <a:pt x="11085" y="6346"/>
                  </a:cubicBezTo>
                  <a:close/>
                  <a:moveTo>
                    <a:pt x="11085" y="5666"/>
                  </a:moveTo>
                  <a:cubicBezTo>
                    <a:pt x="10273" y="5666"/>
                    <a:pt x="9470" y="5860"/>
                    <a:pt x="8740" y="6253"/>
                  </a:cubicBezTo>
                  <a:cubicBezTo>
                    <a:pt x="6839" y="7220"/>
                    <a:pt x="5671" y="9221"/>
                    <a:pt x="5771" y="11390"/>
                  </a:cubicBezTo>
                  <a:cubicBezTo>
                    <a:pt x="5905" y="13525"/>
                    <a:pt x="7272" y="15393"/>
                    <a:pt x="9307" y="16160"/>
                  </a:cubicBezTo>
                  <a:cubicBezTo>
                    <a:pt x="9890" y="16387"/>
                    <a:pt x="10502" y="16499"/>
                    <a:pt x="11114" y="16499"/>
                  </a:cubicBezTo>
                  <a:cubicBezTo>
                    <a:pt x="11939" y="16499"/>
                    <a:pt x="12763" y="16295"/>
                    <a:pt x="13510" y="15893"/>
                  </a:cubicBezTo>
                  <a:cubicBezTo>
                    <a:pt x="13777" y="15759"/>
                    <a:pt x="14044" y="15593"/>
                    <a:pt x="14277" y="15426"/>
                  </a:cubicBezTo>
                  <a:cubicBezTo>
                    <a:pt x="17747" y="12891"/>
                    <a:pt x="17013" y="7487"/>
                    <a:pt x="12976" y="6019"/>
                  </a:cubicBezTo>
                  <a:cubicBezTo>
                    <a:pt x="12361" y="5785"/>
                    <a:pt x="11720" y="5666"/>
                    <a:pt x="11085" y="5666"/>
                  </a:cubicBezTo>
                  <a:close/>
                  <a:moveTo>
                    <a:pt x="11078" y="682"/>
                  </a:moveTo>
                  <a:cubicBezTo>
                    <a:pt x="11453" y="682"/>
                    <a:pt x="11831" y="704"/>
                    <a:pt x="12209" y="749"/>
                  </a:cubicBezTo>
                  <a:lnTo>
                    <a:pt x="12309" y="2450"/>
                  </a:lnTo>
                  <a:cubicBezTo>
                    <a:pt x="12309" y="2617"/>
                    <a:pt x="12443" y="2717"/>
                    <a:pt x="12576" y="2750"/>
                  </a:cubicBezTo>
                  <a:cubicBezTo>
                    <a:pt x="13477" y="2917"/>
                    <a:pt x="14344" y="3217"/>
                    <a:pt x="15145" y="3651"/>
                  </a:cubicBezTo>
                  <a:cubicBezTo>
                    <a:pt x="15205" y="3681"/>
                    <a:pt x="15271" y="3697"/>
                    <a:pt x="15336" y="3697"/>
                  </a:cubicBezTo>
                  <a:cubicBezTo>
                    <a:pt x="15415" y="3697"/>
                    <a:pt x="15490" y="3673"/>
                    <a:pt x="15545" y="3617"/>
                  </a:cubicBezTo>
                  <a:lnTo>
                    <a:pt x="15545" y="3584"/>
                  </a:lnTo>
                  <a:lnTo>
                    <a:pt x="16646" y="2317"/>
                  </a:lnTo>
                  <a:cubicBezTo>
                    <a:pt x="17146" y="2617"/>
                    <a:pt x="17613" y="2950"/>
                    <a:pt x="18013" y="3317"/>
                  </a:cubicBezTo>
                  <a:cubicBezTo>
                    <a:pt x="18447" y="3718"/>
                    <a:pt x="18847" y="4118"/>
                    <a:pt x="19181" y="4551"/>
                  </a:cubicBezTo>
                  <a:lnTo>
                    <a:pt x="18047" y="5852"/>
                  </a:lnTo>
                  <a:cubicBezTo>
                    <a:pt x="17947" y="5952"/>
                    <a:pt x="17947" y="6119"/>
                    <a:pt x="18047" y="6253"/>
                  </a:cubicBezTo>
                  <a:cubicBezTo>
                    <a:pt x="18547" y="7020"/>
                    <a:pt x="18947" y="7820"/>
                    <a:pt x="19214" y="8688"/>
                  </a:cubicBezTo>
                  <a:cubicBezTo>
                    <a:pt x="19248" y="8855"/>
                    <a:pt x="19381" y="8955"/>
                    <a:pt x="19548" y="8955"/>
                  </a:cubicBezTo>
                  <a:lnTo>
                    <a:pt x="21216" y="8855"/>
                  </a:lnTo>
                  <a:cubicBezTo>
                    <a:pt x="21483" y="9922"/>
                    <a:pt x="21583" y="11056"/>
                    <a:pt x="21449" y="12190"/>
                  </a:cubicBezTo>
                  <a:lnTo>
                    <a:pt x="19748" y="12290"/>
                  </a:lnTo>
                  <a:cubicBezTo>
                    <a:pt x="19681" y="12290"/>
                    <a:pt x="19615" y="12324"/>
                    <a:pt x="19548" y="12357"/>
                  </a:cubicBezTo>
                  <a:cubicBezTo>
                    <a:pt x="19481" y="12424"/>
                    <a:pt x="19448" y="12490"/>
                    <a:pt x="19414" y="12557"/>
                  </a:cubicBezTo>
                  <a:cubicBezTo>
                    <a:pt x="19281" y="13458"/>
                    <a:pt x="18981" y="14325"/>
                    <a:pt x="18514" y="15126"/>
                  </a:cubicBezTo>
                  <a:cubicBezTo>
                    <a:pt x="18447" y="15259"/>
                    <a:pt x="18480" y="15459"/>
                    <a:pt x="18614" y="15559"/>
                  </a:cubicBezTo>
                  <a:lnTo>
                    <a:pt x="19848" y="16660"/>
                  </a:lnTo>
                  <a:cubicBezTo>
                    <a:pt x="19548" y="17160"/>
                    <a:pt x="19214" y="17627"/>
                    <a:pt x="18847" y="18028"/>
                  </a:cubicBezTo>
                  <a:cubicBezTo>
                    <a:pt x="18480" y="18461"/>
                    <a:pt x="18080" y="18862"/>
                    <a:pt x="17646" y="19195"/>
                  </a:cubicBezTo>
                  <a:lnTo>
                    <a:pt x="16346" y="18061"/>
                  </a:lnTo>
                  <a:cubicBezTo>
                    <a:pt x="16272" y="18006"/>
                    <a:pt x="16189" y="17981"/>
                    <a:pt x="16106" y="17981"/>
                  </a:cubicBezTo>
                  <a:cubicBezTo>
                    <a:pt x="16039" y="17981"/>
                    <a:pt x="15972" y="17998"/>
                    <a:pt x="15912" y="18028"/>
                  </a:cubicBezTo>
                  <a:cubicBezTo>
                    <a:pt x="15178" y="18561"/>
                    <a:pt x="14344" y="18962"/>
                    <a:pt x="13477" y="19229"/>
                  </a:cubicBezTo>
                  <a:cubicBezTo>
                    <a:pt x="13343" y="19262"/>
                    <a:pt x="13243" y="19395"/>
                    <a:pt x="13243" y="19562"/>
                  </a:cubicBezTo>
                  <a:lnTo>
                    <a:pt x="13343" y="21230"/>
                  </a:lnTo>
                  <a:cubicBezTo>
                    <a:pt x="12610" y="21408"/>
                    <a:pt x="11861" y="21497"/>
                    <a:pt x="11117" y="21497"/>
                  </a:cubicBezTo>
                  <a:cubicBezTo>
                    <a:pt x="10745" y="21497"/>
                    <a:pt x="10375" y="21475"/>
                    <a:pt x="10008" y="21430"/>
                  </a:cubicBezTo>
                  <a:lnTo>
                    <a:pt x="9874" y="19729"/>
                  </a:lnTo>
                  <a:cubicBezTo>
                    <a:pt x="9874" y="19562"/>
                    <a:pt x="9774" y="19462"/>
                    <a:pt x="9607" y="19429"/>
                  </a:cubicBezTo>
                  <a:cubicBezTo>
                    <a:pt x="8707" y="19262"/>
                    <a:pt x="7873" y="18962"/>
                    <a:pt x="7072" y="18528"/>
                  </a:cubicBezTo>
                  <a:cubicBezTo>
                    <a:pt x="7013" y="18504"/>
                    <a:pt x="6954" y="18493"/>
                    <a:pt x="6898" y="18493"/>
                  </a:cubicBezTo>
                  <a:cubicBezTo>
                    <a:pt x="6796" y="18493"/>
                    <a:pt x="6703" y="18530"/>
                    <a:pt x="6639" y="18595"/>
                  </a:cubicBezTo>
                  <a:lnTo>
                    <a:pt x="5504" y="19862"/>
                  </a:lnTo>
                  <a:cubicBezTo>
                    <a:pt x="5037" y="19562"/>
                    <a:pt x="4570" y="19229"/>
                    <a:pt x="4137" y="18862"/>
                  </a:cubicBezTo>
                  <a:cubicBezTo>
                    <a:pt x="3737" y="18461"/>
                    <a:pt x="3370" y="18061"/>
                    <a:pt x="3036" y="17627"/>
                  </a:cubicBezTo>
                  <a:lnTo>
                    <a:pt x="4137" y="16327"/>
                  </a:lnTo>
                  <a:cubicBezTo>
                    <a:pt x="4270" y="16226"/>
                    <a:pt x="4270" y="16060"/>
                    <a:pt x="4170" y="15926"/>
                  </a:cubicBezTo>
                  <a:cubicBezTo>
                    <a:pt x="3636" y="15159"/>
                    <a:pt x="3270" y="14358"/>
                    <a:pt x="3003" y="13491"/>
                  </a:cubicBezTo>
                  <a:cubicBezTo>
                    <a:pt x="2969" y="13324"/>
                    <a:pt x="2803" y="13224"/>
                    <a:pt x="2669" y="13224"/>
                  </a:cubicBezTo>
                  <a:lnTo>
                    <a:pt x="968" y="13324"/>
                  </a:lnTo>
                  <a:cubicBezTo>
                    <a:pt x="701" y="12257"/>
                    <a:pt x="634" y="11123"/>
                    <a:pt x="768" y="9989"/>
                  </a:cubicBezTo>
                  <a:lnTo>
                    <a:pt x="2469" y="9889"/>
                  </a:lnTo>
                  <a:cubicBezTo>
                    <a:pt x="2636" y="9889"/>
                    <a:pt x="2736" y="9755"/>
                    <a:pt x="2769" y="9622"/>
                  </a:cubicBezTo>
                  <a:cubicBezTo>
                    <a:pt x="2936" y="8721"/>
                    <a:pt x="3236" y="7854"/>
                    <a:pt x="3670" y="7053"/>
                  </a:cubicBezTo>
                  <a:cubicBezTo>
                    <a:pt x="3770" y="6920"/>
                    <a:pt x="3737" y="6753"/>
                    <a:pt x="3603" y="6620"/>
                  </a:cubicBezTo>
                  <a:lnTo>
                    <a:pt x="2369" y="5519"/>
                  </a:lnTo>
                  <a:cubicBezTo>
                    <a:pt x="2636" y="5018"/>
                    <a:pt x="2969" y="4551"/>
                    <a:pt x="3370" y="4151"/>
                  </a:cubicBezTo>
                  <a:cubicBezTo>
                    <a:pt x="3737" y="3718"/>
                    <a:pt x="4137" y="3351"/>
                    <a:pt x="4570" y="2984"/>
                  </a:cubicBezTo>
                  <a:lnTo>
                    <a:pt x="5871" y="4118"/>
                  </a:lnTo>
                  <a:cubicBezTo>
                    <a:pt x="5927" y="4173"/>
                    <a:pt x="6012" y="4198"/>
                    <a:pt x="6094" y="4198"/>
                  </a:cubicBezTo>
                  <a:cubicBezTo>
                    <a:pt x="6162" y="4198"/>
                    <a:pt x="6227" y="4181"/>
                    <a:pt x="6272" y="4151"/>
                  </a:cubicBezTo>
                  <a:cubicBezTo>
                    <a:pt x="7039" y="3617"/>
                    <a:pt x="7839" y="3217"/>
                    <a:pt x="8740" y="2950"/>
                  </a:cubicBezTo>
                  <a:cubicBezTo>
                    <a:pt x="8874" y="2917"/>
                    <a:pt x="8974" y="2784"/>
                    <a:pt x="8974" y="2617"/>
                  </a:cubicBezTo>
                  <a:lnTo>
                    <a:pt x="8874" y="949"/>
                  </a:lnTo>
                  <a:cubicBezTo>
                    <a:pt x="9585" y="771"/>
                    <a:pt x="10326" y="682"/>
                    <a:pt x="11078" y="682"/>
                  </a:cubicBezTo>
                  <a:close/>
                  <a:moveTo>
                    <a:pt x="11133" y="0"/>
                  </a:moveTo>
                  <a:cubicBezTo>
                    <a:pt x="10323" y="0"/>
                    <a:pt x="9507" y="104"/>
                    <a:pt x="8707" y="282"/>
                  </a:cubicBezTo>
                  <a:cubicBezTo>
                    <a:pt x="8407" y="348"/>
                    <a:pt x="8206" y="615"/>
                    <a:pt x="8206" y="916"/>
                  </a:cubicBezTo>
                  <a:lnTo>
                    <a:pt x="8306" y="2417"/>
                  </a:lnTo>
                  <a:cubicBezTo>
                    <a:pt x="7539" y="2650"/>
                    <a:pt x="6805" y="3017"/>
                    <a:pt x="6138" y="3451"/>
                  </a:cubicBezTo>
                  <a:lnTo>
                    <a:pt x="5037" y="2450"/>
                  </a:lnTo>
                  <a:cubicBezTo>
                    <a:pt x="4921" y="2350"/>
                    <a:pt x="4771" y="2300"/>
                    <a:pt x="4621" y="2300"/>
                  </a:cubicBezTo>
                  <a:cubicBezTo>
                    <a:pt x="4470" y="2300"/>
                    <a:pt x="4320" y="2350"/>
                    <a:pt x="4204" y="2450"/>
                  </a:cubicBezTo>
                  <a:cubicBezTo>
                    <a:pt x="3737" y="2817"/>
                    <a:pt x="3270" y="3251"/>
                    <a:pt x="2869" y="3684"/>
                  </a:cubicBezTo>
                  <a:cubicBezTo>
                    <a:pt x="2469" y="4151"/>
                    <a:pt x="2102" y="4618"/>
                    <a:pt x="1768" y="5152"/>
                  </a:cubicBezTo>
                  <a:cubicBezTo>
                    <a:pt x="1602" y="5419"/>
                    <a:pt x="1668" y="5752"/>
                    <a:pt x="1902" y="5952"/>
                  </a:cubicBezTo>
                  <a:lnTo>
                    <a:pt x="3003" y="6953"/>
                  </a:lnTo>
                  <a:cubicBezTo>
                    <a:pt x="2636" y="7654"/>
                    <a:pt x="2369" y="8421"/>
                    <a:pt x="2202" y="9221"/>
                  </a:cubicBezTo>
                  <a:lnTo>
                    <a:pt x="734" y="9288"/>
                  </a:lnTo>
                  <a:cubicBezTo>
                    <a:pt x="434" y="9322"/>
                    <a:pt x="167" y="9555"/>
                    <a:pt x="134" y="9855"/>
                  </a:cubicBezTo>
                  <a:cubicBezTo>
                    <a:pt x="1" y="11089"/>
                    <a:pt x="67" y="12290"/>
                    <a:pt x="334" y="13491"/>
                  </a:cubicBezTo>
                  <a:cubicBezTo>
                    <a:pt x="401" y="13791"/>
                    <a:pt x="668" y="13992"/>
                    <a:pt x="1001" y="13992"/>
                  </a:cubicBezTo>
                  <a:lnTo>
                    <a:pt x="2469" y="13891"/>
                  </a:lnTo>
                  <a:cubicBezTo>
                    <a:pt x="2702" y="14659"/>
                    <a:pt x="3069" y="15393"/>
                    <a:pt x="3503" y="16060"/>
                  </a:cubicBezTo>
                  <a:lnTo>
                    <a:pt x="2536" y="17160"/>
                  </a:lnTo>
                  <a:cubicBezTo>
                    <a:pt x="2302" y="17394"/>
                    <a:pt x="2302" y="17761"/>
                    <a:pt x="2502" y="17994"/>
                  </a:cubicBezTo>
                  <a:cubicBezTo>
                    <a:pt x="2869" y="18495"/>
                    <a:pt x="3303" y="18928"/>
                    <a:pt x="3737" y="19329"/>
                  </a:cubicBezTo>
                  <a:cubicBezTo>
                    <a:pt x="4204" y="19729"/>
                    <a:pt x="4704" y="20096"/>
                    <a:pt x="5204" y="20429"/>
                  </a:cubicBezTo>
                  <a:cubicBezTo>
                    <a:pt x="5313" y="20511"/>
                    <a:pt x="5437" y="20548"/>
                    <a:pt x="5561" y="20548"/>
                  </a:cubicBezTo>
                  <a:cubicBezTo>
                    <a:pt x="5742" y="20548"/>
                    <a:pt x="5919" y="20468"/>
                    <a:pt x="6038" y="20329"/>
                  </a:cubicBezTo>
                  <a:lnTo>
                    <a:pt x="7039" y="19229"/>
                  </a:lnTo>
                  <a:cubicBezTo>
                    <a:pt x="7739" y="19596"/>
                    <a:pt x="8507" y="19862"/>
                    <a:pt x="9307" y="20029"/>
                  </a:cubicBezTo>
                  <a:lnTo>
                    <a:pt x="9374" y="21497"/>
                  </a:lnTo>
                  <a:cubicBezTo>
                    <a:pt x="9374" y="21797"/>
                    <a:pt x="9641" y="22064"/>
                    <a:pt x="9941" y="22097"/>
                  </a:cubicBezTo>
                  <a:cubicBezTo>
                    <a:pt x="10341" y="22142"/>
                    <a:pt x="10745" y="22164"/>
                    <a:pt x="11150" y="22164"/>
                  </a:cubicBezTo>
                  <a:cubicBezTo>
                    <a:pt x="11961" y="22164"/>
                    <a:pt x="12776" y="22075"/>
                    <a:pt x="13577" y="21897"/>
                  </a:cubicBezTo>
                  <a:cubicBezTo>
                    <a:pt x="13877" y="21830"/>
                    <a:pt x="14077" y="21530"/>
                    <a:pt x="14077" y="21230"/>
                  </a:cubicBezTo>
                  <a:lnTo>
                    <a:pt x="13977" y="19762"/>
                  </a:lnTo>
                  <a:cubicBezTo>
                    <a:pt x="14744" y="19495"/>
                    <a:pt x="15478" y="19162"/>
                    <a:pt x="16145" y="18695"/>
                  </a:cubicBezTo>
                  <a:lnTo>
                    <a:pt x="17246" y="19696"/>
                  </a:lnTo>
                  <a:cubicBezTo>
                    <a:pt x="17368" y="19800"/>
                    <a:pt x="17518" y="19850"/>
                    <a:pt x="17666" y="19850"/>
                  </a:cubicBezTo>
                  <a:cubicBezTo>
                    <a:pt x="17801" y="19850"/>
                    <a:pt x="17935" y="19809"/>
                    <a:pt x="18047" y="19729"/>
                  </a:cubicBezTo>
                  <a:cubicBezTo>
                    <a:pt x="18314" y="19529"/>
                    <a:pt x="18580" y="19295"/>
                    <a:pt x="18814" y="19062"/>
                  </a:cubicBezTo>
                  <a:cubicBezTo>
                    <a:pt x="19014" y="18895"/>
                    <a:pt x="19214" y="18662"/>
                    <a:pt x="19381" y="18461"/>
                  </a:cubicBezTo>
                  <a:cubicBezTo>
                    <a:pt x="19781" y="18028"/>
                    <a:pt x="20148" y="17527"/>
                    <a:pt x="20482" y="17027"/>
                  </a:cubicBezTo>
                  <a:cubicBezTo>
                    <a:pt x="20649" y="16760"/>
                    <a:pt x="20615" y="16393"/>
                    <a:pt x="20382" y="16193"/>
                  </a:cubicBezTo>
                  <a:lnTo>
                    <a:pt x="19281" y="15192"/>
                  </a:lnTo>
                  <a:cubicBezTo>
                    <a:pt x="19648" y="14492"/>
                    <a:pt x="19915" y="13725"/>
                    <a:pt x="20082" y="12924"/>
                  </a:cubicBezTo>
                  <a:lnTo>
                    <a:pt x="21549" y="12857"/>
                  </a:lnTo>
                  <a:cubicBezTo>
                    <a:pt x="21849" y="12824"/>
                    <a:pt x="22116" y="12591"/>
                    <a:pt x="22150" y="12290"/>
                  </a:cubicBezTo>
                  <a:cubicBezTo>
                    <a:pt x="22283" y="11089"/>
                    <a:pt x="22216" y="9855"/>
                    <a:pt x="21950" y="8654"/>
                  </a:cubicBezTo>
                  <a:cubicBezTo>
                    <a:pt x="21883" y="8354"/>
                    <a:pt x="21583" y="8154"/>
                    <a:pt x="21282" y="8154"/>
                  </a:cubicBezTo>
                  <a:lnTo>
                    <a:pt x="19815" y="8254"/>
                  </a:lnTo>
                  <a:cubicBezTo>
                    <a:pt x="19548" y="7487"/>
                    <a:pt x="19214" y="6753"/>
                    <a:pt x="18781" y="6086"/>
                  </a:cubicBezTo>
                  <a:lnTo>
                    <a:pt x="19748" y="4985"/>
                  </a:lnTo>
                  <a:cubicBezTo>
                    <a:pt x="19981" y="4752"/>
                    <a:pt x="19981" y="4385"/>
                    <a:pt x="19781" y="4151"/>
                  </a:cubicBezTo>
                  <a:cubicBezTo>
                    <a:pt x="19014" y="3184"/>
                    <a:pt x="18080" y="2350"/>
                    <a:pt x="17046" y="1716"/>
                  </a:cubicBezTo>
                  <a:cubicBezTo>
                    <a:pt x="16935" y="1647"/>
                    <a:pt x="16812" y="1612"/>
                    <a:pt x="16692" y="1612"/>
                  </a:cubicBezTo>
                  <a:cubicBezTo>
                    <a:pt x="16524" y="1612"/>
                    <a:pt x="16362" y="1680"/>
                    <a:pt x="16245" y="1816"/>
                  </a:cubicBezTo>
                  <a:lnTo>
                    <a:pt x="15278" y="2917"/>
                  </a:lnTo>
                  <a:cubicBezTo>
                    <a:pt x="14544" y="2550"/>
                    <a:pt x="13777" y="2317"/>
                    <a:pt x="13010" y="2150"/>
                  </a:cubicBezTo>
                  <a:lnTo>
                    <a:pt x="12910" y="649"/>
                  </a:lnTo>
                  <a:cubicBezTo>
                    <a:pt x="12910" y="348"/>
                    <a:pt x="12643" y="115"/>
                    <a:pt x="12343" y="82"/>
                  </a:cubicBezTo>
                  <a:cubicBezTo>
                    <a:pt x="11942" y="26"/>
                    <a:pt x="11538" y="0"/>
                    <a:pt x="11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3">
              <a:extLst>
                <a:ext uri="{FF2B5EF4-FFF2-40B4-BE49-F238E27FC236}">
                  <a16:creationId xmlns:a16="http://schemas.microsoft.com/office/drawing/2014/main" id="{D0C85256-CDC0-D88E-27B9-2D8C9FA11E6B}"/>
                </a:ext>
              </a:extLst>
            </p:cNvPr>
            <p:cNvSpPr/>
            <p:nvPr/>
          </p:nvSpPr>
          <p:spPr>
            <a:xfrm>
              <a:off x="7715005" y="2128192"/>
              <a:ext cx="415686" cy="413416"/>
            </a:xfrm>
            <a:custGeom>
              <a:avLst/>
              <a:gdLst/>
              <a:ahLst/>
              <a:cxnLst/>
              <a:rect l="l" t="t" r="r" b="b"/>
              <a:pathLst>
                <a:path w="25819" h="25678" extrusionOk="0">
                  <a:moveTo>
                    <a:pt x="13079" y="7287"/>
                  </a:moveTo>
                  <a:cubicBezTo>
                    <a:pt x="14384" y="7287"/>
                    <a:pt x="15651" y="7783"/>
                    <a:pt x="16612" y="8686"/>
                  </a:cubicBezTo>
                  <a:cubicBezTo>
                    <a:pt x="20215" y="11988"/>
                    <a:pt x="18147" y="17992"/>
                    <a:pt x="13277" y="18359"/>
                  </a:cubicBezTo>
                  <a:cubicBezTo>
                    <a:pt x="13095" y="18380"/>
                    <a:pt x="12913" y="18389"/>
                    <a:pt x="12732" y="18389"/>
                  </a:cubicBezTo>
                  <a:cubicBezTo>
                    <a:pt x="11418" y="18389"/>
                    <a:pt x="10141" y="17867"/>
                    <a:pt x="9174" y="16958"/>
                  </a:cubicBezTo>
                  <a:cubicBezTo>
                    <a:pt x="7572" y="15457"/>
                    <a:pt x="6972" y="13122"/>
                    <a:pt x="7673" y="11054"/>
                  </a:cubicBezTo>
                  <a:cubicBezTo>
                    <a:pt x="8206" y="9520"/>
                    <a:pt x="9374" y="8285"/>
                    <a:pt x="10908" y="7718"/>
                  </a:cubicBezTo>
                  <a:cubicBezTo>
                    <a:pt x="11108" y="7618"/>
                    <a:pt x="11375" y="7552"/>
                    <a:pt x="11609" y="7485"/>
                  </a:cubicBezTo>
                  <a:cubicBezTo>
                    <a:pt x="11909" y="7385"/>
                    <a:pt x="12209" y="7351"/>
                    <a:pt x="12509" y="7318"/>
                  </a:cubicBezTo>
                  <a:cubicBezTo>
                    <a:pt x="12699" y="7297"/>
                    <a:pt x="12889" y="7287"/>
                    <a:pt x="13079" y="7287"/>
                  </a:cubicBezTo>
                  <a:close/>
                  <a:moveTo>
                    <a:pt x="13038" y="6490"/>
                  </a:moveTo>
                  <a:cubicBezTo>
                    <a:pt x="12851" y="6490"/>
                    <a:pt x="12663" y="6499"/>
                    <a:pt x="12476" y="6517"/>
                  </a:cubicBezTo>
                  <a:cubicBezTo>
                    <a:pt x="9941" y="6718"/>
                    <a:pt x="7773" y="8419"/>
                    <a:pt x="6939" y="10787"/>
                  </a:cubicBezTo>
                  <a:cubicBezTo>
                    <a:pt x="6138" y="13189"/>
                    <a:pt x="6805" y="15824"/>
                    <a:pt x="8673" y="17525"/>
                  </a:cubicBezTo>
                  <a:cubicBezTo>
                    <a:pt x="9801" y="18594"/>
                    <a:pt x="11273" y="19187"/>
                    <a:pt x="12806" y="19187"/>
                  </a:cubicBezTo>
                  <a:cubicBezTo>
                    <a:pt x="12995" y="19187"/>
                    <a:pt x="13186" y="19178"/>
                    <a:pt x="13377" y="19160"/>
                  </a:cubicBezTo>
                  <a:cubicBezTo>
                    <a:pt x="13710" y="19127"/>
                    <a:pt x="14077" y="19060"/>
                    <a:pt x="14411" y="18960"/>
                  </a:cubicBezTo>
                  <a:cubicBezTo>
                    <a:pt x="14678" y="18893"/>
                    <a:pt x="14944" y="18826"/>
                    <a:pt x="15211" y="18693"/>
                  </a:cubicBezTo>
                  <a:cubicBezTo>
                    <a:pt x="16946" y="18026"/>
                    <a:pt x="18280" y="16625"/>
                    <a:pt x="18881" y="14890"/>
                  </a:cubicBezTo>
                  <a:cubicBezTo>
                    <a:pt x="19681" y="12488"/>
                    <a:pt x="19014" y="9853"/>
                    <a:pt x="17146" y="8152"/>
                  </a:cubicBezTo>
                  <a:cubicBezTo>
                    <a:pt x="16048" y="7083"/>
                    <a:pt x="14553" y="6490"/>
                    <a:pt x="13038" y="6490"/>
                  </a:cubicBezTo>
                  <a:close/>
                  <a:moveTo>
                    <a:pt x="14944" y="813"/>
                  </a:moveTo>
                  <a:cubicBezTo>
                    <a:pt x="16279" y="980"/>
                    <a:pt x="17546" y="1414"/>
                    <a:pt x="18714" y="2048"/>
                  </a:cubicBezTo>
                  <a:lnTo>
                    <a:pt x="18080" y="3982"/>
                  </a:lnTo>
                  <a:cubicBezTo>
                    <a:pt x="18013" y="4149"/>
                    <a:pt x="18080" y="4316"/>
                    <a:pt x="18213" y="4416"/>
                  </a:cubicBezTo>
                  <a:cubicBezTo>
                    <a:pt x="19147" y="4983"/>
                    <a:pt x="19948" y="5717"/>
                    <a:pt x="20615" y="6551"/>
                  </a:cubicBezTo>
                  <a:cubicBezTo>
                    <a:pt x="20687" y="6623"/>
                    <a:pt x="20811" y="6678"/>
                    <a:pt x="20925" y="6678"/>
                  </a:cubicBezTo>
                  <a:cubicBezTo>
                    <a:pt x="20969" y="6678"/>
                    <a:pt x="21012" y="6670"/>
                    <a:pt x="21049" y="6651"/>
                  </a:cubicBezTo>
                  <a:lnTo>
                    <a:pt x="21082" y="6651"/>
                  </a:lnTo>
                  <a:lnTo>
                    <a:pt x="22850" y="5784"/>
                  </a:lnTo>
                  <a:cubicBezTo>
                    <a:pt x="23250" y="6284"/>
                    <a:pt x="23617" y="6851"/>
                    <a:pt x="23884" y="7451"/>
                  </a:cubicBezTo>
                  <a:cubicBezTo>
                    <a:pt x="24184" y="8052"/>
                    <a:pt x="24418" y="8652"/>
                    <a:pt x="24618" y="9286"/>
                  </a:cubicBezTo>
                  <a:lnTo>
                    <a:pt x="22817" y="10220"/>
                  </a:lnTo>
                  <a:cubicBezTo>
                    <a:pt x="22650" y="10287"/>
                    <a:pt x="22583" y="10454"/>
                    <a:pt x="22617" y="10620"/>
                  </a:cubicBezTo>
                  <a:cubicBezTo>
                    <a:pt x="22850" y="11654"/>
                    <a:pt x="22917" y="12755"/>
                    <a:pt x="22783" y="13823"/>
                  </a:cubicBezTo>
                  <a:cubicBezTo>
                    <a:pt x="22783" y="13990"/>
                    <a:pt x="22883" y="14156"/>
                    <a:pt x="23050" y="14223"/>
                  </a:cubicBezTo>
                  <a:lnTo>
                    <a:pt x="24952" y="14857"/>
                  </a:lnTo>
                  <a:cubicBezTo>
                    <a:pt x="24751" y="16191"/>
                    <a:pt x="24318" y="17459"/>
                    <a:pt x="23684" y="18626"/>
                  </a:cubicBezTo>
                  <a:lnTo>
                    <a:pt x="21783" y="17992"/>
                  </a:lnTo>
                  <a:cubicBezTo>
                    <a:pt x="21733" y="17976"/>
                    <a:pt x="21691" y="17967"/>
                    <a:pt x="21653" y="17967"/>
                  </a:cubicBezTo>
                  <a:cubicBezTo>
                    <a:pt x="21616" y="17967"/>
                    <a:pt x="21582" y="17976"/>
                    <a:pt x="21549" y="17992"/>
                  </a:cubicBezTo>
                  <a:cubicBezTo>
                    <a:pt x="21449" y="18026"/>
                    <a:pt x="21382" y="18059"/>
                    <a:pt x="21316" y="18159"/>
                  </a:cubicBezTo>
                  <a:cubicBezTo>
                    <a:pt x="20749" y="19060"/>
                    <a:pt x="20015" y="19860"/>
                    <a:pt x="19214" y="20561"/>
                  </a:cubicBezTo>
                  <a:cubicBezTo>
                    <a:pt x="19047" y="20661"/>
                    <a:pt x="19014" y="20861"/>
                    <a:pt x="19114" y="21028"/>
                  </a:cubicBezTo>
                  <a:lnTo>
                    <a:pt x="19981" y="22796"/>
                  </a:lnTo>
                  <a:cubicBezTo>
                    <a:pt x="19448" y="23196"/>
                    <a:pt x="18881" y="23563"/>
                    <a:pt x="18280" y="23863"/>
                  </a:cubicBezTo>
                  <a:cubicBezTo>
                    <a:pt x="17680" y="24130"/>
                    <a:pt x="17079" y="24364"/>
                    <a:pt x="16445" y="24564"/>
                  </a:cubicBezTo>
                  <a:lnTo>
                    <a:pt x="15545" y="22762"/>
                  </a:lnTo>
                  <a:cubicBezTo>
                    <a:pt x="15461" y="22623"/>
                    <a:pt x="15332" y="22554"/>
                    <a:pt x="15194" y="22554"/>
                  </a:cubicBezTo>
                  <a:cubicBezTo>
                    <a:pt x="15167" y="22554"/>
                    <a:pt x="15139" y="22557"/>
                    <a:pt x="15111" y="22562"/>
                  </a:cubicBezTo>
                  <a:cubicBezTo>
                    <a:pt x="14387" y="22726"/>
                    <a:pt x="13647" y="22807"/>
                    <a:pt x="12902" y="22807"/>
                  </a:cubicBezTo>
                  <a:cubicBezTo>
                    <a:pt x="12583" y="22807"/>
                    <a:pt x="12263" y="22792"/>
                    <a:pt x="11942" y="22762"/>
                  </a:cubicBezTo>
                  <a:cubicBezTo>
                    <a:pt x="11916" y="22758"/>
                    <a:pt x="11891" y="22756"/>
                    <a:pt x="11867" y="22756"/>
                  </a:cubicBezTo>
                  <a:cubicBezTo>
                    <a:pt x="11701" y="22756"/>
                    <a:pt x="11567" y="22851"/>
                    <a:pt x="11509" y="22996"/>
                  </a:cubicBezTo>
                  <a:lnTo>
                    <a:pt x="10875" y="24897"/>
                  </a:lnTo>
                  <a:cubicBezTo>
                    <a:pt x="9541" y="24697"/>
                    <a:pt x="8273" y="24264"/>
                    <a:pt x="7105" y="23630"/>
                  </a:cubicBezTo>
                  <a:lnTo>
                    <a:pt x="7739" y="21728"/>
                  </a:lnTo>
                  <a:cubicBezTo>
                    <a:pt x="7806" y="21562"/>
                    <a:pt x="7739" y="21361"/>
                    <a:pt x="7572" y="21261"/>
                  </a:cubicBezTo>
                  <a:cubicBezTo>
                    <a:pt x="6672" y="20694"/>
                    <a:pt x="5871" y="19994"/>
                    <a:pt x="5204" y="19160"/>
                  </a:cubicBezTo>
                  <a:cubicBezTo>
                    <a:pt x="5115" y="19071"/>
                    <a:pt x="5011" y="19026"/>
                    <a:pt x="4903" y="19026"/>
                  </a:cubicBezTo>
                  <a:cubicBezTo>
                    <a:pt x="4848" y="19026"/>
                    <a:pt x="4793" y="19038"/>
                    <a:pt x="4737" y="19060"/>
                  </a:cubicBezTo>
                  <a:lnTo>
                    <a:pt x="2936" y="19960"/>
                  </a:lnTo>
                  <a:cubicBezTo>
                    <a:pt x="2536" y="19393"/>
                    <a:pt x="2202" y="18826"/>
                    <a:pt x="1902" y="18226"/>
                  </a:cubicBezTo>
                  <a:cubicBezTo>
                    <a:pt x="1635" y="17625"/>
                    <a:pt x="1368" y="17025"/>
                    <a:pt x="1201" y="16391"/>
                  </a:cubicBezTo>
                  <a:lnTo>
                    <a:pt x="3003" y="15457"/>
                  </a:lnTo>
                  <a:cubicBezTo>
                    <a:pt x="3136" y="15391"/>
                    <a:pt x="3236" y="15224"/>
                    <a:pt x="3203" y="15057"/>
                  </a:cubicBezTo>
                  <a:cubicBezTo>
                    <a:pt x="2969" y="13990"/>
                    <a:pt x="2902" y="12922"/>
                    <a:pt x="3003" y="11855"/>
                  </a:cubicBezTo>
                  <a:cubicBezTo>
                    <a:pt x="3036" y="11688"/>
                    <a:pt x="2936" y="11488"/>
                    <a:pt x="2736" y="11454"/>
                  </a:cubicBezTo>
                  <a:lnTo>
                    <a:pt x="868" y="10821"/>
                  </a:lnTo>
                  <a:cubicBezTo>
                    <a:pt x="1068" y="9486"/>
                    <a:pt x="1468" y="8219"/>
                    <a:pt x="2102" y="7051"/>
                  </a:cubicBezTo>
                  <a:lnTo>
                    <a:pt x="4037" y="7685"/>
                  </a:lnTo>
                  <a:cubicBezTo>
                    <a:pt x="4080" y="7702"/>
                    <a:pt x="4125" y="7711"/>
                    <a:pt x="4170" y="7711"/>
                  </a:cubicBezTo>
                  <a:cubicBezTo>
                    <a:pt x="4300" y="7711"/>
                    <a:pt x="4429" y="7642"/>
                    <a:pt x="4504" y="7518"/>
                  </a:cubicBezTo>
                  <a:cubicBezTo>
                    <a:pt x="5071" y="6618"/>
                    <a:pt x="5771" y="5817"/>
                    <a:pt x="6605" y="5150"/>
                  </a:cubicBezTo>
                  <a:cubicBezTo>
                    <a:pt x="6739" y="5016"/>
                    <a:pt x="6772" y="4816"/>
                    <a:pt x="6705" y="4683"/>
                  </a:cubicBezTo>
                  <a:lnTo>
                    <a:pt x="5838" y="2882"/>
                  </a:lnTo>
                  <a:cubicBezTo>
                    <a:pt x="6372" y="2481"/>
                    <a:pt x="6939" y="2114"/>
                    <a:pt x="7539" y="1847"/>
                  </a:cubicBezTo>
                  <a:cubicBezTo>
                    <a:pt x="8106" y="1547"/>
                    <a:pt x="8740" y="1314"/>
                    <a:pt x="9340" y="1114"/>
                  </a:cubicBezTo>
                  <a:lnTo>
                    <a:pt x="10274" y="2915"/>
                  </a:lnTo>
                  <a:cubicBezTo>
                    <a:pt x="10333" y="3060"/>
                    <a:pt x="10492" y="3155"/>
                    <a:pt x="10642" y="3155"/>
                  </a:cubicBezTo>
                  <a:cubicBezTo>
                    <a:pt x="10664" y="3155"/>
                    <a:pt x="10687" y="3153"/>
                    <a:pt x="10708" y="3148"/>
                  </a:cubicBezTo>
                  <a:cubicBezTo>
                    <a:pt x="11397" y="2971"/>
                    <a:pt x="12102" y="2882"/>
                    <a:pt x="12811" y="2882"/>
                  </a:cubicBezTo>
                  <a:cubicBezTo>
                    <a:pt x="13165" y="2882"/>
                    <a:pt x="13521" y="2904"/>
                    <a:pt x="13877" y="2948"/>
                  </a:cubicBezTo>
                  <a:cubicBezTo>
                    <a:pt x="14077" y="2948"/>
                    <a:pt x="14244" y="2848"/>
                    <a:pt x="14311" y="2681"/>
                  </a:cubicBezTo>
                  <a:lnTo>
                    <a:pt x="14944" y="813"/>
                  </a:lnTo>
                  <a:close/>
                  <a:moveTo>
                    <a:pt x="14904" y="0"/>
                  </a:moveTo>
                  <a:cubicBezTo>
                    <a:pt x="14595" y="0"/>
                    <a:pt x="14327" y="189"/>
                    <a:pt x="14211" y="480"/>
                  </a:cubicBezTo>
                  <a:lnTo>
                    <a:pt x="13677" y="2148"/>
                  </a:lnTo>
                  <a:cubicBezTo>
                    <a:pt x="13436" y="2130"/>
                    <a:pt x="13192" y="2122"/>
                    <a:pt x="12948" y="2122"/>
                  </a:cubicBezTo>
                  <a:cubicBezTo>
                    <a:pt x="12247" y="2122"/>
                    <a:pt x="11543" y="2191"/>
                    <a:pt x="10875" y="2314"/>
                  </a:cubicBezTo>
                  <a:lnTo>
                    <a:pt x="10074" y="780"/>
                  </a:lnTo>
                  <a:cubicBezTo>
                    <a:pt x="9946" y="498"/>
                    <a:pt x="9699" y="334"/>
                    <a:pt x="9441" y="334"/>
                  </a:cubicBezTo>
                  <a:cubicBezTo>
                    <a:pt x="9363" y="334"/>
                    <a:pt x="9284" y="349"/>
                    <a:pt x="9207" y="380"/>
                  </a:cubicBezTo>
                  <a:cubicBezTo>
                    <a:pt x="7806" y="780"/>
                    <a:pt x="6505" y="1414"/>
                    <a:pt x="5338" y="2248"/>
                  </a:cubicBezTo>
                  <a:cubicBezTo>
                    <a:pt x="5037" y="2448"/>
                    <a:pt x="4937" y="2848"/>
                    <a:pt x="5104" y="3182"/>
                  </a:cubicBezTo>
                  <a:lnTo>
                    <a:pt x="5871" y="4750"/>
                  </a:lnTo>
                  <a:cubicBezTo>
                    <a:pt x="5171" y="5350"/>
                    <a:pt x="4537" y="6084"/>
                    <a:pt x="4003" y="6851"/>
                  </a:cubicBezTo>
                  <a:lnTo>
                    <a:pt x="2369" y="6317"/>
                  </a:lnTo>
                  <a:cubicBezTo>
                    <a:pt x="2274" y="6283"/>
                    <a:pt x="2179" y="6266"/>
                    <a:pt x="2088" y="6266"/>
                  </a:cubicBezTo>
                  <a:cubicBezTo>
                    <a:pt x="1826" y="6266"/>
                    <a:pt x="1592" y="6404"/>
                    <a:pt x="1468" y="6651"/>
                  </a:cubicBezTo>
                  <a:cubicBezTo>
                    <a:pt x="768" y="7918"/>
                    <a:pt x="301" y="9286"/>
                    <a:pt x="67" y="10687"/>
                  </a:cubicBezTo>
                  <a:cubicBezTo>
                    <a:pt x="0" y="11054"/>
                    <a:pt x="201" y="11421"/>
                    <a:pt x="567" y="11521"/>
                  </a:cubicBezTo>
                  <a:lnTo>
                    <a:pt x="2202" y="12088"/>
                  </a:lnTo>
                  <a:cubicBezTo>
                    <a:pt x="2135" y="13055"/>
                    <a:pt x="2202" y="13990"/>
                    <a:pt x="2369" y="14924"/>
                  </a:cubicBezTo>
                  <a:lnTo>
                    <a:pt x="801" y="15691"/>
                  </a:lnTo>
                  <a:cubicBezTo>
                    <a:pt x="501" y="15824"/>
                    <a:pt x="334" y="16224"/>
                    <a:pt x="434" y="16558"/>
                  </a:cubicBezTo>
                  <a:cubicBezTo>
                    <a:pt x="634" y="17259"/>
                    <a:pt x="901" y="17926"/>
                    <a:pt x="1201" y="18559"/>
                  </a:cubicBezTo>
                  <a:cubicBezTo>
                    <a:pt x="1535" y="19193"/>
                    <a:pt x="1902" y="19794"/>
                    <a:pt x="2302" y="20394"/>
                  </a:cubicBezTo>
                  <a:cubicBezTo>
                    <a:pt x="2437" y="20597"/>
                    <a:pt x="2663" y="20708"/>
                    <a:pt x="2898" y="20708"/>
                  </a:cubicBezTo>
                  <a:cubicBezTo>
                    <a:pt x="3012" y="20708"/>
                    <a:pt x="3127" y="20682"/>
                    <a:pt x="3236" y="20628"/>
                  </a:cubicBezTo>
                  <a:lnTo>
                    <a:pt x="4804" y="19860"/>
                  </a:lnTo>
                  <a:cubicBezTo>
                    <a:pt x="5438" y="20594"/>
                    <a:pt x="6138" y="21228"/>
                    <a:pt x="6939" y="21728"/>
                  </a:cubicBezTo>
                  <a:lnTo>
                    <a:pt x="6372" y="23396"/>
                  </a:lnTo>
                  <a:cubicBezTo>
                    <a:pt x="6238" y="23730"/>
                    <a:pt x="6372" y="24097"/>
                    <a:pt x="6705" y="24297"/>
                  </a:cubicBezTo>
                  <a:cubicBezTo>
                    <a:pt x="7973" y="24964"/>
                    <a:pt x="9340" y="25431"/>
                    <a:pt x="10775" y="25665"/>
                  </a:cubicBezTo>
                  <a:cubicBezTo>
                    <a:pt x="10818" y="25673"/>
                    <a:pt x="10862" y="25677"/>
                    <a:pt x="10905" y="25677"/>
                  </a:cubicBezTo>
                  <a:cubicBezTo>
                    <a:pt x="11199" y="25677"/>
                    <a:pt x="11493" y="25488"/>
                    <a:pt x="11609" y="25198"/>
                  </a:cubicBezTo>
                  <a:lnTo>
                    <a:pt x="12142" y="23530"/>
                  </a:lnTo>
                  <a:cubicBezTo>
                    <a:pt x="12435" y="23550"/>
                    <a:pt x="12725" y="23561"/>
                    <a:pt x="13013" y="23561"/>
                  </a:cubicBezTo>
                  <a:cubicBezTo>
                    <a:pt x="13675" y="23561"/>
                    <a:pt x="14327" y="23502"/>
                    <a:pt x="14978" y="23363"/>
                  </a:cubicBezTo>
                  <a:lnTo>
                    <a:pt x="15745" y="24931"/>
                  </a:lnTo>
                  <a:cubicBezTo>
                    <a:pt x="15852" y="25199"/>
                    <a:pt x="16111" y="25360"/>
                    <a:pt x="16400" y="25360"/>
                  </a:cubicBezTo>
                  <a:cubicBezTo>
                    <a:pt x="16469" y="25360"/>
                    <a:pt x="16541" y="25350"/>
                    <a:pt x="16612" y="25331"/>
                  </a:cubicBezTo>
                  <a:cubicBezTo>
                    <a:pt x="16979" y="25231"/>
                    <a:pt x="17346" y="25097"/>
                    <a:pt x="17713" y="24964"/>
                  </a:cubicBezTo>
                  <a:cubicBezTo>
                    <a:pt x="18080" y="24797"/>
                    <a:pt x="18313" y="24697"/>
                    <a:pt x="18614" y="24530"/>
                  </a:cubicBezTo>
                  <a:cubicBezTo>
                    <a:pt x="19247" y="24230"/>
                    <a:pt x="19881" y="23863"/>
                    <a:pt x="20448" y="23430"/>
                  </a:cubicBezTo>
                  <a:cubicBezTo>
                    <a:pt x="20749" y="23229"/>
                    <a:pt x="20849" y="22829"/>
                    <a:pt x="20682" y="22496"/>
                  </a:cubicBezTo>
                  <a:lnTo>
                    <a:pt x="19948" y="20961"/>
                  </a:lnTo>
                  <a:cubicBezTo>
                    <a:pt x="20648" y="20327"/>
                    <a:pt x="21282" y="19627"/>
                    <a:pt x="21816" y="18826"/>
                  </a:cubicBezTo>
                  <a:lnTo>
                    <a:pt x="23451" y="19393"/>
                  </a:lnTo>
                  <a:cubicBezTo>
                    <a:pt x="23530" y="19425"/>
                    <a:pt x="23613" y="19440"/>
                    <a:pt x="23696" y="19440"/>
                  </a:cubicBezTo>
                  <a:cubicBezTo>
                    <a:pt x="23961" y="19440"/>
                    <a:pt x="24224" y="19289"/>
                    <a:pt x="24351" y="19060"/>
                  </a:cubicBezTo>
                  <a:cubicBezTo>
                    <a:pt x="25018" y="17792"/>
                    <a:pt x="25519" y="16425"/>
                    <a:pt x="25752" y="14990"/>
                  </a:cubicBezTo>
                  <a:cubicBezTo>
                    <a:pt x="25819" y="14623"/>
                    <a:pt x="25585" y="14290"/>
                    <a:pt x="25252" y="14156"/>
                  </a:cubicBezTo>
                  <a:lnTo>
                    <a:pt x="23617" y="13589"/>
                  </a:lnTo>
                  <a:cubicBezTo>
                    <a:pt x="23651" y="12655"/>
                    <a:pt x="23617" y="11688"/>
                    <a:pt x="23417" y="10787"/>
                  </a:cubicBezTo>
                  <a:lnTo>
                    <a:pt x="24985" y="10020"/>
                  </a:lnTo>
                  <a:cubicBezTo>
                    <a:pt x="25319" y="9853"/>
                    <a:pt x="25485" y="9486"/>
                    <a:pt x="25385" y="9119"/>
                  </a:cubicBezTo>
                  <a:cubicBezTo>
                    <a:pt x="25185" y="8452"/>
                    <a:pt x="24918" y="7785"/>
                    <a:pt x="24618" y="7118"/>
                  </a:cubicBezTo>
                  <a:cubicBezTo>
                    <a:pt x="24284" y="6484"/>
                    <a:pt x="23918" y="5850"/>
                    <a:pt x="23517" y="5283"/>
                  </a:cubicBezTo>
                  <a:cubicBezTo>
                    <a:pt x="23360" y="5081"/>
                    <a:pt x="23127" y="4969"/>
                    <a:pt x="22889" y="4969"/>
                  </a:cubicBezTo>
                  <a:cubicBezTo>
                    <a:pt x="22774" y="4969"/>
                    <a:pt x="22659" y="4995"/>
                    <a:pt x="22550" y="5050"/>
                  </a:cubicBezTo>
                  <a:lnTo>
                    <a:pt x="21015" y="5817"/>
                  </a:lnTo>
                  <a:cubicBezTo>
                    <a:pt x="20382" y="5083"/>
                    <a:pt x="19681" y="4449"/>
                    <a:pt x="18881" y="3949"/>
                  </a:cubicBezTo>
                  <a:lnTo>
                    <a:pt x="19448" y="2281"/>
                  </a:lnTo>
                  <a:cubicBezTo>
                    <a:pt x="19581" y="1948"/>
                    <a:pt x="19414" y="1581"/>
                    <a:pt x="19114" y="1380"/>
                  </a:cubicBezTo>
                  <a:cubicBezTo>
                    <a:pt x="17846" y="713"/>
                    <a:pt x="16479" y="246"/>
                    <a:pt x="15044" y="13"/>
                  </a:cubicBezTo>
                  <a:cubicBezTo>
                    <a:pt x="14997" y="4"/>
                    <a:pt x="14950" y="0"/>
                    <a:pt x="149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73">
              <a:extLst>
                <a:ext uri="{FF2B5EF4-FFF2-40B4-BE49-F238E27FC236}">
                  <a16:creationId xmlns:a16="http://schemas.microsoft.com/office/drawing/2014/main" id="{8F899D2F-A491-F8C5-D9E7-BF850A967E12}"/>
                </a:ext>
              </a:extLst>
            </p:cNvPr>
            <p:cNvSpPr/>
            <p:nvPr/>
          </p:nvSpPr>
          <p:spPr>
            <a:xfrm>
              <a:off x="7056049" y="2787744"/>
              <a:ext cx="759405" cy="772446"/>
            </a:xfrm>
            <a:custGeom>
              <a:avLst/>
              <a:gdLst/>
              <a:ahLst/>
              <a:cxnLst/>
              <a:rect l="l" t="t" r="r" b="b"/>
              <a:pathLst>
                <a:path w="47168" h="47978" extrusionOk="0">
                  <a:moveTo>
                    <a:pt x="17528" y="0"/>
                  </a:moveTo>
                  <a:cubicBezTo>
                    <a:pt x="15721" y="0"/>
                    <a:pt x="13771" y="272"/>
                    <a:pt x="11642" y="810"/>
                  </a:cubicBezTo>
                  <a:cubicBezTo>
                    <a:pt x="0" y="4046"/>
                    <a:pt x="4603" y="22692"/>
                    <a:pt x="4670" y="37036"/>
                  </a:cubicBezTo>
                  <a:cubicBezTo>
                    <a:pt x="4670" y="43074"/>
                    <a:pt x="13643" y="47977"/>
                    <a:pt x="24651" y="47977"/>
                  </a:cubicBezTo>
                  <a:cubicBezTo>
                    <a:pt x="35425" y="47910"/>
                    <a:pt x="46533" y="43274"/>
                    <a:pt x="47134" y="37036"/>
                  </a:cubicBezTo>
                  <a:cubicBezTo>
                    <a:pt x="47167" y="36469"/>
                    <a:pt x="47067" y="35902"/>
                    <a:pt x="46800" y="35401"/>
                  </a:cubicBezTo>
                  <a:cubicBezTo>
                    <a:pt x="44966" y="31899"/>
                    <a:pt x="36293" y="15354"/>
                    <a:pt x="31656" y="8582"/>
                  </a:cubicBezTo>
                  <a:cubicBezTo>
                    <a:pt x="27662" y="2807"/>
                    <a:pt x="23337" y="0"/>
                    <a:pt x="1752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3">
              <a:extLst>
                <a:ext uri="{FF2B5EF4-FFF2-40B4-BE49-F238E27FC236}">
                  <a16:creationId xmlns:a16="http://schemas.microsoft.com/office/drawing/2014/main" id="{0C0972A3-BE27-AC00-16CA-85E8EB613D1B}"/>
                </a:ext>
              </a:extLst>
            </p:cNvPr>
            <p:cNvSpPr/>
            <p:nvPr/>
          </p:nvSpPr>
          <p:spPr>
            <a:xfrm>
              <a:off x="7056049" y="2787744"/>
              <a:ext cx="759405" cy="772446"/>
            </a:xfrm>
            <a:custGeom>
              <a:avLst/>
              <a:gdLst/>
              <a:ahLst/>
              <a:cxnLst/>
              <a:rect l="l" t="t" r="r" b="b"/>
              <a:pathLst>
                <a:path w="47168" h="47978" extrusionOk="0">
                  <a:moveTo>
                    <a:pt x="17528" y="0"/>
                  </a:moveTo>
                  <a:cubicBezTo>
                    <a:pt x="15721" y="0"/>
                    <a:pt x="13771" y="272"/>
                    <a:pt x="11642" y="810"/>
                  </a:cubicBezTo>
                  <a:cubicBezTo>
                    <a:pt x="0" y="4046"/>
                    <a:pt x="4603" y="22692"/>
                    <a:pt x="4670" y="37036"/>
                  </a:cubicBezTo>
                  <a:cubicBezTo>
                    <a:pt x="4670" y="43074"/>
                    <a:pt x="13643" y="47977"/>
                    <a:pt x="24651" y="47977"/>
                  </a:cubicBezTo>
                  <a:cubicBezTo>
                    <a:pt x="35425" y="47910"/>
                    <a:pt x="46533" y="43274"/>
                    <a:pt x="47134" y="37036"/>
                  </a:cubicBezTo>
                  <a:cubicBezTo>
                    <a:pt x="47167" y="36469"/>
                    <a:pt x="47067" y="35902"/>
                    <a:pt x="46800" y="35401"/>
                  </a:cubicBezTo>
                  <a:cubicBezTo>
                    <a:pt x="44966" y="31899"/>
                    <a:pt x="36293" y="15354"/>
                    <a:pt x="31656" y="8582"/>
                  </a:cubicBezTo>
                  <a:cubicBezTo>
                    <a:pt x="27662" y="2807"/>
                    <a:pt x="23337" y="0"/>
                    <a:pt x="17528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3">
              <a:extLst>
                <a:ext uri="{FF2B5EF4-FFF2-40B4-BE49-F238E27FC236}">
                  <a16:creationId xmlns:a16="http://schemas.microsoft.com/office/drawing/2014/main" id="{DF467876-5A09-C826-24D7-17A0CACEC7BC}"/>
                </a:ext>
              </a:extLst>
            </p:cNvPr>
            <p:cNvSpPr/>
            <p:nvPr/>
          </p:nvSpPr>
          <p:spPr>
            <a:xfrm>
              <a:off x="7055501" y="2800238"/>
              <a:ext cx="662209" cy="759952"/>
            </a:xfrm>
            <a:custGeom>
              <a:avLst/>
              <a:gdLst/>
              <a:ahLst/>
              <a:cxnLst/>
              <a:rect l="l" t="t" r="r" b="b"/>
              <a:pathLst>
                <a:path w="41131" h="47202" extrusionOk="0">
                  <a:moveTo>
                    <a:pt x="11642" y="1"/>
                  </a:moveTo>
                  <a:cubicBezTo>
                    <a:pt x="1" y="3236"/>
                    <a:pt x="4637" y="21883"/>
                    <a:pt x="4704" y="36227"/>
                  </a:cubicBezTo>
                  <a:cubicBezTo>
                    <a:pt x="4704" y="42298"/>
                    <a:pt x="13644" y="47201"/>
                    <a:pt x="24685" y="47201"/>
                  </a:cubicBezTo>
                  <a:cubicBezTo>
                    <a:pt x="30689" y="47134"/>
                    <a:pt x="36794" y="45667"/>
                    <a:pt x="41130" y="43332"/>
                  </a:cubicBezTo>
                  <a:cubicBezTo>
                    <a:pt x="37761" y="35226"/>
                    <a:pt x="31757" y="21049"/>
                    <a:pt x="28488" y="14478"/>
                  </a:cubicBezTo>
                  <a:cubicBezTo>
                    <a:pt x="23718" y="5004"/>
                    <a:pt x="19882" y="1"/>
                    <a:pt x="116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3">
              <a:extLst>
                <a:ext uri="{FF2B5EF4-FFF2-40B4-BE49-F238E27FC236}">
                  <a16:creationId xmlns:a16="http://schemas.microsoft.com/office/drawing/2014/main" id="{2DDA6982-3002-DC5A-1962-E4D56393DF5F}"/>
                </a:ext>
              </a:extLst>
            </p:cNvPr>
            <p:cNvSpPr/>
            <p:nvPr/>
          </p:nvSpPr>
          <p:spPr>
            <a:xfrm>
              <a:off x="7111899" y="2834805"/>
              <a:ext cx="429661" cy="491775"/>
            </a:xfrm>
            <a:custGeom>
              <a:avLst/>
              <a:gdLst/>
              <a:ahLst/>
              <a:cxnLst/>
              <a:rect l="l" t="t" r="r" b="b"/>
              <a:pathLst>
                <a:path w="26687" h="30545" extrusionOk="0">
                  <a:moveTo>
                    <a:pt x="8921" y="1"/>
                  </a:moveTo>
                  <a:cubicBezTo>
                    <a:pt x="7438" y="1"/>
                    <a:pt x="5961" y="615"/>
                    <a:pt x="4337" y="1756"/>
                  </a:cubicBezTo>
                  <a:cubicBezTo>
                    <a:pt x="2769" y="3891"/>
                    <a:pt x="1501" y="6226"/>
                    <a:pt x="534" y="8695"/>
                  </a:cubicBezTo>
                  <a:cubicBezTo>
                    <a:pt x="0" y="12764"/>
                    <a:pt x="234" y="17568"/>
                    <a:pt x="567" y="22471"/>
                  </a:cubicBezTo>
                  <a:cubicBezTo>
                    <a:pt x="968" y="23339"/>
                    <a:pt x="1468" y="24139"/>
                    <a:pt x="2035" y="24906"/>
                  </a:cubicBezTo>
                  <a:cubicBezTo>
                    <a:pt x="4738" y="28640"/>
                    <a:pt x="8909" y="30545"/>
                    <a:pt x="13094" y="30545"/>
                  </a:cubicBezTo>
                  <a:cubicBezTo>
                    <a:pt x="16762" y="30545"/>
                    <a:pt x="20440" y="29083"/>
                    <a:pt x="23150" y="26107"/>
                  </a:cubicBezTo>
                  <a:cubicBezTo>
                    <a:pt x="26686" y="22104"/>
                    <a:pt x="24751" y="15533"/>
                    <a:pt x="19381" y="8395"/>
                  </a:cubicBezTo>
                  <a:cubicBezTo>
                    <a:pt x="14994" y="2553"/>
                    <a:pt x="11944" y="1"/>
                    <a:pt x="892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3">
              <a:extLst>
                <a:ext uri="{FF2B5EF4-FFF2-40B4-BE49-F238E27FC236}">
                  <a16:creationId xmlns:a16="http://schemas.microsoft.com/office/drawing/2014/main" id="{B12B817C-5CB6-32D1-55A5-4C0D9A328750}"/>
                </a:ext>
              </a:extLst>
            </p:cNvPr>
            <p:cNvSpPr/>
            <p:nvPr/>
          </p:nvSpPr>
          <p:spPr>
            <a:xfrm>
              <a:off x="6029207" y="2807370"/>
              <a:ext cx="1600952" cy="1222650"/>
            </a:xfrm>
            <a:custGeom>
              <a:avLst/>
              <a:gdLst/>
              <a:ahLst/>
              <a:cxnLst/>
              <a:rect l="l" t="t" r="r" b="b"/>
              <a:pathLst>
                <a:path w="99438" h="75941" extrusionOk="0">
                  <a:moveTo>
                    <a:pt x="69425" y="1"/>
                  </a:moveTo>
                  <a:cubicBezTo>
                    <a:pt x="68718" y="1"/>
                    <a:pt x="67983" y="75"/>
                    <a:pt x="67215" y="225"/>
                  </a:cubicBezTo>
                  <a:cubicBezTo>
                    <a:pt x="52905" y="4228"/>
                    <a:pt x="22183" y="8998"/>
                    <a:pt x="12342" y="13835"/>
                  </a:cubicBezTo>
                  <a:cubicBezTo>
                    <a:pt x="10808" y="14602"/>
                    <a:pt x="9340" y="15536"/>
                    <a:pt x="8006" y="16603"/>
                  </a:cubicBezTo>
                  <a:cubicBezTo>
                    <a:pt x="5638" y="18438"/>
                    <a:pt x="4070" y="22040"/>
                    <a:pt x="3636" y="24609"/>
                  </a:cubicBezTo>
                  <a:cubicBezTo>
                    <a:pt x="2269" y="32848"/>
                    <a:pt x="1501" y="40087"/>
                    <a:pt x="1068" y="46224"/>
                  </a:cubicBezTo>
                  <a:cubicBezTo>
                    <a:pt x="968" y="46892"/>
                    <a:pt x="934" y="47559"/>
                    <a:pt x="934" y="48259"/>
                  </a:cubicBezTo>
                  <a:cubicBezTo>
                    <a:pt x="0" y="56298"/>
                    <a:pt x="1968" y="61369"/>
                    <a:pt x="11909" y="67106"/>
                  </a:cubicBezTo>
                  <a:cubicBezTo>
                    <a:pt x="22220" y="73058"/>
                    <a:pt x="35143" y="75940"/>
                    <a:pt x="47861" y="75940"/>
                  </a:cubicBezTo>
                  <a:cubicBezTo>
                    <a:pt x="59664" y="75940"/>
                    <a:pt x="71291" y="73457"/>
                    <a:pt x="80491" y="68640"/>
                  </a:cubicBezTo>
                  <a:cubicBezTo>
                    <a:pt x="90765" y="63237"/>
                    <a:pt x="94001" y="54564"/>
                    <a:pt x="95468" y="49860"/>
                  </a:cubicBezTo>
                  <a:cubicBezTo>
                    <a:pt x="99438" y="32548"/>
                    <a:pt x="90065" y="20273"/>
                    <a:pt x="86762" y="15603"/>
                  </a:cubicBezTo>
                  <a:cubicBezTo>
                    <a:pt x="79756" y="5692"/>
                    <a:pt x="75625" y="1"/>
                    <a:pt x="69425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3">
              <a:extLst>
                <a:ext uri="{FF2B5EF4-FFF2-40B4-BE49-F238E27FC236}">
                  <a16:creationId xmlns:a16="http://schemas.microsoft.com/office/drawing/2014/main" id="{DDC4A415-68B0-9368-05C8-E15EF3A34BC0}"/>
                </a:ext>
              </a:extLst>
            </p:cNvPr>
            <p:cNvSpPr/>
            <p:nvPr/>
          </p:nvSpPr>
          <p:spPr>
            <a:xfrm>
              <a:off x="6029207" y="2807370"/>
              <a:ext cx="1600952" cy="1222650"/>
            </a:xfrm>
            <a:custGeom>
              <a:avLst/>
              <a:gdLst/>
              <a:ahLst/>
              <a:cxnLst/>
              <a:rect l="l" t="t" r="r" b="b"/>
              <a:pathLst>
                <a:path w="99438" h="75941" extrusionOk="0">
                  <a:moveTo>
                    <a:pt x="69425" y="1"/>
                  </a:moveTo>
                  <a:cubicBezTo>
                    <a:pt x="68718" y="1"/>
                    <a:pt x="67983" y="75"/>
                    <a:pt x="67215" y="225"/>
                  </a:cubicBezTo>
                  <a:cubicBezTo>
                    <a:pt x="52905" y="4228"/>
                    <a:pt x="22183" y="8998"/>
                    <a:pt x="12342" y="13835"/>
                  </a:cubicBezTo>
                  <a:cubicBezTo>
                    <a:pt x="10808" y="14602"/>
                    <a:pt x="9340" y="15536"/>
                    <a:pt x="8006" y="16603"/>
                  </a:cubicBezTo>
                  <a:cubicBezTo>
                    <a:pt x="5638" y="18438"/>
                    <a:pt x="4070" y="22040"/>
                    <a:pt x="3636" y="24609"/>
                  </a:cubicBezTo>
                  <a:cubicBezTo>
                    <a:pt x="2269" y="32848"/>
                    <a:pt x="1501" y="40087"/>
                    <a:pt x="1068" y="46224"/>
                  </a:cubicBezTo>
                  <a:cubicBezTo>
                    <a:pt x="968" y="46892"/>
                    <a:pt x="934" y="47559"/>
                    <a:pt x="934" y="48259"/>
                  </a:cubicBezTo>
                  <a:cubicBezTo>
                    <a:pt x="0" y="56298"/>
                    <a:pt x="1968" y="61369"/>
                    <a:pt x="11909" y="67106"/>
                  </a:cubicBezTo>
                  <a:cubicBezTo>
                    <a:pt x="22220" y="73058"/>
                    <a:pt x="35143" y="75940"/>
                    <a:pt x="47861" y="75940"/>
                  </a:cubicBezTo>
                  <a:cubicBezTo>
                    <a:pt x="59664" y="75940"/>
                    <a:pt x="71291" y="73457"/>
                    <a:pt x="80491" y="68640"/>
                  </a:cubicBezTo>
                  <a:cubicBezTo>
                    <a:pt x="87930" y="64804"/>
                    <a:pt x="93400" y="57966"/>
                    <a:pt x="95468" y="49860"/>
                  </a:cubicBezTo>
                  <a:cubicBezTo>
                    <a:pt x="99438" y="32548"/>
                    <a:pt x="90065" y="20273"/>
                    <a:pt x="86762" y="15603"/>
                  </a:cubicBezTo>
                  <a:cubicBezTo>
                    <a:pt x="79756" y="5692"/>
                    <a:pt x="75625" y="1"/>
                    <a:pt x="69425" y="1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3">
              <a:extLst>
                <a:ext uri="{FF2B5EF4-FFF2-40B4-BE49-F238E27FC236}">
                  <a16:creationId xmlns:a16="http://schemas.microsoft.com/office/drawing/2014/main" id="{0DE7A914-F181-A088-532E-4786C1E042FA}"/>
                </a:ext>
              </a:extLst>
            </p:cNvPr>
            <p:cNvSpPr/>
            <p:nvPr/>
          </p:nvSpPr>
          <p:spPr>
            <a:xfrm>
              <a:off x="6029207" y="3059754"/>
              <a:ext cx="729330" cy="969268"/>
            </a:xfrm>
            <a:custGeom>
              <a:avLst/>
              <a:gdLst/>
              <a:ahLst/>
              <a:cxnLst/>
              <a:rect l="l" t="t" r="r" b="b"/>
              <a:pathLst>
                <a:path w="45300" h="60203" extrusionOk="0">
                  <a:moveTo>
                    <a:pt x="11271" y="0"/>
                  </a:moveTo>
                  <a:cubicBezTo>
                    <a:pt x="10117" y="0"/>
                    <a:pt x="9018" y="302"/>
                    <a:pt x="8039" y="927"/>
                  </a:cubicBezTo>
                  <a:cubicBezTo>
                    <a:pt x="5638" y="2762"/>
                    <a:pt x="4070" y="6364"/>
                    <a:pt x="3636" y="8933"/>
                  </a:cubicBezTo>
                  <a:cubicBezTo>
                    <a:pt x="2269" y="17172"/>
                    <a:pt x="1535" y="24411"/>
                    <a:pt x="1068" y="30548"/>
                  </a:cubicBezTo>
                  <a:cubicBezTo>
                    <a:pt x="968" y="31216"/>
                    <a:pt x="934" y="31883"/>
                    <a:pt x="934" y="32583"/>
                  </a:cubicBezTo>
                  <a:cubicBezTo>
                    <a:pt x="0" y="40622"/>
                    <a:pt x="1968" y="45693"/>
                    <a:pt x="11909" y="51430"/>
                  </a:cubicBezTo>
                  <a:cubicBezTo>
                    <a:pt x="21549" y="57001"/>
                    <a:pt x="33424" y="59869"/>
                    <a:pt x="45299" y="60203"/>
                  </a:cubicBezTo>
                  <a:cubicBezTo>
                    <a:pt x="25252" y="58869"/>
                    <a:pt x="23617" y="45659"/>
                    <a:pt x="25719" y="36052"/>
                  </a:cubicBezTo>
                  <a:cubicBezTo>
                    <a:pt x="27787" y="26479"/>
                    <a:pt x="25685" y="17939"/>
                    <a:pt x="22383" y="9834"/>
                  </a:cubicBezTo>
                  <a:cubicBezTo>
                    <a:pt x="19826" y="3557"/>
                    <a:pt x="15229" y="0"/>
                    <a:pt x="1127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3">
              <a:extLst>
                <a:ext uri="{FF2B5EF4-FFF2-40B4-BE49-F238E27FC236}">
                  <a16:creationId xmlns:a16="http://schemas.microsoft.com/office/drawing/2014/main" id="{642EB5EA-43CC-15C0-293A-8F7A3FF4127B}"/>
                </a:ext>
              </a:extLst>
            </p:cNvPr>
            <p:cNvSpPr/>
            <p:nvPr/>
          </p:nvSpPr>
          <p:spPr>
            <a:xfrm>
              <a:off x="6029207" y="2807225"/>
              <a:ext cx="1600952" cy="1222344"/>
            </a:xfrm>
            <a:custGeom>
              <a:avLst/>
              <a:gdLst/>
              <a:ahLst/>
              <a:cxnLst/>
              <a:rect l="l" t="t" r="r" b="b"/>
              <a:pathLst>
                <a:path w="99438" h="75922" extrusionOk="0">
                  <a:moveTo>
                    <a:pt x="69450" y="367"/>
                  </a:moveTo>
                  <a:lnTo>
                    <a:pt x="69450" y="401"/>
                  </a:lnTo>
                  <a:cubicBezTo>
                    <a:pt x="75554" y="401"/>
                    <a:pt x="79657" y="6205"/>
                    <a:pt x="86429" y="15845"/>
                  </a:cubicBezTo>
                  <a:lnTo>
                    <a:pt x="86862" y="16412"/>
                  </a:lnTo>
                  <a:cubicBezTo>
                    <a:pt x="90432" y="21449"/>
                    <a:pt x="98871" y="33291"/>
                    <a:pt x="95102" y="49769"/>
                  </a:cubicBezTo>
                  <a:cubicBezTo>
                    <a:pt x="94168" y="54273"/>
                    <a:pt x="90999" y="62679"/>
                    <a:pt x="80291" y="68283"/>
                  </a:cubicBezTo>
                  <a:cubicBezTo>
                    <a:pt x="71385" y="72953"/>
                    <a:pt x="59876" y="75521"/>
                    <a:pt x="47868" y="75521"/>
                  </a:cubicBezTo>
                  <a:cubicBezTo>
                    <a:pt x="34625" y="75521"/>
                    <a:pt x="21949" y="72419"/>
                    <a:pt x="12142" y="66748"/>
                  </a:cubicBezTo>
                  <a:cubicBezTo>
                    <a:pt x="1935" y="60877"/>
                    <a:pt x="467" y="55740"/>
                    <a:pt x="1335" y="48268"/>
                  </a:cubicBezTo>
                  <a:lnTo>
                    <a:pt x="1335" y="48235"/>
                  </a:lnTo>
                  <a:cubicBezTo>
                    <a:pt x="1335" y="47568"/>
                    <a:pt x="1368" y="46901"/>
                    <a:pt x="1468" y="46233"/>
                  </a:cubicBezTo>
                  <a:cubicBezTo>
                    <a:pt x="2002" y="38761"/>
                    <a:pt x="2869" y="31723"/>
                    <a:pt x="4037" y="24651"/>
                  </a:cubicBezTo>
                  <a:cubicBezTo>
                    <a:pt x="4437" y="22150"/>
                    <a:pt x="5938" y="18647"/>
                    <a:pt x="8240" y="16879"/>
                  </a:cubicBezTo>
                  <a:cubicBezTo>
                    <a:pt x="9574" y="15845"/>
                    <a:pt x="11008" y="14944"/>
                    <a:pt x="12509" y="14177"/>
                  </a:cubicBezTo>
                  <a:cubicBezTo>
                    <a:pt x="18647" y="11175"/>
                    <a:pt x="32724" y="8206"/>
                    <a:pt x="46333" y="5371"/>
                  </a:cubicBezTo>
                  <a:cubicBezTo>
                    <a:pt x="54372" y="3703"/>
                    <a:pt x="61945" y="2102"/>
                    <a:pt x="67315" y="601"/>
                  </a:cubicBezTo>
                  <a:cubicBezTo>
                    <a:pt x="68016" y="467"/>
                    <a:pt x="68749" y="401"/>
                    <a:pt x="69450" y="367"/>
                  </a:cubicBezTo>
                  <a:close/>
                  <a:moveTo>
                    <a:pt x="69450" y="0"/>
                  </a:moveTo>
                  <a:cubicBezTo>
                    <a:pt x="68716" y="0"/>
                    <a:pt x="67949" y="67"/>
                    <a:pt x="67215" y="234"/>
                  </a:cubicBezTo>
                  <a:cubicBezTo>
                    <a:pt x="52905" y="4203"/>
                    <a:pt x="22183" y="8973"/>
                    <a:pt x="12342" y="13810"/>
                  </a:cubicBezTo>
                  <a:cubicBezTo>
                    <a:pt x="10808" y="14611"/>
                    <a:pt x="9374" y="15511"/>
                    <a:pt x="8006" y="16579"/>
                  </a:cubicBezTo>
                  <a:cubicBezTo>
                    <a:pt x="5638" y="18414"/>
                    <a:pt x="4070" y="22016"/>
                    <a:pt x="3636" y="24618"/>
                  </a:cubicBezTo>
                  <a:cubicBezTo>
                    <a:pt x="2269" y="32857"/>
                    <a:pt x="1535" y="40096"/>
                    <a:pt x="1068" y="46200"/>
                  </a:cubicBezTo>
                  <a:cubicBezTo>
                    <a:pt x="1001" y="46867"/>
                    <a:pt x="934" y="47568"/>
                    <a:pt x="934" y="48235"/>
                  </a:cubicBezTo>
                  <a:cubicBezTo>
                    <a:pt x="0" y="56307"/>
                    <a:pt x="2002" y="61344"/>
                    <a:pt x="11909" y="67082"/>
                  </a:cubicBezTo>
                  <a:cubicBezTo>
                    <a:pt x="22250" y="73053"/>
                    <a:pt x="35159" y="75921"/>
                    <a:pt x="47868" y="75921"/>
                  </a:cubicBezTo>
                  <a:cubicBezTo>
                    <a:pt x="59676" y="75921"/>
                    <a:pt x="71285" y="73420"/>
                    <a:pt x="80491" y="68616"/>
                  </a:cubicBezTo>
                  <a:cubicBezTo>
                    <a:pt x="90765" y="63212"/>
                    <a:pt x="94368" y="55273"/>
                    <a:pt x="95502" y="49836"/>
                  </a:cubicBezTo>
                  <a:cubicBezTo>
                    <a:pt x="99438" y="32557"/>
                    <a:pt x="90065" y="20248"/>
                    <a:pt x="86762" y="15578"/>
                  </a:cubicBezTo>
                  <a:cubicBezTo>
                    <a:pt x="79791" y="5704"/>
                    <a:pt x="75654" y="0"/>
                    <a:pt x="6945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3">
              <a:extLst>
                <a:ext uri="{FF2B5EF4-FFF2-40B4-BE49-F238E27FC236}">
                  <a16:creationId xmlns:a16="http://schemas.microsoft.com/office/drawing/2014/main" id="{A2C4B833-87EB-A13F-88BF-7214A85C8C70}"/>
                </a:ext>
              </a:extLst>
            </p:cNvPr>
            <p:cNvSpPr/>
            <p:nvPr/>
          </p:nvSpPr>
          <p:spPr>
            <a:xfrm>
              <a:off x="7064099" y="3640481"/>
              <a:ext cx="355536" cy="362765"/>
            </a:xfrm>
            <a:custGeom>
              <a:avLst/>
              <a:gdLst/>
              <a:ahLst/>
              <a:cxnLst/>
              <a:rect l="l" t="t" r="r" b="b"/>
              <a:pathLst>
                <a:path w="22083" h="22532" extrusionOk="0">
                  <a:moveTo>
                    <a:pt x="10627" y="0"/>
                  </a:moveTo>
                  <a:cubicBezTo>
                    <a:pt x="10422" y="0"/>
                    <a:pt x="10216" y="59"/>
                    <a:pt x="10008" y="183"/>
                  </a:cubicBezTo>
                  <a:cubicBezTo>
                    <a:pt x="7839" y="1417"/>
                    <a:pt x="8874" y="6120"/>
                    <a:pt x="5004" y="15093"/>
                  </a:cubicBezTo>
                  <a:cubicBezTo>
                    <a:pt x="3803" y="17895"/>
                    <a:pt x="2102" y="20397"/>
                    <a:pt x="1" y="22532"/>
                  </a:cubicBezTo>
                  <a:cubicBezTo>
                    <a:pt x="5638" y="21398"/>
                    <a:pt x="11075" y="19496"/>
                    <a:pt x="16212" y="16894"/>
                  </a:cubicBezTo>
                  <a:cubicBezTo>
                    <a:pt x="18280" y="15794"/>
                    <a:pt x="20248" y="14493"/>
                    <a:pt x="22083" y="12992"/>
                  </a:cubicBezTo>
                  <a:cubicBezTo>
                    <a:pt x="19381" y="11958"/>
                    <a:pt x="17179" y="9289"/>
                    <a:pt x="15578" y="6454"/>
                  </a:cubicBezTo>
                  <a:cubicBezTo>
                    <a:pt x="13424" y="2757"/>
                    <a:pt x="12033" y="0"/>
                    <a:pt x="106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3">
              <a:extLst>
                <a:ext uri="{FF2B5EF4-FFF2-40B4-BE49-F238E27FC236}">
                  <a16:creationId xmlns:a16="http://schemas.microsoft.com/office/drawing/2014/main" id="{705BAE1D-FC96-B7C1-7112-AB8559FB3046}"/>
                </a:ext>
              </a:extLst>
            </p:cNvPr>
            <p:cNvSpPr/>
            <p:nvPr/>
          </p:nvSpPr>
          <p:spPr>
            <a:xfrm>
              <a:off x="7202655" y="3640481"/>
              <a:ext cx="216980" cy="236026"/>
            </a:xfrm>
            <a:custGeom>
              <a:avLst/>
              <a:gdLst/>
              <a:ahLst/>
              <a:cxnLst/>
              <a:rect l="l" t="t" r="r" b="b"/>
              <a:pathLst>
                <a:path w="13477" h="14660" extrusionOk="0">
                  <a:moveTo>
                    <a:pt x="2021" y="0"/>
                  </a:moveTo>
                  <a:cubicBezTo>
                    <a:pt x="1816" y="0"/>
                    <a:pt x="1610" y="59"/>
                    <a:pt x="1402" y="183"/>
                  </a:cubicBezTo>
                  <a:cubicBezTo>
                    <a:pt x="668" y="583"/>
                    <a:pt x="301" y="1417"/>
                    <a:pt x="1" y="2651"/>
                  </a:cubicBezTo>
                  <a:cubicBezTo>
                    <a:pt x="2236" y="2951"/>
                    <a:pt x="3603" y="5553"/>
                    <a:pt x="4571" y="7755"/>
                  </a:cubicBezTo>
                  <a:cubicBezTo>
                    <a:pt x="5571" y="9956"/>
                    <a:pt x="8240" y="13826"/>
                    <a:pt x="11242" y="14660"/>
                  </a:cubicBezTo>
                  <a:cubicBezTo>
                    <a:pt x="12043" y="14126"/>
                    <a:pt x="12776" y="13559"/>
                    <a:pt x="13477" y="12992"/>
                  </a:cubicBezTo>
                  <a:cubicBezTo>
                    <a:pt x="10775" y="11958"/>
                    <a:pt x="8573" y="9289"/>
                    <a:pt x="6972" y="6454"/>
                  </a:cubicBezTo>
                  <a:cubicBezTo>
                    <a:pt x="4818" y="2757"/>
                    <a:pt x="3427" y="0"/>
                    <a:pt x="202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3">
              <a:extLst>
                <a:ext uri="{FF2B5EF4-FFF2-40B4-BE49-F238E27FC236}">
                  <a16:creationId xmlns:a16="http://schemas.microsoft.com/office/drawing/2014/main" id="{BB8B44B5-3F3E-612B-FE1B-F46700407557}"/>
                </a:ext>
              </a:extLst>
            </p:cNvPr>
            <p:cNvSpPr/>
            <p:nvPr/>
          </p:nvSpPr>
          <p:spPr>
            <a:xfrm>
              <a:off x="5924476" y="3102354"/>
              <a:ext cx="483370" cy="553840"/>
            </a:xfrm>
            <a:custGeom>
              <a:avLst/>
              <a:gdLst/>
              <a:ahLst/>
              <a:cxnLst/>
              <a:rect l="l" t="t" r="r" b="b"/>
              <a:pathLst>
                <a:path w="30023" h="34400" extrusionOk="0">
                  <a:moveTo>
                    <a:pt x="16317" y="0"/>
                  </a:moveTo>
                  <a:cubicBezTo>
                    <a:pt x="15269" y="0"/>
                    <a:pt x="14223" y="301"/>
                    <a:pt x="13210" y="950"/>
                  </a:cubicBezTo>
                  <a:cubicBezTo>
                    <a:pt x="4471" y="7188"/>
                    <a:pt x="1" y="15594"/>
                    <a:pt x="2703" y="23933"/>
                  </a:cubicBezTo>
                  <a:cubicBezTo>
                    <a:pt x="4967" y="30868"/>
                    <a:pt x="10934" y="34400"/>
                    <a:pt x="16865" y="34400"/>
                  </a:cubicBezTo>
                  <a:cubicBezTo>
                    <a:pt x="19322" y="34400"/>
                    <a:pt x="21772" y="33794"/>
                    <a:pt x="23951" y="32572"/>
                  </a:cubicBezTo>
                  <a:cubicBezTo>
                    <a:pt x="28988" y="29737"/>
                    <a:pt x="30022" y="22899"/>
                    <a:pt x="27587" y="13492"/>
                  </a:cubicBezTo>
                  <a:cubicBezTo>
                    <a:pt x="25576" y="5827"/>
                    <a:pt x="20929" y="0"/>
                    <a:pt x="16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6" name="Google Shape;4156;p73">
              <a:extLst>
                <a:ext uri="{FF2B5EF4-FFF2-40B4-BE49-F238E27FC236}">
                  <a16:creationId xmlns:a16="http://schemas.microsoft.com/office/drawing/2014/main" id="{150C0FAB-77F7-3BC6-6837-C27AC1064FC2}"/>
                </a:ext>
              </a:extLst>
            </p:cNvPr>
            <p:cNvSpPr/>
            <p:nvPr/>
          </p:nvSpPr>
          <p:spPr>
            <a:xfrm>
              <a:off x="5647894" y="3096156"/>
              <a:ext cx="759405" cy="1076430"/>
            </a:xfrm>
            <a:custGeom>
              <a:avLst/>
              <a:gdLst/>
              <a:ahLst/>
              <a:cxnLst/>
              <a:rect l="l" t="t" r="r" b="b"/>
              <a:pathLst>
                <a:path w="47168" h="66859" extrusionOk="0">
                  <a:moveTo>
                    <a:pt x="27751" y="0"/>
                  </a:moveTo>
                  <a:cubicBezTo>
                    <a:pt x="27018" y="0"/>
                    <a:pt x="26288" y="159"/>
                    <a:pt x="25619" y="468"/>
                  </a:cubicBezTo>
                  <a:cubicBezTo>
                    <a:pt x="17180" y="4237"/>
                    <a:pt x="13544" y="8807"/>
                    <a:pt x="9241" y="23217"/>
                  </a:cubicBezTo>
                  <a:cubicBezTo>
                    <a:pt x="6505" y="32257"/>
                    <a:pt x="635" y="54606"/>
                    <a:pt x="334" y="56808"/>
                  </a:cubicBezTo>
                  <a:cubicBezTo>
                    <a:pt x="1" y="58976"/>
                    <a:pt x="2269" y="62412"/>
                    <a:pt x="5605" y="64247"/>
                  </a:cubicBezTo>
                  <a:cubicBezTo>
                    <a:pt x="8743" y="65988"/>
                    <a:pt x="13526" y="66859"/>
                    <a:pt x="18435" y="66859"/>
                  </a:cubicBezTo>
                  <a:cubicBezTo>
                    <a:pt x="23963" y="66859"/>
                    <a:pt x="29650" y="65755"/>
                    <a:pt x="33325" y="63546"/>
                  </a:cubicBezTo>
                  <a:cubicBezTo>
                    <a:pt x="36527" y="61611"/>
                    <a:pt x="37894" y="59143"/>
                    <a:pt x="38328" y="56374"/>
                  </a:cubicBezTo>
                  <a:lnTo>
                    <a:pt x="41163" y="39162"/>
                  </a:lnTo>
                  <a:cubicBezTo>
                    <a:pt x="41163" y="39162"/>
                    <a:pt x="47168" y="8340"/>
                    <a:pt x="29789" y="434"/>
                  </a:cubicBezTo>
                  <a:cubicBezTo>
                    <a:pt x="29140" y="142"/>
                    <a:pt x="28444" y="0"/>
                    <a:pt x="277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3">
              <a:extLst>
                <a:ext uri="{FF2B5EF4-FFF2-40B4-BE49-F238E27FC236}">
                  <a16:creationId xmlns:a16="http://schemas.microsoft.com/office/drawing/2014/main" id="{98A72BD1-6B24-D313-AFCC-E994FE44DB72}"/>
                </a:ext>
              </a:extLst>
            </p:cNvPr>
            <p:cNvSpPr/>
            <p:nvPr/>
          </p:nvSpPr>
          <p:spPr>
            <a:xfrm>
              <a:off x="5647894" y="3096156"/>
              <a:ext cx="759405" cy="1076430"/>
            </a:xfrm>
            <a:custGeom>
              <a:avLst/>
              <a:gdLst/>
              <a:ahLst/>
              <a:cxnLst/>
              <a:rect l="l" t="t" r="r" b="b"/>
              <a:pathLst>
                <a:path w="47168" h="66859" extrusionOk="0">
                  <a:moveTo>
                    <a:pt x="27751" y="0"/>
                  </a:moveTo>
                  <a:cubicBezTo>
                    <a:pt x="27018" y="0"/>
                    <a:pt x="26288" y="159"/>
                    <a:pt x="25619" y="468"/>
                  </a:cubicBezTo>
                  <a:cubicBezTo>
                    <a:pt x="17180" y="4237"/>
                    <a:pt x="13544" y="8807"/>
                    <a:pt x="9241" y="23217"/>
                  </a:cubicBezTo>
                  <a:cubicBezTo>
                    <a:pt x="6505" y="32257"/>
                    <a:pt x="635" y="54606"/>
                    <a:pt x="334" y="56808"/>
                  </a:cubicBezTo>
                  <a:cubicBezTo>
                    <a:pt x="1" y="58976"/>
                    <a:pt x="2269" y="62412"/>
                    <a:pt x="5605" y="64247"/>
                  </a:cubicBezTo>
                  <a:cubicBezTo>
                    <a:pt x="8743" y="65988"/>
                    <a:pt x="13526" y="66859"/>
                    <a:pt x="18435" y="66859"/>
                  </a:cubicBezTo>
                  <a:cubicBezTo>
                    <a:pt x="23963" y="66859"/>
                    <a:pt x="29650" y="65755"/>
                    <a:pt x="33325" y="63546"/>
                  </a:cubicBezTo>
                  <a:cubicBezTo>
                    <a:pt x="36527" y="61611"/>
                    <a:pt x="37894" y="59143"/>
                    <a:pt x="38328" y="56374"/>
                  </a:cubicBezTo>
                  <a:lnTo>
                    <a:pt x="41163" y="39162"/>
                  </a:lnTo>
                  <a:cubicBezTo>
                    <a:pt x="41163" y="39162"/>
                    <a:pt x="47168" y="8340"/>
                    <a:pt x="29789" y="434"/>
                  </a:cubicBezTo>
                  <a:cubicBezTo>
                    <a:pt x="29140" y="142"/>
                    <a:pt x="28444" y="0"/>
                    <a:pt x="27751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3">
              <a:extLst>
                <a:ext uri="{FF2B5EF4-FFF2-40B4-BE49-F238E27FC236}">
                  <a16:creationId xmlns:a16="http://schemas.microsoft.com/office/drawing/2014/main" id="{3BF6E560-32C9-741F-0433-EF62DEA06939}"/>
                </a:ext>
              </a:extLst>
            </p:cNvPr>
            <p:cNvSpPr/>
            <p:nvPr/>
          </p:nvSpPr>
          <p:spPr>
            <a:xfrm>
              <a:off x="6126402" y="3123011"/>
              <a:ext cx="272315" cy="1022559"/>
            </a:xfrm>
            <a:custGeom>
              <a:avLst/>
              <a:gdLst/>
              <a:ahLst/>
              <a:cxnLst/>
              <a:rect l="l" t="t" r="r" b="b"/>
              <a:pathLst>
                <a:path w="16914" h="63513" extrusionOk="0">
                  <a:moveTo>
                    <a:pt x="2336" y="0"/>
                  </a:moveTo>
                  <a:lnTo>
                    <a:pt x="2336" y="0"/>
                  </a:lnTo>
                  <a:cubicBezTo>
                    <a:pt x="8507" y="4937"/>
                    <a:pt x="7573" y="16312"/>
                    <a:pt x="5572" y="32123"/>
                  </a:cubicBezTo>
                  <a:cubicBezTo>
                    <a:pt x="4437" y="40963"/>
                    <a:pt x="1836" y="53839"/>
                    <a:pt x="1" y="63513"/>
                  </a:cubicBezTo>
                  <a:cubicBezTo>
                    <a:pt x="1235" y="63079"/>
                    <a:pt x="2469" y="62545"/>
                    <a:pt x="3604" y="61878"/>
                  </a:cubicBezTo>
                  <a:cubicBezTo>
                    <a:pt x="6806" y="59943"/>
                    <a:pt x="8173" y="57475"/>
                    <a:pt x="8607" y="54706"/>
                  </a:cubicBezTo>
                  <a:lnTo>
                    <a:pt x="11442" y="37494"/>
                  </a:lnTo>
                  <a:cubicBezTo>
                    <a:pt x="11442" y="37494"/>
                    <a:pt x="16913" y="9440"/>
                    <a:pt x="233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3">
              <a:extLst>
                <a:ext uri="{FF2B5EF4-FFF2-40B4-BE49-F238E27FC236}">
                  <a16:creationId xmlns:a16="http://schemas.microsoft.com/office/drawing/2014/main" id="{7BC2793E-A112-DAC9-7D14-37F553050B12}"/>
                </a:ext>
              </a:extLst>
            </p:cNvPr>
            <p:cNvSpPr/>
            <p:nvPr/>
          </p:nvSpPr>
          <p:spPr>
            <a:xfrm>
              <a:off x="5647363" y="3096091"/>
              <a:ext cx="760483" cy="1076333"/>
            </a:xfrm>
            <a:custGeom>
              <a:avLst/>
              <a:gdLst/>
              <a:ahLst/>
              <a:cxnLst/>
              <a:rect l="l" t="t" r="r" b="b"/>
              <a:pathLst>
                <a:path w="47235" h="66853" extrusionOk="0">
                  <a:moveTo>
                    <a:pt x="27854" y="371"/>
                  </a:moveTo>
                  <a:cubicBezTo>
                    <a:pt x="28487" y="371"/>
                    <a:pt x="29088" y="505"/>
                    <a:pt x="29688" y="772"/>
                  </a:cubicBezTo>
                  <a:cubicBezTo>
                    <a:pt x="33558" y="2540"/>
                    <a:pt x="36560" y="5642"/>
                    <a:pt x="38595" y="9978"/>
                  </a:cubicBezTo>
                  <a:cubicBezTo>
                    <a:pt x="40229" y="13481"/>
                    <a:pt x="41263" y="17784"/>
                    <a:pt x="41630" y="22788"/>
                  </a:cubicBezTo>
                  <a:cubicBezTo>
                    <a:pt x="41997" y="28225"/>
                    <a:pt x="41730" y="33695"/>
                    <a:pt x="40796" y="39099"/>
                  </a:cubicBezTo>
                  <a:lnTo>
                    <a:pt x="37961" y="56312"/>
                  </a:lnTo>
                  <a:cubicBezTo>
                    <a:pt x="37527" y="59314"/>
                    <a:pt x="35993" y="61515"/>
                    <a:pt x="33157" y="63216"/>
                  </a:cubicBezTo>
                  <a:cubicBezTo>
                    <a:pt x="29788" y="65251"/>
                    <a:pt x="24284" y="66485"/>
                    <a:pt x="18480" y="66485"/>
                  </a:cubicBezTo>
                  <a:cubicBezTo>
                    <a:pt x="13377" y="66485"/>
                    <a:pt x="8773" y="65518"/>
                    <a:pt x="5871" y="63917"/>
                  </a:cubicBezTo>
                  <a:cubicBezTo>
                    <a:pt x="2435" y="62016"/>
                    <a:pt x="434" y="58747"/>
                    <a:pt x="734" y="56845"/>
                  </a:cubicBezTo>
                  <a:cubicBezTo>
                    <a:pt x="1068" y="54577"/>
                    <a:pt x="6972" y="32194"/>
                    <a:pt x="9607" y="23321"/>
                  </a:cubicBezTo>
                  <a:cubicBezTo>
                    <a:pt x="13777" y="9478"/>
                    <a:pt x="17279" y="4641"/>
                    <a:pt x="25785" y="838"/>
                  </a:cubicBezTo>
                  <a:cubicBezTo>
                    <a:pt x="26419" y="538"/>
                    <a:pt x="27120" y="405"/>
                    <a:pt x="27820" y="371"/>
                  </a:cubicBezTo>
                  <a:close/>
                  <a:moveTo>
                    <a:pt x="28025" y="0"/>
                  </a:moveTo>
                  <a:cubicBezTo>
                    <a:pt x="27967" y="0"/>
                    <a:pt x="27910" y="2"/>
                    <a:pt x="27854" y="5"/>
                  </a:cubicBezTo>
                  <a:lnTo>
                    <a:pt x="27820" y="5"/>
                  </a:lnTo>
                  <a:cubicBezTo>
                    <a:pt x="27086" y="5"/>
                    <a:pt x="26319" y="171"/>
                    <a:pt x="25619" y="472"/>
                  </a:cubicBezTo>
                  <a:cubicBezTo>
                    <a:pt x="17213" y="4241"/>
                    <a:pt x="13577" y="8811"/>
                    <a:pt x="9240" y="23221"/>
                  </a:cubicBezTo>
                  <a:cubicBezTo>
                    <a:pt x="6505" y="32261"/>
                    <a:pt x="668" y="54610"/>
                    <a:pt x="334" y="56779"/>
                  </a:cubicBezTo>
                  <a:cubicBezTo>
                    <a:pt x="0" y="58980"/>
                    <a:pt x="2302" y="62416"/>
                    <a:pt x="5638" y="64251"/>
                  </a:cubicBezTo>
                  <a:cubicBezTo>
                    <a:pt x="8773" y="65985"/>
                    <a:pt x="13577" y="66852"/>
                    <a:pt x="18447" y="66852"/>
                  </a:cubicBezTo>
                  <a:cubicBezTo>
                    <a:pt x="23984" y="66852"/>
                    <a:pt x="29688" y="65752"/>
                    <a:pt x="33358" y="63517"/>
                  </a:cubicBezTo>
                  <a:cubicBezTo>
                    <a:pt x="36560" y="61615"/>
                    <a:pt x="37927" y="59147"/>
                    <a:pt x="38361" y="56378"/>
                  </a:cubicBezTo>
                  <a:lnTo>
                    <a:pt x="41196" y="39133"/>
                  </a:lnTo>
                  <a:cubicBezTo>
                    <a:pt x="41196" y="39133"/>
                    <a:pt x="47234" y="8344"/>
                    <a:pt x="29822" y="405"/>
                  </a:cubicBezTo>
                  <a:cubicBezTo>
                    <a:pt x="29272" y="161"/>
                    <a:pt x="28639" y="0"/>
                    <a:pt x="2802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3">
              <a:extLst>
                <a:ext uri="{FF2B5EF4-FFF2-40B4-BE49-F238E27FC236}">
                  <a16:creationId xmlns:a16="http://schemas.microsoft.com/office/drawing/2014/main" id="{5B212574-2412-8721-5477-35EE77BA6DB0}"/>
                </a:ext>
              </a:extLst>
            </p:cNvPr>
            <p:cNvSpPr/>
            <p:nvPr/>
          </p:nvSpPr>
          <p:spPr>
            <a:xfrm>
              <a:off x="6220925" y="2491971"/>
              <a:ext cx="995173" cy="825189"/>
            </a:xfrm>
            <a:custGeom>
              <a:avLst/>
              <a:gdLst/>
              <a:ahLst/>
              <a:cxnLst/>
              <a:rect l="l" t="t" r="r" b="b"/>
              <a:pathLst>
                <a:path w="61812" h="51254" extrusionOk="0">
                  <a:moveTo>
                    <a:pt x="15679" y="1"/>
                  </a:moveTo>
                  <a:lnTo>
                    <a:pt x="15645" y="17913"/>
                  </a:lnTo>
                  <a:cubicBezTo>
                    <a:pt x="15845" y="22450"/>
                    <a:pt x="13310" y="26686"/>
                    <a:pt x="9107" y="28921"/>
                  </a:cubicBezTo>
                  <a:lnTo>
                    <a:pt x="1" y="33725"/>
                  </a:lnTo>
                  <a:cubicBezTo>
                    <a:pt x="10275" y="34992"/>
                    <a:pt x="20415" y="36927"/>
                    <a:pt x="30423" y="39562"/>
                  </a:cubicBezTo>
                  <a:cubicBezTo>
                    <a:pt x="38328" y="41630"/>
                    <a:pt x="49403" y="46267"/>
                    <a:pt x="54540" y="49736"/>
                  </a:cubicBezTo>
                  <a:cubicBezTo>
                    <a:pt x="56023" y="50739"/>
                    <a:pt x="57073" y="51254"/>
                    <a:pt x="57899" y="51254"/>
                  </a:cubicBezTo>
                  <a:cubicBezTo>
                    <a:pt x="59135" y="51254"/>
                    <a:pt x="59871" y="50101"/>
                    <a:pt x="60811" y="47701"/>
                  </a:cubicBezTo>
                  <a:cubicBezTo>
                    <a:pt x="61745" y="45233"/>
                    <a:pt x="61812" y="40930"/>
                    <a:pt x="61044" y="35426"/>
                  </a:cubicBezTo>
                  <a:cubicBezTo>
                    <a:pt x="59610" y="25252"/>
                    <a:pt x="55307" y="19848"/>
                    <a:pt x="55307" y="19848"/>
                  </a:cubicBezTo>
                  <a:lnTo>
                    <a:pt x="54373" y="19948"/>
                  </a:lnTo>
                  <a:cubicBezTo>
                    <a:pt x="54210" y="19963"/>
                    <a:pt x="54048" y="19971"/>
                    <a:pt x="53889" y="19971"/>
                  </a:cubicBezTo>
                  <a:cubicBezTo>
                    <a:pt x="51236" y="19971"/>
                    <a:pt x="49073" y="17929"/>
                    <a:pt x="49136" y="15412"/>
                  </a:cubicBezTo>
                  <a:lnTo>
                    <a:pt x="49303" y="10708"/>
                  </a:lnTo>
                  <a:lnTo>
                    <a:pt x="1567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3">
              <a:extLst>
                <a:ext uri="{FF2B5EF4-FFF2-40B4-BE49-F238E27FC236}">
                  <a16:creationId xmlns:a16="http://schemas.microsoft.com/office/drawing/2014/main" id="{FD3224D9-319A-C29B-D41F-63C7792699AA}"/>
                </a:ext>
              </a:extLst>
            </p:cNvPr>
            <p:cNvSpPr/>
            <p:nvPr/>
          </p:nvSpPr>
          <p:spPr>
            <a:xfrm>
              <a:off x="6527582" y="2508619"/>
              <a:ext cx="584865" cy="792168"/>
            </a:xfrm>
            <a:custGeom>
              <a:avLst/>
              <a:gdLst/>
              <a:ahLst/>
              <a:cxnLst/>
              <a:rect l="l" t="t" r="r" b="b"/>
              <a:pathLst>
                <a:path w="36327" h="49203" extrusionOk="0">
                  <a:moveTo>
                    <a:pt x="1" y="1"/>
                  </a:moveTo>
                  <a:lnTo>
                    <a:pt x="34" y="468"/>
                  </a:lnTo>
                  <a:cubicBezTo>
                    <a:pt x="501" y="9508"/>
                    <a:pt x="3136" y="17447"/>
                    <a:pt x="7840" y="24051"/>
                  </a:cubicBezTo>
                  <a:cubicBezTo>
                    <a:pt x="10508" y="27821"/>
                    <a:pt x="16179" y="33124"/>
                    <a:pt x="21616" y="38295"/>
                  </a:cubicBezTo>
                  <a:cubicBezTo>
                    <a:pt x="24085" y="40596"/>
                    <a:pt x="26453" y="42831"/>
                    <a:pt x="28388" y="44799"/>
                  </a:cubicBezTo>
                  <a:cubicBezTo>
                    <a:pt x="30856" y="45900"/>
                    <a:pt x="33224" y="47201"/>
                    <a:pt x="35493" y="48669"/>
                  </a:cubicBezTo>
                  <a:cubicBezTo>
                    <a:pt x="35793" y="48869"/>
                    <a:pt x="36060" y="49069"/>
                    <a:pt x="36327" y="49203"/>
                  </a:cubicBezTo>
                  <a:lnTo>
                    <a:pt x="34492" y="46701"/>
                  </a:lnTo>
                  <a:cubicBezTo>
                    <a:pt x="32524" y="44132"/>
                    <a:pt x="28288" y="40163"/>
                    <a:pt x="23851" y="35960"/>
                  </a:cubicBezTo>
                  <a:cubicBezTo>
                    <a:pt x="18481" y="30923"/>
                    <a:pt x="12943" y="25686"/>
                    <a:pt x="10475" y="22183"/>
                  </a:cubicBezTo>
                  <a:cubicBezTo>
                    <a:pt x="6272" y="16279"/>
                    <a:pt x="3837" y="9141"/>
                    <a:pt x="3303" y="10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3">
              <a:extLst>
                <a:ext uri="{FF2B5EF4-FFF2-40B4-BE49-F238E27FC236}">
                  <a16:creationId xmlns:a16="http://schemas.microsoft.com/office/drawing/2014/main" id="{C3D5648A-7F66-BD4E-4EE8-AA275DC4AE63}"/>
                </a:ext>
              </a:extLst>
            </p:cNvPr>
            <p:cNvSpPr/>
            <p:nvPr/>
          </p:nvSpPr>
          <p:spPr>
            <a:xfrm>
              <a:off x="6527582" y="2508619"/>
              <a:ext cx="584865" cy="792168"/>
            </a:xfrm>
            <a:custGeom>
              <a:avLst/>
              <a:gdLst/>
              <a:ahLst/>
              <a:cxnLst/>
              <a:rect l="l" t="t" r="r" b="b"/>
              <a:pathLst>
                <a:path w="36327" h="49203" extrusionOk="0">
                  <a:moveTo>
                    <a:pt x="1" y="1"/>
                  </a:moveTo>
                  <a:lnTo>
                    <a:pt x="34" y="468"/>
                  </a:lnTo>
                  <a:cubicBezTo>
                    <a:pt x="501" y="9508"/>
                    <a:pt x="3136" y="17447"/>
                    <a:pt x="7840" y="24051"/>
                  </a:cubicBezTo>
                  <a:cubicBezTo>
                    <a:pt x="10508" y="27821"/>
                    <a:pt x="16179" y="33124"/>
                    <a:pt x="21616" y="38295"/>
                  </a:cubicBezTo>
                  <a:cubicBezTo>
                    <a:pt x="24085" y="40596"/>
                    <a:pt x="26453" y="42831"/>
                    <a:pt x="28388" y="44799"/>
                  </a:cubicBezTo>
                  <a:cubicBezTo>
                    <a:pt x="30856" y="45900"/>
                    <a:pt x="33224" y="47201"/>
                    <a:pt x="35493" y="48669"/>
                  </a:cubicBezTo>
                  <a:cubicBezTo>
                    <a:pt x="35793" y="48869"/>
                    <a:pt x="36060" y="49069"/>
                    <a:pt x="36327" y="49203"/>
                  </a:cubicBezTo>
                  <a:lnTo>
                    <a:pt x="34492" y="46701"/>
                  </a:lnTo>
                  <a:cubicBezTo>
                    <a:pt x="32524" y="44132"/>
                    <a:pt x="28288" y="40163"/>
                    <a:pt x="23851" y="35960"/>
                  </a:cubicBezTo>
                  <a:cubicBezTo>
                    <a:pt x="18481" y="30923"/>
                    <a:pt x="12943" y="25686"/>
                    <a:pt x="10475" y="22183"/>
                  </a:cubicBezTo>
                  <a:cubicBezTo>
                    <a:pt x="6272" y="16279"/>
                    <a:pt x="3837" y="9141"/>
                    <a:pt x="3303" y="10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3">
              <a:extLst>
                <a:ext uri="{FF2B5EF4-FFF2-40B4-BE49-F238E27FC236}">
                  <a16:creationId xmlns:a16="http://schemas.microsoft.com/office/drawing/2014/main" id="{8E8E9471-B13F-0470-A2C2-309670EB8E66}"/>
                </a:ext>
              </a:extLst>
            </p:cNvPr>
            <p:cNvSpPr/>
            <p:nvPr/>
          </p:nvSpPr>
          <p:spPr>
            <a:xfrm>
              <a:off x="6547450" y="2515075"/>
              <a:ext cx="519885" cy="757795"/>
            </a:xfrm>
            <a:custGeom>
              <a:avLst/>
              <a:gdLst/>
              <a:ahLst/>
              <a:cxnLst/>
              <a:rect l="l" t="t" r="r" b="b"/>
              <a:pathLst>
                <a:path w="32291" h="47068" extrusionOk="0">
                  <a:moveTo>
                    <a:pt x="1" y="0"/>
                  </a:moveTo>
                  <a:lnTo>
                    <a:pt x="1" y="0"/>
                  </a:lnTo>
                  <a:cubicBezTo>
                    <a:pt x="468" y="8806"/>
                    <a:pt x="3003" y="16545"/>
                    <a:pt x="7573" y="22983"/>
                  </a:cubicBezTo>
                  <a:cubicBezTo>
                    <a:pt x="10175" y="26619"/>
                    <a:pt x="15779" y="31923"/>
                    <a:pt x="21216" y="37027"/>
                  </a:cubicBezTo>
                  <a:cubicBezTo>
                    <a:pt x="24785" y="40362"/>
                    <a:pt x="28188" y="43598"/>
                    <a:pt x="30356" y="46000"/>
                  </a:cubicBezTo>
                  <a:cubicBezTo>
                    <a:pt x="31056" y="46367"/>
                    <a:pt x="31690" y="46700"/>
                    <a:pt x="32291" y="47067"/>
                  </a:cubicBezTo>
                  <a:cubicBezTo>
                    <a:pt x="30356" y="44532"/>
                    <a:pt x="26186" y="40596"/>
                    <a:pt x="21783" y="36426"/>
                  </a:cubicBezTo>
                  <a:cubicBezTo>
                    <a:pt x="16379" y="31356"/>
                    <a:pt x="10809" y="26119"/>
                    <a:pt x="8240" y="22516"/>
                  </a:cubicBezTo>
                  <a:cubicBezTo>
                    <a:pt x="3770" y="16278"/>
                    <a:pt x="1302" y="8806"/>
                    <a:pt x="802" y="26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3">
              <a:extLst>
                <a:ext uri="{FF2B5EF4-FFF2-40B4-BE49-F238E27FC236}">
                  <a16:creationId xmlns:a16="http://schemas.microsoft.com/office/drawing/2014/main" id="{2EF0287E-5F24-062B-9DC1-5EE188D95DEC}"/>
                </a:ext>
              </a:extLst>
            </p:cNvPr>
            <p:cNvSpPr/>
            <p:nvPr/>
          </p:nvSpPr>
          <p:spPr>
            <a:xfrm>
              <a:off x="6473341" y="2491971"/>
              <a:ext cx="552649" cy="291104"/>
            </a:xfrm>
            <a:custGeom>
              <a:avLst/>
              <a:gdLst/>
              <a:ahLst/>
              <a:cxnLst/>
              <a:rect l="l" t="t" r="r" b="b"/>
              <a:pathLst>
                <a:path w="34326" h="18081" extrusionOk="0">
                  <a:moveTo>
                    <a:pt x="1" y="1"/>
                  </a:moveTo>
                  <a:lnTo>
                    <a:pt x="1" y="6305"/>
                  </a:lnTo>
                  <a:cubicBezTo>
                    <a:pt x="935" y="6439"/>
                    <a:pt x="1835" y="6505"/>
                    <a:pt x="2736" y="6539"/>
                  </a:cubicBezTo>
                  <a:cubicBezTo>
                    <a:pt x="8240" y="10475"/>
                    <a:pt x="14311" y="13544"/>
                    <a:pt x="20749" y="15612"/>
                  </a:cubicBezTo>
                  <a:cubicBezTo>
                    <a:pt x="25152" y="17013"/>
                    <a:pt x="29722" y="17847"/>
                    <a:pt x="34325" y="18080"/>
                  </a:cubicBezTo>
                  <a:cubicBezTo>
                    <a:pt x="33725" y="17313"/>
                    <a:pt x="33425" y="16346"/>
                    <a:pt x="33458" y="15378"/>
                  </a:cubicBezTo>
                  <a:lnTo>
                    <a:pt x="33625" y="106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3">
              <a:extLst>
                <a:ext uri="{FF2B5EF4-FFF2-40B4-BE49-F238E27FC236}">
                  <a16:creationId xmlns:a16="http://schemas.microsoft.com/office/drawing/2014/main" id="{B52B601A-19A0-4843-F148-A954056D7AAA}"/>
                </a:ext>
              </a:extLst>
            </p:cNvPr>
            <p:cNvSpPr/>
            <p:nvPr/>
          </p:nvSpPr>
          <p:spPr>
            <a:xfrm>
              <a:off x="7045841" y="2800785"/>
              <a:ext cx="162207" cy="448449"/>
            </a:xfrm>
            <a:custGeom>
              <a:avLst/>
              <a:gdLst/>
              <a:ahLst/>
              <a:cxnLst/>
              <a:rect l="l" t="t" r="r" b="b"/>
              <a:pathLst>
                <a:path w="10075" h="27854" extrusionOk="0">
                  <a:moveTo>
                    <a:pt x="0" y="0"/>
                  </a:moveTo>
                  <a:lnTo>
                    <a:pt x="0" y="0"/>
                  </a:lnTo>
                  <a:cubicBezTo>
                    <a:pt x="334" y="701"/>
                    <a:pt x="734" y="1468"/>
                    <a:pt x="1135" y="2302"/>
                  </a:cubicBezTo>
                  <a:cubicBezTo>
                    <a:pt x="3036" y="6271"/>
                    <a:pt x="4303" y="10941"/>
                    <a:pt x="5571" y="15444"/>
                  </a:cubicBezTo>
                  <a:cubicBezTo>
                    <a:pt x="6805" y="20014"/>
                    <a:pt x="8006" y="24351"/>
                    <a:pt x="9807" y="27853"/>
                  </a:cubicBezTo>
                  <a:cubicBezTo>
                    <a:pt x="9907" y="27453"/>
                    <a:pt x="10008" y="27053"/>
                    <a:pt x="10074" y="26619"/>
                  </a:cubicBezTo>
                  <a:cubicBezTo>
                    <a:pt x="8573" y="23350"/>
                    <a:pt x="7472" y="19381"/>
                    <a:pt x="6305" y="15211"/>
                  </a:cubicBezTo>
                  <a:cubicBezTo>
                    <a:pt x="5071" y="10674"/>
                    <a:pt x="3770" y="6004"/>
                    <a:pt x="1835" y="1968"/>
                  </a:cubicBezTo>
                  <a:cubicBezTo>
                    <a:pt x="1602" y="1468"/>
                    <a:pt x="1368" y="967"/>
                    <a:pt x="1135" y="534"/>
                  </a:cubicBezTo>
                  <a:cubicBezTo>
                    <a:pt x="734" y="400"/>
                    <a:pt x="367" y="234"/>
                    <a:pt x="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3">
              <a:extLst>
                <a:ext uri="{FF2B5EF4-FFF2-40B4-BE49-F238E27FC236}">
                  <a16:creationId xmlns:a16="http://schemas.microsoft.com/office/drawing/2014/main" id="{55E017A5-D572-D317-E13B-ADD256F26039}"/>
                </a:ext>
              </a:extLst>
            </p:cNvPr>
            <p:cNvSpPr/>
            <p:nvPr/>
          </p:nvSpPr>
          <p:spPr>
            <a:xfrm>
              <a:off x="6996430" y="2746528"/>
              <a:ext cx="215370" cy="527404"/>
            </a:xfrm>
            <a:custGeom>
              <a:avLst/>
              <a:gdLst/>
              <a:ahLst/>
              <a:cxnLst/>
              <a:rect l="l" t="t" r="r" b="b"/>
              <a:pathLst>
                <a:path w="13377" h="32758" extrusionOk="0">
                  <a:moveTo>
                    <a:pt x="1" y="1"/>
                  </a:moveTo>
                  <a:lnTo>
                    <a:pt x="1935" y="3904"/>
                  </a:lnTo>
                  <a:cubicBezTo>
                    <a:pt x="2269" y="4604"/>
                    <a:pt x="2636" y="5338"/>
                    <a:pt x="3069" y="6205"/>
                  </a:cubicBezTo>
                  <a:cubicBezTo>
                    <a:pt x="4904" y="10075"/>
                    <a:pt x="6172" y="14678"/>
                    <a:pt x="7406" y="19115"/>
                  </a:cubicBezTo>
                  <a:cubicBezTo>
                    <a:pt x="8640" y="23585"/>
                    <a:pt x="9908" y="28121"/>
                    <a:pt x="11742" y="31757"/>
                  </a:cubicBezTo>
                  <a:lnTo>
                    <a:pt x="12243" y="32758"/>
                  </a:lnTo>
                  <a:cubicBezTo>
                    <a:pt x="12376" y="32491"/>
                    <a:pt x="12476" y="32191"/>
                    <a:pt x="12610" y="31857"/>
                  </a:cubicBezTo>
                  <a:cubicBezTo>
                    <a:pt x="13110" y="30423"/>
                    <a:pt x="13343" y="28955"/>
                    <a:pt x="13377" y="27454"/>
                  </a:cubicBezTo>
                  <a:cubicBezTo>
                    <a:pt x="12309" y="24685"/>
                    <a:pt x="11442" y="21583"/>
                    <a:pt x="10541" y="18247"/>
                  </a:cubicBezTo>
                  <a:cubicBezTo>
                    <a:pt x="9274" y="13677"/>
                    <a:pt x="7973" y="8941"/>
                    <a:pt x="5971" y="4804"/>
                  </a:cubicBezTo>
                  <a:cubicBezTo>
                    <a:pt x="5871" y="4571"/>
                    <a:pt x="5771" y="4337"/>
                    <a:pt x="5671" y="4137"/>
                  </a:cubicBezTo>
                  <a:cubicBezTo>
                    <a:pt x="5647" y="4138"/>
                    <a:pt x="5622" y="4138"/>
                    <a:pt x="5597" y="4138"/>
                  </a:cubicBezTo>
                  <a:cubicBezTo>
                    <a:pt x="3461" y="4138"/>
                    <a:pt x="1629" y="2713"/>
                    <a:pt x="1068" y="6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3">
              <a:extLst>
                <a:ext uri="{FF2B5EF4-FFF2-40B4-BE49-F238E27FC236}">
                  <a16:creationId xmlns:a16="http://schemas.microsoft.com/office/drawing/2014/main" id="{2DE9E625-281E-6722-5BF1-62562A84A168}"/>
                </a:ext>
              </a:extLst>
            </p:cNvPr>
            <p:cNvSpPr/>
            <p:nvPr/>
          </p:nvSpPr>
          <p:spPr>
            <a:xfrm>
              <a:off x="6996430" y="2746528"/>
              <a:ext cx="215370" cy="527404"/>
            </a:xfrm>
            <a:custGeom>
              <a:avLst/>
              <a:gdLst/>
              <a:ahLst/>
              <a:cxnLst/>
              <a:rect l="l" t="t" r="r" b="b"/>
              <a:pathLst>
                <a:path w="13377" h="32758" extrusionOk="0">
                  <a:moveTo>
                    <a:pt x="1" y="1"/>
                  </a:moveTo>
                  <a:lnTo>
                    <a:pt x="1935" y="3904"/>
                  </a:lnTo>
                  <a:cubicBezTo>
                    <a:pt x="2269" y="4604"/>
                    <a:pt x="2636" y="5338"/>
                    <a:pt x="3069" y="6205"/>
                  </a:cubicBezTo>
                  <a:cubicBezTo>
                    <a:pt x="4904" y="10075"/>
                    <a:pt x="6172" y="14678"/>
                    <a:pt x="7406" y="19115"/>
                  </a:cubicBezTo>
                  <a:cubicBezTo>
                    <a:pt x="8640" y="23585"/>
                    <a:pt x="9908" y="28121"/>
                    <a:pt x="11742" y="31757"/>
                  </a:cubicBezTo>
                  <a:lnTo>
                    <a:pt x="12243" y="32758"/>
                  </a:lnTo>
                  <a:cubicBezTo>
                    <a:pt x="12376" y="32491"/>
                    <a:pt x="12476" y="32191"/>
                    <a:pt x="12610" y="31857"/>
                  </a:cubicBezTo>
                  <a:cubicBezTo>
                    <a:pt x="13110" y="30423"/>
                    <a:pt x="13343" y="28955"/>
                    <a:pt x="13377" y="27454"/>
                  </a:cubicBezTo>
                  <a:cubicBezTo>
                    <a:pt x="12309" y="24685"/>
                    <a:pt x="11442" y="21583"/>
                    <a:pt x="10541" y="18247"/>
                  </a:cubicBezTo>
                  <a:cubicBezTo>
                    <a:pt x="9274" y="13677"/>
                    <a:pt x="7973" y="8941"/>
                    <a:pt x="5971" y="4804"/>
                  </a:cubicBezTo>
                  <a:cubicBezTo>
                    <a:pt x="5871" y="4571"/>
                    <a:pt x="5771" y="4337"/>
                    <a:pt x="5671" y="4137"/>
                  </a:cubicBezTo>
                  <a:cubicBezTo>
                    <a:pt x="5647" y="4138"/>
                    <a:pt x="5622" y="4138"/>
                    <a:pt x="5597" y="4138"/>
                  </a:cubicBezTo>
                  <a:cubicBezTo>
                    <a:pt x="3461" y="4138"/>
                    <a:pt x="1629" y="2713"/>
                    <a:pt x="1068" y="6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3">
              <a:extLst>
                <a:ext uri="{FF2B5EF4-FFF2-40B4-BE49-F238E27FC236}">
                  <a16:creationId xmlns:a16="http://schemas.microsoft.com/office/drawing/2014/main" id="{74D33E8E-03A7-DE88-557A-470E50BBE395}"/>
                </a:ext>
              </a:extLst>
            </p:cNvPr>
            <p:cNvSpPr/>
            <p:nvPr/>
          </p:nvSpPr>
          <p:spPr>
            <a:xfrm>
              <a:off x="6611898" y="1438274"/>
              <a:ext cx="561777" cy="189062"/>
            </a:xfrm>
            <a:custGeom>
              <a:avLst/>
              <a:gdLst/>
              <a:ahLst/>
              <a:cxnLst/>
              <a:rect l="l" t="t" r="r" b="b"/>
              <a:pathLst>
                <a:path w="34893" h="11743" extrusionOk="0">
                  <a:moveTo>
                    <a:pt x="13210" y="1"/>
                  </a:moveTo>
                  <a:cubicBezTo>
                    <a:pt x="4104" y="1"/>
                    <a:pt x="201" y="4637"/>
                    <a:pt x="1" y="11743"/>
                  </a:cubicBezTo>
                  <a:lnTo>
                    <a:pt x="34892" y="11609"/>
                  </a:lnTo>
                  <a:cubicBezTo>
                    <a:pt x="34892" y="11609"/>
                    <a:pt x="28655" y="701"/>
                    <a:pt x="1321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3">
              <a:extLst>
                <a:ext uri="{FF2B5EF4-FFF2-40B4-BE49-F238E27FC236}">
                  <a16:creationId xmlns:a16="http://schemas.microsoft.com/office/drawing/2014/main" id="{58699A89-8F1C-F79C-C0A8-D313F5B42369}"/>
                </a:ext>
              </a:extLst>
            </p:cNvPr>
            <p:cNvSpPr/>
            <p:nvPr/>
          </p:nvSpPr>
          <p:spPr>
            <a:xfrm>
              <a:off x="6611898" y="1438274"/>
              <a:ext cx="561777" cy="189062"/>
            </a:xfrm>
            <a:custGeom>
              <a:avLst/>
              <a:gdLst/>
              <a:ahLst/>
              <a:cxnLst/>
              <a:rect l="l" t="t" r="r" b="b"/>
              <a:pathLst>
                <a:path w="34893" h="11743" extrusionOk="0">
                  <a:moveTo>
                    <a:pt x="13210" y="1"/>
                  </a:moveTo>
                  <a:cubicBezTo>
                    <a:pt x="4104" y="1"/>
                    <a:pt x="201" y="4637"/>
                    <a:pt x="1" y="11743"/>
                  </a:cubicBezTo>
                  <a:lnTo>
                    <a:pt x="34892" y="11609"/>
                  </a:lnTo>
                  <a:cubicBezTo>
                    <a:pt x="34892" y="11609"/>
                    <a:pt x="28655" y="701"/>
                    <a:pt x="132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3">
              <a:extLst>
                <a:ext uri="{FF2B5EF4-FFF2-40B4-BE49-F238E27FC236}">
                  <a16:creationId xmlns:a16="http://schemas.microsoft.com/office/drawing/2014/main" id="{AF63520B-DB8D-2705-5C70-C90262897299}"/>
                </a:ext>
              </a:extLst>
            </p:cNvPr>
            <p:cNvSpPr/>
            <p:nvPr/>
          </p:nvSpPr>
          <p:spPr>
            <a:xfrm>
              <a:off x="6265506" y="1437389"/>
              <a:ext cx="1143937" cy="1198194"/>
            </a:xfrm>
            <a:custGeom>
              <a:avLst/>
              <a:gdLst/>
              <a:ahLst/>
              <a:cxnLst/>
              <a:rect l="l" t="t" r="r" b="b"/>
              <a:pathLst>
                <a:path w="71052" h="74422" extrusionOk="0">
                  <a:moveTo>
                    <a:pt x="36446" y="1"/>
                  </a:moveTo>
                  <a:cubicBezTo>
                    <a:pt x="35870" y="1"/>
                    <a:pt x="35292" y="17"/>
                    <a:pt x="34725" y="56"/>
                  </a:cubicBezTo>
                  <a:cubicBezTo>
                    <a:pt x="50170" y="756"/>
                    <a:pt x="56407" y="11664"/>
                    <a:pt x="56407" y="11664"/>
                  </a:cubicBezTo>
                  <a:lnTo>
                    <a:pt x="38995" y="11964"/>
                  </a:lnTo>
                  <a:cubicBezTo>
                    <a:pt x="36373" y="8623"/>
                    <a:pt x="29532" y="5578"/>
                    <a:pt x="22151" y="5578"/>
                  </a:cubicBezTo>
                  <a:cubicBezTo>
                    <a:pt x="19953" y="5578"/>
                    <a:pt x="17708" y="5848"/>
                    <a:pt x="15512" y="6460"/>
                  </a:cubicBezTo>
                  <a:cubicBezTo>
                    <a:pt x="9040" y="10964"/>
                    <a:pt x="4370" y="17568"/>
                    <a:pt x="2903" y="25541"/>
                  </a:cubicBezTo>
                  <a:cubicBezTo>
                    <a:pt x="0" y="41485"/>
                    <a:pt x="4270" y="52226"/>
                    <a:pt x="11375" y="61667"/>
                  </a:cubicBezTo>
                  <a:cubicBezTo>
                    <a:pt x="17079" y="69339"/>
                    <a:pt x="25952" y="74042"/>
                    <a:pt x="35492" y="74409"/>
                  </a:cubicBezTo>
                  <a:lnTo>
                    <a:pt x="35693" y="74409"/>
                  </a:lnTo>
                  <a:cubicBezTo>
                    <a:pt x="36021" y="74418"/>
                    <a:pt x="36349" y="74422"/>
                    <a:pt x="36674" y="74422"/>
                  </a:cubicBezTo>
                  <a:cubicBezTo>
                    <a:pt x="56650" y="74422"/>
                    <a:pt x="70126" y="58402"/>
                    <a:pt x="70651" y="38183"/>
                  </a:cubicBezTo>
                  <a:cubicBezTo>
                    <a:pt x="70918" y="29110"/>
                    <a:pt x="71051" y="20671"/>
                    <a:pt x="65814" y="14066"/>
                  </a:cubicBezTo>
                  <a:cubicBezTo>
                    <a:pt x="58976" y="5426"/>
                    <a:pt x="48669" y="289"/>
                    <a:pt x="37661" y="22"/>
                  </a:cubicBezTo>
                  <a:cubicBezTo>
                    <a:pt x="37260" y="9"/>
                    <a:pt x="36854" y="1"/>
                    <a:pt x="3644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73">
              <a:extLst>
                <a:ext uri="{FF2B5EF4-FFF2-40B4-BE49-F238E27FC236}">
                  <a16:creationId xmlns:a16="http://schemas.microsoft.com/office/drawing/2014/main" id="{5EC3B387-99BD-89E4-F11C-E01166CDA3D0}"/>
                </a:ext>
              </a:extLst>
            </p:cNvPr>
            <p:cNvSpPr/>
            <p:nvPr/>
          </p:nvSpPr>
          <p:spPr>
            <a:xfrm>
              <a:off x="6265506" y="1437389"/>
              <a:ext cx="1143937" cy="1198194"/>
            </a:xfrm>
            <a:custGeom>
              <a:avLst/>
              <a:gdLst/>
              <a:ahLst/>
              <a:cxnLst/>
              <a:rect l="l" t="t" r="r" b="b"/>
              <a:pathLst>
                <a:path w="71052" h="74422" extrusionOk="0">
                  <a:moveTo>
                    <a:pt x="36446" y="1"/>
                  </a:moveTo>
                  <a:cubicBezTo>
                    <a:pt x="35870" y="1"/>
                    <a:pt x="35292" y="17"/>
                    <a:pt x="34725" y="56"/>
                  </a:cubicBezTo>
                  <a:cubicBezTo>
                    <a:pt x="50170" y="756"/>
                    <a:pt x="56407" y="11664"/>
                    <a:pt x="56407" y="11664"/>
                  </a:cubicBezTo>
                  <a:lnTo>
                    <a:pt x="38995" y="11964"/>
                  </a:lnTo>
                  <a:cubicBezTo>
                    <a:pt x="36373" y="8623"/>
                    <a:pt x="29532" y="5578"/>
                    <a:pt x="22151" y="5578"/>
                  </a:cubicBezTo>
                  <a:cubicBezTo>
                    <a:pt x="19953" y="5578"/>
                    <a:pt x="17708" y="5848"/>
                    <a:pt x="15512" y="6460"/>
                  </a:cubicBezTo>
                  <a:cubicBezTo>
                    <a:pt x="9040" y="10964"/>
                    <a:pt x="4370" y="17568"/>
                    <a:pt x="2903" y="25541"/>
                  </a:cubicBezTo>
                  <a:cubicBezTo>
                    <a:pt x="0" y="41485"/>
                    <a:pt x="4270" y="52226"/>
                    <a:pt x="11375" y="61667"/>
                  </a:cubicBezTo>
                  <a:cubicBezTo>
                    <a:pt x="17079" y="69339"/>
                    <a:pt x="25952" y="74042"/>
                    <a:pt x="35492" y="74409"/>
                  </a:cubicBezTo>
                  <a:lnTo>
                    <a:pt x="35693" y="74409"/>
                  </a:lnTo>
                  <a:cubicBezTo>
                    <a:pt x="36021" y="74418"/>
                    <a:pt x="36349" y="74422"/>
                    <a:pt x="36674" y="74422"/>
                  </a:cubicBezTo>
                  <a:cubicBezTo>
                    <a:pt x="56650" y="74422"/>
                    <a:pt x="70126" y="58402"/>
                    <a:pt x="70651" y="38183"/>
                  </a:cubicBezTo>
                  <a:cubicBezTo>
                    <a:pt x="70918" y="29110"/>
                    <a:pt x="71051" y="20671"/>
                    <a:pt x="65814" y="14066"/>
                  </a:cubicBezTo>
                  <a:cubicBezTo>
                    <a:pt x="58976" y="5426"/>
                    <a:pt x="48669" y="289"/>
                    <a:pt x="37661" y="22"/>
                  </a:cubicBezTo>
                  <a:cubicBezTo>
                    <a:pt x="37260" y="9"/>
                    <a:pt x="36854" y="1"/>
                    <a:pt x="36446" y="1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73">
              <a:extLst>
                <a:ext uri="{FF2B5EF4-FFF2-40B4-BE49-F238E27FC236}">
                  <a16:creationId xmlns:a16="http://schemas.microsoft.com/office/drawing/2014/main" id="{342227D1-6394-23C0-A7EC-D7AFACA9EC57}"/>
                </a:ext>
              </a:extLst>
            </p:cNvPr>
            <p:cNvSpPr/>
            <p:nvPr/>
          </p:nvSpPr>
          <p:spPr>
            <a:xfrm>
              <a:off x="6265506" y="1598856"/>
              <a:ext cx="776052" cy="1036792"/>
            </a:xfrm>
            <a:custGeom>
              <a:avLst/>
              <a:gdLst/>
              <a:ahLst/>
              <a:cxnLst/>
              <a:rect l="l" t="t" r="r" b="b"/>
              <a:pathLst>
                <a:path w="48202" h="64397" extrusionOk="0">
                  <a:moveTo>
                    <a:pt x="11242" y="1"/>
                  </a:moveTo>
                  <a:cubicBezTo>
                    <a:pt x="6939" y="4170"/>
                    <a:pt x="4003" y="9607"/>
                    <a:pt x="2903" y="15545"/>
                  </a:cubicBezTo>
                  <a:cubicBezTo>
                    <a:pt x="0" y="31490"/>
                    <a:pt x="4270" y="42231"/>
                    <a:pt x="11375" y="51671"/>
                  </a:cubicBezTo>
                  <a:cubicBezTo>
                    <a:pt x="17079" y="59343"/>
                    <a:pt x="25952" y="64013"/>
                    <a:pt x="35492" y="64380"/>
                  </a:cubicBezTo>
                  <a:lnTo>
                    <a:pt x="35693" y="64380"/>
                  </a:lnTo>
                  <a:cubicBezTo>
                    <a:pt x="36047" y="64391"/>
                    <a:pt x="36401" y="64397"/>
                    <a:pt x="36755" y="64397"/>
                  </a:cubicBezTo>
                  <a:cubicBezTo>
                    <a:pt x="40636" y="64397"/>
                    <a:pt x="44503" y="63729"/>
                    <a:pt x="48202" y="62445"/>
                  </a:cubicBezTo>
                  <a:lnTo>
                    <a:pt x="48168" y="1802"/>
                  </a:lnTo>
                  <a:lnTo>
                    <a:pt x="38995" y="1969"/>
                  </a:lnTo>
                  <a:cubicBezTo>
                    <a:pt x="38728" y="1635"/>
                    <a:pt x="38461" y="1335"/>
                    <a:pt x="38194" y="1068"/>
                  </a:cubicBezTo>
                  <a:cubicBezTo>
                    <a:pt x="32390" y="2402"/>
                    <a:pt x="28187" y="5004"/>
                    <a:pt x="24518" y="8173"/>
                  </a:cubicBezTo>
                  <a:cubicBezTo>
                    <a:pt x="19014" y="12943"/>
                    <a:pt x="16913" y="21416"/>
                    <a:pt x="16913" y="27787"/>
                  </a:cubicBezTo>
                  <a:cubicBezTo>
                    <a:pt x="15578" y="25352"/>
                    <a:pt x="10842" y="23384"/>
                    <a:pt x="6972" y="23384"/>
                  </a:cubicBezTo>
                  <a:cubicBezTo>
                    <a:pt x="3136" y="23384"/>
                    <a:pt x="3069" y="8273"/>
                    <a:pt x="112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3">
              <a:extLst>
                <a:ext uri="{FF2B5EF4-FFF2-40B4-BE49-F238E27FC236}">
                  <a16:creationId xmlns:a16="http://schemas.microsoft.com/office/drawing/2014/main" id="{ACC985D0-C77F-B611-1009-D90435AE160C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3">
              <a:extLst>
                <a:ext uri="{FF2B5EF4-FFF2-40B4-BE49-F238E27FC236}">
                  <a16:creationId xmlns:a16="http://schemas.microsoft.com/office/drawing/2014/main" id="{B94BF362-D31C-C054-5E38-3F9A0EC0ABC0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3">
              <a:extLst>
                <a:ext uri="{FF2B5EF4-FFF2-40B4-BE49-F238E27FC236}">
                  <a16:creationId xmlns:a16="http://schemas.microsoft.com/office/drawing/2014/main" id="{4C1B75ED-E61C-497C-9480-8E4DB4A698D4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3">
              <a:extLst>
                <a:ext uri="{FF2B5EF4-FFF2-40B4-BE49-F238E27FC236}">
                  <a16:creationId xmlns:a16="http://schemas.microsoft.com/office/drawing/2014/main" id="{07A852EA-15E2-0C1B-0EB6-176C3F36B037}"/>
                </a:ext>
              </a:extLst>
            </p:cNvPr>
            <p:cNvSpPr/>
            <p:nvPr/>
          </p:nvSpPr>
          <p:spPr>
            <a:xfrm>
              <a:off x="6558736" y="1597133"/>
              <a:ext cx="897430" cy="1176556"/>
            </a:xfrm>
            <a:custGeom>
              <a:avLst/>
              <a:gdLst/>
              <a:ahLst/>
              <a:cxnLst/>
              <a:rect l="l" t="t" r="r" b="b"/>
              <a:pathLst>
                <a:path w="55741" h="73078" extrusionOk="0">
                  <a:moveTo>
                    <a:pt x="34053" y="0"/>
                  </a:moveTo>
                  <a:cubicBezTo>
                    <a:pt x="23350" y="0"/>
                    <a:pt x="8950" y="3071"/>
                    <a:pt x="3870" y="15018"/>
                  </a:cubicBezTo>
                  <a:cubicBezTo>
                    <a:pt x="768" y="22324"/>
                    <a:pt x="0" y="37201"/>
                    <a:pt x="1435" y="47475"/>
                  </a:cubicBezTo>
                  <a:cubicBezTo>
                    <a:pt x="3036" y="58950"/>
                    <a:pt x="4837" y="61085"/>
                    <a:pt x="9174" y="63853"/>
                  </a:cubicBezTo>
                  <a:cubicBezTo>
                    <a:pt x="15373" y="67793"/>
                    <a:pt x="27011" y="73078"/>
                    <a:pt x="35604" y="73078"/>
                  </a:cubicBezTo>
                  <a:cubicBezTo>
                    <a:pt x="37924" y="73078"/>
                    <a:pt x="40022" y="72693"/>
                    <a:pt x="41730" y="71792"/>
                  </a:cubicBezTo>
                  <a:cubicBezTo>
                    <a:pt x="45900" y="69591"/>
                    <a:pt x="49836" y="61952"/>
                    <a:pt x="52538" y="52845"/>
                  </a:cubicBezTo>
                  <a:cubicBezTo>
                    <a:pt x="54239" y="47075"/>
                    <a:pt x="55740" y="40003"/>
                    <a:pt x="55073" y="34332"/>
                  </a:cubicBezTo>
                  <a:cubicBezTo>
                    <a:pt x="54740" y="31563"/>
                    <a:pt x="54273" y="30463"/>
                    <a:pt x="53272" y="27127"/>
                  </a:cubicBezTo>
                  <a:cubicBezTo>
                    <a:pt x="52338" y="23958"/>
                    <a:pt x="54172" y="20989"/>
                    <a:pt x="53138" y="17453"/>
                  </a:cubicBezTo>
                  <a:cubicBezTo>
                    <a:pt x="52204" y="13784"/>
                    <a:pt x="51037" y="9548"/>
                    <a:pt x="49069" y="6179"/>
                  </a:cubicBezTo>
                  <a:cubicBezTo>
                    <a:pt x="47067" y="2876"/>
                    <a:pt x="43632" y="708"/>
                    <a:pt x="39796" y="308"/>
                  </a:cubicBezTo>
                  <a:cubicBezTo>
                    <a:pt x="38086" y="117"/>
                    <a:pt x="36140" y="0"/>
                    <a:pt x="3405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3">
              <a:extLst>
                <a:ext uri="{FF2B5EF4-FFF2-40B4-BE49-F238E27FC236}">
                  <a16:creationId xmlns:a16="http://schemas.microsoft.com/office/drawing/2014/main" id="{83B32D49-C1CB-14C7-7E64-6917BA7017D6}"/>
                </a:ext>
              </a:extLst>
            </p:cNvPr>
            <p:cNvSpPr/>
            <p:nvPr/>
          </p:nvSpPr>
          <p:spPr>
            <a:xfrm>
              <a:off x="6558736" y="1597133"/>
              <a:ext cx="897430" cy="1176556"/>
            </a:xfrm>
            <a:custGeom>
              <a:avLst/>
              <a:gdLst/>
              <a:ahLst/>
              <a:cxnLst/>
              <a:rect l="l" t="t" r="r" b="b"/>
              <a:pathLst>
                <a:path w="55741" h="73078" extrusionOk="0">
                  <a:moveTo>
                    <a:pt x="34053" y="0"/>
                  </a:moveTo>
                  <a:cubicBezTo>
                    <a:pt x="23350" y="0"/>
                    <a:pt x="8950" y="3071"/>
                    <a:pt x="3870" y="15018"/>
                  </a:cubicBezTo>
                  <a:cubicBezTo>
                    <a:pt x="768" y="22324"/>
                    <a:pt x="0" y="37201"/>
                    <a:pt x="1435" y="47475"/>
                  </a:cubicBezTo>
                  <a:cubicBezTo>
                    <a:pt x="3036" y="58950"/>
                    <a:pt x="4837" y="61085"/>
                    <a:pt x="9174" y="63853"/>
                  </a:cubicBezTo>
                  <a:cubicBezTo>
                    <a:pt x="15373" y="67793"/>
                    <a:pt x="27011" y="73078"/>
                    <a:pt x="35604" y="73078"/>
                  </a:cubicBezTo>
                  <a:cubicBezTo>
                    <a:pt x="37924" y="73078"/>
                    <a:pt x="40022" y="72693"/>
                    <a:pt x="41730" y="71792"/>
                  </a:cubicBezTo>
                  <a:cubicBezTo>
                    <a:pt x="45900" y="69591"/>
                    <a:pt x="49836" y="61952"/>
                    <a:pt x="52538" y="52845"/>
                  </a:cubicBezTo>
                  <a:cubicBezTo>
                    <a:pt x="54239" y="47075"/>
                    <a:pt x="55740" y="40003"/>
                    <a:pt x="55073" y="34332"/>
                  </a:cubicBezTo>
                  <a:cubicBezTo>
                    <a:pt x="54740" y="31563"/>
                    <a:pt x="54273" y="30463"/>
                    <a:pt x="53272" y="27127"/>
                  </a:cubicBezTo>
                  <a:cubicBezTo>
                    <a:pt x="52338" y="23958"/>
                    <a:pt x="54172" y="20989"/>
                    <a:pt x="53138" y="17453"/>
                  </a:cubicBezTo>
                  <a:cubicBezTo>
                    <a:pt x="52204" y="13784"/>
                    <a:pt x="51037" y="9548"/>
                    <a:pt x="49069" y="6179"/>
                  </a:cubicBezTo>
                  <a:cubicBezTo>
                    <a:pt x="47067" y="2876"/>
                    <a:pt x="43632" y="708"/>
                    <a:pt x="39796" y="308"/>
                  </a:cubicBezTo>
                  <a:cubicBezTo>
                    <a:pt x="38086" y="117"/>
                    <a:pt x="36140" y="0"/>
                    <a:pt x="34053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3">
              <a:extLst>
                <a:ext uri="{FF2B5EF4-FFF2-40B4-BE49-F238E27FC236}">
                  <a16:creationId xmlns:a16="http://schemas.microsoft.com/office/drawing/2014/main" id="{4934686A-9579-6EBB-FFA8-24FE21A0D3AC}"/>
                </a:ext>
              </a:extLst>
            </p:cNvPr>
            <p:cNvSpPr/>
            <p:nvPr/>
          </p:nvSpPr>
          <p:spPr>
            <a:xfrm>
              <a:off x="7244547" y="1913724"/>
              <a:ext cx="175088" cy="156138"/>
            </a:xfrm>
            <a:custGeom>
              <a:avLst/>
              <a:gdLst/>
              <a:ahLst/>
              <a:cxnLst/>
              <a:rect l="l" t="t" r="r" b="b"/>
              <a:pathLst>
                <a:path w="10875" h="9698" extrusionOk="0">
                  <a:moveTo>
                    <a:pt x="8833" y="1"/>
                  </a:moveTo>
                  <a:cubicBezTo>
                    <a:pt x="7602" y="1"/>
                    <a:pt x="6095" y="162"/>
                    <a:pt x="4771" y="825"/>
                  </a:cubicBezTo>
                  <a:cubicBezTo>
                    <a:pt x="2636" y="1792"/>
                    <a:pt x="1068" y="3727"/>
                    <a:pt x="501" y="5995"/>
                  </a:cubicBezTo>
                  <a:cubicBezTo>
                    <a:pt x="1" y="8163"/>
                    <a:pt x="534" y="9698"/>
                    <a:pt x="1535" y="9698"/>
                  </a:cubicBezTo>
                  <a:cubicBezTo>
                    <a:pt x="5838" y="9698"/>
                    <a:pt x="10675" y="7463"/>
                    <a:pt x="10675" y="7463"/>
                  </a:cubicBezTo>
                  <a:cubicBezTo>
                    <a:pt x="10208" y="5895"/>
                    <a:pt x="10475" y="4061"/>
                    <a:pt x="10641" y="2860"/>
                  </a:cubicBezTo>
                  <a:cubicBezTo>
                    <a:pt x="10775" y="1625"/>
                    <a:pt x="10875" y="124"/>
                    <a:pt x="10875" y="124"/>
                  </a:cubicBezTo>
                  <a:cubicBezTo>
                    <a:pt x="10445" y="83"/>
                    <a:pt x="9709" y="1"/>
                    <a:pt x="883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3">
              <a:extLst>
                <a:ext uri="{FF2B5EF4-FFF2-40B4-BE49-F238E27FC236}">
                  <a16:creationId xmlns:a16="http://schemas.microsoft.com/office/drawing/2014/main" id="{C63314BE-658D-865C-BEAC-50685159E152}"/>
                </a:ext>
              </a:extLst>
            </p:cNvPr>
            <p:cNvSpPr/>
            <p:nvPr/>
          </p:nvSpPr>
          <p:spPr>
            <a:xfrm>
              <a:off x="7278921" y="1960494"/>
              <a:ext cx="129975" cy="55239"/>
            </a:xfrm>
            <a:custGeom>
              <a:avLst/>
              <a:gdLst/>
              <a:ahLst/>
              <a:cxnLst/>
              <a:rect l="l" t="t" r="r" b="b"/>
              <a:pathLst>
                <a:path w="8073" h="3431" extrusionOk="0">
                  <a:moveTo>
                    <a:pt x="5490" y="0"/>
                  </a:moveTo>
                  <a:cubicBezTo>
                    <a:pt x="4899" y="0"/>
                    <a:pt x="4313" y="104"/>
                    <a:pt x="3770" y="322"/>
                  </a:cubicBezTo>
                  <a:cubicBezTo>
                    <a:pt x="2202" y="855"/>
                    <a:pt x="868" y="1923"/>
                    <a:pt x="0" y="3357"/>
                  </a:cubicBezTo>
                  <a:cubicBezTo>
                    <a:pt x="0" y="3357"/>
                    <a:pt x="0" y="3431"/>
                    <a:pt x="21" y="3431"/>
                  </a:cubicBezTo>
                  <a:cubicBezTo>
                    <a:pt x="25" y="3431"/>
                    <a:pt x="29" y="3429"/>
                    <a:pt x="34" y="3424"/>
                  </a:cubicBezTo>
                  <a:cubicBezTo>
                    <a:pt x="1101" y="2423"/>
                    <a:pt x="2335" y="1589"/>
                    <a:pt x="3703" y="1022"/>
                  </a:cubicBezTo>
                  <a:cubicBezTo>
                    <a:pt x="4315" y="744"/>
                    <a:pt x="4972" y="605"/>
                    <a:pt x="5638" y="605"/>
                  </a:cubicBezTo>
                  <a:cubicBezTo>
                    <a:pt x="5771" y="605"/>
                    <a:pt x="5905" y="611"/>
                    <a:pt x="6038" y="622"/>
                  </a:cubicBezTo>
                  <a:cubicBezTo>
                    <a:pt x="6405" y="689"/>
                    <a:pt x="6805" y="855"/>
                    <a:pt x="7139" y="1089"/>
                  </a:cubicBezTo>
                  <a:cubicBezTo>
                    <a:pt x="7372" y="1222"/>
                    <a:pt x="7539" y="1489"/>
                    <a:pt x="7806" y="1623"/>
                  </a:cubicBezTo>
                  <a:cubicBezTo>
                    <a:pt x="7826" y="1632"/>
                    <a:pt x="7851" y="1636"/>
                    <a:pt x="7877" y="1636"/>
                  </a:cubicBezTo>
                  <a:cubicBezTo>
                    <a:pt x="7939" y="1636"/>
                    <a:pt x="8006" y="1613"/>
                    <a:pt x="8006" y="1589"/>
                  </a:cubicBezTo>
                  <a:cubicBezTo>
                    <a:pt x="8073" y="1189"/>
                    <a:pt x="7639" y="755"/>
                    <a:pt x="7372" y="555"/>
                  </a:cubicBezTo>
                  <a:cubicBezTo>
                    <a:pt x="7105" y="322"/>
                    <a:pt x="6772" y="155"/>
                    <a:pt x="6438" y="88"/>
                  </a:cubicBezTo>
                  <a:cubicBezTo>
                    <a:pt x="6124" y="30"/>
                    <a:pt x="5807" y="0"/>
                    <a:pt x="549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3">
              <a:extLst>
                <a:ext uri="{FF2B5EF4-FFF2-40B4-BE49-F238E27FC236}">
                  <a16:creationId xmlns:a16="http://schemas.microsoft.com/office/drawing/2014/main" id="{FB6C95C8-EA60-57D9-D055-FB9D59BDF715}"/>
                </a:ext>
              </a:extLst>
            </p:cNvPr>
            <p:cNvSpPr/>
            <p:nvPr/>
          </p:nvSpPr>
          <p:spPr>
            <a:xfrm>
              <a:off x="6809541" y="1929180"/>
              <a:ext cx="326540" cy="162707"/>
            </a:xfrm>
            <a:custGeom>
              <a:avLst/>
              <a:gdLst/>
              <a:ahLst/>
              <a:cxnLst/>
              <a:rect l="l" t="t" r="r" b="b"/>
              <a:pathLst>
                <a:path w="20282" h="10106" extrusionOk="0">
                  <a:moveTo>
                    <a:pt x="14510" y="0"/>
                  </a:moveTo>
                  <a:cubicBezTo>
                    <a:pt x="13971" y="0"/>
                    <a:pt x="13383" y="32"/>
                    <a:pt x="12743" y="98"/>
                  </a:cubicBezTo>
                  <a:cubicBezTo>
                    <a:pt x="6972" y="699"/>
                    <a:pt x="1635" y="4635"/>
                    <a:pt x="0" y="7437"/>
                  </a:cubicBezTo>
                  <a:cubicBezTo>
                    <a:pt x="1802" y="9472"/>
                    <a:pt x="2702" y="10106"/>
                    <a:pt x="3903" y="10106"/>
                  </a:cubicBezTo>
                  <a:cubicBezTo>
                    <a:pt x="5711" y="9760"/>
                    <a:pt x="9870" y="9351"/>
                    <a:pt x="12447" y="9351"/>
                  </a:cubicBezTo>
                  <a:cubicBezTo>
                    <a:pt x="13103" y="9351"/>
                    <a:pt x="13657" y="9377"/>
                    <a:pt x="14044" y="9438"/>
                  </a:cubicBezTo>
                  <a:cubicBezTo>
                    <a:pt x="16779" y="9705"/>
                    <a:pt x="16479" y="10072"/>
                    <a:pt x="17980" y="10106"/>
                  </a:cubicBezTo>
                  <a:cubicBezTo>
                    <a:pt x="19481" y="10106"/>
                    <a:pt x="20281" y="6136"/>
                    <a:pt x="20148" y="3934"/>
                  </a:cubicBezTo>
                  <a:cubicBezTo>
                    <a:pt x="20000" y="2007"/>
                    <a:pt x="18823" y="0"/>
                    <a:pt x="1451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3">
              <a:extLst>
                <a:ext uri="{FF2B5EF4-FFF2-40B4-BE49-F238E27FC236}">
                  <a16:creationId xmlns:a16="http://schemas.microsoft.com/office/drawing/2014/main" id="{20F3053A-EA30-F5F7-DE81-0DAE9A610DDB}"/>
                </a:ext>
              </a:extLst>
            </p:cNvPr>
            <p:cNvSpPr/>
            <p:nvPr/>
          </p:nvSpPr>
          <p:spPr>
            <a:xfrm>
              <a:off x="6877210" y="1990633"/>
              <a:ext cx="180996" cy="49153"/>
            </a:xfrm>
            <a:custGeom>
              <a:avLst/>
              <a:gdLst/>
              <a:ahLst/>
              <a:cxnLst/>
              <a:rect l="l" t="t" r="r" b="b"/>
              <a:pathLst>
                <a:path w="11242" h="3053" extrusionOk="0">
                  <a:moveTo>
                    <a:pt x="7086" y="0"/>
                  </a:moveTo>
                  <a:cubicBezTo>
                    <a:pt x="5583" y="0"/>
                    <a:pt x="4098" y="343"/>
                    <a:pt x="2769" y="1051"/>
                  </a:cubicBezTo>
                  <a:cubicBezTo>
                    <a:pt x="1668" y="1485"/>
                    <a:pt x="734" y="2186"/>
                    <a:pt x="0" y="3053"/>
                  </a:cubicBezTo>
                  <a:cubicBezTo>
                    <a:pt x="234" y="3020"/>
                    <a:pt x="501" y="2886"/>
                    <a:pt x="701" y="2753"/>
                  </a:cubicBezTo>
                  <a:cubicBezTo>
                    <a:pt x="1935" y="1952"/>
                    <a:pt x="3269" y="1352"/>
                    <a:pt x="4704" y="1018"/>
                  </a:cubicBezTo>
                  <a:cubicBezTo>
                    <a:pt x="5504" y="818"/>
                    <a:pt x="6304" y="678"/>
                    <a:pt x="7093" y="678"/>
                  </a:cubicBezTo>
                  <a:cubicBezTo>
                    <a:pt x="7752" y="678"/>
                    <a:pt x="8403" y="775"/>
                    <a:pt x="9040" y="1018"/>
                  </a:cubicBezTo>
                  <a:cubicBezTo>
                    <a:pt x="9407" y="1152"/>
                    <a:pt x="9741" y="1318"/>
                    <a:pt x="10074" y="1518"/>
                  </a:cubicBezTo>
                  <a:cubicBezTo>
                    <a:pt x="10508" y="1785"/>
                    <a:pt x="10875" y="2119"/>
                    <a:pt x="11142" y="2519"/>
                  </a:cubicBezTo>
                  <a:cubicBezTo>
                    <a:pt x="11163" y="2551"/>
                    <a:pt x="11180" y="2563"/>
                    <a:pt x="11195" y="2563"/>
                  </a:cubicBezTo>
                  <a:cubicBezTo>
                    <a:pt x="11226" y="2563"/>
                    <a:pt x="11242" y="2509"/>
                    <a:pt x="11242" y="2486"/>
                  </a:cubicBezTo>
                  <a:cubicBezTo>
                    <a:pt x="11108" y="2152"/>
                    <a:pt x="10908" y="1852"/>
                    <a:pt x="10708" y="1585"/>
                  </a:cubicBezTo>
                  <a:cubicBezTo>
                    <a:pt x="10474" y="1285"/>
                    <a:pt x="10174" y="1018"/>
                    <a:pt x="9874" y="785"/>
                  </a:cubicBezTo>
                  <a:cubicBezTo>
                    <a:pt x="9207" y="351"/>
                    <a:pt x="8440" y="84"/>
                    <a:pt x="7672" y="17"/>
                  </a:cubicBezTo>
                  <a:cubicBezTo>
                    <a:pt x="7477" y="6"/>
                    <a:pt x="7282" y="0"/>
                    <a:pt x="708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3">
              <a:extLst>
                <a:ext uri="{FF2B5EF4-FFF2-40B4-BE49-F238E27FC236}">
                  <a16:creationId xmlns:a16="http://schemas.microsoft.com/office/drawing/2014/main" id="{311911DA-4FD8-BE21-8B5B-B1EB4C9722D1}"/>
                </a:ext>
              </a:extLst>
            </p:cNvPr>
            <p:cNvSpPr/>
            <p:nvPr/>
          </p:nvSpPr>
          <p:spPr>
            <a:xfrm>
              <a:off x="7138207" y="2241584"/>
              <a:ext cx="177712" cy="93750"/>
            </a:xfrm>
            <a:custGeom>
              <a:avLst/>
              <a:gdLst/>
              <a:ahLst/>
              <a:cxnLst/>
              <a:rect l="l" t="t" r="r" b="b"/>
              <a:pathLst>
                <a:path w="11038" h="5823" extrusionOk="0">
                  <a:moveTo>
                    <a:pt x="8040" y="0"/>
                  </a:moveTo>
                  <a:cubicBezTo>
                    <a:pt x="7975" y="0"/>
                    <a:pt x="7908" y="3"/>
                    <a:pt x="7840" y="8"/>
                  </a:cubicBezTo>
                  <a:cubicBezTo>
                    <a:pt x="4671" y="275"/>
                    <a:pt x="1" y="3511"/>
                    <a:pt x="434" y="4978"/>
                  </a:cubicBezTo>
                  <a:cubicBezTo>
                    <a:pt x="608" y="5580"/>
                    <a:pt x="1894" y="5822"/>
                    <a:pt x="3466" y="5822"/>
                  </a:cubicBezTo>
                  <a:cubicBezTo>
                    <a:pt x="5820" y="5822"/>
                    <a:pt x="8814" y="5278"/>
                    <a:pt x="9674" y="4578"/>
                  </a:cubicBezTo>
                  <a:cubicBezTo>
                    <a:pt x="11038" y="3442"/>
                    <a:pt x="10411" y="0"/>
                    <a:pt x="804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3">
              <a:extLst>
                <a:ext uri="{FF2B5EF4-FFF2-40B4-BE49-F238E27FC236}">
                  <a16:creationId xmlns:a16="http://schemas.microsoft.com/office/drawing/2014/main" id="{5CEDE304-D36B-E884-1637-F1DB47158723}"/>
                </a:ext>
              </a:extLst>
            </p:cNvPr>
            <p:cNvSpPr/>
            <p:nvPr/>
          </p:nvSpPr>
          <p:spPr>
            <a:xfrm>
              <a:off x="7017376" y="2403196"/>
              <a:ext cx="290557" cy="95892"/>
            </a:xfrm>
            <a:custGeom>
              <a:avLst/>
              <a:gdLst/>
              <a:ahLst/>
              <a:cxnLst/>
              <a:rect l="l" t="t" r="r" b="b"/>
              <a:pathLst>
                <a:path w="18047" h="5956" extrusionOk="0">
                  <a:moveTo>
                    <a:pt x="15656" y="1"/>
                  </a:moveTo>
                  <a:cubicBezTo>
                    <a:pt x="14821" y="1"/>
                    <a:pt x="14103" y="784"/>
                    <a:pt x="13443" y="911"/>
                  </a:cubicBezTo>
                  <a:cubicBezTo>
                    <a:pt x="13265" y="943"/>
                    <a:pt x="13096" y="956"/>
                    <a:pt x="12936" y="956"/>
                  </a:cubicBezTo>
                  <a:cubicBezTo>
                    <a:pt x="11993" y="956"/>
                    <a:pt x="11339" y="487"/>
                    <a:pt x="10479" y="487"/>
                  </a:cubicBezTo>
                  <a:cubicBezTo>
                    <a:pt x="10098" y="487"/>
                    <a:pt x="9678" y="579"/>
                    <a:pt x="9174" y="845"/>
                  </a:cubicBezTo>
                  <a:cubicBezTo>
                    <a:pt x="7339" y="1812"/>
                    <a:pt x="4871" y="4180"/>
                    <a:pt x="0" y="5615"/>
                  </a:cubicBezTo>
                  <a:cubicBezTo>
                    <a:pt x="954" y="5858"/>
                    <a:pt x="1843" y="5956"/>
                    <a:pt x="2668" y="5956"/>
                  </a:cubicBezTo>
                  <a:cubicBezTo>
                    <a:pt x="6139" y="5956"/>
                    <a:pt x="8483" y="4221"/>
                    <a:pt x="9732" y="4221"/>
                  </a:cubicBezTo>
                  <a:cubicBezTo>
                    <a:pt x="9818" y="4221"/>
                    <a:pt x="9899" y="4230"/>
                    <a:pt x="9974" y="4247"/>
                  </a:cubicBezTo>
                  <a:cubicBezTo>
                    <a:pt x="11029" y="4507"/>
                    <a:pt x="11695" y="4636"/>
                    <a:pt x="12259" y="4636"/>
                  </a:cubicBezTo>
                  <a:cubicBezTo>
                    <a:pt x="12996" y="4636"/>
                    <a:pt x="13556" y="4415"/>
                    <a:pt x="14578" y="3980"/>
                  </a:cubicBezTo>
                  <a:cubicBezTo>
                    <a:pt x="14799" y="3883"/>
                    <a:pt x="15018" y="3847"/>
                    <a:pt x="15238" y="3847"/>
                  </a:cubicBezTo>
                  <a:cubicBezTo>
                    <a:pt x="15911" y="3847"/>
                    <a:pt x="16596" y="4187"/>
                    <a:pt x="17412" y="4187"/>
                  </a:cubicBezTo>
                  <a:cubicBezTo>
                    <a:pt x="17615" y="4187"/>
                    <a:pt x="17826" y="4166"/>
                    <a:pt x="18047" y="4114"/>
                  </a:cubicBezTo>
                  <a:cubicBezTo>
                    <a:pt x="17346" y="3447"/>
                    <a:pt x="17580" y="1011"/>
                    <a:pt x="16479" y="278"/>
                  </a:cubicBezTo>
                  <a:cubicBezTo>
                    <a:pt x="16192" y="78"/>
                    <a:pt x="15918" y="1"/>
                    <a:pt x="156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3">
              <a:extLst>
                <a:ext uri="{FF2B5EF4-FFF2-40B4-BE49-F238E27FC236}">
                  <a16:creationId xmlns:a16="http://schemas.microsoft.com/office/drawing/2014/main" id="{C4612B7C-86FA-0E07-D8F3-63CF644ED1C6}"/>
                </a:ext>
              </a:extLst>
            </p:cNvPr>
            <p:cNvSpPr/>
            <p:nvPr/>
          </p:nvSpPr>
          <p:spPr>
            <a:xfrm>
              <a:off x="7017376" y="2465326"/>
              <a:ext cx="290557" cy="96246"/>
            </a:xfrm>
            <a:custGeom>
              <a:avLst/>
              <a:gdLst/>
              <a:ahLst/>
              <a:cxnLst/>
              <a:rect l="l" t="t" r="r" b="b"/>
              <a:pathLst>
                <a:path w="18047" h="5978" extrusionOk="0">
                  <a:moveTo>
                    <a:pt x="15176" y="0"/>
                  </a:moveTo>
                  <a:cubicBezTo>
                    <a:pt x="14976" y="0"/>
                    <a:pt x="14777" y="34"/>
                    <a:pt x="14578" y="121"/>
                  </a:cubicBezTo>
                  <a:cubicBezTo>
                    <a:pt x="13536" y="581"/>
                    <a:pt x="12408" y="830"/>
                    <a:pt x="11280" y="830"/>
                  </a:cubicBezTo>
                  <a:cubicBezTo>
                    <a:pt x="10854" y="830"/>
                    <a:pt x="10428" y="795"/>
                    <a:pt x="10008" y="722"/>
                  </a:cubicBezTo>
                  <a:cubicBezTo>
                    <a:pt x="9952" y="714"/>
                    <a:pt x="9894" y="710"/>
                    <a:pt x="9833" y="710"/>
                  </a:cubicBezTo>
                  <a:cubicBezTo>
                    <a:pt x="8619" y="710"/>
                    <a:pt x="6343" y="2142"/>
                    <a:pt x="3003" y="2142"/>
                  </a:cubicBezTo>
                  <a:cubicBezTo>
                    <a:pt x="2083" y="2142"/>
                    <a:pt x="1082" y="2033"/>
                    <a:pt x="0" y="1756"/>
                  </a:cubicBezTo>
                  <a:lnTo>
                    <a:pt x="0" y="1756"/>
                  </a:lnTo>
                  <a:cubicBezTo>
                    <a:pt x="2623" y="2747"/>
                    <a:pt x="3948" y="5978"/>
                    <a:pt x="9334" y="5978"/>
                  </a:cubicBezTo>
                  <a:cubicBezTo>
                    <a:pt x="10113" y="5978"/>
                    <a:pt x="10977" y="5910"/>
                    <a:pt x="11942" y="5759"/>
                  </a:cubicBezTo>
                  <a:cubicBezTo>
                    <a:pt x="16812" y="4958"/>
                    <a:pt x="17013" y="1155"/>
                    <a:pt x="18047" y="255"/>
                  </a:cubicBezTo>
                  <a:lnTo>
                    <a:pt x="18047" y="255"/>
                  </a:lnTo>
                  <a:cubicBezTo>
                    <a:pt x="17791" y="342"/>
                    <a:pt x="17546" y="376"/>
                    <a:pt x="17311" y="376"/>
                  </a:cubicBezTo>
                  <a:cubicBezTo>
                    <a:pt x="16526" y="376"/>
                    <a:pt x="15844" y="0"/>
                    <a:pt x="1517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3">
              <a:extLst>
                <a:ext uri="{FF2B5EF4-FFF2-40B4-BE49-F238E27FC236}">
                  <a16:creationId xmlns:a16="http://schemas.microsoft.com/office/drawing/2014/main" id="{4211F377-8649-0289-C626-4835AFA6CCFF}"/>
                </a:ext>
              </a:extLst>
            </p:cNvPr>
            <p:cNvSpPr/>
            <p:nvPr/>
          </p:nvSpPr>
          <p:spPr>
            <a:xfrm>
              <a:off x="7083048" y="2518230"/>
              <a:ext cx="102444" cy="34309"/>
            </a:xfrm>
            <a:custGeom>
              <a:avLst/>
              <a:gdLst/>
              <a:ahLst/>
              <a:cxnLst/>
              <a:rect l="l" t="t" r="r" b="b"/>
              <a:pathLst>
                <a:path w="6363" h="2131" extrusionOk="0">
                  <a:moveTo>
                    <a:pt x="308" y="1"/>
                  </a:moveTo>
                  <a:cubicBezTo>
                    <a:pt x="106" y="1"/>
                    <a:pt x="1" y="188"/>
                    <a:pt x="124" y="404"/>
                  </a:cubicBezTo>
                  <a:cubicBezTo>
                    <a:pt x="225" y="538"/>
                    <a:pt x="325" y="671"/>
                    <a:pt x="458" y="738"/>
                  </a:cubicBezTo>
                  <a:cubicBezTo>
                    <a:pt x="1058" y="1172"/>
                    <a:pt x="1726" y="1505"/>
                    <a:pt x="2393" y="1705"/>
                  </a:cubicBezTo>
                  <a:cubicBezTo>
                    <a:pt x="2926" y="1919"/>
                    <a:pt x="3503" y="2026"/>
                    <a:pt x="4071" y="2026"/>
                  </a:cubicBezTo>
                  <a:cubicBezTo>
                    <a:pt x="4213" y="2026"/>
                    <a:pt x="4354" y="2019"/>
                    <a:pt x="4494" y="2006"/>
                  </a:cubicBezTo>
                  <a:cubicBezTo>
                    <a:pt x="4694" y="1972"/>
                    <a:pt x="4961" y="1772"/>
                    <a:pt x="4828" y="1539"/>
                  </a:cubicBezTo>
                  <a:cubicBezTo>
                    <a:pt x="4694" y="1338"/>
                    <a:pt x="4494" y="1205"/>
                    <a:pt x="4261" y="1172"/>
                  </a:cubicBezTo>
                  <a:lnTo>
                    <a:pt x="4161" y="1172"/>
                  </a:lnTo>
                  <a:cubicBezTo>
                    <a:pt x="3494" y="1038"/>
                    <a:pt x="2926" y="938"/>
                    <a:pt x="2259" y="738"/>
                  </a:cubicBezTo>
                  <a:cubicBezTo>
                    <a:pt x="1926" y="605"/>
                    <a:pt x="1559" y="471"/>
                    <a:pt x="1192" y="304"/>
                  </a:cubicBezTo>
                  <a:cubicBezTo>
                    <a:pt x="958" y="171"/>
                    <a:pt x="658" y="71"/>
                    <a:pt x="358" y="4"/>
                  </a:cubicBezTo>
                  <a:cubicBezTo>
                    <a:pt x="341" y="2"/>
                    <a:pt x="324" y="1"/>
                    <a:pt x="308" y="1"/>
                  </a:cubicBezTo>
                  <a:close/>
                  <a:moveTo>
                    <a:pt x="5868" y="1279"/>
                  </a:moveTo>
                  <a:cubicBezTo>
                    <a:pt x="5724" y="1279"/>
                    <a:pt x="5584" y="1341"/>
                    <a:pt x="5462" y="1439"/>
                  </a:cubicBezTo>
                  <a:cubicBezTo>
                    <a:pt x="5395" y="1505"/>
                    <a:pt x="5362" y="1605"/>
                    <a:pt x="5328" y="1672"/>
                  </a:cubicBezTo>
                  <a:cubicBezTo>
                    <a:pt x="5295" y="1805"/>
                    <a:pt x="5328" y="1906"/>
                    <a:pt x="5395" y="2006"/>
                  </a:cubicBezTo>
                  <a:cubicBezTo>
                    <a:pt x="5495" y="2089"/>
                    <a:pt x="5628" y="2131"/>
                    <a:pt x="5762" y="2131"/>
                  </a:cubicBezTo>
                  <a:cubicBezTo>
                    <a:pt x="5895" y="2131"/>
                    <a:pt x="6029" y="2089"/>
                    <a:pt x="6129" y="2006"/>
                  </a:cubicBezTo>
                  <a:cubicBezTo>
                    <a:pt x="6362" y="1772"/>
                    <a:pt x="6296" y="1439"/>
                    <a:pt x="6029" y="1305"/>
                  </a:cubicBezTo>
                  <a:cubicBezTo>
                    <a:pt x="5975" y="1287"/>
                    <a:pt x="5921" y="1279"/>
                    <a:pt x="5868" y="1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3">
              <a:extLst>
                <a:ext uri="{FF2B5EF4-FFF2-40B4-BE49-F238E27FC236}">
                  <a16:creationId xmlns:a16="http://schemas.microsoft.com/office/drawing/2014/main" id="{4D9DF252-4679-B233-7C12-EE61212509F4}"/>
                </a:ext>
              </a:extLst>
            </p:cNvPr>
            <p:cNvSpPr/>
            <p:nvPr/>
          </p:nvSpPr>
          <p:spPr>
            <a:xfrm>
              <a:off x="7106522" y="2583178"/>
              <a:ext cx="145560" cy="34486"/>
            </a:xfrm>
            <a:custGeom>
              <a:avLst/>
              <a:gdLst/>
              <a:ahLst/>
              <a:cxnLst/>
              <a:rect l="l" t="t" r="r" b="b"/>
              <a:pathLst>
                <a:path w="9041" h="2142" extrusionOk="0">
                  <a:moveTo>
                    <a:pt x="5698" y="1"/>
                  </a:moveTo>
                  <a:cubicBezTo>
                    <a:pt x="3550" y="1"/>
                    <a:pt x="1320" y="749"/>
                    <a:pt x="1" y="2141"/>
                  </a:cubicBezTo>
                  <a:cubicBezTo>
                    <a:pt x="1863" y="1175"/>
                    <a:pt x="4209" y="591"/>
                    <a:pt x="6413" y="591"/>
                  </a:cubicBezTo>
                  <a:cubicBezTo>
                    <a:pt x="7328" y="591"/>
                    <a:pt x="8219" y="692"/>
                    <a:pt x="9041" y="907"/>
                  </a:cubicBezTo>
                  <a:cubicBezTo>
                    <a:pt x="8740" y="640"/>
                    <a:pt x="8373" y="440"/>
                    <a:pt x="7973" y="307"/>
                  </a:cubicBezTo>
                  <a:cubicBezTo>
                    <a:pt x="7258" y="101"/>
                    <a:pt x="6484" y="1"/>
                    <a:pt x="569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3">
              <a:extLst>
                <a:ext uri="{FF2B5EF4-FFF2-40B4-BE49-F238E27FC236}">
                  <a16:creationId xmlns:a16="http://schemas.microsoft.com/office/drawing/2014/main" id="{790E0804-62C3-9C42-627D-40E9B82F9650}"/>
                </a:ext>
              </a:extLst>
            </p:cNvPr>
            <p:cNvSpPr/>
            <p:nvPr/>
          </p:nvSpPr>
          <p:spPr>
            <a:xfrm>
              <a:off x="6571084" y="1650408"/>
              <a:ext cx="876484" cy="1119771"/>
            </a:xfrm>
            <a:custGeom>
              <a:avLst/>
              <a:gdLst/>
              <a:ahLst/>
              <a:cxnLst/>
              <a:rect l="l" t="t" r="r" b="b"/>
              <a:pathLst>
                <a:path w="54440" h="69551" extrusionOk="0">
                  <a:moveTo>
                    <a:pt x="12676" y="1569"/>
                  </a:moveTo>
                  <a:cubicBezTo>
                    <a:pt x="16846" y="4604"/>
                    <a:pt x="22850" y="6272"/>
                    <a:pt x="29855" y="6272"/>
                  </a:cubicBezTo>
                  <a:cubicBezTo>
                    <a:pt x="31223" y="6272"/>
                    <a:pt x="32657" y="6205"/>
                    <a:pt x="34125" y="6072"/>
                  </a:cubicBezTo>
                  <a:cubicBezTo>
                    <a:pt x="34258" y="6572"/>
                    <a:pt x="34692" y="6906"/>
                    <a:pt x="35226" y="6906"/>
                  </a:cubicBezTo>
                  <a:cubicBezTo>
                    <a:pt x="35326" y="6906"/>
                    <a:pt x="35426" y="6906"/>
                    <a:pt x="35526" y="6872"/>
                  </a:cubicBezTo>
                  <a:cubicBezTo>
                    <a:pt x="38428" y="11976"/>
                    <a:pt x="40029" y="15779"/>
                    <a:pt x="39362" y="18714"/>
                  </a:cubicBezTo>
                  <a:cubicBezTo>
                    <a:pt x="39062" y="19782"/>
                    <a:pt x="38895" y="20883"/>
                    <a:pt x="38762" y="21950"/>
                  </a:cubicBezTo>
                  <a:cubicBezTo>
                    <a:pt x="38228" y="22050"/>
                    <a:pt x="37828" y="22517"/>
                    <a:pt x="37828" y="23084"/>
                  </a:cubicBezTo>
                  <a:cubicBezTo>
                    <a:pt x="37828" y="23184"/>
                    <a:pt x="37828" y="23318"/>
                    <a:pt x="37861" y="23418"/>
                  </a:cubicBezTo>
                  <a:cubicBezTo>
                    <a:pt x="37761" y="23551"/>
                    <a:pt x="37628" y="23718"/>
                    <a:pt x="37494" y="23918"/>
                  </a:cubicBezTo>
                  <a:cubicBezTo>
                    <a:pt x="36960" y="24619"/>
                    <a:pt x="36360" y="25286"/>
                    <a:pt x="35693" y="25853"/>
                  </a:cubicBezTo>
                  <a:cubicBezTo>
                    <a:pt x="34547" y="26898"/>
                    <a:pt x="34019" y="27289"/>
                    <a:pt x="33051" y="27289"/>
                  </a:cubicBezTo>
                  <a:cubicBezTo>
                    <a:pt x="32412" y="27289"/>
                    <a:pt x="31582" y="27119"/>
                    <a:pt x="30256" y="26853"/>
                  </a:cubicBezTo>
                  <a:lnTo>
                    <a:pt x="29689" y="26720"/>
                  </a:lnTo>
                  <a:cubicBezTo>
                    <a:pt x="28733" y="26525"/>
                    <a:pt x="27665" y="26449"/>
                    <a:pt x="26567" y="26449"/>
                  </a:cubicBezTo>
                  <a:cubicBezTo>
                    <a:pt x="24292" y="26449"/>
                    <a:pt x="21893" y="26773"/>
                    <a:pt x="20115" y="27020"/>
                  </a:cubicBezTo>
                  <a:cubicBezTo>
                    <a:pt x="19548" y="27120"/>
                    <a:pt x="19081" y="27187"/>
                    <a:pt x="18681" y="27220"/>
                  </a:cubicBezTo>
                  <a:cubicBezTo>
                    <a:pt x="18615" y="27228"/>
                    <a:pt x="18549" y="27231"/>
                    <a:pt x="18483" y="27231"/>
                  </a:cubicBezTo>
                  <a:cubicBezTo>
                    <a:pt x="16703" y="27231"/>
                    <a:pt x="14769" y="24671"/>
                    <a:pt x="12743" y="21583"/>
                  </a:cubicBezTo>
                  <a:cubicBezTo>
                    <a:pt x="12943" y="21383"/>
                    <a:pt x="13077" y="21116"/>
                    <a:pt x="13077" y="20816"/>
                  </a:cubicBezTo>
                  <a:cubicBezTo>
                    <a:pt x="13077" y="20215"/>
                    <a:pt x="12576" y="19715"/>
                    <a:pt x="11943" y="19715"/>
                  </a:cubicBezTo>
                  <a:cubicBezTo>
                    <a:pt x="11842" y="19715"/>
                    <a:pt x="11742" y="19715"/>
                    <a:pt x="11642" y="19748"/>
                  </a:cubicBezTo>
                  <a:cubicBezTo>
                    <a:pt x="10675" y="17580"/>
                    <a:pt x="11009" y="14878"/>
                    <a:pt x="12043" y="6672"/>
                  </a:cubicBezTo>
                  <a:cubicBezTo>
                    <a:pt x="12243" y="5171"/>
                    <a:pt x="12443" y="3470"/>
                    <a:pt x="12676" y="1569"/>
                  </a:cubicBezTo>
                  <a:close/>
                  <a:moveTo>
                    <a:pt x="41964" y="30456"/>
                  </a:moveTo>
                  <a:cubicBezTo>
                    <a:pt x="43031" y="30956"/>
                    <a:pt x="43832" y="31957"/>
                    <a:pt x="44499" y="32791"/>
                  </a:cubicBezTo>
                  <a:cubicBezTo>
                    <a:pt x="44733" y="33125"/>
                    <a:pt x="44999" y="33425"/>
                    <a:pt x="45300" y="33725"/>
                  </a:cubicBezTo>
                  <a:cubicBezTo>
                    <a:pt x="46065" y="34490"/>
                    <a:pt x="48047" y="36138"/>
                    <a:pt x="50899" y="36138"/>
                  </a:cubicBezTo>
                  <a:cubicBezTo>
                    <a:pt x="51032" y="36138"/>
                    <a:pt x="51167" y="36134"/>
                    <a:pt x="51304" y="36127"/>
                  </a:cubicBezTo>
                  <a:cubicBezTo>
                    <a:pt x="51371" y="36560"/>
                    <a:pt x="51671" y="36894"/>
                    <a:pt x="52138" y="37027"/>
                  </a:cubicBezTo>
                  <a:cubicBezTo>
                    <a:pt x="51704" y="41064"/>
                    <a:pt x="47501" y="46001"/>
                    <a:pt x="46334" y="49069"/>
                  </a:cubicBezTo>
                  <a:cubicBezTo>
                    <a:pt x="46200" y="49370"/>
                    <a:pt x="46100" y="49636"/>
                    <a:pt x="46000" y="49903"/>
                  </a:cubicBezTo>
                  <a:lnTo>
                    <a:pt x="45933" y="49903"/>
                  </a:lnTo>
                  <a:cubicBezTo>
                    <a:pt x="45466" y="49903"/>
                    <a:pt x="45066" y="50204"/>
                    <a:pt x="44899" y="50637"/>
                  </a:cubicBezTo>
                  <a:cubicBezTo>
                    <a:pt x="44666" y="50570"/>
                    <a:pt x="44399" y="50537"/>
                    <a:pt x="44065" y="50437"/>
                  </a:cubicBezTo>
                  <a:cubicBezTo>
                    <a:pt x="43800" y="50368"/>
                    <a:pt x="43549" y="50339"/>
                    <a:pt x="43310" y="50339"/>
                  </a:cubicBezTo>
                  <a:cubicBezTo>
                    <a:pt x="42620" y="50339"/>
                    <a:pt x="42025" y="50581"/>
                    <a:pt x="41430" y="50804"/>
                  </a:cubicBezTo>
                  <a:cubicBezTo>
                    <a:pt x="41030" y="51004"/>
                    <a:pt x="40630" y="51138"/>
                    <a:pt x="40229" y="51238"/>
                  </a:cubicBezTo>
                  <a:cubicBezTo>
                    <a:pt x="40963" y="50337"/>
                    <a:pt x="42564" y="48102"/>
                    <a:pt x="41230" y="46167"/>
                  </a:cubicBezTo>
                  <a:cubicBezTo>
                    <a:pt x="40096" y="44566"/>
                    <a:pt x="42131" y="42064"/>
                    <a:pt x="42631" y="40497"/>
                  </a:cubicBezTo>
                  <a:cubicBezTo>
                    <a:pt x="43031" y="39129"/>
                    <a:pt x="44166" y="37895"/>
                    <a:pt x="43532" y="35726"/>
                  </a:cubicBezTo>
                  <a:cubicBezTo>
                    <a:pt x="43265" y="34792"/>
                    <a:pt x="42965" y="34259"/>
                    <a:pt x="42331" y="32658"/>
                  </a:cubicBezTo>
                  <a:cubicBezTo>
                    <a:pt x="42097" y="32057"/>
                    <a:pt x="41931" y="31457"/>
                    <a:pt x="41630" y="30856"/>
                  </a:cubicBezTo>
                  <a:cubicBezTo>
                    <a:pt x="41764" y="30756"/>
                    <a:pt x="41864" y="30623"/>
                    <a:pt x="41964" y="30456"/>
                  </a:cubicBezTo>
                  <a:close/>
                  <a:moveTo>
                    <a:pt x="39963" y="30289"/>
                  </a:moveTo>
                  <a:cubicBezTo>
                    <a:pt x="40096" y="30756"/>
                    <a:pt x="40530" y="31056"/>
                    <a:pt x="40997" y="31056"/>
                  </a:cubicBezTo>
                  <a:cubicBezTo>
                    <a:pt x="41097" y="31056"/>
                    <a:pt x="41197" y="31023"/>
                    <a:pt x="41297" y="31023"/>
                  </a:cubicBezTo>
                  <a:cubicBezTo>
                    <a:pt x="41564" y="31624"/>
                    <a:pt x="41797" y="32257"/>
                    <a:pt x="42031" y="32824"/>
                  </a:cubicBezTo>
                  <a:cubicBezTo>
                    <a:pt x="42731" y="34659"/>
                    <a:pt x="42865" y="34926"/>
                    <a:pt x="43131" y="35760"/>
                  </a:cubicBezTo>
                  <a:cubicBezTo>
                    <a:pt x="43765" y="37828"/>
                    <a:pt x="42664" y="39096"/>
                    <a:pt x="42264" y="40330"/>
                  </a:cubicBezTo>
                  <a:cubicBezTo>
                    <a:pt x="41764" y="41998"/>
                    <a:pt x="39696" y="44600"/>
                    <a:pt x="40930" y="46367"/>
                  </a:cubicBezTo>
                  <a:cubicBezTo>
                    <a:pt x="42331" y="48369"/>
                    <a:pt x="40063" y="50871"/>
                    <a:pt x="39662" y="51271"/>
                  </a:cubicBezTo>
                  <a:cubicBezTo>
                    <a:pt x="39362" y="51238"/>
                    <a:pt x="39062" y="51204"/>
                    <a:pt x="38762" y="51138"/>
                  </a:cubicBezTo>
                  <a:cubicBezTo>
                    <a:pt x="38476" y="51075"/>
                    <a:pt x="38199" y="51013"/>
                    <a:pt x="37825" y="51013"/>
                  </a:cubicBezTo>
                  <a:cubicBezTo>
                    <a:pt x="37194" y="51013"/>
                    <a:pt x="36287" y="51189"/>
                    <a:pt x="34592" y="51838"/>
                  </a:cubicBezTo>
                  <a:cubicBezTo>
                    <a:pt x="33337" y="52315"/>
                    <a:pt x="32006" y="52546"/>
                    <a:pt x="30671" y="52546"/>
                  </a:cubicBezTo>
                  <a:cubicBezTo>
                    <a:pt x="30232" y="52546"/>
                    <a:pt x="29792" y="52521"/>
                    <a:pt x="29355" y="52472"/>
                  </a:cubicBezTo>
                  <a:cubicBezTo>
                    <a:pt x="29388" y="52405"/>
                    <a:pt x="29388" y="52338"/>
                    <a:pt x="29388" y="52272"/>
                  </a:cubicBezTo>
                  <a:cubicBezTo>
                    <a:pt x="29388" y="51638"/>
                    <a:pt x="28888" y="51138"/>
                    <a:pt x="28254" y="51138"/>
                  </a:cubicBezTo>
                  <a:cubicBezTo>
                    <a:pt x="28021" y="51138"/>
                    <a:pt x="27821" y="51204"/>
                    <a:pt x="27620" y="51338"/>
                  </a:cubicBezTo>
                  <a:cubicBezTo>
                    <a:pt x="25252" y="48002"/>
                    <a:pt x="25385" y="44800"/>
                    <a:pt x="24385" y="41664"/>
                  </a:cubicBezTo>
                  <a:cubicBezTo>
                    <a:pt x="24685" y="41464"/>
                    <a:pt x="24885" y="41097"/>
                    <a:pt x="24885" y="40730"/>
                  </a:cubicBezTo>
                  <a:cubicBezTo>
                    <a:pt x="24885" y="40697"/>
                    <a:pt x="24885" y="40630"/>
                    <a:pt x="24885" y="40597"/>
                  </a:cubicBezTo>
                  <a:cubicBezTo>
                    <a:pt x="28554" y="39462"/>
                    <a:pt x="31923" y="37428"/>
                    <a:pt x="34659" y="34726"/>
                  </a:cubicBezTo>
                  <a:lnTo>
                    <a:pt x="35259" y="34159"/>
                  </a:lnTo>
                  <a:cubicBezTo>
                    <a:pt x="37427" y="32024"/>
                    <a:pt x="38762" y="30723"/>
                    <a:pt x="39963" y="30289"/>
                  </a:cubicBezTo>
                  <a:close/>
                  <a:moveTo>
                    <a:pt x="46134" y="1"/>
                  </a:moveTo>
                  <a:cubicBezTo>
                    <a:pt x="46034" y="201"/>
                    <a:pt x="45933" y="401"/>
                    <a:pt x="45833" y="601"/>
                  </a:cubicBezTo>
                  <a:cubicBezTo>
                    <a:pt x="44366" y="3070"/>
                    <a:pt x="41097" y="4738"/>
                    <a:pt x="36293" y="5438"/>
                  </a:cubicBezTo>
                  <a:cubicBezTo>
                    <a:pt x="36110" y="4919"/>
                    <a:pt x="35669" y="4673"/>
                    <a:pt x="35231" y="4673"/>
                  </a:cubicBezTo>
                  <a:cubicBezTo>
                    <a:pt x="34712" y="4673"/>
                    <a:pt x="34197" y="5020"/>
                    <a:pt x="34125" y="5672"/>
                  </a:cubicBezTo>
                  <a:cubicBezTo>
                    <a:pt x="32680" y="5798"/>
                    <a:pt x="31271" y="5860"/>
                    <a:pt x="29901" y="5860"/>
                  </a:cubicBezTo>
                  <a:cubicBezTo>
                    <a:pt x="22925" y="5860"/>
                    <a:pt x="17003" y="4247"/>
                    <a:pt x="12877" y="1235"/>
                  </a:cubicBezTo>
                  <a:cubicBezTo>
                    <a:pt x="12676" y="1335"/>
                    <a:pt x="12476" y="1435"/>
                    <a:pt x="12276" y="1569"/>
                  </a:cubicBezTo>
                  <a:cubicBezTo>
                    <a:pt x="12043" y="3437"/>
                    <a:pt x="11842" y="5138"/>
                    <a:pt x="11642" y="6606"/>
                  </a:cubicBezTo>
                  <a:cubicBezTo>
                    <a:pt x="10608" y="14945"/>
                    <a:pt x="10241" y="17680"/>
                    <a:pt x="11275" y="19915"/>
                  </a:cubicBezTo>
                  <a:cubicBezTo>
                    <a:pt x="11009" y="20115"/>
                    <a:pt x="10842" y="20482"/>
                    <a:pt x="10842" y="20816"/>
                  </a:cubicBezTo>
                  <a:cubicBezTo>
                    <a:pt x="10842" y="20849"/>
                    <a:pt x="10842" y="20883"/>
                    <a:pt x="10842" y="20916"/>
                  </a:cubicBezTo>
                  <a:cubicBezTo>
                    <a:pt x="6238" y="22917"/>
                    <a:pt x="2369" y="27521"/>
                    <a:pt x="1" y="30923"/>
                  </a:cubicBezTo>
                  <a:lnTo>
                    <a:pt x="1" y="31657"/>
                  </a:lnTo>
                  <a:cubicBezTo>
                    <a:pt x="2302" y="28254"/>
                    <a:pt x="6238" y="23351"/>
                    <a:pt x="10942" y="21316"/>
                  </a:cubicBezTo>
                  <a:cubicBezTo>
                    <a:pt x="11142" y="21683"/>
                    <a:pt x="11542" y="21950"/>
                    <a:pt x="11943" y="21950"/>
                  </a:cubicBezTo>
                  <a:cubicBezTo>
                    <a:pt x="12143" y="21950"/>
                    <a:pt x="12309" y="21917"/>
                    <a:pt x="12443" y="21817"/>
                  </a:cubicBezTo>
                  <a:cubicBezTo>
                    <a:pt x="14535" y="25003"/>
                    <a:pt x="16535" y="27631"/>
                    <a:pt x="18530" y="27631"/>
                  </a:cubicBezTo>
                  <a:cubicBezTo>
                    <a:pt x="18603" y="27631"/>
                    <a:pt x="18675" y="27628"/>
                    <a:pt x="18747" y="27621"/>
                  </a:cubicBezTo>
                  <a:cubicBezTo>
                    <a:pt x="19114" y="27554"/>
                    <a:pt x="19615" y="27487"/>
                    <a:pt x="20182" y="27421"/>
                  </a:cubicBezTo>
                  <a:cubicBezTo>
                    <a:pt x="21937" y="27173"/>
                    <a:pt x="24314" y="26850"/>
                    <a:pt x="26556" y="26850"/>
                  </a:cubicBezTo>
                  <a:cubicBezTo>
                    <a:pt x="27638" y="26850"/>
                    <a:pt x="28688" y="26925"/>
                    <a:pt x="29622" y="27120"/>
                  </a:cubicBezTo>
                  <a:lnTo>
                    <a:pt x="30189" y="27220"/>
                  </a:lnTo>
                  <a:cubicBezTo>
                    <a:pt x="31123" y="27487"/>
                    <a:pt x="32057" y="27621"/>
                    <a:pt x="33024" y="27687"/>
                  </a:cubicBezTo>
                  <a:cubicBezTo>
                    <a:pt x="34058" y="27687"/>
                    <a:pt x="34725" y="27287"/>
                    <a:pt x="35960" y="26153"/>
                  </a:cubicBezTo>
                  <a:cubicBezTo>
                    <a:pt x="36627" y="25553"/>
                    <a:pt x="37227" y="24885"/>
                    <a:pt x="37761" y="24152"/>
                  </a:cubicBezTo>
                  <a:lnTo>
                    <a:pt x="38061" y="23785"/>
                  </a:lnTo>
                  <a:cubicBezTo>
                    <a:pt x="38261" y="24018"/>
                    <a:pt x="38562" y="24185"/>
                    <a:pt x="38862" y="24185"/>
                  </a:cubicBezTo>
                  <a:cubicBezTo>
                    <a:pt x="39029" y="25252"/>
                    <a:pt x="39295" y="26286"/>
                    <a:pt x="39662" y="27287"/>
                  </a:cubicBezTo>
                  <a:cubicBezTo>
                    <a:pt x="39862" y="27888"/>
                    <a:pt x="40063" y="28455"/>
                    <a:pt x="40329" y="29022"/>
                  </a:cubicBezTo>
                  <a:cubicBezTo>
                    <a:pt x="40063" y="29222"/>
                    <a:pt x="39896" y="29555"/>
                    <a:pt x="39862" y="29889"/>
                  </a:cubicBezTo>
                  <a:cubicBezTo>
                    <a:pt x="38595" y="30323"/>
                    <a:pt x="37194" y="31657"/>
                    <a:pt x="34959" y="33858"/>
                  </a:cubicBezTo>
                  <a:lnTo>
                    <a:pt x="34392" y="34459"/>
                  </a:lnTo>
                  <a:cubicBezTo>
                    <a:pt x="31690" y="37127"/>
                    <a:pt x="28388" y="39096"/>
                    <a:pt x="24785" y="40230"/>
                  </a:cubicBezTo>
                  <a:cubicBezTo>
                    <a:pt x="24568" y="39796"/>
                    <a:pt x="24180" y="39599"/>
                    <a:pt x="23793" y="39599"/>
                  </a:cubicBezTo>
                  <a:cubicBezTo>
                    <a:pt x="23230" y="39599"/>
                    <a:pt x="22670" y="40018"/>
                    <a:pt x="22650" y="40730"/>
                  </a:cubicBezTo>
                  <a:cubicBezTo>
                    <a:pt x="21588" y="40916"/>
                    <a:pt x="20505" y="41017"/>
                    <a:pt x="19418" y="41017"/>
                  </a:cubicBezTo>
                  <a:cubicBezTo>
                    <a:pt x="19139" y="41017"/>
                    <a:pt x="18860" y="41011"/>
                    <a:pt x="18581" y="40997"/>
                  </a:cubicBezTo>
                  <a:cubicBezTo>
                    <a:pt x="10542" y="40663"/>
                    <a:pt x="5004" y="38428"/>
                    <a:pt x="1" y="35259"/>
                  </a:cubicBezTo>
                  <a:lnTo>
                    <a:pt x="1" y="35726"/>
                  </a:lnTo>
                  <a:cubicBezTo>
                    <a:pt x="5004" y="38862"/>
                    <a:pt x="10542" y="41030"/>
                    <a:pt x="18547" y="41397"/>
                  </a:cubicBezTo>
                  <a:lnTo>
                    <a:pt x="19381" y="41397"/>
                  </a:lnTo>
                  <a:cubicBezTo>
                    <a:pt x="20515" y="41397"/>
                    <a:pt x="21616" y="41297"/>
                    <a:pt x="22717" y="41097"/>
                  </a:cubicBezTo>
                  <a:cubicBezTo>
                    <a:pt x="22884" y="41531"/>
                    <a:pt x="23317" y="41797"/>
                    <a:pt x="23784" y="41797"/>
                  </a:cubicBezTo>
                  <a:lnTo>
                    <a:pt x="24018" y="41797"/>
                  </a:lnTo>
                  <a:cubicBezTo>
                    <a:pt x="25019" y="45000"/>
                    <a:pt x="24918" y="48202"/>
                    <a:pt x="27354" y="51605"/>
                  </a:cubicBezTo>
                  <a:cubicBezTo>
                    <a:pt x="26953" y="52205"/>
                    <a:pt x="27187" y="53006"/>
                    <a:pt x="27854" y="53272"/>
                  </a:cubicBezTo>
                  <a:cubicBezTo>
                    <a:pt x="27821" y="55741"/>
                    <a:pt x="27287" y="60044"/>
                    <a:pt x="20415" y="60411"/>
                  </a:cubicBezTo>
                  <a:cubicBezTo>
                    <a:pt x="20182" y="60430"/>
                    <a:pt x="19379" y="60441"/>
                    <a:pt x="18255" y="60441"/>
                  </a:cubicBezTo>
                  <a:cubicBezTo>
                    <a:pt x="15518" y="60441"/>
                    <a:pt x="10882" y="60376"/>
                    <a:pt x="7973" y="60211"/>
                  </a:cubicBezTo>
                  <a:lnTo>
                    <a:pt x="7973" y="60211"/>
                  </a:lnTo>
                  <a:lnTo>
                    <a:pt x="8407" y="60511"/>
                  </a:lnTo>
                  <a:lnTo>
                    <a:pt x="8707" y="60678"/>
                  </a:lnTo>
                  <a:cubicBezTo>
                    <a:pt x="10969" y="60802"/>
                    <a:pt x="14637" y="60836"/>
                    <a:pt x="17280" y="60836"/>
                  </a:cubicBezTo>
                  <a:cubicBezTo>
                    <a:pt x="18886" y="60836"/>
                    <a:pt x="20113" y="60824"/>
                    <a:pt x="20415" y="60811"/>
                  </a:cubicBezTo>
                  <a:cubicBezTo>
                    <a:pt x="27554" y="60377"/>
                    <a:pt x="28087" y="55908"/>
                    <a:pt x="28221" y="53339"/>
                  </a:cubicBezTo>
                  <a:lnTo>
                    <a:pt x="28254" y="53339"/>
                  </a:lnTo>
                  <a:cubicBezTo>
                    <a:pt x="28388" y="53339"/>
                    <a:pt x="28521" y="53306"/>
                    <a:pt x="28654" y="53272"/>
                  </a:cubicBezTo>
                  <a:cubicBezTo>
                    <a:pt x="30322" y="55407"/>
                    <a:pt x="33058" y="58843"/>
                    <a:pt x="32190" y="61745"/>
                  </a:cubicBezTo>
                  <a:cubicBezTo>
                    <a:pt x="31323" y="64781"/>
                    <a:pt x="30689" y="67716"/>
                    <a:pt x="31523" y="69484"/>
                  </a:cubicBezTo>
                  <a:lnTo>
                    <a:pt x="31990" y="69551"/>
                  </a:lnTo>
                  <a:cubicBezTo>
                    <a:pt x="31023" y="67916"/>
                    <a:pt x="31723" y="64814"/>
                    <a:pt x="32557" y="61879"/>
                  </a:cubicBezTo>
                  <a:cubicBezTo>
                    <a:pt x="33458" y="58843"/>
                    <a:pt x="30589" y="55341"/>
                    <a:pt x="28955" y="53072"/>
                  </a:cubicBezTo>
                  <a:cubicBezTo>
                    <a:pt x="29055" y="53006"/>
                    <a:pt x="29155" y="52905"/>
                    <a:pt x="29188" y="52805"/>
                  </a:cubicBezTo>
                  <a:cubicBezTo>
                    <a:pt x="29618" y="52886"/>
                    <a:pt x="30085" y="52922"/>
                    <a:pt x="30566" y="52922"/>
                  </a:cubicBezTo>
                  <a:cubicBezTo>
                    <a:pt x="32063" y="52922"/>
                    <a:pt x="33690" y="52576"/>
                    <a:pt x="34725" y="52172"/>
                  </a:cubicBezTo>
                  <a:cubicBezTo>
                    <a:pt x="36363" y="51533"/>
                    <a:pt x="37215" y="51370"/>
                    <a:pt x="37807" y="51370"/>
                  </a:cubicBezTo>
                  <a:cubicBezTo>
                    <a:pt x="38143" y="51370"/>
                    <a:pt x="38396" y="51423"/>
                    <a:pt x="38662" y="51471"/>
                  </a:cubicBezTo>
                  <a:cubicBezTo>
                    <a:pt x="39029" y="51571"/>
                    <a:pt x="39362" y="51605"/>
                    <a:pt x="39729" y="51605"/>
                  </a:cubicBezTo>
                  <a:cubicBezTo>
                    <a:pt x="40396" y="51571"/>
                    <a:pt x="41030" y="51404"/>
                    <a:pt x="41597" y="51138"/>
                  </a:cubicBezTo>
                  <a:cubicBezTo>
                    <a:pt x="42172" y="50912"/>
                    <a:pt x="42710" y="50687"/>
                    <a:pt x="43323" y="50687"/>
                  </a:cubicBezTo>
                  <a:cubicBezTo>
                    <a:pt x="43528" y="50687"/>
                    <a:pt x="43740" y="50712"/>
                    <a:pt x="43965" y="50771"/>
                  </a:cubicBezTo>
                  <a:cubicBezTo>
                    <a:pt x="44299" y="50871"/>
                    <a:pt x="44566" y="50937"/>
                    <a:pt x="44799" y="50971"/>
                  </a:cubicBezTo>
                  <a:lnTo>
                    <a:pt x="44799" y="51004"/>
                  </a:lnTo>
                  <a:cubicBezTo>
                    <a:pt x="44799" y="51338"/>
                    <a:pt x="44966" y="51671"/>
                    <a:pt x="45233" y="51871"/>
                  </a:cubicBezTo>
                  <a:cubicBezTo>
                    <a:pt x="44666" y="53239"/>
                    <a:pt x="44099" y="54473"/>
                    <a:pt x="43365" y="56008"/>
                  </a:cubicBezTo>
                  <a:lnTo>
                    <a:pt x="42731" y="57242"/>
                  </a:lnTo>
                  <a:cubicBezTo>
                    <a:pt x="42031" y="58743"/>
                    <a:pt x="44633" y="61245"/>
                    <a:pt x="44532" y="63046"/>
                  </a:cubicBezTo>
                  <a:lnTo>
                    <a:pt x="44532" y="63213"/>
                  </a:lnTo>
                  <a:cubicBezTo>
                    <a:pt x="44466" y="64113"/>
                    <a:pt x="44266" y="65014"/>
                    <a:pt x="43999" y="65848"/>
                  </a:cubicBezTo>
                  <a:cubicBezTo>
                    <a:pt x="44199" y="65615"/>
                    <a:pt x="44399" y="65348"/>
                    <a:pt x="44633" y="65081"/>
                  </a:cubicBezTo>
                  <a:cubicBezTo>
                    <a:pt x="44766" y="64480"/>
                    <a:pt x="44866" y="63847"/>
                    <a:pt x="44933" y="63246"/>
                  </a:cubicBezTo>
                  <a:lnTo>
                    <a:pt x="44933" y="63079"/>
                  </a:lnTo>
                  <a:cubicBezTo>
                    <a:pt x="45033" y="61311"/>
                    <a:pt x="42431" y="58843"/>
                    <a:pt x="43098" y="57409"/>
                  </a:cubicBezTo>
                  <a:lnTo>
                    <a:pt x="43699" y="56174"/>
                  </a:lnTo>
                  <a:cubicBezTo>
                    <a:pt x="44432" y="54640"/>
                    <a:pt x="45033" y="53439"/>
                    <a:pt x="45600" y="52072"/>
                  </a:cubicBezTo>
                  <a:cubicBezTo>
                    <a:pt x="45700" y="52105"/>
                    <a:pt x="45800" y="52105"/>
                    <a:pt x="45933" y="52105"/>
                  </a:cubicBezTo>
                  <a:cubicBezTo>
                    <a:pt x="46234" y="52105"/>
                    <a:pt x="46534" y="51971"/>
                    <a:pt x="46767" y="51738"/>
                  </a:cubicBezTo>
                  <a:cubicBezTo>
                    <a:pt x="47935" y="52372"/>
                    <a:pt x="49603" y="53406"/>
                    <a:pt x="50170" y="54340"/>
                  </a:cubicBezTo>
                  <a:lnTo>
                    <a:pt x="50337" y="53873"/>
                  </a:lnTo>
                  <a:cubicBezTo>
                    <a:pt x="49770" y="52872"/>
                    <a:pt x="48035" y="51971"/>
                    <a:pt x="46968" y="51371"/>
                  </a:cubicBezTo>
                  <a:cubicBezTo>
                    <a:pt x="47034" y="51238"/>
                    <a:pt x="47034" y="51138"/>
                    <a:pt x="47034" y="51004"/>
                  </a:cubicBezTo>
                  <a:cubicBezTo>
                    <a:pt x="47034" y="50570"/>
                    <a:pt x="46801" y="50170"/>
                    <a:pt x="46400" y="49970"/>
                  </a:cubicBezTo>
                  <a:lnTo>
                    <a:pt x="46634" y="49370"/>
                  </a:lnTo>
                  <a:lnTo>
                    <a:pt x="46601" y="49403"/>
                  </a:lnTo>
                  <a:lnTo>
                    <a:pt x="46601" y="49403"/>
                  </a:lnTo>
                  <a:lnTo>
                    <a:pt x="46701" y="49169"/>
                  </a:lnTo>
                  <a:cubicBezTo>
                    <a:pt x="47868" y="46067"/>
                    <a:pt x="52038" y="41130"/>
                    <a:pt x="52538" y="36994"/>
                  </a:cubicBezTo>
                  <a:cubicBezTo>
                    <a:pt x="53105" y="36927"/>
                    <a:pt x="53539" y="36460"/>
                    <a:pt x="53539" y="35893"/>
                  </a:cubicBezTo>
                  <a:cubicBezTo>
                    <a:pt x="53539" y="35793"/>
                    <a:pt x="53539" y="35693"/>
                    <a:pt x="53506" y="35593"/>
                  </a:cubicBezTo>
                  <a:cubicBezTo>
                    <a:pt x="53839" y="35460"/>
                    <a:pt x="54139" y="35326"/>
                    <a:pt x="54440" y="35159"/>
                  </a:cubicBezTo>
                  <a:lnTo>
                    <a:pt x="54440" y="34792"/>
                  </a:lnTo>
                  <a:cubicBezTo>
                    <a:pt x="54073" y="34959"/>
                    <a:pt x="53706" y="35126"/>
                    <a:pt x="53339" y="35259"/>
                  </a:cubicBezTo>
                  <a:cubicBezTo>
                    <a:pt x="53112" y="34939"/>
                    <a:pt x="52768" y="34790"/>
                    <a:pt x="52426" y="34790"/>
                  </a:cubicBezTo>
                  <a:cubicBezTo>
                    <a:pt x="51912" y="34790"/>
                    <a:pt x="51404" y="35126"/>
                    <a:pt x="51304" y="35726"/>
                  </a:cubicBezTo>
                  <a:cubicBezTo>
                    <a:pt x="51138" y="35739"/>
                    <a:pt x="50974" y="35744"/>
                    <a:pt x="50813" y="35744"/>
                  </a:cubicBezTo>
                  <a:cubicBezTo>
                    <a:pt x="48299" y="35744"/>
                    <a:pt x="46476" y="34334"/>
                    <a:pt x="45567" y="33425"/>
                  </a:cubicBezTo>
                  <a:cubicBezTo>
                    <a:pt x="45300" y="33125"/>
                    <a:pt x="45066" y="32824"/>
                    <a:pt x="44799" y="32524"/>
                  </a:cubicBezTo>
                  <a:cubicBezTo>
                    <a:pt x="44099" y="31624"/>
                    <a:pt x="43265" y="30589"/>
                    <a:pt x="42097" y="30056"/>
                  </a:cubicBezTo>
                  <a:lnTo>
                    <a:pt x="42097" y="29922"/>
                  </a:lnTo>
                  <a:cubicBezTo>
                    <a:pt x="42097" y="29340"/>
                    <a:pt x="41626" y="28820"/>
                    <a:pt x="41020" y="28820"/>
                  </a:cubicBezTo>
                  <a:cubicBezTo>
                    <a:pt x="41001" y="28820"/>
                    <a:pt x="40982" y="28821"/>
                    <a:pt x="40963" y="28822"/>
                  </a:cubicBezTo>
                  <a:cubicBezTo>
                    <a:pt x="40863" y="28822"/>
                    <a:pt x="40763" y="28822"/>
                    <a:pt x="40663" y="28855"/>
                  </a:cubicBezTo>
                  <a:cubicBezTo>
                    <a:pt x="40396" y="28288"/>
                    <a:pt x="40196" y="27754"/>
                    <a:pt x="39996" y="27154"/>
                  </a:cubicBezTo>
                  <a:cubicBezTo>
                    <a:pt x="39662" y="26186"/>
                    <a:pt x="39395" y="25186"/>
                    <a:pt x="39229" y="24152"/>
                  </a:cubicBezTo>
                  <a:cubicBezTo>
                    <a:pt x="39462" y="24085"/>
                    <a:pt x="39662" y="23918"/>
                    <a:pt x="39829" y="23718"/>
                  </a:cubicBezTo>
                  <a:cubicBezTo>
                    <a:pt x="39963" y="23885"/>
                    <a:pt x="40129" y="24051"/>
                    <a:pt x="40296" y="24252"/>
                  </a:cubicBezTo>
                  <a:cubicBezTo>
                    <a:pt x="41030" y="25086"/>
                    <a:pt x="41997" y="26120"/>
                    <a:pt x="43332" y="26220"/>
                  </a:cubicBezTo>
                  <a:cubicBezTo>
                    <a:pt x="43798" y="26268"/>
                    <a:pt x="44265" y="26293"/>
                    <a:pt x="44729" y="26293"/>
                  </a:cubicBezTo>
                  <a:cubicBezTo>
                    <a:pt x="47123" y="26293"/>
                    <a:pt x="49470" y="25653"/>
                    <a:pt x="51537" y="24452"/>
                  </a:cubicBezTo>
                  <a:cubicBezTo>
                    <a:pt x="51871" y="24252"/>
                    <a:pt x="52205" y="24018"/>
                    <a:pt x="52505" y="23818"/>
                  </a:cubicBezTo>
                  <a:cubicBezTo>
                    <a:pt x="52471" y="23685"/>
                    <a:pt x="52438" y="23518"/>
                    <a:pt x="52405" y="23384"/>
                  </a:cubicBezTo>
                  <a:cubicBezTo>
                    <a:pt x="52071" y="23651"/>
                    <a:pt x="51704" y="23885"/>
                    <a:pt x="51337" y="24085"/>
                  </a:cubicBezTo>
                  <a:cubicBezTo>
                    <a:pt x="49306" y="25298"/>
                    <a:pt x="47013" y="25914"/>
                    <a:pt x="44679" y="25914"/>
                  </a:cubicBezTo>
                  <a:cubicBezTo>
                    <a:pt x="44253" y="25914"/>
                    <a:pt x="43826" y="25894"/>
                    <a:pt x="43398" y="25853"/>
                  </a:cubicBezTo>
                  <a:cubicBezTo>
                    <a:pt x="42197" y="25753"/>
                    <a:pt x="41297" y="24785"/>
                    <a:pt x="40596" y="23985"/>
                  </a:cubicBezTo>
                  <a:cubicBezTo>
                    <a:pt x="40396" y="23785"/>
                    <a:pt x="40196" y="23551"/>
                    <a:pt x="40029" y="23384"/>
                  </a:cubicBezTo>
                  <a:cubicBezTo>
                    <a:pt x="40029" y="23284"/>
                    <a:pt x="40063" y="23184"/>
                    <a:pt x="40063" y="23084"/>
                  </a:cubicBezTo>
                  <a:cubicBezTo>
                    <a:pt x="40063" y="22550"/>
                    <a:pt x="39696" y="22083"/>
                    <a:pt x="39162" y="21983"/>
                  </a:cubicBezTo>
                  <a:cubicBezTo>
                    <a:pt x="39262" y="20916"/>
                    <a:pt x="39462" y="19848"/>
                    <a:pt x="39729" y="18814"/>
                  </a:cubicBezTo>
                  <a:cubicBezTo>
                    <a:pt x="40430" y="15746"/>
                    <a:pt x="38795" y="11876"/>
                    <a:pt x="35893" y="6706"/>
                  </a:cubicBezTo>
                  <a:cubicBezTo>
                    <a:pt x="36193" y="6506"/>
                    <a:pt x="36360" y="6172"/>
                    <a:pt x="36360" y="5805"/>
                  </a:cubicBezTo>
                  <a:cubicBezTo>
                    <a:pt x="41263" y="5105"/>
                    <a:pt x="44633" y="3370"/>
                    <a:pt x="46167" y="768"/>
                  </a:cubicBezTo>
                  <a:cubicBezTo>
                    <a:pt x="46267" y="635"/>
                    <a:pt x="46334" y="468"/>
                    <a:pt x="46434" y="301"/>
                  </a:cubicBezTo>
                  <a:cubicBezTo>
                    <a:pt x="46334" y="201"/>
                    <a:pt x="46234" y="101"/>
                    <a:pt x="46134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3">
              <a:extLst>
                <a:ext uri="{FF2B5EF4-FFF2-40B4-BE49-F238E27FC236}">
                  <a16:creationId xmlns:a16="http://schemas.microsoft.com/office/drawing/2014/main" id="{12263ACA-E37E-4703-BD36-67686F86DDDA}"/>
                </a:ext>
              </a:extLst>
            </p:cNvPr>
            <p:cNvSpPr/>
            <p:nvPr/>
          </p:nvSpPr>
          <p:spPr>
            <a:xfrm>
              <a:off x="6571084" y="1650408"/>
              <a:ext cx="876484" cy="1119771"/>
            </a:xfrm>
            <a:custGeom>
              <a:avLst/>
              <a:gdLst/>
              <a:ahLst/>
              <a:cxnLst/>
              <a:rect l="l" t="t" r="r" b="b"/>
              <a:pathLst>
                <a:path w="54440" h="69551" extrusionOk="0">
                  <a:moveTo>
                    <a:pt x="12676" y="1569"/>
                  </a:moveTo>
                  <a:cubicBezTo>
                    <a:pt x="16846" y="4604"/>
                    <a:pt x="22850" y="6272"/>
                    <a:pt x="29855" y="6272"/>
                  </a:cubicBezTo>
                  <a:cubicBezTo>
                    <a:pt x="31223" y="6272"/>
                    <a:pt x="32657" y="6205"/>
                    <a:pt x="34125" y="6072"/>
                  </a:cubicBezTo>
                  <a:cubicBezTo>
                    <a:pt x="34258" y="6572"/>
                    <a:pt x="34692" y="6906"/>
                    <a:pt x="35226" y="6906"/>
                  </a:cubicBezTo>
                  <a:cubicBezTo>
                    <a:pt x="35326" y="6906"/>
                    <a:pt x="35426" y="6906"/>
                    <a:pt x="35526" y="6872"/>
                  </a:cubicBezTo>
                  <a:cubicBezTo>
                    <a:pt x="38428" y="11976"/>
                    <a:pt x="40029" y="15779"/>
                    <a:pt x="39362" y="18714"/>
                  </a:cubicBezTo>
                  <a:cubicBezTo>
                    <a:pt x="39062" y="19782"/>
                    <a:pt x="38895" y="20883"/>
                    <a:pt x="38762" y="21950"/>
                  </a:cubicBezTo>
                  <a:cubicBezTo>
                    <a:pt x="38228" y="22050"/>
                    <a:pt x="37828" y="22517"/>
                    <a:pt x="37828" y="23084"/>
                  </a:cubicBezTo>
                  <a:cubicBezTo>
                    <a:pt x="37828" y="23184"/>
                    <a:pt x="37828" y="23318"/>
                    <a:pt x="37861" y="23418"/>
                  </a:cubicBezTo>
                  <a:cubicBezTo>
                    <a:pt x="37761" y="23551"/>
                    <a:pt x="37628" y="23718"/>
                    <a:pt x="37494" y="23918"/>
                  </a:cubicBezTo>
                  <a:cubicBezTo>
                    <a:pt x="36960" y="24619"/>
                    <a:pt x="36360" y="25286"/>
                    <a:pt x="35693" y="25853"/>
                  </a:cubicBezTo>
                  <a:cubicBezTo>
                    <a:pt x="34547" y="26898"/>
                    <a:pt x="34019" y="27289"/>
                    <a:pt x="33051" y="27289"/>
                  </a:cubicBezTo>
                  <a:cubicBezTo>
                    <a:pt x="32412" y="27289"/>
                    <a:pt x="31582" y="27119"/>
                    <a:pt x="30256" y="26853"/>
                  </a:cubicBezTo>
                  <a:lnTo>
                    <a:pt x="29689" y="26720"/>
                  </a:lnTo>
                  <a:cubicBezTo>
                    <a:pt x="28733" y="26525"/>
                    <a:pt x="27665" y="26449"/>
                    <a:pt x="26567" y="26449"/>
                  </a:cubicBezTo>
                  <a:cubicBezTo>
                    <a:pt x="24292" y="26449"/>
                    <a:pt x="21893" y="26773"/>
                    <a:pt x="20115" y="27020"/>
                  </a:cubicBezTo>
                  <a:cubicBezTo>
                    <a:pt x="19548" y="27120"/>
                    <a:pt x="19081" y="27187"/>
                    <a:pt x="18681" y="27220"/>
                  </a:cubicBezTo>
                  <a:cubicBezTo>
                    <a:pt x="18615" y="27228"/>
                    <a:pt x="18549" y="27231"/>
                    <a:pt x="18483" y="27231"/>
                  </a:cubicBezTo>
                  <a:cubicBezTo>
                    <a:pt x="16703" y="27231"/>
                    <a:pt x="14769" y="24671"/>
                    <a:pt x="12743" y="21583"/>
                  </a:cubicBezTo>
                  <a:cubicBezTo>
                    <a:pt x="12943" y="21383"/>
                    <a:pt x="13077" y="21116"/>
                    <a:pt x="13077" y="20816"/>
                  </a:cubicBezTo>
                  <a:cubicBezTo>
                    <a:pt x="13077" y="20215"/>
                    <a:pt x="12576" y="19715"/>
                    <a:pt x="11943" y="19715"/>
                  </a:cubicBezTo>
                  <a:cubicBezTo>
                    <a:pt x="11842" y="19715"/>
                    <a:pt x="11742" y="19715"/>
                    <a:pt x="11642" y="19748"/>
                  </a:cubicBezTo>
                  <a:cubicBezTo>
                    <a:pt x="10675" y="17580"/>
                    <a:pt x="11009" y="14878"/>
                    <a:pt x="12043" y="6672"/>
                  </a:cubicBezTo>
                  <a:cubicBezTo>
                    <a:pt x="12243" y="5171"/>
                    <a:pt x="12443" y="3470"/>
                    <a:pt x="12676" y="1569"/>
                  </a:cubicBezTo>
                  <a:close/>
                  <a:moveTo>
                    <a:pt x="41964" y="30456"/>
                  </a:moveTo>
                  <a:cubicBezTo>
                    <a:pt x="43031" y="30956"/>
                    <a:pt x="43832" y="31957"/>
                    <a:pt x="44499" y="32791"/>
                  </a:cubicBezTo>
                  <a:cubicBezTo>
                    <a:pt x="44733" y="33125"/>
                    <a:pt x="44999" y="33425"/>
                    <a:pt x="45300" y="33725"/>
                  </a:cubicBezTo>
                  <a:cubicBezTo>
                    <a:pt x="46065" y="34490"/>
                    <a:pt x="48047" y="36138"/>
                    <a:pt x="50899" y="36138"/>
                  </a:cubicBezTo>
                  <a:cubicBezTo>
                    <a:pt x="51032" y="36138"/>
                    <a:pt x="51167" y="36134"/>
                    <a:pt x="51304" y="36127"/>
                  </a:cubicBezTo>
                  <a:cubicBezTo>
                    <a:pt x="51371" y="36560"/>
                    <a:pt x="51671" y="36894"/>
                    <a:pt x="52138" y="37027"/>
                  </a:cubicBezTo>
                  <a:cubicBezTo>
                    <a:pt x="51704" y="41064"/>
                    <a:pt x="47501" y="46001"/>
                    <a:pt x="46334" y="49069"/>
                  </a:cubicBezTo>
                  <a:cubicBezTo>
                    <a:pt x="46200" y="49370"/>
                    <a:pt x="46100" y="49636"/>
                    <a:pt x="46000" y="49903"/>
                  </a:cubicBezTo>
                  <a:lnTo>
                    <a:pt x="45933" y="49903"/>
                  </a:lnTo>
                  <a:cubicBezTo>
                    <a:pt x="45466" y="49903"/>
                    <a:pt x="45066" y="50204"/>
                    <a:pt x="44899" y="50637"/>
                  </a:cubicBezTo>
                  <a:cubicBezTo>
                    <a:pt x="44666" y="50570"/>
                    <a:pt x="44399" y="50537"/>
                    <a:pt x="44065" y="50437"/>
                  </a:cubicBezTo>
                  <a:cubicBezTo>
                    <a:pt x="43800" y="50368"/>
                    <a:pt x="43549" y="50339"/>
                    <a:pt x="43310" y="50339"/>
                  </a:cubicBezTo>
                  <a:cubicBezTo>
                    <a:pt x="42620" y="50339"/>
                    <a:pt x="42025" y="50581"/>
                    <a:pt x="41430" y="50804"/>
                  </a:cubicBezTo>
                  <a:cubicBezTo>
                    <a:pt x="41030" y="51004"/>
                    <a:pt x="40630" y="51138"/>
                    <a:pt x="40229" y="51238"/>
                  </a:cubicBezTo>
                  <a:cubicBezTo>
                    <a:pt x="40963" y="50337"/>
                    <a:pt x="42564" y="48102"/>
                    <a:pt x="41230" y="46167"/>
                  </a:cubicBezTo>
                  <a:cubicBezTo>
                    <a:pt x="40096" y="44566"/>
                    <a:pt x="42131" y="42064"/>
                    <a:pt x="42631" y="40497"/>
                  </a:cubicBezTo>
                  <a:cubicBezTo>
                    <a:pt x="43031" y="39129"/>
                    <a:pt x="44166" y="37895"/>
                    <a:pt x="43532" y="35726"/>
                  </a:cubicBezTo>
                  <a:cubicBezTo>
                    <a:pt x="43265" y="34792"/>
                    <a:pt x="42965" y="34259"/>
                    <a:pt x="42331" y="32658"/>
                  </a:cubicBezTo>
                  <a:cubicBezTo>
                    <a:pt x="42097" y="32057"/>
                    <a:pt x="41931" y="31457"/>
                    <a:pt x="41630" y="30856"/>
                  </a:cubicBezTo>
                  <a:cubicBezTo>
                    <a:pt x="41764" y="30756"/>
                    <a:pt x="41864" y="30623"/>
                    <a:pt x="41964" y="30456"/>
                  </a:cubicBezTo>
                  <a:close/>
                  <a:moveTo>
                    <a:pt x="39963" y="30289"/>
                  </a:moveTo>
                  <a:cubicBezTo>
                    <a:pt x="40096" y="30756"/>
                    <a:pt x="40530" y="31056"/>
                    <a:pt x="40997" y="31056"/>
                  </a:cubicBezTo>
                  <a:cubicBezTo>
                    <a:pt x="41097" y="31056"/>
                    <a:pt x="41197" y="31023"/>
                    <a:pt x="41297" y="31023"/>
                  </a:cubicBezTo>
                  <a:cubicBezTo>
                    <a:pt x="41564" y="31624"/>
                    <a:pt x="41797" y="32257"/>
                    <a:pt x="42031" y="32824"/>
                  </a:cubicBezTo>
                  <a:cubicBezTo>
                    <a:pt x="42731" y="34659"/>
                    <a:pt x="42865" y="34926"/>
                    <a:pt x="43131" y="35760"/>
                  </a:cubicBezTo>
                  <a:cubicBezTo>
                    <a:pt x="43765" y="37828"/>
                    <a:pt x="42664" y="39096"/>
                    <a:pt x="42264" y="40330"/>
                  </a:cubicBezTo>
                  <a:cubicBezTo>
                    <a:pt x="41764" y="41998"/>
                    <a:pt x="39696" y="44600"/>
                    <a:pt x="40930" y="46367"/>
                  </a:cubicBezTo>
                  <a:cubicBezTo>
                    <a:pt x="42331" y="48369"/>
                    <a:pt x="40063" y="50871"/>
                    <a:pt x="39662" y="51271"/>
                  </a:cubicBezTo>
                  <a:cubicBezTo>
                    <a:pt x="39362" y="51238"/>
                    <a:pt x="39062" y="51204"/>
                    <a:pt x="38762" y="51138"/>
                  </a:cubicBezTo>
                  <a:cubicBezTo>
                    <a:pt x="38476" y="51075"/>
                    <a:pt x="38199" y="51013"/>
                    <a:pt x="37825" y="51013"/>
                  </a:cubicBezTo>
                  <a:cubicBezTo>
                    <a:pt x="37194" y="51013"/>
                    <a:pt x="36287" y="51189"/>
                    <a:pt x="34592" y="51838"/>
                  </a:cubicBezTo>
                  <a:cubicBezTo>
                    <a:pt x="33337" y="52315"/>
                    <a:pt x="32006" y="52546"/>
                    <a:pt x="30671" y="52546"/>
                  </a:cubicBezTo>
                  <a:cubicBezTo>
                    <a:pt x="30232" y="52546"/>
                    <a:pt x="29792" y="52521"/>
                    <a:pt x="29355" y="52472"/>
                  </a:cubicBezTo>
                  <a:cubicBezTo>
                    <a:pt x="29388" y="52405"/>
                    <a:pt x="29388" y="52338"/>
                    <a:pt x="29388" y="52272"/>
                  </a:cubicBezTo>
                  <a:cubicBezTo>
                    <a:pt x="29388" y="51638"/>
                    <a:pt x="28888" y="51138"/>
                    <a:pt x="28254" y="51138"/>
                  </a:cubicBezTo>
                  <a:cubicBezTo>
                    <a:pt x="28021" y="51138"/>
                    <a:pt x="27821" y="51204"/>
                    <a:pt x="27620" y="51338"/>
                  </a:cubicBezTo>
                  <a:cubicBezTo>
                    <a:pt x="25252" y="48002"/>
                    <a:pt x="25385" y="44800"/>
                    <a:pt x="24385" y="41664"/>
                  </a:cubicBezTo>
                  <a:cubicBezTo>
                    <a:pt x="24685" y="41464"/>
                    <a:pt x="24885" y="41097"/>
                    <a:pt x="24885" y="40730"/>
                  </a:cubicBezTo>
                  <a:cubicBezTo>
                    <a:pt x="24885" y="40697"/>
                    <a:pt x="24885" y="40630"/>
                    <a:pt x="24885" y="40597"/>
                  </a:cubicBezTo>
                  <a:cubicBezTo>
                    <a:pt x="28554" y="39462"/>
                    <a:pt x="31923" y="37428"/>
                    <a:pt x="34659" y="34726"/>
                  </a:cubicBezTo>
                  <a:lnTo>
                    <a:pt x="35259" y="34159"/>
                  </a:lnTo>
                  <a:cubicBezTo>
                    <a:pt x="37427" y="32024"/>
                    <a:pt x="38762" y="30723"/>
                    <a:pt x="39963" y="30289"/>
                  </a:cubicBezTo>
                  <a:close/>
                  <a:moveTo>
                    <a:pt x="46134" y="1"/>
                  </a:moveTo>
                  <a:cubicBezTo>
                    <a:pt x="46034" y="201"/>
                    <a:pt x="45933" y="401"/>
                    <a:pt x="45833" y="601"/>
                  </a:cubicBezTo>
                  <a:cubicBezTo>
                    <a:pt x="44366" y="3070"/>
                    <a:pt x="41097" y="4738"/>
                    <a:pt x="36293" y="5438"/>
                  </a:cubicBezTo>
                  <a:cubicBezTo>
                    <a:pt x="36110" y="4919"/>
                    <a:pt x="35669" y="4673"/>
                    <a:pt x="35231" y="4673"/>
                  </a:cubicBezTo>
                  <a:cubicBezTo>
                    <a:pt x="34712" y="4673"/>
                    <a:pt x="34197" y="5020"/>
                    <a:pt x="34125" y="5672"/>
                  </a:cubicBezTo>
                  <a:cubicBezTo>
                    <a:pt x="32680" y="5798"/>
                    <a:pt x="31271" y="5860"/>
                    <a:pt x="29901" y="5860"/>
                  </a:cubicBezTo>
                  <a:cubicBezTo>
                    <a:pt x="22925" y="5860"/>
                    <a:pt x="17003" y="4247"/>
                    <a:pt x="12877" y="1235"/>
                  </a:cubicBezTo>
                  <a:cubicBezTo>
                    <a:pt x="12676" y="1335"/>
                    <a:pt x="12476" y="1435"/>
                    <a:pt x="12276" y="1569"/>
                  </a:cubicBezTo>
                  <a:cubicBezTo>
                    <a:pt x="12043" y="3437"/>
                    <a:pt x="11842" y="5138"/>
                    <a:pt x="11642" y="6606"/>
                  </a:cubicBezTo>
                  <a:cubicBezTo>
                    <a:pt x="10608" y="14945"/>
                    <a:pt x="10241" y="17680"/>
                    <a:pt x="11275" y="19915"/>
                  </a:cubicBezTo>
                  <a:cubicBezTo>
                    <a:pt x="11009" y="20115"/>
                    <a:pt x="10842" y="20482"/>
                    <a:pt x="10842" y="20816"/>
                  </a:cubicBezTo>
                  <a:cubicBezTo>
                    <a:pt x="10842" y="20849"/>
                    <a:pt x="10842" y="20883"/>
                    <a:pt x="10842" y="20916"/>
                  </a:cubicBezTo>
                  <a:cubicBezTo>
                    <a:pt x="6238" y="22917"/>
                    <a:pt x="2369" y="27521"/>
                    <a:pt x="1" y="30923"/>
                  </a:cubicBezTo>
                  <a:lnTo>
                    <a:pt x="1" y="31657"/>
                  </a:lnTo>
                  <a:cubicBezTo>
                    <a:pt x="2302" y="28254"/>
                    <a:pt x="6238" y="23351"/>
                    <a:pt x="10942" y="21316"/>
                  </a:cubicBezTo>
                  <a:cubicBezTo>
                    <a:pt x="11142" y="21683"/>
                    <a:pt x="11542" y="21950"/>
                    <a:pt x="11943" y="21950"/>
                  </a:cubicBezTo>
                  <a:cubicBezTo>
                    <a:pt x="12143" y="21950"/>
                    <a:pt x="12309" y="21917"/>
                    <a:pt x="12443" y="21817"/>
                  </a:cubicBezTo>
                  <a:cubicBezTo>
                    <a:pt x="14535" y="25003"/>
                    <a:pt x="16535" y="27631"/>
                    <a:pt x="18530" y="27631"/>
                  </a:cubicBezTo>
                  <a:cubicBezTo>
                    <a:pt x="18603" y="27631"/>
                    <a:pt x="18675" y="27628"/>
                    <a:pt x="18747" y="27621"/>
                  </a:cubicBezTo>
                  <a:cubicBezTo>
                    <a:pt x="19114" y="27554"/>
                    <a:pt x="19615" y="27487"/>
                    <a:pt x="20182" y="27421"/>
                  </a:cubicBezTo>
                  <a:cubicBezTo>
                    <a:pt x="21937" y="27173"/>
                    <a:pt x="24314" y="26850"/>
                    <a:pt x="26556" y="26850"/>
                  </a:cubicBezTo>
                  <a:cubicBezTo>
                    <a:pt x="27638" y="26850"/>
                    <a:pt x="28688" y="26925"/>
                    <a:pt x="29622" y="27120"/>
                  </a:cubicBezTo>
                  <a:lnTo>
                    <a:pt x="30189" y="27220"/>
                  </a:lnTo>
                  <a:cubicBezTo>
                    <a:pt x="31123" y="27487"/>
                    <a:pt x="32057" y="27621"/>
                    <a:pt x="33024" y="27687"/>
                  </a:cubicBezTo>
                  <a:cubicBezTo>
                    <a:pt x="34058" y="27687"/>
                    <a:pt x="34725" y="27287"/>
                    <a:pt x="35960" y="26153"/>
                  </a:cubicBezTo>
                  <a:cubicBezTo>
                    <a:pt x="36627" y="25553"/>
                    <a:pt x="37227" y="24885"/>
                    <a:pt x="37761" y="24152"/>
                  </a:cubicBezTo>
                  <a:lnTo>
                    <a:pt x="38061" y="23785"/>
                  </a:lnTo>
                  <a:cubicBezTo>
                    <a:pt x="38261" y="24018"/>
                    <a:pt x="38562" y="24185"/>
                    <a:pt x="38862" y="24185"/>
                  </a:cubicBezTo>
                  <a:cubicBezTo>
                    <a:pt x="39029" y="25252"/>
                    <a:pt x="39295" y="26286"/>
                    <a:pt x="39662" y="27287"/>
                  </a:cubicBezTo>
                  <a:cubicBezTo>
                    <a:pt x="39862" y="27888"/>
                    <a:pt x="40063" y="28455"/>
                    <a:pt x="40329" y="29022"/>
                  </a:cubicBezTo>
                  <a:cubicBezTo>
                    <a:pt x="40063" y="29222"/>
                    <a:pt x="39896" y="29555"/>
                    <a:pt x="39862" y="29889"/>
                  </a:cubicBezTo>
                  <a:cubicBezTo>
                    <a:pt x="38595" y="30323"/>
                    <a:pt x="37194" y="31657"/>
                    <a:pt x="34959" y="33858"/>
                  </a:cubicBezTo>
                  <a:lnTo>
                    <a:pt x="34392" y="34459"/>
                  </a:lnTo>
                  <a:cubicBezTo>
                    <a:pt x="31690" y="37127"/>
                    <a:pt x="28388" y="39096"/>
                    <a:pt x="24785" y="40230"/>
                  </a:cubicBezTo>
                  <a:cubicBezTo>
                    <a:pt x="24568" y="39796"/>
                    <a:pt x="24180" y="39599"/>
                    <a:pt x="23793" y="39599"/>
                  </a:cubicBezTo>
                  <a:cubicBezTo>
                    <a:pt x="23230" y="39599"/>
                    <a:pt x="22670" y="40018"/>
                    <a:pt x="22650" y="40730"/>
                  </a:cubicBezTo>
                  <a:cubicBezTo>
                    <a:pt x="21588" y="40916"/>
                    <a:pt x="20505" y="41017"/>
                    <a:pt x="19418" y="41017"/>
                  </a:cubicBezTo>
                  <a:cubicBezTo>
                    <a:pt x="19139" y="41017"/>
                    <a:pt x="18860" y="41011"/>
                    <a:pt x="18581" y="40997"/>
                  </a:cubicBezTo>
                  <a:cubicBezTo>
                    <a:pt x="10542" y="40663"/>
                    <a:pt x="5004" y="38428"/>
                    <a:pt x="1" y="35259"/>
                  </a:cubicBezTo>
                  <a:lnTo>
                    <a:pt x="1" y="35726"/>
                  </a:lnTo>
                  <a:cubicBezTo>
                    <a:pt x="5004" y="38862"/>
                    <a:pt x="10542" y="41030"/>
                    <a:pt x="18547" y="41397"/>
                  </a:cubicBezTo>
                  <a:lnTo>
                    <a:pt x="19381" y="41397"/>
                  </a:lnTo>
                  <a:cubicBezTo>
                    <a:pt x="20515" y="41397"/>
                    <a:pt x="21616" y="41297"/>
                    <a:pt x="22717" y="41097"/>
                  </a:cubicBezTo>
                  <a:cubicBezTo>
                    <a:pt x="22884" y="41531"/>
                    <a:pt x="23317" y="41797"/>
                    <a:pt x="23784" y="41797"/>
                  </a:cubicBezTo>
                  <a:lnTo>
                    <a:pt x="24018" y="41797"/>
                  </a:lnTo>
                  <a:cubicBezTo>
                    <a:pt x="25019" y="45000"/>
                    <a:pt x="24918" y="48202"/>
                    <a:pt x="27354" y="51605"/>
                  </a:cubicBezTo>
                  <a:cubicBezTo>
                    <a:pt x="26953" y="52205"/>
                    <a:pt x="27187" y="53006"/>
                    <a:pt x="27854" y="53272"/>
                  </a:cubicBezTo>
                  <a:cubicBezTo>
                    <a:pt x="27821" y="55741"/>
                    <a:pt x="27287" y="60044"/>
                    <a:pt x="20415" y="60411"/>
                  </a:cubicBezTo>
                  <a:cubicBezTo>
                    <a:pt x="20182" y="60430"/>
                    <a:pt x="19379" y="60441"/>
                    <a:pt x="18255" y="60441"/>
                  </a:cubicBezTo>
                  <a:cubicBezTo>
                    <a:pt x="15518" y="60441"/>
                    <a:pt x="10882" y="60376"/>
                    <a:pt x="7973" y="60211"/>
                  </a:cubicBezTo>
                  <a:lnTo>
                    <a:pt x="7973" y="60211"/>
                  </a:lnTo>
                  <a:lnTo>
                    <a:pt x="8407" y="60511"/>
                  </a:lnTo>
                  <a:lnTo>
                    <a:pt x="8707" y="60678"/>
                  </a:lnTo>
                  <a:cubicBezTo>
                    <a:pt x="10969" y="60802"/>
                    <a:pt x="14637" y="60836"/>
                    <a:pt x="17280" y="60836"/>
                  </a:cubicBezTo>
                  <a:cubicBezTo>
                    <a:pt x="18886" y="60836"/>
                    <a:pt x="20113" y="60824"/>
                    <a:pt x="20415" y="60811"/>
                  </a:cubicBezTo>
                  <a:cubicBezTo>
                    <a:pt x="27554" y="60377"/>
                    <a:pt x="28087" y="55908"/>
                    <a:pt x="28221" y="53339"/>
                  </a:cubicBezTo>
                  <a:lnTo>
                    <a:pt x="28254" y="53339"/>
                  </a:lnTo>
                  <a:cubicBezTo>
                    <a:pt x="28388" y="53339"/>
                    <a:pt x="28521" y="53306"/>
                    <a:pt x="28654" y="53272"/>
                  </a:cubicBezTo>
                  <a:cubicBezTo>
                    <a:pt x="30322" y="55407"/>
                    <a:pt x="33058" y="58843"/>
                    <a:pt x="32190" y="61745"/>
                  </a:cubicBezTo>
                  <a:cubicBezTo>
                    <a:pt x="31323" y="64781"/>
                    <a:pt x="30689" y="67716"/>
                    <a:pt x="31523" y="69484"/>
                  </a:cubicBezTo>
                  <a:lnTo>
                    <a:pt x="31990" y="69551"/>
                  </a:lnTo>
                  <a:cubicBezTo>
                    <a:pt x="31023" y="67916"/>
                    <a:pt x="31723" y="64814"/>
                    <a:pt x="32557" y="61879"/>
                  </a:cubicBezTo>
                  <a:cubicBezTo>
                    <a:pt x="33458" y="58843"/>
                    <a:pt x="30589" y="55341"/>
                    <a:pt x="28955" y="53072"/>
                  </a:cubicBezTo>
                  <a:cubicBezTo>
                    <a:pt x="29055" y="53006"/>
                    <a:pt x="29155" y="52905"/>
                    <a:pt x="29188" y="52805"/>
                  </a:cubicBezTo>
                  <a:cubicBezTo>
                    <a:pt x="29618" y="52886"/>
                    <a:pt x="30085" y="52922"/>
                    <a:pt x="30566" y="52922"/>
                  </a:cubicBezTo>
                  <a:cubicBezTo>
                    <a:pt x="32063" y="52922"/>
                    <a:pt x="33690" y="52576"/>
                    <a:pt x="34725" y="52172"/>
                  </a:cubicBezTo>
                  <a:cubicBezTo>
                    <a:pt x="36363" y="51533"/>
                    <a:pt x="37215" y="51370"/>
                    <a:pt x="37807" y="51370"/>
                  </a:cubicBezTo>
                  <a:cubicBezTo>
                    <a:pt x="38143" y="51370"/>
                    <a:pt x="38396" y="51423"/>
                    <a:pt x="38662" y="51471"/>
                  </a:cubicBezTo>
                  <a:cubicBezTo>
                    <a:pt x="39029" y="51571"/>
                    <a:pt x="39362" y="51605"/>
                    <a:pt x="39729" y="51605"/>
                  </a:cubicBezTo>
                  <a:cubicBezTo>
                    <a:pt x="40396" y="51571"/>
                    <a:pt x="41030" y="51404"/>
                    <a:pt x="41597" y="51138"/>
                  </a:cubicBezTo>
                  <a:cubicBezTo>
                    <a:pt x="42172" y="50912"/>
                    <a:pt x="42710" y="50687"/>
                    <a:pt x="43323" y="50687"/>
                  </a:cubicBezTo>
                  <a:cubicBezTo>
                    <a:pt x="43528" y="50687"/>
                    <a:pt x="43740" y="50712"/>
                    <a:pt x="43965" y="50771"/>
                  </a:cubicBezTo>
                  <a:cubicBezTo>
                    <a:pt x="44299" y="50871"/>
                    <a:pt x="44566" y="50937"/>
                    <a:pt x="44799" y="50971"/>
                  </a:cubicBezTo>
                  <a:lnTo>
                    <a:pt x="44799" y="51004"/>
                  </a:lnTo>
                  <a:cubicBezTo>
                    <a:pt x="44799" y="51338"/>
                    <a:pt x="44966" y="51671"/>
                    <a:pt x="45233" y="51871"/>
                  </a:cubicBezTo>
                  <a:cubicBezTo>
                    <a:pt x="44666" y="53239"/>
                    <a:pt x="44099" y="54473"/>
                    <a:pt x="43365" y="56008"/>
                  </a:cubicBezTo>
                  <a:lnTo>
                    <a:pt x="42731" y="57242"/>
                  </a:lnTo>
                  <a:cubicBezTo>
                    <a:pt x="42031" y="58743"/>
                    <a:pt x="44633" y="61245"/>
                    <a:pt x="44532" y="63046"/>
                  </a:cubicBezTo>
                  <a:lnTo>
                    <a:pt x="44532" y="63213"/>
                  </a:lnTo>
                  <a:cubicBezTo>
                    <a:pt x="44466" y="64113"/>
                    <a:pt x="44266" y="65014"/>
                    <a:pt x="43999" y="65848"/>
                  </a:cubicBezTo>
                  <a:cubicBezTo>
                    <a:pt x="44199" y="65615"/>
                    <a:pt x="44399" y="65348"/>
                    <a:pt x="44633" y="65081"/>
                  </a:cubicBezTo>
                  <a:cubicBezTo>
                    <a:pt x="44766" y="64480"/>
                    <a:pt x="44866" y="63847"/>
                    <a:pt x="44933" y="63246"/>
                  </a:cubicBezTo>
                  <a:lnTo>
                    <a:pt x="44933" y="63079"/>
                  </a:lnTo>
                  <a:cubicBezTo>
                    <a:pt x="45033" y="61311"/>
                    <a:pt x="42431" y="58843"/>
                    <a:pt x="43098" y="57409"/>
                  </a:cubicBezTo>
                  <a:lnTo>
                    <a:pt x="43699" y="56174"/>
                  </a:lnTo>
                  <a:cubicBezTo>
                    <a:pt x="44432" y="54640"/>
                    <a:pt x="45033" y="53439"/>
                    <a:pt x="45600" y="52072"/>
                  </a:cubicBezTo>
                  <a:cubicBezTo>
                    <a:pt x="45700" y="52105"/>
                    <a:pt x="45800" y="52105"/>
                    <a:pt x="45933" y="52105"/>
                  </a:cubicBezTo>
                  <a:cubicBezTo>
                    <a:pt x="46234" y="52105"/>
                    <a:pt x="46534" y="51971"/>
                    <a:pt x="46767" y="51738"/>
                  </a:cubicBezTo>
                  <a:cubicBezTo>
                    <a:pt x="47935" y="52372"/>
                    <a:pt x="49603" y="53406"/>
                    <a:pt x="50170" y="54340"/>
                  </a:cubicBezTo>
                  <a:lnTo>
                    <a:pt x="50337" y="53873"/>
                  </a:lnTo>
                  <a:cubicBezTo>
                    <a:pt x="49770" y="52872"/>
                    <a:pt x="48035" y="51971"/>
                    <a:pt x="46968" y="51371"/>
                  </a:cubicBezTo>
                  <a:cubicBezTo>
                    <a:pt x="47034" y="51238"/>
                    <a:pt x="47034" y="51138"/>
                    <a:pt x="47034" y="51004"/>
                  </a:cubicBezTo>
                  <a:cubicBezTo>
                    <a:pt x="47034" y="50570"/>
                    <a:pt x="46801" y="50170"/>
                    <a:pt x="46400" y="49970"/>
                  </a:cubicBezTo>
                  <a:lnTo>
                    <a:pt x="46634" y="49370"/>
                  </a:lnTo>
                  <a:lnTo>
                    <a:pt x="46601" y="49403"/>
                  </a:lnTo>
                  <a:lnTo>
                    <a:pt x="46601" y="49403"/>
                  </a:lnTo>
                  <a:lnTo>
                    <a:pt x="46701" y="49169"/>
                  </a:lnTo>
                  <a:cubicBezTo>
                    <a:pt x="47868" y="46067"/>
                    <a:pt x="52038" y="41130"/>
                    <a:pt x="52538" y="36994"/>
                  </a:cubicBezTo>
                  <a:cubicBezTo>
                    <a:pt x="53105" y="36927"/>
                    <a:pt x="53539" y="36460"/>
                    <a:pt x="53539" y="35893"/>
                  </a:cubicBezTo>
                  <a:cubicBezTo>
                    <a:pt x="53539" y="35793"/>
                    <a:pt x="53539" y="35693"/>
                    <a:pt x="53506" y="35593"/>
                  </a:cubicBezTo>
                  <a:cubicBezTo>
                    <a:pt x="53839" y="35460"/>
                    <a:pt x="54139" y="35326"/>
                    <a:pt x="54440" y="35159"/>
                  </a:cubicBezTo>
                  <a:lnTo>
                    <a:pt x="54440" y="34792"/>
                  </a:lnTo>
                  <a:cubicBezTo>
                    <a:pt x="54073" y="34959"/>
                    <a:pt x="53706" y="35126"/>
                    <a:pt x="53339" y="35259"/>
                  </a:cubicBezTo>
                  <a:cubicBezTo>
                    <a:pt x="53112" y="34939"/>
                    <a:pt x="52768" y="34790"/>
                    <a:pt x="52426" y="34790"/>
                  </a:cubicBezTo>
                  <a:cubicBezTo>
                    <a:pt x="51912" y="34790"/>
                    <a:pt x="51404" y="35126"/>
                    <a:pt x="51304" y="35726"/>
                  </a:cubicBezTo>
                  <a:cubicBezTo>
                    <a:pt x="51138" y="35739"/>
                    <a:pt x="50974" y="35744"/>
                    <a:pt x="50813" y="35744"/>
                  </a:cubicBezTo>
                  <a:cubicBezTo>
                    <a:pt x="48299" y="35744"/>
                    <a:pt x="46476" y="34334"/>
                    <a:pt x="45567" y="33425"/>
                  </a:cubicBezTo>
                  <a:cubicBezTo>
                    <a:pt x="45300" y="33125"/>
                    <a:pt x="45066" y="32824"/>
                    <a:pt x="44799" y="32524"/>
                  </a:cubicBezTo>
                  <a:cubicBezTo>
                    <a:pt x="44099" y="31624"/>
                    <a:pt x="43265" y="30589"/>
                    <a:pt x="42097" y="30056"/>
                  </a:cubicBezTo>
                  <a:lnTo>
                    <a:pt x="42097" y="29922"/>
                  </a:lnTo>
                  <a:cubicBezTo>
                    <a:pt x="42097" y="29340"/>
                    <a:pt x="41626" y="28820"/>
                    <a:pt x="41020" y="28820"/>
                  </a:cubicBezTo>
                  <a:cubicBezTo>
                    <a:pt x="41001" y="28820"/>
                    <a:pt x="40982" y="28821"/>
                    <a:pt x="40963" y="28822"/>
                  </a:cubicBezTo>
                  <a:cubicBezTo>
                    <a:pt x="40863" y="28822"/>
                    <a:pt x="40763" y="28822"/>
                    <a:pt x="40663" y="28855"/>
                  </a:cubicBezTo>
                  <a:cubicBezTo>
                    <a:pt x="40396" y="28288"/>
                    <a:pt x="40196" y="27754"/>
                    <a:pt x="39996" y="27154"/>
                  </a:cubicBezTo>
                  <a:cubicBezTo>
                    <a:pt x="39662" y="26186"/>
                    <a:pt x="39395" y="25186"/>
                    <a:pt x="39229" y="24152"/>
                  </a:cubicBezTo>
                  <a:cubicBezTo>
                    <a:pt x="39462" y="24085"/>
                    <a:pt x="39662" y="23918"/>
                    <a:pt x="39829" y="23718"/>
                  </a:cubicBezTo>
                  <a:cubicBezTo>
                    <a:pt x="39963" y="23885"/>
                    <a:pt x="40129" y="24051"/>
                    <a:pt x="40296" y="24252"/>
                  </a:cubicBezTo>
                  <a:cubicBezTo>
                    <a:pt x="41030" y="25086"/>
                    <a:pt x="41997" y="26120"/>
                    <a:pt x="43332" y="26220"/>
                  </a:cubicBezTo>
                  <a:cubicBezTo>
                    <a:pt x="43798" y="26268"/>
                    <a:pt x="44265" y="26293"/>
                    <a:pt x="44729" y="26293"/>
                  </a:cubicBezTo>
                  <a:cubicBezTo>
                    <a:pt x="47123" y="26293"/>
                    <a:pt x="49470" y="25653"/>
                    <a:pt x="51537" y="24452"/>
                  </a:cubicBezTo>
                  <a:cubicBezTo>
                    <a:pt x="51871" y="24252"/>
                    <a:pt x="52205" y="24018"/>
                    <a:pt x="52505" y="23818"/>
                  </a:cubicBezTo>
                  <a:cubicBezTo>
                    <a:pt x="52471" y="23685"/>
                    <a:pt x="52438" y="23518"/>
                    <a:pt x="52405" y="23384"/>
                  </a:cubicBezTo>
                  <a:cubicBezTo>
                    <a:pt x="52071" y="23651"/>
                    <a:pt x="51704" y="23885"/>
                    <a:pt x="51337" y="24085"/>
                  </a:cubicBezTo>
                  <a:cubicBezTo>
                    <a:pt x="49306" y="25298"/>
                    <a:pt x="47013" y="25914"/>
                    <a:pt x="44679" y="25914"/>
                  </a:cubicBezTo>
                  <a:cubicBezTo>
                    <a:pt x="44253" y="25914"/>
                    <a:pt x="43826" y="25894"/>
                    <a:pt x="43398" y="25853"/>
                  </a:cubicBezTo>
                  <a:cubicBezTo>
                    <a:pt x="42197" y="25753"/>
                    <a:pt x="41297" y="24785"/>
                    <a:pt x="40596" y="23985"/>
                  </a:cubicBezTo>
                  <a:cubicBezTo>
                    <a:pt x="40396" y="23785"/>
                    <a:pt x="40196" y="23551"/>
                    <a:pt x="40029" y="23384"/>
                  </a:cubicBezTo>
                  <a:cubicBezTo>
                    <a:pt x="40029" y="23284"/>
                    <a:pt x="40063" y="23184"/>
                    <a:pt x="40063" y="23084"/>
                  </a:cubicBezTo>
                  <a:cubicBezTo>
                    <a:pt x="40063" y="22550"/>
                    <a:pt x="39696" y="22083"/>
                    <a:pt x="39162" y="21983"/>
                  </a:cubicBezTo>
                  <a:cubicBezTo>
                    <a:pt x="39262" y="20916"/>
                    <a:pt x="39462" y="19848"/>
                    <a:pt x="39729" y="18814"/>
                  </a:cubicBezTo>
                  <a:cubicBezTo>
                    <a:pt x="40430" y="15746"/>
                    <a:pt x="38795" y="11876"/>
                    <a:pt x="35893" y="6706"/>
                  </a:cubicBezTo>
                  <a:cubicBezTo>
                    <a:pt x="36193" y="6506"/>
                    <a:pt x="36360" y="6172"/>
                    <a:pt x="36360" y="5805"/>
                  </a:cubicBezTo>
                  <a:cubicBezTo>
                    <a:pt x="41263" y="5105"/>
                    <a:pt x="44633" y="3370"/>
                    <a:pt x="46167" y="768"/>
                  </a:cubicBezTo>
                  <a:cubicBezTo>
                    <a:pt x="46267" y="635"/>
                    <a:pt x="46334" y="468"/>
                    <a:pt x="46434" y="301"/>
                  </a:cubicBezTo>
                  <a:cubicBezTo>
                    <a:pt x="46334" y="201"/>
                    <a:pt x="46234" y="101"/>
                    <a:pt x="46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3">
              <a:extLst>
                <a:ext uri="{FF2B5EF4-FFF2-40B4-BE49-F238E27FC236}">
                  <a16:creationId xmlns:a16="http://schemas.microsoft.com/office/drawing/2014/main" id="{CFD08CEE-BD73-5257-887A-4808072915FA}"/>
                </a:ext>
              </a:extLst>
            </p:cNvPr>
            <p:cNvSpPr/>
            <p:nvPr/>
          </p:nvSpPr>
          <p:spPr>
            <a:xfrm>
              <a:off x="6558204" y="1601545"/>
              <a:ext cx="626210" cy="1172000"/>
            </a:xfrm>
            <a:custGeom>
              <a:avLst/>
              <a:gdLst/>
              <a:ahLst/>
              <a:cxnLst/>
              <a:rect l="l" t="t" r="r" b="b"/>
              <a:pathLst>
                <a:path w="38895" h="72795" extrusionOk="0">
                  <a:moveTo>
                    <a:pt x="28520" y="0"/>
                  </a:moveTo>
                  <a:cubicBezTo>
                    <a:pt x="18847" y="968"/>
                    <a:pt x="8106" y="4737"/>
                    <a:pt x="3870" y="14744"/>
                  </a:cubicBezTo>
                  <a:cubicBezTo>
                    <a:pt x="767" y="22050"/>
                    <a:pt x="0" y="36927"/>
                    <a:pt x="1434" y="47201"/>
                  </a:cubicBezTo>
                  <a:cubicBezTo>
                    <a:pt x="3036" y="58676"/>
                    <a:pt x="4837" y="60811"/>
                    <a:pt x="9207" y="63579"/>
                  </a:cubicBezTo>
                  <a:cubicBezTo>
                    <a:pt x="15403" y="67515"/>
                    <a:pt x="27004" y="72794"/>
                    <a:pt x="35586" y="72794"/>
                  </a:cubicBezTo>
                  <a:cubicBezTo>
                    <a:pt x="36751" y="72794"/>
                    <a:pt x="37861" y="72697"/>
                    <a:pt x="38895" y="72486"/>
                  </a:cubicBezTo>
                  <a:lnTo>
                    <a:pt x="38861" y="72319"/>
                  </a:lnTo>
                  <a:cubicBezTo>
                    <a:pt x="38280" y="72394"/>
                    <a:pt x="37677" y="72430"/>
                    <a:pt x="37055" y="72430"/>
                  </a:cubicBezTo>
                  <a:cubicBezTo>
                    <a:pt x="32678" y="72430"/>
                    <a:pt x="27377" y="70648"/>
                    <a:pt x="22383" y="68049"/>
                  </a:cubicBezTo>
                  <a:cubicBezTo>
                    <a:pt x="16645" y="65080"/>
                    <a:pt x="11208" y="61811"/>
                    <a:pt x="9073" y="54840"/>
                  </a:cubicBezTo>
                  <a:cubicBezTo>
                    <a:pt x="6938" y="47835"/>
                    <a:pt x="6738" y="33825"/>
                    <a:pt x="8439" y="21249"/>
                  </a:cubicBezTo>
                  <a:cubicBezTo>
                    <a:pt x="10141" y="8673"/>
                    <a:pt x="17880" y="2969"/>
                    <a:pt x="28520" y="201"/>
                  </a:cubicBezTo>
                  <a:lnTo>
                    <a:pt x="28520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73">
              <a:extLst>
                <a:ext uri="{FF2B5EF4-FFF2-40B4-BE49-F238E27FC236}">
                  <a16:creationId xmlns:a16="http://schemas.microsoft.com/office/drawing/2014/main" id="{0B82DA0E-B02B-F992-7569-C0A175D141B7}"/>
                </a:ext>
              </a:extLst>
            </p:cNvPr>
            <p:cNvSpPr/>
            <p:nvPr/>
          </p:nvSpPr>
          <p:spPr>
            <a:xfrm>
              <a:off x="7174303" y="2058656"/>
              <a:ext cx="80468" cy="192942"/>
            </a:xfrm>
            <a:custGeom>
              <a:avLst/>
              <a:gdLst/>
              <a:ahLst/>
              <a:cxnLst/>
              <a:rect l="l" t="t" r="r" b="b"/>
              <a:pathLst>
                <a:path w="4998" h="11984" extrusionOk="0">
                  <a:moveTo>
                    <a:pt x="449" y="0"/>
                  </a:moveTo>
                  <a:cubicBezTo>
                    <a:pt x="0" y="0"/>
                    <a:pt x="634" y="9583"/>
                    <a:pt x="828" y="11103"/>
                  </a:cubicBezTo>
                  <a:cubicBezTo>
                    <a:pt x="861" y="11437"/>
                    <a:pt x="961" y="11837"/>
                    <a:pt x="1295" y="11971"/>
                  </a:cubicBezTo>
                  <a:cubicBezTo>
                    <a:pt x="1345" y="11979"/>
                    <a:pt x="1397" y="11983"/>
                    <a:pt x="1450" y="11983"/>
                  </a:cubicBezTo>
                  <a:cubicBezTo>
                    <a:pt x="1610" y="11983"/>
                    <a:pt x="1778" y="11946"/>
                    <a:pt x="1928" y="11871"/>
                  </a:cubicBezTo>
                  <a:lnTo>
                    <a:pt x="4464" y="10937"/>
                  </a:lnTo>
                  <a:cubicBezTo>
                    <a:pt x="4864" y="10870"/>
                    <a:pt x="4997" y="10403"/>
                    <a:pt x="4764" y="10136"/>
                  </a:cubicBezTo>
                  <a:cubicBezTo>
                    <a:pt x="3463" y="7234"/>
                    <a:pt x="2329" y="4298"/>
                    <a:pt x="1161" y="1330"/>
                  </a:cubicBezTo>
                  <a:cubicBezTo>
                    <a:pt x="994" y="863"/>
                    <a:pt x="761" y="429"/>
                    <a:pt x="494" y="29"/>
                  </a:cubicBezTo>
                  <a:cubicBezTo>
                    <a:pt x="478" y="10"/>
                    <a:pt x="463" y="0"/>
                    <a:pt x="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73">
              <a:extLst>
                <a:ext uri="{FF2B5EF4-FFF2-40B4-BE49-F238E27FC236}">
                  <a16:creationId xmlns:a16="http://schemas.microsoft.com/office/drawing/2014/main" id="{9E3831F3-7796-3A27-4CD0-22150F28BD6E}"/>
                </a:ext>
              </a:extLst>
            </p:cNvPr>
            <p:cNvSpPr/>
            <p:nvPr/>
          </p:nvSpPr>
          <p:spPr>
            <a:xfrm>
              <a:off x="6757973" y="2094993"/>
              <a:ext cx="265328" cy="145818"/>
            </a:xfrm>
            <a:custGeom>
              <a:avLst/>
              <a:gdLst/>
              <a:ahLst/>
              <a:cxnLst/>
              <a:rect l="l" t="t" r="r" b="b"/>
              <a:pathLst>
                <a:path w="16480" h="9057" extrusionOk="0">
                  <a:moveTo>
                    <a:pt x="2747" y="0"/>
                  </a:moveTo>
                  <a:cubicBezTo>
                    <a:pt x="2317" y="0"/>
                    <a:pt x="1910" y="99"/>
                    <a:pt x="1502" y="274"/>
                  </a:cubicBezTo>
                  <a:cubicBezTo>
                    <a:pt x="1235" y="407"/>
                    <a:pt x="1035" y="640"/>
                    <a:pt x="902" y="907"/>
                  </a:cubicBezTo>
                  <a:cubicBezTo>
                    <a:pt x="1" y="2475"/>
                    <a:pt x="1" y="4376"/>
                    <a:pt x="835" y="5944"/>
                  </a:cubicBezTo>
                  <a:cubicBezTo>
                    <a:pt x="1869" y="7846"/>
                    <a:pt x="4471" y="8680"/>
                    <a:pt x="6472" y="8913"/>
                  </a:cubicBezTo>
                  <a:cubicBezTo>
                    <a:pt x="7156" y="9003"/>
                    <a:pt x="7871" y="9056"/>
                    <a:pt x="8593" y="9056"/>
                  </a:cubicBezTo>
                  <a:cubicBezTo>
                    <a:pt x="11072" y="9056"/>
                    <a:pt x="13632" y="8431"/>
                    <a:pt x="15312" y="6545"/>
                  </a:cubicBezTo>
                  <a:cubicBezTo>
                    <a:pt x="15779" y="6011"/>
                    <a:pt x="16479" y="4877"/>
                    <a:pt x="15545" y="4410"/>
                  </a:cubicBezTo>
                  <a:cubicBezTo>
                    <a:pt x="15326" y="4327"/>
                    <a:pt x="15106" y="4268"/>
                    <a:pt x="14887" y="4268"/>
                  </a:cubicBezTo>
                  <a:cubicBezTo>
                    <a:pt x="14839" y="4268"/>
                    <a:pt x="14792" y="4270"/>
                    <a:pt x="14745" y="4276"/>
                  </a:cubicBezTo>
                  <a:cubicBezTo>
                    <a:pt x="12944" y="4210"/>
                    <a:pt x="11176" y="3876"/>
                    <a:pt x="9508" y="3209"/>
                  </a:cubicBezTo>
                  <a:cubicBezTo>
                    <a:pt x="8040" y="2542"/>
                    <a:pt x="6572" y="1775"/>
                    <a:pt x="5205" y="874"/>
                  </a:cubicBezTo>
                  <a:cubicBezTo>
                    <a:pt x="4538" y="407"/>
                    <a:pt x="3770" y="107"/>
                    <a:pt x="2936" y="7"/>
                  </a:cubicBezTo>
                  <a:cubicBezTo>
                    <a:pt x="2873" y="2"/>
                    <a:pt x="2810" y="0"/>
                    <a:pt x="27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3">
              <a:extLst>
                <a:ext uri="{FF2B5EF4-FFF2-40B4-BE49-F238E27FC236}">
                  <a16:creationId xmlns:a16="http://schemas.microsoft.com/office/drawing/2014/main" id="{6D0111CE-92F9-8E11-DEFB-011CDF3EEE2F}"/>
                </a:ext>
              </a:extLst>
            </p:cNvPr>
            <p:cNvSpPr/>
            <p:nvPr/>
          </p:nvSpPr>
          <p:spPr>
            <a:xfrm>
              <a:off x="7309527" y="2075754"/>
              <a:ext cx="137510" cy="107097"/>
            </a:xfrm>
            <a:custGeom>
              <a:avLst/>
              <a:gdLst/>
              <a:ahLst/>
              <a:cxnLst/>
              <a:rect l="l" t="t" r="r" b="b"/>
              <a:pathLst>
                <a:path w="8541" h="6652" extrusionOk="0">
                  <a:moveTo>
                    <a:pt x="7439" y="1"/>
                  </a:moveTo>
                  <a:cubicBezTo>
                    <a:pt x="6806" y="801"/>
                    <a:pt x="5972" y="1469"/>
                    <a:pt x="5004" y="1869"/>
                  </a:cubicBezTo>
                  <a:cubicBezTo>
                    <a:pt x="3904" y="2336"/>
                    <a:pt x="2736" y="2636"/>
                    <a:pt x="1535" y="2769"/>
                  </a:cubicBezTo>
                  <a:cubicBezTo>
                    <a:pt x="1202" y="2769"/>
                    <a:pt x="901" y="2836"/>
                    <a:pt x="601" y="2970"/>
                  </a:cubicBezTo>
                  <a:cubicBezTo>
                    <a:pt x="468" y="3036"/>
                    <a:pt x="334" y="3170"/>
                    <a:pt x="234" y="3303"/>
                  </a:cubicBezTo>
                  <a:cubicBezTo>
                    <a:pt x="1" y="3770"/>
                    <a:pt x="334" y="4337"/>
                    <a:pt x="735" y="4738"/>
                  </a:cubicBezTo>
                  <a:cubicBezTo>
                    <a:pt x="1872" y="5851"/>
                    <a:pt x="3854" y="6652"/>
                    <a:pt x="5645" y="6652"/>
                  </a:cubicBezTo>
                  <a:cubicBezTo>
                    <a:pt x="6270" y="6652"/>
                    <a:pt x="6871" y="6554"/>
                    <a:pt x="7406" y="6339"/>
                  </a:cubicBezTo>
                  <a:cubicBezTo>
                    <a:pt x="7806" y="6205"/>
                    <a:pt x="8173" y="5972"/>
                    <a:pt x="8540" y="5738"/>
                  </a:cubicBezTo>
                  <a:cubicBezTo>
                    <a:pt x="8507" y="5338"/>
                    <a:pt x="8473" y="4971"/>
                    <a:pt x="8440" y="4604"/>
                  </a:cubicBezTo>
                  <a:cubicBezTo>
                    <a:pt x="8240" y="3036"/>
                    <a:pt x="7906" y="1502"/>
                    <a:pt x="74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3">
              <a:extLst>
                <a:ext uri="{FF2B5EF4-FFF2-40B4-BE49-F238E27FC236}">
                  <a16:creationId xmlns:a16="http://schemas.microsoft.com/office/drawing/2014/main" id="{A2B15086-5F92-FDA8-77A3-A0FDA3120B80}"/>
                </a:ext>
              </a:extLst>
            </p:cNvPr>
            <p:cNvSpPr/>
            <p:nvPr/>
          </p:nvSpPr>
          <p:spPr>
            <a:xfrm>
              <a:off x="6556594" y="1594412"/>
              <a:ext cx="903323" cy="1182207"/>
            </a:xfrm>
            <a:custGeom>
              <a:avLst/>
              <a:gdLst/>
              <a:ahLst/>
              <a:cxnLst/>
              <a:rect l="l" t="t" r="r" b="b"/>
              <a:pathLst>
                <a:path w="56107" h="73429" extrusionOk="0">
                  <a:moveTo>
                    <a:pt x="34158" y="377"/>
                  </a:moveTo>
                  <a:cubicBezTo>
                    <a:pt x="36026" y="377"/>
                    <a:pt x="37927" y="477"/>
                    <a:pt x="39795" y="677"/>
                  </a:cubicBezTo>
                  <a:cubicBezTo>
                    <a:pt x="43765" y="1077"/>
                    <a:pt x="47267" y="3379"/>
                    <a:pt x="49235" y="6815"/>
                  </a:cubicBezTo>
                  <a:cubicBezTo>
                    <a:pt x="51003" y="9950"/>
                    <a:pt x="52104" y="13920"/>
                    <a:pt x="53071" y="17656"/>
                  </a:cubicBezTo>
                  <a:cubicBezTo>
                    <a:pt x="53572" y="19424"/>
                    <a:pt x="53371" y="21092"/>
                    <a:pt x="53171" y="22659"/>
                  </a:cubicBezTo>
                  <a:cubicBezTo>
                    <a:pt x="52971" y="24260"/>
                    <a:pt x="52771" y="25728"/>
                    <a:pt x="53238" y="27329"/>
                  </a:cubicBezTo>
                  <a:cubicBezTo>
                    <a:pt x="53438" y="28030"/>
                    <a:pt x="53605" y="28630"/>
                    <a:pt x="53772" y="29164"/>
                  </a:cubicBezTo>
                  <a:cubicBezTo>
                    <a:pt x="54372" y="30899"/>
                    <a:pt x="54772" y="32666"/>
                    <a:pt x="55006" y="34501"/>
                  </a:cubicBezTo>
                  <a:cubicBezTo>
                    <a:pt x="55706" y="40405"/>
                    <a:pt x="54005" y="47777"/>
                    <a:pt x="52471" y="52948"/>
                  </a:cubicBezTo>
                  <a:cubicBezTo>
                    <a:pt x="49569" y="62721"/>
                    <a:pt x="45566" y="69726"/>
                    <a:pt x="41763" y="71761"/>
                  </a:cubicBezTo>
                  <a:cubicBezTo>
                    <a:pt x="40083" y="72653"/>
                    <a:pt x="38024" y="73031"/>
                    <a:pt x="35752" y="73031"/>
                  </a:cubicBezTo>
                  <a:cubicBezTo>
                    <a:pt x="26969" y="73031"/>
                    <a:pt x="14998" y="67380"/>
                    <a:pt x="9407" y="63855"/>
                  </a:cubicBezTo>
                  <a:cubicBezTo>
                    <a:pt x="5104" y="61120"/>
                    <a:pt x="3336" y="59019"/>
                    <a:pt x="1768" y="47611"/>
                  </a:cubicBezTo>
                  <a:cubicBezTo>
                    <a:pt x="434" y="37970"/>
                    <a:pt x="967" y="22859"/>
                    <a:pt x="4170" y="15254"/>
                  </a:cubicBezTo>
                  <a:cubicBezTo>
                    <a:pt x="9307" y="3145"/>
                    <a:pt x="23784" y="377"/>
                    <a:pt x="34158" y="377"/>
                  </a:cubicBezTo>
                  <a:close/>
                  <a:moveTo>
                    <a:pt x="34158" y="0"/>
                  </a:moveTo>
                  <a:cubicBezTo>
                    <a:pt x="23678" y="0"/>
                    <a:pt x="9039" y="2802"/>
                    <a:pt x="3803" y="15121"/>
                  </a:cubicBezTo>
                  <a:cubicBezTo>
                    <a:pt x="567" y="22759"/>
                    <a:pt x="0" y="37970"/>
                    <a:pt x="1368" y="47677"/>
                  </a:cubicBezTo>
                  <a:cubicBezTo>
                    <a:pt x="2935" y="59219"/>
                    <a:pt x="4803" y="61387"/>
                    <a:pt x="9207" y="64189"/>
                  </a:cubicBezTo>
                  <a:cubicBezTo>
                    <a:pt x="14811" y="67758"/>
                    <a:pt x="26886" y="73429"/>
                    <a:pt x="35792" y="73429"/>
                  </a:cubicBezTo>
                  <a:cubicBezTo>
                    <a:pt x="38094" y="73429"/>
                    <a:pt x="40229" y="73062"/>
                    <a:pt x="41963" y="72128"/>
                  </a:cubicBezTo>
                  <a:cubicBezTo>
                    <a:pt x="45866" y="70060"/>
                    <a:pt x="49969" y="62921"/>
                    <a:pt x="52871" y="53081"/>
                  </a:cubicBezTo>
                  <a:cubicBezTo>
                    <a:pt x="54439" y="47877"/>
                    <a:pt x="56107" y="40439"/>
                    <a:pt x="55406" y="34468"/>
                  </a:cubicBezTo>
                  <a:cubicBezTo>
                    <a:pt x="55206" y="32633"/>
                    <a:pt x="54772" y="30832"/>
                    <a:pt x="54172" y="29064"/>
                  </a:cubicBezTo>
                  <a:cubicBezTo>
                    <a:pt x="54005" y="28530"/>
                    <a:pt x="53805" y="27930"/>
                    <a:pt x="53605" y="27229"/>
                  </a:cubicBezTo>
                  <a:cubicBezTo>
                    <a:pt x="53171" y="25728"/>
                    <a:pt x="53371" y="24260"/>
                    <a:pt x="53572" y="22726"/>
                  </a:cubicBezTo>
                  <a:cubicBezTo>
                    <a:pt x="53772" y="21092"/>
                    <a:pt x="54005" y="19424"/>
                    <a:pt x="53472" y="17556"/>
                  </a:cubicBezTo>
                  <a:cubicBezTo>
                    <a:pt x="52437" y="13553"/>
                    <a:pt x="51203" y="9283"/>
                    <a:pt x="49235" y="6047"/>
                  </a:cubicBezTo>
                  <a:cubicBezTo>
                    <a:pt x="47234" y="2812"/>
                    <a:pt x="43865" y="677"/>
                    <a:pt x="40095" y="310"/>
                  </a:cubicBezTo>
                  <a:cubicBezTo>
                    <a:pt x="38385" y="124"/>
                    <a:pt x="36363" y="0"/>
                    <a:pt x="3415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3">
              <a:extLst>
                <a:ext uri="{FF2B5EF4-FFF2-40B4-BE49-F238E27FC236}">
                  <a16:creationId xmlns:a16="http://schemas.microsoft.com/office/drawing/2014/main" id="{B8A4B556-79C8-92C6-8F1B-60369626F3F7}"/>
                </a:ext>
              </a:extLst>
            </p:cNvPr>
            <p:cNvSpPr/>
            <p:nvPr/>
          </p:nvSpPr>
          <p:spPr>
            <a:xfrm>
              <a:off x="6866471" y="2030819"/>
              <a:ext cx="201411" cy="107467"/>
            </a:xfrm>
            <a:custGeom>
              <a:avLst/>
              <a:gdLst/>
              <a:ahLst/>
              <a:cxnLst/>
              <a:rect l="l" t="t" r="r" b="b"/>
              <a:pathLst>
                <a:path w="12510" h="6675" extrusionOk="0">
                  <a:moveTo>
                    <a:pt x="7192" y="0"/>
                  </a:moveTo>
                  <a:cubicBezTo>
                    <a:pt x="3711" y="0"/>
                    <a:pt x="779" y="1510"/>
                    <a:pt x="0" y="3659"/>
                  </a:cubicBezTo>
                  <a:cubicBezTo>
                    <a:pt x="636" y="4773"/>
                    <a:pt x="2699" y="6675"/>
                    <a:pt x="6303" y="6675"/>
                  </a:cubicBezTo>
                  <a:cubicBezTo>
                    <a:pt x="6478" y="6675"/>
                    <a:pt x="6656" y="6671"/>
                    <a:pt x="6838" y="6661"/>
                  </a:cubicBezTo>
                  <a:cubicBezTo>
                    <a:pt x="10975" y="6461"/>
                    <a:pt x="12509" y="4426"/>
                    <a:pt x="12476" y="3426"/>
                  </a:cubicBezTo>
                  <a:cubicBezTo>
                    <a:pt x="12476" y="2425"/>
                    <a:pt x="11742" y="290"/>
                    <a:pt x="7939" y="23"/>
                  </a:cubicBezTo>
                  <a:cubicBezTo>
                    <a:pt x="7688" y="8"/>
                    <a:pt x="7439" y="0"/>
                    <a:pt x="719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3">
              <a:extLst>
                <a:ext uri="{FF2B5EF4-FFF2-40B4-BE49-F238E27FC236}">
                  <a16:creationId xmlns:a16="http://schemas.microsoft.com/office/drawing/2014/main" id="{AD51A6E2-2BF3-DB4C-CF3E-74A7DCA7100A}"/>
                </a:ext>
              </a:extLst>
            </p:cNvPr>
            <p:cNvSpPr/>
            <p:nvPr/>
          </p:nvSpPr>
          <p:spPr>
            <a:xfrm>
              <a:off x="6885260" y="2031189"/>
              <a:ext cx="115485" cy="96407"/>
            </a:xfrm>
            <a:custGeom>
              <a:avLst/>
              <a:gdLst/>
              <a:ahLst/>
              <a:cxnLst/>
              <a:rect l="l" t="t" r="r" b="b"/>
              <a:pathLst>
                <a:path w="7173" h="5988" extrusionOk="0">
                  <a:moveTo>
                    <a:pt x="5771" y="0"/>
                  </a:moveTo>
                  <a:cubicBezTo>
                    <a:pt x="4070" y="0"/>
                    <a:pt x="2369" y="434"/>
                    <a:pt x="901" y="1301"/>
                  </a:cubicBezTo>
                  <a:cubicBezTo>
                    <a:pt x="1" y="3202"/>
                    <a:pt x="1101" y="5471"/>
                    <a:pt x="3170" y="5904"/>
                  </a:cubicBezTo>
                  <a:cubicBezTo>
                    <a:pt x="3414" y="5960"/>
                    <a:pt x="3657" y="5987"/>
                    <a:pt x="3896" y="5987"/>
                  </a:cubicBezTo>
                  <a:cubicBezTo>
                    <a:pt x="5649" y="5987"/>
                    <a:pt x="7172" y="4551"/>
                    <a:pt x="7172" y="2702"/>
                  </a:cubicBezTo>
                  <a:cubicBezTo>
                    <a:pt x="7172" y="1601"/>
                    <a:pt x="6639" y="601"/>
                    <a:pt x="57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73">
              <a:extLst>
                <a:ext uri="{FF2B5EF4-FFF2-40B4-BE49-F238E27FC236}">
                  <a16:creationId xmlns:a16="http://schemas.microsoft.com/office/drawing/2014/main" id="{F9887260-D757-27AE-D486-5EEB1195B846}"/>
                </a:ext>
              </a:extLst>
            </p:cNvPr>
            <p:cNvSpPr/>
            <p:nvPr/>
          </p:nvSpPr>
          <p:spPr>
            <a:xfrm>
              <a:off x="6916413" y="2051057"/>
              <a:ext cx="54257" cy="46545"/>
            </a:xfrm>
            <a:custGeom>
              <a:avLst/>
              <a:gdLst/>
              <a:ahLst/>
              <a:cxnLst/>
              <a:rect l="l" t="t" r="r" b="b"/>
              <a:pathLst>
                <a:path w="3370" h="2891" extrusionOk="0">
                  <a:moveTo>
                    <a:pt x="1935" y="0"/>
                  </a:moveTo>
                  <a:cubicBezTo>
                    <a:pt x="667" y="0"/>
                    <a:pt x="0" y="1568"/>
                    <a:pt x="934" y="2469"/>
                  </a:cubicBezTo>
                  <a:cubicBezTo>
                    <a:pt x="1225" y="2760"/>
                    <a:pt x="1582" y="2891"/>
                    <a:pt x="1932" y="2891"/>
                  </a:cubicBezTo>
                  <a:cubicBezTo>
                    <a:pt x="2666" y="2891"/>
                    <a:pt x="3369" y="2316"/>
                    <a:pt x="3369" y="1435"/>
                  </a:cubicBezTo>
                  <a:cubicBezTo>
                    <a:pt x="3369" y="634"/>
                    <a:pt x="2736" y="0"/>
                    <a:pt x="193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73">
              <a:extLst>
                <a:ext uri="{FF2B5EF4-FFF2-40B4-BE49-F238E27FC236}">
                  <a16:creationId xmlns:a16="http://schemas.microsoft.com/office/drawing/2014/main" id="{676DBD7B-9EE6-CA17-8829-5617B91A572C}"/>
                </a:ext>
              </a:extLst>
            </p:cNvPr>
            <p:cNvSpPr/>
            <p:nvPr/>
          </p:nvSpPr>
          <p:spPr>
            <a:xfrm>
              <a:off x="6916413" y="2051057"/>
              <a:ext cx="54257" cy="46545"/>
            </a:xfrm>
            <a:custGeom>
              <a:avLst/>
              <a:gdLst/>
              <a:ahLst/>
              <a:cxnLst/>
              <a:rect l="l" t="t" r="r" b="b"/>
              <a:pathLst>
                <a:path w="3370" h="2891" extrusionOk="0">
                  <a:moveTo>
                    <a:pt x="1935" y="0"/>
                  </a:moveTo>
                  <a:cubicBezTo>
                    <a:pt x="667" y="0"/>
                    <a:pt x="0" y="1568"/>
                    <a:pt x="934" y="2469"/>
                  </a:cubicBezTo>
                  <a:cubicBezTo>
                    <a:pt x="1225" y="2760"/>
                    <a:pt x="1582" y="2891"/>
                    <a:pt x="1932" y="2891"/>
                  </a:cubicBezTo>
                  <a:cubicBezTo>
                    <a:pt x="2666" y="2891"/>
                    <a:pt x="3369" y="2316"/>
                    <a:pt x="3369" y="1435"/>
                  </a:cubicBezTo>
                  <a:cubicBezTo>
                    <a:pt x="3369" y="634"/>
                    <a:pt x="2736" y="0"/>
                    <a:pt x="19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3">
              <a:extLst>
                <a:ext uri="{FF2B5EF4-FFF2-40B4-BE49-F238E27FC236}">
                  <a16:creationId xmlns:a16="http://schemas.microsoft.com/office/drawing/2014/main" id="{07387695-07CC-946C-1756-D168B5C944B5}"/>
                </a:ext>
              </a:extLst>
            </p:cNvPr>
            <p:cNvSpPr/>
            <p:nvPr/>
          </p:nvSpPr>
          <p:spPr>
            <a:xfrm>
              <a:off x="6952928" y="2052667"/>
              <a:ext cx="25261" cy="21574"/>
            </a:xfrm>
            <a:custGeom>
              <a:avLst/>
              <a:gdLst/>
              <a:ahLst/>
              <a:cxnLst/>
              <a:rect l="l" t="t" r="r" b="b"/>
              <a:pathLst>
                <a:path w="1569" h="1340" extrusionOk="0">
                  <a:moveTo>
                    <a:pt x="901" y="0"/>
                  </a:moveTo>
                  <a:cubicBezTo>
                    <a:pt x="301" y="0"/>
                    <a:pt x="1" y="734"/>
                    <a:pt x="434" y="1135"/>
                  </a:cubicBezTo>
                  <a:cubicBezTo>
                    <a:pt x="576" y="1276"/>
                    <a:pt x="746" y="1340"/>
                    <a:pt x="912" y="1340"/>
                  </a:cubicBezTo>
                  <a:cubicBezTo>
                    <a:pt x="1251" y="1340"/>
                    <a:pt x="1568" y="1072"/>
                    <a:pt x="1568" y="668"/>
                  </a:cubicBezTo>
                  <a:cubicBezTo>
                    <a:pt x="1568" y="301"/>
                    <a:pt x="1268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3">
              <a:extLst>
                <a:ext uri="{FF2B5EF4-FFF2-40B4-BE49-F238E27FC236}">
                  <a16:creationId xmlns:a16="http://schemas.microsoft.com/office/drawing/2014/main" id="{1339BB08-F686-E096-8688-538F62A424C0}"/>
                </a:ext>
              </a:extLst>
            </p:cNvPr>
            <p:cNvSpPr/>
            <p:nvPr/>
          </p:nvSpPr>
          <p:spPr>
            <a:xfrm>
              <a:off x="7274622" y="1997975"/>
              <a:ext cx="147701" cy="102299"/>
            </a:xfrm>
            <a:custGeom>
              <a:avLst/>
              <a:gdLst/>
              <a:ahLst/>
              <a:cxnLst/>
              <a:rect l="l" t="t" r="r" b="b"/>
              <a:pathLst>
                <a:path w="9174" h="6354" extrusionOk="0">
                  <a:moveTo>
                    <a:pt x="6045" y="0"/>
                  </a:moveTo>
                  <a:cubicBezTo>
                    <a:pt x="5865" y="0"/>
                    <a:pt x="5674" y="9"/>
                    <a:pt x="5471" y="28"/>
                  </a:cubicBezTo>
                  <a:cubicBezTo>
                    <a:pt x="3169" y="229"/>
                    <a:pt x="1" y="1930"/>
                    <a:pt x="267" y="4465"/>
                  </a:cubicBezTo>
                  <a:cubicBezTo>
                    <a:pt x="403" y="5629"/>
                    <a:pt x="2076" y="6354"/>
                    <a:pt x="3896" y="6354"/>
                  </a:cubicBezTo>
                  <a:cubicBezTo>
                    <a:pt x="4319" y="6354"/>
                    <a:pt x="4750" y="6315"/>
                    <a:pt x="5171" y="6233"/>
                  </a:cubicBezTo>
                  <a:cubicBezTo>
                    <a:pt x="8040" y="5632"/>
                    <a:pt x="9174" y="3998"/>
                    <a:pt x="8740" y="1830"/>
                  </a:cubicBezTo>
                  <a:cubicBezTo>
                    <a:pt x="8618" y="1126"/>
                    <a:pt x="8046" y="0"/>
                    <a:pt x="604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3">
              <a:extLst>
                <a:ext uri="{FF2B5EF4-FFF2-40B4-BE49-F238E27FC236}">
                  <a16:creationId xmlns:a16="http://schemas.microsoft.com/office/drawing/2014/main" id="{6F041EEA-7E54-87D9-21DD-D87BAC5C4CB5}"/>
                </a:ext>
              </a:extLst>
            </p:cNvPr>
            <p:cNvSpPr/>
            <p:nvPr/>
          </p:nvSpPr>
          <p:spPr>
            <a:xfrm>
              <a:off x="7287518" y="2000036"/>
              <a:ext cx="106340" cy="92076"/>
            </a:xfrm>
            <a:custGeom>
              <a:avLst/>
              <a:gdLst/>
              <a:ahLst/>
              <a:cxnLst/>
              <a:rect l="l" t="t" r="r" b="b"/>
              <a:pathLst>
                <a:path w="6605" h="5719" extrusionOk="0">
                  <a:moveTo>
                    <a:pt x="4403" y="0"/>
                  </a:moveTo>
                  <a:cubicBezTo>
                    <a:pt x="2869" y="167"/>
                    <a:pt x="901" y="1035"/>
                    <a:pt x="0" y="2369"/>
                  </a:cubicBezTo>
                  <a:lnTo>
                    <a:pt x="0" y="2669"/>
                  </a:lnTo>
                  <a:cubicBezTo>
                    <a:pt x="0" y="4447"/>
                    <a:pt x="1448" y="5718"/>
                    <a:pt x="3032" y="5718"/>
                  </a:cubicBezTo>
                  <a:cubicBezTo>
                    <a:pt x="3557" y="5718"/>
                    <a:pt x="4097" y="5578"/>
                    <a:pt x="4603" y="5271"/>
                  </a:cubicBezTo>
                  <a:cubicBezTo>
                    <a:pt x="6605" y="4037"/>
                    <a:pt x="6505" y="1068"/>
                    <a:pt x="4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3">
              <a:extLst>
                <a:ext uri="{FF2B5EF4-FFF2-40B4-BE49-F238E27FC236}">
                  <a16:creationId xmlns:a16="http://schemas.microsoft.com/office/drawing/2014/main" id="{A9D7232C-183D-F6CA-F452-993F380BFE41}"/>
                </a:ext>
              </a:extLst>
            </p:cNvPr>
            <p:cNvSpPr/>
            <p:nvPr/>
          </p:nvSpPr>
          <p:spPr>
            <a:xfrm>
              <a:off x="7307386" y="2022592"/>
              <a:ext cx="49958" cy="42794"/>
            </a:xfrm>
            <a:custGeom>
              <a:avLst/>
              <a:gdLst/>
              <a:ahLst/>
              <a:cxnLst/>
              <a:rect l="l" t="t" r="r" b="b"/>
              <a:pathLst>
                <a:path w="3103" h="2658" extrusionOk="0">
                  <a:moveTo>
                    <a:pt x="1768" y="0"/>
                  </a:moveTo>
                  <a:cubicBezTo>
                    <a:pt x="601" y="0"/>
                    <a:pt x="0" y="1435"/>
                    <a:pt x="834" y="2269"/>
                  </a:cubicBezTo>
                  <a:cubicBezTo>
                    <a:pt x="1103" y="2537"/>
                    <a:pt x="1434" y="2657"/>
                    <a:pt x="1759" y="2657"/>
                  </a:cubicBezTo>
                  <a:cubicBezTo>
                    <a:pt x="2443" y="2657"/>
                    <a:pt x="3103" y="2126"/>
                    <a:pt x="3103" y="1335"/>
                  </a:cubicBezTo>
                  <a:cubicBezTo>
                    <a:pt x="3103" y="601"/>
                    <a:pt x="2502" y="0"/>
                    <a:pt x="176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3">
              <a:extLst>
                <a:ext uri="{FF2B5EF4-FFF2-40B4-BE49-F238E27FC236}">
                  <a16:creationId xmlns:a16="http://schemas.microsoft.com/office/drawing/2014/main" id="{6B9D97E9-197B-7014-6BFF-BAAD1C54B717}"/>
                </a:ext>
              </a:extLst>
            </p:cNvPr>
            <p:cNvSpPr/>
            <p:nvPr/>
          </p:nvSpPr>
          <p:spPr>
            <a:xfrm>
              <a:off x="7307386" y="2022592"/>
              <a:ext cx="49958" cy="42794"/>
            </a:xfrm>
            <a:custGeom>
              <a:avLst/>
              <a:gdLst/>
              <a:ahLst/>
              <a:cxnLst/>
              <a:rect l="l" t="t" r="r" b="b"/>
              <a:pathLst>
                <a:path w="3103" h="2658" extrusionOk="0">
                  <a:moveTo>
                    <a:pt x="1768" y="0"/>
                  </a:moveTo>
                  <a:cubicBezTo>
                    <a:pt x="601" y="0"/>
                    <a:pt x="0" y="1435"/>
                    <a:pt x="834" y="2269"/>
                  </a:cubicBezTo>
                  <a:cubicBezTo>
                    <a:pt x="1103" y="2537"/>
                    <a:pt x="1434" y="2657"/>
                    <a:pt x="1759" y="2657"/>
                  </a:cubicBezTo>
                  <a:cubicBezTo>
                    <a:pt x="2443" y="2657"/>
                    <a:pt x="3103" y="2126"/>
                    <a:pt x="3103" y="1335"/>
                  </a:cubicBezTo>
                  <a:cubicBezTo>
                    <a:pt x="3103" y="601"/>
                    <a:pt x="2502" y="0"/>
                    <a:pt x="1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3">
              <a:extLst>
                <a:ext uri="{FF2B5EF4-FFF2-40B4-BE49-F238E27FC236}">
                  <a16:creationId xmlns:a16="http://schemas.microsoft.com/office/drawing/2014/main" id="{FF51F63D-FD2A-4C29-4D94-A8E9003ADBA8}"/>
                </a:ext>
              </a:extLst>
            </p:cNvPr>
            <p:cNvSpPr/>
            <p:nvPr/>
          </p:nvSpPr>
          <p:spPr>
            <a:xfrm>
              <a:off x="7338539" y="2020450"/>
              <a:ext cx="25245" cy="21574"/>
            </a:xfrm>
            <a:custGeom>
              <a:avLst/>
              <a:gdLst/>
              <a:ahLst/>
              <a:cxnLst/>
              <a:rect l="l" t="t" r="r" b="b"/>
              <a:pathLst>
                <a:path w="1568" h="1340" extrusionOk="0">
                  <a:moveTo>
                    <a:pt x="901" y="0"/>
                  </a:moveTo>
                  <a:cubicBezTo>
                    <a:pt x="300" y="0"/>
                    <a:pt x="0" y="701"/>
                    <a:pt x="400" y="1134"/>
                  </a:cubicBezTo>
                  <a:cubicBezTo>
                    <a:pt x="542" y="1276"/>
                    <a:pt x="716" y="1339"/>
                    <a:pt x="886" y="1339"/>
                  </a:cubicBezTo>
                  <a:cubicBezTo>
                    <a:pt x="1236" y="1339"/>
                    <a:pt x="1568" y="1071"/>
                    <a:pt x="1568" y="667"/>
                  </a:cubicBezTo>
                  <a:cubicBezTo>
                    <a:pt x="1568" y="300"/>
                    <a:pt x="1268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3">
              <a:extLst>
                <a:ext uri="{FF2B5EF4-FFF2-40B4-BE49-F238E27FC236}">
                  <a16:creationId xmlns:a16="http://schemas.microsoft.com/office/drawing/2014/main" id="{0C2DDC4D-8859-9634-1813-88A87A19E779}"/>
                </a:ext>
              </a:extLst>
            </p:cNvPr>
            <p:cNvSpPr/>
            <p:nvPr/>
          </p:nvSpPr>
          <p:spPr>
            <a:xfrm>
              <a:off x="7041542" y="2458274"/>
              <a:ext cx="252432" cy="45193"/>
            </a:xfrm>
            <a:custGeom>
              <a:avLst/>
              <a:gdLst/>
              <a:ahLst/>
              <a:cxnLst/>
              <a:rect l="l" t="t" r="r" b="b"/>
              <a:pathLst>
                <a:path w="15679" h="2807" extrusionOk="0">
                  <a:moveTo>
                    <a:pt x="13735" y="0"/>
                  </a:moveTo>
                  <a:cubicBezTo>
                    <a:pt x="13360" y="0"/>
                    <a:pt x="12985" y="76"/>
                    <a:pt x="12610" y="226"/>
                  </a:cubicBezTo>
                  <a:cubicBezTo>
                    <a:pt x="12209" y="392"/>
                    <a:pt x="11809" y="659"/>
                    <a:pt x="11375" y="826"/>
                  </a:cubicBezTo>
                  <a:cubicBezTo>
                    <a:pt x="11188" y="864"/>
                    <a:pt x="11000" y="882"/>
                    <a:pt x="10812" y="882"/>
                  </a:cubicBezTo>
                  <a:cubicBezTo>
                    <a:pt x="10500" y="882"/>
                    <a:pt x="10187" y="830"/>
                    <a:pt x="9874" y="726"/>
                  </a:cubicBezTo>
                  <a:cubicBezTo>
                    <a:pt x="9407" y="593"/>
                    <a:pt x="8874" y="526"/>
                    <a:pt x="8373" y="526"/>
                  </a:cubicBezTo>
                  <a:cubicBezTo>
                    <a:pt x="7873" y="559"/>
                    <a:pt x="7372" y="659"/>
                    <a:pt x="6872" y="826"/>
                  </a:cubicBezTo>
                  <a:cubicBezTo>
                    <a:pt x="5871" y="1126"/>
                    <a:pt x="4904" y="1560"/>
                    <a:pt x="3903" y="1860"/>
                  </a:cubicBezTo>
                  <a:cubicBezTo>
                    <a:pt x="3336" y="1994"/>
                    <a:pt x="2769" y="2094"/>
                    <a:pt x="2202" y="2194"/>
                  </a:cubicBezTo>
                  <a:cubicBezTo>
                    <a:pt x="1702" y="2269"/>
                    <a:pt x="1183" y="2306"/>
                    <a:pt x="659" y="2306"/>
                  </a:cubicBezTo>
                  <a:cubicBezTo>
                    <a:pt x="484" y="2306"/>
                    <a:pt x="309" y="2302"/>
                    <a:pt x="134" y="2294"/>
                  </a:cubicBezTo>
                  <a:cubicBezTo>
                    <a:pt x="101" y="2427"/>
                    <a:pt x="67" y="2527"/>
                    <a:pt x="1" y="2661"/>
                  </a:cubicBezTo>
                  <a:cubicBezTo>
                    <a:pt x="485" y="2763"/>
                    <a:pt x="969" y="2806"/>
                    <a:pt x="1468" y="2806"/>
                  </a:cubicBezTo>
                  <a:cubicBezTo>
                    <a:pt x="1622" y="2806"/>
                    <a:pt x="1778" y="2802"/>
                    <a:pt x="1935" y="2794"/>
                  </a:cubicBezTo>
                  <a:cubicBezTo>
                    <a:pt x="2469" y="2761"/>
                    <a:pt x="3003" y="2694"/>
                    <a:pt x="3503" y="2561"/>
                  </a:cubicBezTo>
                  <a:cubicBezTo>
                    <a:pt x="4537" y="2327"/>
                    <a:pt x="5538" y="2060"/>
                    <a:pt x="6539" y="1693"/>
                  </a:cubicBezTo>
                  <a:cubicBezTo>
                    <a:pt x="7039" y="1493"/>
                    <a:pt x="7539" y="1360"/>
                    <a:pt x="8073" y="1260"/>
                  </a:cubicBezTo>
                  <a:cubicBezTo>
                    <a:pt x="8240" y="1237"/>
                    <a:pt x="8407" y="1226"/>
                    <a:pt x="8573" y="1226"/>
                  </a:cubicBezTo>
                  <a:cubicBezTo>
                    <a:pt x="8907" y="1226"/>
                    <a:pt x="9240" y="1271"/>
                    <a:pt x="9574" y="1360"/>
                  </a:cubicBezTo>
                  <a:cubicBezTo>
                    <a:pt x="9963" y="1499"/>
                    <a:pt x="10376" y="1568"/>
                    <a:pt x="10792" y="1568"/>
                  </a:cubicBezTo>
                  <a:cubicBezTo>
                    <a:pt x="10875" y="1568"/>
                    <a:pt x="10958" y="1566"/>
                    <a:pt x="11042" y="1560"/>
                  </a:cubicBezTo>
                  <a:cubicBezTo>
                    <a:pt x="11475" y="1460"/>
                    <a:pt x="11909" y="1293"/>
                    <a:pt x="12276" y="1060"/>
                  </a:cubicBezTo>
                  <a:cubicBezTo>
                    <a:pt x="12743" y="793"/>
                    <a:pt x="13243" y="626"/>
                    <a:pt x="13777" y="593"/>
                  </a:cubicBezTo>
                  <a:cubicBezTo>
                    <a:pt x="13851" y="585"/>
                    <a:pt x="13921" y="582"/>
                    <a:pt x="13990" y="582"/>
                  </a:cubicBezTo>
                  <a:cubicBezTo>
                    <a:pt x="14543" y="582"/>
                    <a:pt x="14955" y="796"/>
                    <a:pt x="15578" y="826"/>
                  </a:cubicBezTo>
                  <a:cubicBezTo>
                    <a:pt x="15578" y="693"/>
                    <a:pt x="15612" y="559"/>
                    <a:pt x="15678" y="426"/>
                  </a:cubicBezTo>
                  <a:cubicBezTo>
                    <a:pt x="15145" y="259"/>
                    <a:pt x="14644" y="126"/>
                    <a:pt x="14111" y="26"/>
                  </a:cubicBezTo>
                  <a:cubicBezTo>
                    <a:pt x="13986" y="9"/>
                    <a:pt x="13860" y="0"/>
                    <a:pt x="1373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73">
              <a:extLst>
                <a:ext uri="{FF2B5EF4-FFF2-40B4-BE49-F238E27FC236}">
                  <a16:creationId xmlns:a16="http://schemas.microsoft.com/office/drawing/2014/main" id="{87F5B520-46C2-15A8-F531-93B2F88BAEC9}"/>
                </a:ext>
              </a:extLst>
            </p:cNvPr>
            <p:cNvSpPr/>
            <p:nvPr/>
          </p:nvSpPr>
          <p:spPr>
            <a:xfrm>
              <a:off x="6241872" y="2036728"/>
              <a:ext cx="402275" cy="478991"/>
            </a:xfrm>
            <a:custGeom>
              <a:avLst/>
              <a:gdLst/>
              <a:ahLst/>
              <a:cxnLst/>
              <a:rect l="l" t="t" r="r" b="b"/>
              <a:pathLst>
                <a:path w="24986" h="29751" extrusionOk="0">
                  <a:moveTo>
                    <a:pt x="9446" y="0"/>
                  </a:moveTo>
                  <a:cubicBezTo>
                    <a:pt x="8400" y="0"/>
                    <a:pt x="7452" y="247"/>
                    <a:pt x="6639" y="724"/>
                  </a:cubicBezTo>
                  <a:lnTo>
                    <a:pt x="3136" y="2725"/>
                  </a:lnTo>
                  <a:cubicBezTo>
                    <a:pt x="1202" y="3859"/>
                    <a:pt x="1" y="6261"/>
                    <a:pt x="1" y="9697"/>
                  </a:cubicBezTo>
                  <a:cubicBezTo>
                    <a:pt x="1" y="16535"/>
                    <a:pt x="4804" y="24874"/>
                    <a:pt x="10742" y="28277"/>
                  </a:cubicBezTo>
                  <a:cubicBezTo>
                    <a:pt x="12464" y="29283"/>
                    <a:pt x="14086" y="29751"/>
                    <a:pt x="15522" y="29751"/>
                  </a:cubicBezTo>
                  <a:cubicBezTo>
                    <a:pt x="16560" y="29751"/>
                    <a:pt x="17502" y="29506"/>
                    <a:pt x="18314" y="29044"/>
                  </a:cubicBezTo>
                  <a:lnTo>
                    <a:pt x="21816" y="27009"/>
                  </a:lnTo>
                  <a:cubicBezTo>
                    <a:pt x="23784" y="25908"/>
                    <a:pt x="24985" y="23473"/>
                    <a:pt x="24985" y="20071"/>
                  </a:cubicBezTo>
                  <a:cubicBezTo>
                    <a:pt x="24985" y="13199"/>
                    <a:pt x="20148" y="4893"/>
                    <a:pt x="14244" y="1457"/>
                  </a:cubicBezTo>
                  <a:cubicBezTo>
                    <a:pt x="12523" y="471"/>
                    <a:pt x="10891" y="0"/>
                    <a:pt x="94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73">
              <a:extLst>
                <a:ext uri="{FF2B5EF4-FFF2-40B4-BE49-F238E27FC236}">
                  <a16:creationId xmlns:a16="http://schemas.microsoft.com/office/drawing/2014/main" id="{B3035CDB-216A-C4A9-EA51-3A0021747A37}"/>
                </a:ext>
              </a:extLst>
            </p:cNvPr>
            <p:cNvSpPr/>
            <p:nvPr/>
          </p:nvSpPr>
          <p:spPr>
            <a:xfrm>
              <a:off x="6241872" y="2069217"/>
              <a:ext cx="345876" cy="446501"/>
            </a:xfrm>
            <a:custGeom>
              <a:avLst/>
              <a:gdLst/>
              <a:ahLst/>
              <a:cxnLst/>
              <a:rect l="l" t="t" r="r" b="b"/>
              <a:pathLst>
                <a:path w="21483" h="27733" extrusionOk="0">
                  <a:moveTo>
                    <a:pt x="5941" y="0"/>
                  </a:moveTo>
                  <a:cubicBezTo>
                    <a:pt x="4896" y="0"/>
                    <a:pt x="3948" y="245"/>
                    <a:pt x="3136" y="707"/>
                  </a:cubicBezTo>
                  <a:cubicBezTo>
                    <a:pt x="1202" y="1841"/>
                    <a:pt x="1" y="4243"/>
                    <a:pt x="1" y="7679"/>
                  </a:cubicBezTo>
                  <a:cubicBezTo>
                    <a:pt x="1" y="14517"/>
                    <a:pt x="4804" y="22856"/>
                    <a:pt x="10742" y="26259"/>
                  </a:cubicBezTo>
                  <a:cubicBezTo>
                    <a:pt x="12464" y="27265"/>
                    <a:pt x="14086" y="27733"/>
                    <a:pt x="15522" y="27733"/>
                  </a:cubicBezTo>
                  <a:cubicBezTo>
                    <a:pt x="16560" y="27733"/>
                    <a:pt x="17502" y="27488"/>
                    <a:pt x="18314" y="27026"/>
                  </a:cubicBezTo>
                  <a:cubicBezTo>
                    <a:pt x="20282" y="25892"/>
                    <a:pt x="21483" y="23490"/>
                    <a:pt x="21483" y="20054"/>
                  </a:cubicBezTo>
                  <a:cubicBezTo>
                    <a:pt x="21483" y="13216"/>
                    <a:pt x="16679" y="4877"/>
                    <a:pt x="10742" y="1474"/>
                  </a:cubicBezTo>
                  <a:cubicBezTo>
                    <a:pt x="9019" y="468"/>
                    <a:pt x="7386" y="0"/>
                    <a:pt x="59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3">
              <a:extLst>
                <a:ext uri="{FF2B5EF4-FFF2-40B4-BE49-F238E27FC236}">
                  <a16:creationId xmlns:a16="http://schemas.microsoft.com/office/drawing/2014/main" id="{2F12C757-35F4-C382-1252-E63C8D4DC33C}"/>
                </a:ext>
              </a:extLst>
            </p:cNvPr>
            <p:cNvSpPr/>
            <p:nvPr/>
          </p:nvSpPr>
          <p:spPr>
            <a:xfrm>
              <a:off x="6273556" y="2108807"/>
              <a:ext cx="281975" cy="367611"/>
            </a:xfrm>
            <a:custGeom>
              <a:avLst/>
              <a:gdLst/>
              <a:ahLst/>
              <a:cxnLst/>
              <a:rect l="l" t="t" r="r" b="b"/>
              <a:pathLst>
                <a:path w="17514" h="22833" extrusionOk="0">
                  <a:moveTo>
                    <a:pt x="4655" y="258"/>
                  </a:moveTo>
                  <a:cubicBezTo>
                    <a:pt x="5814" y="258"/>
                    <a:pt x="7123" y="683"/>
                    <a:pt x="8507" y="1517"/>
                  </a:cubicBezTo>
                  <a:cubicBezTo>
                    <a:pt x="13177" y="4352"/>
                    <a:pt x="17080" y="11124"/>
                    <a:pt x="17213" y="16595"/>
                  </a:cubicBezTo>
                  <a:cubicBezTo>
                    <a:pt x="17246" y="19230"/>
                    <a:pt x="16446" y="21164"/>
                    <a:pt x="14911" y="22032"/>
                  </a:cubicBezTo>
                  <a:cubicBezTo>
                    <a:pt x="14313" y="22383"/>
                    <a:pt x="13628" y="22557"/>
                    <a:pt x="12883" y="22557"/>
                  </a:cubicBezTo>
                  <a:cubicBezTo>
                    <a:pt x="11717" y="22557"/>
                    <a:pt x="10404" y="22132"/>
                    <a:pt x="9041" y="21298"/>
                  </a:cubicBezTo>
                  <a:cubicBezTo>
                    <a:pt x="4337" y="18463"/>
                    <a:pt x="434" y="11691"/>
                    <a:pt x="334" y="6220"/>
                  </a:cubicBezTo>
                  <a:cubicBezTo>
                    <a:pt x="268" y="3619"/>
                    <a:pt x="1102" y="1650"/>
                    <a:pt x="2636" y="783"/>
                  </a:cubicBezTo>
                  <a:cubicBezTo>
                    <a:pt x="3235" y="432"/>
                    <a:pt x="3914" y="258"/>
                    <a:pt x="4655" y="258"/>
                  </a:cubicBezTo>
                  <a:close/>
                  <a:moveTo>
                    <a:pt x="4656" y="1"/>
                  </a:moveTo>
                  <a:cubicBezTo>
                    <a:pt x="3870" y="1"/>
                    <a:pt x="3145" y="182"/>
                    <a:pt x="2503" y="550"/>
                  </a:cubicBezTo>
                  <a:cubicBezTo>
                    <a:pt x="868" y="1484"/>
                    <a:pt x="1" y="3518"/>
                    <a:pt x="68" y="6220"/>
                  </a:cubicBezTo>
                  <a:cubicBezTo>
                    <a:pt x="168" y="11791"/>
                    <a:pt x="4137" y="18663"/>
                    <a:pt x="8907" y="21531"/>
                  </a:cubicBezTo>
                  <a:cubicBezTo>
                    <a:pt x="10075" y="22299"/>
                    <a:pt x="11476" y="22766"/>
                    <a:pt x="12877" y="22832"/>
                  </a:cubicBezTo>
                  <a:cubicBezTo>
                    <a:pt x="13644" y="22832"/>
                    <a:pt x="14378" y="22632"/>
                    <a:pt x="15045" y="22265"/>
                  </a:cubicBezTo>
                  <a:cubicBezTo>
                    <a:pt x="16646" y="21331"/>
                    <a:pt x="17513" y="19296"/>
                    <a:pt x="17480" y="16595"/>
                  </a:cubicBezTo>
                  <a:cubicBezTo>
                    <a:pt x="17347" y="11024"/>
                    <a:pt x="13377" y="4152"/>
                    <a:pt x="8640" y="1284"/>
                  </a:cubicBezTo>
                  <a:cubicBezTo>
                    <a:pt x="7223" y="433"/>
                    <a:pt x="5868" y="1"/>
                    <a:pt x="46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3">
              <a:extLst>
                <a:ext uri="{FF2B5EF4-FFF2-40B4-BE49-F238E27FC236}">
                  <a16:creationId xmlns:a16="http://schemas.microsoft.com/office/drawing/2014/main" id="{B9FB41DD-1702-435D-B136-C19D5B885E87}"/>
                </a:ext>
              </a:extLst>
            </p:cNvPr>
            <p:cNvSpPr/>
            <p:nvPr/>
          </p:nvSpPr>
          <p:spPr>
            <a:xfrm>
              <a:off x="6266585" y="2153775"/>
              <a:ext cx="250806" cy="303372"/>
            </a:xfrm>
            <a:custGeom>
              <a:avLst/>
              <a:gdLst/>
              <a:ahLst/>
              <a:cxnLst/>
              <a:rect l="l" t="t" r="r" b="b"/>
              <a:pathLst>
                <a:path w="15578" h="18843" extrusionOk="0">
                  <a:moveTo>
                    <a:pt x="5559" y="0"/>
                  </a:moveTo>
                  <a:cubicBezTo>
                    <a:pt x="4897" y="0"/>
                    <a:pt x="4293" y="155"/>
                    <a:pt x="3770" y="459"/>
                  </a:cubicBezTo>
                  <a:lnTo>
                    <a:pt x="2035" y="1459"/>
                  </a:lnTo>
                  <a:cubicBezTo>
                    <a:pt x="801" y="2193"/>
                    <a:pt x="0" y="3728"/>
                    <a:pt x="0" y="5929"/>
                  </a:cubicBezTo>
                  <a:cubicBezTo>
                    <a:pt x="0" y="10332"/>
                    <a:pt x="3102" y="15703"/>
                    <a:pt x="6905" y="17904"/>
                  </a:cubicBezTo>
                  <a:cubicBezTo>
                    <a:pt x="8004" y="18541"/>
                    <a:pt x="9047" y="18842"/>
                    <a:pt x="9976" y="18842"/>
                  </a:cubicBezTo>
                  <a:cubicBezTo>
                    <a:pt x="10655" y="18842"/>
                    <a:pt x="11273" y="18681"/>
                    <a:pt x="11809" y="18371"/>
                  </a:cubicBezTo>
                  <a:lnTo>
                    <a:pt x="13543" y="17371"/>
                  </a:lnTo>
                  <a:cubicBezTo>
                    <a:pt x="14811" y="16670"/>
                    <a:pt x="15578" y="15102"/>
                    <a:pt x="15578" y="12901"/>
                  </a:cubicBezTo>
                  <a:cubicBezTo>
                    <a:pt x="15578" y="8498"/>
                    <a:pt x="12476" y="3161"/>
                    <a:pt x="8673" y="959"/>
                  </a:cubicBezTo>
                  <a:cubicBezTo>
                    <a:pt x="7557" y="313"/>
                    <a:pt x="6499" y="0"/>
                    <a:pt x="5559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73">
              <a:extLst>
                <a:ext uri="{FF2B5EF4-FFF2-40B4-BE49-F238E27FC236}">
                  <a16:creationId xmlns:a16="http://schemas.microsoft.com/office/drawing/2014/main" id="{54A1456D-94D4-177F-D588-E7D1C65BC00A}"/>
                </a:ext>
              </a:extLst>
            </p:cNvPr>
            <p:cNvSpPr/>
            <p:nvPr/>
          </p:nvSpPr>
          <p:spPr>
            <a:xfrm>
              <a:off x="6266585" y="2153775"/>
              <a:ext cx="250806" cy="303372"/>
            </a:xfrm>
            <a:custGeom>
              <a:avLst/>
              <a:gdLst/>
              <a:ahLst/>
              <a:cxnLst/>
              <a:rect l="l" t="t" r="r" b="b"/>
              <a:pathLst>
                <a:path w="15578" h="18843" extrusionOk="0">
                  <a:moveTo>
                    <a:pt x="5559" y="0"/>
                  </a:moveTo>
                  <a:cubicBezTo>
                    <a:pt x="4897" y="0"/>
                    <a:pt x="4293" y="155"/>
                    <a:pt x="3770" y="459"/>
                  </a:cubicBezTo>
                  <a:lnTo>
                    <a:pt x="2035" y="1459"/>
                  </a:lnTo>
                  <a:cubicBezTo>
                    <a:pt x="801" y="2193"/>
                    <a:pt x="0" y="3728"/>
                    <a:pt x="0" y="5929"/>
                  </a:cubicBezTo>
                  <a:cubicBezTo>
                    <a:pt x="0" y="10332"/>
                    <a:pt x="3102" y="15703"/>
                    <a:pt x="6905" y="17904"/>
                  </a:cubicBezTo>
                  <a:cubicBezTo>
                    <a:pt x="8004" y="18541"/>
                    <a:pt x="9047" y="18842"/>
                    <a:pt x="9976" y="18842"/>
                  </a:cubicBezTo>
                  <a:cubicBezTo>
                    <a:pt x="10655" y="18842"/>
                    <a:pt x="11273" y="18681"/>
                    <a:pt x="11809" y="18371"/>
                  </a:cubicBezTo>
                  <a:lnTo>
                    <a:pt x="13543" y="17371"/>
                  </a:lnTo>
                  <a:cubicBezTo>
                    <a:pt x="14811" y="16670"/>
                    <a:pt x="15578" y="15102"/>
                    <a:pt x="15578" y="12901"/>
                  </a:cubicBezTo>
                  <a:cubicBezTo>
                    <a:pt x="15578" y="8498"/>
                    <a:pt x="12476" y="3161"/>
                    <a:pt x="8673" y="959"/>
                  </a:cubicBezTo>
                  <a:cubicBezTo>
                    <a:pt x="7557" y="313"/>
                    <a:pt x="6499" y="0"/>
                    <a:pt x="5559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73">
              <a:extLst>
                <a:ext uri="{FF2B5EF4-FFF2-40B4-BE49-F238E27FC236}">
                  <a16:creationId xmlns:a16="http://schemas.microsoft.com/office/drawing/2014/main" id="{4A76EC40-756A-0342-3223-C54BBFCCDD5A}"/>
                </a:ext>
              </a:extLst>
            </p:cNvPr>
            <p:cNvSpPr/>
            <p:nvPr/>
          </p:nvSpPr>
          <p:spPr>
            <a:xfrm>
              <a:off x="6260676" y="2173610"/>
              <a:ext cx="244913" cy="288528"/>
            </a:xfrm>
            <a:custGeom>
              <a:avLst/>
              <a:gdLst/>
              <a:ahLst/>
              <a:cxnLst/>
              <a:rect l="l" t="t" r="r" b="b"/>
              <a:pathLst>
                <a:path w="15212" h="17921" extrusionOk="0">
                  <a:moveTo>
                    <a:pt x="4493" y="0"/>
                  </a:moveTo>
                  <a:cubicBezTo>
                    <a:pt x="3847" y="0"/>
                    <a:pt x="3241" y="148"/>
                    <a:pt x="2702" y="461"/>
                  </a:cubicBezTo>
                  <a:cubicBezTo>
                    <a:pt x="0" y="2029"/>
                    <a:pt x="0" y="7099"/>
                    <a:pt x="2669" y="11802"/>
                  </a:cubicBezTo>
                  <a:cubicBezTo>
                    <a:pt x="4836" y="15548"/>
                    <a:pt x="8098" y="17921"/>
                    <a:pt x="10699" y="17921"/>
                  </a:cubicBezTo>
                  <a:cubicBezTo>
                    <a:pt x="11340" y="17921"/>
                    <a:pt x="11941" y="17777"/>
                    <a:pt x="12476" y="17473"/>
                  </a:cubicBezTo>
                  <a:cubicBezTo>
                    <a:pt x="15178" y="15905"/>
                    <a:pt x="15211" y="10835"/>
                    <a:pt x="12509" y="6132"/>
                  </a:cubicBezTo>
                  <a:cubicBezTo>
                    <a:pt x="10346" y="2392"/>
                    <a:pt x="7091" y="0"/>
                    <a:pt x="449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73">
              <a:extLst>
                <a:ext uri="{FF2B5EF4-FFF2-40B4-BE49-F238E27FC236}">
                  <a16:creationId xmlns:a16="http://schemas.microsoft.com/office/drawing/2014/main" id="{1A7F6342-55B9-3D61-A308-73A19F541B04}"/>
                </a:ext>
              </a:extLst>
            </p:cNvPr>
            <p:cNvSpPr/>
            <p:nvPr/>
          </p:nvSpPr>
          <p:spPr>
            <a:xfrm>
              <a:off x="6278934" y="2204876"/>
              <a:ext cx="189062" cy="222969"/>
            </a:xfrm>
            <a:custGeom>
              <a:avLst/>
              <a:gdLst/>
              <a:ahLst/>
              <a:cxnLst/>
              <a:rect l="l" t="t" r="r" b="b"/>
              <a:pathLst>
                <a:path w="11743" h="13849" extrusionOk="0">
                  <a:moveTo>
                    <a:pt x="3458" y="1"/>
                  </a:moveTo>
                  <a:cubicBezTo>
                    <a:pt x="2957" y="1"/>
                    <a:pt x="2487" y="114"/>
                    <a:pt x="2069" y="353"/>
                  </a:cubicBezTo>
                  <a:cubicBezTo>
                    <a:pt x="0" y="1554"/>
                    <a:pt x="0" y="5490"/>
                    <a:pt x="2069" y="9126"/>
                  </a:cubicBezTo>
                  <a:cubicBezTo>
                    <a:pt x="3752" y="12012"/>
                    <a:pt x="6269" y="13849"/>
                    <a:pt x="8285" y="13849"/>
                  </a:cubicBezTo>
                  <a:cubicBezTo>
                    <a:pt x="8786" y="13849"/>
                    <a:pt x="9256" y="13735"/>
                    <a:pt x="9674" y="13496"/>
                  </a:cubicBezTo>
                  <a:cubicBezTo>
                    <a:pt x="11742" y="12295"/>
                    <a:pt x="11742" y="8359"/>
                    <a:pt x="9674" y="4723"/>
                  </a:cubicBezTo>
                  <a:cubicBezTo>
                    <a:pt x="7991" y="1838"/>
                    <a:pt x="5473" y="1"/>
                    <a:pt x="34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73">
              <a:extLst>
                <a:ext uri="{FF2B5EF4-FFF2-40B4-BE49-F238E27FC236}">
                  <a16:creationId xmlns:a16="http://schemas.microsoft.com/office/drawing/2014/main" id="{3C31C9BD-9DDE-E2BF-66ED-58FFF91DC74A}"/>
                </a:ext>
              </a:extLst>
            </p:cNvPr>
            <p:cNvSpPr/>
            <p:nvPr/>
          </p:nvSpPr>
          <p:spPr>
            <a:xfrm>
              <a:off x="6308477" y="2207339"/>
              <a:ext cx="112249" cy="111187"/>
            </a:xfrm>
            <a:custGeom>
              <a:avLst/>
              <a:gdLst/>
              <a:ahLst/>
              <a:cxnLst/>
              <a:rect l="l" t="t" r="r" b="b"/>
              <a:pathLst>
                <a:path w="6972" h="6906" extrusionOk="0">
                  <a:moveTo>
                    <a:pt x="1412" y="0"/>
                  </a:moveTo>
                  <a:cubicBezTo>
                    <a:pt x="886" y="0"/>
                    <a:pt x="410" y="127"/>
                    <a:pt x="0" y="367"/>
                  </a:cubicBezTo>
                  <a:lnTo>
                    <a:pt x="3803" y="6905"/>
                  </a:lnTo>
                  <a:lnTo>
                    <a:pt x="6972" y="3736"/>
                  </a:lnTo>
                  <a:cubicBezTo>
                    <a:pt x="6138" y="2535"/>
                    <a:pt x="5037" y="1501"/>
                    <a:pt x="3803" y="734"/>
                  </a:cubicBezTo>
                  <a:cubicBezTo>
                    <a:pt x="2938" y="234"/>
                    <a:pt x="2128" y="0"/>
                    <a:pt x="141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73">
              <a:extLst>
                <a:ext uri="{FF2B5EF4-FFF2-40B4-BE49-F238E27FC236}">
                  <a16:creationId xmlns:a16="http://schemas.microsoft.com/office/drawing/2014/main" id="{DC931D8F-82B8-4F41-83D2-378F03803222}"/>
                </a:ext>
              </a:extLst>
            </p:cNvPr>
            <p:cNvSpPr/>
            <p:nvPr/>
          </p:nvSpPr>
          <p:spPr>
            <a:xfrm>
              <a:off x="6369689" y="2268020"/>
              <a:ext cx="86489" cy="156299"/>
            </a:xfrm>
            <a:custGeom>
              <a:avLst/>
              <a:gdLst/>
              <a:ahLst/>
              <a:cxnLst/>
              <a:rect l="l" t="t" r="r" b="b"/>
              <a:pathLst>
                <a:path w="5372" h="9708" extrusionOk="0">
                  <a:moveTo>
                    <a:pt x="3170" y="1"/>
                  </a:moveTo>
                  <a:lnTo>
                    <a:pt x="1" y="3170"/>
                  </a:lnTo>
                  <a:lnTo>
                    <a:pt x="3770" y="9708"/>
                  </a:lnTo>
                  <a:cubicBezTo>
                    <a:pt x="4771" y="9174"/>
                    <a:pt x="5371" y="7973"/>
                    <a:pt x="5371" y="6272"/>
                  </a:cubicBezTo>
                  <a:cubicBezTo>
                    <a:pt x="5371" y="4170"/>
                    <a:pt x="4504" y="1869"/>
                    <a:pt x="317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73">
              <a:extLst>
                <a:ext uri="{FF2B5EF4-FFF2-40B4-BE49-F238E27FC236}">
                  <a16:creationId xmlns:a16="http://schemas.microsoft.com/office/drawing/2014/main" id="{18826284-4A48-8530-72C7-6101B315510D}"/>
                </a:ext>
              </a:extLst>
            </p:cNvPr>
            <p:cNvSpPr/>
            <p:nvPr/>
          </p:nvSpPr>
          <p:spPr>
            <a:xfrm>
              <a:off x="6318669" y="2318510"/>
              <a:ext cx="111734" cy="111557"/>
            </a:xfrm>
            <a:custGeom>
              <a:avLst/>
              <a:gdLst/>
              <a:ahLst/>
              <a:cxnLst/>
              <a:rect l="l" t="t" r="r" b="b"/>
              <a:pathLst>
                <a:path w="6940" h="6929" extrusionOk="0">
                  <a:moveTo>
                    <a:pt x="3170" y="0"/>
                  </a:moveTo>
                  <a:lnTo>
                    <a:pt x="1" y="3169"/>
                  </a:lnTo>
                  <a:cubicBezTo>
                    <a:pt x="835" y="4403"/>
                    <a:pt x="1902" y="5438"/>
                    <a:pt x="3170" y="6205"/>
                  </a:cubicBezTo>
                  <a:cubicBezTo>
                    <a:pt x="4026" y="6691"/>
                    <a:pt x="4838" y="6928"/>
                    <a:pt x="5557" y="6928"/>
                  </a:cubicBezTo>
                  <a:cubicBezTo>
                    <a:pt x="6070" y="6928"/>
                    <a:pt x="6536" y="6808"/>
                    <a:pt x="6939" y="6572"/>
                  </a:cubicBezTo>
                  <a:lnTo>
                    <a:pt x="317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73">
              <a:extLst>
                <a:ext uri="{FF2B5EF4-FFF2-40B4-BE49-F238E27FC236}">
                  <a16:creationId xmlns:a16="http://schemas.microsoft.com/office/drawing/2014/main" id="{B5080632-62D5-4340-6353-1CF660AF80E4}"/>
                </a:ext>
              </a:extLst>
            </p:cNvPr>
            <p:cNvSpPr/>
            <p:nvPr/>
          </p:nvSpPr>
          <p:spPr>
            <a:xfrm>
              <a:off x="6283232" y="2213248"/>
              <a:ext cx="86473" cy="156299"/>
            </a:xfrm>
            <a:custGeom>
              <a:avLst/>
              <a:gdLst/>
              <a:ahLst/>
              <a:cxnLst/>
              <a:rect l="l" t="t" r="r" b="b"/>
              <a:pathLst>
                <a:path w="5371" h="9708" extrusionOk="0">
                  <a:moveTo>
                    <a:pt x="1568" y="0"/>
                  </a:moveTo>
                  <a:cubicBezTo>
                    <a:pt x="601" y="534"/>
                    <a:pt x="0" y="1735"/>
                    <a:pt x="0" y="3469"/>
                  </a:cubicBezTo>
                  <a:cubicBezTo>
                    <a:pt x="0" y="5504"/>
                    <a:pt x="868" y="7806"/>
                    <a:pt x="2202" y="9707"/>
                  </a:cubicBezTo>
                  <a:lnTo>
                    <a:pt x="5371" y="6538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73">
              <a:extLst>
                <a:ext uri="{FF2B5EF4-FFF2-40B4-BE49-F238E27FC236}">
                  <a16:creationId xmlns:a16="http://schemas.microsoft.com/office/drawing/2014/main" id="{58B55B6A-0CDF-2440-E4BB-35E038A68A63}"/>
                </a:ext>
              </a:extLst>
            </p:cNvPr>
            <p:cNvSpPr/>
            <p:nvPr/>
          </p:nvSpPr>
          <p:spPr>
            <a:xfrm>
              <a:off x="6333175" y="2270483"/>
              <a:ext cx="73062" cy="93911"/>
            </a:xfrm>
            <a:custGeom>
              <a:avLst/>
              <a:gdLst/>
              <a:ahLst/>
              <a:cxnLst/>
              <a:rect l="l" t="t" r="r" b="b"/>
              <a:pathLst>
                <a:path w="4538" h="5833" extrusionOk="0">
                  <a:moveTo>
                    <a:pt x="1248" y="1"/>
                  </a:moveTo>
                  <a:cubicBezTo>
                    <a:pt x="504" y="1"/>
                    <a:pt x="0" y="598"/>
                    <a:pt x="0" y="1616"/>
                  </a:cubicBezTo>
                  <a:cubicBezTo>
                    <a:pt x="101" y="3183"/>
                    <a:pt x="934" y="4651"/>
                    <a:pt x="2269" y="5518"/>
                  </a:cubicBezTo>
                  <a:cubicBezTo>
                    <a:pt x="2628" y="5732"/>
                    <a:pt x="2970" y="5832"/>
                    <a:pt x="3274" y="5832"/>
                  </a:cubicBezTo>
                  <a:cubicBezTo>
                    <a:pt x="4017" y="5832"/>
                    <a:pt x="4537" y="5235"/>
                    <a:pt x="4537" y="4217"/>
                  </a:cubicBezTo>
                  <a:cubicBezTo>
                    <a:pt x="4437" y="2616"/>
                    <a:pt x="3603" y="1182"/>
                    <a:pt x="2269" y="315"/>
                  </a:cubicBezTo>
                  <a:cubicBezTo>
                    <a:pt x="1900" y="101"/>
                    <a:pt x="1554" y="1"/>
                    <a:pt x="124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73">
              <a:extLst>
                <a:ext uri="{FF2B5EF4-FFF2-40B4-BE49-F238E27FC236}">
                  <a16:creationId xmlns:a16="http://schemas.microsoft.com/office/drawing/2014/main" id="{018B927D-18EB-1FA3-D79F-4C4A3E0229C2}"/>
                </a:ext>
              </a:extLst>
            </p:cNvPr>
            <p:cNvSpPr/>
            <p:nvPr/>
          </p:nvSpPr>
          <p:spPr>
            <a:xfrm>
              <a:off x="5967978" y="1939355"/>
              <a:ext cx="215917" cy="210540"/>
            </a:xfrm>
            <a:custGeom>
              <a:avLst/>
              <a:gdLst/>
              <a:ahLst/>
              <a:cxnLst/>
              <a:rect l="l" t="t" r="r" b="b"/>
              <a:pathLst>
                <a:path w="13411" h="13077" extrusionOk="0">
                  <a:moveTo>
                    <a:pt x="8173" y="0"/>
                  </a:moveTo>
                  <a:lnTo>
                    <a:pt x="1" y="867"/>
                  </a:lnTo>
                  <a:lnTo>
                    <a:pt x="1" y="10574"/>
                  </a:lnTo>
                  <a:lnTo>
                    <a:pt x="4270" y="13076"/>
                  </a:lnTo>
                  <a:lnTo>
                    <a:pt x="13077" y="3803"/>
                  </a:lnTo>
                  <a:cubicBezTo>
                    <a:pt x="13410" y="3436"/>
                    <a:pt x="13343" y="2869"/>
                    <a:pt x="12910" y="2602"/>
                  </a:cubicBezTo>
                  <a:lnTo>
                    <a:pt x="8640" y="100"/>
                  </a:lnTo>
                  <a:cubicBezTo>
                    <a:pt x="8473" y="33"/>
                    <a:pt x="8307" y="0"/>
                    <a:pt x="817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73">
              <a:extLst>
                <a:ext uri="{FF2B5EF4-FFF2-40B4-BE49-F238E27FC236}">
                  <a16:creationId xmlns:a16="http://schemas.microsoft.com/office/drawing/2014/main" id="{12F6FAE5-DED6-29ED-12F3-E1F8D3F65E0A}"/>
                </a:ext>
              </a:extLst>
            </p:cNvPr>
            <p:cNvSpPr/>
            <p:nvPr/>
          </p:nvSpPr>
          <p:spPr>
            <a:xfrm>
              <a:off x="5555529" y="1729765"/>
              <a:ext cx="499470" cy="790816"/>
            </a:xfrm>
            <a:custGeom>
              <a:avLst/>
              <a:gdLst/>
              <a:ahLst/>
              <a:cxnLst/>
              <a:rect l="l" t="t" r="r" b="b"/>
              <a:pathLst>
                <a:path w="31023" h="49119" extrusionOk="0">
                  <a:moveTo>
                    <a:pt x="25856" y="0"/>
                  </a:moveTo>
                  <a:cubicBezTo>
                    <a:pt x="25619" y="0"/>
                    <a:pt x="25385" y="59"/>
                    <a:pt x="25185" y="176"/>
                  </a:cubicBezTo>
                  <a:lnTo>
                    <a:pt x="667" y="14286"/>
                  </a:lnTo>
                  <a:cubicBezTo>
                    <a:pt x="267" y="14553"/>
                    <a:pt x="0" y="14986"/>
                    <a:pt x="0" y="15453"/>
                  </a:cubicBezTo>
                  <a:lnTo>
                    <a:pt x="0" y="45541"/>
                  </a:lnTo>
                  <a:cubicBezTo>
                    <a:pt x="34" y="46008"/>
                    <a:pt x="267" y="46442"/>
                    <a:pt x="667" y="46709"/>
                  </a:cubicBezTo>
                  <a:lnTo>
                    <a:pt x="4470" y="48944"/>
                  </a:lnTo>
                  <a:cubicBezTo>
                    <a:pt x="4687" y="49061"/>
                    <a:pt x="4920" y="49119"/>
                    <a:pt x="5154" y="49119"/>
                  </a:cubicBezTo>
                  <a:cubicBezTo>
                    <a:pt x="5387" y="49119"/>
                    <a:pt x="5621" y="49061"/>
                    <a:pt x="5838" y="48944"/>
                  </a:cubicBezTo>
                  <a:lnTo>
                    <a:pt x="30355" y="34834"/>
                  </a:lnTo>
                  <a:cubicBezTo>
                    <a:pt x="30756" y="34567"/>
                    <a:pt x="30989" y="34133"/>
                    <a:pt x="31022" y="33633"/>
                  </a:cubicBezTo>
                  <a:lnTo>
                    <a:pt x="31022" y="3611"/>
                  </a:lnTo>
                  <a:cubicBezTo>
                    <a:pt x="30989" y="3111"/>
                    <a:pt x="30756" y="2677"/>
                    <a:pt x="30355" y="2410"/>
                  </a:cubicBezTo>
                  <a:lnTo>
                    <a:pt x="26553" y="176"/>
                  </a:lnTo>
                  <a:cubicBezTo>
                    <a:pt x="26336" y="59"/>
                    <a:pt x="26094" y="0"/>
                    <a:pt x="2585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73">
              <a:extLst>
                <a:ext uri="{FF2B5EF4-FFF2-40B4-BE49-F238E27FC236}">
                  <a16:creationId xmlns:a16="http://schemas.microsoft.com/office/drawing/2014/main" id="{BD484BC7-B1FC-DC95-4B77-008FDB03FDD9}"/>
                </a:ext>
              </a:extLst>
            </p:cNvPr>
            <p:cNvSpPr/>
            <p:nvPr/>
          </p:nvSpPr>
          <p:spPr>
            <a:xfrm>
              <a:off x="5555529" y="1968351"/>
              <a:ext cx="92382" cy="552439"/>
            </a:xfrm>
            <a:custGeom>
              <a:avLst/>
              <a:gdLst/>
              <a:ahLst/>
              <a:cxnLst/>
              <a:rect l="l" t="t" r="r" b="b"/>
              <a:pathLst>
                <a:path w="5738" h="34313" extrusionOk="0">
                  <a:moveTo>
                    <a:pt x="167" y="0"/>
                  </a:moveTo>
                  <a:cubicBezTo>
                    <a:pt x="67" y="201"/>
                    <a:pt x="0" y="434"/>
                    <a:pt x="0" y="668"/>
                  </a:cubicBezTo>
                  <a:lnTo>
                    <a:pt x="0" y="30722"/>
                  </a:lnTo>
                  <a:cubicBezTo>
                    <a:pt x="0" y="31189"/>
                    <a:pt x="267" y="31623"/>
                    <a:pt x="667" y="31890"/>
                  </a:cubicBezTo>
                  <a:lnTo>
                    <a:pt x="4470" y="34158"/>
                  </a:lnTo>
                  <a:cubicBezTo>
                    <a:pt x="4679" y="34263"/>
                    <a:pt x="4907" y="34313"/>
                    <a:pt x="5134" y="34313"/>
                  </a:cubicBezTo>
                  <a:cubicBezTo>
                    <a:pt x="5340" y="34313"/>
                    <a:pt x="5547" y="34271"/>
                    <a:pt x="5738" y="34192"/>
                  </a:cubicBezTo>
                  <a:lnTo>
                    <a:pt x="5738" y="34192"/>
                  </a:lnTo>
                  <a:cubicBezTo>
                    <a:pt x="5667" y="34220"/>
                    <a:pt x="5601" y="34233"/>
                    <a:pt x="5541" y="34233"/>
                  </a:cubicBezTo>
                  <a:cubicBezTo>
                    <a:pt x="5316" y="34233"/>
                    <a:pt x="5171" y="34047"/>
                    <a:pt x="5171" y="33758"/>
                  </a:cubicBezTo>
                  <a:lnTo>
                    <a:pt x="5171" y="3736"/>
                  </a:lnTo>
                  <a:cubicBezTo>
                    <a:pt x="5171" y="3470"/>
                    <a:pt x="5237" y="3236"/>
                    <a:pt x="5371" y="3036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73">
              <a:extLst>
                <a:ext uri="{FF2B5EF4-FFF2-40B4-BE49-F238E27FC236}">
                  <a16:creationId xmlns:a16="http://schemas.microsoft.com/office/drawing/2014/main" id="{94A1E107-FEF4-952F-725F-3C9B16321CE2}"/>
                </a:ext>
              </a:extLst>
            </p:cNvPr>
            <p:cNvSpPr/>
            <p:nvPr/>
          </p:nvSpPr>
          <p:spPr>
            <a:xfrm>
              <a:off x="5638766" y="1779900"/>
              <a:ext cx="548302" cy="739473"/>
            </a:xfrm>
            <a:custGeom>
              <a:avLst/>
              <a:gdLst/>
              <a:ahLst/>
              <a:cxnLst/>
              <a:rect l="l" t="t" r="r" b="b"/>
              <a:pathLst>
                <a:path w="34056" h="45930" extrusionOk="0">
                  <a:moveTo>
                    <a:pt x="25451" y="0"/>
                  </a:moveTo>
                  <a:cubicBezTo>
                    <a:pt x="25369" y="0"/>
                    <a:pt x="25279" y="21"/>
                    <a:pt x="25185" y="64"/>
                  </a:cubicBezTo>
                  <a:lnTo>
                    <a:pt x="668" y="14207"/>
                  </a:lnTo>
                  <a:cubicBezTo>
                    <a:pt x="268" y="14474"/>
                    <a:pt x="1" y="14908"/>
                    <a:pt x="1" y="15408"/>
                  </a:cubicBezTo>
                  <a:lnTo>
                    <a:pt x="1" y="45463"/>
                  </a:lnTo>
                  <a:cubicBezTo>
                    <a:pt x="1" y="45746"/>
                    <a:pt x="151" y="45929"/>
                    <a:pt x="369" y="45929"/>
                  </a:cubicBezTo>
                  <a:cubicBezTo>
                    <a:pt x="459" y="45929"/>
                    <a:pt x="561" y="45898"/>
                    <a:pt x="668" y="45830"/>
                  </a:cubicBezTo>
                  <a:lnTo>
                    <a:pt x="25185" y="31720"/>
                  </a:lnTo>
                  <a:cubicBezTo>
                    <a:pt x="25586" y="31453"/>
                    <a:pt x="25819" y="31019"/>
                    <a:pt x="25852" y="30552"/>
                  </a:cubicBezTo>
                  <a:lnTo>
                    <a:pt x="25852" y="21779"/>
                  </a:lnTo>
                  <a:lnTo>
                    <a:pt x="33558" y="13707"/>
                  </a:lnTo>
                  <a:cubicBezTo>
                    <a:pt x="34056" y="13209"/>
                    <a:pt x="33683" y="12393"/>
                    <a:pt x="33036" y="12393"/>
                  </a:cubicBezTo>
                  <a:cubicBezTo>
                    <a:pt x="32989" y="12393"/>
                    <a:pt x="32940" y="12397"/>
                    <a:pt x="32891" y="12406"/>
                  </a:cubicBezTo>
                  <a:lnTo>
                    <a:pt x="25852" y="13140"/>
                  </a:lnTo>
                  <a:lnTo>
                    <a:pt x="25852" y="497"/>
                  </a:lnTo>
                  <a:cubicBezTo>
                    <a:pt x="25852" y="175"/>
                    <a:pt x="25687" y="0"/>
                    <a:pt x="254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73">
              <a:extLst>
                <a:ext uri="{FF2B5EF4-FFF2-40B4-BE49-F238E27FC236}">
                  <a16:creationId xmlns:a16="http://schemas.microsoft.com/office/drawing/2014/main" id="{B8BFE55E-9DD5-B1E4-C541-78F7AC63902E}"/>
                </a:ext>
              </a:extLst>
            </p:cNvPr>
            <p:cNvSpPr/>
            <p:nvPr/>
          </p:nvSpPr>
          <p:spPr>
            <a:xfrm>
              <a:off x="5638766" y="1779900"/>
              <a:ext cx="548302" cy="739473"/>
            </a:xfrm>
            <a:custGeom>
              <a:avLst/>
              <a:gdLst/>
              <a:ahLst/>
              <a:cxnLst/>
              <a:rect l="l" t="t" r="r" b="b"/>
              <a:pathLst>
                <a:path w="34056" h="45930" extrusionOk="0">
                  <a:moveTo>
                    <a:pt x="25451" y="0"/>
                  </a:moveTo>
                  <a:cubicBezTo>
                    <a:pt x="25369" y="0"/>
                    <a:pt x="25279" y="21"/>
                    <a:pt x="25185" y="64"/>
                  </a:cubicBezTo>
                  <a:lnTo>
                    <a:pt x="668" y="14207"/>
                  </a:lnTo>
                  <a:cubicBezTo>
                    <a:pt x="268" y="14474"/>
                    <a:pt x="1" y="14908"/>
                    <a:pt x="1" y="15408"/>
                  </a:cubicBezTo>
                  <a:lnTo>
                    <a:pt x="1" y="45463"/>
                  </a:lnTo>
                  <a:cubicBezTo>
                    <a:pt x="1" y="45746"/>
                    <a:pt x="151" y="45929"/>
                    <a:pt x="369" y="45929"/>
                  </a:cubicBezTo>
                  <a:cubicBezTo>
                    <a:pt x="459" y="45929"/>
                    <a:pt x="561" y="45898"/>
                    <a:pt x="668" y="45830"/>
                  </a:cubicBezTo>
                  <a:lnTo>
                    <a:pt x="25185" y="31720"/>
                  </a:lnTo>
                  <a:cubicBezTo>
                    <a:pt x="25586" y="31453"/>
                    <a:pt x="25819" y="31019"/>
                    <a:pt x="25852" y="30552"/>
                  </a:cubicBezTo>
                  <a:lnTo>
                    <a:pt x="25852" y="21779"/>
                  </a:lnTo>
                  <a:lnTo>
                    <a:pt x="33558" y="13707"/>
                  </a:lnTo>
                  <a:cubicBezTo>
                    <a:pt x="34056" y="13209"/>
                    <a:pt x="33683" y="12393"/>
                    <a:pt x="33036" y="12393"/>
                  </a:cubicBezTo>
                  <a:cubicBezTo>
                    <a:pt x="32989" y="12393"/>
                    <a:pt x="32940" y="12397"/>
                    <a:pt x="32891" y="12406"/>
                  </a:cubicBezTo>
                  <a:lnTo>
                    <a:pt x="25852" y="13140"/>
                  </a:lnTo>
                  <a:lnTo>
                    <a:pt x="25852" y="497"/>
                  </a:lnTo>
                  <a:cubicBezTo>
                    <a:pt x="25852" y="175"/>
                    <a:pt x="25687" y="0"/>
                    <a:pt x="25451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73">
              <a:extLst>
                <a:ext uri="{FF2B5EF4-FFF2-40B4-BE49-F238E27FC236}">
                  <a16:creationId xmlns:a16="http://schemas.microsoft.com/office/drawing/2014/main" id="{1471B61C-1729-9EF5-2A21-B57FC8643155}"/>
                </a:ext>
              </a:extLst>
            </p:cNvPr>
            <p:cNvSpPr/>
            <p:nvPr/>
          </p:nvSpPr>
          <p:spPr>
            <a:xfrm>
              <a:off x="5783778" y="2300252"/>
              <a:ext cx="23635" cy="87278"/>
            </a:xfrm>
            <a:custGeom>
              <a:avLst/>
              <a:gdLst/>
              <a:ahLst/>
              <a:cxnLst/>
              <a:rect l="l" t="t" r="r" b="b"/>
              <a:pathLst>
                <a:path w="1468" h="5421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73">
              <a:extLst>
                <a:ext uri="{FF2B5EF4-FFF2-40B4-BE49-F238E27FC236}">
                  <a16:creationId xmlns:a16="http://schemas.microsoft.com/office/drawing/2014/main" id="{F622A52C-38D2-819D-BAE0-4620B81D6715}"/>
                </a:ext>
              </a:extLst>
            </p:cNvPr>
            <p:cNvSpPr/>
            <p:nvPr/>
          </p:nvSpPr>
          <p:spPr>
            <a:xfrm>
              <a:off x="5828890" y="2273929"/>
              <a:ext cx="23635" cy="87826"/>
            </a:xfrm>
            <a:custGeom>
              <a:avLst/>
              <a:gdLst/>
              <a:ahLst/>
              <a:cxnLst/>
              <a:rect l="l" t="t" r="r" b="b"/>
              <a:pathLst>
                <a:path w="1468" h="5455" extrusionOk="0">
                  <a:moveTo>
                    <a:pt x="0" y="1"/>
                  </a:moveTo>
                  <a:lnTo>
                    <a:pt x="0" y="4704"/>
                  </a:lnTo>
                  <a:cubicBezTo>
                    <a:pt x="0" y="5204"/>
                    <a:pt x="367" y="5455"/>
                    <a:pt x="734" y="5455"/>
                  </a:cubicBezTo>
                  <a:cubicBezTo>
                    <a:pt x="1101" y="5455"/>
                    <a:pt x="1468" y="5204"/>
                    <a:pt x="1468" y="4704"/>
                  </a:cubicBez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73">
              <a:extLst>
                <a:ext uri="{FF2B5EF4-FFF2-40B4-BE49-F238E27FC236}">
                  <a16:creationId xmlns:a16="http://schemas.microsoft.com/office/drawing/2014/main" id="{959CB429-1970-901E-23C7-63C840BCCD3E}"/>
                </a:ext>
              </a:extLst>
            </p:cNvPr>
            <p:cNvSpPr/>
            <p:nvPr/>
          </p:nvSpPr>
          <p:spPr>
            <a:xfrm>
              <a:off x="5874003" y="2248153"/>
              <a:ext cx="23635" cy="87294"/>
            </a:xfrm>
            <a:custGeom>
              <a:avLst/>
              <a:gdLst/>
              <a:ahLst/>
              <a:cxnLst/>
              <a:rect l="l" t="t" r="r" b="b"/>
              <a:pathLst>
                <a:path w="1468" h="5422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73">
              <a:extLst>
                <a:ext uri="{FF2B5EF4-FFF2-40B4-BE49-F238E27FC236}">
                  <a16:creationId xmlns:a16="http://schemas.microsoft.com/office/drawing/2014/main" id="{180D470D-4D78-3432-60FA-E423746BA525}"/>
                </a:ext>
              </a:extLst>
            </p:cNvPr>
            <p:cNvSpPr/>
            <p:nvPr/>
          </p:nvSpPr>
          <p:spPr>
            <a:xfrm>
              <a:off x="5918567" y="2221829"/>
              <a:ext cx="24182" cy="87826"/>
            </a:xfrm>
            <a:custGeom>
              <a:avLst/>
              <a:gdLst/>
              <a:ahLst/>
              <a:cxnLst/>
              <a:rect l="l" t="t" r="r" b="b"/>
              <a:pathLst>
                <a:path w="1502" h="5455" extrusionOk="0">
                  <a:moveTo>
                    <a:pt x="1" y="1"/>
                  </a:moveTo>
                  <a:lnTo>
                    <a:pt x="1" y="4704"/>
                  </a:lnTo>
                  <a:cubicBezTo>
                    <a:pt x="1" y="5205"/>
                    <a:pt x="376" y="5455"/>
                    <a:pt x="751" y="5455"/>
                  </a:cubicBezTo>
                  <a:cubicBezTo>
                    <a:pt x="1127" y="5455"/>
                    <a:pt x="1502" y="5205"/>
                    <a:pt x="1502" y="4704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73">
              <a:extLst>
                <a:ext uri="{FF2B5EF4-FFF2-40B4-BE49-F238E27FC236}">
                  <a16:creationId xmlns:a16="http://schemas.microsoft.com/office/drawing/2014/main" id="{82CEED3A-7161-234C-861F-0452F2C654EB}"/>
                </a:ext>
              </a:extLst>
            </p:cNvPr>
            <p:cNvSpPr/>
            <p:nvPr/>
          </p:nvSpPr>
          <p:spPr>
            <a:xfrm>
              <a:off x="5783778" y="2300252"/>
              <a:ext cx="23635" cy="87278"/>
            </a:xfrm>
            <a:custGeom>
              <a:avLst/>
              <a:gdLst/>
              <a:ahLst/>
              <a:cxnLst/>
              <a:rect l="l" t="t" r="r" b="b"/>
              <a:pathLst>
                <a:path w="1468" h="5421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73">
              <a:extLst>
                <a:ext uri="{FF2B5EF4-FFF2-40B4-BE49-F238E27FC236}">
                  <a16:creationId xmlns:a16="http://schemas.microsoft.com/office/drawing/2014/main" id="{C542A186-F0D5-14DD-D9E5-4788EE8EF45A}"/>
                </a:ext>
              </a:extLst>
            </p:cNvPr>
            <p:cNvSpPr/>
            <p:nvPr/>
          </p:nvSpPr>
          <p:spPr>
            <a:xfrm>
              <a:off x="5828890" y="2273929"/>
              <a:ext cx="23635" cy="87826"/>
            </a:xfrm>
            <a:custGeom>
              <a:avLst/>
              <a:gdLst/>
              <a:ahLst/>
              <a:cxnLst/>
              <a:rect l="l" t="t" r="r" b="b"/>
              <a:pathLst>
                <a:path w="1468" h="5455" extrusionOk="0">
                  <a:moveTo>
                    <a:pt x="0" y="1"/>
                  </a:moveTo>
                  <a:lnTo>
                    <a:pt x="0" y="4704"/>
                  </a:lnTo>
                  <a:cubicBezTo>
                    <a:pt x="0" y="5204"/>
                    <a:pt x="367" y="5455"/>
                    <a:pt x="734" y="5455"/>
                  </a:cubicBezTo>
                  <a:cubicBezTo>
                    <a:pt x="1101" y="5455"/>
                    <a:pt x="1468" y="5204"/>
                    <a:pt x="1468" y="4704"/>
                  </a:cubicBezTo>
                  <a:lnTo>
                    <a:pt x="14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73">
              <a:extLst>
                <a:ext uri="{FF2B5EF4-FFF2-40B4-BE49-F238E27FC236}">
                  <a16:creationId xmlns:a16="http://schemas.microsoft.com/office/drawing/2014/main" id="{87EF599E-EC5F-8FA8-28C9-432BF8983D21}"/>
                </a:ext>
              </a:extLst>
            </p:cNvPr>
            <p:cNvSpPr/>
            <p:nvPr/>
          </p:nvSpPr>
          <p:spPr>
            <a:xfrm>
              <a:off x="5874003" y="2248153"/>
              <a:ext cx="23635" cy="87294"/>
            </a:xfrm>
            <a:custGeom>
              <a:avLst/>
              <a:gdLst/>
              <a:ahLst/>
              <a:cxnLst/>
              <a:rect l="l" t="t" r="r" b="b"/>
              <a:pathLst>
                <a:path w="1468" h="5422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73">
              <a:extLst>
                <a:ext uri="{FF2B5EF4-FFF2-40B4-BE49-F238E27FC236}">
                  <a16:creationId xmlns:a16="http://schemas.microsoft.com/office/drawing/2014/main" id="{975F7AF6-1E78-8A8C-DC8F-5B2AD3B5BF82}"/>
                </a:ext>
              </a:extLst>
            </p:cNvPr>
            <p:cNvSpPr/>
            <p:nvPr/>
          </p:nvSpPr>
          <p:spPr>
            <a:xfrm>
              <a:off x="5918567" y="2221829"/>
              <a:ext cx="24182" cy="87826"/>
            </a:xfrm>
            <a:custGeom>
              <a:avLst/>
              <a:gdLst/>
              <a:ahLst/>
              <a:cxnLst/>
              <a:rect l="l" t="t" r="r" b="b"/>
              <a:pathLst>
                <a:path w="1502" h="5455" extrusionOk="0">
                  <a:moveTo>
                    <a:pt x="1" y="1"/>
                  </a:moveTo>
                  <a:lnTo>
                    <a:pt x="1" y="4704"/>
                  </a:lnTo>
                  <a:cubicBezTo>
                    <a:pt x="1" y="5205"/>
                    <a:pt x="376" y="5455"/>
                    <a:pt x="751" y="5455"/>
                  </a:cubicBezTo>
                  <a:cubicBezTo>
                    <a:pt x="1127" y="5455"/>
                    <a:pt x="1502" y="5205"/>
                    <a:pt x="1502" y="4704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73">
              <a:extLst>
                <a:ext uri="{FF2B5EF4-FFF2-40B4-BE49-F238E27FC236}">
                  <a16:creationId xmlns:a16="http://schemas.microsoft.com/office/drawing/2014/main" id="{08246E93-0536-F4C8-B776-E9E1DF74E479}"/>
                </a:ext>
              </a:extLst>
            </p:cNvPr>
            <p:cNvSpPr/>
            <p:nvPr/>
          </p:nvSpPr>
          <p:spPr>
            <a:xfrm>
              <a:off x="5783778" y="2300252"/>
              <a:ext cx="23635" cy="63917"/>
            </a:xfrm>
            <a:custGeom>
              <a:avLst/>
              <a:gdLst/>
              <a:ahLst/>
              <a:cxnLst/>
              <a:rect l="l" t="t" r="r" b="b"/>
              <a:pathLst>
                <a:path w="1468" h="3970" extrusionOk="0">
                  <a:moveTo>
                    <a:pt x="0" y="0"/>
                  </a:moveTo>
                  <a:lnTo>
                    <a:pt x="0" y="3970"/>
                  </a:lnTo>
                  <a:lnTo>
                    <a:pt x="1468" y="3136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73">
              <a:extLst>
                <a:ext uri="{FF2B5EF4-FFF2-40B4-BE49-F238E27FC236}">
                  <a16:creationId xmlns:a16="http://schemas.microsoft.com/office/drawing/2014/main" id="{A2B8E7A8-F32D-EE54-388E-483A421415E4}"/>
                </a:ext>
              </a:extLst>
            </p:cNvPr>
            <p:cNvSpPr/>
            <p:nvPr/>
          </p:nvSpPr>
          <p:spPr>
            <a:xfrm>
              <a:off x="5919115" y="2221829"/>
              <a:ext cx="23635" cy="64464"/>
            </a:xfrm>
            <a:custGeom>
              <a:avLst/>
              <a:gdLst/>
              <a:ahLst/>
              <a:cxnLst/>
              <a:rect l="l" t="t" r="r" b="b"/>
              <a:pathLst>
                <a:path w="1468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468" y="3137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73">
              <a:extLst>
                <a:ext uri="{FF2B5EF4-FFF2-40B4-BE49-F238E27FC236}">
                  <a16:creationId xmlns:a16="http://schemas.microsoft.com/office/drawing/2014/main" id="{F3A76A53-6199-124E-CBD5-0DF7EFB7BDE2}"/>
                </a:ext>
              </a:extLst>
            </p:cNvPr>
            <p:cNvSpPr/>
            <p:nvPr/>
          </p:nvSpPr>
          <p:spPr>
            <a:xfrm>
              <a:off x="5874003" y="2248153"/>
              <a:ext cx="23635" cy="63917"/>
            </a:xfrm>
            <a:custGeom>
              <a:avLst/>
              <a:gdLst/>
              <a:ahLst/>
              <a:cxnLst/>
              <a:rect l="l" t="t" r="r" b="b"/>
              <a:pathLst>
                <a:path w="1468" h="3970" extrusionOk="0">
                  <a:moveTo>
                    <a:pt x="0" y="0"/>
                  </a:moveTo>
                  <a:lnTo>
                    <a:pt x="0" y="3970"/>
                  </a:lnTo>
                  <a:lnTo>
                    <a:pt x="1468" y="3136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73">
              <a:extLst>
                <a:ext uri="{FF2B5EF4-FFF2-40B4-BE49-F238E27FC236}">
                  <a16:creationId xmlns:a16="http://schemas.microsoft.com/office/drawing/2014/main" id="{82906E51-F41B-86D5-53FF-9BEFD8F8F490}"/>
                </a:ext>
              </a:extLst>
            </p:cNvPr>
            <p:cNvSpPr/>
            <p:nvPr/>
          </p:nvSpPr>
          <p:spPr>
            <a:xfrm>
              <a:off x="5828890" y="2273929"/>
              <a:ext cx="23635" cy="64464"/>
            </a:xfrm>
            <a:custGeom>
              <a:avLst/>
              <a:gdLst/>
              <a:ahLst/>
              <a:cxnLst/>
              <a:rect l="l" t="t" r="r" b="b"/>
              <a:pathLst>
                <a:path w="1468" h="4004" extrusionOk="0">
                  <a:moveTo>
                    <a:pt x="0" y="1"/>
                  </a:moveTo>
                  <a:lnTo>
                    <a:pt x="0" y="4003"/>
                  </a:lnTo>
                  <a:lnTo>
                    <a:pt x="1468" y="3136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73">
              <a:extLst>
                <a:ext uri="{FF2B5EF4-FFF2-40B4-BE49-F238E27FC236}">
                  <a16:creationId xmlns:a16="http://schemas.microsoft.com/office/drawing/2014/main" id="{55A688B0-591B-D4AA-A9BF-F99C41A09126}"/>
                </a:ext>
              </a:extLst>
            </p:cNvPr>
            <p:cNvSpPr/>
            <p:nvPr/>
          </p:nvSpPr>
          <p:spPr>
            <a:xfrm>
              <a:off x="5943812" y="1983501"/>
              <a:ext cx="88325" cy="60053"/>
            </a:xfrm>
            <a:custGeom>
              <a:avLst/>
              <a:gdLst/>
              <a:ahLst/>
              <a:cxnLst/>
              <a:rect l="l" t="t" r="r" b="b"/>
              <a:pathLst>
                <a:path w="5486" h="3730" extrusionOk="0">
                  <a:moveTo>
                    <a:pt x="4407" y="1"/>
                  </a:moveTo>
                  <a:cubicBezTo>
                    <a:pt x="4290" y="1"/>
                    <a:pt x="4165" y="29"/>
                    <a:pt x="4037" y="93"/>
                  </a:cubicBezTo>
                  <a:lnTo>
                    <a:pt x="1" y="2428"/>
                  </a:lnTo>
                  <a:lnTo>
                    <a:pt x="734" y="3729"/>
                  </a:lnTo>
                  <a:lnTo>
                    <a:pt x="4804" y="1361"/>
                  </a:lnTo>
                  <a:cubicBezTo>
                    <a:pt x="5486" y="935"/>
                    <a:pt x="5079" y="1"/>
                    <a:pt x="440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73">
              <a:extLst>
                <a:ext uri="{FF2B5EF4-FFF2-40B4-BE49-F238E27FC236}">
                  <a16:creationId xmlns:a16="http://schemas.microsoft.com/office/drawing/2014/main" id="{18DB1B7F-98B3-AF0E-F419-BC3C43561D78}"/>
                </a:ext>
              </a:extLst>
            </p:cNvPr>
            <p:cNvSpPr/>
            <p:nvPr/>
          </p:nvSpPr>
          <p:spPr>
            <a:xfrm>
              <a:off x="5943812" y="2035279"/>
              <a:ext cx="88679" cy="60375"/>
            </a:xfrm>
            <a:custGeom>
              <a:avLst/>
              <a:gdLst/>
              <a:ahLst/>
              <a:cxnLst/>
              <a:rect l="l" t="t" r="r" b="b"/>
              <a:pathLst>
                <a:path w="5508" h="3750" extrusionOk="0">
                  <a:moveTo>
                    <a:pt x="4450" y="0"/>
                  </a:moveTo>
                  <a:cubicBezTo>
                    <a:pt x="4329" y="0"/>
                    <a:pt x="4201" y="35"/>
                    <a:pt x="4070" y="113"/>
                  </a:cubicBezTo>
                  <a:lnTo>
                    <a:pt x="1" y="2448"/>
                  </a:lnTo>
                  <a:lnTo>
                    <a:pt x="734" y="3749"/>
                  </a:lnTo>
                  <a:lnTo>
                    <a:pt x="4804" y="1381"/>
                  </a:lnTo>
                  <a:cubicBezTo>
                    <a:pt x="5507" y="987"/>
                    <a:pt x="5096" y="0"/>
                    <a:pt x="445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73">
              <a:extLst>
                <a:ext uri="{FF2B5EF4-FFF2-40B4-BE49-F238E27FC236}">
                  <a16:creationId xmlns:a16="http://schemas.microsoft.com/office/drawing/2014/main" id="{2F62C7A7-3076-6E32-E9D8-191C2F2A33B5}"/>
                </a:ext>
              </a:extLst>
            </p:cNvPr>
            <p:cNvSpPr/>
            <p:nvPr/>
          </p:nvSpPr>
          <p:spPr>
            <a:xfrm>
              <a:off x="5943812" y="2087378"/>
              <a:ext cx="89130" cy="60359"/>
            </a:xfrm>
            <a:custGeom>
              <a:avLst/>
              <a:gdLst/>
              <a:ahLst/>
              <a:cxnLst/>
              <a:rect l="l" t="t" r="r" b="b"/>
              <a:pathLst>
                <a:path w="5536" h="3749" extrusionOk="0">
                  <a:moveTo>
                    <a:pt x="4451" y="0"/>
                  </a:moveTo>
                  <a:cubicBezTo>
                    <a:pt x="4330" y="0"/>
                    <a:pt x="4201" y="34"/>
                    <a:pt x="4070" y="113"/>
                  </a:cubicBezTo>
                  <a:lnTo>
                    <a:pt x="1" y="2481"/>
                  </a:lnTo>
                  <a:lnTo>
                    <a:pt x="734" y="3749"/>
                  </a:lnTo>
                  <a:lnTo>
                    <a:pt x="4804" y="1414"/>
                  </a:lnTo>
                  <a:cubicBezTo>
                    <a:pt x="5535" y="992"/>
                    <a:pt x="5104" y="0"/>
                    <a:pt x="44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73">
              <a:extLst>
                <a:ext uri="{FF2B5EF4-FFF2-40B4-BE49-F238E27FC236}">
                  <a16:creationId xmlns:a16="http://schemas.microsoft.com/office/drawing/2014/main" id="{2BB0128D-A1E8-3155-C3E1-BC452A56237A}"/>
                </a:ext>
              </a:extLst>
            </p:cNvPr>
            <p:cNvSpPr/>
            <p:nvPr/>
          </p:nvSpPr>
          <p:spPr>
            <a:xfrm>
              <a:off x="5943812" y="2139091"/>
              <a:ext cx="89436" cy="60745"/>
            </a:xfrm>
            <a:custGeom>
              <a:avLst/>
              <a:gdLst/>
              <a:ahLst/>
              <a:cxnLst/>
              <a:rect l="l" t="t" r="r" b="b"/>
              <a:pathLst>
                <a:path w="5555" h="3773" extrusionOk="0">
                  <a:moveTo>
                    <a:pt x="4489" y="1"/>
                  </a:moveTo>
                  <a:cubicBezTo>
                    <a:pt x="4357" y="1"/>
                    <a:pt x="4215" y="42"/>
                    <a:pt x="4070" y="136"/>
                  </a:cubicBezTo>
                  <a:lnTo>
                    <a:pt x="1" y="2471"/>
                  </a:lnTo>
                  <a:lnTo>
                    <a:pt x="734" y="3772"/>
                  </a:lnTo>
                  <a:lnTo>
                    <a:pt x="4804" y="1404"/>
                  </a:lnTo>
                  <a:cubicBezTo>
                    <a:pt x="5554" y="1015"/>
                    <a:pt x="5147" y="1"/>
                    <a:pt x="4489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73">
              <a:extLst>
                <a:ext uri="{FF2B5EF4-FFF2-40B4-BE49-F238E27FC236}">
                  <a16:creationId xmlns:a16="http://schemas.microsoft.com/office/drawing/2014/main" id="{A5D0FF64-5185-87DA-ACD1-FAEFA4CE11F5}"/>
                </a:ext>
              </a:extLst>
            </p:cNvPr>
            <p:cNvSpPr/>
            <p:nvPr/>
          </p:nvSpPr>
          <p:spPr>
            <a:xfrm>
              <a:off x="5943812" y="1983501"/>
              <a:ext cx="88325" cy="60053"/>
            </a:xfrm>
            <a:custGeom>
              <a:avLst/>
              <a:gdLst/>
              <a:ahLst/>
              <a:cxnLst/>
              <a:rect l="l" t="t" r="r" b="b"/>
              <a:pathLst>
                <a:path w="5486" h="3730" extrusionOk="0">
                  <a:moveTo>
                    <a:pt x="4407" y="1"/>
                  </a:moveTo>
                  <a:cubicBezTo>
                    <a:pt x="4290" y="1"/>
                    <a:pt x="4165" y="29"/>
                    <a:pt x="4037" y="93"/>
                  </a:cubicBezTo>
                  <a:lnTo>
                    <a:pt x="1" y="2428"/>
                  </a:lnTo>
                  <a:lnTo>
                    <a:pt x="734" y="3729"/>
                  </a:lnTo>
                  <a:lnTo>
                    <a:pt x="4804" y="1361"/>
                  </a:lnTo>
                  <a:cubicBezTo>
                    <a:pt x="5486" y="935"/>
                    <a:pt x="5079" y="1"/>
                    <a:pt x="4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73">
              <a:extLst>
                <a:ext uri="{FF2B5EF4-FFF2-40B4-BE49-F238E27FC236}">
                  <a16:creationId xmlns:a16="http://schemas.microsoft.com/office/drawing/2014/main" id="{C06ECB5A-7658-6730-A3D1-E94815048548}"/>
                </a:ext>
              </a:extLst>
            </p:cNvPr>
            <p:cNvSpPr/>
            <p:nvPr/>
          </p:nvSpPr>
          <p:spPr>
            <a:xfrm>
              <a:off x="5943812" y="2035279"/>
              <a:ext cx="88679" cy="60375"/>
            </a:xfrm>
            <a:custGeom>
              <a:avLst/>
              <a:gdLst/>
              <a:ahLst/>
              <a:cxnLst/>
              <a:rect l="l" t="t" r="r" b="b"/>
              <a:pathLst>
                <a:path w="5508" h="3750" extrusionOk="0">
                  <a:moveTo>
                    <a:pt x="4450" y="0"/>
                  </a:moveTo>
                  <a:cubicBezTo>
                    <a:pt x="4329" y="0"/>
                    <a:pt x="4201" y="35"/>
                    <a:pt x="4070" y="113"/>
                  </a:cubicBezTo>
                  <a:lnTo>
                    <a:pt x="1" y="2448"/>
                  </a:lnTo>
                  <a:lnTo>
                    <a:pt x="734" y="3749"/>
                  </a:lnTo>
                  <a:lnTo>
                    <a:pt x="4804" y="1381"/>
                  </a:lnTo>
                  <a:cubicBezTo>
                    <a:pt x="5507" y="987"/>
                    <a:pt x="5096" y="0"/>
                    <a:pt x="4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73">
              <a:extLst>
                <a:ext uri="{FF2B5EF4-FFF2-40B4-BE49-F238E27FC236}">
                  <a16:creationId xmlns:a16="http://schemas.microsoft.com/office/drawing/2014/main" id="{A7DBB0E8-8552-0612-34C3-37C0F95D52DF}"/>
                </a:ext>
              </a:extLst>
            </p:cNvPr>
            <p:cNvSpPr/>
            <p:nvPr/>
          </p:nvSpPr>
          <p:spPr>
            <a:xfrm>
              <a:off x="5943812" y="2087378"/>
              <a:ext cx="89130" cy="60359"/>
            </a:xfrm>
            <a:custGeom>
              <a:avLst/>
              <a:gdLst/>
              <a:ahLst/>
              <a:cxnLst/>
              <a:rect l="l" t="t" r="r" b="b"/>
              <a:pathLst>
                <a:path w="5536" h="3749" extrusionOk="0">
                  <a:moveTo>
                    <a:pt x="4451" y="0"/>
                  </a:moveTo>
                  <a:cubicBezTo>
                    <a:pt x="4330" y="0"/>
                    <a:pt x="4201" y="34"/>
                    <a:pt x="4070" y="113"/>
                  </a:cubicBezTo>
                  <a:lnTo>
                    <a:pt x="1" y="2481"/>
                  </a:lnTo>
                  <a:lnTo>
                    <a:pt x="734" y="3749"/>
                  </a:lnTo>
                  <a:lnTo>
                    <a:pt x="4804" y="1414"/>
                  </a:lnTo>
                  <a:cubicBezTo>
                    <a:pt x="5535" y="992"/>
                    <a:pt x="5104" y="0"/>
                    <a:pt x="4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73">
              <a:extLst>
                <a:ext uri="{FF2B5EF4-FFF2-40B4-BE49-F238E27FC236}">
                  <a16:creationId xmlns:a16="http://schemas.microsoft.com/office/drawing/2014/main" id="{C6831D7B-0D12-112E-A389-3D8E97734DE2}"/>
                </a:ext>
              </a:extLst>
            </p:cNvPr>
            <p:cNvSpPr/>
            <p:nvPr/>
          </p:nvSpPr>
          <p:spPr>
            <a:xfrm>
              <a:off x="5943812" y="2139091"/>
              <a:ext cx="89436" cy="60745"/>
            </a:xfrm>
            <a:custGeom>
              <a:avLst/>
              <a:gdLst/>
              <a:ahLst/>
              <a:cxnLst/>
              <a:rect l="l" t="t" r="r" b="b"/>
              <a:pathLst>
                <a:path w="5555" h="3773" extrusionOk="0">
                  <a:moveTo>
                    <a:pt x="4489" y="1"/>
                  </a:moveTo>
                  <a:cubicBezTo>
                    <a:pt x="4357" y="1"/>
                    <a:pt x="4215" y="42"/>
                    <a:pt x="4070" y="136"/>
                  </a:cubicBezTo>
                  <a:lnTo>
                    <a:pt x="1" y="2471"/>
                  </a:lnTo>
                  <a:lnTo>
                    <a:pt x="734" y="3772"/>
                  </a:lnTo>
                  <a:lnTo>
                    <a:pt x="4804" y="1404"/>
                  </a:lnTo>
                  <a:cubicBezTo>
                    <a:pt x="5554" y="1015"/>
                    <a:pt x="5147" y="1"/>
                    <a:pt x="4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73">
              <a:extLst>
                <a:ext uri="{FF2B5EF4-FFF2-40B4-BE49-F238E27FC236}">
                  <a16:creationId xmlns:a16="http://schemas.microsoft.com/office/drawing/2014/main" id="{55A85754-39FB-71F7-2B73-D7A14818B9C9}"/>
                </a:ext>
              </a:extLst>
            </p:cNvPr>
            <p:cNvSpPr/>
            <p:nvPr/>
          </p:nvSpPr>
          <p:spPr>
            <a:xfrm>
              <a:off x="5943812" y="1990907"/>
              <a:ext cx="55336" cy="52647"/>
            </a:xfrm>
            <a:custGeom>
              <a:avLst/>
              <a:gdLst/>
              <a:ahLst/>
              <a:cxnLst/>
              <a:rect l="l" t="t" r="r" b="b"/>
              <a:pathLst>
                <a:path w="3437" h="3270" extrusionOk="0">
                  <a:moveTo>
                    <a:pt x="3436" y="0"/>
                  </a:moveTo>
                  <a:lnTo>
                    <a:pt x="1" y="1968"/>
                  </a:lnTo>
                  <a:lnTo>
                    <a:pt x="734" y="3269"/>
                  </a:lnTo>
                  <a:lnTo>
                    <a:pt x="3436" y="170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73">
              <a:extLst>
                <a:ext uri="{FF2B5EF4-FFF2-40B4-BE49-F238E27FC236}">
                  <a16:creationId xmlns:a16="http://schemas.microsoft.com/office/drawing/2014/main" id="{CBBDB7FB-A03F-28DD-8C99-BAC498488C7C}"/>
                </a:ext>
              </a:extLst>
            </p:cNvPr>
            <p:cNvSpPr/>
            <p:nvPr/>
          </p:nvSpPr>
          <p:spPr>
            <a:xfrm>
              <a:off x="5943812" y="2146642"/>
              <a:ext cx="55336" cy="53194"/>
            </a:xfrm>
            <a:custGeom>
              <a:avLst/>
              <a:gdLst/>
              <a:ahLst/>
              <a:cxnLst/>
              <a:rect l="l" t="t" r="r" b="b"/>
              <a:pathLst>
                <a:path w="3437" h="3304" extrusionOk="0">
                  <a:moveTo>
                    <a:pt x="3436" y="1"/>
                  </a:moveTo>
                  <a:lnTo>
                    <a:pt x="1" y="2002"/>
                  </a:lnTo>
                  <a:lnTo>
                    <a:pt x="734" y="3303"/>
                  </a:lnTo>
                  <a:lnTo>
                    <a:pt x="3436" y="1736"/>
                  </a:lnTo>
                  <a:lnTo>
                    <a:pt x="3436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73">
              <a:extLst>
                <a:ext uri="{FF2B5EF4-FFF2-40B4-BE49-F238E27FC236}">
                  <a16:creationId xmlns:a16="http://schemas.microsoft.com/office/drawing/2014/main" id="{B6F36DAE-B3F3-3411-75F8-9B4148C3E6D4}"/>
                </a:ext>
              </a:extLst>
            </p:cNvPr>
            <p:cNvSpPr/>
            <p:nvPr/>
          </p:nvSpPr>
          <p:spPr>
            <a:xfrm>
              <a:off x="5943812" y="2094559"/>
              <a:ext cx="55336" cy="53178"/>
            </a:xfrm>
            <a:custGeom>
              <a:avLst/>
              <a:gdLst/>
              <a:ahLst/>
              <a:cxnLst/>
              <a:rect l="l" t="t" r="r" b="b"/>
              <a:pathLst>
                <a:path w="3437" h="3303" extrusionOk="0">
                  <a:moveTo>
                    <a:pt x="3436" y="0"/>
                  </a:moveTo>
                  <a:lnTo>
                    <a:pt x="1" y="2002"/>
                  </a:lnTo>
                  <a:lnTo>
                    <a:pt x="734" y="3303"/>
                  </a:lnTo>
                  <a:lnTo>
                    <a:pt x="3436" y="17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73">
              <a:extLst>
                <a:ext uri="{FF2B5EF4-FFF2-40B4-BE49-F238E27FC236}">
                  <a16:creationId xmlns:a16="http://schemas.microsoft.com/office/drawing/2014/main" id="{BC7A59FA-3AD5-3819-2793-0768AABFBD52}"/>
                </a:ext>
              </a:extLst>
            </p:cNvPr>
            <p:cNvSpPr/>
            <p:nvPr/>
          </p:nvSpPr>
          <p:spPr>
            <a:xfrm>
              <a:off x="5943812" y="2043007"/>
              <a:ext cx="55336" cy="52647"/>
            </a:xfrm>
            <a:custGeom>
              <a:avLst/>
              <a:gdLst/>
              <a:ahLst/>
              <a:cxnLst/>
              <a:rect l="l" t="t" r="r" b="b"/>
              <a:pathLst>
                <a:path w="3437" h="3270" extrusionOk="0">
                  <a:moveTo>
                    <a:pt x="3436" y="0"/>
                  </a:moveTo>
                  <a:lnTo>
                    <a:pt x="1" y="1968"/>
                  </a:lnTo>
                  <a:lnTo>
                    <a:pt x="734" y="3269"/>
                  </a:lnTo>
                  <a:lnTo>
                    <a:pt x="3436" y="1701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73">
              <a:extLst>
                <a:ext uri="{FF2B5EF4-FFF2-40B4-BE49-F238E27FC236}">
                  <a16:creationId xmlns:a16="http://schemas.microsoft.com/office/drawing/2014/main" id="{45BFB0D1-94E3-99A4-0C74-BA801D644541}"/>
                </a:ext>
              </a:extLst>
            </p:cNvPr>
            <p:cNvSpPr/>
            <p:nvPr/>
          </p:nvSpPr>
          <p:spPr>
            <a:xfrm>
              <a:off x="5731679" y="1962442"/>
              <a:ext cx="243835" cy="138573"/>
            </a:xfrm>
            <a:custGeom>
              <a:avLst/>
              <a:gdLst/>
              <a:ahLst/>
              <a:cxnLst/>
              <a:rect l="l" t="t" r="r" b="b"/>
              <a:pathLst>
                <a:path w="15145" h="8607" extrusionOk="0">
                  <a:moveTo>
                    <a:pt x="13210" y="0"/>
                  </a:moveTo>
                  <a:cubicBezTo>
                    <a:pt x="12901" y="0"/>
                    <a:pt x="12593" y="67"/>
                    <a:pt x="12309" y="201"/>
                  </a:cubicBezTo>
                  <a:lnTo>
                    <a:pt x="634" y="6972"/>
                  </a:lnTo>
                  <a:cubicBezTo>
                    <a:pt x="367" y="7106"/>
                    <a:pt x="134" y="7339"/>
                    <a:pt x="0" y="7639"/>
                  </a:cubicBezTo>
                  <a:lnTo>
                    <a:pt x="1668" y="8607"/>
                  </a:lnTo>
                  <a:cubicBezTo>
                    <a:pt x="1802" y="8306"/>
                    <a:pt x="2035" y="8073"/>
                    <a:pt x="2302" y="7939"/>
                  </a:cubicBezTo>
                  <a:lnTo>
                    <a:pt x="14511" y="868"/>
                  </a:lnTo>
                  <a:cubicBezTo>
                    <a:pt x="14632" y="787"/>
                    <a:pt x="14765" y="743"/>
                    <a:pt x="14896" y="743"/>
                  </a:cubicBezTo>
                  <a:cubicBezTo>
                    <a:pt x="14982" y="743"/>
                    <a:pt x="15066" y="762"/>
                    <a:pt x="15145" y="801"/>
                  </a:cubicBezTo>
                  <a:lnTo>
                    <a:pt x="14111" y="201"/>
                  </a:lnTo>
                  <a:cubicBezTo>
                    <a:pt x="13827" y="67"/>
                    <a:pt x="13518" y="0"/>
                    <a:pt x="1321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73">
              <a:extLst>
                <a:ext uri="{FF2B5EF4-FFF2-40B4-BE49-F238E27FC236}">
                  <a16:creationId xmlns:a16="http://schemas.microsoft.com/office/drawing/2014/main" id="{0B473C9C-D220-E3C6-38B4-E754B85EBA5E}"/>
                </a:ext>
              </a:extLst>
            </p:cNvPr>
            <p:cNvSpPr/>
            <p:nvPr/>
          </p:nvSpPr>
          <p:spPr>
            <a:xfrm>
              <a:off x="5754235" y="1974630"/>
              <a:ext cx="225577" cy="377690"/>
            </a:xfrm>
            <a:custGeom>
              <a:avLst/>
              <a:gdLst/>
              <a:ahLst/>
              <a:cxnLst/>
              <a:rect l="l" t="t" r="r" b="b"/>
              <a:pathLst>
                <a:path w="14011" h="23459" extrusionOk="0">
                  <a:moveTo>
                    <a:pt x="13485" y="1"/>
                  </a:moveTo>
                  <a:cubicBezTo>
                    <a:pt x="13368" y="1"/>
                    <a:pt x="13240" y="36"/>
                    <a:pt x="13110" y="111"/>
                  </a:cubicBezTo>
                  <a:lnTo>
                    <a:pt x="901" y="7182"/>
                  </a:lnTo>
                  <a:cubicBezTo>
                    <a:pt x="367" y="7516"/>
                    <a:pt x="34" y="8083"/>
                    <a:pt x="0" y="8717"/>
                  </a:cubicBezTo>
                  <a:lnTo>
                    <a:pt x="0" y="22827"/>
                  </a:lnTo>
                  <a:cubicBezTo>
                    <a:pt x="0" y="23225"/>
                    <a:pt x="214" y="23459"/>
                    <a:pt x="503" y="23459"/>
                  </a:cubicBezTo>
                  <a:cubicBezTo>
                    <a:pt x="626" y="23459"/>
                    <a:pt x="762" y="23417"/>
                    <a:pt x="901" y="23327"/>
                  </a:cubicBezTo>
                  <a:lnTo>
                    <a:pt x="13110" y="16289"/>
                  </a:lnTo>
                  <a:cubicBezTo>
                    <a:pt x="13644" y="15922"/>
                    <a:pt x="13977" y="15355"/>
                    <a:pt x="14010" y="14721"/>
                  </a:cubicBezTo>
                  <a:lnTo>
                    <a:pt x="14010" y="644"/>
                  </a:lnTo>
                  <a:cubicBezTo>
                    <a:pt x="14010" y="236"/>
                    <a:pt x="13785" y="1"/>
                    <a:pt x="1348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73">
              <a:extLst>
                <a:ext uri="{FF2B5EF4-FFF2-40B4-BE49-F238E27FC236}">
                  <a16:creationId xmlns:a16="http://schemas.microsoft.com/office/drawing/2014/main" id="{EB05819E-2151-CED5-75C8-0EC40894CB72}"/>
                </a:ext>
              </a:extLst>
            </p:cNvPr>
            <p:cNvSpPr/>
            <p:nvPr/>
          </p:nvSpPr>
          <p:spPr>
            <a:xfrm>
              <a:off x="5727380" y="2085430"/>
              <a:ext cx="31170" cy="265859"/>
            </a:xfrm>
            <a:custGeom>
              <a:avLst/>
              <a:gdLst/>
              <a:ahLst/>
              <a:cxnLst/>
              <a:rect l="l" t="t" r="r" b="b"/>
              <a:pathLst>
                <a:path w="1936" h="16513" extrusionOk="0">
                  <a:moveTo>
                    <a:pt x="267" y="0"/>
                  </a:moveTo>
                  <a:cubicBezTo>
                    <a:pt x="101" y="234"/>
                    <a:pt x="1" y="567"/>
                    <a:pt x="1" y="868"/>
                  </a:cubicBezTo>
                  <a:lnTo>
                    <a:pt x="1" y="14377"/>
                  </a:lnTo>
                  <a:cubicBezTo>
                    <a:pt x="34" y="15011"/>
                    <a:pt x="368" y="15578"/>
                    <a:pt x="901" y="15945"/>
                  </a:cubicBezTo>
                  <a:lnTo>
                    <a:pt x="1902" y="16512"/>
                  </a:lnTo>
                  <a:cubicBezTo>
                    <a:pt x="1735" y="16379"/>
                    <a:pt x="1635" y="16145"/>
                    <a:pt x="1668" y="15945"/>
                  </a:cubicBezTo>
                  <a:lnTo>
                    <a:pt x="1668" y="1835"/>
                  </a:lnTo>
                  <a:cubicBezTo>
                    <a:pt x="1668" y="1535"/>
                    <a:pt x="1769" y="1234"/>
                    <a:pt x="1935" y="968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73">
              <a:extLst>
                <a:ext uri="{FF2B5EF4-FFF2-40B4-BE49-F238E27FC236}">
                  <a16:creationId xmlns:a16="http://schemas.microsoft.com/office/drawing/2014/main" id="{523DCC93-6221-0368-3049-2467EFF2C26E}"/>
                </a:ext>
              </a:extLst>
            </p:cNvPr>
            <p:cNvSpPr/>
            <p:nvPr/>
          </p:nvSpPr>
          <p:spPr>
            <a:xfrm>
              <a:off x="5778932" y="2017005"/>
              <a:ext cx="176182" cy="292617"/>
            </a:xfrm>
            <a:custGeom>
              <a:avLst/>
              <a:gdLst/>
              <a:ahLst/>
              <a:cxnLst/>
              <a:rect l="l" t="t" r="r" b="b"/>
              <a:pathLst>
                <a:path w="10943" h="18175" extrusionOk="0">
                  <a:moveTo>
                    <a:pt x="10475" y="247"/>
                  </a:moveTo>
                  <a:cubicBezTo>
                    <a:pt x="10508" y="247"/>
                    <a:pt x="10542" y="247"/>
                    <a:pt x="10575" y="281"/>
                  </a:cubicBezTo>
                  <a:cubicBezTo>
                    <a:pt x="10642" y="314"/>
                    <a:pt x="10675" y="414"/>
                    <a:pt x="10675" y="514"/>
                  </a:cubicBezTo>
                  <a:lnTo>
                    <a:pt x="10675" y="11522"/>
                  </a:lnTo>
                  <a:cubicBezTo>
                    <a:pt x="10642" y="11856"/>
                    <a:pt x="10442" y="12189"/>
                    <a:pt x="10175" y="12389"/>
                  </a:cubicBezTo>
                  <a:lnTo>
                    <a:pt x="668" y="17860"/>
                  </a:lnTo>
                  <a:cubicBezTo>
                    <a:pt x="616" y="17912"/>
                    <a:pt x="552" y="17935"/>
                    <a:pt x="489" y="17935"/>
                  </a:cubicBezTo>
                  <a:cubicBezTo>
                    <a:pt x="350" y="17935"/>
                    <a:pt x="222" y="17821"/>
                    <a:pt x="268" y="17660"/>
                  </a:cubicBezTo>
                  <a:lnTo>
                    <a:pt x="268" y="6685"/>
                  </a:lnTo>
                  <a:cubicBezTo>
                    <a:pt x="301" y="6318"/>
                    <a:pt x="468" y="5985"/>
                    <a:pt x="768" y="5785"/>
                  </a:cubicBezTo>
                  <a:lnTo>
                    <a:pt x="10275" y="314"/>
                  </a:lnTo>
                  <a:cubicBezTo>
                    <a:pt x="10342" y="281"/>
                    <a:pt x="10408" y="247"/>
                    <a:pt x="10475" y="247"/>
                  </a:cubicBezTo>
                  <a:close/>
                  <a:moveTo>
                    <a:pt x="10445" y="1"/>
                  </a:moveTo>
                  <a:cubicBezTo>
                    <a:pt x="10342" y="1"/>
                    <a:pt x="10248" y="26"/>
                    <a:pt x="10175" y="81"/>
                  </a:cubicBezTo>
                  <a:lnTo>
                    <a:pt x="668" y="5585"/>
                  </a:lnTo>
                  <a:cubicBezTo>
                    <a:pt x="268" y="5818"/>
                    <a:pt x="34" y="6218"/>
                    <a:pt x="34" y="6685"/>
                  </a:cubicBezTo>
                  <a:lnTo>
                    <a:pt x="34" y="17660"/>
                  </a:lnTo>
                  <a:cubicBezTo>
                    <a:pt x="1" y="17827"/>
                    <a:pt x="101" y="18027"/>
                    <a:pt x="268" y="18127"/>
                  </a:cubicBezTo>
                  <a:cubicBezTo>
                    <a:pt x="315" y="18150"/>
                    <a:pt x="362" y="18174"/>
                    <a:pt x="409" y="18174"/>
                  </a:cubicBezTo>
                  <a:cubicBezTo>
                    <a:pt x="429" y="18174"/>
                    <a:pt x="448" y="18170"/>
                    <a:pt x="468" y="18160"/>
                  </a:cubicBezTo>
                  <a:cubicBezTo>
                    <a:pt x="495" y="18169"/>
                    <a:pt x="522" y="18173"/>
                    <a:pt x="548" y="18173"/>
                  </a:cubicBezTo>
                  <a:cubicBezTo>
                    <a:pt x="622" y="18173"/>
                    <a:pt x="695" y="18142"/>
                    <a:pt x="768" y="18093"/>
                  </a:cubicBezTo>
                  <a:lnTo>
                    <a:pt x="10308" y="12590"/>
                  </a:lnTo>
                  <a:cubicBezTo>
                    <a:pt x="10675" y="12356"/>
                    <a:pt x="10909" y="11956"/>
                    <a:pt x="10909" y="11522"/>
                  </a:cubicBezTo>
                  <a:lnTo>
                    <a:pt x="10909" y="514"/>
                  </a:lnTo>
                  <a:cubicBezTo>
                    <a:pt x="10942" y="347"/>
                    <a:pt x="10842" y="147"/>
                    <a:pt x="10709" y="47"/>
                  </a:cubicBezTo>
                  <a:cubicBezTo>
                    <a:pt x="10619" y="17"/>
                    <a:pt x="10529" y="1"/>
                    <a:pt x="1044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73">
              <a:extLst>
                <a:ext uri="{FF2B5EF4-FFF2-40B4-BE49-F238E27FC236}">
                  <a16:creationId xmlns:a16="http://schemas.microsoft.com/office/drawing/2014/main" id="{C2FB6082-B7F4-1EEE-3D83-EE2CB1DEBFFB}"/>
                </a:ext>
              </a:extLst>
            </p:cNvPr>
            <p:cNvSpPr/>
            <p:nvPr/>
          </p:nvSpPr>
          <p:spPr>
            <a:xfrm>
              <a:off x="5810617" y="2068461"/>
              <a:ext cx="112652" cy="188837"/>
            </a:xfrm>
            <a:custGeom>
              <a:avLst/>
              <a:gdLst/>
              <a:ahLst/>
              <a:cxnLst/>
              <a:rect l="l" t="t" r="r" b="b"/>
              <a:pathLst>
                <a:path w="6997" h="11729" extrusionOk="0">
                  <a:moveTo>
                    <a:pt x="6739" y="220"/>
                  </a:moveTo>
                  <a:cubicBezTo>
                    <a:pt x="6739" y="254"/>
                    <a:pt x="6772" y="254"/>
                    <a:pt x="6772" y="287"/>
                  </a:cubicBezTo>
                  <a:lnTo>
                    <a:pt x="6739" y="7559"/>
                  </a:lnTo>
                  <a:cubicBezTo>
                    <a:pt x="6739" y="7659"/>
                    <a:pt x="6672" y="7792"/>
                    <a:pt x="6572" y="7859"/>
                  </a:cubicBezTo>
                  <a:lnTo>
                    <a:pt x="301" y="11462"/>
                  </a:lnTo>
                  <a:lnTo>
                    <a:pt x="268" y="11462"/>
                  </a:lnTo>
                  <a:cubicBezTo>
                    <a:pt x="234" y="11428"/>
                    <a:pt x="234" y="11428"/>
                    <a:pt x="268" y="11395"/>
                  </a:cubicBezTo>
                  <a:lnTo>
                    <a:pt x="268" y="4190"/>
                  </a:lnTo>
                  <a:cubicBezTo>
                    <a:pt x="268" y="4056"/>
                    <a:pt x="335" y="3956"/>
                    <a:pt x="435" y="3890"/>
                  </a:cubicBezTo>
                  <a:lnTo>
                    <a:pt x="6706" y="220"/>
                  </a:lnTo>
                  <a:close/>
                  <a:moveTo>
                    <a:pt x="6723" y="1"/>
                  </a:moveTo>
                  <a:cubicBezTo>
                    <a:pt x="6671" y="1"/>
                    <a:pt x="6618" y="17"/>
                    <a:pt x="6572" y="54"/>
                  </a:cubicBezTo>
                  <a:lnTo>
                    <a:pt x="301" y="3689"/>
                  </a:lnTo>
                  <a:cubicBezTo>
                    <a:pt x="134" y="3823"/>
                    <a:pt x="1" y="3990"/>
                    <a:pt x="1" y="4223"/>
                  </a:cubicBezTo>
                  <a:lnTo>
                    <a:pt x="1" y="11428"/>
                  </a:lnTo>
                  <a:cubicBezTo>
                    <a:pt x="1" y="11528"/>
                    <a:pt x="34" y="11628"/>
                    <a:pt x="134" y="11695"/>
                  </a:cubicBezTo>
                  <a:cubicBezTo>
                    <a:pt x="168" y="11695"/>
                    <a:pt x="201" y="11729"/>
                    <a:pt x="234" y="11729"/>
                  </a:cubicBezTo>
                  <a:cubicBezTo>
                    <a:pt x="301" y="11729"/>
                    <a:pt x="368" y="11695"/>
                    <a:pt x="401" y="11662"/>
                  </a:cubicBezTo>
                  <a:lnTo>
                    <a:pt x="6672" y="8059"/>
                  </a:lnTo>
                  <a:cubicBezTo>
                    <a:pt x="6839" y="7959"/>
                    <a:pt x="6939" y="7759"/>
                    <a:pt x="6973" y="7559"/>
                  </a:cubicBezTo>
                  <a:lnTo>
                    <a:pt x="6973" y="287"/>
                  </a:lnTo>
                  <a:cubicBezTo>
                    <a:pt x="6997" y="117"/>
                    <a:pt x="6863" y="1"/>
                    <a:pt x="672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73">
              <a:extLst>
                <a:ext uri="{FF2B5EF4-FFF2-40B4-BE49-F238E27FC236}">
                  <a16:creationId xmlns:a16="http://schemas.microsoft.com/office/drawing/2014/main" id="{13D3D4AF-E6D2-12D1-73DD-CED051C168CF}"/>
                </a:ext>
              </a:extLst>
            </p:cNvPr>
            <p:cNvSpPr/>
            <p:nvPr/>
          </p:nvSpPr>
          <p:spPr>
            <a:xfrm>
              <a:off x="5782700" y="1972376"/>
              <a:ext cx="24182" cy="91448"/>
            </a:xfrm>
            <a:custGeom>
              <a:avLst/>
              <a:gdLst/>
              <a:ahLst/>
              <a:cxnLst/>
              <a:rect l="l" t="t" r="r" b="b"/>
              <a:pathLst>
                <a:path w="1502" h="5680" extrusionOk="0">
                  <a:moveTo>
                    <a:pt x="751" y="1"/>
                  </a:moveTo>
                  <a:cubicBezTo>
                    <a:pt x="376" y="1"/>
                    <a:pt x="0" y="251"/>
                    <a:pt x="0" y="751"/>
                  </a:cubicBezTo>
                  <a:lnTo>
                    <a:pt x="0" y="5254"/>
                  </a:lnTo>
                  <a:cubicBezTo>
                    <a:pt x="0" y="5388"/>
                    <a:pt x="100" y="5488"/>
                    <a:pt x="234" y="5555"/>
                  </a:cubicBezTo>
                  <a:cubicBezTo>
                    <a:pt x="401" y="5638"/>
                    <a:pt x="576" y="5680"/>
                    <a:pt x="751" y="5680"/>
                  </a:cubicBezTo>
                  <a:cubicBezTo>
                    <a:pt x="926" y="5680"/>
                    <a:pt x="1101" y="5638"/>
                    <a:pt x="1268" y="5555"/>
                  </a:cubicBezTo>
                  <a:cubicBezTo>
                    <a:pt x="1401" y="5488"/>
                    <a:pt x="1468" y="5388"/>
                    <a:pt x="1501" y="5254"/>
                  </a:cubicBezTo>
                  <a:lnTo>
                    <a:pt x="1501" y="751"/>
                  </a:lnTo>
                  <a:cubicBezTo>
                    <a:pt x="1501" y="251"/>
                    <a:pt x="1126" y="1"/>
                    <a:pt x="7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73">
              <a:extLst>
                <a:ext uri="{FF2B5EF4-FFF2-40B4-BE49-F238E27FC236}">
                  <a16:creationId xmlns:a16="http://schemas.microsoft.com/office/drawing/2014/main" id="{2D4435AF-A8A0-3C33-8602-1355B0431389}"/>
                </a:ext>
              </a:extLst>
            </p:cNvPr>
            <p:cNvSpPr/>
            <p:nvPr/>
          </p:nvSpPr>
          <p:spPr>
            <a:xfrm>
              <a:off x="5827812" y="1946471"/>
              <a:ext cx="24182" cy="91174"/>
            </a:xfrm>
            <a:custGeom>
              <a:avLst/>
              <a:gdLst/>
              <a:ahLst/>
              <a:cxnLst/>
              <a:rect l="l" t="t" r="r" b="b"/>
              <a:pathLst>
                <a:path w="1502" h="5663" extrusionOk="0">
                  <a:moveTo>
                    <a:pt x="751" y="0"/>
                  </a:moveTo>
                  <a:cubicBezTo>
                    <a:pt x="376" y="0"/>
                    <a:pt x="0" y="242"/>
                    <a:pt x="0" y="726"/>
                  </a:cubicBezTo>
                  <a:lnTo>
                    <a:pt x="0" y="5229"/>
                  </a:lnTo>
                  <a:cubicBezTo>
                    <a:pt x="0" y="5362"/>
                    <a:pt x="100" y="5496"/>
                    <a:pt x="234" y="5562"/>
                  </a:cubicBezTo>
                  <a:cubicBezTo>
                    <a:pt x="401" y="5629"/>
                    <a:pt x="576" y="5662"/>
                    <a:pt x="751" y="5662"/>
                  </a:cubicBezTo>
                  <a:cubicBezTo>
                    <a:pt x="926" y="5662"/>
                    <a:pt x="1101" y="5629"/>
                    <a:pt x="1268" y="5562"/>
                  </a:cubicBezTo>
                  <a:cubicBezTo>
                    <a:pt x="1401" y="5496"/>
                    <a:pt x="1468" y="5362"/>
                    <a:pt x="1501" y="5229"/>
                  </a:cubicBezTo>
                  <a:lnTo>
                    <a:pt x="1501" y="726"/>
                  </a:lnTo>
                  <a:cubicBezTo>
                    <a:pt x="1501" y="242"/>
                    <a:pt x="1126" y="0"/>
                    <a:pt x="7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73">
              <a:extLst>
                <a:ext uri="{FF2B5EF4-FFF2-40B4-BE49-F238E27FC236}">
                  <a16:creationId xmlns:a16="http://schemas.microsoft.com/office/drawing/2014/main" id="{63E8263A-BC61-EF93-F69F-D86EAE869022}"/>
                </a:ext>
              </a:extLst>
            </p:cNvPr>
            <p:cNvSpPr/>
            <p:nvPr/>
          </p:nvSpPr>
          <p:spPr>
            <a:xfrm>
              <a:off x="5872924" y="1921081"/>
              <a:ext cx="24182" cy="90643"/>
            </a:xfrm>
            <a:custGeom>
              <a:avLst/>
              <a:gdLst/>
              <a:ahLst/>
              <a:cxnLst/>
              <a:rect l="l" t="t" r="r" b="b"/>
              <a:pathLst>
                <a:path w="1502" h="5630" extrusionOk="0">
                  <a:moveTo>
                    <a:pt x="751" y="1"/>
                  </a:moveTo>
                  <a:cubicBezTo>
                    <a:pt x="392" y="1"/>
                    <a:pt x="34" y="234"/>
                    <a:pt x="0" y="701"/>
                  </a:cubicBezTo>
                  <a:lnTo>
                    <a:pt x="0" y="5205"/>
                  </a:lnTo>
                  <a:cubicBezTo>
                    <a:pt x="0" y="5338"/>
                    <a:pt x="100" y="5438"/>
                    <a:pt x="234" y="5505"/>
                  </a:cubicBezTo>
                  <a:cubicBezTo>
                    <a:pt x="384" y="5588"/>
                    <a:pt x="559" y="5630"/>
                    <a:pt x="738" y="5630"/>
                  </a:cubicBezTo>
                  <a:cubicBezTo>
                    <a:pt x="918" y="5630"/>
                    <a:pt x="1101" y="5588"/>
                    <a:pt x="1268" y="5505"/>
                  </a:cubicBezTo>
                  <a:cubicBezTo>
                    <a:pt x="1401" y="5438"/>
                    <a:pt x="1468" y="5338"/>
                    <a:pt x="1501" y="5205"/>
                  </a:cubicBezTo>
                  <a:lnTo>
                    <a:pt x="1501" y="701"/>
                  </a:lnTo>
                  <a:cubicBezTo>
                    <a:pt x="1468" y="234"/>
                    <a:pt x="1110" y="1"/>
                    <a:pt x="7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73">
              <a:extLst>
                <a:ext uri="{FF2B5EF4-FFF2-40B4-BE49-F238E27FC236}">
                  <a16:creationId xmlns:a16="http://schemas.microsoft.com/office/drawing/2014/main" id="{5983040A-84B5-31B0-E827-62EEAF612ECE}"/>
                </a:ext>
              </a:extLst>
            </p:cNvPr>
            <p:cNvSpPr/>
            <p:nvPr/>
          </p:nvSpPr>
          <p:spPr>
            <a:xfrm>
              <a:off x="5918036" y="1894243"/>
              <a:ext cx="24182" cy="91706"/>
            </a:xfrm>
            <a:custGeom>
              <a:avLst/>
              <a:gdLst/>
              <a:ahLst/>
              <a:cxnLst/>
              <a:rect l="l" t="t" r="r" b="b"/>
              <a:pathLst>
                <a:path w="1502" h="5696" extrusionOk="0">
                  <a:moveTo>
                    <a:pt x="734" y="0"/>
                  </a:moveTo>
                  <a:cubicBezTo>
                    <a:pt x="334" y="0"/>
                    <a:pt x="0" y="334"/>
                    <a:pt x="0" y="767"/>
                  </a:cubicBezTo>
                  <a:lnTo>
                    <a:pt x="0" y="5271"/>
                  </a:lnTo>
                  <a:cubicBezTo>
                    <a:pt x="0" y="5404"/>
                    <a:pt x="100" y="5504"/>
                    <a:pt x="234" y="5571"/>
                  </a:cubicBezTo>
                  <a:cubicBezTo>
                    <a:pt x="384" y="5654"/>
                    <a:pt x="559" y="5696"/>
                    <a:pt x="738" y="5696"/>
                  </a:cubicBezTo>
                  <a:cubicBezTo>
                    <a:pt x="918" y="5696"/>
                    <a:pt x="1101" y="5654"/>
                    <a:pt x="1268" y="5571"/>
                  </a:cubicBezTo>
                  <a:cubicBezTo>
                    <a:pt x="1401" y="5504"/>
                    <a:pt x="1468" y="5404"/>
                    <a:pt x="1501" y="5271"/>
                  </a:cubicBezTo>
                  <a:lnTo>
                    <a:pt x="1501" y="767"/>
                  </a:lnTo>
                  <a:cubicBezTo>
                    <a:pt x="1501" y="334"/>
                    <a:pt x="1168" y="0"/>
                    <a:pt x="734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73">
              <a:extLst>
                <a:ext uri="{FF2B5EF4-FFF2-40B4-BE49-F238E27FC236}">
                  <a16:creationId xmlns:a16="http://schemas.microsoft.com/office/drawing/2014/main" id="{CD3F0B15-C6F5-6570-705F-85E081020BFA}"/>
                </a:ext>
              </a:extLst>
            </p:cNvPr>
            <p:cNvSpPr/>
            <p:nvPr/>
          </p:nvSpPr>
          <p:spPr>
            <a:xfrm>
              <a:off x="5658375" y="2131396"/>
              <a:ext cx="89436" cy="59345"/>
            </a:xfrm>
            <a:custGeom>
              <a:avLst/>
              <a:gdLst/>
              <a:ahLst/>
              <a:cxnLst/>
              <a:rect l="l" t="t" r="r" b="b"/>
              <a:pathLst>
                <a:path w="5555" h="3686" extrusionOk="0">
                  <a:moveTo>
                    <a:pt x="4830" y="1"/>
                  </a:moveTo>
                  <a:cubicBezTo>
                    <a:pt x="4773" y="1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5"/>
                    <a:pt x="1485" y="3550"/>
                  </a:cubicBezTo>
                  <a:lnTo>
                    <a:pt x="5387" y="1315"/>
                  </a:lnTo>
                  <a:cubicBezTo>
                    <a:pt x="5521" y="1248"/>
                    <a:pt x="5554" y="1115"/>
                    <a:pt x="5554" y="981"/>
                  </a:cubicBezTo>
                  <a:cubicBezTo>
                    <a:pt x="5521" y="614"/>
                    <a:pt x="5321" y="281"/>
                    <a:pt x="5020" y="81"/>
                  </a:cubicBezTo>
                  <a:cubicBezTo>
                    <a:pt x="4965" y="26"/>
                    <a:pt x="4900" y="1"/>
                    <a:pt x="483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73">
              <a:extLst>
                <a:ext uri="{FF2B5EF4-FFF2-40B4-BE49-F238E27FC236}">
                  <a16:creationId xmlns:a16="http://schemas.microsoft.com/office/drawing/2014/main" id="{55D6859D-5C6A-63B5-CA19-5EFAA89DB48D}"/>
                </a:ext>
              </a:extLst>
            </p:cNvPr>
            <p:cNvSpPr/>
            <p:nvPr/>
          </p:nvSpPr>
          <p:spPr>
            <a:xfrm>
              <a:off x="5658681" y="2183656"/>
              <a:ext cx="89130" cy="59345"/>
            </a:xfrm>
            <a:custGeom>
              <a:avLst/>
              <a:gdLst/>
              <a:ahLst/>
              <a:cxnLst/>
              <a:rect l="l" t="t" r="r" b="b"/>
              <a:pathLst>
                <a:path w="5536" h="3686" extrusionOk="0">
                  <a:moveTo>
                    <a:pt x="4786" y="1"/>
                  </a:moveTo>
                  <a:cubicBezTo>
                    <a:pt x="4736" y="1"/>
                    <a:pt x="4685" y="11"/>
                    <a:pt x="4635" y="37"/>
                  </a:cubicBezTo>
                  <a:lnTo>
                    <a:pt x="732" y="2272"/>
                  </a:lnTo>
                  <a:cubicBezTo>
                    <a:pt x="0" y="2694"/>
                    <a:pt x="431" y="3685"/>
                    <a:pt x="1085" y="3685"/>
                  </a:cubicBezTo>
                  <a:cubicBezTo>
                    <a:pt x="1206" y="3685"/>
                    <a:pt x="1335" y="3651"/>
                    <a:pt x="1466" y="3573"/>
                  </a:cubicBezTo>
                  <a:lnTo>
                    <a:pt x="5368" y="1305"/>
                  </a:lnTo>
                  <a:cubicBezTo>
                    <a:pt x="5502" y="1238"/>
                    <a:pt x="5535" y="1104"/>
                    <a:pt x="5535" y="971"/>
                  </a:cubicBezTo>
                  <a:cubicBezTo>
                    <a:pt x="5502" y="604"/>
                    <a:pt x="5302" y="270"/>
                    <a:pt x="5001" y="70"/>
                  </a:cubicBezTo>
                  <a:cubicBezTo>
                    <a:pt x="4940" y="29"/>
                    <a:pt x="4865" y="1"/>
                    <a:pt x="478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73">
              <a:extLst>
                <a:ext uri="{FF2B5EF4-FFF2-40B4-BE49-F238E27FC236}">
                  <a16:creationId xmlns:a16="http://schemas.microsoft.com/office/drawing/2014/main" id="{C863ED6A-EC80-ADA7-2F37-3B271C9DA1CB}"/>
                </a:ext>
              </a:extLst>
            </p:cNvPr>
            <p:cNvSpPr/>
            <p:nvPr/>
          </p:nvSpPr>
          <p:spPr>
            <a:xfrm>
              <a:off x="5658375" y="2235595"/>
              <a:ext cx="89436" cy="59328"/>
            </a:xfrm>
            <a:custGeom>
              <a:avLst/>
              <a:gdLst/>
              <a:ahLst/>
              <a:cxnLst/>
              <a:rect l="l" t="t" r="r" b="b"/>
              <a:pathLst>
                <a:path w="5555" h="3685" extrusionOk="0">
                  <a:moveTo>
                    <a:pt x="4830" y="0"/>
                  </a:moveTo>
                  <a:cubicBezTo>
                    <a:pt x="4773" y="0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4"/>
                    <a:pt x="1485" y="3549"/>
                  </a:cubicBezTo>
                  <a:lnTo>
                    <a:pt x="5387" y="1314"/>
                  </a:lnTo>
                  <a:cubicBezTo>
                    <a:pt x="5521" y="1247"/>
                    <a:pt x="5554" y="1114"/>
                    <a:pt x="5554" y="981"/>
                  </a:cubicBezTo>
                  <a:cubicBezTo>
                    <a:pt x="5521" y="614"/>
                    <a:pt x="5321" y="280"/>
                    <a:pt x="5020" y="80"/>
                  </a:cubicBezTo>
                  <a:cubicBezTo>
                    <a:pt x="4965" y="25"/>
                    <a:pt x="4900" y="0"/>
                    <a:pt x="48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73">
              <a:extLst>
                <a:ext uri="{FF2B5EF4-FFF2-40B4-BE49-F238E27FC236}">
                  <a16:creationId xmlns:a16="http://schemas.microsoft.com/office/drawing/2014/main" id="{FF79845A-F705-C25F-D699-3229D6179876}"/>
                </a:ext>
              </a:extLst>
            </p:cNvPr>
            <p:cNvSpPr/>
            <p:nvPr/>
          </p:nvSpPr>
          <p:spPr>
            <a:xfrm>
              <a:off x="5662932" y="2287678"/>
              <a:ext cx="84879" cy="58668"/>
            </a:xfrm>
            <a:custGeom>
              <a:avLst/>
              <a:gdLst/>
              <a:ahLst/>
              <a:cxnLst/>
              <a:rect l="l" t="t" r="r" b="b"/>
              <a:pathLst>
                <a:path w="5272" h="3644" extrusionOk="0">
                  <a:moveTo>
                    <a:pt x="4547" y="1"/>
                  </a:moveTo>
                  <a:cubicBezTo>
                    <a:pt x="4490" y="1"/>
                    <a:pt x="4430" y="17"/>
                    <a:pt x="4371" y="47"/>
                  </a:cubicBezTo>
                  <a:lnTo>
                    <a:pt x="468" y="2282"/>
                  </a:lnTo>
                  <a:cubicBezTo>
                    <a:pt x="134" y="2482"/>
                    <a:pt x="1" y="2916"/>
                    <a:pt x="201" y="3283"/>
                  </a:cubicBezTo>
                  <a:cubicBezTo>
                    <a:pt x="337" y="3510"/>
                    <a:pt x="596" y="3644"/>
                    <a:pt x="853" y="3644"/>
                  </a:cubicBezTo>
                  <a:cubicBezTo>
                    <a:pt x="974" y="3644"/>
                    <a:pt x="1095" y="3614"/>
                    <a:pt x="1202" y="3550"/>
                  </a:cubicBezTo>
                  <a:lnTo>
                    <a:pt x="5104" y="1315"/>
                  </a:lnTo>
                  <a:cubicBezTo>
                    <a:pt x="5238" y="1248"/>
                    <a:pt x="5271" y="1115"/>
                    <a:pt x="5271" y="981"/>
                  </a:cubicBezTo>
                  <a:cubicBezTo>
                    <a:pt x="5238" y="614"/>
                    <a:pt x="5038" y="281"/>
                    <a:pt x="4737" y="81"/>
                  </a:cubicBezTo>
                  <a:cubicBezTo>
                    <a:pt x="4682" y="26"/>
                    <a:pt x="4617" y="1"/>
                    <a:pt x="454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73">
              <a:extLst>
                <a:ext uri="{FF2B5EF4-FFF2-40B4-BE49-F238E27FC236}">
                  <a16:creationId xmlns:a16="http://schemas.microsoft.com/office/drawing/2014/main" id="{9D52EA07-5F13-B1B1-9273-B163B10B619A}"/>
                </a:ext>
              </a:extLst>
            </p:cNvPr>
            <p:cNvSpPr/>
            <p:nvPr/>
          </p:nvSpPr>
          <p:spPr>
            <a:xfrm>
              <a:off x="5782700" y="1972376"/>
              <a:ext cx="24182" cy="91448"/>
            </a:xfrm>
            <a:custGeom>
              <a:avLst/>
              <a:gdLst/>
              <a:ahLst/>
              <a:cxnLst/>
              <a:rect l="l" t="t" r="r" b="b"/>
              <a:pathLst>
                <a:path w="1502" h="5680" extrusionOk="0">
                  <a:moveTo>
                    <a:pt x="751" y="1"/>
                  </a:moveTo>
                  <a:cubicBezTo>
                    <a:pt x="376" y="1"/>
                    <a:pt x="0" y="251"/>
                    <a:pt x="0" y="751"/>
                  </a:cubicBezTo>
                  <a:lnTo>
                    <a:pt x="0" y="5254"/>
                  </a:lnTo>
                  <a:cubicBezTo>
                    <a:pt x="0" y="5388"/>
                    <a:pt x="100" y="5488"/>
                    <a:pt x="234" y="5555"/>
                  </a:cubicBezTo>
                  <a:cubicBezTo>
                    <a:pt x="401" y="5638"/>
                    <a:pt x="576" y="5680"/>
                    <a:pt x="751" y="5680"/>
                  </a:cubicBezTo>
                  <a:cubicBezTo>
                    <a:pt x="926" y="5680"/>
                    <a:pt x="1101" y="5638"/>
                    <a:pt x="1268" y="5555"/>
                  </a:cubicBezTo>
                  <a:cubicBezTo>
                    <a:pt x="1401" y="5488"/>
                    <a:pt x="1468" y="5388"/>
                    <a:pt x="1501" y="5254"/>
                  </a:cubicBezTo>
                  <a:lnTo>
                    <a:pt x="1501" y="751"/>
                  </a:lnTo>
                  <a:cubicBezTo>
                    <a:pt x="1501" y="251"/>
                    <a:pt x="1126" y="1"/>
                    <a:pt x="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73">
              <a:extLst>
                <a:ext uri="{FF2B5EF4-FFF2-40B4-BE49-F238E27FC236}">
                  <a16:creationId xmlns:a16="http://schemas.microsoft.com/office/drawing/2014/main" id="{AFDB5334-34F9-8E10-A3C6-5E775C0A938F}"/>
                </a:ext>
              </a:extLst>
            </p:cNvPr>
            <p:cNvSpPr/>
            <p:nvPr/>
          </p:nvSpPr>
          <p:spPr>
            <a:xfrm>
              <a:off x="5827812" y="1946471"/>
              <a:ext cx="24182" cy="91174"/>
            </a:xfrm>
            <a:custGeom>
              <a:avLst/>
              <a:gdLst/>
              <a:ahLst/>
              <a:cxnLst/>
              <a:rect l="l" t="t" r="r" b="b"/>
              <a:pathLst>
                <a:path w="1502" h="5663" extrusionOk="0">
                  <a:moveTo>
                    <a:pt x="751" y="0"/>
                  </a:moveTo>
                  <a:cubicBezTo>
                    <a:pt x="376" y="0"/>
                    <a:pt x="0" y="242"/>
                    <a:pt x="0" y="726"/>
                  </a:cubicBezTo>
                  <a:lnTo>
                    <a:pt x="0" y="5229"/>
                  </a:lnTo>
                  <a:cubicBezTo>
                    <a:pt x="0" y="5362"/>
                    <a:pt x="100" y="5496"/>
                    <a:pt x="234" y="5562"/>
                  </a:cubicBezTo>
                  <a:cubicBezTo>
                    <a:pt x="401" y="5629"/>
                    <a:pt x="576" y="5662"/>
                    <a:pt x="751" y="5662"/>
                  </a:cubicBezTo>
                  <a:cubicBezTo>
                    <a:pt x="926" y="5662"/>
                    <a:pt x="1101" y="5629"/>
                    <a:pt x="1268" y="5562"/>
                  </a:cubicBezTo>
                  <a:cubicBezTo>
                    <a:pt x="1401" y="5496"/>
                    <a:pt x="1468" y="5362"/>
                    <a:pt x="1501" y="5229"/>
                  </a:cubicBezTo>
                  <a:lnTo>
                    <a:pt x="1501" y="726"/>
                  </a:lnTo>
                  <a:cubicBezTo>
                    <a:pt x="1501" y="242"/>
                    <a:pt x="112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73">
              <a:extLst>
                <a:ext uri="{FF2B5EF4-FFF2-40B4-BE49-F238E27FC236}">
                  <a16:creationId xmlns:a16="http://schemas.microsoft.com/office/drawing/2014/main" id="{6B21D940-2922-C75A-F415-134289D5C8DA}"/>
                </a:ext>
              </a:extLst>
            </p:cNvPr>
            <p:cNvSpPr/>
            <p:nvPr/>
          </p:nvSpPr>
          <p:spPr>
            <a:xfrm>
              <a:off x="5872924" y="1921081"/>
              <a:ext cx="24182" cy="90643"/>
            </a:xfrm>
            <a:custGeom>
              <a:avLst/>
              <a:gdLst/>
              <a:ahLst/>
              <a:cxnLst/>
              <a:rect l="l" t="t" r="r" b="b"/>
              <a:pathLst>
                <a:path w="1502" h="5630" extrusionOk="0">
                  <a:moveTo>
                    <a:pt x="751" y="1"/>
                  </a:moveTo>
                  <a:cubicBezTo>
                    <a:pt x="392" y="1"/>
                    <a:pt x="34" y="234"/>
                    <a:pt x="0" y="701"/>
                  </a:cubicBezTo>
                  <a:lnTo>
                    <a:pt x="0" y="5205"/>
                  </a:lnTo>
                  <a:cubicBezTo>
                    <a:pt x="0" y="5338"/>
                    <a:pt x="100" y="5438"/>
                    <a:pt x="234" y="5505"/>
                  </a:cubicBezTo>
                  <a:cubicBezTo>
                    <a:pt x="384" y="5588"/>
                    <a:pt x="559" y="5630"/>
                    <a:pt x="738" y="5630"/>
                  </a:cubicBezTo>
                  <a:cubicBezTo>
                    <a:pt x="918" y="5630"/>
                    <a:pt x="1101" y="5588"/>
                    <a:pt x="1268" y="5505"/>
                  </a:cubicBezTo>
                  <a:cubicBezTo>
                    <a:pt x="1401" y="5438"/>
                    <a:pt x="1468" y="5338"/>
                    <a:pt x="1501" y="5205"/>
                  </a:cubicBezTo>
                  <a:lnTo>
                    <a:pt x="1501" y="701"/>
                  </a:lnTo>
                  <a:cubicBezTo>
                    <a:pt x="1468" y="234"/>
                    <a:pt x="1110" y="1"/>
                    <a:pt x="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73">
              <a:extLst>
                <a:ext uri="{FF2B5EF4-FFF2-40B4-BE49-F238E27FC236}">
                  <a16:creationId xmlns:a16="http://schemas.microsoft.com/office/drawing/2014/main" id="{FAA2ABA9-E086-D2F2-AFA0-18FE12B296DA}"/>
                </a:ext>
              </a:extLst>
            </p:cNvPr>
            <p:cNvSpPr/>
            <p:nvPr/>
          </p:nvSpPr>
          <p:spPr>
            <a:xfrm>
              <a:off x="5918036" y="1894243"/>
              <a:ext cx="24182" cy="91706"/>
            </a:xfrm>
            <a:custGeom>
              <a:avLst/>
              <a:gdLst/>
              <a:ahLst/>
              <a:cxnLst/>
              <a:rect l="l" t="t" r="r" b="b"/>
              <a:pathLst>
                <a:path w="1502" h="5696" extrusionOk="0">
                  <a:moveTo>
                    <a:pt x="734" y="0"/>
                  </a:moveTo>
                  <a:cubicBezTo>
                    <a:pt x="334" y="0"/>
                    <a:pt x="0" y="334"/>
                    <a:pt x="0" y="767"/>
                  </a:cubicBezTo>
                  <a:lnTo>
                    <a:pt x="0" y="5271"/>
                  </a:lnTo>
                  <a:cubicBezTo>
                    <a:pt x="0" y="5404"/>
                    <a:pt x="100" y="5504"/>
                    <a:pt x="234" y="5571"/>
                  </a:cubicBezTo>
                  <a:cubicBezTo>
                    <a:pt x="384" y="5654"/>
                    <a:pt x="559" y="5696"/>
                    <a:pt x="738" y="5696"/>
                  </a:cubicBezTo>
                  <a:cubicBezTo>
                    <a:pt x="918" y="5696"/>
                    <a:pt x="1101" y="5654"/>
                    <a:pt x="1268" y="5571"/>
                  </a:cubicBezTo>
                  <a:cubicBezTo>
                    <a:pt x="1401" y="5504"/>
                    <a:pt x="1468" y="5404"/>
                    <a:pt x="1501" y="5271"/>
                  </a:cubicBezTo>
                  <a:lnTo>
                    <a:pt x="1501" y="767"/>
                  </a:lnTo>
                  <a:cubicBezTo>
                    <a:pt x="1501" y="334"/>
                    <a:pt x="1168" y="0"/>
                    <a:pt x="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73">
              <a:extLst>
                <a:ext uri="{FF2B5EF4-FFF2-40B4-BE49-F238E27FC236}">
                  <a16:creationId xmlns:a16="http://schemas.microsoft.com/office/drawing/2014/main" id="{38F3B8FC-9A11-3AE2-93D1-54549FE807BA}"/>
                </a:ext>
              </a:extLst>
            </p:cNvPr>
            <p:cNvSpPr/>
            <p:nvPr/>
          </p:nvSpPr>
          <p:spPr>
            <a:xfrm>
              <a:off x="5658375" y="2131396"/>
              <a:ext cx="89436" cy="59345"/>
            </a:xfrm>
            <a:custGeom>
              <a:avLst/>
              <a:gdLst/>
              <a:ahLst/>
              <a:cxnLst/>
              <a:rect l="l" t="t" r="r" b="b"/>
              <a:pathLst>
                <a:path w="5555" h="3686" extrusionOk="0">
                  <a:moveTo>
                    <a:pt x="4830" y="1"/>
                  </a:moveTo>
                  <a:cubicBezTo>
                    <a:pt x="4773" y="1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5"/>
                    <a:pt x="1485" y="3550"/>
                  </a:cubicBezTo>
                  <a:lnTo>
                    <a:pt x="5387" y="1315"/>
                  </a:lnTo>
                  <a:cubicBezTo>
                    <a:pt x="5521" y="1248"/>
                    <a:pt x="5554" y="1115"/>
                    <a:pt x="5554" y="981"/>
                  </a:cubicBezTo>
                  <a:cubicBezTo>
                    <a:pt x="5521" y="614"/>
                    <a:pt x="5321" y="281"/>
                    <a:pt x="5020" y="81"/>
                  </a:cubicBezTo>
                  <a:cubicBezTo>
                    <a:pt x="4965" y="26"/>
                    <a:pt x="4900" y="1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73">
              <a:extLst>
                <a:ext uri="{FF2B5EF4-FFF2-40B4-BE49-F238E27FC236}">
                  <a16:creationId xmlns:a16="http://schemas.microsoft.com/office/drawing/2014/main" id="{2797B17F-D1C6-2DE9-2DD0-DCDBBE2F1BFC}"/>
                </a:ext>
              </a:extLst>
            </p:cNvPr>
            <p:cNvSpPr/>
            <p:nvPr/>
          </p:nvSpPr>
          <p:spPr>
            <a:xfrm>
              <a:off x="5658681" y="2183656"/>
              <a:ext cx="89130" cy="59345"/>
            </a:xfrm>
            <a:custGeom>
              <a:avLst/>
              <a:gdLst/>
              <a:ahLst/>
              <a:cxnLst/>
              <a:rect l="l" t="t" r="r" b="b"/>
              <a:pathLst>
                <a:path w="5536" h="3686" extrusionOk="0">
                  <a:moveTo>
                    <a:pt x="4786" y="1"/>
                  </a:moveTo>
                  <a:cubicBezTo>
                    <a:pt x="4736" y="1"/>
                    <a:pt x="4685" y="11"/>
                    <a:pt x="4635" y="37"/>
                  </a:cubicBezTo>
                  <a:lnTo>
                    <a:pt x="732" y="2272"/>
                  </a:lnTo>
                  <a:cubicBezTo>
                    <a:pt x="0" y="2694"/>
                    <a:pt x="431" y="3685"/>
                    <a:pt x="1085" y="3685"/>
                  </a:cubicBezTo>
                  <a:cubicBezTo>
                    <a:pt x="1206" y="3685"/>
                    <a:pt x="1335" y="3651"/>
                    <a:pt x="1466" y="3573"/>
                  </a:cubicBezTo>
                  <a:lnTo>
                    <a:pt x="5368" y="1305"/>
                  </a:lnTo>
                  <a:cubicBezTo>
                    <a:pt x="5502" y="1238"/>
                    <a:pt x="5535" y="1104"/>
                    <a:pt x="5535" y="971"/>
                  </a:cubicBezTo>
                  <a:cubicBezTo>
                    <a:pt x="5502" y="604"/>
                    <a:pt x="5302" y="270"/>
                    <a:pt x="5001" y="70"/>
                  </a:cubicBezTo>
                  <a:cubicBezTo>
                    <a:pt x="4940" y="29"/>
                    <a:pt x="4865" y="1"/>
                    <a:pt x="4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73">
              <a:extLst>
                <a:ext uri="{FF2B5EF4-FFF2-40B4-BE49-F238E27FC236}">
                  <a16:creationId xmlns:a16="http://schemas.microsoft.com/office/drawing/2014/main" id="{720276C7-27B0-AE71-A477-C2F2F4935FBA}"/>
                </a:ext>
              </a:extLst>
            </p:cNvPr>
            <p:cNvSpPr/>
            <p:nvPr/>
          </p:nvSpPr>
          <p:spPr>
            <a:xfrm>
              <a:off x="5658375" y="2235595"/>
              <a:ext cx="89436" cy="59328"/>
            </a:xfrm>
            <a:custGeom>
              <a:avLst/>
              <a:gdLst/>
              <a:ahLst/>
              <a:cxnLst/>
              <a:rect l="l" t="t" r="r" b="b"/>
              <a:pathLst>
                <a:path w="5555" h="3685" extrusionOk="0">
                  <a:moveTo>
                    <a:pt x="4830" y="0"/>
                  </a:moveTo>
                  <a:cubicBezTo>
                    <a:pt x="4773" y="0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4"/>
                    <a:pt x="1485" y="3549"/>
                  </a:cubicBezTo>
                  <a:lnTo>
                    <a:pt x="5387" y="1314"/>
                  </a:lnTo>
                  <a:cubicBezTo>
                    <a:pt x="5521" y="1247"/>
                    <a:pt x="5554" y="1114"/>
                    <a:pt x="5554" y="981"/>
                  </a:cubicBezTo>
                  <a:cubicBezTo>
                    <a:pt x="5521" y="614"/>
                    <a:pt x="5321" y="280"/>
                    <a:pt x="5020" y="80"/>
                  </a:cubicBezTo>
                  <a:cubicBezTo>
                    <a:pt x="4965" y="25"/>
                    <a:pt x="4900" y="0"/>
                    <a:pt x="4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73">
              <a:extLst>
                <a:ext uri="{FF2B5EF4-FFF2-40B4-BE49-F238E27FC236}">
                  <a16:creationId xmlns:a16="http://schemas.microsoft.com/office/drawing/2014/main" id="{FE898804-4231-1460-3A47-27E1DF3BC68A}"/>
                </a:ext>
              </a:extLst>
            </p:cNvPr>
            <p:cNvSpPr/>
            <p:nvPr/>
          </p:nvSpPr>
          <p:spPr>
            <a:xfrm>
              <a:off x="5662932" y="2287678"/>
              <a:ext cx="84879" cy="58668"/>
            </a:xfrm>
            <a:custGeom>
              <a:avLst/>
              <a:gdLst/>
              <a:ahLst/>
              <a:cxnLst/>
              <a:rect l="l" t="t" r="r" b="b"/>
              <a:pathLst>
                <a:path w="5272" h="3644" extrusionOk="0">
                  <a:moveTo>
                    <a:pt x="4547" y="1"/>
                  </a:moveTo>
                  <a:cubicBezTo>
                    <a:pt x="4490" y="1"/>
                    <a:pt x="4430" y="17"/>
                    <a:pt x="4371" y="47"/>
                  </a:cubicBezTo>
                  <a:lnTo>
                    <a:pt x="468" y="2282"/>
                  </a:lnTo>
                  <a:cubicBezTo>
                    <a:pt x="134" y="2482"/>
                    <a:pt x="1" y="2916"/>
                    <a:pt x="201" y="3283"/>
                  </a:cubicBezTo>
                  <a:cubicBezTo>
                    <a:pt x="337" y="3510"/>
                    <a:pt x="596" y="3644"/>
                    <a:pt x="853" y="3644"/>
                  </a:cubicBezTo>
                  <a:cubicBezTo>
                    <a:pt x="974" y="3644"/>
                    <a:pt x="1095" y="3614"/>
                    <a:pt x="1202" y="3550"/>
                  </a:cubicBezTo>
                  <a:lnTo>
                    <a:pt x="5104" y="1315"/>
                  </a:lnTo>
                  <a:cubicBezTo>
                    <a:pt x="5238" y="1248"/>
                    <a:pt x="5271" y="1115"/>
                    <a:pt x="5271" y="981"/>
                  </a:cubicBezTo>
                  <a:cubicBezTo>
                    <a:pt x="5238" y="614"/>
                    <a:pt x="5038" y="281"/>
                    <a:pt x="4737" y="81"/>
                  </a:cubicBezTo>
                  <a:cubicBezTo>
                    <a:pt x="4682" y="26"/>
                    <a:pt x="4617" y="1"/>
                    <a:pt x="45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7" name="Google Shape;4267;p73">
            <a:extLst>
              <a:ext uri="{FF2B5EF4-FFF2-40B4-BE49-F238E27FC236}">
                <a16:creationId xmlns:a16="http://schemas.microsoft.com/office/drawing/2014/main" id="{F4758CCD-8580-6B15-00CF-CB64862D11A7}"/>
              </a:ext>
            </a:extLst>
          </p:cNvPr>
          <p:cNvSpPr/>
          <p:nvPr/>
        </p:nvSpPr>
        <p:spPr>
          <a:xfrm>
            <a:off x="9668641" y="-851820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9" name="Google Shape;4269;p73">
            <a:extLst>
              <a:ext uri="{FF2B5EF4-FFF2-40B4-BE49-F238E27FC236}">
                <a16:creationId xmlns:a16="http://schemas.microsoft.com/office/drawing/2014/main" id="{F0D010CA-4F90-2361-9D93-BF825BE010C1}"/>
              </a:ext>
            </a:extLst>
          </p:cNvPr>
          <p:cNvSpPr/>
          <p:nvPr/>
        </p:nvSpPr>
        <p:spPr>
          <a:xfrm rot="2502782">
            <a:off x="7769489" y="-1601636"/>
            <a:ext cx="474715" cy="6632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0" name="Google Shape;4270;p73">
            <a:extLst>
              <a:ext uri="{FF2B5EF4-FFF2-40B4-BE49-F238E27FC236}">
                <a16:creationId xmlns:a16="http://schemas.microsoft.com/office/drawing/2014/main" id="{9AAD9EF7-3BA3-3026-E1DC-10203B6DD7E0}"/>
              </a:ext>
            </a:extLst>
          </p:cNvPr>
          <p:cNvSpPr/>
          <p:nvPr/>
        </p:nvSpPr>
        <p:spPr>
          <a:xfrm>
            <a:off x="-5341877" y="4465138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2" name="Google Shape;4272;p73">
            <a:extLst>
              <a:ext uri="{FF2B5EF4-FFF2-40B4-BE49-F238E27FC236}">
                <a16:creationId xmlns:a16="http://schemas.microsoft.com/office/drawing/2014/main" id="{DBCC7BBD-F051-E827-5A65-FB95A2C1FD02}"/>
              </a:ext>
            </a:extLst>
          </p:cNvPr>
          <p:cNvSpPr/>
          <p:nvPr/>
        </p:nvSpPr>
        <p:spPr>
          <a:xfrm>
            <a:off x="5927832" y="312385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3" name="Google Shape;4273;p73">
            <a:extLst>
              <a:ext uri="{FF2B5EF4-FFF2-40B4-BE49-F238E27FC236}">
                <a16:creationId xmlns:a16="http://schemas.microsoft.com/office/drawing/2014/main" id="{9441E8A1-4B86-9C49-0E54-93777EB093F4}"/>
              </a:ext>
            </a:extLst>
          </p:cNvPr>
          <p:cNvSpPr/>
          <p:nvPr/>
        </p:nvSpPr>
        <p:spPr>
          <a:xfrm rot="2502814">
            <a:off x="662736" y="5924011"/>
            <a:ext cx="314354" cy="43927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4" name="Google Shape;4274;p73">
            <a:extLst>
              <a:ext uri="{FF2B5EF4-FFF2-40B4-BE49-F238E27FC236}">
                <a16:creationId xmlns:a16="http://schemas.microsoft.com/office/drawing/2014/main" id="{BF255217-D6E9-C04F-2DB7-8C34F5B3E3B4}"/>
              </a:ext>
            </a:extLst>
          </p:cNvPr>
          <p:cNvSpPr/>
          <p:nvPr/>
        </p:nvSpPr>
        <p:spPr>
          <a:xfrm>
            <a:off x="-1108023" y="-175298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5" name="Google Shape;4275;p73">
            <a:extLst>
              <a:ext uri="{FF2B5EF4-FFF2-40B4-BE49-F238E27FC236}">
                <a16:creationId xmlns:a16="http://schemas.microsoft.com/office/drawing/2014/main" id="{50303CA6-BECC-34A2-1440-1900D8E10895}"/>
              </a:ext>
            </a:extLst>
          </p:cNvPr>
          <p:cNvSpPr/>
          <p:nvPr/>
        </p:nvSpPr>
        <p:spPr>
          <a:xfrm>
            <a:off x="5587108" y="-1215151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BDD13E-9AD2-3B34-A476-7F108B9AD675}"/>
              </a:ext>
            </a:extLst>
          </p:cNvPr>
          <p:cNvSpPr txBox="1"/>
          <p:nvPr/>
        </p:nvSpPr>
        <p:spPr>
          <a:xfrm>
            <a:off x="-6377767" y="1495885"/>
            <a:ext cx="4435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Smart Skill Assessment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5760FF-DF29-34AC-1C92-73EAFB87B910}"/>
              </a:ext>
            </a:extLst>
          </p:cNvPr>
          <p:cNvSpPr txBox="1"/>
          <p:nvPr/>
        </p:nvSpPr>
        <p:spPr>
          <a:xfrm>
            <a:off x="-6372404" y="194472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Dynamic Path Generation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13DCC7-129E-8F38-8230-8898FB1459C7}"/>
              </a:ext>
            </a:extLst>
          </p:cNvPr>
          <p:cNvSpPr txBox="1"/>
          <p:nvPr/>
        </p:nvSpPr>
        <p:spPr>
          <a:xfrm>
            <a:off x="-6372404" y="239356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RAG-Powered AI mentor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F2C19F-1252-9CA4-AC96-F415298D3550}"/>
              </a:ext>
            </a:extLst>
          </p:cNvPr>
          <p:cNvSpPr txBox="1"/>
          <p:nvPr/>
        </p:nvSpPr>
        <p:spPr>
          <a:xfrm>
            <a:off x="-6372404" y="284812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Architectural Reasoning Evaluator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C8D719B-60E4-0A61-B4CC-B7F6CEA6B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812" y="347728"/>
            <a:ext cx="6064466" cy="606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99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D7CA-95CF-6B19-8071-6131C7E6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907335-6153-CBFC-69AA-EF5B471EB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312385"/>
            <a:ext cx="4968070" cy="573900"/>
          </a:xfrm>
        </p:spPr>
        <p:txBody>
          <a:bodyPr/>
          <a:lstStyle/>
          <a:p>
            <a:r>
              <a:rPr lang="en-US" dirty="0"/>
              <a:t>THREE PILLAR AI ARCHITECTURE</a:t>
            </a:r>
          </a:p>
        </p:txBody>
      </p:sp>
      <p:grpSp>
        <p:nvGrpSpPr>
          <p:cNvPr id="4139" name="Google Shape;4139;p73">
            <a:extLst>
              <a:ext uri="{FF2B5EF4-FFF2-40B4-BE49-F238E27FC236}">
                <a16:creationId xmlns:a16="http://schemas.microsoft.com/office/drawing/2014/main" id="{B08BF343-7190-3D8A-3BC1-7DBC526D5FF5}"/>
              </a:ext>
            </a:extLst>
          </p:cNvPr>
          <p:cNvGrpSpPr/>
          <p:nvPr/>
        </p:nvGrpSpPr>
        <p:grpSpPr>
          <a:xfrm>
            <a:off x="1054732" y="2823386"/>
            <a:ext cx="2113341" cy="2300665"/>
            <a:chOff x="5306864" y="1437389"/>
            <a:chExt cx="2972591" cy="3106801"/>
          </a:xfrm>
        </p:grpSpPr>
        <p:sp>
          <p:nvSpPr>
            <p:cNvPr id="4140" name="Google Shape;4140;p73">
              <a:extLst>
                <a:ext uri="{FF2B5EF4-FFF2-40B4-BE49-F238E27FC236}">
                  <a16:creationId xmlns:a16="http://schemas.microsoft.com/office/drawing/2014/main" id="{7C0E812B-246D-726E-F5DE-CCA9F05F62C3}"/>
                </a:ext>
              </a:extLst>
            </p:cNvPr>
            <p:cNvSpPr/>
            <p:nvPr/>
          </p:nvSpPr>
          <p:spPr>
            <a:xfrm>
              <a:off x="5306864" y="2857039"/>
              <a:ext cx="2895263" cy="1687151"/>
            </a:xfrm>
            <a:custGeom>
              <a:avLst/>
              <a:gdLst/>
              <a:ahLst/>
              <a:cxnLst/>
              <a:rect l="l" t="t" r="r" b="b"/>
              <a:pathLst>
                <a:path w="179830" h="104792" extrusionOk="0">
                  <a:moveTo>
                    <a:pt x="71485" y="1143"/>
                  </a:moveTo>
                  <a:lnTo>
                    <a:pt x="71485" y="1143"/>
                  </a:lnTo>
                  <a:cubicBezTo>
                    <a:pt x="69984" y="1309"/>
                    <a:pt x="68517" y="1510"/>
                    <a:pt x="67049" y="1743"/>
                  </a:cubicBezTo>
                  <a:lnTo>
                    <a:pt x="68750" y="2710"/>
                  </a:lnTo>
                  <a:lnTo>
                    <a:pt x="71485" y="1143"/>
                  </a:lnTo>
                  <a:close/>
                  <a:moveTo>
                    <a:pt x="89932" y="0"/>
                  </a:moveTo>
                  <a:cubicBezTo>
                    <a:pt x="88422" y="0"/>
                    <a:pt x="86913" y="25"/>
                    <a:pt x="85395" y="75"/>
                  </a:cubicBezTo>
                  <a:lnTo>
                    <a:pt x="89932" y="2710"/>
                  </a:lnTo>
                  <a:lnTo>
                    <a:pt x="94468" y="75"/>
                  </a:lnTo>
                  <a:cubicBezTo>
                    <a:pt x="92951" y="25"/>
                    <a:pt x="91441" y="0"/>
                    <a:pt x="89932" y="0"/>
                  </a:cubicBezTo>
                  <a:close/>
                  <a:moveTo>
                    <a:pt x="108378" y="1143"/>
                  </a:moveTo>
                  <a:lnTo>
                    <a:pt x="111114" y="2710"/>
                  </a:lnTo>
                  <a:lnTo>
                    <a:pt x="112815" y="1743"/>
                  </a:lnTo>
                  <a:cubicBezTo>
                    <a:pt x="111347" y="1510"/>
                    <a:pt x="109846" y="1309"/>
                    <a:pt x="108378" y="1143"/>
                  </a:cubicBezTo>
                  <a:close/>
                  <a:moveTo>
                    <a:pt x="66248" y="1877"/>
                  </a:moveTo>
                  <a:cubicBezTo>
                    <a:pt x="61278" y="2644"/>
                    <a:pt x="56375" y="3711"/>
                    <a:pt x="51504" y="5012"/>
                  </a:cubicBezTo>
                  <a:lnTo>
                    <a:pt x="58142" y="8882"/>
                  </a:lnTo>
                  <a:lnTo>
                    <a:pt x="68250" y="3044"/>
                  </a:lnTo>
                  <a:lnTo>
                    <a:pt x="66248" y="1877"/>
                  </a:lnTo>
                  <a:close/>
                  <a:moveTo>
                    <a:pt x="84461" y="109"/>
                  </a:moveTo>
                  <a:cubicBezTo>
                    <a:pt x="80525" y="242"/>
                    <a:pt x="76589" y="542"/>
                    <a:pt x="72720" y="976"/>
                  </a:cubicBezTo>
                  <a:lnTo>
                    <a:pt x="69217" y="3044"/>
                  </a:lnTo>
                  <a:lnTo>
                    <a:pt x="79358" y="8882"/>
                  </a:lnTo>
                  <a:lnTo>
                    <a:pt x="89431" y="3044"/>
                  </a:lnTo>
                  <a:lnTo>
                    <a:pt x="84461" y="109"/>
                  </a:lnTo>
                  <a:close/>
                  <a:moveTo>
                    <a:pt x="95369" y="142"/>
                  </a:moveTo>
                  <a:lnTo>
                    <a:pt x="90432" y="3044"/>
                  </a:lnTo>
                  <a:lnTo>
                    <a:pt x="100506" y="8882"/>
                  </a:lnTo>
                  <a:lnTo>
                    <a:pt x="110613" y="3044"/>
                  </a:lnTo>
                  <a:lnTo>
                    <a:pt x="107111" y="1009"/>
                  </a:lnTo>
                  <a:cubicBezTo>
                    <a:pt x="103241" y="576"/>
                    <a:pt x="99305" y="275"/>
                    <a:pt x="95369" y="142"/>
                  </a:cubicBezTo>
                  <a:close/>
                  <a:moveTo>
                    <a:pt x="113582" y="1843"/>
                  </a:moveTo>
                  <a:lnTo>
                    <a:pt x="111614" y="3044"/>
                  </a:lnTo>
                  <a:lnTo>
                    <a:pt x="121688" y="8882"/>
                  </a:lnTo>
                  <a:lnTo>
                    <a:pt x="128326" y="5012"/>
                  </a:lnTo>
                  <a:cubicBezTo>
                    <a:pt x="123456" y="3678"/>
                    <a:pt x="118552" y="2644"/>
                    <a:pt x="113582" y="1843"/>
                  </a:cubicBezTo>
                  <a:close/>
                  <a:moveTo>
                    <a:pt x="50837" y="5212"/>
                  </a:moveTo>
                  <a:cubicBezTo>
                    <a:pt x="46534" y="6413"/>
                    <a:pt x="42264" y="7881"/>
                    <a:pt x="38128" y="9582"/>
                  </a:cubicBezTo>
                  <a:lnTo>
                    <a:pt x="47568" y="15053"/>
                  </a:lnTo>
                  <a:lnTo>
                    <a:pt x="57642" y="9182"/>
                  </a:lnTo>
                  <a:lnTo>
                    <a:pt x="50837" y="5212"/>
                  </a:lnTo>
                  <a:close/>
                  <a:moveTo>
                    <a:pt x="68750" y="3311"/>
                  </a:moveTo>
                  <a:lnTo>
                    <a:pt x="58643" y="9182"/>
                  </a:lnTo>
                  <a:lnTo>
                    <a:pt x="68750" y="15053"/>
                  </a:lnTo>
                  <a:lnTo>
                    <a:pt x="78824" y="9182"/>
                  </a:lnTo>
                  <a:lnTo>
                    <a:pt x="68750" y="3311"/>
                  </a:lnTo>
                  <a:close/>
                  <a:moveTo>
                    <a:pt x="89898" y="3311"/>
                  </a:moveTo>
                  <a:lnTo>
                    <a:pt x="79825" y="9182"/>
                  </a:lnTo>
                  <a:lnTo>
                    <a:pt x="89898" y="15053"/>
                  </a:lnTo>
                  <a:lnTo>
                    <a:pt x="100006" y="9182"/>
                  </a:lnTo>
                  <a:lnTo>
                    <a:pt x="89898" y="3311"/>
                  </a:lnTo>
                  <a:close/>
                  <a:moveTo>
                    <a:pt x="111114" y="3311"/>
                  </a:moveTo>
                  <a:lnTo>
                    <a:pt x="101006" y="9182"/>
                  </a:lnTo>
                  <a:lnTo>
                    <a:pt x="111114" y="15053"/>
                  </a:lnTo>
                  <a:lnTo>
                    <a:pt x="121187" y="9182"/>
                  </a:lnTo>
                  <a:lnTo>
                    <a:pt x="111114" y="3311"/>
                  </a:lnTo>
                  <a:close/>
                  <a:moveTo>
                    <a:pt x="128993" y="5212"/>
                  </a:moveTo>
                  <a:lnTo>
                    <a:pt x="122188" y="9182"/>
                  </a:lnTo>
                  <a:lnTo>
                    <a:pt x="132295" y="15053"/>
                  </a:lnTo>
                  <a:lnTo>
                    <a:pt x="141702" y="9582"/>
                  </a:lnTo>
                  <a:cubicBezTo>
                    <a:pt x="137566" y="7881"/>
                    <a:pt x="133296" y="6413"/>
                    <a:pt x="128993" y="5212"/>
                  </a:cubicBezTo>
                  <a:close/>
                  <a:moveTo>
                    <a:pt x="37561" y="9816"/>
                  </a:moveTo>
                  <a:cubicBezTo>
                    <a:pt x="35726" y="10583"/>
                    <a:pt x="33959" y="11383"/>
                    <a:pt x="32224" y="12251"/>
                  </a:cubicBezTo>
                  <a:lnTo>
                    <a:pt x="26853" y="15353"/>
                  </a:lnTo>
                  <a:lnTo>
                    <a:pt x="36961" y="21224"/>
                  </a:lnTo>
                  <a:lnTo>
                    <a:pt x="47068" y="15353"/>
                  </a:lnTo>
                  <a:lnTo>
                    <a:pt x="37561" y="9816"/>
                  </a:lnTo>
                  <a:close/>
                  <a:moveTo>
                    <a:pt x="121688" y="9482"/>
                  </a:moveTo>
                  <a:lnTo>
                    <a:pt x="111614" y="15353"/>
                  </a:lnTo>
                  <a:lnTo>
                    <a:pt x="121688" y="21224"/>
                  </a:lnTo>
                  <a:lnTo>
                    <a:pt x="131795" y="15353"/>
                  </a:lnTo>
                  <a:lnTo>
                    <a:pt x="121688" y="9482"/>
                  </a:lnTo>
                  <a:close/>
                  <a:moveTo>
                    <a:pt x="142269" y="9816"/>
                  </a:moveTo>
                  <a:lnTo>
                    <a:pt x="132762" y="15353"/>
                  </a:lnTo>
                  <a:lnTo>
                    <a:pt x="142870" y="21224"/>
                  </a:lnTo>
                  <a:lnTo>
                    <a:pt x="152977" y="15353"/>
                  </a:lnTo>
                  <a:lnTo>
                    <a:pt x="147606" y="12217"/>
                  </a:lnTo>
                  <a:cubicBezTo>
                    <a:pt x="145872" y="11383"/>
                    <a:pt x="144104" y="10583"/>
                    <a:pt x="142269" y="9816"/>
                  </a:cubicBezTo>
                  <a:close/>
                  <a:moveTo>
                    <a:pt x="58142" y="9482"/>
                  </a:moveTo>
                  <a:lnTo>
                    <a:pt x="48069" y="15353"/>
                  </a:lnTo>
                  <a:lnTo>
                    <a:pt x="58142" y="21257"/>
                  </a:lnTo>
                  <a:lnTo>
                    <a:pt x="68250" y="15353"/>
                  </a:lnTo>
                  <a:lnTo>
                    <a:pt x="58142" y="9482"/>
                  </a:lnTo>
                  <a:close/>
                  <a:moveTo>
                    <a:pt x="79324" y="9482"/>
                  </a:moveTo>
                  <a:lnTo>
                    <a:pt x="69250" y="15353"/>
                  </a:lnTo>
                  <a:lnTo>
                    <a:pt x="79324" y="21257"/>
                  </a:lnTo>
                  <a:lnTo>
                    <a:pt x="89431" y="15353"/>
                  </a:lnTo>
                  <a:lnTo>
                    <a:pt x="79324" y="9482"/>
                  </a:lnTo>
                  <a:close/>
                  <a:moveTo>
                    <a:pt x="100506" y="9482"/>
                  </a:moveTo>
                  <a:lnTo>
                    <a:pt x="90432" y="15353"/>
                  </a:lnTo>
                  <a:lnTo>
                    <a:pt x="100506" y="21257"/>
                  </a:lnTo>
                  <a:lnTo>
                    <a:pt x="110613" y="15353"/>
                  </a:lnTo>
                  <a:lnTo>
                    <a:pt x="100506" y="9482"/>
                  </a:lnTo>
                  <a:close/>
                  <a:moveTo>
                    <a:pt x="26353" y="15653"/>
                  </a:moveTo>
                  <a:lnTo>
                    <a:pt x="21016" y="18789"/>
                  </a:lnTo>
                  <a:cubicBezTo>
                    <a:pt x="19548" y="19789"/>
                    <a:pt x="18181" y="20823"/>
                    <a:pt x="16880" y="21891"/>
                  </a:cubicBezTo>
                  <a:lnTo>
                    <a:pt x="26353" y="27428"/>
                  </a:lnTo>
                  <a:lnTo>
                    <a:pt x="36460" y="21524"/>
                  </a:lnTo>
                  <a:lnTo>
                    <a:pt x="26353" y="15653"/>
                  </a:lnTo>
                  <a:close/>
                  <a:moveTo>
                    <a:pt x="47568" y="15653"/>
                  </a:moveTo>
                  <a:lnTo>
                    <a:pt x="37461" y="21524"/>
                  </a:lnTo>
                  <a:lnTo>
                    <a:pt x="47568" y="27428"/>
                  </a:lnTo>
                  <a:lnTo>
                    <a:pt x="57642" y="21524"/>
                  </a:lnTo>
                  <a:lnTo>
                    <a:pt x="47568" y="15653"/>
                  </a:lnTo>
                  <a:close/>
                  <a:moveTo>
                    <a:pt x="68750" y="15653"/>
                  </a:moveTo>
                  <a:lnTo>
                    <a:pt x="58643" y="21524"/>
                  </a:lnTo>
                  <a:lnTo>
                    <a:pt x="68750" y="27428"/>
                  </a:lnTo>
                  <a:lnTo>
                    <a:pt x="78824" y="21524"/>
                  </a:lnTo>
                  <a:lnTo>
                    <a:pt x="68750" y="15653"/>
                  </a:lnTo>
                  <a:close/>
                  <a:moveTo>
                    <a:pt x="89932" y="15653"/>
                  </a:moveTo>
                  <a:lnTo>
                    <a:pt x="79825" y="21524"/>
                  </a:lnTo>
                  <a:lnTo>
                    <a:pt x="89932" y="27428"/>
                  </a:lnTo>
                  <a:lnTo>
                    <a:pt x="100006" y="21524"/>
                  </a:lnTo>
                  <a:lnTo>
                    <a:pt x="89932" y="15653"/>
                  </a:lnTo>
                  <a:close/>
                  <a:moveTo>
                    <a:pt x="111114" y="15653"/>
                  </a:moveTo>
                  <a:lnTo>
                    <a:pt x="101006" y="21524"/>
                  </a:lnTo>
                  <a:lnTo>
                    <a:pt x="111114" y="27428"/>
                  </a:lnTo>
                  <a:lnTo>
                    <a:pt x="121187" y="21524"/>
                  </a:lnTo>
                  <a:lnTo>
                    <a:pt x="111114" y="15653"/>
                  </a:lnTo>
                  <a:close/>
                  <a:moveTo>
                    <a:pt x="132295" y="15653"/>
                  </a:moveTo>
                  <a:lnTo>
                    <a:pt x="122188" y="21524"/>
                  </a:lnTo>
                  <a:lnTo>
                    <a:pt x="132295" y="27428"/>
                  </a:lnTo>
                  <a:lnTo>
                    <a:pt x="142369" y="21524"/>
                  </a:lnTo>
                  <a:lnTo>
                    <a:pt x="132295" y="15653"/>
                  </a:lnTo>
                  <a:close/>
                  <a:moveTo>
                    <a:pt x="153477" y="15653"/>
                  </a:moveTo>
                  <a:lnTo>
                    <a:pt x="143370" y="21524"/>
                  </a:lnTo>
                  <a:lnTo>
                    <a:pt x="153477" y="27428"/>
                  </a:lnTo>
                  <a:lnTo>
                    <a:pt x="162951" y="21891"/>
                  </a:lnTo>
                  <a:cubicBezTo>
                    <a:pt x="161650" y="20823"/>
                    <a:pt x="160282" y="19789"/>
                    <a:pt x="158814" y="18789"/>
                  </a:cubicBezTo>
                  <a:lnTo>
                    <a:pt x="153477" y="15653"/>
                  </a:lnTo>
                  <a:close/>
                  <a:moveTo>
                    <a:pt x="8974" y="29630"/>
                  </a:moveTo>
                  <a:lnTo>
                    <a:pt x="8857" y="29763"/>
                  </a:lnTo>
                  <a:lnTo>
                    <a:pt x="8857" y="29763"/>
                  </a:lnTo>
                  <a:cubicBezTo>
                    <a:pt x="8899" y="29722"/>
                    <a:pt x="8941" y="29680"/>
                    <a:pt x="8974" y="29630"/>
                  </a:cubicBezTo>
                  <a:close/>
                  <a:moveTo>
                    <a:pt x="8857" y="29763"/>
                  </a:moveTo>
                  <a:cubicBezTo>
                    <a:pt x="8816" y="29805"/>
                    <a:pt x="8774" y="29847"/>
                    <a:pt x="8741" y="29897"/>
                  </a:cubicBezTo>
                  <a:lnTo>
                    <a:pt x="8857" y="29763"/>
                  </a:lnTo>
                  <a:close/>
                  <a:moveTo>
                    <a:pt x="142870" y="21824"/>
                  </a:moveTo>
                  <a:lnTo>
                    <a:pt x="132762" y="27695"/>
                  </a:lnTo>
                  <a:lnTo>
                    <a:pt x="142870" y="33566"/>
                  </a:lnTo>
                  <a:lnTo>
                    <a:pt x="152977" y="27695"/>
                  </a:lnTo>
                  <a:lnTo>
                    <a:pt x="142870" y="21824"/>
                  </a:lnTo>
                  <a:close/>
                  <a:moveTo>
                    <a:pt x="16446" y="22224"/>
                  </a:moveTo>
                  <a:cubicBezTo>
                    <a:pt x="13744" y="24426"/>
                    <a:pt x="11242" y="26928"/>
                    <a:pt x="8974" y="29630"/>
                  </a:cubicBezTo>
                  <a:lnTo>
                    <a:pt x="15779" y="33599"/>
                  </a:lnTo>
                  <a:lnTo>
                    <a:pt x="25853" y="27728"/>
                  </a:lnTo>
                  <a:lnTo>
                    <a:pt x="16446" y="22224"/>
                  </a:lnTo>
                  <a:close/>
                  <a:moveTo>
                    <a:pt x="36961" y="21824"/>
                  </a:moveTo>
                  <a:lnTo>
                    <a:pt x="26853" y="27728"/>
                  </a:lnTo>
                  <a:lnTo>
                    <a:pt x="36961" y="33599"/>
                  </a:lnTo>
                  <a:lnTo>
                    <a:pt x="47068" y="27728"/>
                  </a:lnTo>
                  <a:lnTo>
                    <a:pt x="36961" y="21824"/>
                  </a:lnTo>
                  <a:close/>
                  <a:moveTo>
                    <a:pt x="58142" y="21824"/>
                  </a:moveTo>
                  <a:lnTo>
                    <a:pt x="48035" y="27695"/>
                  </a:lnTo>
                  <a:lnTo>
                    <a:pt x="58142" y="33599"/>
                  </a:lnTo>
                  <a:lnTo>
                    <a:pt x="68250" y="27695"/>
                  </a:lnTo>
                  <a:lnTo>
                    <a:pt x="58142" y="21824"/>
                  </a:lnTo>
                  <a:close/>
                  <a:moveTo>
                    <a:pt x="79324" y="21824"/>
                  </a:moveTo>
                  <a:lnTo>
                    <a:pt x="69250" y="27728"/>
                  </a:lnTo>
                  <a:lnTo>
                    <a:pt x="79324" y="33599"/>
                  </a:lnTo>
                  <a:lnTo>
                    <a:pt x="89431" y="27728"/>
                  </a:lnTo>
                  <a:lnTo>
                    <a:pt x="79324" y="21824"/>
                  </a:lnTo>
                  <a:close/>
                  <a:moveTo>
                    <a:pt x="100506" y="21824"/>
                  </a:moveTo>
                  <a:lnTo>
                    <a:pt x="90432" y="27728"/>
                  </a:lnTo>
                  <a:lnTo>
                    <a:pt x="100506" y="33599"/>
                  </a:lnTo>
                  <a:lnTo>
                    <a:pt x="110613" y="27728"/>
                  </a:lnTo>
                  <a:lnTo>
                    <a:pt x="100506" y="21824"/>
                  </a:lnTo>
                  <a:close/>
                  <a:moveTo>
                    <a:pt x="121688" y="21824"/>
                  </a:moveTo>
                  <a:lnTo>
                    <a:pt x="111614" y="27728"/>
                  </a:lnTo>
                  <a:lnTo>
                    <a:pt x="121688" y="33599"/>
                  </a:lnTo>
                  <a:lnTo>
                    <a:pt x="131795" y="27728"/>
                  </a:lnTo>
                  <a:lnTo>
                    <a:pt x="121688" y="21824"/>
                  </a:lnTo>
                  <a:close/>
                  <a:moveTo>
                    <a:pt x="163351" y="22224"/>
                  </a:moveTo>
                  <a:lnTo>
                    <a:pt x="153944" y="27695"/>
                  </a:lnTo>
                  <a:lnTo>
                    <a:pt x="164051" y="33599"/>
                  </a:lnTo>
                  <a:lnTo>
                    <a:pt x="170856" y="29630"/>
                  </a:lnTo>
                  <a:cubicBezTo>
                    <a:pt x="168621" y="26928"/>
                    <a:pt x="166086" y="24459"/>
                    <a:pt x="163351" y="22224"/>
                  </a:cubicBezTo>
                  <a:close/>
                  <a:moveTo>
                    <a:pt x="3203" y="38603"/>
                  </a:moveTo>
                  <a:lnTo>
                    <a:pt x="3203" y="38603"/>
                  </a:lnTo>
                  <a:cubicBezTo>
                    <a:pt x="3103" y="38770"/>
                    <a:pt x="3036" y="38936"/>
                    <a:pt x="2970" y="39070"/>
                  </a:cubicBezTo>
                  <a:cubicBezTo>
                    <a:pt x="3036" y="38936"/>
                    <a:pt x="3137" y="38770"/>
                    <a:pt x="3203" y="38603"/>
                  </a:cubicBezTo>
                  <a:close/>
                  <a:moveTo>
                    <a:pt x="8640" y="30030"/>
                  </a:moveTo>
                  <a:cubicBezTo>
                    <a:pt x="6506" y="32665"/>
                    <a:pt x="4671" y="35534"/>
                    <a:pt x="3237" y="38603"/>
                  </a:cubicBezTo>
                  <a:lnTo>
                    <a:pt x="5205" y="39770"/>
                  </a:lnTo>
                  <a:lnTo>
                    <a:pt x="15279" y="33899"/>
                  </a:lnTo>
                  <a:lnTo>
                    <a:pt x="8640" y="30030"/>
                  </a:lnTo>
                  <a:close/>
                  <a:moveTo>
                    <a:pt x="26353" y="27995"/>
                  </a:moveTo>
                  <a:lnTo>
                    <a:pt x="16279" y="33899"/>
                  </a:lnTo>
                  <a:lnTo>
                    <a:pt x="26353" y="39770"/>
                  </a:lnTo>
                  <a:lnTo>
                    <a:pt x="36460" y="33899"/>
                  </a:lnTo>
                  <a:lnTo>
                    <a:pt x="26353" y="27995"/>
                  </a:lnTo>
                  <a:close/>
                  <a:moveTo>
                    <a:pt x="47568" y="27995"/>
                  </a:moveTo>
                  <a:lnTo>
                    <a:pt x="37461" y="33899"/>
                  </a:lnTo>
                  <a:lnTo>
                    <a:pt x="47568" y="39770"/>
                  </a:lnTo>
                  <a:lnTo>
                    <a:pt x="57642" y="33899"/>
                  </a:lnTo>
                  <a:lnTo>
                    <a:pt x="47568" y="27995"/>
                  </a:lnTo>
                  <a:close/>
                  <a:moveTo>
                    <a:pt x="68750" y="27995"/>
                  </a:moveTo>
                  <a:lnTo>
                    <a:pt x="58643" y="33899"/>
                  </a:lnTo>
                  <a:lnTo>
                    <a:pt x="68750" y="39770"/>
                  </a:lnTo>
                  <a:lnTo>
                    <a:pt x="78824" y="33899"/>
                  </a:lnTo>
                  <a:lnTo>
                    <a:pt x="68750" y="27995"/>
                  </a:lnTo>
                  <a:close/>
                  <a:moveTo>
                    <a:pt x="89898" y="27995"/>
                  </a:moveTo>
                  <a:lnTo>
                    <a:pt x="79825" y="33899"/>
                  </a:lnTo>
                  <a:lnTo>
                    <a:pt x="89898" y="39770"/>
                  </a:lnTo>
                  <a:lnTo>
                    <a:pt x="100006" y="33899"/>
                  </a:lnTo>
                  <a:lnTo>
                    <a:pt x="89898" y="27995"/>
                  </a:lnTo>
                  <a:close/>
                  <a:moveTo>
                    <a:pt x="111114" y="27995"/>
                  </a:moveTo>
                  <a:lnTo>
                    <a:pt x="101006" y="33899"/>
                  </a:lnTo>
                  <a:lnTo>
                    <a:pt x="111114" y="39770"/>
                  </a:lnTo>
                  <a:lnTo>
                    <a:pt x="121187" y="33899"/>
                  </a:lnTo>
                  <a:lnTo>
                    <a:pt x="111114" y="27995"/>
                  </a:lnTo>
                  <a:close/>
                  <a:moveTo>
                    <a:pt x="132295" y="27995"/>
                  </a:moveTo>
                  <a:lnTo>
                    <a:pt x="122188" y="33899"/>
                  </a:lnTo>
                  <a:lnTo>
                    <a:pt x="132295" y="39770"/>
                  </a:lnTo>
                  <a:lnTo>
                    <a:pt x="142369" y="33899"/>
                  </a:lnTo>
                  <a:lnTo>
                    <a:pt x="132295" y="27995"/>
                  </a:lnTo>
                  <a:close/>
                  <a:moveTo>
                    <a:pt x="153477" y="27995"/>
                  </a:moveTo>
                  <a:lnTo>
                    <a:pt x="143370" y="33899"/>
                  </a:lnTo>
                  <a:lnTo>
                    <a:pt x="153477" y="39770"/>
                  </a:lnTo>
                  <a:lnTo>
                    <a:pt x="163551" y="33899"/>
                  </a:lnTo>
                  <a:lnTo>
                    <a:pt x="153477" y="27995"/>
                  </a:lnTo>
                  <a:close/>
                  <a:moveTo>
                    <a:pt x="171223" y="29997"/>
                  </a:moveTo>
                  <a:lnTo>
                    <a:pt x="164552" y="33899"/>
                  </a:lnTo>
                  <a:lnTo>
                    <a:pt x="174659" y="39770"/>
                  </a:lnTo>
                  <a:lnTo>
                    <a:pt x="176627" y="38603"/>
                  </a:lnTo>
                  <a:cubicBezTo>
                    <a:pt x="175193" y="35534"/>
                    <a:pt x="173358" y="32632"/>
                    <a:pt x="171223" y="29997"/>
                  </a:cubicBezTo>
                  <a:close/>
                  <a:moveTo>
                    <a:pt x="3003" y="39070"/>
                  </a:moveTo>
                  <a:cubicBezTo>
                    <a:pt x="2603" y="39937"/>
                    <a:pt x="2269" y="40771"/>
                    <a:pt x="1936" y="41638"/>
                  </a:cubicBezTo>
                  <a:lnTo>
                    <a:pt x="4671" y="40071"/>
                  </a:lnTo>
                  <a:lnTo>
                    <a:pt x="3003" y="39070"/>
                  </a:lnTo>
                  <a:close/>
                  <a:moveTo>
                    <a:pt x="176827" y="39070"/>
                  </a:moveTo>
                  <a:lnTo>
                    <a:pt x="175159" y="40071"/>
                  </a:lnTo>
                  <a:lnTo>
                    <a:pt x="177861" y="41638"/>
                  </a:lnTo>
                  <a:cubicBezTo>
                    <a:pt x="177561" y="40771"/>
                    <a:pt x="177228" y="39937"/>
                    <a:pt x="176827" y="39070"/>
                  </a:cubicBezTo>
                  <a:close/>
                  <a:moveTo>
                    <a:pt x="177895" y="41638"/>
                  </a:moveTo>
                  <a:lnTo>
                    <a:pt x="177895" y="41638"/>
                  </a:lnTo>
                  <a:cubicBezTo>
                    <a:pt x="177911" y="41705"/>
                    <a:pt x="177936" y="41780"/>
                    <a:pt x="177961" y="41855"/>
                  </a:cubicBezTo>
                  <a:lnTo>
                    <a:pt x="177895" y="41638"/>
                  </a:lnTo>
                  <a:close/>
                  <a:moveTo>
                    <a:pt x="177961" y="41855"/>
                  </a:moveTo>
                  <a:lnTo>
                    <a:pt x="178028" y="42072"/>
                  </a:lnTo>
                  <a:cubicBezTo>
                    <a:pt x="178011" y="42005"/>
                    <a:pt x="177986" y="41930"/>
                    <a:pt x="177961" y="41855"/>
                  </a:cubicBezTo>
                  <a:close/>
                  <a:moveTo>
                    <a:pt x="1936" y="41638"/>
                  </a:moveTo>
                  <a:lnTo>
                    <a:pt x="1936" y="41638"/>
                  </a:lnTo>
                  <a:cubicBezTo>
                    <a:pt x="1869" y="41905"/>
                    <a:pt x="1769" y="42139"/>
                    <a:pt x="1702" y="42372"/>
                  </a:cubicBezTo>
                  <a:cubicBezTo>
                    <a:pt x="1769" y="42139"/>
                    <a:pt x="1902" y="41905"/>
                    <a:pt x="1936" y="41638"/>
                  </a:cubicBezTo>
                  <a:close/>
                  <a:moveTo>
                    <a:pt x="15779" y="34166"/>
                  </a:moveTo>
                  <a:lnTo>
                    <a:pt x="5672" y="40071"/>
                  </a:lnTo>
                  <a:lnTo>
                    <a:pt x="15779" y="45941"/>
                  </a:lnTo>
                  <a:lnTo>
                    <a:pt x="25886" y="40071"/>
                  </a:lnTo>
                  <a:lnTo>
                    <a:pt x="15779" y="34166"/>
                  </a:lnTo>
                  <a:close/>
                  <a:moveTo>
                    <a:pt x="36961" y="34166"/>
                  </a:moveTo>
                  <a:lnTo>
                    <a:pt x="26853" y="40071"/>
                  </a:lnTo>
                  <a:lnTo>
                    <a:pt x="36961" y="45941"/>
                  </a:lnTo>
                  <a:lnTo>
                    <a:pt x="47068" y="40071"/>
                  </a:lnTo>
                  <a:lnTo>
                    <a:pt x="36961" y="34166"/>
                  </a:lnTo>
                  <a:close/>
                  <a:moveTo>
                    <a:pt x="58142" y="34166"/>
                  </a:moveTo>
                  <a:lnTo>
                    <a:pt x="48035" y="40071"/>
                  </a:lnTo>
                  <a:lnTo>
                    <a:pt x="58142" y="45941"/>
                  </a:lnTo>
                  <a:lnTo>
                    <a:pt x="68250" y="40071"/>
                  </a:lnTo>
                  <a:lnTo>
                    <a:pt x="58142" y="34166"/>
                  </a:lnTo>
                  <a:close/>
                  <a:moveTo>
                    <a:pt x="79324" y="34166"/>
                  </a:moveTo>
                  <a:lnTo>
                    <a:pt x="69217" y="40071"/>
                  </a:lnTo>
                  <a:lnTo>
                    <a:pt x="79324" y="45941"/>
                  </a:lnTo>
                  <a:lnTo>
                    <a:pt x="89431" y="40071"/>
                  </a:lnTo>
                  <a:lnTo>
                    <a:pt x="79324" y="34166"/>
                  </a:lnTo>
                  <a:close/>
                  <a:moveTo>
                    <a:pt x="100506" y="34166"/>
                  </a:moveTo>
                  <a:lnTo>
                    <a:pt x="90432" y="40071"/>
                  </a:lnTo>
                  <a:lnTo>
                    <a:pt x="100506" y="45941"/>
                  </a:lnTo>
                  <a:lnTo>
                    <a:pt x="110613" y="40071"/>
                  </a:lnTo>
                  <a:lnTo>
                    <a:pt x="100506" y="34166"/>
                  </a:lnTo>
                  <a:close/>
                  <a:moveTo>
                    <a:pt x="121688" y="34166"/>
                  </a:moveTo>
                  <a:lnTo>
                    <a:pt x="111614" y="40071"/>
                  </a:lnTo>
                  <a:lnTo>
                    <a:pt x="121688" y="45941"/>
                  </a:lnTo>
                  <a:lnTo>
                    <a:pt x="131795" y="40071"/>
                  </a:lnTo>
                  <a:lnTo>
                    <a:pt x="121688" y="34166"/>
                  </a:lnTo>
                  <a:close/>
                  <a:moveTo>
                    <a:pt x="142870" y="34166"/>
                  </a:moveTo>
                  <a:lnTo>
                    <a:pt x="132796" y="40071"/>
                  </a:lnTo>
                  <a:lnTo>
                    <a:pt x="142870" y="45941"/>
                  </a:lnTo>
                  <a:lnTo>
                    <a:pt x="152977" y="40071"/>
                  </a:lnTo>
                  <a:lnTo>
                    <a:pt x="142870" y="34166"/>
                  </a:lnTo>
                  <a:close/>
                  <a:moveTo>
                    <a:pt x="164085" y="34166"/>
                  </a:moveTo>
                  <a:lnTo>
                    <a:pt x="153978" y="40071"/>
                  </a:lnTo>
                  <a:lnTo>
                    <a:pt x="164051" y="45941"/>
                  </a:lnTo>
                  <a:lnTo>
                    <a:pt x="174159" y="40071"/>
                  </a:lnTo>
                  <a:lnTo>
                    <a:pt x="164085" y="34166"/>
                  </a:lnTo>
                  <a:close/>
                  <a:moveTo>
                    <a:pt x="201" y="49210"/>
                  </a:moveTo>
                  <a:cubicBezTo>
                    <a:pt x="201" y="49411"/>
                    <a:pt x="134" y="49577"/>
                    <a:pt x="134" y="49778"/>
                  </a:cubicBezTo>
                  <a:lnTo>
                    <a:pt x="168" y="49778"/>
                  </a:lnTo>
                  <a:cubicBezTo>
                    <a:pt x="168" y="49577"/>
                    <a:pt x="234" y="49411"/>
                    <a:pt x="201" y="49210"/>
                  </a:cubicBezTo>
                  <a:close/>
                  <a:moveTo>
                    <a:pt x="5171" y="40337"/>
                  </a:moveTo>
                  <a:lnTo>
                    <a:pt x="1702" y="42372"/>
                  </a:lnTo>
                  <a:cubicBezTo>
                    <a:pt x="968" y="44607"/>
                    <a:pt x="468" y="46909"/>
                    <a:pt x="234" y="49210"/>
                  </a:cubicBezTo>
                  <a:lnTo>
                    <a:pt x="5205" y="52113"/>
                  </a:lnTo>
                  <a:lnTo>
                    <a:pt x="15279" y="46242"/>
                  </a:lnTo>
                  <a:lnTo>
                    <a:pt x="5171" y="40337"/>
                  </a:lnTo>
                  <a:close/>
                  <a:moveTo>
                    <a:pt x="26353" y="40337"/>
                  </a:moveTo>
                  <a:lnTo>
                    <a:pt x="16279" y="46242"/>
                  </a:lnTo>
                  <a:lnTo>
                    <a:pt x="26353" y="52113"/>
                  </a:lnTo>
                  <a:lnTo>
                    <a:pt x="36460" y="46242"/>
                  </a:lnTo>
                  <a:lnTo>
                    <a:pt x="26353" y="40337"/>
                  </a:lnTo>
                  <a:close/>
                  <a:moveTo>
                    <a:pt x="47568" y="40337"/>
                  </a:moveTo>
                  <a:lnTo>
                    <a:pt x="37461" y="46242"/>
                  </a:lnTo>
                  <a:lnTo>
                    <a:pt x="47568" y="52113"/>
                  </a:lnTo>
                  <a:lnTo>
                    <a:pt x="57642" y="46242"/>
                  </a:lnTo>
                  <a:lnTo>
                    <a:pt x="47568" y="40337"/>
                  </a:lnTo>
                  <a:close/>
                  <a:moveTo>
                    <a:pt x="68750" y="40337"/>
                  </a:moveTo>
                  <a:lnTo>
                    <a:pt x="58643" y="46242"/>
                  </a:lnTo>
                  <a:lnTo>
                    <a:pt x="68750" y="52113"/>
                  </a:lnTo>
                  <a:lnTo>
                    <a:pt x="78824" y="46242"/>
                  </a:lnTo>
                  <a:lnTo>
                    <a:pt x="68750" y="40337"/>
                  </a:lnTo>
                  <a:close/>
                  <a:moveTo>
                    <a:pt x="89932" y="40337"/>
                  </a:moveTo>
                  <a:lnTo>
                    <a:pt x="79825" y="46242"/>
                  </a:lnTo>
                  <a:lnTo>
                    <a:pt x="89932" y="52113"/>
                  </a:lnTo>
                  <a:lnTo>
                    <a:pt x="100006" y="46242"/>
                  </a:lnTo>
                  <a:lnTo>
                    <a:pt x="89932" y="40337"/>
                  </a:lnTo>
                  <a:close/>
                  <a:moveTo>
                    <a:pt x="111080" y="40337"/>
                  </a:moveTo>
                  <a:lnTo>
                    <a:pt x="101006" y="46242"/>
                  </a:lnTo>
                  <a:lnTo>
                    <a:pt x="111080" y="52113"/>
                  </a:lnTo>
                  <a:lnTo>
                    <a:pt x="121187" y="46242"/>
                  </a:lnTo>
                  <a:lnTo>
                    <a:pt x="111080" y="40337"/>
                  </a:lnTo>
                  <a:close/>
                  <a:moveTo>
                    <a:pt x="132295" y="40337"/>
                  </a:moveTo>
                  <a:lnTo>
                    <a:pt x="122188" y="46242"/>
                  </a:lnTo>
                  <a:lnTo>
                    <a:pt x="132295" y="52113"/>
                  </a:lnTo>
                  <a:lnTo>
                    <a:pt x="142369" y="46242"/>
                  </a:lnTo>
                  <a:lnTo>
                    <a:pt x="132295" y="40337"/>
                  </a:lnTo>
                  <a:close/>
                  <a:moveTo>
                    <a:pt x="153477" y="40337"/>
                  </a:moveTo>
                  <a:lnTo>
                    <a:pt x="143370" y="46208"/>
                  </a:lnTo>
                  <a:lnTo>
                    <a:pt x="153477" y="52113"/>
                  </a:lnTo>
                  <a:lnTo>
                    <a:pt x="163551" y="46208"/>
                  </a:lnTo>
                  <a:lnTo>
                    <a:pt x="153477" y="40337"/>
                  </a:lnTo>
                  <a:close/>
                  <a:moveTo>
                    <a:pt x="174659" y="40337"/>
                  </a:moveTo>
                  <a:lnTo>
                    <a:pt x="164552" y="46242"/>
                  </a:lnTo>
                  <a:lnTo>
                    <a:pt x="174659" y="52113"/>
                  </a:lnTo>
                  <a:lnTo>
                    <a:pt x="179629" y="49210"/>
                  </a:lnTo>
                  <a:cubicBezTo>
                    <a:pt x="179362" y="46875"/>
                    <a:pt x="178862" y="44574"/>
                    <a:pt x="178128" y="42372"/>
                  </a:cubicBezTo>
                  <a:lnTo>
                    <a:pt x="174659" y="40337"/>
                  </a:lnTo>
                  <a:close/>
                  <a:moveTo>
                    <a:pt x="168" y="49778"/>
                  </a:moveTo>
                  <a:cubicBezTo>
                    <a:pt x="1" y="51512"/>
                    <a:pt x="1" y="53280"/>
                    <a:pt x="168" y="55048"/>
                  </a:cubicBezTo>
                  <a:lnTo>
                    <a:pt x="4671" y="52413"/>
                  </a:lnTo>
                  <a:lnTo>
                    <a:pt x="168" y="49778"/>
                  </a:lnTo>
                  <a:close/>
                  <a:moveTo>
                    <a:pt x="179663" y="49778"/>
                  </a:moveTo>
                  <a:lnTo>
                    <a:pt x="175159" y="52413"/>
                  </a:lnTo>
                  <a:lnTo>
                    <a:pt x="179663" y="55048"/>
                  </a:lnTo>
                  <a:cubicBezTo>
                    <a:pt x="179829" y="53280"/>
                    <a:pt x="179829" y="51512"/>
                    <a:pt x="179663" y="49778"/>
                  </a:cubicBezTo>
                  <a:close/>
                  <a:moveTo>
                    <a:pt x="201" y="55281"/>
                  </a:moveTo>
                  <a:cubicBezTo>
                    <a:pt x="201" y="55382"/>
                    <a:pt x="234" y="55482"/>
                    <a:pt x="234" y="55582"/>
                  </a:cubicBezTo>
                  <a:cubicBezTo>
                    <a:pt x="234" y="55482"/>
                    <a:pt x="234" y="55382"/>
                    <a:pt x="201" y="55281"/>
                  </a:cubicBezTo>
                  <a:close/>
                  <a:moveTo>
                    <a:pt x="36961" y="46509"/>
                  </a:moveTo>
                  <a:lnTo>
                    <a:pt x="26853" y="52413"/>
                  </a:lnTo>
                  <a:lnTo>
                    <a:pt x="36961" y="58284"/>
                  </a:lnTo>
                  <a:lnTo>
                    <a:pt x="47068" y="52413"/>
                  </a:lnTo>
                  <a:lnTo>
                    <a:pt x="36961" y="46509"/>
                  </a:lnTo>
                  <a:close/>
                  <a:moveTo>
                    <a:pt x="58142" y="46509"/>
                  </a:moveTo>
                  <a:lnTo>
                    <a:pt x="48035" y="52413"/>
                  </a:lnTo>
                  <a:lnTo>
                    <a:pt x="58142" y="58284"/>
                  </a:lnTo>
                  <a:lnTo>
                    <a:pt x="68250" y="52413"/>
                  </a:lnTo>
                  <a:lnTo>
                    <a:pt x="58142" y="46509"/>
                  </a:lnTo>
                  <a:close/>
                  <a:moveTo>
                    <a:pt x="79324" y="46509"/>
                  </a:moveTo>
                  <a:lnTo>
                    <a:pt x="69217" y="52413"/>
                  </a:lnTo>
                  <a:lnTo>
                    <a:pt x="79324" y="58284"/>
                  </a:lnTo>
                  <a:lnTo>
                    <a:pt x="89398" y="52413"/>
                  </a:lnTo>
                  <a:lnTo>
                    <a:pt x="79324" y="46509"/>
                  </a:lnTo>
                  <a:close/>
                  <a:moveTo>
                    <a:pt x="100506" y="46509"/>
                  </a:moveTo>
                  <a:lnTo>
                    <a:pt x="90399" y="52413"/>
                  </a:lnTo>
                  <a:lnTo>
                    <a:pt x="100506" y="58284"/>
                  </a:lnTo>
                  <a:lnTo>
                    <a:pt x="110580" y="52413"/>
                  </a:lnTo>
                  <a:lnTo>
                    <a:pt x="100506" y="46509"/>
                  </a:lnTo>
                  <a:close/>
                  <a:moveTo>
                    <a:pt x="121688" y="46542"/>
                  </a:moveTo>
                  <a:lnTo>
                    <a:pt x="111614" y="52413"/>
                  </a:lnTo>
                  <a:lnTo>
                    <a:pt x="121688" y="58284"/>
                  </a:lnTo>
                  <a:lnTo>
                    <a:pt x="131795" y="52413"/>
                  </a:lnTo>
                  <a:lnTo>
                    <a:pt x="121688" y="46542"/>
                  </a:lnTo>
                  <a:close/>
                  <a:moveTo>
                    <a:pt x="142870" y="46509"/>
                  </a:moveTo>
                  <a:lnTo>
                    <a:pt x="132796" y="52379"/>
                  </a:lnTo>
                  <a:lnTo>
                    <a:pt x="142870" y="58284"/>
                  </a:lnTo>
                  <a:lnTo>
                    <a:pt x="152977" y="52379"/>
                  </a:lnTo>
                  <a:lnTo>
                    <a:pt x="142870" y="46509"/>
                  </a:lnTo>
                  <a:close/>
                  <a:moveTo>
                    <a:pt x="164085" y="46509"/>
                  </a:moveTo>
                  <a:lnTo>
                    <a:pt x="154011" y="52413"/>
                  </a:lnTo>
                  <a:lnTo>
                    <a:pt x="164085" y="58284"/>
                  </a:lnTo>
                  <a:lnTo>
                    <a:pt x="174192" y="52413"/>
                  </a:lnTo>
                  <a:lnTo>
                    <a:pt x="164085" y="46509"/>
                  </a:lnTo>
                  <a:close/>
                  <a:moveTo>
                    <a:pt x="15779" y="46509"/>
                  </a:moveTo>
                  <a:lnTo>
                    <a:pt x="5672" y="52413"/>
                  </a:lnTo>
                  <a:lnTo>
                    <a:pt x="15779" y="58317"/>
                  </a:lnTo>
                  <a:lnTo>
                    <a:pt x="25886" y="52413"/>
                  </a:lnTo>
                  <a:lnTo>
                    <a:pt x="15779" y="46509"/>
                  </a:lnTo>
                  <a:close/>
                  <a:moveTo>
                    <a:pt x="1702" y="62453"/>
                  </a:moveTo>
                  <a:lnTo>
                    <a:pt x="1702" y="62453"/>
                  </a:lnTo>
                  <a:cubicBezTo>
                    <a:pt x="1707" y="62464"/>
                    <a:pt x="1712" y="62474"/>
                    <a:pt x="1717" y="62484"/>
                  </a:cubicBezTo>
                  <a:lnTo>
                    <a:pt x="1717" y="62484"/>
                  </a:lnTo>
                  <a:cubicBezTo>
                    <a:pt x="1715" y="62475"/>
                    <a:pt x="1713" y="62467"/>
                    <a:pt x="1710" y="62458"/>
                  </a:cubicBezTo>
                  <a:lnTo>
                    <a:pt x="1710" y="62458"/>
                  </a:lnTo>
                  <a:lnTo>
                    <a:pt x="1702" y="62453"/>
                  </a:lnTo>
                  <a:close/>
                  <a:moveTo>
                    <a:pt x="1717" y="62484"/>
                  </a:moveTo>
                  <a:lnTo>
                    <a:pt x="1717" y="62484"/>
                  </a:lnTo>
                  <a:cubicBezTo>
                    <a:pt x="1753" y="62622"/>
                    <a:pt x="1811" y="62738"/>
                    <a:pt x="1869" y="62854"/>
                  </a:cubicBezTo>
                  <a:cubicBezTo>
                    <a:pt x="1807" y="62730"/>
                    <a:pt x="1774" y="62607"/>
                    <a:pt x="1717" y="62484"/>
                  </a:cubicBezTo>
                  <a:close/>
                  <a:moveTo>
                    <a:pt x="5171" y="52680"/>
                  </a:moveTo>
                  <a:lnTo>
                    <a:pt x="234" y="55582"/>
                  </a:lnTo>
                  <a:cubicBezTo>
                    <a:pt x="468" y="57917"/>
                    <a:pt x="968" y="60218"/>
                    <a:pt x="1702" y="62453"/>
                  </a:cubicBezTo>
                  <a:lnTo>
                    <a:pt x="1702" y="62420"/>
                  </a:lnTo>
                  <a:cubicBezTo>
                    <a:pt x="1705" y="62433"/>
                    <a:pt x="1708" y="62446"/>
                    <a:pt x="1710" y="62458"/>
                  </a:cubicBezTo>
                  <a:lnTo>
                    <a:pt x="1710" y="62458"/>
                  </a:lnTo>
                  <a:lnTo>
                    <a:pt x="5171" y="64455"/>
                  </a:lnTo>
                  <a:lnTo>
                    <a:pt x="15279" y="58584"/>
                  </a:lnTo>
                  <a:lnTo>
                    <a:pt x="5171" y="52680"/>
                  </a:lnTo>
                  <a:close/>
                  <a:moveTo>
                    <a:pt x="26353" y="52680"/>
                  </a:moveTo>
                  <a:lnTo>
                    <a:pt x="16279" y="58584"/>
                  </a:lnTo>
                  <a:lnTo>
                    <a:pt x="26353" y="64455"/>
                  </a:lnTo>
                  <a:lnTo>
                    <a:pt x="36460" y="58584"/>
                  </a:lnTo>
                  <a:lnTo>
                    <a:pt x="26353" y="52680"/>
                  </a:lnTo>
                  <a:close/>
                  <a:moveTo>
                    <a:pt x="47568" y="52680"/>
                  </a:moveTo>
                  <a:lnTo>
                    <a:pt x="37461" y="58584"/>
                  </a:lnTo>
                  <a:lnTo>
                    <a:pt x="47568" y="64455"/>
                  </a:lnTo>
                  <a:lnTo>
                    <a:pt x="57642" y="58584"/>
                  </a:lnTo>
                  <a:lnTo>
                    <a:pt x="47568" y="52680"/>
                  </a:lnTo>
                  <a:close/>
                  <a:moveTo>
                    <a:pt x="68717" y="52680"/>
                  </a:moveTo>
                  <a:lnTo>
                    <a:pt x="58643" y="58584"/>
                  </a:lnTo>
                  <a:lnTo>
                    <a:pt x="68717" y="64455"/>
                  </a:lnTo>
                  <a:lnTo>
                    <a:pt x="78824" y="58584"/>
                  </a:lnTo>
                  <a:lnTo>
                    <a:pt x="68717" y="52680"/>
                  </a:lnTo>
                  <a:close/>
                  <a:moveTo>
                    <a:pt x="89898" y="52680"/>
                  </a:moveTo>
                  <a:lnTo>
                    <a:pt x="79825" y="58584"/>
                  </a:lnTo>
                  <a:lnTo>
                    <a:pt x="89898" y="64455"/>
                  </a:lnTo>
                  <a:lnTo>
                    <a:pt x="100006" y="58584"/>
                  </a:lnTo>
                  <a:lnTo>
                    <a:pt x="89898" y="52680"/>
                  </a:lnTo>
                  <a:close/>
                  <a:moveTo>
                    <a:pt x="111080" y="52680"/>
                  </a:moveTo>
                  <a:lnTo>
                    <a:pt x="101006" y="58584"/>
                  </a:lnTo>
                  <a:lnTo>
                    <a:pt x="111080" y="64455"/>
                  </a:lnTo>
                  <a:lnTo>
                    <a:pt x="121187" y="58584"/>
                  </a:lnTo>
                  <a:lnTo>
                    <a:pt x="111080" y="52680"/>
                  </a:lnTo>
                  <a:close/>
                  <a:moveTo>
                    <a:pt x="132295" y="52680"/>
                  </a:moveTo>
                  <a:lnTo>
                    <a:pt x="122188" y="58584"/>
                  </a:lnTo>
                  <a:lnTo>
                    <a:pt x="132295" y="64455"/>
                  </a:lnTo>
                  <a:lnTo>
                    <a:pt x="142369" y="58584"/>
                  </a:lnTo>
                  <a:lnTo>
                    <a:pt x="132295" y="52680"/>
                  </a:lnTo>
                  <a:close/>
                  <a:moveTo>
                    <a:pt x="153477" y="52680"/>
                  </a:moveTo>
                  <a:lnTo>
                    <a:pt x="143370" y="58584"/>
                  </a:lnTo>
                  <a:lnTo>
                    <a:pt x="153477" y="64455"/>
                  </a:lnTo>
                  <a:lnTo>
                    <a:pt x="163551" y="58584"/>
                  </a:lnTo>
                  <a:lnTo>
                    <a:pt x="153477" y="52680"/>
                  </a:lnTo>
                  <a:close/>
                  <a:moveTo>
                    <a:pt x="174659" y="52680"/>
                  </a:moveTo>
                  <a:lnTo>
                    <a:pt x="164552" y="58584"/>
                  </a:lnTo>
                  <a:lnTo>
                    <a:pt x="174659" y="64455"/>
                  </a:lnTo>
                  <a:lnTo>
                    <a:pt x="178128" y="62420"/>
                  </a:lnTo>
                  <a:cubicBezTo>
                    <a:pt x="178895" y="60218"/>
                    <a:pt x="179362" y="57917"/>
                    <a:pt x="179629" y="55582"/>
                  </a:cubicBezTo>
                  <a:lnTo>
                    <a:pt x="174659" y="52680"/>
                  </a:lnTo>
                  <a:close/>
                  <a:moveTo>
                    <a:pt x="1936" y="63154"/>
                  </a:moveTo>
                  <a:cubicBezTo>
                    <a:pt x="2269" y="64021"/>
                    <a:pt x="2603" y="64888"/>
                    <a:pt x="3003" y="65722"/>
                  </a:cubicBezTo>
                  <a:lnTo>
                    <a:pt x="4671" y="64755"/>
                  </a:lnTo>
                  <a:lnTo>
                    <a:pt x="1936" y="63154"/>
                  </a:lnTo>
                  <a:close/>
                  <a:moveTo>
                    <a:pt x="177895" y="63154"/>
                  </a:moveTo>
                  <a:lnTo>
                    <a:pt x="175159" y="64755"/>
                  </a:lnTo>
                  <a:lnTo>
                    <a:pt x="176827" y="65722"/>
                  </a:lnTo>
                  <a:cubicBezTo>
                    <a:pt x="177228" y="64888"/>
                    <a:pt x="177561" y="64021"/>
                    <a:pt x="177895" y="63154"/>
                  </a:cubicBezTo>
                  <a:close/>
                  <a:moveTo>
                    <a:pt x="176827" y="65756"/>
                  </a:moveTo>
                  <a:lnTo>
                    <a:pt x="176827" y="65756"/>
                  </a:lnTo>
                  <a:cubicBezTo>
                    <a:pt x="176794" y="65822"/>
                    <a:pt x="176761" y="65897"/>
                    <a:pt x="176727" y="65972"/>
                  </a:cubicBezTo>
                  <a:lnTo>
                    <a:pt x="176727" y="65972"/>
                  </a:lnTo>
                  <a:lnTo>
                    <a:pt x="176827" y="65756"/>
                  </a:lnTo>
                  <a:close/>
                  <a:moveTo>
                    <a:pt x="3003" y="65722"/>
                  </a:moveTo>
                  <a:lnTo>
                    <a:pt x="3003" y="65756"/>
                  </a:lnTo>
                  <a:cubicBezTo>
                    <a:pt x="3070" y="65889"/>
                    <a:pt x="3137" y="66056"/>
                    <a:pt x="3203" y="66189"/>
                  </a:cubicBezTo>
                  <a:cubicBezTo>
                    <a:pt x="3137" y="66056"/>
                    <a:pt x="3070" y="65889"/>
                    <a:pt x="3003" y="65722"/>
                  </a:cubicBezTo>
                  <a:close/>
                  <a:moveTo>
                    <a:pt x="176727" y="65972"/>
                  </a:moveTo>
                  <a:lnTo>
                    <a:pt x="176627" y="66189"/>
                  </a:lnTo>
                  <a:lnTo>
                    <a:pt x="176627" y="66189"/>
                  </a:lnTo>
                  <a:cubicBezTo>
                    <a:pt x="176660" y="66123"/>
                    <a:pt x="176694" y="66048"/>
                    <a:pt x="176727" y="65972"/>
                  </a:cubicBezTo>
                  <a:close/>
                  <a:moveTo>
                    <a:pt x="15779" y="58884"/>
                  </a:moveTo>
                  <a:lnTo>
                    <a:pt x="5672" y="64755"/>
                  </a:lnTo>
                  <a:lnTo>
                    <a:pt x="15779" y="70626"/>
                  </a:lnTo>
                  <a:lnTo>
                    <a:pt x="25886" y="64755"/>
                  </a:lnTo>
                  <a:lnTo>
                    <a:pt x="15779" y="58884"/>
                  </a:lnTo>
                  <a:close/>
                  <a:moveTo>
                    <a:pt x="36961" y="58851"/>
                  </a:moveTo>
                  <a:lnTo>
                    <a:pt x="26853" y="64755"/>
                  </a:lnTo>
                  <a:lnTo>
                    <a:pt x="36961" y="70626"/>
                  </a:lnTo>
                  <a:lnTo>
                    <a:pt x="47068" y="64755"/>
                  </a:lnTo>
                  <a:lnTo>
                    <a:pt x="36961" y="58851"/>
                  </a:lnTo>
                  <a:close/>
                  <a:moveTo>
                    <a:pt x="58142" y="58884"/>
                  </a:moveTo>
                  <a:lnTo>
                    <a:pt x="48035" y="64755"/>
                  </a:lnTo>
                  <a:lnTo>
                    <a:pt x="58142" y="70626"/>
                  </a:lnTo>
                  <a:lnTo>
                    <a:pt x="68216" y="64755"/>
                  </a:lnTo>
                  <a:lnTo>
                    <a:pt x="58142" y="58884"/>
                  </a:lnTo>
                  <a:close/>
                  <a:moveTo>
                    <a:pt x="79324" y="58884"/>
                  </a:moveTo>
                  <a:lnTo>
                    <a:pt x="69217" y="64755"/>
                  </a:lnTo>
                  <a:lnTo>
                    <a:pt x="79324" y="70626"/>
                  </a:lnTo>
                  <a:lnTo>
                    <a:pt x="89398" y="64755"/>
                  </a:lnTo>
                  <a:lnTo>
                    <a:pt x="79324" y="58884"/>
                  </a:lnTo>
                  <a:close/>
                  <a:moveTo>
                    <a:pt x="100506" y="58884"/>
                  </a:moveTo>
                  <a:lnTo>
                    <a:pt x="90432" y="64755"/>
                  </a:lnTo>
                  <a:lnTo>
                    <a:pt x="100506" y="70626"/>
                  </a:lnTo>
                  <a:lnTo>
                    <a:pt x="110580" y="64755"/>
                  </a:lnTo>
                  <a:lnTo>
                    <a:pt x="100506" y="58884"/>
                  </a:lnTo>
                  <a:close/>
                  <a:moveTo>
                    <a:pt x="121688" y="58851"/>
                  </a:moveTo>
                  <a:lnTo>
                    <a:pt x="111614" y="64755"/>
                  </a:lnTo>
                  <a:lnTo>
                    <a:pt x="121688" y="70626"/>
                  </a:lnTo>
                  <a:lnTo>
                    <a:pt x="131795" y="64755"/>
                  </a:lnTo>
                  <a:lnTo>
                    <a:pt x="121688" y="58851"/>
                  </a:lnTo>
                  <a:close/>
                  <a:moveTo>
                    <a:pt x="142870" y="58851"/>
                  </a:moveTo>
                  <a:lnTo>
                    <a:pt x="132796" y="64755"/>
                  </a:lnTo>
                  <a:lnTo>
                    <a:pt x="142870" y="70626"/>
                  </a:lnTo>
                  <a:lnTo>
                    <a:pt x="152977" y="64755"/>
                  </a:lnTo>
                  <a:lnTo>
                    <a:pt x="142870" y="58851"/>
                  </a:lnTo>
                  <a:close/>
                  <a:moveTo>
                    <a:pt x="164051" y="58851"/>
                  </a:moveTo>
                  <a:lnTo>
                    <a:pt x="153978" y="64755"/>
                  </a:lnTo>
                  <a:lnTo>
                    <a:pt x="164051" y="70626"/>
                  </a:lnTo>
                  <a:lnTo>
                    <a:pt x="174159" y="64755"/>
                  </a:lnTo>
                  <a:lnTo>
                    <a:pt x="164051" y="58851"/>
                  </a:lnTo>
                  <a:close/>
                  <a:moveTo>
                    <a:pt x="5171" y="65055"/>
                  </a:moveTo>
                  <a:lnTo>
                    <a:pt x="3203" y="66189"/>
                  </a:lnTo>
                  <a:cubicBezTo>
                    <a:pt x="4638" y="69291"/>
                    <a:pt x="6472" y="72160"/>
                    <a:pt x="8607" y="74795"/>
                  </a:cubicBezTo>
                  <a:lnTo>
                    <a:pt x="15245" y="70926"/>
                  </a:lnTo>
                  <a:lnTo>
                    <a:pt x="5171" y="65055"/>
                  </a:lnTo>
                  <a:close/>
                  <a:moveTo>
                    <a:pt x="174626" y="65055"/>
                  </a:moveTo>
                  <a:lnTo>
                    <a:pt x="164552" y="70926"/>
                  </a:lnTo>
                  <a:lnTo>
                    <a:pt x="171190" y="74795"/>
                  </a:lnTo>
                  <a:cubicBezTo>
                    <a:pt x="173325" y="72160"/>
                    <a:pt x="175159" y="69258"/>
                    <a:pt x="176594" y="66189"/>
                  </a:cubicBezTo>
                  <a:lnTo>
                    <a:pt x="174626" y="65055"/>
                  </a:lnTo>
                  <a:close/>
                  <a:moveTo>
                    <a:pt x="26353" y="65055"/>
                  </a:moveTo>
                  <a:lnTo>
                    <a:pt x="16279" y="70926"/>
                  </a:lnTo>
                  <a:lnTo>
                    <a:pt x="26353" y="76830"/>
                  </a:lnTo>
                  <a:lnTo>
                    <a:pt x="36460" y="70926"/>
                  </a:lnTo>
                  <a:lnTo>
                    <a:pt x="26353" y="65055"/>
                  </a:lnTo>
                  <a:close/>
                  <a:moveTo>
                    <a:pt x="47535" y="65055"/>
                  </a:moveTo>
                  <a:lnTo>
                    <a:pt x="37461" y="70959"/>
                  </a:lnTo>
                  <a:lnTo>
                    <a:pt x="47568" y="76830"/>
                  </a:lnTo>
                  <a:lnTo>
                    <a:pt x="57642" y="70959"/>
                  </a:lnTo>
                  <a:lnTo>
                    <a:pt x="47535" y="65055"/>
                  </a:lnTo>
                  <a:close/>
                  <a:moveTo>
                    <a:pt x="68750" y="65055"/>
                  </a:moveTo>
                  <a:lnTo>
                    <a:pt x="58643" y="70926"/>
                  </a:lnTo>
                  <a:lnTo>
                    <a:pt x="68750" y="76830"/>
                  </a:lnTo>
                  <a:lnTo>
                    <a:pt x="78824" y="70926"/>
                  </a:lnTo>
                  <a:lnTo>
                    <a:pt x="68750" y="65055"/>
                  </a:lnTo>
                  <a:close/>
                  <a:moveTo>
                    <a:pt x="89898" y="65055"/>
                  </a:moveTo>
                  <a:lnTo>
                    <a:pt x="79825" y="70926"/>
                  </a:lnTo>
                  <a:lnTo>
                    <a:pt x="89932" y="76830"/>
                  </a:lnTo>
                  <a:lnTo>
                    <a:pt x="100006" y="70926"/>
                  </a:lnTo>
                  <a:lnTo>
                    <a:pt x="89898" y="65055"/>
                  </a:lnTo>
                  <a:close/>
                  <a:moveTo>
                    <a:pt x="111114" y="65022"/>
                  </a:moveTo>
                  <a:lnTo>
                    <a:pt x="101006" y="70926"/>
                  </a:lnTo>
                  <a:lnTo>
                    <a:pt x="111114" y="76830"/>
                  </a:lnTo>
                  <a:lnTo>
                    <a:pt x="121187" y="70926"/>
                  </a:lnTo>
                  <a:lnTo>
                    <a:pt x="111114" y="65022"/>
                  </a:lnTo>
                  <a:close/>
                  <a:moveTo>
                    <a:pt x="132295" y="65022"/>
                  </a:moveTo>
                  <a:lnTo>
                    <a:pt x="122188" y="70926"/>
                  </a:lnTo>
                  <a:lnTo>
                    <a:pt x="132295" y="76830"/>
                  </a:lnTo>
                  <a:lnTo>
                    <a:pt x="142369" y="70926"/>
                  </a:lnTo>
                  <a:lnTo>
                    <a:pt x="132295" y="65022"/>
                  </a:lnTo>
                  <a:close/>
                  <a:moveTo>
                    <a:pt x="153477" y="65022"/>
                  </a:moveTo>
                  <a:lnTo>
                    <a:pt x="143370" y="70926"/>
                  </a:lnTo>
                  <a:lnTo>
                    <a:pt x="153477" y="76830"/>
                  </a:lnTo>
                  <a:lnTo>
                    <a:pt x="163551" y="70926"/>
                  </a:lnTo>
                  <a:lnTo>
                    <a:pt x="153477" y="65022"/>
                  </a:lnTo>
                  <a:close/>
                  <a:moveTo>
                    <a:pt x="15779" y="71226"/>
                  </a:moveTo>
                  <a:lnTo>
                    <a:pt x="8974" y="75196"/>
                  </a:lnTo>
                  <a:cubicBezTo>
                    <a:pt x="11242" y="77898"/>
                    <a:pt x="13744" y="80366"/>
                    <a:pt x="16479" y="82601"/>
                  </a:cubicBezTo>
                  <a:lnTo>
                    <a:pt x="25886" y="77097"/>
                  </a:lnTo>
                  <a:lnTo>
                    <a:pt x="15779" y="71226"/>
                  </a:lnTo>
                  <a:close/>
                  <a:moveTo>
                    <a:pt x="164051" y="71226"/>
                  </a:moveTo>
                  <a:lnTo>
                    <a:pt x="153978" y="77097"/>
                  </a:lnTo>
                  <a:lnTo>
                    <a:pt x="163384" y="82601"/>
                  </a:lnTo>
                  <a:cubicBezTo>
                    <a:pt x="166120" y="80366"/>
                    <a:pt x="168621" y="77898"/>
                    <a:pt x="170856" y="75196"/>
                  </a:cubicBezTo>
                  <a:lnTo>
                    <a:pt x="164051" y="71226"/>
                  </a:lnTo>
                  <a:close/>
                  <a:moveTo>
                    <a:pt x="36961" y="71193"/>
                  </a:moveTo>
                  <a:lnTo>
                    <a:pt x="26853" y="77097"/>
                  </a:lnTo>
                  <a:lnTo>
                    <a:pt x="36961" y="82968"/>
                  </a:lnTo>
                  <a:lnTo>
                    <a:pt x="47068" y="77097"/>
                  </a:lnTo>
                  <a:lnTo>
                    <a:pt x="36961" y="71193"/>
                  </a:lnTo>
                  <a:close/>
                  <a:moveTo>
                    <a:pt x="58142" y="71193"/>
                  </a:moveTo>
                  <a:lnTo>
                    <a:pt x="48035" y="77097"/>
                  </a:lnTo>
                  <a:lnTo>
                    <a:pt x="58142" y="82968"/>
                  </a:lnTo>
                  <a:lnTo>
                    <a:pt x="68250" y="77097"/>
                  </a:lnTo>
                  <a:lnTo>
                    <a:pt x="58142" y="71193"/>
                  </a:lnTo>
                  <a:close/>
                  <a:moveTo>
                    <a:pt x="121688" y="71193"/>
                  </a:moveTo>
                  <a:lnTo>
                    <a:pt x="111614" y="77097"/>
                  </a:lnTo>
                  <a:lnTo>
                    <a:pt x="121688" y="82968"/>
                  </a:lnTo>
                  <a:lnTo>
                    <a:pt x="131795" y="77097"/>
                  </a:lnTo>
                  <a:lnTo>
                    <a:pt x="121688" y="71193"/>
                  </a:lnTo>
                  <a:close/>
                  <a:moveTo>
                    <a:pt x="79324" y="71226"/>
                  </a:moveTo>
                  <a:lnTo>
                    <a:pt x="69217" y="77097"/>
                  </a:lnTo>
                  <a:lnTo>
                    <a:pt x="79324" y="83001"/>
                  </a:lnTo>
                  <a:lnTo>
                    <a:pt x="89431" y="77097"/>
                  </a:lnTo>
                  <a:lnTo>
                    <a:pt x="79324" y="71226"/>
                  </a:lnTo>
                  <a:close/>
                  <a:moveTo>
                    <a:pt x="100506" y="71226"/>
                  </a:moveTo>
                  <a:lnTo>
                    <a:pt x="90432" y="77097"/>
                  </a:lnTo>
                  <a:lnTo>
                    <a:pt x="100506" y="83001"/>
                  </a:lnTo>
                  <a:lnTo>
                    <a:pt x="110613" y="77097"/>
                  </a:lnTo>
                  <a:lnTo>
                    <a:pt x="100506" y="71226"/>
                  </a:lnTo>
                  <a:close/>
                  <a:moveTo>
                    <a:pt x="142870" y="71226"/>
                  </a:moveTo>
                  <a:lnTo>
                    <a:pt x="132762" y="77097"/>
                  </a:lnTo>
                  <a:lnTo>
                    <a:pt x="142870" y="83001"/>
                  </a:lnTo>
                  <a:lnTo>
                    <a:pt x="152977" y="77097"/>
                  </a:lnTo>
                  <a:lnTo>
                    <a:pt x="142870" y="71226"/>
                  </a:lnTo>
                  <a:close/>
                  <a:moveTo>
                    <a:pt x="47568" y="77397"/>
                  </a:moveTo>
                  <a:lnTo>
                    <a:pt x="37461" y="83268"/>
                  </a:lnTo>
                  <a:lnTo>
                    <a:pt x="47568" y="89139"/>
                  </a:lnTo>
                  <a:lnTo>
                    <a:pt x="57642" y="83268"/>
                  </a:lnTo>
                  <a:lnTo>
                    <a:pt x="47568" y="77397"/>
                  </a:lnTo>
                  <a:close/>
                  <a:moveTo>
                    <a:pt x="68750" y="77397"/>
                  </a:moveTo>
                  <a:lnTo>
                    <a:pt x="58643" y="83268"/>
                  </a:lnTo>
                  <a:lnTo>
                    <a:pt x="68750" y="89139"/>
                  </a:lnTo>
                  <a:lnTo>
                    <a:pt x="78824" y="83268"/>
                  </a:lnTo>
                  <a:lnTo>
                    <a:pt x="68750" y="77397"/>
                  </a:lnTo>
                  <a:close/>
                  <a:moveTo>
                    <a:pt x="111114" y="77397"/>
                  </a:moveTo>
                  <a:lnTo>
                    <a:pt x="101006" y="83268"/>
                  </a:lnTo>
                  <a:lnTo>
                    <a:pt x="111114" y="89139"/>
                  </a:lnTo>
                  <a:lnTo>
                    <a:pt x="121187" y="83268"/>
                  </a:lnTo>
                  <a:lnTo>
                    <a:pt x="111114" y="77397"/>
                  </a:lnTo>
                  <a:close/>
                  <a:moveTo>
                    <a:pt x="26353" y="77397"/>
                  </a:moveTo>
                  <a:lnTo>
                    <a:pt x="16913" y="82935"/>
                  </a:lnTo>
                  <a:cubicBezTo>
                    <a:pt x="18214" y="84002"/>
                    <a:pt x="19582" y="85003"/>
                    <a:pt x="21016" y="86037"/>
                  </a:cubicBezTo>
                  <a:lnTo>
                    <a:pt x="26386" y="89172"/>
                  </a:lnTo>
                  <a:lnTo>
                    <a:pt x="36460" y="83268"/>
                  </a:lnTo>
                  <a:lnTo>
                    <a:pt x="26353" y="77397"/>
                  </a:lnTo>
                  <a:close/>
                  <a:moveTo>
                    <a:pt x="89932" y="77397"/>
                  </a:moveTo>
                  <a:lnTo>
                    <a:pt x="79825" y="83268"/>
                  </a:lnTo>
                  <a:lnTo>
                    <a:pt x="89932" y="89172"/>
                  </a:lnTo>
                  <a:lnTo>
                    <a:pt x="100006" y="83268"/>
                  </a:lnTo>
                  <a:lnTo>
                    <a:pt x="89932" y="77397"/>
                  </a:lnTo>
                  <a:close/>
                  <a:moveTo>
                    <a:pt x="132262" y="77397"/>
                  </a:moveTo>
                  <a:lnTo>
                    <a:pt x="122188" y="83268"/>
                  </a:lnTo>
                  <a:lnTo>
                    <a:pt x="132262" y="89172"/>
                  </a:lnTo>
                  <a:lnTo>
                    <a:pt x="142369" y="83268"/>
                  </a:lnTo>
                  <a:lnTo>
                    <a:pt x="132262" y="77397"/>
                  </a:lnTo>
                  <a:close/>
                  <a:moveTo>
                    <a:pt x="153477" y="77397"/>
                  </a:moveTo>
                  <a:lnTo>
                    <a:pt x="143370" y="83268"/>
                  </a:lnTo>
                  <a:lnTo>
                    <a:pt x="153477" y="89172"/>
                  </a:lnTo>
                  <a:lnTo>
                    <a:pt x="158814" y="86037"/>
                  </a:lnTo>
                  <a:cubicBezTo>
                    <a:pt x="160282" y="85036"/>
                    <a:pt x="161650" y="84002"/>
                    <a:pt x="162984" y="82935"/>
                  </a:cubicBezTo>
                  <a:lnTo>
                    <a:pt x="153477" y="77397"/>
                  </a:lnTo>
                  <a:close/>
                  <a:moveTo>
                    <a:pt x="149041" y="91841"/>
                  </a:moveTo>
                  <a:lnTo>
                    <a:pt x="149041" y="91841"/>
                  </a:lnTo>
                  <a:cubicBezTo>
                    <a:pt x="148626" y="92049"/>
                    <a:pt x="148211" y="92256"/>
                    <a:pt x="147795" y="92464"/>
                  </a:cubicBezTo>
                  <a:lnTo>
                    <a:pt x="147795" y="92464"/>
                  </a:lnTo>
                  <a:cubicBezTo>
                    <a:pt x="148225" y="92281"/>
                    <a:pt x="148633" y="92074"/>
                    <a:pt x="149041" y="91841"/>
                  </a:cubicBezTo>
                  <a:close/>
                  <a:moveTo>
                    <a:pt x="36961" y="83535"/>
                  </a:moveTo>
                  <a:lnTo>
                    <a:pt x="26853" y="89439"/>
                  </a:lnTo>
                  <a:lnTo>
                    <a:pt x="32224" y="92575"/>
                  </a:lnTo>
                  <a:cubicBezTo>
                    <a:pt x="33959" y="93409"/>
                    <a:pt x="35726" y="94209"/>
                    <a:pt x="37561" y="94977"/>
                  </a:cubicBezTo>
                  <a:lnTo>
                    <a:pt x="47068" y="89439"/>
                  </a:lnTo>
                  <a:lnTo>
                    <a:pt x="36961" y="83535"/>
                  </a:lnTo>
                  <a:close/>
                  <a:moveTo>
                    <a:pt x="142870" y="83568"/>
                  </a:moveTo>
                  <a:lnTo>
                    <a:pt x="132796" y="89439"/>
                  </a:lnTo>
                  <a:lnTo>
                    <a:pt x="142269" y="94977"/>
                  </a:lnTo>
                  <a:cubicBezTo>
                    <a:pt x="144104" y="94209"/>
                    <a:pt x="145872" y="93409"/>
                    <a:pt x="147640" y="92541"/>
                  </a:cubicBezTo>
                  <a:lnTo>
                    <a:pt x="147606" y="92541"/>
                  </a:lnTo>
                  <a:cubicBezTo>
                    <a:pt x="147644" y="92527"/>
                    <a:pt x="147681" y="92511"/>
                    <a:pt x="147718" y="92496"/>
                  </a:cubicBezTo>
                  <a:lnTo>
                    <a:pt x="147718" y="92496"/>
                  </a:lnTo>
                  <a:lnTo>
                    <a:pt x="147640" y="92541"/>
                  </a:lnTo>
                  <a:cubicBezTo>
                    <a:pt x="147692" y="92516"/>
                    <a:pt x="147744" y="92490"/>
                    <a:pt x="147795" y="92464"/>
                  </a:cubicBezTo>
                  <a:lnTo>
                    <a:pt x="147795" y="92464"/>
                  </a:lnTo>
                  <a:cubicBezTo>
                    <a:pt x="147770" y="92475"/>
                    <a:pt x="147744" y="92485"/>
                    <a:pt x="147718" y="92496"/>
                  </a:cubicBezTo>
                  <a:lnTo>
                    <a:pt x="147718" y="92496"/>
                  </a:lnTo>
                  <a:lnTo>
                    <a:pt x="152977" y="89439"/>
                  </a:lnTo>
                  <a:lnTo>
                    <a:pt x="142870" y="83568"/>
                  </a:lnTo>
                  <a:close/>
                  <a:moveTo>
                    <a:pt x="58142" y="83568"/>
                  </a:moveTo>
                  <a:lnTo>
                    <a:pt x="48035" y="89439"/>
                  </a:lnTo>
                  <a:lnTo>
                    <a:pt x="58142" y="95310"/>
                  </a:lnTo>
                  <a:lnTo>
                    <a:pt x="68250" y="89439"/>
                  </a:lnTo>
                  <a:lnTo>
                    <a:pt x="58142" y="83568"/>
                  </a:lnTo>
                  <a:close/>
                  <a:moveTo>
                    <a:pt x="79324" y="83568"/>
                  </a:moveTo>
                  <a:lnTo>
                    <a:pt x="69217" y="89439"/>
                  </a:lnTo>
                  <a:lnTo>
                    <a:pt x="79324" y="95310"/>
                  </a:lnTo>
                  <a:lnTo>
                    <a:pt x="89431" y="89439"/>
                  </a:lnTo>
                  <a:lnTo>
                    <a:pt x="79324" y="83568"/>
                  </a:lnTo>
                  <a:close/>
                  <a:moveTo>
                    <a:pt x="100506" y="83568"/>
                  </a:moveTo>
                  <a:lnTo>
                    <a:pt x="90432" y="89439"/>
                  </a:lnTo>
                  <a:lnTo>
                    <a:pt x="100506" y="95310"/>
                  </a:lnTo>
                  <a:lnTo>
                    <a:pt x="110613" y="89439"/>
                  </a:lnTo>
                  <a:lnTo>
                    <a:pt x="100506" y="83568"/>
                  </a:lnTo>
                  <a:close/>
                  <a:moveTo>
                    <a:pt x="121688" y="83568"/>
                  </a:moveTo>
                  <a:lnTo>
                    <a:pt x="111614" y="89439"/>
                  </a:lnTo>
                  <a:lnTo>
                    <a:pt x="121688" y="95343"/>
                  </a:lnTo>
                  <a:lnTo>
                    <a:pt x="131795" y="89439"/>
                  </a:lnTo>
                  <a:lnTo>
                    <a:pt x="121688" y="83568"/>
                  </a:lnTo>
                  <a:close/>
                  <a:moveTo>
                    <a:pt x="47535" y="89739"/>
                  </a:moveTo>
                  <a:lnTo>
                    <a:pt x="38128" y="95210"/>
                  </a:lnTo>
                  <a:cubicBezTo>
                    <a:pt x="42264" y="96911"/>
                    <a:pt x="46534" y="98379"/>
                    <a:pt x="50837" y="99580"/>
                  </a:cubicBezTo>
                  <a:lnTo>
                    <a:pt x="57642" y="95610"/>
                  </a:lnTo>
                  <a:lnTo>
                    <a:pt x="47535" y="89739"/>
                  </a:lnTo>
                  <a:close/>
                  <a:moveTo>
                    <a:pt x="132295" y="89773"/>
                  </a:moveTo>
                  <a:lnTo>
                    <a:pt x="122188" y="95610"/>
                  </a:lnTo>
                  <a:lnTo>
                    <a:pt x="128993" y="99580"/>
                  </a:lnTo>
                  <a:cubicBezTo>
                    <a:pt x="133296" y="98379"/>
                    <a:pt x="137566" y="96911"/>
                    <a:pt x="141702" y="95210"/>
                  </a:cubicBezTo>
                  <a:lnTo>
                    <a:pt x="132295" y="89773"/>
                  </a:lnTo>
                  <a:close/>
                  <a:moveTo>
                    <a:pt x="68750" y="89773"/>
                  </a:moveTo>
                  <a:lnTo>
                    <a:pt x="58643" y="95644"/>
                  </a:lnTo>
                  <a:lnTo>
                    <a:pt x="68750" y="101515"/>
                  </a:lnTo>
                  <a:lnTo>
                    <a:pt x="78824" y="95610"/>
                  </a:lnTo>
                  <a:lnTo>
                    <a:pt x="68750" y="89773"/>
                  </a:lnTo>
                  <a:close/>
                  <a:moveTo>
                    <a:pt x="89932" y="89773"/>
                  </a:moveTo>
                  <a:lnTo>
                    <a:pt x="79825" y="95644"/>
                  </a:lnTo>
                  <a:lnTo>
                    <a:pt x="89932" y="101515"/>
                  </a:lnTo>
                  <a:lnTo>
                    <a:pt x="100006" y="95610"/>
                  </a:lnTo>
                  <a:lnTo>
                    <a:pt x="89932" y="89773"/>
                  </a:lnTo>
                  <a:close/>
                  <a:moveTo>
                    <a:pt x="111114" y="89773"/>
                  </a:moveTo>
                  <a:lnTo>
                    <a:pt x="101006" y="95644"/>
                  </a:lnTo>
                  <a:lnTo>
                    <a:pt x="111114" y="101515"/>
                  </a:lnTo>
                  <a:lnTo>
                    <a:pt x="121187" y="95610"/>
                  </a:lnTo>
                  <a:lnTo>
                    <a:pt x="111114" y="89773"/>
                  </a:lnTo>
                  <a:close/>
                  <a:moveTo>
                    <a:pt x="58142" y="95911"/>
                  </a:moveTo>
                  <a:lnTo>
                    <a:pt x="51504" y="99780"/>
                  </a:lnTo>
                  <a:cubicBezTo>
                    <a:pt x="56341" y="101081"/>
                    <a:pt x="61278" y="102148"/>
                    <a:pt x="66248" y="102949"/>
                  </a:cubicBezTo>
                  <a:lnTo>
                    <a:pt x="68216" y="101781"/>
                  </a:lnTo>
                  <a:lnTo>
                    <a:pt x="58142" y="95911"/>
                  </a:lnTo>
                  <a:close/>
                  <a:moveTo>
                    <a:pt x="121688" y="95911"/>
                  </a:moveTo>
                  <a:lnTo>
                    <a:pt x="111614" y="101815"/>
                  </a:lnTo>
                  <a:lnTo>
                    <a:pt x="113582" y="102949"/>
                  </a:lnTo>
                  <a:cubicBezTo>
                    <a:pt x="118552" y="102182"/>
                    <a:pt x="123456" y="101114"/>
                    <a:pt x="128326" y="99780"/>
                  </a:cubicBezTo>
                  <a:lnTo>
                    <a:pt x="121688" y="95911"/>
                  </a:lnTo>
                  <a:close/>
                  <a:moveTo>
                    <a:pt x="68717" y="102082"/>
                  </a:moveTo>
                  <a:lnTo>
                    <a:pt x="67049" y="103082"/>
                  </a:lnTo>
                  <a:cubicBezTo>
                    <a:pt x="68517" y="103282"/>
                    <a:pt x="69984" y="103483"/>
                    <a:pt x="71452" y="103683"/>
                  </a:cubicBezTo>
                  <a:lnTo>
                    <a:pt x="68717" y="102082"/>
                  </a:lnTo>
                  <a:close/>
                  <a:moveTo>
                    <a:pt x="111114" y="102082"/>
                  </a:moveTo>
                  <a:lnTo>
                    <a:pt x="108378" y="103683"/>
                  </a:lnTo>
                  <a:cubicBezTo>
                    <a:pt x="109846" y="103516"/>
                    <a:pt x="111314" y="103316"/>
                    <a:pt x="112781" y="103082"/>
                  </a:cubicBezTo>
                  <a:lnTo>
                    <a:pt x="111114" y="102082"/>
                  </a:lnTo>
                  <a:close/>
                  <a:moveTo>
                    <a:pt x="108212" y="103716"/>
                  </a:moveTo>
                  <a:lnTo>
                    <a:pt x="107144" y="103816"/>
                  </a:lnTo>
                  <a:lnTo>
                    <a:pt x="107111" y="103850"/>
                  </a:lnTo>
                  <a:lnTo>
                    <a:pt x="108212" y="103716"/>
                  </a:lnTo>
                  <a:close/>
                  <a:moveTo>
                    <a:pt x="79324" y="95911"/>
                  </a:moveTo>
                  <a:lnTo>
                    <a:pt x="69217" y="101815"/>
                  </a:lnTo>
                  <a:lnTo>
                    <a:pt x="72686" y="103816"/>
                  </a:lnTo>
                  <a:cubicBezTo>
                    <a:pt x="76589" y="104250"/>
                    <a:pt x="80525" y="104550"/>
                    <a:pt x="84461" y="104683"/>
                  </a:cubicBezTo>
                  <a:lnTo>
                    <a:pt x="89431" y="101815"/>
                  </a:lnTo>
                  <a:lnTo>
                    <a:pt x="79324" y="95911"/>
                  </a:lnTo>
                  <a:close/>
                  <a:moveTo>
                    <a:pt x="100506" y="95911"/>
                  </a:moveTo>
                  <a:lnTo>
                    <a:pt x="90399" y="101781"/>
                  </a:lnTo>
                  <a:lnTo>
                    <a:pt x="95369" y="104683"/>
                  </a:lnTo>
                  <a:cubicBezTo>
                    <a:pt x="99305" y="104550"/>
                    <a:pt x="103241" y="104283"/>
                    <a:pt x="107111" y="103816"/>
                  </a:cubicBezTo>
                  <a:lnTo>
                    <a:pt x="110613" y="101781"/>
                  </a:lnTo>
                  <a:lnTo>
                    <a:pt x="100506" y="95911"/>
                  </a:lnTo>
                  <a:close/>
                  <a:moveTo>
                    <a:pt x="89898" y="102082"/>
                  </a:moveTo>
                  <a:lnTo>
                    <a:pt x="85395" y="104717"/>
                  </a:lnTo>
                  <a:cubicBezTo>
                    <a:pt x="86896" y="104767"/>
                    <a:pt x="88406" y="104792"/>
                    <a:pt x="89915" y="104792"/>
                  </a:cubicBezTo>
                  <a:cubicBezTo>
                    <a:pt x="91425" y="104792"/>
                    <a:pt x="92934" y="104767"/>
                    <a:pt x="94435" y="104717"/>
                  </a:cubicBezTo>
                  <a:lnTo>
                    <a:pt x="89898" y="1020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73">
              <a:extLst>
                <a:ext uri="{FF2B5EF4-FFF2-40B4-BE49-F238E27FC236}">
                  <a16:creationId xmlns:a16="http://schemas.microsoft.com/office/drawing/2014/main" id="{AAB95E1C-A715-04AF-D836-D4E827B1F163}"/>
                </a:ext>
              </a:extLst>
            </p:cNvPr>
            <p:cNvSpPr/>
            <p:nvPr/>
          </p:nvSpPr>
          <p:spPr>
            <a:xfrm>
              <a:off x="5540491" y="3161602"/>
              <a:ext cx="2370548" cy="1086686"/>
            </a:xfrm>
            <a:custGeom>
              <a:avLst/>
              <a:gdLst/>
              <a:ahLst/>
              <a:cxnLst/>
              <a:rect l="l" t="t" r="r" b="b"/>
              <a:pathLst>
                <a:path w="147239" h="67496" extrusionOk="0">
                  <a:moveTo>
                    <a:pt x="77410" y="1"/>
                  </a:moveTo>
                  <a:cubicBezTo>
                    <a:pt x="63809" y="1"/>
                    <a:pt x="50212" y="3004"/>
                    <a:pt x="39829" y="9012"/>
                  </a:cubicBezTo>
                  <a:cubicBezTo>
                    <a:pt x="25118" y="17484"/>
                    <a:pt x="20815" y="29726"/>
                    <a:pt x="26953" y="40401"/>
                  </a:cubicBezTo>
                  <a:cubicBezTo>
                    <a:pt x="26535" y="40388"/>
                    <a:pt x="26116" y="40381"/>
                    <a:pt x="25698" y="40381"/>
                  </a:cubicBezTo>
                  <a:cubicBezTo>
                    <a:pt x="19710" y="40381"/>
                    <a:pt x="13757" y="41718"/>
                    <a:pt x="9174" y="44337"/>
                  </a:cubicBezTo>
                  <a:cubicBezTo>
                    <a:pt x="0" y="49641"/>
                    <a:pt x="0" y="58247"/>
                    <a:pt x="9174" y="63517"/>
                  </a:cubicBezTo>
                  <a:cubicBezTo>
                    <a:pt x="13760" y="66169"/>
                    <a:pt x="19781" y="67495"/>
                    <a:pt x="25802" y="67495"/>
                  </a:cubicBezTo>
                  <a:cubicBezTo>
                    <a:pt x="31823" y="67495"/>
                    <a:pt x="37844" y="66169"/>
                    <a:pt x="42431" y="63517"/>
                  </a:cubicBezTo>
                  <a:cubicBezTo>
                    <a:pt x="45833" y="61549"/>
                    <a:pt x="47968" y="59147"/>
                    <a:pt x="48835" y="56612"/>
                  </a:cubicBezTo>
                  <a:cubicBezTo>
                    <a:pt x="57538" y="59814"/>
                    <a:pt x="67505" y="61417"/>
                    <a:pt x="77470" y="61417"/>
                  </a:cubicBezTo>
                  <a:cubicBezTo>
                    <a:pt x="91073" y="61417"/>
                    <a:pt x="104672" y="58430"/>
                    <a:pt x="115049" y="52443"/>
                  </a:cubicBezTo>
                  <a:cubicBezTo>
                    <a:pt x="126724" y="45704"/>
                    <a:pt x="131828" y="36598"/>
                    <a:pt x="130393" y="27792"/>
                  </a:cubicBezTo>
                  <a:cubicBezTo>
                    <a:pt x="133062" y="27191"/>
                    <a:pt x="135664" y="26191"/>
                    <a:pt x="138066" y="24823"/>
                  </a:cubicBezTo>
                  <a:cubicBezTo>
                    <a:pt x="147239" y="19552"/>
                    <a:pt x="147239" y="10946"/>
                    <a:pt x="138066" y="5642"/>
                  </a:cubicBezTo>
                  <a:cubicBezTo>
                    <a:pt x="133475" y="2997"/>
                    <a:pt x="127476" y="1676"/>
                    <a:pt x="121476" y="1676"/>
                  </a:cubicBezTo>
                  <a:cubicBezTo>
                    <a:pt x="116053" y="1676"/>
                    <a:pt x="110629" y="2755"/>
                    <a:pt x="106243" y="4909"/>
                  </a:cubicBezTo>
                  <a:cubicBezTo>
                    <a:pt x="97489" y="1637"/>
                    <a:pt x="87448" y="1"/>
                    <a:pt x="77410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73">
              <a:extLst>
                <a:ext uri="{FF2B5EF4-FFF2-40B4-BE49-F238E27FC236}">
                  <a16:creationId xmlns:a16="http://schemas.microsoft.com/office/drawing/2014/main" id="{28D807D9-0FCF-C7EE-7A43-E2C39A989CC3}"/>
                </a:ext>
              </a:extLst>
            </p:cNvPr>
            <p:cNvSpPr/>
            <p:nvPr/>
          </p:nvSpPr>
          <p:spPr>
            <a:xfrm>
              <a:off x="7759039" y="2599519"/>
              <a:ext cx="520416" cy="518001"/>
            </a:xfrm>
            <a:custGeom>
              <a:avLst/>
              <a:gdLst/>
              <a:ahLst/>
              <a:cxnLst/>
              <a:rect l="l" t="t" r="r" b="b"/>
              <a:pathLst>
                <a:path w="32324" h="32174" extrusionOk="0">
                  <a:moveTo>
                    <a:pt x="16166" y="9061"/>
                  </a:moveTo>
                  <a:cubicBezTo>
                    <a:pt x="17102" y="9061"/>
                    <a:pt x="18038" y="9261"/>
                    <a:pt x="18914" y="9666"/>
                  </a:cubicBezTo>
                  <a:cubicBezTo>
                    <a:pt x="24518" y="12134"/>
                    <a:pt x="24485" y="20140"/>
                    <a:pt x="18847" y="22542"/>
                  </a:cubicBezTo>
                  <a:cubicBezTo>
                    <a:pt x="17989" y="22921"/>
                    <a:pt x="17074" y="23113"/>
                    <a:pt x="16158" y="23113"/>
                  </a:cubicBezTo>
                  <a:cubicBezTo>
                    <a:pt x="15223" y="23113"/>
                    <a:pt x="14287" y="22913"/>
                    <a:pt x="13410" y="22508"/>
                  </a:cubicBezTo>
                  <a:cubicBezTo>
                    <a:pt x="10875" y="21374"/>
                    <a:pt x="9241" y="18839"/>
                    <a:pt x="9207" y="16037"/>
                  </a:cubicBezTo>
                  <a:cubicBezTo>
                    <a:pt x="9241" y="13669"/>
                    <a:pt x="10441" y="11467"/>
                    <a:pt x="12443" y="10199"/>
                  </a:cubicBezTo>
                  <a:cubicBezTo>
                    <a:pt x="12776" y="9999"/>
                    <a:pt x="13110" y="9799"/>
                    <a:pt x="13477" y="9632"/>
                  </a:cubicBezTo>
                  <a:cubicBezTo>
                    <a:pt x="14335" y="9253"/>
                    <a:pt x="15250" y="9061"/>
                    <a:pt x="16166" y="9061"/>
                  </a:cubicBezTo>
                  <a:close/>
                  <a:moveTo>
                    <a:pt x="16166" y="8252"/>
                  </a:moveTo>
                  <a:cubicBezTo>
                    <a:pt x="15134" y="8252"/>
                    <a:pt x="14102" y="8469"/>
                    <a:pt x="13143" y="8898"/>
                  </a:cubicBezTo>
                  <a:cubicBezTo>
                    <a:pt x="6872" y="11600"/>
                    <a:pt x="6806" y="20473"/>
                    <a:pt x="13077" y="23242"/>
                  </a:cubicBezTo>
                  <a:cubicBezTo>
                    <a:pt x="14063" y="23684"/>
                    <a:pt x="15127" y="23909"/>
                    <a:pt x="16189" y="23909"/>
                  </a:cubicBezTo>
                  <a:cubicBezTo>
                    <a:pt x="17211" y="23909"/>
                    <a:pt x="18232" y="23701"/>
                    <a:pt x="19181" y="23275"/>
                  </a:cubicBezTo>
                  <a:lnTo>
                    <a:pt x="19181" y="23242"/>
                  </a:lnTo>
                  <a:cubicBezTo>
                    <a:pt x="19581" y="23075"/>
                    <a:pt x="19948" y="22842"/>
                    <a:pt x="20315" y="22608"/>
                  </a:cubicBezTo>
                  <a:cubicBezTo>
                    <a:pt x="22550" y="21207"/>
                    <a:pt x="23884" y="18739"/>
                    <a:pt x="23918" y="16104"/>
                  </a:cubicBezTo>
                  <a:cubicBezTo>
                    <a:pt x="23918" y="13001"/>
                    <a:pt x="22083" y="10199"/>
                    <a:pt x="19248" y="8932"/>
                  </a:cubicBezTo>
                  <a:cubicBezTo>
                    <a:pt x="18271" y="8477"/>
                    <a:pt x="17218" y="8252"/>
                    <a:pt x="16166" y="8252"/>
                  </a:cubicBezTo>
                  <a:close/>
                  <a:moveTo>
                    <a:pt x="16402" y="817"/>
                  </a:moveTo>
                  <a:cubicBezTo>
                    <a:pt x="17198" y="817"/>
                    <a:pt x="17993" y="884"/>
                    <a:pt x="18781" y="1026"/>
                  </a:cubicBezTo>
                  <a:lnTo>
                    <a:pt x="18781" y="3628"/>
                  </a:lnTo>
                  <a:cubicBezTo>
                    <a:pt x="18781" y="3795"/>
                    <a:pt x="18914" y="3962"/>
                    <a:pt x="19114" y="3995"/>
                  </a:cubicBezTo>
                  <a:cubicBezTo>
                    <a:pt x="20382" y="4329"/>
                    <a:pt x="21650" y="4829"/>
                    <a:pt x="22784" y="5563"/>
                  </a:cubicBezTo>
                  <a:cubicBezTo>
                    <a:pt x="22853" y="5590"/>
                    <a:pt x="22928" y="5607"/>
                    <a:pt x="23001" y="5607"/>
                  </a:cubicBezTo>
                  <a:cubicBezTo>
                    <a:pt x="23105" y="5607"/>
                    <a:pt x="23206" y="5574"/>
                    <a:pt x="23284" y="5496"/>
                  </a:cubicBezTo>
                  <a:lnTo>
                    <a:pt x="25085" y="3728"/>
                  </a:lnTo>
                  <a:cubicBezTo>
                    <a:pt x="25786" y="4195"/>
                    <a:pt x="26453" y="4729"/>
                    <a:pt x="27053" y="5363"/>
                  </a:cubicBezTo>
                  <a:cubicBezTo>
                    <a:pt x="27654" y="5930"/>
                    <a:pt x="28188" y="6597"/>
                    <a:pt x="28655" y="7297"/>
                  </a:cubicBezTo>
                  <a:lnTo>
                    <a:pt x="26853" y="9132"/>
                  </a:lnTo>
                  <a:cubicBezTo>
                    <a:pt x="26720" y="9265"/>
                    <a:pt x="26720" y="9466"/>
                    <a:pt x="26787" y="9632"/>
                  </a:cubicBezTo>
                  <a:cubicBezTo>
                    <a:pt x="27487" y="10766"/>
                    <a:pt x="27987" y="12001"/>
                    <a:pt x="28288" y="13302"/>
                  </a:cubicBezTo>
                  <a:cubicBezTo>
                    <a:pt x="28354" y="13468"/>
                    <a:pt x="28488" y="13602"/>
                    <a:pt x="28688" y="13635"/>
                  </a:cubicBezTo>
                  <a:lnTo>
                    <a:pt x="31223" y="13635"/>
                  </a:lnTo>
                  <a:cubicBezTo>
                    <a:pt x="31523" y="15303"/>
                    <a:pt x="31523" y="17004"/>
                    <a:pt x="31223" y="18672"/>
                  </a:cubicBezTo>
                  <a:lnTo>
                    <a:pt x="28655" y="18705"/>
                  </a:lnTo>
                  <a:cubicBezTo>
                    <a:pt x="28554" y="18705"/>
                    <a:pt x="28488" y="18739"/>
                    <a:pt x="28421" y="18772"/>
                  </a:cubicBezTo>
                  <a:cubicBezTo>
                    <a:pt x="28354" y="18839"/>
                    <a:pt x="28288" y="18939"/>
                    <a:pt x="28254" y="19039"/>
                  </a:cubicBezTo>
                  <a:cubicBezTo>
                    <a:pt x="27954" y="20340"/>
                    <a:pt x="27420" y="21574"/>
                    <a:pt x="26720" y="22708"/>
                  </a:cubicBezTo>
                  <a:cubicBezTo>
                    <a:pt x="26620" y="22842"/>
                    <a:pt x="26620" y="23042"/>
                    <a:pt x="26753" y="23209"/>
                  </a:cubicBezTo>
                  <a:lnTo>
                    <a:pt x="28521" y="24977"/>
                  </a:lnTo>
                  <a:cubicBezTo>
                    <a:pt x="28054" y="25711"/>
                    <a:pt x="27487" y="26344"/>
                    <a:pt x="26887" y="26945"/>
                  </a:cubicBezTo>
                  <a:cubicBezTo>
                    <a:pt x="26286" y="27545"/>
                    <a:pt x="25652" y="28079"/>
                    <a:pt x="24952" y="28579"/>
                  </a:cubicBezTo>
                  <a:lnTo>
                    <a:pt x="23117" y="26778"/>
                  </a:lnTo>
                  <a:cubicBezTo>
                    <a:pt x="23036" y="26697"/>
                    <a:pt x="22931" y="26653"/>
                    <a:pt x="22824" y="26653"/>
                  </a:cubicBezTo>
                  <a:cubicBezTo>
                    <a:pt x="22754" y="26653"/>
                    <a:pt x="22683" y="26672"/>
                    <a:pt x="22617" y="26711"/>
                  </a:cubicBezTo>
                  <a:cubicBezTo>
                    <a:pt x="21483" y="27412"/>
                    <a:pt x="20249" y="27912"/>
                    <a:pt x="18948" y="28212"/>
                  </a:cubicBezTo>
                  <a:cubicBezTo>
                    <a:pt x="18747" y="28246"/>
                    <a:pt x="18614" y="28412"/>
                    <a:pt x="18614" y="28613"/>
                  </a:cubicBezTo>
                  <a:lnTo>
                    <a:pt x="18614" y="31148"/>
                  </a:lnTo>
                  <a:cubicBezTo>
                    <a:pt x="17780" y="31298"/>
                    <a:pt x="16938" y="31373"/>
                    <a:pt x="16091" y="31373"/>
                  </a:cubicBezTo>
                  <a:cubicBezTo>
                    <a:pt x="15245" y="31373"/>
                    <a:pt x="14394" y="31298"/>
                    <a:pt x="13544" y="31148"/>
                  </a:cubicBezTo>
                  <a:lnTo>
                    <a:pt x="13544" y="28546"/>
                  </a:lnTo>
                  <a:cubicBezTo>
                    <a:pt x="13544" y="28379"/>
                    <a:pt x="13410" y="28212"/>
                    <a:pt x="13243" y="28179"/>
                  </a:cubicBezTo>
                  <a:cubicBezTo>
                    <a:pt x="11943" y="27845"/>
                    <a:pt x="10675" y="27345"/>
                    <a:pt x="9574" y="26645"/>
                  </a:cubicBezTo>
                  <a:cubicBezTo>
                    <a:pt x="9497" y="26598"/>
                    <a:pt x="9412" y="26573"/>
                    <a:pt x="9330" y="26573"/>
                  </a:cubicBezTo>
                  <a:cubicBezTo>
                    <a:pt x="9236" y="26573"/>
                    <a:pt x="9145" y="26606"/>
                    <a:pt x="9074" y="26678"/>
                  </a:cubicBezTo>
                  <a:lnTo>
                    <a:pt x="7273" y="28479"/>
                  </a:lnTo>
                  <a:lnTo>
                    <a:pt x="7206" y="28479"/>
                  </a:lnTo>
                  <a:cubicBezTo>
                    <a:pt x="6539" y="27979"/>
                    <a:pt x="5872" y="27412"/>
                    <a:pt x="5304" y="26811"/>
                  </a:cubicBezTo>
                  <a:cubicBezTo>
                    <a:pt x="4704" y="26211"/>
                    <a:pt x="4137" y="25577"/>
                    <a:pt x="3670" y="24877"/>
                  </a:cubicBezTo>
                  <a:lnTo>
                    <a:pt x="5471" y="23042"/>
                  </a:lnTo>
                  <a:cubicBezTo>
                    <a:pt x="5605" y="22909"/>
                    <a:pt x="5638" y="22708"/>
                    <a:pt x="5538" y="22542"/>
                  </a:cubicBezTo>
                  <a:cubicBezTo>
                    <a:pt x="4837" y="21407"/>
                    <a:pt x="4337" y="20173"/>
                    <a:pt x="4037" y="18872"/>
                  </a:cubicBezTo>
                  <a:cubicBezTo>
                    <a:pt x="3970" y="18672"/>
                    <a:pt x="3837" y="18572"/>
                    <a:pt x="3637" y="18539"/>
                  </a:cubicBezTo>
                  <a:lnTo>
                    <a:pt x="1101" y="18539"/>
                  </a:lnTo>
                  <a:cubicBezTo>
                    <a:pt x="801" y="16871"/>
                    <a:pt x="801" y="15170"/>
                    <a:pt x="1101" y="13502"/>
                  </a:cubicBezTo>
                  <a:lnTo>
                    <a:pt x="3670" y="13468"/>
                  </a:lnTo>
                  <a:cubicBezTo>
                    <a:pt x="3870" y="13468"/>
                    <a:pt x="4037" y="13335"/>
                    <a:pt x="4070" y="13168"/>
                  </a:cubicBezTo>
                  <a:cubicBezTo>
                    <a:pt x="4370" y="11867"/>
                    <a:pt x="4904" y="10633"/>
                    <a:pt x="5638" y="9499"/>
                  </a:cubicBezTo>
                  <a:cubicBezTo>
                    <a:pt x="5705" y="9332"/>
                    <a:pt x="5705" y="9132"/>
                    <a:pt x="5571" y="8999"/>
                  </a:cubicBezTo>
                  <a:lnTo>
                    <a:pt x="3770" y="7197"/>
                  </a:lnTo>
                  <a:cubicBezTo>
                    <a:pt x="4237" y="6463"/>
                    <a:pt x="4804" y="5830"/>
                    <a:pt x="5405" y="5229"/>
                  </a:cubicBezTo>
                  <a:cubicBezTo>
                    <a:pt x="6005" y="4629"/>
                    <a:pt x="6672" y="4095"/>
                    <a:pt x="7339" y="3595"/>
                  </a:cubicBezTo>
                  <a:lnTo>
                    <a:pt x="9207" y="5429"/>
                  </a:lnTo>
                  <a:cubicBezTo>
                    <a:pt x="9285" y="5487"/>
                    <a:pt x="9385" y="5523"/>
                    <a:pt x="9488" y="5523"/>
                  </a:cubicBezTo>
                  <a:cubicBezTo>
                    <a:pt x="9562" y="5523"/>
                    <a:pt x="9638" y="5505"/>
                    <a:pt x="9708" y="5463"/>
                  </a:cubicBezTo>
                  <a:cubicBezTo>
                    <a:pt x="10842" y="4762"/>
                    <a:pt x="12109" y="4262"/>
                    <a:pt x="13410" y="3995"/>
                  </a:cubicBezTo>
                  <a:cubicBezTo>
                    <a:pt x="13577" y="3928"/>
                    <a:pt x="13710" y="3761"/>
                    <a:pt x="13744" y="3595"/>
                  </a:cubicBezTo>
                  <a:lnTo>
                    <a:pt x="13744" y="1060"/>
                  </a:lnTo>
                  <a:cubicBezTo>
                    <a:pt x="14624" y="901"/>
                    <a:pt x="15513" y="817"/>
                    <a:pt x="16402" y="817"/>
                  </a:cubicBezTo>
                  <a:close/>
                  <a:moveTo>
                    <a:pt x="16229" y="0"/>
                  </a:moveTo>
                  <a:cubicBezTo>
                    <a:pt x="15345" y="0"/>
                    <a:pt x="14461" y="75"/>
                    <a:pt x="13577" y="226"/>
                  </a:cubicBezTo>
                  <a:cubicBezTo>
                    <a:pt x="13177" y="259"/>
                    <a:pt x="12877" y="626"/>
                    <a:pt x="12877" y="1060"/>
                  </a:cubicBezTo>
                  <a:lnTo>
                    <a:pt x="12877" y="3261"/>
                  </a:lnTo>
                  <a:cubicBezTo>
                    <a:pt x="11709" y="3561"/>
                    <a:pt x="10575" y="4028"/>
                    <a:pt x="9541" y="4629"/>
                  </a:cubicBezTo>
                  <a:lnTo>
                    <a:pt x="7973" y="3061"/>
                  </a:lnTo>
                  <a:cubicBezTo>
                    <a:pt x="7801" y="2889"/>
                    <a:pt x="7575" y="2794"/>
                    <a:pt x="7350" y="2794"/>
                  </a:cubicBezTo>
                  <a:cubicBezTo>
                    <a:pt x="7182" y="2794"/>
                    <a:pt x="7015" y="2847"/>
                    <a:pt x="6872" y="2961"/>
                  </a:cubicBezTo>
                  <a:cubicBezTo>
                    <a:pt x="6172" y="3461"/>
                    <a:pt x="5471" y="4028"/>
                    <a:pt x="4837" y="4662"/>
                  </a:cubicBezTo>
                  <a:cubicBezTo>
                    <a:pt x="4204" y="5296"/>
                    <a:pt x="3637" y="5963"/>
                    <a:pt x="3136" y="6664"/>
                  </a:cubicBezTo>
                  <a:cubicBezTo>
                    <a:pt x="2869" y="6997"/>
                    <a:pt x="2903" y="7464"/>
                    <a:pt x="3203" y="7764"/>
                  </a:cubicBezTo>
                  <a:lnTo>
                    <a:pt x="4771" y="9332"/>
                  </a:lnTo>
                  <a:cubicBezTo>
                    <a:pt x="4137" y="10366"/>
                    <a:pt x="3670" y="11467"/>
                    <a:pt x="3370" y="12668"/>
                  </a:cubicBezTo>
                  <a:lnTo>
                    <a:pt x="1135" y="12668"/>
                  </a:lnTo>
                  <a:cubicBezTo>
                    <a:pt x="735" y="12668"/>
                    <a:pt x="401" y="12968"/>
                    <a:pt x="301" y="13368"/>
                  </a:cubicBezTo>
                  <a:cubicBezTo>
                    <a:pt x="1" y="15103"/>
                    <a:pt x="1" y="16904"/>
                    <a:pt x="268" y="18639"/>
                  </a:cubicBezTo>
                  <a:cubicBezTo>
                    <a:pt x="334" y="19072"/>
                    <a:pt x="701" y="19373"/>
                    <a:pt x="1101" y="19373"/>
                  </a:cubicBezTo>
                  <a:lnTo>
                    <a:pt x="3336" y="19373"/>
                  </a:lnTo>
                  <a:cubicBezTo>
                    <a:pt x="3637" y="20540"/>
                    <a:pt x="4104" y="21641"/>
                    <a:pt x="4704" y="22708"/>
                  </a:cubicBezTo>
                  <a:lnTo>
                    <a:pt x="3136" y="24276"/>
                  </a:lnTo>
                  <a:cubicBezTo>
                    <a:pt x="2836" y="24543"/>
                    <a:pt x="2769" y="25010"/>
                    <a:pt x="3036" y="25344"/>
                  </a:cubicBezTo>
                  <a:cubicBezTo>
                    <a:pt x="3537" y="26077"/>
                    <a:pt x="4104" y="26745"/>
                    <a:pt x="4737" y="27378"/>
                  </a:cubicBezTo>
                  <a:cubicBezTo>
                    <a:pt x="5371" y="28012"/>
                    <a:pt x="6038" y="28579"/>
                    <a:pt x="6739" y="29113"/>
                  </a:cubicBezTo>
                  <a:cubicBezTo>
                    <a:pt x="6885" y="29230"/>
                    <a:pt x="7057" y="29283"/>
                    <a:pt x="7229" y="29283"/>
                  </a:cubicBezTo>
                  <a:cubicBezTo>
                    <a:pt x="7450" y="29283"/>
                    <a:pt x="7671" y="29196"/>
                    <a:pt x="7840" y="29046"/>
                  </a:cubicBezTo>
                  <a:lnTo>
                    <a:pt x="9407" y="27512"/>
                  </a:lnTo>
                  <a:cubicBezTo>
                    <a:pt x="10441" y="28112"/>
                    <a:pt x="11576" y="28579"/>
                    <a:pt x="12743" y="28913"/>
                  </a:cubicBezTo>
                  <a:lnTo>
                    <a:pt x="12743" y="31114"/>
                  </a:lnTo>
                  <a:cubicBezTo>
                    <a:pt x="12743" y="31515"/>
                    <a:pt x="13043" y="31882"/>
                    <a:pt x="13444" y="31948"/>
                  </a:cubicBezTo>
                  <a:cubicBezTo>
                    <a:pt x="14328" y="32098"/>
                    <a:pt x="15212" y="32173"/>
                    <a:pt x="16096" y="32173"/>
                  </a:cubicBezTo>
                  <a:cubicBezTo>
                    <a:pt x="16979" y="32173"/>
                    <a:pt x="17863" y="32098"/>
                    <a:pt x="18747" y="31948"/>
                  </a:cubicBezTo>
                  <a:cubicBezTo>
                    <a:pt x="19148" y="31915"/>
                    <a:pt x="19448" y="31548"/>
                    <a:pt x="19448" y="31114"/>
                  </a:cubicBezTo>
                  <a:lnTo>
                    <a:pt x="19448" y="28913"/>
                  </a:lnTo>
                  <a:cubicBezTo>
                    <a:pt x="20615" y="28613"/>
                    <a:pt x="21750" y="28146"/>
                    <a:pt x="22784" y="27545"/>
                  </a:cubicBezTo>
                  <a:lnTo>
                    <a:pt x="24351" y="29113"/>
                  </a:lnTo>
                  <a:cubicBezTo>
                    <a:pt x="24527" y="29288"/>
                    <a:pt x="24747" y="29373"/>
                    <a:pt x="24967" y="29373"/>
                  </a:cubicBezTo>
                  <a:cubicBezTo>
                    <a:pt x="25124" y="29373"/>
                    <a:pt x="25280" y="29330"/>
                    <a:pt x="25419" y="29246"/>
                  </a:cubicBezTo>
                  <a:lnTo>
                    <a:pt x="25452" y="29246"/>
                  </a:lnTo>
                  <a:cubicBezTo>
                    <a:pt x="26887" y="28212"/>
                    <a:pt x="28154" y="26945"/>
                    <a:pt x="29222" y="25510"/>
                  </a:cubicBezTo>
                  <a:cubicBezTo>
                    <a:pt x="29455" y="25177"/>
                    <a:pt x="29422" y="24710"/>
                    <a:pt x="29122" y="24410"/>
                  </a:cubicBezTo>
                  <a:lnTo>
                    <a:pt x="27554" y="22842"/>
                  </a:lnTo>
                  <a:cubicBezTo>
                    <a:pt x="28188" y="21808"/>
                    <a:pt x="28655" y="20674"/>
                    <a:pt x="28955" y="19506"/>
                  </a:cubicBezTo>
                  <a:lnTo>
                    <a:pt x="31190" y="19506"/>
                  </a:lnTo>
                  <a:cubicBezTo>
                    <a:pt x="31590" y="19506"/>
                    <a:pt x="31957" y="19206"/>
                    <a:pt x="32024" y="18806"/>
                  </a:cubicBezTo>
                  <a:cubicBezTo>
                    <a:pt x="32324" y="17038"/>
                    <a:pt x="32324" y="15270"/>
                    <a:pt x="32057" y="13502"/>
                  </a:cubicBezTo>
                  <a:cubicBezTo>
                    <a:pt x="31990" y="13101"/>
                    <a:pt x="31623" y="12801"/>
                    <a:pt x="31223" y="12801"/>
                  </a:cubicBezTo>
                  <a:lnTo>
                    <a:pt x="28988" y="12801"/>
                  </a:lnTo>
                  <a:cubicBezTo>
                    <a:pt x="28688" y="11634"/>
                    <a:pt x="28221" y="10500"/>
                    <a:pt x="27620" y="9466"/>
                  </a:cubicBezTo>
                  <a:lnTo>
                    <a:pt x="29222" y="7898"/>
                  </a:lnTo>
                  <a:cubicBezTo>
                    <a:pt x="29522" y="7598"/>
                    <a:pt x="29589" y="7131"/>
                    <a:pt x="29322" y="6797"/>
                  </a:cubicBezTo>
                  <a:cubicBezTo>
                    <a:pt x="28821" y="6063"/>
                    <a:pt x="28254" y="5396"/>
                    <a:pt x="27620" y="4762"/>
                  </a:cubicBezTo>
                  <a:cubicBezTo>
                    <a:pt x="26987" y="4128"/>
                    <a:pt x="26320" y="3561"/>
                    <a:pt x="25586" y="3028"/>
                  </a:cubicBezTo>
                  <a:cubicBezTo>
                    <a:pt x="25440" y="2925"/>
                    <a:pt x="25268" y="2874"/>
                    <a:pt x="25096" y="2874"/>
                  </a:cubicBezTo>
                  <a:cubicBezTo>
                    <a:pt x="24875" y="2874"/>
                    <a:pt x="24654" y="2959"/>
                    <a:pt x="24485" y="3128"/>
                  </a:cubicBezTo>
                  <a:lnTo>
                    <a:pt x="22917" y="4695"/>
                  </a:lnTo>
                  <a:cubicBezTo>
                    <a:pt x="21883" y="4062"/>
                    <a:pt x="20749" y="3595"/>
                    <a:pt x="19581" y="3294"/>
                  </a:cubicBezTo>
                  <a:lnTo>
                    <a:pt x="19581" y="1060"/>
                  </a:lnTo>
                  <a:cubicBezTo>
                    <a:pt x="19581" y="659"/>
                    <a:pt x="19281" y="292"/>
                    <a:pt x="18881" y="226"/>
                  </a:cubicBezTo>
                  <a:cubicBezTo>
                    <a:pt x="17997" y="75"/>
                    <a:pt x="17113" y="0"/>
                    <a:pt x="16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3">
              <a:extLst>
                <a:ext uri="{FF2B5EF4-FFF2-40B4-BE49-F238E27FC236}">
                  <a16:creationId xmlns:a16="http://schemas.microsoft.com/office/drawing/2014/main" id="{84E04CEC-002E-3996-740B-2CFB16C373D6}"/>
                </a:ext>
              </a:extLst>
            </p:cNvPr>
            <p:cNvSpPr/>
            <p:nvPr/>
          </p:nvSpPr>
          <p:spPr>
            <a:xfrm>
              <a:off x="7409959" y="2443945"/>
              <a:ext cx="358772" cy="356856"/>
            </a:xfrm>
            <a:custGeom>
              <a:avLst/>
              <a:gdLst/>
              <a:ahLst/>
              <a:cxnLst/>
              <a:rect l="l" t="t" r="r" b="b"/>
              <a:pathLst>
                <a:path w="22284" h="22165" extrusionOk="0">
                  <a:moveTo>
                    <a:pt x="11085" y="6346"/>
                  </a:moveTo>
                  <a:cubicBezTo>
                    <a:pt x="11633" y="6346"/>
                    <a:pt x="12184" y="6449"/>
                    <a:pt x="12710" y="6653"/>
                  </a:cubicBezTo>
                  <a:cubicBezTo>
                    <a:pt x="16646" y="8054"/>
                    <a:pt x="16946" y="13491"/>
                    <a:pt x="13210" y="15359"/>
                  </a:cubicBezTo>
                  <a:cubicBezTo>
                    <a:pt x="12561" y="15684"/>
                    <a:pt x="11847" y="15855"/>
                    <a:pt x="11129" y="15855"/>
                  </a:cubicBezTo>
                  <a:cubicBezTo>
                    <a:pt x="10593" y="15855"/>
                    <a:pt x="10055" y="15759"/>
                    <a:pt x="9541" y="15559"/>
                  </a:cubicBezTo>
                  <a:cubicBezTo>
                    <a:pt x="7773" y="14892"/>
                    <a:pt x="6539" y="13224"/>
                    <a:pt x="6438" y="11356"/>
                  </a:cubicBezTo>
                  <a:cubicBezTo>
                    <a:pt x="6372" y="9955"/>
                    <a:pt x="6905" y="8621"/>
                    <a:pt x="7906" y="7687"/>
                  </a:cubicBezTo>
                  <a:cubicBezTo>
                    <a:pt x="8040" y="7520"/>
                    <a:pt x="8206" y="7387"/>
                    <a:pt x="8373" y="7253"/>
                  </a:cubicBezTo>
                  <a:cubicBezTo>
                    <a:pt x="8573" y="7120"/>
                    <a:pt x="8807" y="6953"/>
                    <a:pt x="9040" y="6853"/>
                  </a:cubicBezTo>
                  <a:cubicBezTo>
                    <a:pt x="9678" y="6515"/>
                    <a:pt x="10380" y="6346"/>
                    <a:pt x="11085" y="6346"/>
                  </a:cubicBezTo>
                  <a:close/>
                  <a:moveTo>
                    <a:pt x="11085" y="5666"/>
                  </a:moveTo>
                  <a:cubicBezTo>
                    <a:pt x="10273" y="5666"/>
                    <a:pt x="9470" y="5860"/>
                    <a:pt x="8740" y="6253"/>
                  </a:cubicBezTo>
                  <a:cubicBezTo>
                    <a:pt x="6839" y="7220"/>
                    <a:pt x="5671" y="9221"/>
                    <a:pt x="5771" y="11390"/>
                  </a:cubicBezTo>
                  <a:cubicBezTo>
                    <a:pt x="5905" y="13525"/>
                    <a:pt x="7272" y="15393"/>
                    <a:pt x="9307" y="16160"/>
                  </a:cubicBezTo>
                  <a:cubicBezTo>
                    <a:pt x="9890" y="16387"/>
                    <a:pt x="10502" y="16499"/>
                    <a:pt x="11114" y="16499"/>
                  </a:cubicBezTo>
                  <a:cubicBezTo>
                    <a:pt x="11939" y="16499"/>
                    <a:pt x="12763" y="16295"/>
                    <a:pt x="13510" y="15893"/>
                  </a:cubicBezTo>
                  <a:cubicBezTo>
                    <a:pt x="13777" y="15759"/>
                    <a:pt x="14044" y="15593"/>
                    <a:pt x="14277" y="15426"/>
                  </a:cubicBezTo>
                  <a:cubicBezTo>
                    <a:pt x="17747" y="12891"/>
                    <a:pt x="17013" y="7487"/>
                    <a:pt x="12976" y="6019"/>
                  </a:cubicBezTo>
                  <a:cubicBezTo>
                    <a:pt x="12361" y="5785"/>
                    <a:pt x="11720" y="5666"/>
                    <a:pt x="11085" y="5666"/>
                  </a:cubicBezTo>
                  <a:close/>
                  <a:moveTo>
                    <a:pt x="11078" y="682"/>
                  </a:moveTo>
                  <a:cubicBezTo>
                    <a:pt x="11453" y="682"/>
                    <a:pt x="11831" y="704"/>
                    <a:pt x="12209" y="749"/>
                  </a:cubicBezTo>
                  <a:lnTo>
                    <a:pt x="12309" y="2450"/>
                  </a:lnTo>
                  <a:cubicBezTo>
                    <a:pt x="12309" y="2617"/>
                    <a:pt x="12443" y="2717"/>
                    <a:pt x="12576" y="2750"/>
                  </a:cubicBezTo>
                  <a:cubicBezTo>
                    <a:pt x="13477" y="2917"/>
                    <a:pt x="14344" y="3217"/>
                    <a:pt x="15145" y="3651"/>
                  </a:cubicBezTo>
                  <a:cubicBezTo>
                    <a:pt x="15205" y="3681"/>
                    <a:pt x="15271" y="3697"/>
                    <a:pt x="15336" y="3697"/>
                  </a:cubicBezTo>
                  <a:cubicBezTo>
                    <a:pt x="15415" y="3697"/>
                    <a:pt x="15490" y="3673"/>
                    <a:pt x="15545" y="3617"/>
                  </a:cubicBezTo>
                  <a:lnTo>
                    <a:pt x="15545" y="3584"/>
                  </a:lnTo>
                  <a:lnTo>
                    <a:pt x="16646" y="2317"/>
                  </a:lnTo>
                  <a:cubicBezTo>
                    <a:pt x="17146" y="2617"/>
                    <a:pt x="17613" y="2950"/>
                    <a:pt x="18013" y="3317"/>
                  </a:cubicBezTo>
                  <a:cubicBezTo>
                    <a:pt x="18447" y="3718"/>
                    <a:pt x="18847" y="4118"/>
                    <a:pt x="19181" y="4551"/>
                  </a:cubicBezTo>
                  <a:lnTo>
                    <a:pt x="18047" y="5852"/>
                  </a:lnTo>
                  <a:cubicBezTo>
                    <a:pt x="17947" y="5952"/>
                    <a:pt x="17947" y="6119"/>
                    <a:pt x="18047" y="6253"/>
                  </a:cubicBezTo>
                  <a:cubicBezTo>
                    <a:pt x="18547" y="7020"/>
                    <a:pt x="18947" y="7820"/>
                    <a:pt x="19214" y="8688"/>
                  </a:cubicBezTo>
                  <a:cubicBezTo>
                    <a:pt x="19248" y="8855"/>
                    <a:pt x="19381" y="8955"/>
                    <a:pt x="19548" y="8955"/>
                  </a:cubicBezTo>
                  <a:lnTo>
                    <a:pt x="21216" y="8855"/>
                  </a:lnTo>
                  <a:cubicBezTo>
                    <a:pt x="21483" y="9922"/>
                    <a:pt x="21583" y="11056"/>
                    <a:pt x="21449" y="12190"/>
                  </a:cubicBezTo>
                  <a:lnTo>
                    <a:pt x="19748" y="12290"/>
                  </a:lnTo>
                  <a:cubicBezTo>
                    <a:pt x="19681" y="12290"/>
                    <a:pt x="19615" y="12324"/>
                    <a:pt x="19548" y="12357"/>
                  </a:cubicBezTo>
                  <a:cubicBezTo>
                    <a:pt x="19481" y="12424"/>
                    <a:pt x="19448" y="12490"/>
                    <a:pt x="19414" y="12557"/>
                  </a:cubicBezTo>
                  <a:cubicBezTo>
                    <a:pt x="19281" y="13458"/>
                    <a:pt x="18981" y="14325"/>
                    <a:pt x="18514" y="15126"/>
                  </a:cubicBezTo>
                  <a:cubicBezTo>
                    <a:pt x="18447" y="15259"/>
                    <a:pt x="18480" y="15459"/>
                    <a:pt x="18614" y="15559"/>
                  </a:cubicBezTo>
                  <a:lnTo>
                    <a:pt x="19848" y="16660"/>
                  </a:lnTo>
                  <a:cubicBezTo>
                    <a:pt x="19548" y="17160"/>
                    <a:pt x="19214" y="17627"/>
                    <a:pt x="18847" y="18028"/>
                  </a:cubicBezTo>
                  <a:cubicBezTo>
                    <a:pt x="18480" y="18461"/>
                    <a:pt x="18080" y="18862"/>
                    <a:pt x="17646" y="19195"/>
                  </a:cubicBezTo>
                  <a:lnTo>
                    <a:pt x="16346" y="18061"/>
                  </a:lnTo>
                  <a:cubicBezTo>
                    <a:pt x="16272" y="18006"/>
                    <a:pt x="16189" y="17981"/>
                    <a:pt x="16106" y="17981"/>
                  </a:cubicBezTo>
                  <a:cubicBezTo>
                    <a:pt x="16039" y="17981"/>
                    <a:pt x="15972" y="17998"/>
                    <a:pt x="15912" y="18028"/>
                  </a:cubicBezTo>
                  <a:cubicBezTo>
                    <a:pt x="15178" y="18561"/>
                    <a:pt x="14344" y="18962"/>
                    <a:pt x="13477" y="19229"/>
                  </a:cubicBezTo>
                  <a:cubicBezTo>
                    <a:pt x="13343" y="19262"/>
                    <a:pt x="13243" y="19395"/>
                    <a:pt x="13243" y="19562"/>
                  </a:cubicBezTo>
                  <a:lnTo>
                    <a:pt x="13343" y="21230"/>
                  </a:lnTo>
                  <a:cubicBezTo>
                    <a:pt x="12610" y="21408"/>
                    <a:pt x="11861" y="21497"/>
                    <a:pt x="11117" y="21497"/>
                  </a:cubicBezTo>
                  <a:cubicBezTo>
                    <a:pt x="10745" y="21497"/>
                    <a:pt x="10375" y="21475"/>
                    <a:pt x="10008" y="21430"/>
                  </a:cubicBezTo>
                  <a:lnTo>
                    <a:pt x="9874" y="19729"/>
                  </a:lnTo>
                  <a:cubicBezTo>
                    <a:pt x="9874" y="19562"/>
                    <a:pt x="9774" y="19462"/>
                    <a:pt x="9607" y="19429"/>
                  </a:cubicBezTo>
                  <a:cubicBezTo>
                    <a:pt x="8707" y="19262"/>
                    <a:pt x="7873" y="18962"/>
                    <a:pt x="7072" y="18528"/>
                  </a:cubicBezTo>
                  <a:cubicBezTo>
                    <a:pt x="7013" y="18504"/>
                    <a:pt x="6954" y="18493"/>
                    <a:pt x="6898" y="18493"/>
                  </a:cubicBezTo>
                  <a:cubicBezTo>
                    <a:pt x="6796" y="18493"/>
                    <a:pt x="6703" y="18530"/>
                    <a:pt x="6639" y="18595"/>
                  </a:cubicBezTo>
                  <a:lnTo>
                    <a:pt x="5504" y="19862"/>
                  </a:lnTo>
                  <a:cubicBezTo>
                    <a:pt x="5037" y="19562"/>
                    <a:pt x="4570" y="19229"/>
                    <a:pt x="4137" y="18862"/>
                  </a:cubicBezTo>
                  <a:cubicBezTo>
                    <a:pt x="3737" y="18461"/>
                    <a:pt x="3370" y="18061"/>
                    <a:pt x="3036" y="17627"/>
                  </a:cubicBezTo>
                  <a:lnTo>
                    <a:pt x="4137" y="16327"/>
                  </a:lnTo>
                  <a:cubicBezTo>
                    <a:pt x="4270" y="16226"/>
                    <a:pt x="4270" y="16060"/>
                    <a:pt x="4170" y="15926"/>
                  </a:cubicBezTo>
                  <a:cubicBezTo>
                    <a:pt x="3636" y="15159"/>
                    <a:pt x="3270" y="14358"/>
                    <a:pt x="3003" y="13491"/>
                  </a:cubicBezTo>
                  <a:cubicBezTo>
                    <a:pt x="2969" y="13324"/>
                    <a:pt x="2803" y="13224"/>
                    <a:pt x="2669" y="13224"/>
                  </a:cubicBezTo>
                  <a:lnTo>
                    <a:pt x="968" y="13324"/>
                  </a:lnTo>
                  <a:cubicBezTo>
                    <a:pt x="701" y="12257"/>
                    <a:pt x="634" y="11123"/>
                    <a:pt x="768" y="9989"/>
                  </a:cubicBezTo>
                  <a:lnTo>
                    <a:pt x="2469" y="9889"/>
                  </a:lnTo>
                  <a:cubicBezTo>
                    <a:pt x="2636" y="9889"/>
                    <a:pt x="2736" y="9755"/>
                    <a:pt x="2769" y="9622"/>
                  </a:cubicBezTo>
                  <a:cubicBezTo>
                    <a:pt x="2936" y="8721"/>
                    <a:pt x="3236" y="7854"/>
                    <a:pt x="3670" y="7053"/>
                  </a:cubicBezTo>
                  <a:cubicBezTo>
                    <a:pt x="3770" y="6920"/>
                    <a:pt x="3737" y="6753"/>
                    <a:pt x="3603" y="6620"/>
                  </a:cubicBezTo>
                  <a:lnTo>
                    <a:pt x="2369" y="5519"/>
                  </a:lnTo>
                  <a:cubicBezTo>
                    <a:pt x="2636" y="5018"/>
                    <a:pt x="2969" y="4551"/>
                    <a:pt x="3370" y="4151"/>
                  </a:cubicBezTo>
                  <a:cubicBezTo>
                    <a:pt x="3737" y="3718"/>
                    <a:pt x="4137" y="3351"/>
                    <a:pt x="4570" y="2984"/>
                  </a:cubicBezTo>
                  <a:lnTo>
                    <a:pt x="5871" y="4118"/>
                  </a:lnTo>
                  <a:cubicBezTo>
                    <a:pt x="5927" y="4173"/>
                    <a:pt x="6012" y="4198"/>
                    <a:pt x="6094" y="4198"/>
                  </a:cubicBezTo>
                  <a:cubicBezTo>
                    <a:pt x="6162" y="4198"/>
                    <a:pt x="6227" y="4181"/>
                    <a:pt x="6272" y="4151"/>
                  </a:cubicBezTo>
                  <a:cubicBezTo>
                    <a:pt x="7039" y="3617"/>
                    <a:pt x="7839" y="3217"/>
                    <a:pt x="8740" y="2950"/>
                  </a:cubicBezTo>
                  <a:cubicBezTo>
                    <a:pt x="8874" y="2917"/>
                    <a:pt x="8974" y="2784"/>
                    <a:pt x="8974" y="2617"/>
                  </a:cubicBezTo>
                  <a:lnTo>
                    <a:pt x="8874" y="949"/>
                  </a:lnTo>
                  <a:cubicBezTo>
                    <a:pt x="9585" y="771"/>
                    <a:pt x="10326" y="682"/>
                    <a:pt x="11078" y="682"/>
                  </a:cubicBezTo>
                  <a:close/>
                  <a:moveTo>
                    <a:pt x="11133" y="0"/>
                  </a:moveTo>
                  <a:cubicBezTo>
                    <a:pt x="10323" y="0"/>
                    <a:pt x="9507" y="104"/>
                    <a:pt x="8707" y="282"/>
                  </a:cubicBezTo>
                  <a:cubicBezTo>
                    <a:pt x="8407" y="348"/>
                    <a:pt x="8206" y="615"/>
                    <a:pt x="8206" y="916"/>
                  </a:cubicBezTo>
                  <a:lnTo>
                    <a:pt x="8306" y="2417"/>
                  </a:lnTo>
                  <a:cubicBezTo>
                    <a:pt x="7539" y="2650"/>
                    <a:pt x="6805" y="3017"/>
                    <a:pt x="6138" y="3451"/>
                  </a:cubicBezTo>
                  <a:lnTo>
                    <a:pt x="5037" y="2450"/>
                  </a:lnTo>
                  <a:cubicBezTo>
                    <a:pt x="4921" y="2350"/>
                    <a:pt x="4771" y="2300"/>
                    <a:pt x="4621" y="2300"/>
                  </a:cubicBezTo>
                  <a:cubicBezTo>
                    <a:pt x="4470" y="2300"/>
                    <a:pt x="4320" y="2350"/>
                    <a:pt x="4204" y="2450"/>
                  </a:cubicBezTo>
                  <a:cubicBezTo>
                    <a:pt x="3737" y="2817"/>
                    <a:pt x="3270" y="3251"/>
                    <a:pt x="2869" y="3684"/>
                  </a:cubicBezTo>
                  <a:cubicBezTo>
                    <a:pt x="2469" y="4151"/>
                    <a:pt x="2102" y="4618"/>
                    <a:pt x="1768" y="5152"/>
                  </a:cubicBezTo>
                  <a:cubicBezTo>
                    <a:pt x="1602" y="5419"/>
                    <a:pt x="1668" y="5752"/>
                    <a:pt x="1902" y="5952"/>
                  </a:cubicBezTo>
                  <a:lnTo>
                    <a:pt x="3003" y="6953"/>
                  </a:lnTo>
                  <a:cubicBezTo>
                    <a:pt x="2636" y="7654"/>
                    <a:pt x="2369" y="8421"/>
                    <a:pt x="2202" y="9221"/>
                  </a:cubicBezTo>
                  <a:lnTo>
                    <a:pt x="734" y="9288"/>
                  </a:lnTo>
                  <a:cubicBezTo>
                    <a:pt x="434" y="9322"/>
                    <a:pt x="167" y="9555"/>
                    <a:pt x="134" y="9855"/>
                  </a:cubicBezTo>
                  <a:cubicBezTo>
                    <a:pt x="1" y="11089"/>
                    <a:pt x="67" y="12290"/>
                    <a:pt x="334" y="13491"/>
                  </a:cubicBezTo>
                  <a:cubicBezTo>
                    <a:pt x="401" y="13791"/>
                    <a:pt x="668" y="13992"/>
                    <a:pt x="1001" y="13992"/>
                  </a:cubicBezTo>
                  <a:lnTo>
                    <a:pt x="2469" y="13891"/>
                  </a:lnTo>
                  <a:cubicBezTo>
                    <a:pt x="2702" y="14659"/>
                    <a:pt x="3069" y="15393"/>
                    <a:pt x="3503" y="16060"/>
                  </a:cubicBezTo>
                  <a:lnTo>
                    <a:pt x="2536" y="17160"/>
                  </a:lnTo>
                  <a:cubicBezTo>
                    <a:pt x="2302" y="17394"/>
                    <a:pt x="2302" y="17761"/>
                    <a:pt x="2502" y="17994"/>
                  </a:cubicBezTo>
                  <a:cubicBezTo>
                    <a:pt x="2869" y="18495"/>
                    <a:pt x="3303" y="18928"/>
                    <a:pt x="3737" y="19329"/>
                  </a:cubicBezTo>
                  <a:cubicBezTo>
                    <a:pt x="4204" y="19729"/>
                    <a:pt x="4704" y="20096"/>
                    <a:pt x="5204" y="20429"/>
                  </a:cubicBezTo>
                  <a:cubicBezTo>
                    <a:pt x="5313" y="20511"/>
                    <a:pt x="5437" y="20548"/>
                    <a:pt x="5561" y="20548"/>
                  </a:cubicBezTo>
                  <a:cubicBezTo>
                    <a:pt x="5742" y="20548"/>
                    <a:pt x="5919" y="20468"/>
                    <a:pt x="6038" y="20329"/>
                  </a:cubicBezTo>
                  <a:lnTo>
                    <a:pt x="7039" y="19229"/>
                  </a:lnTo>
                  <a:cubicBezTo>
                    <a:pt x="7739" y="19596"/>
                    <a:pt x="8507" y="19862"/>
                    <a:pt x="9307" y="20029"/>
                  </a:cubicBezTo>
                  <a:lnTo>
                    <a:pt x="9374" y="21497"/>
                  </a:lnTo>
                  <a:cubicBezTo>
                    <a:pt x="9374" y="21797"/>
                    <a:pt x="9641" y="22064"/>
                    <a:pt x="9941" y="22097"/>
                  </a:cubicBezTo>
                  <a:cubicBezTo>
                    <a:pt x="10341" y="22142"/>
                    <a:pt x="10745" y="22164"/>
                    <a:pt x="11150" y="22164"/>
                  </a:cubicBezTo>
                  <a:cubicBezTo>
                    <a:pt x="11961" y="22164"/>
                    <a:pt x="12776" y="22075"/>
                    <a:pt x="13577" y="21897"/>
                  </a:cubicBezTo>
                  <a:cubicBezTo>
                    <a:pt x="13877" y="21830"/>
                    <a:pt x="14077" y="21530"/>
                    <a:pt x="14077" y="21230"/>
                  </a:cubicBezTo>
                  <a:lnTo>
                    <a:pt x="13977" y="19762"/>
                  </a:lnTo>
                  <a:cubicBezTo>
                    <a:pt x="14744" y="19495"/>
                    <a:pt x="15478" y="19162"/>
                    <a:pt x="16145" y="18695"/>
                  </a:cubicBezTo>
                  <a:lnTo>
                    <a:pt x="17246" y="19696"/>
                  </a:lnTo>
                  <a:cubicBezTo>
                    <a:pt x="17368" y="19800"/>
                    <a:pt x="17518" y="19850"/>
                    <a:pt x="17666" y="19850"/>
                  </a:cubicBezTo>
                  <a:cubicBezTo>
                    <a:pt x="17801" y="19850"/>
                    <a:pt x="17935" y="19809"/>
                    <a:pt x="18047" y="19729"/>
                  </a:cubicBezTo>
                  <a:cubicBezTo>
                    <a:pt x="18314" y="19529"/>
                    <a:pt x="18580" y="19295"/>
                    <a:pt x="18814" y="19062"/>
                  </a:cubicBezTo>
                  <a:cubicBezTo>
                    <a:pt x="19014" y="18895"/>
                    <a:pt x="19214" y="18662"/>
                    <a:pt x="19381" y="18461"/>
                  </a:cubicBezTo>
                  <a:cubicBezTo>
                    <a:pt x="19781" y="18028"/>
                    <a:pt x="20148" y="17527"/>
                    <a:pt x="20482" y="17027"/>
                  </a:cubicBezTo>
                  <a:cubicBezTo>
                    <a:pt x="20649" y="16760"/>
                    <a:pt x="20615" y="16393"/>
                    <a:pt x="20382" y="16193"/>
                  </a:cubicBezTo>
                  <a:lnTo>
                    <a:pt x="19281" y="15192"/>
                  </a:lnTo>
                  <a:cubicBezTo>
                    <a:pt x="19648" y="14492"/>
                    <a:pt x="19915" y="13725"/>
                    <a:pt x="20082" y="12924"/>
                  </a:cubicBezTo>
                  <a:lnTo>
                    <a:pt x="21549" y="12857"/>
                  </a:lnTo>
                  <a:cubicBezTo>
                    <a:pt x="21849" y="12824"/>
                    <a:pt x="22116" y="12591"/>
                    <a:pt x="22150" y="12290"/>
                  </a:cubicBezTo>
                  <a:cubicBezTo>
                    <a:pt x="22283" y="11089"/>
                    <a:pt x="22216" y="9855"/>
                    <a:pt x="21950" y="8654"/>
                  </a:cubicBezTo>
                  <a:cubicBezTo>
                    <a:pt x="21883" y="8354"/>
                    <a:pt x="21583" y="8154"/>
                    <a:pt x="21282" y="8154"/>
                  </a:cubicBezTo>
                  <a:lnTo>
                    <a:pt x="19815" y="8254"/>
                  </a:lnTo>
                  <a:cubicBezTo>
                    <a:pt x="19548" y="7487"/>
                    <a:pt x="19214" y="6753"/>
                    <a:pt x="18781" y="6086"/>
                  </a:cubicBezTo>
                  <a:lnTo>
                    <a:pt x="19748" y="4985"/>
                  </a:lnTo>
                  <a:cubicBezTo>
                    <a:pt x="19981" y="4752"/>
                    <a:pt x="19981" y="4385"/>
                    <a:pt x="19781" y="4151"/>
                  </a:cubicBezTo>
                  <a:cubicBezTo>
                    <a:pt x="19014" y="3184"/>
                    <a:pt x="18080" y="2350"/>
                    <a:pt x="17046" y="1716"/>
                  </a:cubicBezTo>
                  <a:cubicBezTo>
                    <a:pt x="16935" y="1647"/>
                    <a:pt x="16812" y="1612"/>
                    <a:pt x="16692" y="1612"/>
                  </a:cubicBezTo>
                  <a:cubicBezTo>
                    <a:pt x="16524" y="1612"/>
                    <a:pt x="16362" y="1680"/>
                    <a:pt x="16245" y="1816"/>
                  </a:cubicBezTo>
                  <a:lnTo>
                    <a:pt x="15278" y="2917"/>
                  </a:lnTo>
                  <a:cubicBezTo>
                    <a:pt x="14544" y="2550"/>
                    <a:pt x="13777" y="2317"/>
                    <a:pt x="13010" y="2150"/>
                  </a:cubicBezTo>
                  <a:lnTo>
                    <a:pt x="12910" y="649"/>
                  </a:lnTo>
                  <a:cubicBezTo>
                    <a:pt x="12910" y="348"/>
                    <a:pt x="12643" y="115"/>
                    <a:pt x="12343" y="82"/>
                  </a:cubicBezTo>
                  <a:cubicBezTo>
                    <a:pt x="11942" y="26"/>
                    <a:pt x="11538" y="0"/>
                    <a:pt x="11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3">
              <a:extLst>
                <a:ext uri="{FF2B5EF4-FFF2-40B4-BE49-F238E27FC236}">
                  <a16:creationId xmlns:a16="http://schemas.microsoft.com/office/drawing/2014/main" id="{BEC7088D-97B9-1CCB-364E-967C8D0641EF}"/>
                </a:ext>
              </a:extLst>
            </p:cNvPr>
            <p:cNvSpPr/>
            <p:nvPr/>
          </p:nvSpPr>
          <p:spPr>
            <a:xfrm>
              <a:off x="7715005" y="2128192"/>
              <a:ext cx="415686" cy="413416"/>
            </a:xfrm>
            <a:custGeom>
              <a:avLst/>
              <a:gdLst/>
              <a:ahLst/>
              <a:cxnLst/>
              <a:rect l="l" t="t" r="r" b="b"/>
              <a:pathLst>
                <a:path w="25819" h="25678" extrusionOk="0">
                  <a:moveTo>
                    <a:pt x="13079" y="7287"/>
                  </a:moveTo>
                  <a:cubicBezTo>
                    <a:pt x="14384" y="7287"/>
                    <a:pt x="15651" y="7783"/>
                    <a:pt x="16612" y="8686"/>
                  </a:cubicBezTo>
                  <a:cubicBezTo>
                    <a:pt x="20215" y="11988"/>
                    <a:pt x="18147" y="17992"/>
                    <a:pt x="13277" y="18359"/>
                  </a:cubicBezTo>
                  <a:cubicBezTo>
                    <a:pt x="13095" y="18380"/>
                    <a:pt x="12913" y="18389"/>
                    <a:pt x="12732" y="18389"/>
                  </a:cubicBezTo>
                  <a:cubicBezTo>
                    <a:pt x="11418" y="18389"/>
                    <a:pt x="10141" y="17867"/>
                    <a:pt x="9174" y="16958"/>
                  </a:cubicBezTo>
                  <a:cubicBezTo>
                    <a:pt x="7572" y="15457"/>
                    <a:pt x="6972" y="13122"/>
                    <a:pt x="7673" y="11054"/>
                  </a:cubicBezTo>
                  <a:cubicBezTo>
                    <a:pt x="8206" y="9520"/>
                    <a:pt x="9374" y="8285"/>
                    <a:pt x="10908" y="7718"/>
                  </a:cubicBezTo>
                  <a:cubicBezTo>
                    <a:pt x="11108" y="7618"/>
                    <a:pt x="11375" y="7552"/>
                    <a:pt x="11609" y="7485"/>
                  </a:cubicBezTo>
                  <a:cubicBezTo>
                    <a:pt x="11909" y="7385"/>
                    <a:pt x="12209" y="7351"/>
                    <a:pt x="12509" y="7318"/>
                  </a:cubicBezTo>
                  <a:cubicBezTo>
                    <a:pt x="12699" y="7297"/>
                    <a:pt x="12889" y="7287"/>
                    <a:pt x="13079" y="7287"/>
                  </a:cubicBezTo>
                  <a:close/>
                  <a:moveTo>
                    <a:pt x="13038" y="6490"/>
                  </a:moveTo>
                  <a:cubicBezTo>
                    <a:pt x="12851" y="6490"/>
                    <a:pt x="12663" y="6499"/>
                    <a:pt x="12476" y="6517"/>
                  </a:cubicBezTo>
                  <a:cubicBezTo>
                    <a:pt x="9941" y="6718"/>
                    <a:pt x="7773" y="8419"/>
                    <a:pt x="6939" y="10787"/>
                  </a:cubicBezTo>
                  <a:cubicBezTo>
                    <a:pt x="6138" y="13189"/>
                    <a:pt x="6805" y="15824"/>
                    <a:pt x="8673" y="17525"/>
                  </a:cubicBezTo>
                  <a:cubicBezTo>
                    <a:pt x="9801" y="18594"/>
                    <a:pt x="11273" y="19187"/>
                    <a:pt x="12806" y="19187"/>
                  </a:cubicBezTo>
                  <a:cubicBezTo>
                    <a:pt x="12995" y="19187"/>
                    <a:pt x="13186" y="19178"/>
                    <a:pt x="13377" y="19160"/>
                  </a:cubicBezTo>
                  <a:cubicBezTo>
                    <a:pt x="13710" y="19127"/>
                    <a:pt x="14077" y="19060"/>
                    <a:pt x="14411" y="18960"/>
                  </a:cubicBezTo>
                  <a:cubicBezTo>
                    <a:pt x="14678" y="18893"/>
                    <a:pt x="14944" y="18826"/>
                    <a:pt x="15211" y="18693"/>
                  </a:cubicBezTo>
                  <a:cubicBezTo>
                    <a:pt x="16946" y="18026"/>
                    <a:pt x="18280" y="16625"/>
                    <a:pt x="18881" y="14890"/>
                  </a:cubicBezTo>
                  <a:cubicBezTo>
                    <a:pt x="19681" y="12488"/>
                    <a:pt x="19014" y="9853"/>
                    <a:pt x="17146" y="8152"/>
                  </a:cubicBezTo>
                  <a:cubicBezTo>
                    <a:pt x="16048" y="7083"/>
                    <a:pt x="14553" y="6490"/>
                    <a:pt x="13038" y="6490"/>
                  </a:cubicBezTo>
                  <a:close/>
                  <a:moveTo>
                    <a:pt x="14944" y="813"/>
                  </a:moveTo>
                  <a:cubicBezTo>
                    <a:pt x="16279" y="980"/>
                    <a:pt x="17546" y="1414"/>
                    <a:pt x="18714" y="2048"/>
                  </a:cubicBezTo>
                  <a:lnTo>
                    <a:pt x="18080" y="3982"/>
                  </a:lnTo>
                  <a:cubicBezTo>
                    <a:pt x="18013" y="4149"/>
                    <a:pt x="18080" y="4316"/>
                    <a:pt x="18213" y="4416"/>
                  </a:cubicBezTo>
                  <a:cubicBezTo>
                    <a:pt x="19147" y="4983"/>
                    <a:pt x="19948" y="5717"/>
                    <a:pt x="20615" y="6551"/>
                  </a:cubicBezTo>
                  <a:cubicBezTo>
                    <a:pt x="20687" y="6623"/>
                    <a:pt x="20811" y="6678"/>
                    <a:pt x="20925" y="6678"/>
                  </a:cubicBezTo>
                  <a:cubicBezTo>
                    <a:pt x="20969" y="6678"/>
                    <a:pt x="21012" y="6670"/>
                    <a:pt x="21049" y="6651"/>
                  </a:cubicBezTo>
                  <a:lnTo>
                    <a:pt x="21082" y="6651"/>
                  </a:lnTo>
                  <a:lnTo>
                    <a:pt x="22850" y="5784"/>
                  </a:lnTo>
                  <a:cubicBezTo>
                    <a:pt x="23250" y="6284"/>
                    <a:pt x="23617" y="6851"/>
                    <a:pt x="23884" y="7451"/>
                  </a:cubicBezTo>
                  <a:cubicBezTo>
                    <a:pt x="24184" y="8052"/>
                    <a:pt x="24418" y="8652"/>
                    <a:pt x="24618" y="9286"/>
                  </a:cubicBezTo>
                  <a:lnTo>
                    <a:pt x="22817" y="10220"/>
                  </a:lnTo>
                  <a:cubicBezTo>
                    <a:pt x="22650" y="10287"/>
                    <a:pt x="22583" y="10454"/>
                    <a:pt x="22617" y="10620"/>
                  </a:cubicBezTo>
                  <a:cubicBezTo>
                    <a:pt x="22850" y="11654"/>
                    <a:pt x="22917" y="12755"/>
                    <a:pt x="22783" y="13823"/>
                  </a:cubicBezTo>
                  <a:cubicBezTo>
                    <a:pt x="22783" y="13990"/>
                    <a:pt x="22883" y="14156"/>
                    <a:pt x="23050" y="14223"/>
                  </a:cubicBezTo>
                  <a:lnTo>
                    <a:pt x="24952" y="14857"/>
                  </a:lnTo>
                  <a:cubicBezTo>
                    <a:pt x="24751" y="16191"/>
                    <a:pt x="24318" y="17459"/>
                    <a:pt x="23684" y="18626"/>
                  </a:cubicBezTo>
                  <a:lnTo>
                    <a:pt x="21783" y="17992"/>
                  </a:lnTo>
                  <a:cubicBezTo>
                    <a:pt x="21733" y="17976"/>
                    <a:pt x="21691" y="17967"/>
                    <a:pt x="21653" y="17967"/>
                  </a:cubicBezTo>
                  <a:cubicBezTo>
                    <a:pt x="21616" y="17967"/>
                    <a:pt x="21582" y="17976"/>
                    <a:pt x="21549" y="17992"/>
                  </a:cubicBezTo>
                  <a:cubicBezTo>
                    <a:pt x="21449" y="18026"/>
                    <a:pt x="21382" y="18059"/>
                    <a:pt x="21316" y="18159"/>
                  </a:cubicBezTo>
                  <a:cubicBezTo>
                    <a:pt x="20749" y="19060"/>
                    <a:pt x="20015" y="19860"/>
                    <a:pt x="19214" y="20561"/>
                  </a:cubicBezTo>
                  <a:cubicBezTo>
                    <a:pt x="19047" y="20661"/>
                    <a:pt x="19014" y="20861"/>
                    <a:pt x="19114" y="21028"/>
                  </a:cubicBezTo>
                  <a:lnTo>
                    <a:pt x="19981" y="22796"/>
                  </a:lnTo>
                  <a:cubicBezTo>
                    <a:pt x="19448" y="23196"/>
                    <a:pt x="18881" y="23563"/>
                    <a:pt x="18280" y="23863"/>
                  </a:cubicBezTo>
                  <a:cubicBezTo>
                    <a:pt x="17680" y="24130"/>
                    <a:pt x="17079" y="24364"/>
                    <a:pt x="16445" y="24564"/>
                  </a:cubicBezTo>
                  <a:lnTo>
                    <a:pt x="15545" y="22762"/>
                  </a:lnTo>
                  <a:cubicBezTo>
                    <a:pt x="15461" y="22623"/>
                    <a:pt x="15332" y="22554"/>
                    <a:pt x="15194" y="22554"/>
                  </a:cubicBezTo>
                  <a:cubicBezTo>
                    <a:pt x="15167" y="22554"/>
                    <a:pt x="15139" y="22557"/>
                    <a:pt x="15111" y="22562"/>
                  </a:cubicBezTo>
                  <a:cubicBezTo>
                    <a:pt x="14387" y="22726"/>
                    <a:pt x="13647" y="22807"/>
                    <a:pt x="12902" y="22807"/>
                  </a:cubicBezTo>
                  <a:cubicBezTo>
                    <a:pt x="12583" y="22807"/>
                    <a:pt x="12263" y="22792"/>
                    <a:pt x="11942" y="22762"/>
                  </a:cubicBezTo>
                  <a:cubicBezTo>
                    <a:pt x="11916" y="22758"/>
                    <a:pt x="11891" y="22756"/>
                    <a:pt x="11867" y="22756"/>
                  </a:cubicBezTo>
                  <a:cubicBezTo>
                    <a:pt x="11701" y="22756"/>
                    <a:pt x="11567" y="22851"/>
                    <a:pt x="11509" y="22996"/>
                  </a:cubicBezTo>
                  <a:lnTo>
                    <a:pt x="10875" y="24897"/>
                  </a:lnTo>
                  <a:cubicBezTo>
                    <a:pt x="9541" y="24697"/>
                    <a:pt x="8273" y="24264"/>
                    <a:pt x="7105" y="23630"/>
                  </a:cubicBezTo>
                  <a:lnTo>
                    <a:pt x="7739" y="21728"/>
                  </a:lnTo>
                  <a:cubicBezTo>
                    <a:pt x="7806" y="21562"/>
                    <a:pt x="7739" y="21361"/>
                    <a:pt x="7572" y="21261"/>
                  </a:cubicBezTo>
                  <a:cubicBezTo>
                    <a:pt x="6672" y="20694"/>
                    <a:pt x="5871" y="19994"/>
                    <a:pt x="5204" y="19160"/>
                  </a:cubicBezTo>
                  <a:cubicBezTo>
                    <a:pt x="5115" y="19071"/>
                    <a:pt x="5011" y="19026"/>
                    <a:pt x="4903" y="19026"/>
                  </a:cubicBezTo>
                  <a:cubicBezTo>
                    <a:pt x="4848" y="19026"/>
                    <a:pt x="4793" y="19038"/>
                    <a:pt x="4737" y="19060"/>
                  </a:cubicBezTo>
                  <a:lnTo>
                    <a:pt x="2936" y="19960"/>
                  </a:lnTo>
                  <a:cubicBezTo>
                    <a:pt x="2536" y="19393"/>
                    <a:pt x="2202" y="18826"/>
                    <a:pt x="1902" y="18226"/>
                  </a:cubicBezTo>
                  <a:cubicBezTo>
                    <a:pt x="1635" y="17625"/>
                    <a:pt x="1368" y="17025"/>
                    <a:pt x="1201" y="16391"/>
                  </a:cubicBezTo>
                  <a:lnTo>
                    <a:pt x="3003" y="15457"/>
                  </a:lnTo>
                  <a:cubicBezTo>
                    <a:pt x="3136" y="15391"/>
                    <a:pt x="3236" y="15224"/>
                    <a:pt x="3203" y="15057"/>
                  </a:cubicBezTo>
                  <a:cubicBezTo>
                    <a:pt x="2969" y="13990"/>
                    <a:pt x="2902" y="12922"/>
                    <a:pt x="3003" y="11855"/>
                  </a:cubicBezTo>
                  <a:cubicBezTo>
                    <a:pt x="3036" y="11688"/>
                    <a:pt x="2936" y="11488"/>
                    <a:pt x="2736" y="11454"/>
                  </a:cubicBezTo>
                  <a:lnTo>
                    <a:pt x="868" y="10821"/>
                  </a:lnTo>
                  <a:cubicBezTo>
                    <a:pt x="1068" y="9486"/>
                    <a:pt x="1468" y="8219"/>
                    <a:pt x="2102" y="7051"/>
                  </a:cubicBezTo>
                  <a:lnTo>
                    <a:pt x="4037" y="7685"/>
                  </a:lnTo>
                  <a:cubicBezTo>
                    <a:pt x="4080" y="7702"/>
                    <a:pt x="4125" y="7711"/>
                    <a:pt x="4170" y="7711"/>
                  </a:cubicBezTo>
                  <a:cubicBezTo>
                    <a:pt x="4300" y="7711"/>
                    <a:pt x="4429" y="7642"/>
                    <a:pt x="4504" y="7518"/>
                  </a:cubicBezTo>
                  <a:cubicBezTo>
                    <a:pt x="5071" y="6618"/>
                    <a:pt x="5771" y="5817"/>
                    <a:pt x="6605" y="5150"/>
                  </a:cubicBezTo>
                  <a:cubicBezTo>
                    <a:pt x="6739" y="5016"/>
                    <a:pt x="6772" y="4816"/>
                    <a:pt x="6705" y="4683"/>
                  </a:cubicBezTo>
                  <a:lnTo>
                    <a:pt x="5838" y="2882"/>
                  </a:lnTo>
                  <a:cubicBezTo>
                    <a:pt x="6372" y="2481"/>
                    <a:pt x="6939" y="2114"/>
                    <a:pt x="7539" y="1847"/>
                  </a:cubicBezTo>
                  <a:cubicBezTo>
                    <a:pt x="8106" y="1547"/>
                    <a:pt x="8740" y="1314"/>
                    <a:pt x="9340" y="1114"/>
                  </a:cubicBezTo>
                  <a:lnTo>
                    <a:pt x="10274" y="2915"/>
                  </a:lnTo>
                  <a:cubicBezTo>
                    <a:pt x="10333" y="3060"/>
                    <a:pt x="10492" y="3155"/>
                    <a:pt x="10642" y="3155"/>
                  </a:cubicBezTo>
                  <a:cubicBezTo>
                    <a:pt x="10664" y="3155"/>
                    <a:pt x="10687" y="3153"/>
                    <a:pt x="10708" y="3148"/>
                  </a:cubicBezTo>
                  <a:cubicBezTo>
                    <a:pt x="11397" y="2971"/>
                    <a:pt x="12102" y="2882"/>
                    <a:pt x="12811" y="2882"/>
                  </a:cubicBezTo>
                  <a:cubicBezTo>
                    <a:pt x="13165" y="2882"/>
                    <a:pt x="13521" y="2904"/>
                    <a:pt x="13877" y="2948"/>
                  </a:cubicBezTo>
                  <a:cubicBezTo>
                    <a:pt x="14077" y="2948"/>
                    <a:pt x="14244" y="2848"/>
                    <a:pt x="14311" y="2681"/>
                  </a:cubicBezTo>
                  <a:lnTo>
                    <a:pt x="14944" y="813"/>
                  </a:lnTo>
                  <a:close/>
                  <a:moveTo>
                    <a:pt x="14904" y="0"/>
                  </a:moveTo>
                  <a:cubicBezTo>
                    <a:pt x="14595" y="0"/>
                    <a:pt x="14327" y="189"/>
                    <a:pt x="14211" y="480"/>
                  </a:cubicBezTo>
                  <a:lnTo>
                    <a:pt x="13677" y="2148"/>
                  </a:lnTo>
                  <a:cubicBezTo>
                    <a:pt x="13436" y="2130"/>
                    <a:pt x="13192" y="2122"/>
                    <a:pt x="12948" y="2122"/>
                  </a:cubicBezTo>
                  <a:cubicBezTo>
                    <a:pt x="12247" y="2122"/>
                    <a:pt x="11543" y="2191"/>
                    <a:pt x="10875" y="2314"/>
                  </a:cubicBezTo>
                  <a:lnTo>
                    <a:pt x="10074" y="780"/>
                  </a:lnTo>
                  <a:cubicBezTo>
                    <a:pt x="9946" y="498"/>
                    <a:pt x="9699" y="334"/>
                    <a:pt x="9441" y="334"/>
                  </a:cubicBezTo>
                  <a:cubicBezTo>
                    <a:pt x="9363" y="334"/>
                    <a:pt x="9284" y="349"/>
                    <a:pt x="9207" y="380"/>
                  </a:cubicBezTo>
                  <a:cubicBezTo>
                    <a:pt x="7806" y="780"/>
                    <a:pt x="6505" y="1414"/>
                    <a:pt x="5338" y="2248"/>
                  </a:cubicBezTo>
                  <a:cubicBezTo>
                    <a:pt x="5037" y="2448"/>
                    <a:pt x="4937" y="2848"/>
                    <a:pt x="5104" y="3182"/>
                  </a:cubicBezTo>
                  <a:lnTo>
                    <a:pt x="5871" y="4750"/>
                  </a:lnTo>
                  <a:cubicBezTo>
                    <a:pt x="5171" y="5350"/>
                    <a:pt x="4537" y="6084"/>
                    <a:pt x="4003" y="6851"/>
                  </a:cubicBezTo>
                  <a:lnTo>
                    <a:pt x="2369" y="6317"/>
                  </a:lnTo>
                  <a:cubicBezTo>
                    <a:pt x="2274" y="6283"/>
                    <a:pt x="2179" y="6266"/>
                    <a:pt x="2088" y="6266"/>
                  </a:cubicBezTo>
                  <a:cubicBezTo>
                    <a:pt x="1826" y="6266"/>
                    <a:pt x="1592" y="6404"/>
                    <a:pt x="1468" y="6651"/>
                  </a:cubicBezTo>
                  <a:cubicBezTo>
                    <a:pt x="768" y="7918"/>
                    <a:pt x="301" y="9286"/>
                    <a:pt x="67" y="10687"/>
                  </a:cubicBezTo>
                  <a:cubicBezTo>
                    <a:pt x="0" y="11054"/>
                    <a:pt x="201" y="11421"/>
                    <a:pt x="567" y="11521"/>
                  </a:cubicBezTo>
                  <a:lnTo>
                    <a:pt x="2202" y="12088"/>
                  </a:lnTo>
                  <a:cubicBezTo>
                    <a:pt x="2135" y="13055"/>
                    <a:pt x="2202" y="13990"/>
                    <a:pt x="2369" y="14924"/>
                  </a:cubicBezTo>
                  <a:lnTo>
                    <a:pt x="801" y="15691"/>
                  </a:lnTo>
                  <a:cubicBezTo>
                    <a:pt x="501" y="15824"/>
                    <a:pt x="334" y="16224"/>
                    <a:pt x="434" y="16558"/>
                  </a:cubicBezTo>
                  <a:cubicBezTo>
                    <a:pt x="634" y="17259"/>
                    <a:pt x="901" y="17926"/>
                    <a:pt x="1201" y="18559"/>
                  </a:cubicBezTo>
                  <a:cubicBezTo>
                    <a:pt x="1535" y="19193"/>
                    <a:pt x="1902" y="19794"/>
                    <a:pt x="2302" y="20394"/>
                  </a:cubicBezTo>
                  <a:cubicBezTo>
                    <a:pt x="2437" y="20597"/>
                    <a:pt x="2663" y="20708"/>
                    <a:pt x="2898" y="20708"/>
                  </a:cubicBezTo>
                  <a:cubicBezTo>
                    <a:pt x="3012" y="20708"/>
                    <a:pt x="3127" y="20682"/>
                    <a:pt x="3236" y="20628"/>
                  </a:cubicBezTo>
                  <a:lnTo>
                    <a:pt x="4804" y="19860"/>
                  </a:lnTo>
                  <a:cubicBezTo>
                    <a:pt x="5438" y="20594"/>
                    <a:pt x="6138" y="21228"/>
                    <a:pt x="6939" y="21728"/>
                  </a:cubicBezTo>
                  <a:lnTo>
                    <a:pt x="6372" y="23396"/>
                  </a:lnTo>
                  <a:cubicBezTo>
                    <a:pt x="6238" y="23730"/>
                    <a:pt x="6372" y="24097"/>
                    <a:pt x="6705" y="24297"/>
                  </a:cubicBezTo>
                  <a:cubicBezTo>
                    <a:pt x="7973" y="24964"/>
                    <a:pt x="9340" y="25431"/>
                    <a:pt x="10775" y="25665"/>
                  </a:cubicBezTo>
                  <a:cubicBezTo>
                    <a:pt x="10818" y="25673"/>
                    <a:pt x="10862" y="25677"/>
                    <a:pt x="10905" y="25677"/>
                  </a:cubicBezTo>
                  <a:cubicBezTo>
                    <a:pt x="11199" y="25677"/>
                    <a:pt x="11493" y="25488"/>
                    <a:pt x="11609" y="25198"/>
                  </a:cubicBezTo>
                  <a:lnTo>
                    <a:pt x="12142" y="23530"/>
                  </a:lnTo>
                  <a:cubicBezTo>
                    <a:pt x="12435" y="23550"/>
                    <a:pt x="12725" y="23561"/>
                    <a:pt x="13013" y="23561"/>
                  </a:cubicBezTo>
                  <a:cubicBezTo>
                    <a:pt x="13675" y="23561"/>
                    <a:pt x="14327" y="23502"/>
                    <a:pt x="14978" y="23363"/>
                  </a:cubicBezTo>
                  <a:lnTo>
                    <a:pt x="15745" y="24931"/>
                  </a:lnTo>
                  <a:cubicBezTo>
                    <a:pt x="15852" y="25199"/>
                    <a:pt x="16111" y="25360"/>
                    <a:pt x="16400" y="25360"/>
                  </a:cubicBezTo>
                  <a:cubicBezTo>
                    <a:pt x="16469" y="25360"/>
                    <a:pt x="16541" y="25350"/>
                    <a:pt x="16612" y="25331"/>
                  </a:cubicBezTo>
                  <a:cubicBezTo>
                    <a:pt x="16979" y="25231"/>
                    <a:pt x="17346" y="25097"/>
                    <a:pt x="17713" y="24964"/>
                  </a:cubicBezTo>
                  <a:cubicBezTo>
                    <a:pt x="18080" y="24797"/>
                    <a:pt x="18313" y="24697"/>
                    <a:pt x="18614" y="24530"/>
                  </a:cubicBezTo>
                  <a:cubicBezTo>
                    <a:pt x="19247" y="24230"/>
                    <a:pt x="19881" y="23863"/>
                    <a:pt x="20448" y="23430"/>
                  </a:cubicBezTo>
                  <a:cubicBezTo>
                    <a:pt x="20749" y="23229"/>
                    <a:pt x="20849" y="22829"/>
                    <a:pt x="20682" y="22496"/>
                  </a:cubicBezTo>
                  <a:lnTo>
                    <a:pt x="19948" y="20961"/>
                  </a:lnTo>
                  <a:cubicBezTo>
                    <a:pt x="20648" y="20327"/>
                    <a:pt x="21282" y="19627"/>
                    <a:pt x="21816" y="18826"/>
                  </a:cubicBezTo>
                  <a:lnTo>
                    <a:pt x="23451" y="19393"/>
                  </a:lnTo>
                  <a:cubicBezTo>
                    <a:pt x="23530" y="19425"/>
                    <a:pt x="23613" y="19440"/>
                    <a:pt x="23696" y="19440"/>
                  </a:cubicBezTo>
                  <a:cubicBezTo>
                    <a:pt x="23961" y="19440"/>
                    <a:pt x="24224" y="19289"/>
                    <a:pt x="24351" y="19060"/>
                  </a:cubicBezTo>
                  <a:cubicBezTo>
                    <a:pt x="25018" y="17792"/>
                    <a:pt x="25519" y="16425"/>
                    <a:pt x="25752" y="14990"/>
                  </a:cubicBezTo>
                  <a:cubicBezTo>
                    <a:pt x="25819" y="14623"/>
                    <a:pt x="25585" y="14290"/>
                    <a:pt x="25252" y="14156"/>
                  </a:cubicBezTo>
                  <a:lnTo>
                    <a:pt x="23617" y="13589"/>
                  </a:lnTo>
                  <a:cubicBezTo>
                    <a:pt x="23651" y="12655"/>
                    <a:pt x="23617" y="11688"/>
                    <a:pt x="23417" y="10787"/>
                  </a:cubicBezTo>
                  <a:lnTo>
                    <a:pt x="24985" y="10020"/>
                  </a:lnTo>
                  <a:cubicBezTo>
                    <a:pt x="25319" y="9853"/>
                    <a:pt x="25485" y="9486"/>
                    <a:pt x="25385" y="9119"/>
                  </a:cubicBezTo>
                  <a:cubicBezTo>
                    <a:pt x="25185" y="8452"/>
                    <a:pt x="24918" y="7785"/>
                    <a:pt x="24618" y="7118"/>
                  </a:cubicBezTo>
                  <a:cubicBezTo>
                    <a:pt x="24284" y="6484"/>
                    <a:pt x="23918" y="5850"/>
                    <a:pt x="23517" y="5283"/>
                  </a:cubicBezTo>
                  <a:cubicBezTo>
                    <a:pt x="23360" y="5081"/>
                    <a:pt x="23127" y="4969"/>
                    <a:pt x="22889" y="4969"/>
                  </a:cubicBezTo>
                  <a:cubicBezTo>
                    <a:pt x="22774" y="4969"/>
                    <a:pt x="22659" y="4995"/>
                    <a:pt x="22550" y="5050"/>
                  </a:cubicBezTo>
                  <a:lnTo>
                    <a:pt x="21015" y="5817"/>
                  </a:lnTo>
                  <a:cubicBezTo>
                    <a:pt x="20382" y="5083"/>
                    <a:pt x="19681" y="4449"/>
                    <a:pt x="18881" y="3949"/>
                  </a:cubicBezTo>
                  <a:lnTo>
                    <a:pt x="19448" y="2281"/>
                  </a:lnTo>
                  <a:cubicBezTo>
                    <a:pt x="19581" y="1948"/>
                    <a:pt x="19414" y="1581"/>
                    <a:pt x="19114" y="1380"/>
                  </a:cubicBezTo>
                  <a:cubicBezTo>
                    <a:pt x="17846" y="713"/>
                    <a:pt x="16479" y="246"/>
                    <a:pt x="15044" y="13"/>
                  </a:cubicBezTo>
                  <a:cubicBezTo>
                    <a:pt x="14997" y="4"/>
                    <a:pt x="14950" y="0"/>
                    <a:pt x="149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73">
              <a:extLst>
                <a:ext uri="{FF2B5EF4-FFF2-40B4-BE49-F238E27FC236}">
                  <a16:creationId xmlns:a16="http://schemas.microsoft.com/office/drawing/2014/main" id="{FFA7CA3E-11D9-CC31-667B-DF7A3BAA4B56}"/>
                </a:ext>
              </a:extLst>
            </p:cNvPr>
            <p:cNvSpPr/>
            <p:nvPr/>
          </p:nvSpPr>
          <p:spPr>
            <a:xfrm>
              <a:off x="7056049" y="2787744"/>
              <a:ext cx="759405" cy="772446"/>
            </a:xfrm>
            <a:custGeom>
              <a:avLst/>
              <a:gdLst/>
              <a:ahLst/>
              <a:cxnLst/>
              <a:rect l="l" t="t" r="r" b="b"/>
              <a:pathLst>
                <a:path w="47168" h="47978" extrusionOk="0">
                  <a:moveTo>
                    <a:pt x="17528" y="0"/>
                  </a:moveTo>
                  <a:cubicBezTo>
                    <a:pt x="15721" y="0"/>
                    <a:pt x="13771" y="272"/>
                    <a:pt x="11642" y="810"/>
                  </a:cubicBezTo>
                  <a:cubicBezTo>
                    <a:pt x="0" y="4046"/>
                    <a:pt x="4603" y="22692"/>
                    <a:pt x="4670" y="37036"/>
                  </a:cubicBezTo>
                  <a:cubicBezTo>
                    <a:pt x="4670" y="43074"/>
                    <a:pt x="13643" y="47977"/>
                    <a:pt x="24651" y="47977"/>
                  </a:cubicBezTo>
                  <a:cubicBezTo>
                    <a:pt x="35425" y="47910"/>
                    <a:pt x="46533" y="43274"/>
                    <a:pt x="47134" y="37036"/>
                  </a:cubicBezTo>
                  <a:cubicBezTo>
                    <a:pt x="47167" y="36469"/>
                    <a:pt x="47067" y="35902"/>
                    <a:pt x="46800" y="35401"/>
                  </a:cubicBezTo>
                  <a:cubicBezTo>
                    <a:pt x="44966" y="31899"/>
                    <a:pt x="36293" y="15354"/>
                    <a:pt x="31656" y="8582"/>
                  </a:cubicBezTo>
                  <a:cubicBezTo>
                    <a:pt x="27662" y="2807"/>
                    <a:pt x="23337" y="0"/>
                    <a:pt x="1752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3">
              <a:extLst>
                <a:ext uri="{FF2B5EF4-FFF2-40B4-BE49-F238E27FC236}">
                  <a16:creationId xmlns:a16="http://schemas.microsoft.com/office/drawing/2014/main" id="{AF282796-F1B3-24EE-219E-D5687FF75983}"/>
                </a:ext>
              </a:extLst>
            </p:cNvPr>
            <p:cNvSpPr/>
            <p:nvPr/>
          </p:nvSpPr>
          <p:spPr>
            <a:xfrm>
              <a:off x="7056049" y="2787744"/>
              <a:ext cx="759405" cy="772446"/>
            </a:xfrm>
            <a:custGeom>
              <a:avLst/>
              <a:gdLst/>
              <a:ahLst/>
              <a:cxnLst/>
              <a:rect l="l" t="t" r="r" b="b"/>
              <a:pathLst>
                <a:path w="47168" h="47978" extrusionOk="0">
                  <a:moveTo>
                    <a:pt x="17528" y="0"/>
                  </a:moveTo>
                  <a:cubicBezTo>
                    <a:pt x="15721" y="0"/>
                    <a:pt x="13771" y="272"/>
                    <a:pt x="11642" y="810"/>
                  </a:cubicBezTo>
                  <a:cubicBezTo>
                    <a:pt x="0" y="4046"/>
                    <a:pt x="4603" y="22692"/>
                    <a:pt x="4670" y="37036"/>
                  </a:cubicBezTo>
                  <a:cubicBezTo>
                    <a:pt x="4670" y="43074"/>
                    <a:pt x="13643" y="47977"/>
                    <a:pt x="24651" y="47977"/>
                  </a:cubicBezTo>
                  <a:cubicBezTo>
                    <a:pt x="35425" y="47910"/>
                    <a:pt x="46533" y="43274"/>
                    <a:pt x="47134" y="37036"/>
                  </a:cubicBezTo>
                  <a:cubicBezTo>
                    <a:pt x="47167" y="36469"/>
                    <a:pt x="47067" y="35902"/>
                    <a:pt x="46800" y="35401"/>
                  </a:cubicBezTo>
                  <a:cubicBezTo>
                    <a:pt x="44966" y="31899"/>
                    <a:pt x="36293" y="15354"/>
                    <a:pt x="31656" y="8582"/>
                  </a:cubicBezTo>
                  <a:cubicBezTo>
                    <a:pt x="27662" y="2807"/>
                    <a:pt x="23337" y="0"/>
                    <a:pt x="17528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3">
              <a:extLst>
                <a:ext uri="{FF2B5EF4-FFF2-40B4-BE49-F238E27FC236}">
                  <a16:creationId xmlns:a16="http://schemas.microsoft.com/office/drawing/2014/main" id="{DD6DACB1-1CBE-8C60-4D98-009A73B40DB8}"/>
                </a:ext>
              </a:extLst>
            </p:cNvPr>
            <p:cNvSpPr/>
            <p:nvPr/>
          </p:nvSpPr>
          <p:spPr>
            <a:xfrm>
              <a:off x="7055501" y="2800238"/>
              <a:ext cx="662209" cy="759952"/>
            </a:xfrm>
            <a:custGeom>
              <a:avLst/>
              <a:gdLst/>
              <a:ahLst/>
              <a:cxnLst/>
              <a:rect l="l" t="t" r="r" b="b"/>
              <a:pathLst>
                <a:path w="41131" h="47202" extrusionOk="0">
                  <a:moveTo>
                    <a:pt x="11642" y="1"/>
                  </a:moveTo>
                  <a:cubicBezTo>
                    <a:pt x="1" y="3236"/>
                    <a:pt x="4637" y="21883"/>
                    <a:pt x="4704" y="36227"/>
                  </a:cubicBezTo>
                  <a:cubicBezTo>
                    <a:pt x="4704" y="42298"/>
                    <a:pt x="13644" y="47201"/>
                    <a:pt x="24685" y="47201"/>
                  </a:cubicBezTo>
                  <a:cubicBezTo>
                    <a:pt x="30689" y="47134"/>
                    <a:pt x="36794" y="45667"/>
                    <a:pt x="41130" y="43332"/>
                  </a:cubicBezTo>
                  <a:cubicBezTo>
                    <a:pt x="37761" y="35226"/>
                    <a:pt x="31757" y="21049"/>
                    <a:pt x="28488" y="14478"/>
                  </a:cubicBezTo>
                  <a:cubicBezTo>
                    <a:pt x="23718" y="5004"/>
                    <a:pt x="19882" y="1"/>
                    <a:pt x="116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3">
              <a:extLst>
                <a:ext uri="{FF2B5EF4-FFF2-40B4-BE49-F238E27FC236}">
                  <a16:creationId xmlns:a16="http://schemas.microsoft.com/office/drawing/2014/main" id="{A7FB60B7-5E1D-DFE1-27EB-C0AC7DB0DD74}"/>
                </a:ext>
              </a:extLst>
            </p:cNvPr>
            <p:cNvSpPr/>
            <p:nvPr/>
          </p:nvSpPr>
          <p:spPr>
            <a:xfrm>
              <a:off x="7111899" y="2834805"/>
              <a:ext cx="429661" cy="491775"/>
            </a:xfrm>
            <a:custGeom>
              <a:avLst/>
              <a:gdLst/>
              <a:ahLst/>
              <a:cxnLst/>
              <a:rect l="l" t="t" r="r" b="b"/>
              <a:pathLst>
                <a:path w="26687" h="30545" extrusionOk="0">
                  <a:moveTo>
                    <a:pt x="8921" y="1"/>
                  </a:moveTo>
                  <a:cubicBezTo>
                    <a:pt x="7438" y="1"/>
                    <a:pt x="5961" y="615"/>
                    <a:pt x="4337" y="1756"/>
                  </a:cubicBezTo>
                  <a:cubicBezTo>
                    <a:pt x="2769" y="3891"/>
                    <a:pt x="1501" y="6226"/>
                    <a:pt x="534" y="8695"/>
                  </a:cubicBezTo>
                  <a:cubicBezTo>
                    <a:pt x="0" y="12764"/>
                    <a:pt x="234" y="17568"/>
                    <a:pt x="567" y="22471"/>
                  </a:cubicBezTo>
                  <a:cubicBezTo>
                    <a:pt x="968" y="23339"/>
                    <a:pt x="1468" y="24139"/>
                    <a:pt x="2035" y="24906"/>
                  </a:cubicBezTo>
                  <a:cubicBezTo>
                    <a:pt x="4738" y="28640"/>
                    <a:pt x="8909" y="30545"/>
                    <a:pt x="13094" y="30545"/>
                  </a:cubicBezTo>
                  <a:cubicBezTo>
                    <a:pt x="16762" y="30545"/>
                    <a:pt x="20440" y="29083"/>
                    <a:pt x="23150" y="26107"/>
                  </a:cubicBezTo>
                  <a:cubicBezTo>
                    <a:pt x="26686" y="22104"/>
                    <a:pt x="24751" y="15533"/>
                    <a:pt x="19381" y="8395"/>
                  </a:cubicBezTo>
                  <a:cubicBezTo>
                    <a:pt x="14994" y="2553"/>
                    <a:pt x="11944" y="1"/>
                    <a:pt x="892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3">
              <a:extLst>
                <a:ext uri="{FF2B5EF4-FFF2-40B4-BE49-F238E27FC236}">
                  <a16:creationId xmlns:a16="http://schemas.microsoft.com/office/drawing/2014/main" id="{6F74FD5A-53FA-6565-8A86-90E56F34F07F}"/>
                </a:ext>
              </a:extLst>
            </p:cNvPr>
            <p:cNvSpPr/>
            <p:nvPr/>
          </p:nvSpPr>
          <p:spPr>
            <a:xfrm>
              <a:off x="6029207" y="2807370"/>
              <a:ext cx="1600952" cy="1222650"/>
            </a:xfrm>
            <a:custGeom>
              <a:avLst/>
              <a:gdLst/>
              <a:ahLst/>
              <a:cxnLst/>
              <a:rect l="l" t="t" r="r" b="b"/>
              <a:pathLst>
                <a:path w="99438" h="75941" extrusionOk="0">
                  <a:moveTo>
                    <a:pt x="69425" y="1"/>
                  </a:moveTo>
                  <a:cubicBezTo>
                    <a:pt x="68718" y="1"/>
                    <a:pt x="67983" y="75"/>
                    <a:pt x="67215" y="225"/>
                  </a:cubicBezTo>
                  <a:cubicBezTo>
                    <a:pt x="52905" y="4228"/>
                    <a:pt x="22183" y="8998"/>
                    <a:pt x="12342" y="13835"/>
                  </a:cubicBezTo>
                  <a:cubicBezTo>
                    <a:pt x="10808" y="14602"/>
                    <a:pt x="9340" y="15536"/>
                    <a:pt x="8006" y="16603"/>
                  </a:cubicBezTo>
                  <a:cubicBezTo>
                    <a:pt x="5638" y="18438"/>
                    <a:pt x="4070" y="22040"/>
                    <a:pt x="3636" y="24609"/>
                  </a:cubicBezTo>
                  <a:cubicBezTo>
                    <a:pt x="2269" y="32848"/>
                    <a:pt x="1501" y="40087"/>
                    <a:pt x="1068" y="46224"/>
                  </a:cubicBezTo>
                  <a:cubicBezTo>
                    <a:pt x="968" y="46892"/>
                    <a:pt x="934" y="47559"/>
                    <a:pt x="934" y="48259"/>
                  </a:cubicBezTo>
                  <a:cubicBezTo>
                    <a:pt x="0" y="56298"/>
                    <a:pt x="1968" y="61369"/>
                    <a:pt x="11909" y="67106"/>
                  </a:cubicBezTo>
                  <a:cubicBezTo>
                    <a:pt x="22220" y="73058"/>
                    <a:pt x="35143" y="75940"/>
                    <a:pt x="47861" y="75940"/>
                  </a:cubicBezTo>
                  <a:cubicBezTo>
                    <a:pt x="59664" y="75940"/>
                    <a:pt x="71291" y="73457"/>
                    <a:pt x="80491" y="68640"/>
                  </a:cubicBezTo>
                  <a:cubicBezTo>
                    <a:pt x="90765" y="63237"/>
                    <a:pt x="94001" y="54564"/>
                    <a:pt x="95468" y="49860"/>
                  </a:cubicBezTo>
                  <a:cubicBezTo>
                    <a:pt x="99438" y="32548"/>
                    <a:pt x="90065" y="20273"/>
                    <a:pt x="86762" y="15603"/>
                  </a:cubicBezTo>
                  <a:cubicBezTo>
                    <a:pt x="79756" y="5692"/>
                    <a:pt x="75625" y="1"/>
                    <a:pt x="69425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3">
              <a:extLst>
                <a:ext uri="{FF2B5EF4-FFF2-40B4-BE49-F238E27FC236}">
                  <a16:creationId xmlns:a16="http://schemas.microsoft.com/office/drawing/2014/main" id="{DE353D1F-03E6-7B74-B2C2-2EE4A8FEB081}"/>
                </a:ext>
              </a:extLst>
            </p:cNvPr>
            <p:cNvSpPr/>
            <p:nvPr/>
          </p:nvSpPr>
          <p:spPr>
            <a:xfrm>
              <a:off x="6029207" y="2807370"/>
              <a:ext cx="1600952" cy="1222650"/>
            </a:xfrm>
            <a:custGeom>
              <a:avLst/>
              <a:gdLst/>
              <a:ahLst/>
              <a:cxnLst/>
              <a:rect l="l" t="t" r="r" b="b"/>
              <a:pathLst>
                <a:path w="99438" h="75941" extrusionOk="0">
                  <a:moveTo>
                    <a:pt x="69425" y="1"/>
                  </a:moveTo>
                  <a:cubicBezTo>
                    <a:pt x="68718" y="1"/>
                    <a:pt x="67983" y="75"/>
                    <a:pt x="67215" y="225"/>
                  </a:cubicBezTo>
                  <a:cubicBezTo>
                    <a:pt x="52905" y="4228"/>
                    <a:pt x="22183" y="8998"/>
                    <a:pt x="12342" y="13835"/>
                  </a:cubicBezTo>
                  <a:cubicBezTo>
                    <a:pt x="10808" y="14602"/>
                    <a:pt x="9340" y="15536"/>
                    <a:pt x="8006" y="16603"/>
                  </a:cubicBezTo>
                  <a:cubicBezTo>
                    <a:pt x="5638" y="18438"/>
                    <a:pt x="4070" y="22040"/>
                    <a:pt x="3636" y="24609"/>
                  </a:cubicBezTo>
                  <a:cubicBezTo>
                    <a:pt x="2269" y="32848"/>
                    <a:pt x="1501" y="40087"/>
                    <a:pt x="1068" y="46224"/>
                  </a:cubicBezTo>
                  <a:cubicBezTo>
                    <a:pt x="968" y="46892"/>
                    <a:pt x="934" y="47559"/>
                    <a:pt x="934" y="48259"/>
                  </a:cubicBezTo>
                  <a:cubicBezTo>
                    <a:pt x="0" y="56298"/>
                    <a:pt x="1968" y="61369"/>
                    <a:pt x="11909" y="67106"/>
                  </a:cubicBezTo>
                  <a:cubicBezTo>
                    <a:pt x="22220" y="73058"/>
                    <a:pt x="35143" y="75940"/>
                    <a:pt x="47861" y="75940"/>
                  </a:cubicBezTo>
                  <a:cubicBezTo>
                    <a:pt x="59664" y="75940"/>
                    <a:pt x="71291" y="73457"/>
                    <a:pt x="80491" y="68640"/>
                  </a:cubicBezTo>
                  <a:cubicBezTo>
                    <a:pt x="87930" y="64804"/>
                    <a:pt x="93400" y="57966"/>
                    <a:pt x="95468" y="49860"/>
                  </a:cubicBezTo>
                  <a:cubicBezTo>
                    <a:pt x="99438" y="32548"/>
                    <a:pt x="90065" y="20273"/>
                    <a:pt x="86762" y="15603"/>
                  </a:cubicBezTo>
                  <a:cubicBezTo>
                    <a:pt x="79756" y="5692"/>
                    <a:pt x="75625" y="1"/>
                    <a:pt x="69425" y="1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3">
              <a:extLst>
                <a:ext uri="{FF2B5EF4-FFF2-40B4-BE49-F238E27FC236}">
                  <a16:creationId xmlns:a16="http://schemas.microsoft.com/office/drawing/2014/main" id="{1B087298-052D-D28C-EC46-9091910D32DD}"/>
                </a:ext>
              </a:extLst>
            </p:cNvPr>
            <p:cNvSpPr/>
            <p:nvPr/>
          </p:nvSpPr>
          <p:spPr>
            <a:xfrm>
              <a:off x="6029207" y="3059754"/>
              <a:ext cx="729330" cy="969268"/>
            </a:xfrm>
            <a:custGeom>
              <a:avLst/>
              <a:gdLst/>
              <a:ahLst/>
              <a:cxnLst/>
              <a:rect l="l" t="t" r="r" b="b"/>
              <a:pathLst>
                <a:path w="45300" h="60203" extrusionOk="0">
                  <a:moveTo>
                    <a:pt x="11271" y="0"/>
                  </a:moveTo>
                  <a:cubicBezTo>
                    <a:pt x="10117" y="0"/>
                    <a:pt x="9018" y="302"/>
                    <a:pt x="8039" y="927"/>
                  </a:cubicBezTo>
                  <a:cubicBezTo>
                    <a:pt x="5638" y="2762"/>
                    <a:pt x="4070" y="6364"/>
                    <a:pt x="3636" y="8933"/>
                  </a:cubicBezTo>
                  <a:cubicBezTo>
                    <a:pt x="2269" y="17172"/>
                    <a:pt x="1535" y="24411"/>
                    <a:pt x="1068" y="30548"/>
                  </a:cubicBezTo>
                  <a:cubicBezTo>
                    <a:pt x="968" y="31216"/>
                    <a:pt x="934" y="31883"/>
                    <a:pt x="934" y="32583"/>
                  </a:cubicBezTo>
                  <a:cubicBezTo>
                    <a:pt x="0" y="40622"/>
                    <a:pt x="1968" y="45693"/>
                    <a:pt x="11909" y="51430"/>
                  </a:cubicBezTo>
                  <a:cubicBezTo>
                    <a:pt x="21549" y="57001"/>
                    <a:pt x="33424" y="59869"/>
                    <a:pt x="45299" y="60203"/>
                  </a:cubicBezTo>
                  <a:cubicBezTo>
                    <a:pt x="25252" y="58869"/>
                    <a:pt x="23617" y="45659"/>
                    <a:pt x="25719" y="36052"/>
                  </a:cubicBezTo>
                  <a:cubicBezTo>
                    <a:pt x="27787" y="26479"/>
                    <a:pt x="25685" y="17939"/>
                    <a:pt x="22383" y="9834"/>
                  </a:cubicBezTo>
                  <a:cubicBezTo>
                    <a:pt x="19826" y="3557"/>
                    <a:pt x="15229" y="0"/>
                    <a:pt x="1127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3">
              <a:extLst>
                <a:ext uri="{FF2B5EF4-FFF2-40B4-BE49-F238E27FC236}">
                  <a16:creationId xmlns:a16="http://schemas.microsoft.com/office/drawing/2014/main" id="{97B1D003-6C6A-28E0-D394-F2009759420E}"/>
                </a:ext>
              </a:extLst>
            </p:cNvPr>
            <p:cNvSpPr/>
            <p:nvPr/>
          </p:nvSpPr>
          <p:spPr>
            <a:xfrm>
              <a:off x="6029207" y="2807225"/>
              <a:ext cx="1600952" cy="1222344"/>
            </a:xfrm>
            <a:custGeom>
              <a:avLst/>
              <a:gdLst/>
              <a:ahLst/>
              <a:cxnLst/>
              <a:rect l="l" t="t" r="r" b="b"/>
              <a:pathLst>
                <a:path w="99438" h="75922" extrusionOk="0">
                  <a:moveTo>
                    <a:pt x="69450" y="367"/>
                  </a:moveTo>
                  <a:lnTo>
                    <a:pt x="69450" y="401"/>
                  </a:lnTo>
                  <a:cubicBezTo>
                    <a:pt x="75554" y="401"/>
                    <a:pt x="79657" y="6205"/>
                    <a:pt x="86429" y="15845"/>
                  </a:cubicBezTo>
                  <a:lnTo>
                    <a:pt x="86862" y="16412"/>
                  </a:lnTo>
                  <a:cubicBezTo>
                    <a:pt x="90432" y="21449"/>
                    <a:pt x="98871" y="33291"/>
                    <a:pt x="95102" y="49769"/>
                  </a:cubicBezTo>
                  <a:cubicBezTo>
                    <a:pt x="94168" y="54273"/>
                    <a:pt x="90999" y="62679"/>
                    <a:pt x="80291" y="68283"/>
                  </a:cubicBezTo>
                  <a:cubicBezTo>
                    <a:pt x="71385" y="72953"/>
                    <a:pt x="59876" y="75521"/>
                    <a:pt x="47868" y="75521"/>
                  </a:cubicBezTo>
                  <a:cubicBezTo>
                    <a:pt x="34625" y="75521"/>
                    <a:pt x="21949" y="72419"/>
                    <a:pt x="12142" y="66748"/>
                  </a:cubicBezTo>
                  <a:cubicBezTo>
                    <a:pt x="1935" y="60877"/>
                    <a:pt x="467" y="55740"/>
                    <a:pt x="1335" y="48268"/>
                  </a:cubicBezTo>
                  <a:lnTo>
                    <a:pt x="1335" y="48235"/>
                  </a:lnTo>
                  <a:cubicBezTo>
                    <a:pt x="1335" y="47568"/>
                    <a:pt x="1368" y="46901"/>
                    <a:pt x="1468" y="46233"/>
                  </a:cubicBezTo>
                  <a:cubicBezTo>
                    <a:pt x="2002" y="38761"/>
                    <a:pt x="2869" y="31723"/>
                    <a:pt x="4037" y="24651"/>
                  </a:cubicBezTo>
                  <a:cubicBezTo>
                    <a:pt x="4437" y="22150"/>
                    <a:pt x="5938" y="18647"/>
                    <a:pt x="8240" y="16879"/>
                  </a:cubicBezTo>
                  <a:cubicBezTo>
                    <a:pt x="9574" y="15845"/>
                    <a:pt x="11008" y="14944"/>
                    <a:pt x="12509" y="14177"/>
                  </a:cubicBezTo>
                  <a:cubicBezTo>
                    <a:pt x="18647" y="11175"/>
                    <a:pt x="32724" y="8206"/>
                    <a:pt x="46333" y="5371"/>
                  </a:cubicBezTo>
                  <a:cubicBezTo>
                    <a:pt x="54372" y="3703"/>
                    <a:pt x="61945" y="2102"/>
                    <a:pt x="67315" y="601"/>
                  </a:cubicBezTo>
                  <a:cubicBezTo>
                    <a:pt x="68016" y="467"/>
                    <a:pt x="68749" y="401"/>
                    <a:pt x="69450" y="367"/>
                  </a:cubicBezTo>
                  <a:close/>
                  <a:moveTo>
                    <a:pt x="69450" y="0"/>
                  </a:moveTo>
                  <a:cubicBezTo>
                    <a:pt x="68716" y="0"/>
                    <a:pt x="67949" y="67"/>
                    <a:pt x="67215" y="234"/>
                  </a:cubicBezTo>
                  <a:cubicBezTo>
                    <a:pt x="52905" y="4203"/>
                    <a:pt x="22183" y="8973"/>
                    <a:pt x="12342" y="13810"/>
                  </a:cubicBezTo>
                  <a:cubicBezTo>
                    <a:pt x="10808" y="14611"/>
                    <a:pt x="9374" y="15511"/>
                    <a:pt x="8006" y="16579"/>
                  </a:cubicBezTo>
                  <a:cubicBezTo>
                    <a:pt x="5638" y="18414"/>
                    <a:pt x="4070" y="22016"/>
                    <a:pt x="3636" y="24618"/>
                  </a:cubicBezTo>
                  <a:cubicBezTo>
                    <a:pt x="2269" y="32857"/>
                    <a:pt x="1535" y="40096"/>
                    <a:pt x="1068" y="46200"/>
                  </a:cubicBezTo>
                  <a:cubicBezTo>
                    <a:pt x="1001" y="46867"/>
                    <a:pt x="934" y="47568"/>
                    <a:pt x="934" y="48235"/>
                  </a:cubicBezTo>
                  <a:cubicBezTo>
                    <a:pt x="0" y="56307"/>
                    <a:pt x="2002" y="61344"/>
                    <a:pt x="11909" y="67082"/>
                  </a:cubicBezTo>
                  <a:cubicBezTo>
                    <a:pt x="22250" y="73053"/>
                    <a:pt x="35159" y="75921"/>
                    <a:pt x="47868" y="75921"/>
                  </a:cubicBezTo>
                  <a:cubicBezTo>
                    <a:pt x="59676" y="75921"/>
                    <a:pt x="71285" y="73420"/>
                    <a:pt x="80491" y="68616"/>
                  </a:cubicBezTo>
                  <a:cubicBezTo>
                    <a:pt x="90765" y="63212"/>
                    <a:pt x="94368" y="55273"/>
                    <a:pt x="95502" y="49836"/>
                  </a:cubicBezTo>
                  <a:cubicBezTo>
                    <a:pt x="99438" y="32557"/>
                    <a:pt x="90065" y="20248"/>
                    <a:pt x="86762" y="15578"/>
                  </a:cubicBezTo>
                  <a:cubicBezTo>
                    <a:pt x="79791" y="5704"/>
                    <a:pt x="75654" y="0"/>
                    <a:pt x="6945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3">
              <a:extLst>
                <a:ext uri="{FF2B5EF4-FFF2-40B4-BE49-F238E27FC236}">
                  <a16:creationId xmlns:a16="http://schemas.microsoft.com/office/drawing/2014/main" id="{31BB27A1-FD93-7DD7-B226-C21488E71053}"/>
                </a:ext>
              </a:extLst>
            </p:cNvPr>
            <p:cNvSpPr/>
            <p:nvPr/>
          </p:nvSpPr>
          <p:spPr>
            <a:xfrm>
              <a:off x="7064099" y="3640481"/>
              <a:ext cx="355536" cy="362765"/>
            </a:xfrm>
            <a:custGeom>
              <a:avLst/>
              <a:gdLst/>
              <a:ahLst/>
              <a:cxnLst/>
              <a:rect l="l" t="t" r="r" b="b"/>
              <a:pathLst>
                <a:path w="22083" h="22532" extrusionOk="0">
                  <a:moveTo>
                    <a:pt x="10627" y="0"/>
                  </a:moveTo>
                  <a:cubicBezTo>
                    <a:pt x="10422" y="0"/>
                    <a:pt x="10216" y="59"/>
                    <a:pt x="10008" y="183"/>
                  </a:cubicBezTo>
                  <a:cubicBezTo>
                    <a:pt x="7839" y="1417"/>
                    <a:pt x="8874" y="6120"/>
                    <a:pt x="5004" y="15093"/>
                  </a:cubicBezTo>
                  <a:cubicBezTo>
                    <a:pt x="3803" y="17895"/>
                    <a:pt x="2102" y="20397"/>
                    <a:pt x="1" y="22532"/>
                  </a:cubicBezTo>
                  <a:cubicBezTo>
                    <a:pt x="5638" y="21398"/>
                    <a:pt x="11075" y="19496"/>
                    <a:pt x="16212" y="16894"/>
                  </a:cubicBezTo>
                  <a:cubicBezTo>
                    <a:pt x="18280" y="15794"/>
                    <a:pt x="20248" y="14493"/>
                    <a:pt x="22083" y="12992"/>
                  </a:cubicBezTo>
                  <a:cubicBezTo>
                    <a:pt x="19381" y="11958"/>
                    <a:pt x="17179" y="9289"/>
                    <a:pt x="15578" y="6454"/>
                  </a:cubicBezTo>
                  <a:cubicBezTo>
                    <a:pt x="13424" y="2757"/>
                    <a:pt x="12033" y="0"/>
                    <a:pt x="106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3">
              <a:extLst>
                <a:ext uri="{FF2B5EF4-FFF2-40B4-BE49-F238E27FC236}">
                  <a16:creationId xmlns:a16="http://schemas.microsoft.com/office/drawing/2014/main" id="{115CB0FA-555F-736B-55A7-CA36DC85663D}"/>
                </a:ext>
              </a:extLst>
            </p:cNvPr>
            <p:cNvSpPr/>
            <p:nvPr/>
          </p:nvSpPr>
          <p:spPr>
            <a:xfrm>
              <a:off x="7202655" y="3640481"/>
              <a:ext cx="216980" cy="236026"/>
            </a:xfrm>
            <a:custGeom>
              <a:avLst/>
              <a:gdLst/>
              <a:ahLst/>
              <a:cxnLst/>
              <a:rect l="l" t="t" r="r" b="b"/>
              <a:pathLst>
                <a:path w="13477" h="14660" extrusionOk="0">
                  <a:moveTo>
                    <a:pt x="2021" y="0"/>
                  </a:moveTo>
                  <a:cubicBezTo>
                    <a:pt x="1816" y="0"/>
                    <a:pt x="1610" y="59"/>
                    <a:pt x="1402" y="183"/>
                  </a:cubicBezTo>
                  <a:cubicBezTo>
                    <a:pt x="668" y="583"/>
                    <a:pt x="301" y="1417"/>
                    <a:pt x="1" y="2651"/>
                  </a:cubicBezTo>
                  <a:cubicBezTo>
                    <a:pt x="2236" y="2951"/>
                    <a:pt x="3603" y="5553"/>
                    <a:pt x="4571" y="7755"/>
                  </a:cubicBezTo>
                  <a:cubicBezTo>
                    <a:pt x="5571" y="9956"/>
                    <a:pt x="8240" y="13826"/>
                    <a:pt x="11242" y="14660"/>
                  </a:cubicBezTo>
                  <a:cubicBezTo>
                    <a:pt x="12043" y="14126"/>
                    <a:pt x="12776" y="13559"/>
                    <a:pt x="13477" y="12992"/>
                  </a:cubicBezTo>
                  <a:cubicBezTo>
                    <a:pt x="10775" y="11958"/>
                    <a:pt x="8573" y="9289"/>
                    <a:pt x="6972" y="6454"/>
                  </a:cubicBezTo>
                  <a:cubicBezTo>
                    <a:pt x="4818" y="2757"/>
                    <a:pt x="3427" y="0"/>
                    <a:pt x="202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3">
              <a:extLst>
                <a:ext uri="{FF2B5EF4-FFF2-40B4-BE49-F238E27FC236}">
                  <a16:creationId xmlns:a16="http://schemas.microsoft.com/office/drawing/2014/main" id="{2E0810CB-C902-8F37-B180-8EB12DF416BC}"/>
                </a:ext>
              </a:extLst>
            </p:cNvPr>
            <p:cNvSpPr/>
            <p:nvPr/>
          </p:nvSpPr>
          <p:spPr>
            <a:xfrm>
              <a:off x="5924476" y="3102354"/>
              <a:ext cx="483370" cy="553840"/>
            </a:xfrm>
            <a:custGeom>
              <a:avLst/>
              <a:gdLst/>
              <a:ahLst/>
              <a:cxnLst/>
              <a:rect l="l" t="t" r="r" b="b"/>
              <a:pathLst>
                <a:path w="30023" h="34400" extrusionOk="0">
                  <a:moveTo>
                    <a:pt x="16317" y="0"/>
                  </a:moveTo>
                  <a:cubicBezTo>
                    <a:pt x="15269" y="0"/>
                    <a:pt x="14223" y="301"/>
                    <a:pt x="13210" y="950"/>
                  </a:cubicBezTo>
                  <a:cubicBezTo>
                    <a:pt x="4471" y="7188"/>
                    <a:pt x="1" y="15594"/>
                    <a:pt x="2703" y="23933"/>
                  </a:cubicBezTo>
                  <a:cubicBezTo>
                    <a:pt x="4967" y="30868"/>
                    <a:pt x="10934" y="34400"/>
                    <a:pt x="16865" y="34400"/>
                  </a:cubicBezTo>
                  <a:cubicBezTo>
                    <a:pt x="19322" y="34400"/>
                    <a:pt x="21772" y="33794"/>
                    <a:pt x="23951" y="32572"/>
                  </a:cubicBezTo>
                  <a:cubicBezTo>
                    <a:pt x="28988" y="29737"/>
                    <a:pt x="30022" y="22899"/>
                    <a:pt x="27587" y="13492"/>
                  </a:cubicBezTo>
                  <a:cubicBezTo>
                    <a:pt x="25576" y="5827"/>
                    <a:pt x="20929" y="0"/>
                    <a:pt x="16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6" name="Google Shape;4156;p73">
              <a:extLst>
                <a:ext uri="{FF2B5EF4-FFF2-40B4-BE49-F238E27FC236}">
                  <a16:creationId xmlns:a16="http://schemas.microsoft.com/office/drawing/2014/main" id="{5C69DD89-F157-1F22-9782-4390BBEF0EE9}"/>
                </a:ext>
              </a:extLst>
            </p:cNvPr>
            <p:cNvSpPr/>
            <p:nvPr/>
          </p:nvSpPr>
          <p:spPr>
            <a:xfrm>
              <a:off x="5647894" y="3096156"/>
              <a:ext cx="759405" cy="1076430"/>
            </a:xfrm>
            <a:custGeom>
              <a:avLst/>
              <a:gdLst/>
              <a:ahLst/>
              <a:cxnLst/>
              <a:rect l="l" t="t" r="r" b="b"/>
              <a:pathLst>
                <a:path w="47168" h="66859" extrusionOk="0">
                  <a:moveTo>
                    <a:pt x="27751" y="0"/>
                  </a:moveTo>
                  <a:cubicBezTo>
                    <a:pt x="27018" y="0"/>
                    <a:pt x="26288" y="159"/>
                    <a:pt x="25619" y="468"/>
                  </a:cubicBezTo>
                  <a:cubicBezTo>
                    <a:pt x="17180" y="4237"/>
                    <a:pt x="13544" y="8807"/>
                    <a:pt x="9241" y="23217"/>
                  </a:cubicBezTo>
                  <a:cubicBezTo>
                    <a:pt x="6505" y="32257"/>
                    <a:pt x="635" y="54606"/>
                    <a:pt x="334" y="56808"/>
                  </a:cubicBezTo>
                  <a:cubicBezTo>
                    <a:pt x="1" y="58976"/>
                    <a:pt x="2269" y="62412"/>
                    <a:pt x="5605" y="64247"/>
                  </a:cubicBezTo>
                  <a:cubicBezTo>
                    <a:pt x="8743" y="65988"/>
                    <a:pt x="13526" y="66859"/>
                    <a:pt x="18435" y="66859"/>
                  </a:cubicBezTo>
                  <a:cubicBezTo>
                    <a:pt x="23963" y="66859"/>
                    <a:pt x="29650" y="65755"/>
                    <a:pt x="33325" y="63546"/>
                  </a:cubicBezTo>
                  <a:cubicBezTo>
                    <a:pt x="36527" y="61611"/>
                    <a:pt x="37894" y="59143"/>
                    <a:pt x="38328" y="56374"/>
                  </a:cubicBezTo>
                  <a:lnTo>
                    <a:pt x="41163" y="39162"/>
                  </a:lnTo>
                  <a:cubicBezTo>
                    <a:pt x="41163" y="39162"/>
                    <a:pt x="47168" y="8340"/>
                    <a:pt x="29789" y="434"/>
                  </a:cubicBezTo>
                  <a:cubicBezTo>
                    <a:pt x="29140" y="142"/>
                    <a:pt x="28444" y="0"/>
                    <a:pt x="277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3">
              <a:extLst>
                <a:ext uri="{FF2B5EF4-FFF2-40B4-BE49-F238E27FC236}">
                  <a16:creationId xmlns:a16="http://schemas.microsoft.com/office/drawing/2014/main" id="{D9D1F344-7E0E-482C-194F-D05ED9E5A37F}"/>
                </a:ext>
              </a:extLst>
            </p:cNvPr>
            <p:cNvSpPr/>
            <p:nvPr/>
          </p:nvSpPr>
          <p:spPr>
            <a:xfrm>
              <a:off x="5647894" y="3096156"/>
              <a:ext cx="759405" cy="1076430"/>
            </a:xfrm>
            <a:custGeom>
              <a:avLst/>
              <a:gdLst/>
              <a:ahLst/>
              <a:cxnLst/>
              <a:rect l="l" t="t" r="r" b="b"/>
              <a:pathLst>
                <a:path w="47168" h="66859" extrusionOk="0">
                  <a:moveTo>
                    <a:pt x="27751" y="0"/>
                  </a:moveTo>
                  <a:cubicBezTo>
                    <a:pt x="27018" y="0"/>
                    <a:pt x="26288" y="159"/>
                    <a:pt x="25619" y="468"/>
                  </a:cubicBezTo>
                  <a:cubicBezTo>
                    <a:pt x="17180" y="4237"/>
                    <a:pt x="13544" y="8807"/>
                    <a:pt x="9241" y="23217"/>
                  </a:cubicBezTo>
                  <a:cubicBezTo>
                    <a:pt x="6505" y="32257"/>
                    <a:pt x="635" y="54606"/>
                    <a:pt x="334" y="56808"/>
                  </a:cubicBezTo>
                  <a:cubicBezTo>
                    <a:pt x="1" y="58976"/>
                    <a:pt x="2269" y="62412"/>
                    <a:pt x="5605" y="64247"/>
                  </a:cubicBezTo>
                  <a:cubicBezTo>
                    <a:pt x="8743" y="65988"/>
                    <a:pt x="13526" y="66859"/>
                    <a:pt x="18435" y="66859"/>
                  </a:cubicBezTo>
                  <a:cubicBezTo>
                    <a:pt x="23963" y="66859"/>
                    <a:pt x="29650" y="65755"/>
                    <a:pt x="33325" y="63546"/>
                  </a:cubicBezTo>
                  <a:cubicBezTo>
                    <a:pt x="36527" y="61611"/>
                    <a:pt x="37894" y="59143"/>
                    <a:pt x="38328" y="56374"/>
                  </a:cubicBezTo>
                  <a:lnTo>
                    <a:pt x="41163" y="39162"/>
                  </a:lnTo>
                  <a:cubicBezTo>
                    <a:pt x="41163" y="39162"/>
                    <a:pt x="47168" y="8340"/>
                    <a:pt x="29789" y="434"/>
                  </a:cubicBezTo>
                  <a:cubicBezTo>
                    <a:pt x="29140" y="142"/>
                    <a:pt x="28444" y="0"/>
                    <a:pt x="27751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3">
              <a:extLst>
                <a:ext uri="{FF2B5EF4-FFF2-40B4-BE49-F238E27FC236}">
                  <a16:creationId xmlns:a16="http://schemas.microsoft.com/office/drawing/2014/main" id="{2F9AD7DE-73D2-6A6C-6176-9885A424C37E}"/>
                </a:ext>
              </a:extLst>
            </p:cNvPr>
            <p:cNvSpPr/>
            <p:nvPr/>
          </p:nvSpPr>
          <p:spPr>
            <a:xfrm>
              <a:off x="6126402" y="3123011"/>
              <a:ext cx="272315" cy="1022559"/>
            </a:xfrm>
            <a:custGeom>
              <a:avLst/>
              <a:gdLst/>
              <a:ahLst/>
              <a:cxnLst/>
              <a:rect l="l" t="t" r="r" b="b"/>
              <a:pathLst>
                <a:path w="16914" h="63513" extrusionOk="0">
                  <a:moveTo>
                    <a:pt x="2336" y="0"/>
                  </a:moveTo>
                  <a:lnTo>
                    <a:pt x="2336" y="0"/>
                  </a:lnTo>
                  <a:cubicBezTo>
                    <a:pt x="8507" y="4937"/>
                    <a:pt x="7573" y="16312"/>
                    <a:pt x="5572" y="32123"/>
                  </a:cubicBezTo>
                  <a:cubicBezTo>
                    <a:pt x="4437" y="40963"/>
                    <a:pt x="1836" y="53839"/>
                    <a:pt x="1" y="63513"/>
                  </a:cubicBezTo>
                  <a:cubicBezTo>
                    <a:pt x="1235" y="63079"/>
                    <a:pt x="2469" y="62545"/>
                    <a:pt x="3604" y="61878"/>
                  </a:cubicBezTo>
                  <a:cubicBezTo>
                    <a:pt x="6806" y="59943"/>
                    <a:pt x="8173" y="57475"/>
                    <a:pt x="8607" y="54706"/>
                  </a:cubicBezTo>
                  <a:lnTo>
                    <a:pt x="11442" y="37494"/>
                  </a:lnTo>
                  <a:cubicBezTo>
                    <a:pt x="11442" y="37494"/>
                    <a:pt x="16913" y="9440"/>
                    <a:pt x="233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3">
              <a:extLst>
                <a:ext uri="{FF2B5EF4-FFF2-40B4-BE49-F238E27FC236}">
                  <a16:creationId xmlns:a16="http://schemas.microsoft.com/office/drawing/2014/main" id="{9C4C86C8-DB68-29C9-D6CC-C4C045F8A5A4}"/>
                </a:ext>
              </a:extLst>
            </p:cNvPr>
            <p:cNvSpPr/>
            <p:nvPr/>
          </p:nvSpPr>
          <p:spPr>
            <a:xfrm>
              <a:off x="5647363" y="3096091"/>
              <a:ext cx="760483" cy="1076333"/>
            </a:xfrm>
            <a:custGeom>
              <a:avLst/>
              <a:gdLst/>
              <a:ahLst/>
              <a:cxnLst/>
              <a:rect l="l" t="t" r="r" b="b"/>
              <a:pathLst>
                <a:path w="47235" h="66853" extrusionOk="0">
                  <a:moveTo>
                    <a:pt x="27854" y="371"/>
                  </a:moveTo>
                  <a:cubicBezTo>
                    <a:pt x="28487" y="371"/>
                    <a:pt x="29088" y="505"/>
                    <a:pt x="29688" y="772"/>
                  </a:cubicBezTo>
                  <a:cubicBezTo>
                    <a:pt x="33558" y="2540"/>
                    <a:pt x="36560" y="5642"/>
                    <a:pt x="38595" y="9978"/>
                  </a:cubicBezTo>
                  <a:cubicBezTo>
                    <a:pt x="40229" y="13481"/>
                    <a:pt x="41263" y="17784"/>
                    <a:pt x="41630" y="22788"/>
                  </a:cubicBezTo>
                  <a:cubicBezTo>
                    <a:pt x="41997" y="28225"/>
                    <a:pt x="41730" y="33695"/>
                    <a:pt x="40796" y="39099"/>
                  </a:cubicBezTo>
                  <a:lnTo>
                    <a:pt x="37961" y="56312"/>
                  </a:lnTo>
                  <a:cubicBezTo>
                    <a:pt x="37527" y="59314"/>
                    <a:pt x="35993" y="61515"/>
                    <a:pt x="33157" y="63216"/>
                  </a:cubicBezTo>
                  <a:cubicBezTo>
                    <a:pt x="29788" y="65251"/>
                    <a:pt x="24284" y="66485"/>
                    <a:pt x="18480" y="66485"/>
                  </a:cubicBezTo>
                  <a:cubicBezTo>
                    <a:pt x="13377" y="66485"/>
                    <a:pt x="8773" y="65518"/>
                    <a:pt x="5871" y="63917"/>
                  </a:cubicBezTo>
                  <a:cubicBezTo>
                    <a:pt x="2435" y="62016"/>
                    <a:pt x="434" y="58747"/>
                    <a:pt x="734" y="56845"/>
                  </a:cubicBezTo>
                  <a:cubicBezTo>
                    <a:pt x="1068" y="54577"/>
                    <a:pt x="6972" y="32194"/>
                    <a:pt x="9607" y="23321"/>
                  </a:cubicBezTo>
                  <a:cubicBezTo>
                    <a:pt x="13777" y="9478"/>
                    <a:pt x="17279" y="4641"/>
                    <a:pt x="25785" y="838"/>
                  </a:cubicBezTo>
                  <a:cubicBezTo>
                    <a:pt x="26419" y="538"/>
                    <a:pt x="27120" y="405"/>
                    <a:pt x="27820" y="371"/>
                  </a:cubicBezTo>
                  <a:close/>
                  <a:moveTo>
                    <a:pt x="28025" y="0"/>
                  </a:moveTo>
                  <a:cubicBezTo>
                    <a:pt x="27967" y="0"/>
                    <a:pt x="27910" y="2"/>
                    <a:pt x="27854" y="5"/>
                  </a:cubicBezTo>
                  <a:lnTo>
                    <a:pt x="27820" y="5"/>
                  </a:lnTo>
                  <a:cubicBezTo>
                    <a:pt x="27086" y="5"/>
                    <a:pt x="26319" y="171"/>
                    <a:pt x="25619" y="472"/>
                  </a:cubicBezTo>
                  <a:cubicBezTo>
                    <a:pt x="17213" y="4241"/>
                    <a:pt x="13577" y="8811"/>
                    <a:pt x="9240" y="23221"/>
                  </a:cubicBezTo>
                  <a:cubicBezTo>
                    <a:pt x="6505" y="32261"/>
                    <a:pt x="668" y="54610"/>
                    <a:pt x="334" y="56779"/>
                  </a:cubicBezTo>
                  <a:cubicBezTo>
                    <a:pt x="0" y="58980"/>
                    <a:pt x="2302" y="62416"/>
                    <a:pt x="5638" y="64251"/>
                  </a:cubicBezTo>
                  <a:cubicBezTo>
                    <a:pt x="8773" y="65985"/>
                    <a:pt x="13577" y="66852"/>
                    <a:pt x="18447" y="66852"/>
                  </a:cubicBezTo>
                  <a:cubicBezTo>
                    <a:pt x="23984" y="66852"/>
                    <a:pt x="29688" y="65752"/>
                    <a:pt x="33358" y="63517"/>
                  </a:cubicBezTo>
                  <a:cubicBezTo>
                    <a:pt x="36560" y="61615"/>
                    <a:pt x="37927" y="59147"/>
                    <a:pt x="38361" y="56378"/>
                  </a:cubicBezTo>
                  <a:lnTo>
                    <a:pt x="41196" y="39133"/>
                  </a:lnTo>
                  <a:cubicBezTo>
                    <a:pt x="41196" y="39133"/>
                    <a:pt x="47234" y="8344"/>
                    <a:pt x="29822" y="405"/>
                  </a:cubicBezTo>
                  <a:cubicBezTo>
                    <a:pt x="29272" y="161"/>
                    <a:pt x="28639" y="0"/>
                    <a:pt x="2802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3">
              <a:extLst>
                <a:ext uri="{FF2B5EF4-FFF2-40B4-BE49-F238E27FC236}">
                  <a16:creationId xmlns:a16="http://schemas.microsoft.com/office/drawing/2014/main" id="{B4118D8E-E62B-ECE3-D4FF-C2F2B8A1717C}"/>
                </a:ext>
              </a:extLst>
            </p:cNvPr>
            <p:cNvSpPr/>
            <p:nvPr/>
          </p:nvSpPr>
          <p:spPr>
            <a:xfrm>
              <a:off x="6220925" y="2491971"/>
              <a:ext cx="995173" cy="825189"/>
            </a:xfrm>
            <a:custGeom>
              <a:avLst/>
              <a:gdLst/>
              <a:ahLst/>
              <a:cxnLst/>
              <a:rect l="l" t="t" r="r" b="b"/>
              <a:pathLst>
                <a:path w="61812" h="51254" extrusionOk="0">
                  <a:moveTo>
                    <a:pt x="15679" y="1"/>
                  </a:moveTo>
                  <a:lnTo>
                    <a:pt x="15645" y="17913"/>
                  </a:lnTo>
                  <a:cubicBezTo>
                    <a:pt x="15845" y="22450"/>
                    <a:pt x="13310" y="26686"/>
                    <a:pt x="9107" y="28921"/>
                  </a:cubicBezTo>
                  <a:lnTo>
                    <a:pt x="1" y="33725"/>
                  </a:lnTo>
                  <a:cubicBezTo>
                    <a:pt x="10275" y="34992"/>
                    <a:pt x="20415" y="36927"/>
                    <a:pt x="30423" y="39562"/>
                  </a:cubicBezTo>
                  <a:cubicBezTo>
                    <a:pt x="38328" y="41630"/>
                    <a:pt x="49403" y="46267"/>
                    <a:pt x="54540" y="49736"/>
                  </a:cubicBezTo>
                  <a:cubicBezTo>
                    <a:pt x="56023" y="50739"/>
                    <a:pt x="57073" y="51254"/>
                    <a:pt x="57899" y="51254"/>
                  </a:cubicBezTo>
                  <a:cubicBezTo>
                    <a:pt x="59135" y="51254"/>
                    <a:pt x="59871" y="50101"/>
                    <a:pt x="60811" y="47701"/>
                  </a:cubicBezTo>
                  <a:cubicBezTo>
                    <a:pt x="61745" y="45233"/>
                    <a:pt x="61812" y="40930"/>
                    <a:pt x="61044" y="35426"/>
                  </a:cubicBezTo>
                  <a:cubicBezTo>
                    <a:pt x="59610" y="25252"/>
                    <a:pt x="55307" y="19848"/>
                    <a:pt x="55307" y="19848"/>
                  </a:cubicBezTo>
                  <a:lnTo>
                    <a:pt x="54373" y="19948"/>
                  </a:lnTo>
                  <a:cubicBezTo>
                    <a:pt x="54210" y="19963"/>
                    <a:pt x="54048" y="19971"/>
                    <a:pt x="53889" y="19971"/>
                  </a:cubicBezTo>
                  <a:cubicBezTo>
                    <a:pt x="51236" y="19971"/>
                    <a:pt x="49073" y="17929"/>
                    <a:pt x="49136" y="15412"/>
                  </a:cubicBezTo>
                  <a:lnTo>
                    <a:pt x="49303" y="10708"/>
                  </a:lnTo>
                  <a:lnTo>
                    <a:pt x="1567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3">
              <a:extLst>
                <a:ext uri="{FF2B5EF4-FFF2-40B4-BE49-F238E27FC236}">
                  <a16:creationId xmlns:a16="http://schemas.microsoft.com/office/drawing/2014/main" id="{81EF1F31-2128-07F0-D4EC-E201EA6233F5}"/>
                </a:ext>
              </a:extLst>
            </p:cNvPr>
            <p:cNvSpPr/>
            <p:nvPr/>
          </p:nvSpPr>
          <p:spPr>
            <a:xfrm>
              <a:off x="6527582" y="2508619"/>
              <a:ext cx="584865" cy="792168"/>
            </a:xfrm>
            <a:custGeom>
              <a:avLst/>
              <a:gdLst/>
              <a:ahLst/>
              <a:cxnLst/>
              <a:rect l="l" t="t" r="r" b="b"/>
              <a:pathLst>
                <a:path w="36327" h="49203" extrusionOk="0">
                  <a:moveTo>
                    <a:pt x="1" y="1"/>
                  </a:moveTo>
                  <a:lnTo>
                    <a:pt x="34" y="468"/>
                  </a:lnTo>
                  <a:cubicBezTo>
                    <a:pt x="501" y="9508"/>
                    <a:pt x="3136" y="17447"/>
                    <a:pt x="7840" y="24051"/>
                  </a:cubicBezTo>
                  <a:cubicBezTo>
                    <a:pt x="10508" y="27821"/>
                    <a:pt x="16179" y="33124"/>
                    <a:pt x="21616" y="38295"/>
                  </a:cubicBezTo>
                  <a:cubicBezTo>
                    <a:pt x="24085" y="40596"/>
                    <a:pt x="26453" y="42831"/>
                    <a:pt x="28388" y="44799"/>
                  </a:cubicBezTo>
                  <a:cubicBezTo>
                    <a:pt x="30856" y="45900"/>
                    <a:pt x="33224" y="47201"/>
                    <a:pt x="35493" y="48669"/>
                  </a:cubicBezTo>
                  <a:cubicBezTo>
                    <a:pt x="35793" y="48869"/>
                    <a:pt x="36060" y="49069"/>
                    <a:pt x="36327" y="49203"/>
                  </a:cubicBezTo>
                  <a:lnTo>
                    <a:pt x="34492" y="46701"/>
                  </a:lnTo>
                  <a:cubicBezTo>
                    <a:pt x="32524" y="44132"/>
                    <a:pt x="28288" y="40163"/>
                    <a:pt x="23851" y="35960"/>
                  </a:cubicBezTo>
                  <a:cubicBezTo>
                    <a:pt x="18481" y="30923"/>
                    <a:pt x="12943" y="25686"/>
                    <a:pt x="10475" y="22183"/>
                  </a:cubicBezTo>
                  <a:cubicBezTo>
                    <a:pt x="6272" y="16279"/>
                    <a:pt x="3837" y="9141"/>
                    <a:pt x="3303" y="10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3">
              <a:extLst>
                <a:ext uri="{FF2B5EF4-FFF2-40B4-BE49-F238E27FC236}">
                  <a16:creationId xmlns:a16="http://schemas.microsoft.com/office/drawing/2014/main" id="{0D21C37A-2F89-4037-59E6-05BAFAAE97F9}"/>
                </a:ext>
              </a:extLst>
            </p:cNvPr>
            <p:cNvSpPr/>
            <p:nvPr/>
          </p:nvSpPr>
          <p:spPr>
            <a:xfrm>
              <a:off x="6527582" y="2508619"/>
              <a:ext cx="584865" cy="792168"/>
            </a:xfrm>
            <a:custGeom>
              <a:avLst/>
              <a:gdLst/>
              <a:ahLst/>
              <a:cxnLst/>
              <a:rect l="l" t="t" r="r" b="b"/>
              <a:pathLst>
                <a:path w="36327" h="49203" extrusionOk="0">
                  <a:moveTo>
                    <a:pt x="1" y="1"/>
                  </a:moveTo>
                  <a:lnTo>
                    <a:pt x="34" y="468"/>
                  </a:lnTo>
                  <a:cubicBezTo>
                    <a:pt x="501" y="9508"/>
                    <a:pt x="3136" y="17447"/>
                    <a:pt x="7840" y="24051"/>
                  </a:cubicBezTo>
                  <a:cubicBezTo>
                    <a:pt x="10508" y="27821"/>
                    <a:pt x="16179" y="33124"/>
                    <a:pt x="21616" y="38295"/>
                  </a:cubicBezTo>
                  <a:cubicBezTo>
                    <a:pt x="24085" y="40596"/>
                    <a:pt x="26453" y="42831"/>
                    <a:pt x="28388" y="44799"/>
                  </a:cubicBezTo>
                  <a:cubicBezTo>
                    <a:pt x="30856" y="45900"/>
                    <a:pt x="33224" y="47201"/>
                    <a:pt x="35493" y="48669"/>
                  </a:cubicBezTo>
                  <a:cubicBezTo>
                    <a:pt x="35793" y="48869"/>
                    <a:pt x="36060" y="49069"/>
                    <a:pt x="36327" y="49203"/>
                  </a:cubicBezTo>
                  <a:lnTo>
                    <a:pt x="34492" y="46701"/>
                  </a:lnTo>
                  <a:cubicBezTo>
                    <a:pt x="32524" y="44132"/>
                    <a:pt x="28288" y="40163"/>
                    <a:pt x="23851" y="35960"/>
                  </a:cubicBezTo>
                  <a:cubicBezTo>
                    <a:pt x="18481" y="30923"/>
                    <a:pt x="12943" y="25686"/>
                    <a:pt x="10475" y="22183"/>
                  </a:cubicBezTo>
                  <a:cubicBezTo>
                    <a:pt x="6272" y="16279"/>
                    <a:pt x="3837" y="9141"/>
                    <a:pt x="3303" y="10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3">
              <a:extLst>
                <a:ext uri="{FF2B5EF4-FFF2-40B4-BE49-F238E27FC236}">
                  <a16:creationId xmlns:a16="http://schemas.microsoft.com/office/drawing/2014/main" id="{86A8764B-A48F-80AC-E837-053BE0B08C57}"/>
                </a:ext>
              </a:extLst>
            </p:cNvPr>
            <p:cNvSpPr/>
            <p:nvPr/>
          </p:nvSpPr>
          <p:spPr>
            <a:xfrm>
              <a:off x="6547450" y="2515075"/>
              <a:ext cx="519885" cy="757795"/>
            </a:xfrm>
            <a:custGeom>
              <a:avLst/>
              <a:gdLst/>
              <a:ahLst/>
              <a:cxnLst/>
              <a:rect l="l" t="t" r="r" b="b"/>
              <a:pathLst>
                <a:path w="32291" h="47068" extrusionOk="0">
                  <a:moveTo>
                    <a:pt x="1" y="0"/>
                  </a:moveTo>
                  <a:lnTo>
                    <a:pt x="1" y="0"/>
                  </a:lnTo>
                  <a:cubicBezTo>
                    <a:pt x="468" y="8806"/>
                    <a:pt x="3003" y="16545"/>
                    <a:pt x="7573" y="22983"/>
                  </a:cubicBezTo>
                  <a:cubicBezTo>
                    <a:pt x="10175" y="26619"/>
                    <a:pt x="15779" y="31923"/>
                    <a:pt x="21216" y="37027"/>
                  </a:cubicBezTo>
                  <a:cubicBezTo>
                    <a:pt x="24785" y="40362"/>
                    <a:pt x="28188" y="43598"/>
                    <a:pt x="30356" y="46000"/>
                  </a:cubicBezTo>
                  <a:cubicBezTo>
                    <a:pt x="31056" y="46367"/>
                    <a:pt x="31690" y="46700"/>
                    <a:pt x="32291" y="47067"/>
                  </a:cubicBezTo>
                  <a:cubicBezTo>
                    <a:pt x="30356" y="44532"/>
                    <a:pt x="26186" y="40596"/>
                    <a:pt x="21783" y="36426"/>
                  </a:cubicBezTo>
                  <a:cubicBezTo>
                    <a:pt x="16379" y="31356"/>
                    <a:pt x="10809" y="26119"/>
                    <a:pt x="8240" y="22516"/>
                  </a:cubicBezTo>
                  <a:cubicBezTo>
                    <a:pt x="3770" y="16278"/>
                    <a:pt x="1302" y="8806"/>
                    <a:pt x="802" y="26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3">
              <a:extLst>
                <a:ext uri="{FF2B5EF4-FFF2-40B4-BE49-F238E27FC236}">
                  <a16:creationId xmlns:a16="http://schemas.microsoft.com/office/drawing/2014/main" id="{8EC00746-0721-A4AE-6116-634A41B7B864}"/>
                </a:ext>
              </a:extLst>
            </p:cNvPr>
            <p:cNvSpPr/>
            <p:nvPr/>
          </p:nvSpPr>
          <p:spPr>
            <a:xfrm>
              <a:off x="6473341" y="2491971"/>
              <a:ext cx="552649" cy="291104"/>
            </a:xfrm>
            <a:custGeom>
              <a:avLst/>
              <a:gdLst/>
              <a:ahLst/>
              <a:cxnLst/>
              <a:rect l="l" t="t" r="r" b="b"/>
              <a:pathLst>
                <a:path w="34326" h="18081" extrusionOk="0">
                  <a:moveTo>
                    <a:pt x="1" y="1"/>
                  </a:moveTo>
                  <a:lnTo>
                    <a:pt x="1" y="6305"/>
                  </a:lnTo>
                  <a:cubicBezTo>
                    <a:pt x="935" y="6439"/>
                    <a:pt x="1835" y="6505"/>
                    <a:pt x="2736" y="6539"/>
                  </a:cubicBezTo>
                  <a:cubicBezTo>
                    <a:pt x="8240" y="10475"/>
                    <a:pt x="14311" y="13544"/>
                    <a:pt x="20749" y="15612"/>
                  </a:cubicBezTo>
                  <a:cubicBezTo>
                    <a:pt x="25152" y="17013"/>
                    <a:pt x="29722" y="17847"/>
                    <a:pt x="34325" y="18080"/>
                  </a:cubicBezTo>
                  <a:cubicBezTo>
                    <a:pt x="33725" y="17313"/>
                    <a:pt x="33425" y="16346"/>
                    <a:pt x="33458" y="15378"/>
                  </a:cubicBezTo>
                  <a:lnTo>
                    <a:pt x="33625" y="106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3">
              <a:extLst>
                <a:ext uri="{FF2B5EF4-FFF2-40B4-BE49-F238E27FC236}">
                  <a16:creationId xmlns:a16="http://schemas.microsoft.com/office/drawing/2014/main" id="{06B04137-F3C0-A2C9-A88B-CD66DD92AF49}"/>
                </a:ext>
              </a:extLst>
            </p:cNvPr>
            <p:cNvSpPr/>
            <p:nvPr/>
          </p:nvSpPr>
          <p:spPr>
            <a:xfrm>
              <a:off x="7045841" y="2800785"/>
              <a:ext cx="162207" cy="448449"/>
            </a:xfrm>
            <a:custGeom>
              <a:avLst/>
              <a:gdLst/>
              <a:ahLst/>
              <a:cxnLst/>
              <a:rect l="l" t="t" r="r" b="b"/>
              <a:pathLst>
                <a:path w="10075" h="27854" extrusionOk="0">
                  <a:moveTo>
                    <a:pt x="0" y="0"/>
                  </a:moveTo>
                  <a:lnTo>
                    <a:pt x="0" y="0"/>
                  </a:lnTo>
                  <a:cubicBezTo>
                    <a:pt x="334" y="701"/>
                    <a:pt x="734" y="1468"/>
                    <a:pt x="1135" y="2302"/>
                  </a:cubicBezTo>
                  <a:cubicBezTo>
                    <a:pt x="3036" y="6271"/>
                    <a:pt x="4303" y="10941"/>
                    <a:pt x="5571" y="15444"/>
                  </a:cubicBezTo>
                  <a:cubicBezTo>
                    <a:pt x="6805" y="20014"/>
                    <a:pt x="8006" y="24351"/>
                    <a:pt x="9807" y="27853"/>
                  </a:cubicBezTo>
                  <a:cubicBezTo>
                    <a:pt x="9907" y="27453"/>
                    <a:pt x="10008" y="27053"/>
                    <a:pt x="10074" y="26619"/>
                  </a:cubicBezTo>
                  <a:cubicBezTo>
                    <a:pt x="8573" y="23350"/>
                    <a:pt x="7472" y="19381"/>
                    <a:pt x="6305" y="15211"/>
                  </a:cubicBezTo>
                  <a:cubicBezTo>
                    <a:pt x="5071" y="10674"/>
                    <a:pt x="3770" y="6004"/>
                    <a:pt x="1835" y="1968"/>
                  </a:cubicBezTo>
                  <a:cubicBezTo>
                    <a:pt x="1602" y="1468"/>
                    <a:pt x="1368" y="967"/>
                    <a:pt x="1135" y="534"/>
                  </a:cubicBezTo>
                  <a:cubicBezTo>
                    <a:pt x="734" y="400"/>
                    <a:pt x="367" y="234"/>
                    <a:pt x="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3">
              <a:extLst>
                <a:ext uri="{FF2B5EF4-FFF2-40B4-BE49-F238E27FC236}">
                  <a16:creationId xmlns:a16="http://schemas.microsoft.com/office/drawing/2014/main" id="{47F5162F-E240-AD1C-69EE-4ECDDBB249AE}"/>
                </a:ext>
              </a:extLst>
            </p:cNvPr>
            <p:cNvSpPr/>
            <p:nvPr/>
          </p:nvSpPr>
          <p:spPr>
            <a:xfrm>
              <a:off x="6996430" y="2746528"/>
              <a:ext cx="215370" cy="527404"/>
            </a:xfrm>
            <a:custGeom>
              <a:avLst/>
              <a:gdLst/>
              <a:ahLst/>
              <a:cxnLst/>
              <a:rect l="l" t="t" r="r" b="b"/>
              <a:pathLst>
                <a:path w="13377" h="32758" extrusionOk="0">
                  <a:moveTo>
                    <a:pt x="1" y="1"/>
                  </a:moveTo>
                  <a:lnTo>
                    <a:pt x="1935" y="3904"/>
                  </a:lnTo>
                  <a:cubicBezTo>
                    <a:pt x="2269" y="4604"/>
                    <a:pt x="2636" y="5338"/>
                    <a:pt x="3069" y="6205"/>
                  </a:cubicBezTo>
                  <a:cubicBezTo>
                    <a:pt x="4904" y="10075"/>
                    <a:pt x="6172" y="14678"/>
                    <a:pt x="7406" y="19115"/>
                  </a:cubicBezTo>
                  <a:cubicBezTo>
                    <a:pt x="8640" y="23585"/>
                    <a:pt x="9908" y="28121"/>
                    <a:pt x="11742" y="31757"/>
                  </a:cubicBezTo>
                  <a:lnTo>
                    <a:pt x="12243" y="32758"/>
                  </a:lnTo>
                  <a:cubicBezTo>
                    <a:pt x="12376" y="32491"/>
                    <a:pt x="12476" y="32191"/>
                    <a:pt x="12610" y="31857"/>
                  </a:cubicBezTo>
                  <a:cubicBezTo>
                    <a:pt x="13110" y="30423"/>
                    <a:pt x="13343" y="28955"/>
                    <a:pt x="13377" y="27454"/>
                  </a:cubicBezTo>
                  <a:cubicBezTo>
                    <a:pt x="12309" y="24685"/>
                    <a:pt x="11442" y="21583"/>
                    <a:pt x="10541" y="18247"/>
                  </a:cubicBezTo>
                  <a:cubicBezTo>
                    <a:pt x="9274" y="13677"/>
                    <a:pt x="7973" y="8941"/>
                    <a:pt x="5971" y="4804"/>
                  </a:cubicBezTo>
                  <a:cubicBezTo>
                    <a:pt x="5871" y="4571"/>
                    <a:pt x="5771" y="4337"/>
                    <a:pt x="5671" y="4137"/>
                  </a:cubicBezTo>
                  <a:cubicBezTo>
                    <a:pt x="5647" y="4138"/>
                    <a:pt x="5622" y="4138"/>
                    <a:pt x="5597" y="4138"/>
                  </a:cubicBezTo>
                  <a:cubicBezTo>
                    <a:pt x="3461" y="4138"/>
                    <a:pt x="1629" y="2713"/>
                    <a:pt x="1068" y="6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3">
              <a:extLst>
                <a:ext uri="{FF2B5EF4-FFF2-40B4-BE49-F238E27FC236}">
                  <a16:creationId xmlns:a16="http://schemas.microsoft.com/office/drawing/2014/main" id="{69445BEF-BFD7-CBDC-E16A-C470710B3E7A}"/>
                </a:ext>
              </a:extLst>
            </p:cNvPr>
            <p:cNvSpPr/>
            <p:nvPr/>
          </p:nvSpPr>
          <p:spPr>
            <a:xfrm>
              <a:off x="6996430" y="2746528"/>
              <a:ext cx="215370" cy="527404"/>
            </a:xfrm>
            <a:custGeom>
              <a:avLst/>
              <a:gdLst/>
              <a:ahLst/>
              <a:cxnLst/>
              <a:rect l="l" t="t" r="r" b="b"/>
              <a:pathLst>
                <a:path w="13377" h="32758" extrusionOk="0">
                  <a:moveTo>
                    <a:pt x="1" y="1"/>
                  </a:moveTo>
                  <a:lnTo>
                    <a:pt x="1935" y="3904"/>
                  </a:lnTo>
                  <a:cubicBezTo>
                    <a:pt x="2269" y="4604"/>
                    <a:pt x="2636" y="5338"/>
                    <a:pt x="3069" y="6205"/>
                  </a:cubicBezTo>
                  <a:cubicBezTo>
                    <a:pt x="4904" y="10075"/>
                    <a:pt x="6172" y="14678"/>
                    <a:pt x="7406" y="19115"/>
                  </a:cubicBezTo>
                  <a:cubicBezTo>
                    <a:pt x="8640" y="23585"/>
                    <a:pt x="9908" y="28121"/>
                    <a:pt x="11742" y="31757"/>
                  </a:cubicBezTo>
                  <a:lnTo>
                    <a:pt x="12243" y="32758"/>
                  </a:lnTo>
                  <a:cubicBezTo>
                    <a:pt x="12376" y="32491"/>
                    <a:pt x="12476" y="32191"/>
                    <a:pt x="12610" y="31857"/>
                  </a:cubicBezTo>
                  <a:cubicBezTo>
                    <a:pt x="13110" y="30423"/>
                    <a:pt x="13343" y="28955"/>
                    <a:pt x="13377" y="27454"/>
                  </a:cubicBezTo>
                  <a:cubicBezTo>
                    <a:pt x="12309" y="24685"/>
                    <a:pt x="11442" y="21583"/>
                    <a:pt x="10541" y="18247"/>
                  </a:cubicBezTo>
                  <a:cubicBezTo>
                    <a:pt x="9274" y="13677"/>
                    <a:pt x="7973" y="8941"/>
                    <a:pt x="5971" y="4804"/>
                  </a:cubicBezTo>
                  <a:cubicBezTo>
                    <a:pt x="5871" y="4571"/>
                    <a:pt x="5771" y="4337"/>
                    <a:pt x="5671" y="4137"/>
                  </a:cubicBezTo>
                  <a:cubicBezTo>
                    <a:pt x="5647" y="4138"/>
                    <a:pt x="5622" y="4138"/>
                    <a:pt x="5597" y="4138"/>
                  </a:cubicBezTo>
                  <a:cubicBezTo>
                    <a:pt x="3461" y="4138"/>
                    <a:pt x="1629" y="2713"/>
                    <a:pt x="1068" y="6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3">
              <a:extLst>
                <a:ext uri="{FF2B5EF4-FFF2-40B4-BE49-F238E27FC236}">
                  <a16:creationId xmlns:a16="http://schemas.microsoft.com/office/drawing/2014/main" id="{91614675-B847-8ECA-3FED-34D3A8E1DBCA}"/>
                </a:ext>
              </a:extLst>
            </p:cNvPr>
            <p:cNvSpPr/>
            <p:nvPr/>
          </p:nvSpPr>
          <p:spPr>
            <a:xfrm>
              <a:off x="6611898" y="1438274"/>
              <a:ext cx="561777" cy="189062"/>
            </a:xfrm>
            <a:custGeom>
              <a:avLst/>
              <a:gdLst/>
              <a:ahLst/>
              <a:cxnLst/>
              <a:rect l="l" t="t" r="r" b="b"/>
              <a:pathLst>
                <a:path w="34893" h="11743" extrusionOk="0">
                  <a:moveTo>
                    <a:pt x="13210" y="1"/>
                  </a:moveTo>
                  <a:cubicBezTo>
                    <a:pt x="4104" y="1"/>
                    <a:pt x="201" y="4637"/>
                    <a:pt x="1" y="11743"/>
                  </a:cubicBezTo>
                  <a:lnTo>
                    <a:pt x="34892" y="11609"/>
                  </a:lnTo>
                  <a:cubicBezTo>
                    <a:pt x="34892" y="11609"/>
                    <a:pt x="28655" y="701"/>
                    <a:pt x="1321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3">
              <a:extLst>
                <a:ext uri="{FF2B5EF4-FFF2-40B4-BE49-F238E27FC236}">
                  <a16:creationId xmlns:a16="http://schemas.microsoft.com/office/drawing/2014/main" id="{DBCD319D-C488-3651-8B25-882A67DF6540}"/>
                </a:ext>
              </a:extLst>
            </p:cNvPr>
            <p:cNvSpPr/>
            <p:nvPr/>
          </p:nvSpPr>
          <p:spPr>
            <a:xfrm>
              <a:off x="6611898" y="1438274"/>
              <a:ext cx="561777" cy="189062"/>
            </a:xfrm>
            <a:custGeom>
              <a:avLst/>
              <a:gdLst/>
              <a:ahLst/>
              <a:cxnLst/>
              <a:rect l="l" t="t" r="r" b="b"/>
              <a:pathLst>
                <a:path w="34893" h="11743" extrusionOk="0">
                  <a:moveTo>
                    <a:pt x="13210" y="1"/>
                  </a:moveTo>
                  <a:cubicBezTo>
                    <a:pt x="4104" y="1"/>
                    <a:pt x="201" y="4637"/>
                    <a:pt x="1" y="11743"/>
                  </a:cubicBezTo>
                  <a:lnTo>
                    <a:pt x="34892" y="11609"/>
                  </a:lnTo>
                  <a:cubicBezTo>
                    <a:pt x="34892" y="11609"/>
                    <a:pt x="28655" y="701"/>
                    <a:pt x="132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3">
              <a:extLst>
                <a:ext uri="{FF2B5EF4-FFF2-40B4-BE49-F238E27FC236}">
                  <a16:creationId xmlns:a16="http://schemas.microsoft.com/office/drawing/2014/main" id="{7580DF20-36CE-0747-621F-567EEC9C4426}"/>
                </a:ext>
              </a:extLst>
            </p:cNvPr>
            <p:cNvSpPr/>
            <p:nvPr/>
          </p:nvSpPr>
          <p:spPr>
            <a:xfrm>
              <a:off x="6265506" y="1437389"/>
              <a:ext cx="1143937" cy="1198194"/>
            </a:xfrm>
            <a:custGeom>
              <a:avLst/>
              <a:gdLst/>
              <a:ahLst/>
              <a:cxnLst/>
              <a:rect l="l" t="t" r="r" b="b"/>
              <a:pathLst>
                <a:path w="71052" h="74422" extrusionOk="0">
                  <a:moveTo>
                    <a:pt x="36446" y="1"/>
                  </a:moveTo>
                  <a:cubicBezTo>
                    <a:pt x="35870" y="1"/>
                    <a:pt x="35292" y="17"/>
                    <a:pt x="34725" y="56"/>
                  </a:cubicBezTo>
                  <a:cubicBezTo>
                    <a:pt x="50170" y="756"/>
                    <a:pt x="56407" y="11664"/>
                    <a:pt x="56407" y="11664"/>
                  </a:cubicBezTo>
                  <a:lnTo>
                    <a:pt x="38995" y="11964"/>
                  </a:lnTo>
                  <a:cubicBezTo>
                    <a:pt x="36373" y="8623"/>
                    <a:pt x="29532" y="5578"/>
                    <a:pt x="22151" y="5578"/>
                  </a:cubicBezTo>
                  <a:cubicBezTo>
                    <a:pt x="19953" y="5578"/>
                    <a:pt x="17708" y="5848"/>
                    <a:pt x="15512" y="6460"/>
                  </a:cubicBezTo>
                  <a:cubicBezTo>
                    <a:pt x="9040" y="10964"/>
                    <a:pt x="4370" y="17568"/>
                    <a:pt x="2903" y="25541"/>
                  </a:cubicBezTo>
                  <a:cubicBezTo>
                    <a:pt x="0" y="41485"/>
                    <a:pt x="4270" y="52226"/>
                    <a:pt x="11375" y="61667"/>
                  </a:cubicBezTo>
                  <a:cubicBezTo>
                    <a:pt x="17079" y="69339"/>
                    <a:pt x="25952" y="74042"/>
                    <a:pt x="35492" y="74409"/>
                  </a:cubicBezTo>
                  <a:lnTo>
                    <a:pt x="35693" y="74409"/>
                  </a:lnTo>
                  <a:cubicBezTo>
                    <a:pt x="36021" y="74418"/>
                    <a:pt x="36349" y="74422"/>
                    <a:pt x="36674" y="74422"/>
                  </a:cubicBezTo>
                  <a:cubicBezTo>
                    <a:pt x="56650" y="74422"/>
                    <a:pt x="70126" y="58402"/>
                    <a:pt x="70651" y="38183"/>
                  </a:cubicBezTo>
                  <a:cubicBezTo>
                    <a:pt x="70918" y="29110"/>
                    <a:pt x="71051" y="20671"/>
                    <a:pt x="65814" y="14066"/>
                  </a:cubicBezTo>
                  <a:cubicBezTo>
                    <a:pt x="58976" y="5426"/>
                    <a:pt x="48669" y="289"/>
                    <a:pt x="37661" y="22"/>
                  </a:cubicBezTo>
                  <a:cubicBezTo>
                    <a:pt x="37260" y="9"/>
                    <a:pt x="36854" y="1"/>
                    <a:pt x="3644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73">
              <a:extLst>
                <a:ext uri="{FF2B5EF4-FFF2-40B4-BE49-F238E27FC236}">
                  <a16:creationId xmlns:a16="http://schemas.microsoft.com/office/drawing/2014/main" id="{D8E30466-B64C-DE36-5FDB-E70EFA7E413D}"/>
                </a:ext>
              </a:extLst>
            </p:cNvPr>
            <p:cNvSpPr/>
            <p:nvPr/>
          </p:nvSpPr>
          <p:spPr>
            <a:xfrm>
              <a:off x="6265506" y="1437389"/>
              <a:ext cx="1143937" cy="1198194"/>
            </a:xfrm>
            <a:custGeom>
              <a:avLst/>
              <a:gdLst/>
              <a:ahLst/>
              <a:cxnLst/>
              <a:rect l="l" t="t" r="r" b="b"/>
              <a:pathLst>
                <a:path w="71052" h="74422" extrusionOk="0">
                  <a:moveTo>
                    <a:pt x="36446" y="1"/>
                  </a:moveTo>
                  <a:cubicBezTo>
                    <a:pt x="35870" y="1"/>
                    <a:pt x="35292" y="17"/>
                    <a:pt x="34725" y="56"/>
                  </a:cubicBezTo>
                  <a:cubicBezTo>
                    <a:pt x="50170" y="756"/>
                    <a:pt x="56407" y="11664"/>
                    <a:pt x="56407" y="11664"/>
                  </a:cubicBezTo>
                  <a:lnTo>
                    <a:pt x="38995" y="11964"/>
                  </a:lnTo>
                  <a:cubicBezTo>
                    <a:pt x="36373" y="8623"/>
                    <a:pt x="29532" y="5578"/>
                    <a:pt x="22151" y="5578"/>
                  </a:cubicBezTo>
                  <a:cubicBezTo>
                    <a:pt x="19953" y="5578"/>
                    <a:pt x="17708" y="5848"/>
                    <a:pt x="15512" y="6460"/>
                  </a:cubicBezTo>
                  <a:cubicBezTo>
                    <a:pt x="9040" y="10964"/>
                    <a:pt x="4370" y="17568"/>
                    <a:pt x="2903" y="25541"/>
                  </a:cubicBezTo>
                  <a:cubicBezTo>
                    <a:pt x="0" y="41485"/>
                    <a:pt x="4270" y="52226"/>
                    <a:pt x="11375" y="61667"/>
                  </a:cubicBezTo>
                  <a:cubicBezTo>
                    <a:pt x="17079" y="69339"/>
                    <a:pt x="25952" y="74042"/>
                    <a:pt x="35492" y="74409"/>
                  </a:cubicBezTo>
                  <a:lnTo>
                    <a:pt x="35693" y="74409"/>
                  </a:lnTo>
                  <a:cubicBezTo>
                    <a:pt x="36021" y="74418"/>
                    <a:pt x="36349" y="74422"/>
                    <a:pt x="36674" y="74422"/>
                  </a:cubicBezTo>
                  <a:cubicBezTo>
                    <a:pt x="56650" y="74422"/>
                    <a:pt x="70126" y="58402"/>
                    <a:pt x="70651" y="38183"/>
                  </a:cubicBezTo>
                  <a:cubicBezTo>
                    <a:pt x="70918" y="29110"/>
                    <a:pt x="71051" y="20671"/>
                    <a:pt x="65814" y="14066"/>
                  </a:cubicBezTo>
                  <a:cubicBezTo>
                    <a:pt x="58976" y="5426"/>
                    <a:pt x="48669" y="289"/>
                    <a:pt x="37661" y="22"/>
                  </a:cubicBezTo>
                  <a:cubicBezTo>
                    <a:pt x="37260" y="9"/>
                    <a:pt x="36854" y="1"/>
                    <a:pt x="36446" y="1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73">
              <a:extLst>
                <a:ext uri="{FF2B5EF4-FFF2-40B4-BE49-F238E27FC236}">
                  <a16:creationId xmlns:a16="http://schemas.microsoft.com/office/drawing/2014/main" id="{2CA44A69-C4BC-35DE-23F2-6ABD2E762C2B}"/>
                </a:ext>
              </a:extLst>
            </p:cNvPr>
            <p:cNvSpPr/>
            <p:nvPr/>
          </p:nvSpPr>
          <p:spPr>
            <a:xfrm>
              <a:off x="6265506" y="1598856"/>
              <a:ext cx="776052" cy="1036792"/>
            </a:xfrm>
            <a:custGeom>
              <a:avLst/>
              <a:gdLst/>
              <a:ahLst/>
              <a:cxnLst/>
              <a:rect l="l" t="t" r="r" b="b"/>
              <a:pathLst>
                <a:path w="48202" h="64397" extrusionOk="0">
                  <a:moveTo>
                    <a:pt x="11242" y="1"/>
                  </a:moveTo>
                  <a:cubicBezTo>
                    <a:pt x="6939" y="4170"/>
                    <a:pt x="4003" y="9607"/>
                    <a:pt x="2903" y="15545"/>
                  </a:cubicBezTo>
                  <a:cubicBezTo>
                    <a:pt x="0" y="31490"/>
                    <a:pt x="4270" y="42231"/>
                    <a:pt x="11375" y="51671"/>
                  </a:cubicBezTo>
                  <a:cubicBezTo>
                    <a:pt x="17079" y="59343"/>
                    <a:pt x="25952" y="64013"/>
                    <a:pt x="35492" y="64380"/>
                  </a:cubicBezTo>
                  <a:lnTo>
                    <a:pt x="35693" y="64380"/>
                  </a:lnTo>
                  <a:cubicBezTo>
                    <a:pt x="36047" y="64391"/>
                    <a:pt x="36401" y="64397"/>
                    <a:pt x="36755" y="64397"/>
                  </a:cubicBezTo>
                  <a:cubicBezTo>
                    <a:pt x="40636" y="64397"/>
                    <a:pt x="44503" y="63729"/>
                    <a:pt x="48202" y="62445"/>
                  </a:cubicBezTo>
                  <a:lnTo>
                    <a:pt x="48168" y="1802"/>
                  </a:lnTo>
                  <a:lnTo>
                    <a:pt x="38995" y="1969"/>
                  </a:lnTo>
                  <a:cubicBezTo>
                    <a:pt x="38728" y="1635"/>
                    <a:pt x="38461" y="1335"/>
                    <a:pt x="38194" y="1068"/>
                  </a:cubicBezTo>
                  <a:cubicBezTo>
                    <a:pt x="32390" y="2402"/>
                    <a:pt x="28187" y="5004"/>
                    <a:pt x="24518" y="8173"/>
                  </a:cubicBezTo>
                  <a:cubicBezTo>
                    <a:pt x="19014" y="12943"/>
                    <a:pt x="16913" y="21416"/>
                    <a:pt x="16913" y="27787"/>
                  </a:cubicBezTo>
                  <a:cubicBezTo>
                    <a:pt x="15578" y="25352"/>
                    <a:pt x="10842" y="23384"/>
                    <a:pt x="6972" y="23384"/>
                  </a:cubicBezTo>
                  <a:cubicBezTo>
                    <a:pt x="3136" y="23384"/>
                    <a:pt x="3069" y="8273"/>
                    <a:pt x="112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3">
              <a:extLst>
                <a:ext uri="{FF2B5EF4-FFF2-40B4-BE49-F238E27FC236}">
                  <a16:creationId xmlns:a16="http://schemas.microsoft.com/office/drawing/2014/main" id="{A0F1DB1E-D216-5A62-606F-338E041F8CC7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3">
              <a:extLst>
                <a:ext uri="{FF2B5EF4-FFF2-40B4-BE49-F238E27FC236}">
                  <a16:creationId xmlns:a16="http://schemas.microsoft.com/office/drawing/2014/main" id="{C3863A0C-05E4-8D3D-8215-1F3B7A26B2BE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3">
              <a:extLst>
                <a:ext uri="{FF2B5EF4-FFF2-40B4-BE49-F238E27FC236}">
                  <a16:creationId xmlns:a16="http://schemas.microsoft.com/office/drawing/2014/main" id="{CB32EA45-EDC5-76B2-7086-CA06BFF44DAF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3">
              <a:extLst>
                <a:ext uri="{FF2B5EF4-FFF2-40B4-BE49-F238E27FC236}">
                  <a16:creationId xmlns:a16="http://schemas.microsoft.com/office/drawing/2014/main" id="{DF699976-DF0F-9EDD-B73A-C9687503D947}"/>
                </a:ext>
              </a:extLst>
            </p:cNvPr>
            <p:cNvSpPr/>
            <p:nvPr/>
          </p:nvSpPr>
          <p:spPr>
            <a:xfrm>
              <a:off x="6558736" y="1597133"/>
              <a:ext cx="897430" cy="1176556"/>
            </a:xfrm>
            <a:custGeom>
              <a:avLst/>
              <a:gdLst/>
              <a:ahLst/>
              <a:cxnLst/>
              <a:rect l="l" t="t" r="r" b="b"/>
              <a:pathLst>
                <a:path w="55741" h="73078" extrusionOk="0">
                  <a:moveTo>
                    <a:pt x="34053" y="0"/>
                  </a:moveTo>
                  <a:cubicBezTo>
                    <a:pt x="23350" y="0"/>
                    <a:pt x="8950" y="3071"/>
                    <a:pt x="3870" y="15018"/>
                  </a:cubicBezTo>
                  <a:cubicBezTo>
                    <a:pt x="768" y="22324"/>
                    <a:pt x="0" y="37201"/>
                    <a:pt x="1435" y="47475"/>
                  </a:cubicBezTo>
                  <a:cubicBezTo>
                    <a:pt x="3036" y="58950"/>
                    <a:pt x="4837" y="61085"/>
                    <a:pt x="9174" y="63853"/>
                  </a:cubicBezTo>
                  <a:cubicBezTo>
                    <a:pt x="15373" y="67793"/>
                    <a:pt x="27011" y="73078"/>
                    <a:pt x="35604" y="73078"/>
                  </a:cubicBezTo>
                  <a:cubicBezTo>
                    <a:pt x="37924" y="73078"/>
                    <a:pt x="40022" y="72693"/>
                    <a:pt x="41730" y="71792"/>
                  </a:cubicBezTo>
                  <a:cubicBezTo>
                    <a:pt x="45900" y="69591"/>
                    <a:pt x="49836" y="61952"/>
                    <a:pt x="52538" y="52845"/>
                  </a:cubicBezTo>
                  <a:cubicBezTo>
                    <a:pt x="54239" y="47075"/>
                    <a:pt x="55740" y="40003"/>
                    <a:pt x="55073" y="34332"/>
                  </a:cubicBezTo>
                  <a:cubicBezTo>
                    <a:pt x="54740" y="31563"/>
                    <a:pt x="54273" y="30463"/>
                    <a:pt x="53272" y="27127"/>
                  </a:cubicBezTo>
                  <a:cubicBezTo>
                    <a:pt x="52338" y="23958"/>
                    <a:pt x="54172" y="20989"/>
                    <a:pt x="53138" y="17453"/>
                  </a:cubicBezTo>
                  <a:cubicBezTo>
                    <a:pt x="52204" y="13784"/>
                    <a:pt x="51037" y="9548"/>
                    <a:pt x="49069" y="6179"/>
                  </a:cubicBezTo>
                  <a:cubicBezTo>
                    <a:pt x="47067" y="2876"/>
                    <a:pt x="43632" y="708"/>
                    <a:pt x="39796" y="308"/>
                  </a:cubicBezTo>
                  <a:cubicBezTo>
                    <a:pt x="38086" y="117"/>
                    <a:pt x="36140" y="0"/>
                    <a:pt x="3405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3">
              <a:extLst>
                <a:ext uri="{FF2B5EF4-FFF2-40B4-BE49-F238E27FC236}">
                  <a16:creationId xmlns:a16="http://schemas.microsoft.com/office/drawing/2014/main" id="{CEB4D7FC-DB61-9F98-DAC7-760C72CE6CE4}"/>
                </a:ext>
              </a:extLst>
            </p:cNvPr>
            <p:cNvSpPr/>
            <p:nvPr/>
          </p:nvSpPr>
          <p:spPr>
            <a:xfrm>
              <a:off x="6558736" y="1597133"/>
              <a:ext cx="897430" cy="1176556"/>
            </a:xfrm>
            <a:custGeom>
              <a:avLst/>
              <a:gdLst/>
              <a:ahLst/>
              <a:cxnLst/>
              <a:rect l="l" t="t" r="r" b="b"/>
              <a:pathLst>
                <a:path w="55741" h="73078" extrusionOk="0">
                  <a:moveTo>
                    <a:pt x="34053" y="0"/>
                  </a:moveTo>
                  <a:cubicBezTo>
                    <a:pt x="23350" y="0"/>
                    <a:pt x="8950" y="3071"/>
                    <a:pt x="3870" y="15018"/>
                  </a:cubicBezTo>
                  <a:cubicBezTo>
                    <a:pt x="768" y="22324"/>
                    <a:pt x="0" y="37201"/>
                    <a:pt x="1435" y="47475"/>
                  </a:cubicBezTo>
                  <a:cubicBezTo>
                    <a:pt x="3036" y="58950"/>
                    <a:pt x="4837" y="61085"/>
                    <a:pt x="9174" y="63853"/>
                  </a:cubicBezTo>
                  <a:cubicBezTo>
                    <a:pt x="15373" y="67793"/>
                    <a:pt x="27011" y="73078"/>
                    <a:pt x="35604" y="73078"/>
                  </a:cubicBezTo>
                  <a:cubicBezTo>
                    <a:pt x="37924" y="73078"/>
                    <a:pt x="40022" y="72693"/>
                    <a:pt x="41730" y="71792"/>
                  </a:cubicBezTo>
                  <a:cubicBezTo>
                    <a:pt x="45900" y="69591"/>
                    <a:pt x="49836" y="61952"/>
                    <a:pt x="52538" y="52845"/>
                  </a:cubicBezTo>
                  <a:cubicBezTo>
                    <a:pt x="54239" y="47075"/>
                    <a:pt x="55740" y="40003"/>
                    <a:pt x="55073" y="34332"/>
                  </a:cubicBezTo>
                  <a:cubicBezTo>
                    <a:pt x="54740" y="31563"/>
                    <a:pt x="54273" y="30463"/>
                    <a:pt x="53272" y="27127"/>
                  </a:cubicBezTo>
                  <a:cubicBezTo>
                    <a:pt x="52338" y="23958"/>
                    <a:pt x="54172" y="20989"/>
                    <a:pt x="53138" y="17453"/>
                  </a:cubicBezTo>
                  <a:cubicBezTo>
                    <a:pt x="52204" y="13784"/>
                    <a:pt x="51037" y="9548"/>
                    <a:pt x="49069" y="6179"/>
                  </a:cubicBezTo>
                  <a:cubicBezTo>
                    <a:pt x="47067" y="2876"/>
                    <a:pt x="43632" y="708"/>
                    <a:pt x="39796" y="308"/>
                  </a:cubicBezTo>
                  <a:cubicBezTo>
                    <a:pt x="38086" y="117"/>
                    <a:pt x="36140" y="0"/>
                    <a:pt x="34053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3">
              <a:extLst>
                <a:ext uri="{FF2B5EF4-FFF2-40B4-BE49-F238E27FC236}">
                  <a16:creationId xmlns:a16="http://schemas.microsoft.com/office/drawing/2014/main" id="{C886B18F-7C22-3539-60E4-3D58B6369C3E}"/>
                </a:ext>
              </a:extLst>
            </p:cNvPr>
            <p:cNvSpPr/>
            <p:nvPr/>
          </p:nvSpPr>
          <p:spPr>
            <a:xfrm>
              <a:off x="7244547" y="1913724"/>
              <a:ext cx="175088" cy="156138"/>
            </a:xfrm>
            <a:custGeom>
              <a:avLst/>
              <a:gdLst/>
              <a:ahLst/>
              <a:cxnLst/>
              <a:rect l="l" t="t" r="r" b="b"/>
              <a:pathLst>
                <a:path w="10875" h="9698" extrusionOk="0">
                  <a:moveTo>
                    <a:pt x="8833" y="1"/>
                  </a:moveTo>
                  <a:cubicBezTo>
                    <a:pt x="7602" y="1"/>
                    <a:pt x="6095" y="162"/>
                    <a:pt x="4771" y="825"/>
                  </a:cubicBezTo>
                  <a:cubicBezTo>
                    <a:pt x="2636" y="1792"/>
                    <a:pt x="1068" y="3727"/>
                    <a:pt x="501" y="5995"/>
                  </a:cubicBezTo>
                  <a:cubicBezTo>
                    <a:pt x="1" y="8163"/>
                    <a:pt x="534" y="9698"/>
                    <a:pt x="1535" y="9698"/>
                  </a:cubicBezTo>
                  <a:cubicBezTo>
                    <a:pt x="5838" y="9698"/>
                    <a:pt x="10675" y="7463"/>
                    <a:pt x="10675" y="7463"/>
                  </a:cubicBezTo>
                  <a:cubicBezTo>
                    <a:pt x="10208" y="5895"/>
                    <a:pt x="10475" y="4061"/>
                    <a:pt x="10641" y="2860"/>
                  </a:cubicBezTo>
                  <a:cubicBezTo>
                    <a:pt x="10775" y="1625"/>
                    <a:pt x="10875" y="124"/>
                    <a:pt x="10875" y="124"/>
                  </a:cubicBezTo>
                  <a:cubicBezTo>
                    <a:pt x="10445" y="83"/>
                    <a:pt x="9709" y="1"/>
                    <a:pt x="883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3">
              <a:extLst>
                <a:ext uri="{FF2B5EF4-FFF2-40B4-BE49-F238E27FC236}">
                  <a16:creationId xmlns:a16="http://schemas.microsoft.com/office/drawing/2014/main" id="{34900DCA-E969-E377-9A79-4B178CAB1F61}"/>
                </a:ext>
              </a:extLst>
            </p:cNvPr>
            <p:cNvSpPr/>
            <p:nvPr/>
          </p:nvSpPr>
          <p:spPr>
            <a:xfrm>
              <a:off x="7278921" y="1960494"/>
              <a:ext cx="129975" cy="55239"/>
            </a:xfrm>
            <a:custGeom>
              <a:avLst/>
              <a:gdLst/>
              <a:ahLst/>
              <a:cxnLst/>
              <a:rect l="l" t="t" r="r" b="b"/>
              <a:pathLst>
                <a:path w="8073" h="3431" extrusionOk="0">
                  <a:moveTo>
                    <a:pt x="5490" y="0"/>
                  </a:moveTo>
                  <a:cubicBezTo>
                    <a:pt x="4899" y="0"/>
                    <a:pt x="4313" y="104"/>
                    <a:pt x="3770" y="322"/>
                  </a:cubicBezTo>
                  <a:cubicBezTo>
                    <a:pt x="2202" y="855"/>
                    <a:pt x="868" y="1923"/>
                    <a:pt x="0" y="3357"/>
                  </a:cubicBezTo>
                  <a:cubicBezTo>
                    <a:pt x="0" y="3357"/>
                    <a:pt x="0" y="3431"/>
                    <a:pt x="21" y="3431"/>
                  </a:cubicBezTo>
                  <a:cubicBezTo>
                    <a:pt x="25" y="3431"/>
                    <a:pt x="29" y="3429"/>
                    <a:pt x="34" y="3424"/>
                  </a:cubicBezTo>
                  <a:cubicBezTo>
                    <a:pt x="1101" y="2423"/>
                    <a:pt x="2335" y="1589"/>
                    <a:pt x="3703" y="1022"/>
                  </a:cubicBezTo>
                  <a:cubicBezTo>
                    <a:pt x="4315" y="744"/>
                    <a:pt x="4972" y="605"/>
                    <a:pt x="5638" y="605"/>
                  </a:cubicBezTo>
                  <a:cubicBezTo>
                    <a:pt x="5771" y="605"/>
                    <a:pt x="5905" y="611"/>
                    <a:pt x="6038" y="622"/>
                  </a:cubicBezTo>
                  <a:cubicBezTo>
                    <a:pt x="6405" y="689"/>
                    <a:pt x="6805" y="855"/>
                    <a:pt x="7139" y="1089"/>
                  </a:cubicBezTo>
                  <a:cubicBezTo>
                    <a:pt x="7372" y="1222"/>
                    <a:pt x="7539" y="1489"/>
                    <a:pt x="7806" y="1623"/>
                  </a:cubicBezTo>
                  <a:cubicBezTo>
                    <a:pt x="7826" y="1632"/>
                    <a:pt x="7851" y="1636"/>
                    <a:pt x="7877" y="1636"/>
                  </a:cubicBezTo>
                  <a:cubicBezTo>
                    <a:pt x="7939" y="1636"/>
                    <a:pt x="8006" y="1613"/>
                    <a:pt x="8006" y="1589"/>
                  </a:cubicBezTo>
                  <a:cubicBezTo>
                    <a:pt x="8073" y="1189"/>
                    <a:pt x="7639" y="755"/>
                    <a:pt x="7372" y="555"/>
                  </a:cubicBezTo>
                  <a:cubicBezTo>
                    <a:pt x="7105" y="322"/>
                    <a:pt x="6772" y="155"/>
                    <a:pt x="6438" y="88"/>
                  </a:cubicBezTo>
                  <a:cubicBezTo>
                    <a:pt x="6124" y="30"/>
                    <a:pt x="5807" y="0"/>
                    <a:pt x="549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3">
              <a:extLst>
                <a:ext uri="{FF2B5EF4-FFF2-40B4-BE49-F238E27FC236}">
                  <a16:creationId xmlns:a16="http://schemas.microsoft.com/office/drawing/2014/main" id="{DB11AF76-A0D2-54F7-01D6-BFE6DF17EEDC}"/>
                </a:ext>
              </a:extLst>
            </p:cNvPr>
            <p:cNvSpPr/>
            <p:nvPr/>
          </p:nvSpPr>
          <p:spPr>
            <a:xfrm>
              <a:off x="6809541" y="1929180"/>
              <a:ext cx="326540" cy="162707"/>
            </a:xfrm>
            <a:custGeom>
              <a:avLst/>
              <a:gdLst/>
              <a:ahLst/>
              <a:cxnLst/>
              <a:rect l="l" t="t" r="r" b="b"/>
              <a:pathLst>
                <a:path w="20282" h="10106" extrusionOk="0">
                  <a:moveTo>
                    <a:pt x="14510" y="0"/>
                  </a:moveTo>
                  <a:cubicBezTo>
                    <a:pt x="13971" y="0"/>
                    <a:pt x="13383" y="32"/>
                    <a:pt x="12743" y="98"/>
                  </a:cubicBezTo>
                  <a:cubicBezTo>
                    <a:pt x="6972" y="699"/>
                    <a:pt x="1635" y="4635"/>
                    <a:pt x="0" y="7437"/>
                  </a:cubicBezTo>
                  <a:cubicBezTo>
                    <a:pt x="1802" y="9472"/>
                    <a:pt x="2702" y="10106"/>
                    <a:pt x="3903" y="10106"/>
                  </a:cubicBezTo>
                  <a:cubicBezTo>
                    <a:pt x="5711" y="9760"/>
                    <a:pt x="9870" y="9351"/>
                    <a:pt x="12447" y="9351"/>
                  </a:cubicBezTo>
                  <a:cubicBezTo>
                    <a:pt x="13103" y="9351"/>
                    <a:pt x="13657" y="9377"/>
                    <a:pt x="14044" y="9438"/>
                  </a:cubicBezTo>
                  <a:cubicBezTo>
                    <a:pt x="16779" y="9705"/>
                    <a:pt x="16479" y="10072"/>
                    <a:pt x="17980" y="10106"/>
                  </a:cubicBezTo>
                  <a:cubicBezTo>
                    <a:pt x="19481" y="10106"/>
                    <a:pt x="20281" y="6136"/>
                    <a:pt x="20148" y="3934"/>
                  </a:cubicBezTo>
                  <a:cubicBezTo>
                    <a:pt x="20000" y="2007"/>
                    <a:pt x="18823" y="0"/>
                    <a:pt x="1451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3">
              <a:extLst>
                <a:ext uri="{FF2B5EF4-FFF2-40B4-BE49-F238E27FC236}">
                  <a16:creationId xmlns:a16="http://schemas.microsoft.com/office/drawing/2014/main" id="{E771A435-A9A5-075B-CDA8-23544937DD7D}"/>
                </a:ext>
              </a:extLst>
            </p:cNvPr>
            <p:cNvSpPr/>
            <p:nvPr/>
          </p:nvSpPr>
          <p:spPr>
            <a:xfrm>
              <a:off x="6877210" y="1990633"/>
              <a:ext cx="180996" cy="49153"/>
            </a:xfrm>
            <a:custGeom>
              <a:avLst/>
              <a:gdLst/>
              <a:ahLst/>
              <a:cxnLst/>
              <a:rect l="l" t="t" r="r" b="b"/>
              <a:pathLst>
                <a:path w="11242" h="3053" extrusionOk="0">
                  <a:moveTo>
                    <a:pt x="7086" y="0"/>
                  </a:moveTo>
                  <a:cubicBezTo>
                    <a:pt x="5583" y="0"/>
                    <a:pt x="4098" y="343"/>
                    <a:pt x="2769" y="1051"/>
                  </a:cubicBezTo>
                  <a:cubicBezTo>
                    <a:pt x="1668" y="1485"/>
                    <a:pt x="734" y="2186"/>
                    <a:pt x="0" y="3053"/>
                  </a:cubicBezTo>
                  <a:cubicBezTo>
                    <a:pt x="234" y="3020"/>
                    <a:pt x="501" y="2886"/>
                    <a:pt x="701" y="2753"/>
                  </a:cubicBezTo>
                  <a:cubicBezTo>
                    <a:pt x="1935" y="1952"/>
                    <a:pt x="3269" y="1352"/>
                    <a:pt x="4704" y="1018"/>
                  </a:cubicBezTo>
                  <a:cubicBezTo>
                    <a:pt x="5504" y="818"/>
                    <a:pt x="6304" y="678"/>
                    <a:pt x="7093" y="678"/>
                  </a:cubicBezTo>
                  <a:cubicBezTo>
                    <a:pt x="7752" y="678"/>
                    <a:pt x="8403" y="775"/>
                    <a:pt x="9040" y="1018"/>
                  </a:cubicBezTo>
                  <a:cubicBezTo>
                    <a:pt x="9407" y="1152"/>
                    <a:pt x="9741" y="1318"/>
                    <a:pt x="10074" y="1518"/>
                  </a:cubicBezTo>
                  <a:cubicBezTo>
                    <a:pt x="10508" y="1785"/>
                    <a:pt x="10875" y="2119"/>
                    <a:pt x="11142" y="2519"/>
                  </a:cubicBezTo>
                  <a:cubicBezTo>
                    <a:pt x="11163" y="2551"/>
                    <a:pt x="11180" y="2563"/>
                    <a:pt x="11195" y="2563"/>
                  </a:cubicBezTo>
                  <a:cubicBezTo>
                    <a:pt x="11226" y="2563"/>
                    <a:pt x="11242" y="2509"/>
                    <a:pt x="11242" y="2486"/>
                  </a:cubicBezTo>
                  <a:cubicBezTo>
                    <a:pt x="11108" y="2152"/>
                    <a:pt x="10908" y="1852"/>
                    <a:pt x="10708" y="1585"/>
                  </a:cubicBezTo>
                  <a:cubicBezTo>
                    <a:pt x="10474" y="1285"/>
                    <a:pt x="10174" y="1018"/>
                    <a:pt x="9874" y="785"/>
                  </a:cubicBezTo>
                  <a:cubicBezTo>
                    <a:pt x="9207" y="351"/>
                    <a:pt x="8440" y="84"/>
                    <a:pt x="7672" y="17"/>
                  </a:cubicBezTo>
                  <a:cubicBezTo>
                    <a:pt x="7477" y="6"/>
                    <a:pt x="7282" y="0"/>
                    <a:pt x="708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3">
              <a:extLst>
                <a:ext uri="{FF2B5EF4-FFF2-40B4-BE49-F238E27FC236}">
                  <a16:creationId xmlns:a16="http://schemas.microsoft.com/office/drawing/2014/main" id="{A726280B-A726-DED1-18B8-6E818760A910}"/>
                </a:ext>
              </a:extLst>
            </p:cNvPr>
            <p:cNvSpPr/>
            <p:nvPr/>
          </p:nvSpPr>
          <p:spPr>
            <a:xfrm>
              <a:off x="7138207" y="2241584"/>
              <a:ext cx="177712" cy="93750"/>
            </a:xfrm>
            <a:custGeom>
              <a:avLst/>
              <a:gdLst/>
              <a:ahLst/>
              <a:cxnLst/>
              <a:rect l="l" t="t" r="r" b="b"/>
              <a:pathLst>
                <a:path w="11038" h="5823" extrusionOk="0">
                  <a:moveTo>
                    <a:pt x="8040" y="0"/>
                  </a:moveTo>
                  <a:cubicBezTo>
                    <a:pt x="7975" y="0"/>
                    <a:pt x="7908" y="3"/>
                    <a:pt x="7840" y="8"/>
                  </a:cubicBezTo>
                  <a:cubicBezTo>
                    <a:pt x="4671" y="275"/>
                    <a:pt x="1" y="3511"/>
                    <a:pt x="434" y="4978"/>
                  </a:cubicBezTo>
                  <a:cubicBezTo>
                    <a:pt x="608" y="5580"/>
                    <a:pt x="1894" y="5822"/>
                    <a:pt x="3466" y="5822"/>
                  </a:cubicBezTo>
                  <a:cubicBezTo>
                    <a:pt x="5820" y="5822"/>
                    <a:pt x="8814" y="5278"/>
                    <a:pt x="9674" y="4578"/>
                  </a:cubicBezTo>
                  <a:cubicBezTo>
                    <a:pt x="11038" y="3442"/>
                    <a:pt x="10411" y="0"/>
                    <a:pt x="804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3">
              <a:extLst>
                <a:ext uri="{FF2B5EF4-FFF2-40B4-BE49-F238E27FC236}">
                  <a16:creationId xmlns:a16="http://schemas.microsoft.com/office/drawing/2014/main" id="{66DE8455-7354-0174-C307-C2487FA0D050}"/>
                </a:ext>
              </a:extLst>
            </p:cNvPr>
            <p:cNvSpPr/>
            <p:nvPr/>
          </p:nvSpPr>
          <p:spPr>
            <a:xfrm>
              <a:off x="7017376" y="2403196"/>
              <a:ext cx="290557" cy="95892"/>
            </a:xfrm>
            <a:custGeom>
              <a:avLst/>
              <a:gdLst/>
              <a:ahLst/>
              <a:cxnLst/>
              <a:rect l="l" t="t" r="r" b="b"/>
              <a:pathLst>
                <a:path w="18047" h="5956" extrusionOk="0">
                  <a:moveTo>
                    <a:pt x="15656" y="1"/>
                  </a:moveTo>
                  <a:cubicBezTo>
                    <a:pt x="14821" y="1"/>
                    <a:pt x="14103" y="784"/>
                    <a:pt x="13443" y="911"/>
                  </a:cubicBezTo>
                  <a:cubicBezTo>
                    <a:pt x="13265" y="943"/>
                    <a:pt x="13096" y="956"/>
                    <a:pt x="12936" y="956"/>
                  </a:cubicBezTo>
                  <a:cubicBezTo>
                    <a:pt x="11993" y="956"/>
                    <a:pt x="11339" y="487"/>
                    <a:pt x="10479" y="487"/>
                  </a:cubicBezTo>
                  <a:cubicBezTo>
                    <a:pt x="10098" y="487"/>
                    <a:pt x="9678" y="579"/>
                    <a:pt x="9174" y="845"/>
                  </a:cubicBezTo>
                  <a:cubicBezTo>
                    <a:pt x="7339" y="1812"/>
                    <a:pt x="4871" y="4180"/>
                    <a:pt x="0" y="5615"/>
                  </a:cubicBezTo>
                  <a:cubicBezTo>
                    <a:pt x="954" y="5858"/>
                    <a:pt x="1843" y="5956"/>
                    <a:pt x="2668" y="5956"/>
                  </a:cubicBezTo>
                  <a:cubicBezTo>
                    <a:pt x="6139" y="5956"/>
                    <a:pt x="8483" y="4221"/>
                    <a:pt x="9732" y="4221"/>
                  </a:cubicBezTo>
                  <a:cubicBezTo>
                    <a:pt x="9818" y="4221"/>
                    <a:pt x="9899" y="4230"/>
                    <a:pt x="9974" y="4247"/>
                  </a:cubicBezTo>
                  <a:cubicBezTo>
                    <a:pt x="11029" y="4507"/>
                    <a:pt x="11695" y="4636"/>
                    <a:pt x="12259" y="4636"/>
                  </a:cubicBezTo>
                  <a:cubicBezTo>
                    <a:pt x="12996" y="4636"/>
                    <a:pt x="13556" y="4415"/>
                    <a:pt x="14578" y="3980"/>
                  </a:cubicBezTo>
                  <a:cubicBezTo>
                    <a:pt x="14799" y="3883"/>
                    <a:pt x="15018" y="3847"/>
                    <a:pt x="15238" y="3847"/>
                  </a:cubicBezTo>
                  <a:cubicBezTo>
                    <a:pt x="15911" y="3847"/>
                    <a:pt x="16596" y="4187"/>
                    <a:pt x="17412" y="4187"/>
                  </a:cubicBezTo>
                  <a:cubicBezTo>
                    <a:pt x="17615" y="4187"/>
                    <a:pt x="17826" y="4166"/>
                    <a:pt x="18047" y="4114"/>
                  </a:cubicBezTo>
                  <a:cubicBezTo>
                    <a:pt x="17346" y="3447"/>
                    <a:pt x="17580" y="1011"/>
                    <a:pt x="16479" y="278"/>
                  </a:cubicBezTo>
                  <a:cubicBezTo>
                    <a:pt x="16192" y="78"/>
                    <a:pt x="15918" y="1"/>
                    <a:pt x="156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3">
              <a:extLst>
                <a:ext uri="{FF2B5EF4-FFF2-40B4-BE49-F238E27FC236}">
                  <a16:creationId xmlns:a16="http://schemas.microsoft.com/office/drawing/2014/main" id="{AB14B773-CAFF-3053-2B26-AD99F8FF1D84}"/>
                </a:ext>
              </a:extLst>
            </p:cNvPr>
            <p:cNvSpPr/>
            <p:nvPr/>
          </p:nvSpPr>
          <p:spPr>
            <a:xfrm>
              <a:off x="7017376" y="2465326"/>
              <a:ext cx="290557" cy="96246"/>
            </a:xfrm>
            <a:custGeom>
              <a:avLst/>
              <a:gdLst/>
              <a:ahLst/>
              <a:cxnLst/>
              <a:rect l="l" t="t" r="r" b="b"/>
              <a:pathLst>
                <a:path w="18047" h="5978" extrusionOk="0">
                  <a:moveTo>
                    <a:pt x="15176" y="0"/>
                  </a:moveTo>
                  <a:cubicBezTo>
                    <a:pt x="14976" y="0"/>
                    <a:pt x="14777" y="34"/>
                    <a:pt x="14578" y="121"/>
                  </a:cubicBezTo>
                  <a:cubicBezTo>
                    <a:pt x="13536" y="581"/>
                    <a:pt x="12408" y="830"/>
                    <a:pt x="11280" y="830"/>
                  </a:cubicBezTo>
                  <a:cubicBezTo>
                    <a:pt x="10854" y="830"/>
                    <a:pt x="10428" y="795"/>
                    <a:pt x="10008" y="722"/>
                  </a:cubicBezTo>
                  <a:cubicBezTo>
                    <a:pt x="9952" y="714"/>
                    <a:pt x="9894" y="710"/>
                    <a:pt x="9833" y="710"/>
                  </a:cubicBezTo>
                  <a:cubicBezTo>
                    <a:pt x="8619" y="710"/>
                    <a:pt x="6343" y="2142"/>
                    <a:pt x="3003" y="2142"/>
                  </a:cubicBezTo>
                  <a:cubicBezTo>
                    <a:pt x="2083" y="2142"/>
                    <a:pt x="1082" y="2033"/>
                    <a:pt x="0" y="1756"/>
                  </a:cubicBezTo>
                  <a:lnTo>
                    <a:pt x="0" y="1756"/>
                  </a:lnTo>
                  <a:cubicBezTo>
                    <a:pt x="2623" y="2747"/>
                    <a:pt x="3948" y="5978"/>
                    <a:pt x="9334" y="5978"/>
                  </a:cubicBezTo>
                  <a:cubicBezTo>
                    <a:pt x="10113" y="5978"/>
                    <a:pt x="10977" y="5910"/>
                    <a:pt x="11942" y="5759"/>
                  </a:cubicBezTo>
                  <a:cubicBezTo>
                    <a:pt x="16812" y="4958"/>
                    <a:pt x="17013" y="1155"/>
                    <a:pt x="18047" y="255"/>
                  </a:cubicBezTo>
                  <a:lnTo>
                    <a:pt x="18047" y="255"/>
                  </a:lnTo>
                  <a:cubicBezTo>
                    <a:pt x="17791" y="342"/>
                    <a:pt x="17546" y="376"/>
                    <a:pt x="17311" y="376"/>
                  </a:cubicBezTo>
                  <a:cubicBezTo>
                    <a:pt x="16526" y="376"/>
                    <a:pt x="15844" y="0"/>
                    <a:pt x="1517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3">
              <a:extLst>
                <a:ext uri="{FF2B5EF4-FFF2-40B4-BE49-F238E27FC236}">
                  <a16:creationId xmlns:a16="http://schemas.microsoft.com/office/drawing/2014/main" id="{C7361E9A-181A-C5C3-EBA6-B20DEFFC14CB}"/>
                </a:ext>
              </a:extLst>
            </p:cNvPr>
            <p:cNvSpPr/>
            <p:nvPr/>
          </p:nvSpPr>
          <p:spPr>
            <a:xfrm>
              <a:off x="7083048" y="2518230"/>
              <a:ext cx="102444" cy="34309"/>
            </a:xfrm>
            <a:custGeom>
              <a:avLst/>
              <a:gdLst/>
              <a:ahLst/>
              <a:cxnLst/>
              <a:rect l="l" t="t" r="r" b="b"/>
              <a:pathLst>
                <a:path w="6363" h="2131" extrusionOk="0">
                  <a:moveTo>
                    <a:pt x="308" y="1"/>
                  </a:moveTo>
                  <a:cubicBezTo>
                    <a:pt x="106" y="1"/>
                    <a:pt x="1" y="188"/>
                    <a:pt x="124" y="404"/>
                  </a:cubicBezTo>
                  <a:cubicBezTo>
                    <a:pt x="225" y="538"/>
                    <a:pt x="325" y="671"/>
                    <a:pt x="458" y="738"/>
                  </a:cubicBezTo>
                  <a:cubicBezTo>
                    <a:pt x="1058" y="1172"/>
                    <a:pt x="1726" y="1505"/>
                    <a:pt x="2393" y="1705"/>
                  </a:cubicBezTo>
                  <a:cubicBezTo>
                    <a:pt x="2926" y="1919"/>
                    <a:pt x="3503" y="2026"/>
                    <a:pt x="4071" y="2026"/>
                  </a:cubicBezTo>
                  <a:cubicBezTo>
                    <a:pt x="4213" y="2026"/>
                    <a:pt x="4354" y="2019"/>
                    <a:pt x="4494" y="2006"/>
                  </a:cubicBezTo>
                  <a:cubicBezTo>
                    <a:pt x="4694" y="1972"/>
                    <a:pt x="4961" y="1772"/>
                    <a:pt x="4828" y="1539"/>
                  </a:cubicBezTo>
                  <a:cubicBezTo>
                    <a:pt x="4694" y="1338"/>
                    <a:pt x="4494" y="1205"/>
                    <a:pt x="4261" y="1172"/>
                  </a:cubicBezTo>
                  <a:lnTo>
                    <a:pt x="4161" y="1172"/>
                  </a:lnTo>
                  <a:cubicBezTo>
                    <a:pt x="3494" y="1038"/>
                    <a:pt x="2926" y="938"/>
                    <a:pt x="2259" y="738"/>
                  </a:cubicBezTo>
                  <a:cubicBezTo>
                    <a:pt x="1926" y="605"/>
                    <a:pt x="1559" y="471"/>
                    <a:pt x="1192" y="304"/>
                  </a:cubicBezTo>
                  <a:cubicBezTo>
                    <a:pt x="958" y="171"/>
                    <a:pt x="658" y="71"/>
                    <a:pt x="358" y="4"/>
                  </a:cubicBezTo>
                  <a:cubicBezTo>
                    <a:pt x="341" y="2"/>
                    <a:pt x="324" y="1"/>
                    <a:pt x="308" y="1"/>
                  </a:cubicBezTo>
                  <a:close/>
                  <a:moveTo>
                    <a:pt x="5868" y="1279"/>
                  </a:moveTo>
                  <a:cubicBezTo>
                    <a:pt x="5724" y="1279"/>
                    <a:pt x="5584" y="1341"/>
                    <a:pt x="5462" y="1439"/>
                  </a:cubicBezTo>
                  <a:cubicBezTo>
                    <a:pt x="5395" y="1505"/>
                    <a:pt x="5362" y="1605"/>
                    <a:pt x="5328" y="1672"/>
                  </a:cubicBezTo>
                  <a:cubicBezTo>
                    <a:pt x="5295" y="1805"/>
                    <a:pt x="5328" y="1906"/>
                    <a:pt x="5395" y="2006"/>
                  </a:cubicBezTo>
                  <a:cubicBezTo>
                    <a:pt x="5495" y="2089"/>
                    <a:pt x="5628" y="2131"/>
                    <a:pt x="5762" y="2131"/>
                  </a:cubicBezTo>
                  <a:cubicBezTo>
                    <a:pt x="5895" y="2131"/>
                    <a:pt x="6029" y="2089"/>
                    <a:pt x="6129" y="2006"/>
                  </a:cubicBezTo>
                  <a:cubicBezTo>
                    <a:pt x="6362" y="1772"/>
                    <a:pt x="6296" y="1439"/>
                    <a:pt x="6029" y="1305"/>
                  </a:cubicBezTo>
                  <a:cubicBezTo>
                    <a:pt x="5975" y="1287"/>
                    <a:pt x="5921" y="1279"/>
                    <a:pt x="5868" y="1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3">
              <a:extLst>
                <a:ext uri="{FF2B5EF4-FFF2-40B4-BE49-F238E27FC236}">
                  <a16:creationId xmlns:a16="http://schemas.microsoft.com/office/drawing/2014/main" id="{1C6DCCC5-4D26-C5C6-25A8-75409579FAFC}"/>
                </a:ext>
              </a:extLst>
            </p:cNvPr>
            <p:cNvSpPr/>
            <p:nvPr/>
          </p:nvSpPr>
          <p:spPr>
            <a:xfrm>
              <a:off x="7106522" y="2583178"/>
              <a:ext cx="145560" cy="34486"/>
            </a:xfrm>
            <a:custGeom>
              <a:avLst/>
              <a:gdLst/>
              <a:ahLst/>
              <a:cxnLst/>
              <a:rect l="l" t="t" r="r" b="b"/>
              <a:pathLst>
                <a:path w="9041" h="2142" extrusionOk="0">
                  <a:moveTo>
                    <a:pt x="5698" y="1"/>
                  </a:moveTo>
                  <a:cubicBezTo>
                    <a:pt x="3550" y="1"/>
                    <a:pt x="1320" y="749"/>
                    <a:pt x="1" y="2141"/>
                  </a:cubicBezTo>
                  <a:cubicBezTo>
                    <a:pt x="1863" y="1175"/>
                    <a:pt x="4209" y="591"/>
                    <a:pt x="6413" y="591"/>
                  </a:cubicBezTo>
                  <a:cubicBezTo>
                    <a:pt x="7328" y="591"/>
                    <a:pt x="8219" y="692"/>
                    <a:pt x="9041" y="907"/>
                  </a:cubicBezTo>
                  <a:cubicBezTo>
                    <a:pt x="8740" y="640"/>
                    <a:pt x="8373" y="440"/>
                    <a:pt x="7973" y="307"/>
                  </a:cubicBezTo>
                  <a:cubicBezTo>
                    <a:pt x="7258" y="101"/>
                    <a:pt x="6484" y="1"/>
                    <a:pt x="569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3">
              <a:extLst>
                <a:ext uri="{FF2B5EF4-FFF2-40B4-BE49-F238E27FC236}">
                  <a16:creationId xmlns:a16="http://schemas.microsoft.com/office/drawing/2014/main" id="{2435C019-AD31-B245-1A5C-AD3FF778B6D2}"/>
                </a:ext>
              </a:extLst>
            </p:cNvPr>
            <p:cNvSpPr/>
            <p:nvPr/>
          </p:nvSpPr>
          <p:spPr>
            <a:xfrm>
              <a:off x="6571084" y="1650408"/>
              <a:ext cx="876484" cy="1119771"/>
            </a:xfrm>
            <a:custGeom>
              <a:avLst/>
              <a:gdLst/>
              <a:ahLst/>
              <a:cxnLst/>
              <a:rect l="l" t="t" r="r" b="b"/>
              <a:pathLst>
                <a:path w="54440" h="69551" extrusionOk="0">
                  <a:moveTo>
                    <a:pt x="12676" y="1569"/>
                  </a:moveTo>
                  <a:cubicBezTo>
                    <a:pt x="16846" y="4604"/>
                    <a:pt x="22850" y="6272"/>
                    <a:pt x="29855" y="6272"/>
                  </a:cubicBezTo>
                  <a:cubicBezTo>
                    <a:pt x="31223" y="6272"/>
                    <a:pt x="32657" y="6205"/>
                    <a:pt x="34125" y="6072"/>
                  </a:cubicBezTo>
                  <a:cubicBezTo>
                    <a:pt x="34258" y="6572"/>
                    <a:pt x="34692" y="6906"/>
                    <a:pt x="35226" y="6906"/>
                  </a:cubicBezTo>
                  <a:cubicBezTo>
                    <a:pt x="35326" y="6906"/>
                    <a:pt x="35426" y="6906"/>
                    <a:pt x="35526" y="6872"/>
                  </a:cubicBezTo>
                  <a:cubicBezTo>
                    <a:pt x="38428" y="11976"/>
                    <a:pt x="40029" y="15779"/>
                    <a:pt x="39362" y="18714"/>
                  </a:cubicBezTo>
                  <a:cubicBezTo>
                    <a:pt x="39062" y="19782"/>
                    <a:pt x="38895" y="20883"/>
                    <a:pt x="38762" y="21950"/>
                  </a:cubicBezTo>
                  <a:cubicBezTo>
                    <a:pt x="38228" y="22050"/>
                    <a:pt x="37828" y="22517"/>
                    <a:pt x="37828" y="23084"/>
                  </a:cubicBezTo>
                  <a:cubicBezTo>
                    <a:pt x="37828" y="23184"/>
                    <a:pt x="37828" y="23318"/>
                    <a:pt x="37861" y="23418"/>
                  </a:cubicBezTo>
                  <a:cubicBezTo>
                    <a:pt x="37761" y="23551"/>
                    <a:pt x="37628" y="23718"/>
                    <a:pt x="37494" y="23918"/>
                  </a:cubicBezTo>
                  <a:cubicBezTo>
                    <a:pt x="36960" y="24619"/>
                    <a:pt x="36360" y="25286"/>
                    <a:pt x="35693" y="25853"/>
                  </a:cubicBezTo>
                  <a:cubicBezTo>
                    <a:pt x="34547" y="26898"/>
                    <a:pt x="34019" y="27289"/>
                    <a:pt x="33051" y="27289"/>
                  </a:cubicBezTo>
                  <a:cubicBezTo>
                    <a:pt x="32412" y="27289"/>
                    <a:pt x="31582" y="27119"/>
                    <a:pt x="30256" y="26853"/>
                  </a:cubicBezTo>
                  <a:lnTo>
                    <a:pt x="29689" y="26720"/>
                  </a:lnTo>
                  <a:cubicBezTo>
                    <a:pt x="28733" y="26525"/>
                    <a:pt x="27665" y="26449"/>
                    <a:pt x="26567" y="26449"/>
                  </a:cubicBezTo>
                  <a:cubicBezTo>
                    <a:pt x="24292" y="26449"/>
                    <a:pt x="21893" y="26773"/>
                    <a:pt x="20115" y="27020"/>
                  </a:cubicBezTo>
                  <a:cubicBezTo>
                    <a:pt x="19548" y="27120"/>
                    <a:pt x="19081" y="27187"/>
                    <a:pt x="18681" y="27220"/>
                  </a:cubicBezTo>
                  <a:cubicBezTo>
                    <a:pt x="18615" y="27228"/>
                    <a:pt x="18549" y="27231"/>
                    <a:pt x="18483" y="27231"/>
                  </a:cubicBezTo>
                  <a:cubicBezTo>
                    <a:pt x="16703" y="27231"/>
                    <a:pt x="14769" y="24671"/>
                    <a:pt x="12743" y="21583"/>
                  </a:cubicBezTo>
                  <a:cubicBezTo>
                    <a:pt x="12943" y="21383"/>
                    <a:pt x="13077" y="21116"/>
                    <a:pt x="13077" y="20816"/>
                  </a:cubicBezTo>
                  <a:cubicBezTo>
                    <a:pt x="13077" y="20215"/>
                    <a:pt x="12576" y="19715"/>
                    <a:pt x="11943" y="19715"/>
                  </a:cubicBezTo>
                  <a:cubicBezTo>
                    <a:pt x="11842" y="19715"/>
                    <a:pt x="11742" y="19715"/>
                    <a:pt x="11642" y="19748"/>
                  </a:cubicBezTo>
                  <a:cubicBezTo>
                    <a:pt x="10675" y="17580"/>
                    <a:pt x="11009" y="14878"/>
                    <a:pt x="12043" y="6672"/>
                  </a:cubicBezTo>
                  <a:cubicBezTo>
                    <a:pt x="12243" y="5171"/>
                    <a:pt x="12443" y="3470"/>
                    <a:pt x="12676" y="1569"/>
                  </a:cubicBezTo>
                  <a:close/>
                  <a:moveTo>
                    <a:pt x="41964" y="30456"/>
                  </a:moveTo>
                  <a:cubicBezTo>
                    <a:pt x="43031" y="30956"/>
                    <a:pt x="43832" y="31957"/>
                    <a:pt x="44499" y="32791"/>
                  </a:cubicBezTo>
                  <a:cubicBezTo>
                    <a:pt x="44733" y="33125"/>
                    <a:pt x="44999" y="33425"/>
                    <a:pt x="45300" y="33725"/>
                  </a:cubicBezTo>
                  <a:cubicBezTo>
                    <a:pt x="46065" y="34490"/>
                    <a:pt x="48047" y="36138"/>
                    <a:pt x="50899" y="36138"/>
                  </a:cubicBezTo>
                  <a:cubicBezTo>
                    <a:pt x="51032" y="36138"/>
                    <a:pt x="51167" y="36134"/>
                    <a:pt x="51304" y="36127"/>
                  </a:cubicBezTo>
                  <a:cubicBezTo>
                    <a:pt x="51371" y="36560"/>
                    <a:pt x="51671" y="36894"/>
                    <a:pt x="52138" y="37027"/>
                  </a:cubicBezTo>
                  <a:cubicBezTo>
                    <a:pt x="51704" y="41064"/>
                    <a:pt x="47501" y="46001"/>
                    <a:pt x="46334" y="49069"/>
                  </a:cubicBezTo>
                  <a:cubicBezTo>
                    <a:pt x="46200" y="49370"/>
                    <a:pt x="46100" y="49636"/>
                    <a:pt x="46000" y="49903"/>
                  </a:cubicBezTo>
                  <a:lnTo>
                    <a:pt x="45933" y="49903"/>
                  </a:lnTo>
                  <a:cubicBezTo>
                    <a:pt x="45466" y="49903"/>
                    <a:pt x="45066" y="50204"/>
                    <a:pt x="44899" y="50637"/>
                  </a:cubicBezTo>
                  <a:cubicBezTo>
                    <a:pt x="44666" y="50570"/>
                    <a:pt x="44399" y="50537"/>
                    <a:pt x="44065" y="50437"/>
                  </a:cubicBezTo>
                  <a:cubicBezTo>
                    <a:pt x="43800" y="50368"/>
                    <a:pt x="43549" y="50339"/>
                    <a:pt x="43310" y="50339"/>
                  </a:cubicBezTo>
                  <a:cubicBezTo>
                    <a:pt x="42620" y="50339"/>
                    <a:pt x="42025" y="50581"/>
                    <a:pt x="41430" y="50804"/>
                  </a:cubicBezTo>
                  <a:cubicBezTo>
                    <a:pt x="41030" y="51004"/>
                    <a:pt x="40630" y="51138"/>
                    <a:pt x="40229" y="51238"/>
                  </a:cubicBezTo>
                  <a:cubicBezTo>
                    <a:pt x="40963" y="50337"/>
                    <a:pt x="42564" y="48102"/>
                    <a:pt x="41230" y="46167"/>
                  </a:cubicBezTo>
                  <a:cubicBezTo>
                    <a:pt x="40096" y="44566"/>
                    <a:pt x="42131" y="42064"/>
                    <a:pt x="42631" y="40497"/>
                  </a:cubicBezTo>
                  <a:cubicBezTo>
                    <a:pt x="43031" y="39129"/>
                    <a:pt x="44166" y="37895"/>
                    <a:pt x="43532" y="35726"/>
                  </a:cubicBezTo>
                  <a:cubicBezTo>
                    <a:pt x="43265" y="34792"/>
                    <a:pt x="42965" y="34259"/>
                    <a:pt x="42331" y="32658"/>
                  </a:cubicBezTo>
                  <a:cubicBezTo>
                    <a:pt x="42097" y="32057"/>
                    <a:pt x="41931" y="31457"/>
                    <a:pt x="41630" y="30856"/>
                  </a:cubicBezTo>
                  <a:cubicBezTo>
                    <a:pt x="41764" y="30756"/>
                    <a:pt x="41864" y="30623"/>
                    <a:pt x="41964" y="30456"/>
                  </a:cubicBezTo>
                  <a:close/>
                  <a:moveTo>
                    <a:pt x="39963" y="30289"/>
                  </a:moveTo>
                  <a:cubicBezTo>
                    <a:pt x="40096" y="30756"/>
                    <a:pt x="40530" y="31056"/>
                    <a:pt x="40997" y="31056"/>
                  </a:cubicBezTo>
                  <a:cubicBezTo>
                    <a:pt x="41097" y="31056"/>
                    <a:pt x="41197" y="31023"/>
                    <a:pt x="41297" y="31023"/>
                  </a:cubicBezTo>
                  <a:cubicBezTo>
                    <a:pt x="41564" y="31624"/>
                    <a:pt x="41797" y="32257"/>
                    <a:pt x="42031" y="32824"/>
                  </a:cubicBezTo>
                  <a:cubicBezTo>
                    <a:pt x="42731" y="34659"/>
                    <a:pt x="42865" y="34926"/>
                    <a:pt x="43131" y="35760"/>
                  </a:cubicBezTo>
                  <a:cubicBezTo>
                    <a:pt x="43765" y="37828"/>
                    <a:pt x="42664" y="39096"/>
                    <a:pt x="42264" y="40330"/>
                  </a:cubicBezTo>
                  <a:cubicBezTo>
                    <a:pt x="41764" y="41998"/>
                    <a:pt x="39696" y="44600"/>
                    <a:pt x="40930" y="46367"/>
                  </a:cubicBezTo>
                  <a:cubicBezTo>
                    <a:pt x="42331" y="48369"/>
                    <a:pt x="40063" y="50871"/>
                    <a:pt x="39662" y="51271"/>
                  </a:cubicBezTo>
                  <a:cubicBezTo>
                    <a:pt x="39362" y="51238"/>
                    <a:pt x="39062" y="51204"/>
                    <a:pt x="38762" y="51138"/>
                  </a:cubicBezTo>
                  <a:cubicBezTo>
                    <a:pt x="38476" y="51075"/>
                    <a:pt x="38199" y="51013"/>
                    <a:pt x="37825" y="51013"/>
                  </a:cubicBezTo>
                  <a:cubicBezTo>
                    <a:pt x="37194" y="51013"/>
                    <a:pt x="36287" y="51189"/>
                    <a:pt x="34592" y="51838"/>
                  </a:cubicBezTo>
                  <a:cubicBezTo>
                    <a:pt x="33337" y="52315"/>
                    <a:pt x="32006" y="52546"/>
                    <a:pt x="30671" y="52546"/>
                  </a:cubicBezTo>
                  <a:cubicBezTo>
                    <a:pt x="30232" y="52546"/>
                    <a:pt x="29792" y="52521"/>
                    <a:pt x="29355" y="52472"/>
                  </a:cubicBezTo>
                  <a:cubicBezTo>
                    <a:pt x="29388" y="52405"/>
                    <a:pt x="29388" y="52338"/>
                    <a:pt x="29388" y="52272"/>
                  </a:cubicBezTo>
                  <a:cubicBezTo>
                    <a:pt x="29388" y="51638"/>
                    <a:pt x="28888" y="51138"/>
                    <a:pt x="28254" y="51138"/>
                  </a:cubicBezTo>
                  <a:cubicBezTo>
                    <a:pt x="28021" y="51138"/>
                    <a:pt x="27821" y="51204"/>
                    <a:pt x="27620" y="51338"/>
                  </a:cubicBezTo>
                  <a:cubicBezTo>
                    <a:pt x="25252" y="48002"/>
                    <a:pt x="25385" y="44800"/>
                    <a:pt x="24385" y="41664"/>
                  </a:cubicBezTo>
                  <a:cubicBezTo>
                    <a:pt x="24685" y="41464"/>
                    <a:pt x="24885" y="41097"/>
                    <a:pt x="24885" y="40730"/>
                  </a:cubicBezTo>
                  <a:cubicBezTo>
                    <a:pt x="24885" y="40697"/>
                    <a:pt x="24885" y="40630"/>
                    <a:pt x="24885" y="40597"/>
                  </a:cubicBezTo>
                  <a:cubicBezTo>
                    <a:pt x="28554" y="39462"/>
                    <a:pt x="31923" y="37428"/>
                    <a:pt x="34659" y="34726"/>
                  </a:cubicBezTo>
                  <a:lnTo>
                    <a:pt x="35259" y="34159"/>
                  </a:lnTo>
                  <a:cubicBezTo>
                    <a:pt x="37427" y="32024"/>
                    <a:pt x="38762" y="30723"/>
                    <a:pt x="39963" y="30289"/>
                  </a:cubicBezTo>
                  <a:close/>
                  <a:moveTo>
                    <a:pt x="46134" y="1"/>
                  </a:moveTo>
                  <a:cubicBezTo>
                    <a:pt x="46034" y="201"/>
                    <a:pt x="45933" y="401"/>
                    <a:pt x="45833" y="601"/>
                  </a:cubicBezTo>
                  <a:cubicBezTo>
                    <a:pt x="44366" y="3070"/>
                    <a:pt x="41097" y="4738"/>
                    <a:pt x="36293" y="5438"/>
                  </a:cubicBezTo>
                  <a:cubicBezTo>
                    <a:pt x="36110" y="4919"/>
                    <a:pt x="35669" y="4673"/>
                    <a:pt x="35231" y="4673"/>
                  </a:cubicBezTo>
                  <a:cubicBezTo>
                    <a:pt x="34712" y="4673"/>
                    <a:pt x="34197" y="5020"/>
                    <a:pt x="34125" y="5672"/>
                  </a:cubicBezTo>
                  <a:cubicBezTo>
                    <a:pt x="32680" y="5798"/>
                    <a:pt x="31271" y="5860"/>
                    <a:pt x="29901" y="5860"/>
                  </a:cubicBezTo>
                  <a:cubicBezTo>
                    <a:pt x="22925" y="5860"/>
                    <a:pt x="17003" y="4247"/>
                    <a:pt x="12877" y="1235"/>
                  </a:cubicBezTo>
                  <a:cubicBezTo>
                    <a:pt x="12676" y="1335"/>
                    <a:pt x="12476" y="1435"/>
                    <a:pt x="12276" y="1569"/>
                  </a:cubicBezTo>
                  <a:cubicBezTo>
                    <a:pt x="12043" y="3437"/>
                    <a:pt x="11842" y="5138"/>
                    <a:pt x="11642" y="6606"/>
                  </a:cubicBezTo>
                  <a:cubicBezTo>
                    <a:pt x="10608" y="14945"/>
                    <a:pt x="10241" y="17680"/>
                    <a:pt x="11275" y="19915"/>
                  </a:cubicBezTo>
                  <a:cubicBezTo>
                    <a:pt x="11009" y="20115"/>
                    <a:pt x="10842" y="20482"/>
                    <a:pt x="10842" y="20816"/>
                  </a:cubicBezTo>
                  <a:cubicBezTo>
                    <a:pt x="10842" y="20849"/>
                    <a:pt x="10842" y="20883"/>
                    <a:pt x="10842" y="20916"/>
                  </a:cubicBezTo>
                  <a:cubicBezTo>
                    <a:pt x="6238" y="22917"/>
                    <a:pt x="2369" y="27521"/>
                    <a:pt x="1" y="30923"/>
                  </a:cubicBezTo>
                  <a:lnTo>
                    <a:pt x="1" y="31657"/>
                  </a:lnTo>
                  <a:cubicBezTo>
                    <a:pt x="2302" y="28254"/>
                    <a:pt x="6238" y="23351"/>
                    <a:pt x="10942" y="21316"/>
                  </a:cubicBezTo>
                  <a:cubicBezTo>
                    <a:pt x="11142" y="21683"/>
                    <a:pt x="11542" y="21950"/>
                    <a:pt x="11943" y="21950"/>
                  </a:cubicBezTo>
                  <a:cubicBezTo>
                    <a:pt x="12143" y="21950"/>
                    <a:pt x="12309" y="21917"/>
                    <a:pt x="12443" y="21817"/>
                  </a:cubicBezTo>
                  <a:cubicBezTo>
                    <a:pt x="14535" y="25003"/>
                    <a:pt x="16535" y="27631"/>
                    <a:pt x="18530" y="27631"/>
                  </a:cubicBezTo>
                  <a:cubicBezTo>
                    <a:pt x="18603" y="27631"/>
                    <a:pt x="18675" y="27628"/>
                    <a:pt x="18747" y="27621"/>
                  </a:cubicBezTo>
                  <a:cubicBezTo>
                    <a:pt x="19114" y="27554"/>
                    <a:pt x="19615" y="27487"/>
                    <a:pt x="20182" y="27421"/>
                  </a:cubicBezTo>
                  <a:cubicBezTo>
                    <a:pt x="21937" y="27173"/>
                    <a:pt x="24314" y="26850"/>
                    <a:pt x="26556" y="26850"/>
                  </a:cubicBezTo>
                  <a:cubicBezTo>
                    <a:pt x="27638" y="26850"/>
                    <a:pt x="28688" y="26925"/>
                    <a:pt x="29622" y="27120"/>
                  </a:cubicBezTo>
                  <a:lnTo>
                    <a:pt x="30189" y="27220"/>
                  </a:lnTo>
                  <a:cubicBezTo>
                    <a:pt x="31123" y="27487"/>
                    <a:pt x="32057" y="27621"/>
                    <a:pt x="33024" y="27687"/>
                  </a:cubicBezTo>
                  <a:cubicBezTo>
                    <a:pt x="34058" y="27687"/>
                    <a:pt x="34725" y="27287"/>
                    <a:pt x="35960" y="26153"/>
                  </a:cubicBezTo>
                  <a:cubicBezTo>
                    <a:pt x="36627" y="25553"/>
                    <a:pt x="37227" y="24885"/>
                    <a:pt x="37761" y="24152"/>
                  </a:cubicBezTo>
                  <a:lnTo>
                    <a:pt x="38061" y="23785"/>
                  </a:lnTo>
                  <a:cubicBezTo>
                    <a:pt x="38261" y="24018"/>
                    <a:pt x="38562" y="24185"/>
                    <a:pt x="38862" y="24185"/>
                  </a:cubicBezTo>
                  <a:cubicBezTo>
                    <a:pt x="39029" y="25252"/>
                    <a:pt x="39295" y="26286"/>
                    <a:pt x="39662" y="27287"/>
                  </a:cubicBezTo>
                  <a:cubicBezTo>
                    <a:pt x="39862" y="27888"/>
                    <a:pt x="40063" y="28455"/>
                    <a:pt x="40329" y="29022"/>
                  </a:cubicBezTo>
                  <a:cubicBezTo>
                    <a:pt x="40063" y="29222"/>
                    <a:pt x="39896" y="29555"/>
                    <a:pt x="39862" y="29889"/>
                  </a:cubicBezTo>
                  <a:cubicBezTo>
                    <a:pt x="38595" y="30323"/>
                    <a:pt x="37194" y="31657"/>
                    <a:pt x="34959" y="33858"/>
                  </a:cubicBezTo>
                  <a:lnTo>
                    <a:pt x="34392" y="34459"/>
                  </a:lnTo>
                  <a:cubicBezTo>
                    <a:pt x="31690" y="37127"/>
                    <a:pt x="28388" y="39096"/>
                    <a:pt x="24785" y="40230"/>
                  </a:cubicBezTo>
                  <a:cubicBezTo>
                    <a:pt x="24568" y="39796"/>
                    <a:pt x="24180" y="39599"/>
                    <a:pt x="23793" y="39599"/>
                  </a:cubicBezTo>
                  <a:cubicBezTo>
                    <a:pt x="23230" y="39599"/>
                    <a:pt x="22670" y="40018"/>
                    <a:pt x="22650" y="40730"/>
                  </a:cubicBezTo>
                  <a:cubicBezTo>
                    <a:pt x="21588" y="40916"/>
                    <a:pt x="20505" y="41017"/>
                    <a:pt x="19418" y="41017"/>
                  </a:cubicBezTo>
                  <a:cubicBezTo>
                    <a:pt x="19139" y="41017"/>
                    <a:pt x="18860" y="41011"/>
                    <a:pt x="18581" y="40997"/>
                  </a:cubicBezTo>
                  <a:cubicBezTo>
                    <a:pt x="10542" y="40663"/>
                    <a:pt x="5004" y="38428"/>
                    <a:pt x="1" y="35259"/>
                  </a:cubicBezTo>
                  <a:lnTo>
                    <a:pt x="1" y="35726"/>
                  </a:lnTo>
                  <a:cubicBezTo>
                    <a:pt x="5004" y="38862"/>
                    <a:pt x="10542" y="41030"/>
                    <a:pt x="18547" y="41397"/>
                  </a:cubicBezTo>
                  <a:lnTo>
                    <a:pt x="19381" y="41397"/>
                  </a:lnTo>
                  <a:cubicBezTo>
                    <a:pt x="20515" y="41397"/>
                    <a:pt x="21616" y="41297"/>
                    <a:pt x="22717" y="41097"/>
                  </a:cubicBezTo>
                  <a:cubicBezTo>
                    <a:pt x="22884" y="41531"/>
                    <a:pt x="23317" y="41797"/>
                    <a:pt x="23784" y="41797"/>
                  </a:cubicBezTo>
                  <a:lnTo>
                    <a:pt x="24018" y="41797"/>
                  </a:lnTo>
                  <a:cubicBezTo>
                    <a:pt x="25019" y="45000"/>
                    <a:pt x="24918" y="48202"/>
                    <a:pt x="27354" y="51605"/>
                  </a:cubicBezTo>
                  <a:cubicBezTo>
                    <a:pt x="26953" y="52205"/>
                    <a:pt x="27187" y="53006"/>
                    <a:pt x="27854" y="53272"/>
                  </a:cubicBezTo>
                  <a:cubicBezTo>
                    <a:pt x="27821" y="55741"/>
                    <a:pt x="27287" y="60044"/>
                    <a:pt x="20415" y="60411"/>
                  </a:cubicBezTo>
                  <a:cubicBezTo>
                    <a:pt x="20182" y="60430"/>
                    <a:pt x="19379" y="60441"/>
                    <a:pt x="18255" y="60441"/>
                  </a:cubicBezTo>
                  <a:cubicBezTo>
                    <a:pt x="15518" y="60441"/>
                    <a:pt x="10882" y="60376"/>
                    <a:pt x="7973" y="60211"/>
                  </a:cubicBezTo>
                  <a:lnTo>
                    <a:pt x="7973" y="60211"/>
                  </a:lnTo>
                  <a:lnTo>
                    <a:pt x="8407" y="60511"/>
                  </a:lnTo>
                  <a:lnTo>
                    <a:pt x="8707" y="60678"/>
                  </a:lnTo>
                  <a:cubicBezTo>
                    <a:pt x="10969" y="60802"/>
                    <a:pt x="14637" y="60836"/>
                    <a:pt x="17280" y="60836"/>
                  </a:cubicBezTo>
                  <a:cubicBezTo>
                    <a:pt x="18886" y="60836"/>
                    <a:pt x="20113" y="60824"/>
                    <a:pt x="20415" y="60811"/>
                  </a:cubicBezTo>
                  <a:cubicBezTo>
                    <a:pt x="27554" y="60377"/>
                    <a:pt x="28087" y="55908"/>
                    <a:pt x="28221" y="53339"/>
                  </a:cubicBezTo>
                  <a:lnTo>
                    <a:pt x="28254" y="53339"/>
                  </a:lnTo>
                  <a:cubicBezTo>
                    <a:pt x="28388" y="53339"/>
                    <a:pt x="28521" y="53306"/>
                    <a:pt x="28654" y="53272"/>
                  </a:cubicBezTo>
                  <a:cubicBezTo>
                    <a:pt x="30322" y="55407"/>
                    <a:pt x="33058" y="58843"/>
                    <a:pt x="32190" y="61745"/>
                  </a:cubicBezTo>
                  <a:cubicBezTo>
                    <a:pt x="31323" y="64781"/>
                    <a:pt x="30689" y="67716"/>
                    <a:pt x="31523" y="69484"/>
                  </a:cubicBezTo>
                  <a:lnTo>
                    <a:pt x="31990" y="69551"/>
                  </a:lnTo>
                  <a:cubicBezTo>
                    <a:pt x="31023" y="67916"/>
                    <a:pt x="31723" y="64814"/>
                    <a:pt x="32557" y="61879"/>
                  </a:cubicBezTo>
                  <a:cubicBezTo>
                    <a:pt x="33458" y="58843"/>
                    <a:pt x="30589" y="55341"/>
                    <a:pt x="28955" y="53072"/>
                  </a:cubicBezTo>
                  <a:cubicBezTo>
                    <a:pt x="29055" y="53006"/>
                    <a:pt x="29155" y="52905"/>
                    <a:pt x="29188" y="52805"/>
                  </a:cubicBezTo>
                  <a:cubicBezTo>
                    <a:pt x="29618" y="52886"/>
                    <a:pt x="30085" y="52922"/>
                    <a:pt x="30566" y="52922"/>
                  </a:cubicBezTo>
                  <a:cubicBezTo>
                    <a:pt x="32063" y="52922"/>
                    <a:pt x="33690" y="52576"/>
                    <a:pt x="34725" y="52172"/>
                  </a:cubicBezTo>
                  <a:cubicBezTo>
                    <a:pt x="36363" y="51533"/>
                    <a:pt x="37215" y="51370"/>
                    <a:pt x="37807" y="51370"/>
                  </a:cubicBezTo>
                  <a:cubicBezTo>
                    <a:pt x="38143" y="51370"/>
                    <a:pt x="38396" y="51423"/>
                    <a:pt x="38662" y="51471"/>
                  </a:cubicBezTo>
                  <a:cubicBezTo>
                    <a:pt x="39029" y="51571"/>
                    <a:pt x="39362" y="51605"/>
                    <a:pt x="39729" y="51605"/>
                  </a:cubicBezTo>
                  <a:cubicBezTo>
                    <a:pt x="40396" y="51571"/>
                    <a:pt x="41030" y="51404"/>
                    <a:pt x="41597" y="51138"/>
                  </a:cubicBezTo>
                  <a:cubicBezTo>
                    <a:pt x="42172" y="50912"/>
                    <a:pt x="42710" y="50687"/>
                    <a:pt x="43323" y="50687"/>
                  </a:cubicBezTo>
                  <a:cubicBezTo>
                    <a:pt x="43528" y="50687"/>
                    <a:pt x="43740" y="50712"/>
                    <a:pt x="43965" y="50771"/>
                  </a:cubicBezTo>
                  <a:cubicBezTo>
                    <a:pt x="44299" y="50871"/>
                    <a:pt x="44566" y="50937"/>
                    <a:pt x="44799" y="50971"/>
                  </a:cubicBezTo>
                  <a:lnTo>
                    <a:pt x="44799" y="51004"/>
                  </a:lnTo>
                  <a:cubicBezTo>
                    <a:pt x="44799" y="51338"/>
                    <a:pt x="44966" y="51671"/>
                    <a:pt x="45233" y="51871"/>
                  </a:cubicBezTo>
                  <a:cubicBezTo>
                    <a:pt x="44666" y="53239"/>
                    <a:pt x="44099" y="54473"/>
                    <a:pt x="43365" y="56008"/>
                  </a:cubicBezTo>
                  <a:lnTo>
                    <a:pt x="42731" y="57242"/>
                  </a:lnTo>
                  <a:cubicBezTo>
                    <a:pt x="42031" y="58743"/>
                    <a:pt x="44633" y="61245"/>
                    <a:pt x="44532" y="63046"/>
                  </a:cubicBezTo>
                  <a:lnTo>
                    <a:pt x="44532" y="63213"/>
                  </a:lnTo>
                  <a:cubicBezTo>
                    <a:pt x="44466" y="64113"/>
                    <a:pt x="44266" y="65014"/>
                    <a:pt x="43999" y="65848"/>
                  </a:cubicBezTo>
                  <a:cubicBezTo>
                    <a:pt x="44199" y="65615"/>
                    <a:pt x="44399" y="65348"/>
                    <a:pt x="44633" y="65081"/>
                  </a:cubicBezTo>
                  <a:cubicBezTo>
                    <a:pt x="44766" y="64480"/>
                    <a:pt x="44866" y="63847"/>
                    <a:pt x="44933" y="63246"/>
                  </a:cubicBezTo>
                  <a:lnTo>
                    <a:pt x="44933" y="63079"/>
                  </a:lnTo>
                  <a:cubicBezTo>
                    <a:pt x="45033" y="61311"/>
                    <a:pt x="42431" y="58843"/>
                    <a:pt x="43098" y="57409"/>
                  </a:cubicBezTo>
                  <a:lnTo>
                    <a:pt x="43699" y="56174"/>
                  </a:lnTo>
                  <a:cubicBezTo>
                    <a:pt x="44432" y="54640"/>
                    <a:pt x="45033" y="53439"/>
                    <a:pt x="45600" y="52072"/>
                  </a:cubicBezTo>
                  <a:cubicBezTo>
                    <a:pt x="45700" y="52105"/>
                    <a:pt x="45800" y="52105"/>
                    <a:pt x="45933" y="52105"/>
                  </a:cubicBezTo>
                  <a:cubicBezTo>
                    <a:pt x="46234" y="52105"/>
                    <a:pt x="46534" y="51971"/>
                    <a:pt x="46767" y="51738"/>
                  </a:cubicBezTo>
                  <a:cubicBezTo>
                    <a:pt x="47935" y="52372"/>
                    <a:pt x="49603" y="53406"/>
                    <a:pt x="50170" y="54340"/>
                  </a:cubicBezTo>
                  <a:lnTo>
                    <a:pt x="50337" y="53873"/>
                  </a:lnTo>
                  <a:cubicBezTo>
                    <a:pt x="49770" y="52872"/>
                    <a:pt x="48035" y="51971"/>
                    <a:pt x="46968" y="51371"/>
                  </a:cubicBezTo>
                  <a:cubicBezTo>
                    <a:pt x="47034" y="51238"/>
                    <a:pt x="47034" y="51138"/>
                    <a:pt x="47034" y="51004"/>
                  </a:cubicBezTo>
                  <a:cubicBezTo>
                    <a:pt x="47034" y="50570"/>
                    <a:pt x="46801" y="50170"/>
                    <a:pt x="46400" y="49970"/>
                  </a:cubicBezTo>
                  <a:lnTo>
                    <a:pt x="46634" y="49370"/>
                  </a:lnTo>
                  <a:lnTo>
                    <a:pt x="46601" y="49403"/>
                  </a:lnTo>
                  <a:lnTo>
                    <a:pt x="46601" y="49403"/>
                  </a:lnTo>
                  <a:lnTo>
                    <a:pt x="46701" y="49169"/>
                  </a:lnTo>
                  <a:cubicBezTo>
                    <a:pt x="47868" y="46067"/>
                    <a:pt x="52038" y="41130"/>
                    <a:pt x="52538" y="36994"/>
                  </a:cubicBezTo>
                  <a:cubicBezTo>
                    <a:pt x="53105" y="36927"/>
                    <a:pt x="53539" y="36460"/>
                    <a:pt x="53539" y="35893"/>
                  </a:cubicBezTo>
                  <a:cubicBezTo>
                    <a:pt x="53539" y="35793"/>
                    <a:pt x="53539" y="35693"/>
                    <a:pt x="53506" y="35593"/>
                  </a:cubicBezTo>
                  <a:cubicBezTo>
                    <a:pt x="53839" y="35460"/>
                    <a:pt x="54139" y="35326"/>
                    <a:pt x="54440" y="35159"/>
                  </a:cubicBezTo>
                  <a:lnTo>
                    <a:pt x="54440" y="34792"/>
                  </a:lnTo>
                  <a:cubicBezTo>
                    <a:pt x="54073" y="34959"/>
                    <a:pt x="53706" y="35126"/>
                    <a:pt x="53339" y="35259"/>
                  </a:cubicBezTo>
                  <a:cubicBezTo>
                    <a:pt x="53112" y="34939"/>
                    <a:pt x="52768" y="34790"/>
                    <a:pt x="52426" y="34790"/>
                  </a:cubicBezTo>
                  <a:cubicBezTo>
                    <a:pt x="51912" y="34790"/>
                    <a:pt x="51404" y="35126"/>
                    <a:pt x="51304" y="35726"/>
                  </a:cubicBezTo>
                  <a:cubicBezTo>
                    <a:pt x="51138" y="35739"/>
                    <a:pt x="50974" y="35744"/>
                    <a:pt x="50813" y="35744"/>
                  </a:cubicBezTo>
                  <a:cubicBezTo>
                    <a:pt x="48299" y="35744"/>
                    <a:pt x="46476" y="34334"/>
                    <a:pt x="45567" y="33425"/>
                  </a:cubicBezTo>
                  <a:cubicBezTo>
                    <a:pt x="45300" y="33125"/>
                    <a:pt x="45066" y="32824"/>
                    <a:pt x="44799" y="32524"/>
                  </a:cubicBezTo>
                  <a:cubicBezTo>
                    <a:pt x="44099" y="31624"/>
                    <a:pt x="43265" y="30589"/>
                    <a:pt x="42097" y="30056"/>
                  </a:cubicBezTo>
                  <a:lnTo>
                    <a:pt x="42097" y="29922"/>
                  </a:lnTo>
                  <a:cubicBezTo>
                    <a:pt x="42097" y="29340"/>
                    <a:pt x="41626" y="28820"/>
                    <a:pt x="41020" y="28820"/>
                  </a:cubicBezTo>
                  <a:cubicBezTo>
                    <a:pt x="41001" y="28820"/>
                    <a:pt x="40982" y="28821"/>
                    <a:pt x="40963" y="28822"/>
                  </a:cubicBezTo>
                  <a:cubicBezTo>
                    <a:pt x="40863" y="28822"/>
                    <a:pt x="40763" y="28822"/>
                    <a:pt x="40663" y="28855"/>
                  </a:cubicBezTo>
                  <a:cubicBezTo>
                    <a:pt x="40396" y="28288"/>
                    <a:pt x="40196" y="27754"/>
                    <a:pt x="39996" y="27154"/>
                  </a:cubicBezTo>
                  <a:cubicBezTo>
                    <a:pt x="39662" y="26186"/>
                    <a:pt x="39395" y="25186"/>
                    <a:pt x="39229" y="24152"/>
                  </a:cubicBezTo>
                  <a:cubicBezTo>
                    <a:pt x="39462" y="24085"/>
                    <a:pt x="39662" y="23918"/>
                    <a:pt x="39829" y="23718"/>
                  </a:cubicBezTo>
                  <a:cubicBezTo>
                    <a:pt x="39963" y="23885"/>
                    <a:pt x="40129" y="24051"/>
                    <a:pt x="40296" y="24252"/>
                  </a:cubicBezTo>
                  <a:cubicBezTo>
                    <a:pt x="41030" y="25086"/>
                    <a:pt x="41997" y="26120"/>
                    <a:pt x="43332" y="26220"/>
                  </a:cubicBezTo>
                  <a:cubicBezTo>
                    <a:pt x="43798" y="26268"/>
                    <a:pt x="44265" y="26293"/>
                    <a:pt x="44729" y="26293"/>
                  </a:cubicBezTo>
                  <a:cubicBezTo>
                    <a:pt x="47123" y="26293"/>
                    <a:pt x="49470" y="25653"/>
                    <a:pt x="51537" y="24452"/>
                  </a:cubicBezTo>
                  <a:cubicBezTo>
                    <a:pt x="51871" y="24252"/>
                    <a:pt x="52205" y="24018"/>
                    <a:pt x="52505" y="23818"/>
                  </a:cubicBezTo>
                  <a:cubicBezTo>
                    <a:pt x="52471" y="23685"/>
                    <a:pt x="52438" y="23518"/>
                    <a:pt x="52405" y="23384"/>
                  </a:cubicBezTo>
                  <a:cubicBezTo>
                    <a:pt x="52071" y="23651"/>
                    <a:pt x="51704" y="23885"/>
                    <a:pt x="51337" y="24085"/>
                  </a:cubicBezTo>
                  <a:cubicBezTo>
                    <a:pt x="49306" y="25298"/>
                    <a:pt x="47013" y="25914"/>
                    <a:pt x="44679" y="25914"/>
                  </a:cubicBezTo>
                  <a:cubicBezTo>
                    <a:pt x="44253" y="25914"/>
                    <a:pt x="43826" y="25894"/>
                    <a:pt x="43398" y="25853"/>
                  </a:cubicBezTo>
                  <a:cubicBezTo>
                    <a:pt x="42197" y="25753"/>
                    <a:pt x="41297" y="24785"/>
                    <a:pt x="40596" y="23985"/>
                  </a:cubicBezTo>
                  <a:cubicBezTo>
                    <a:pt x="40396" y="23785"/>
                    <a:pt x="40196" y="23551"/>
                    <a:pt x="40029" y="23384"/>
                  </a:cubicBezTo>
                  <a:cubicBezTo>
                    <a:pt x="40029" y="23284"/>
                    <a:pt x="40063" y="23184"/>
                    <a:pt x="40063" y="23084"/>
                  </a:cubicBezTo>
                  <a:cubicBezTo>
                    <a:pt x="40063" y="22550"/>
                    <a:pt x="39696" y="22083"/>
                    <a:pt x="39162" y="21983"/>
                  </a:cubicBezTo>
                  <a:cubicBezTo>
                    <a:pt x="39262" y="20916"/>
                    <a:pt x="39462" y="19848"/>
                    <a:pt x="39729" y="18814"/>
                  </a:cubicBezTo>
                  <a:cubicBezTo>
                    <a:pt x="40430" y="15746"/>
                    <a:pt x="38795" y="11876"/>
                    <a:pt x="35893" y="6706"/>
                  </a:cubicBezTo>
                  <a:cubicBezTo>
                    <a:pt x="36193" y="6506"/>
                    <a:pt x="36360" y="6172"/>
                    <a:pt x="36360" y="5805"/>
                  </a:cubicBezTo>
                  <a:cubicBezTo>
                    <a:pt x="41263" y="5105"/>
                    <a:pt x="44633" y="3370"/>
                    <a:pt x="46167" y="768"/>
                  </a:cubicBezTo>
                  <a:cubicBezTo>
                    <a:pt x="46267" y="635"/>
                    <a:pt x="46334" y="468"/>
                    <a:pt x="46434" y="301"/>
                  </a:cubicBezTo>
                  <a:cubicBezTo>
                    <a:pt x="46334" y="201"/>
                    <a:pt x="46234" y="101"/>
                    <a:pt x="46134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3">
              <a:extLst>
                <a:ext uri="{FF2B5EF4-FFF2-40B4-BE49-F238E27FC236}">
                  <a16:creationId xmlns:a16="http://schemas.microsoft.com/office/drawing/2014/main" id="{D50ED97E-FFB3-4142-2DC5-AE2385336D3D}"/>
                </a:ext>
              </a:extLst>
            </p:cNvPr>
            <p:cNvSpPr/>
            <p:nvPr/>
          </p:nvSpPr>
          <p:spPr>
            <a:xfrm>
              <a:off x="6571084" y="1650408"/>
              <a:ext cx="876484" cy="1119771"/>
            </a:xfrm>
            <a:custGeom>
              <a:avLst/>
              <a:gdLst/>
              <a:ahLst/>
              <a:cxnLst/>
              <a:rect l="l" t="t" r="r" b="b"/>
              <a:pathLst>
                <a:path w="54440" h="69551" extrusionOk="0">
                  <a:moveTo>
                    <a:pt x="12676" y="1569"/>
                  </a:moveTo>
                  <a:cubicBezTo>
                    <a:pt x="16846" y="4604"/>
                    <a:pt x="22850" y="6272"/>
                    <a:pt x="29855" y="6272"/>
                  </a:cubicBezTo>
                  <a:cubicBezTo>
                    <a:pt x="31223" y="6272"/>
                    <a:pt x="32657" y="6205"/>
                    <a:pt x="34125" y="6072"/>
                  </a:cubicBezTo>
                  <a:cubicBezTo>
                    <a:pt x="34258" y="6572"/>
                    <a:pt x="34692" y="6906"/>
                    <a:pt x="35226" y="6906"/>
                  </a:cubicBezTo>
                  <a:cubicBezTo>
                    <a:pt x="35326" y="6906"/>
                    <a:pt x="35426" y="6906"/>
                    <a:pt x="35526" y="6872"/>
                  </a:cubicBezTo>
                  <a:cubicBezTo>
                    <a:pt x="38428" y="11976"/>
                    <a:pt x="40029" y="15779"/>
                    <a:pt x="39362" y="18714"/>
                  </a:cubicBezTo>
                  <a:cubicBezTo>
                    <a:pt x="39062" y="19782"/>
                    <a:pt x="38895" y="20883"/>
                    <a:pt x="38762" y="21950"/>
                  </a:cubicBezTo>
                  <a:cubicBezTo>
                    <a:pt x="38228" y="22050"/>
                    <a:pt x="37828" y="22517"/>
                    <a:pt x="37828" y="23084"/>
                  </a:cubicBezTo>
                  <a:cubicBezTo>
                    <a:pt x="37828" y="23184"/>
                    <a:pt x="37828" y="23318"/>
                    <a:pt x="37861" y="23418"/>
                  </a:cubicBezTo>
                  <a:cubicBezTo>
                    <a:pt x="37761" y="23551"/>
                    <a:pt x="37628" y="23718"/>
                    <a:pt x="37494" y="23918"/>
                  </a:cubicBezTo>
                  <a:cubicBezTo>
                    <a:pt x="36960" y="24619"/>
                    <a:pt x="36360" y="25286"/>
                    <a:pt x="35693" y="25853"/>
                  </a:cubicBezTo>
                  <a:cubicBezTo>
                    <a:pt x="34547" y="26898"/>
                    <a:pt x="34019" y="27289"/>
                    <a:pt x="33051" y="27289"/>
                  </a:cubicBezTo>
                  <a:cubicBezTo>
                    <a:pt x="32412" y="27289"/>
                    <a:pt x="31582" y="27119"/>
                    <a:pt x="30256" y="26853"/>
                  </a:cubicBezTo>
                  <a:lnTo>
                    <a:pt x="29689" y="26720"/>
                  </a:lnTo>
                  <a:cubicBezTo>
                    <a:pt x="28733" y="26525"/>
                    <a:pt x="27665" y="26449"/>
                    <a:pt x="26567" y="26449"/>
                  </a:cubicBezTo>
                  <a:cubicBezTo>
                    <a:pt x="24292" y="26449"/>
                    <a:pt x="21893" y="26773"/>
                    <a:pt x="20115" y="27020"/>
                  </a:cubicBezTo>
                  <a:cubicBezTo>
                    <a:pt x="19548" y="27120"/>
                    <a:pt x="19081" y="27187"/>
                    <a:pt x="18681" y="27220"/>
                  </a:cubicBezTo>
                  <a:cubicBezTo>
                    <a:pt x="18615" y="27228"/>
                    <a:pt x="18549" y="27231"/>
                    <a:pt x="18483" y="27231"/>
                  </a:cubicBezTo>
                  <a:cubicBezTo>
                    <a:pt x="16703" y="27231"/>
                    <a:pt x="14769" y="24671"/>
                    <a:pt x="12743" y="21583"/>
                  </a:cubicBezTo>
                  <a:cubicBezTo>
                    <a:pt x="12943" y="21383"/>
                    <a:pt x="13077" y="21116"/>
                    <a:pt x="13077" y="20816"/>
                  </a:cubicBezTo>
                  <a:cubicBezTo>
                    <a:pt x="13077" y="20215"/>
                    <a:pt x="12576" y="19715"/>
                    <a:pt x="11943" y="19715"/>
                  </a:cubicBezTo>
                  <a:cubicBezTo>
                    <a:pt x="11842" y="19715"/>
                    <a:pt x="11742" y="19715"/>
                    <a:pt x="11642" y="19748"/>
                  </a:cubicBezTo>
                  <a:cubicBezTo>
                    <a:pt x="10675" y="17580"/>
                    <a:pt x="11009" y="14878"/>
                    <a:pt x="12043" y="6672"/>
                  </a:cubicBezTo>
                  <a:cubicBezTo>
                    <a:pt x="12243" y="5171"/>
                    <a:pt x="12443" y="3470"/>
                    <a:pt x="12676" y="1569"/>
                  </a:cubicBezTo>
                  <a:close/>
                  <a:moveTo>
                    <a:pt x="41964" y="30456"/>
                  </a:moveTo>
                  <a:cubicBezTo>
                    <a:pt x="43031" y="30956"/>
                    <a:pt x="43832" y="31957"/>
                    <a:pt x="44499" y="32791"/>
                  </a:cubicBezTo>
                  <a:cubicBezTo>
                    <a:pt x="44733" y="33125"/>
                    <a:pt x="44999" y="33425"/>
                    <a:pt x="45300" y="33725"/>
                  </a:cubicBezTo>
                  <a:cubicBezTo>
                    <a:pt x="46065" y="34490"/>
                    <a:pt x="48047" y="36138"/>
                    <a:pt x="50899" y="36138"/>
                  </a:cubicBezTo>
                  <a:cubicBezTo>
                    <a:pt x="51032" y="36138"/>
                    <a:pt x="51167" y="36134"/>
                    <a:pt x="51304" y="36127"/>
                  </a:cubicBezTo>
                  <a:cubicBezTo>
                    <a:pt x="51371" y="36560"/>
                    <a:pt x="51671" y="36894"/>
                    <a:pt x="52138" y="37027"/>
                  </a:cubicBezTo>
                  <a:cubicBezTo>
                    <a:pt x="51704" y="41064"/>
                    <a:pt x="47501" y="46001"/>
                    <a:pt x="46334" y="49069"/>
                  </a:cubicBezTo>
                  <a:cubicBezTo>
                    <a:pt x="46200" y="49370"/>
                    <a:pt x="46100" y="49636"/>
                    <a:pt x="46000" y="49903"/>
                  </a:cubicBezTo>
                  <a:lnTo>
                    <a:pt x="45933" y="49903"/>
                  </a:lnTo>
                  <a:cubicBezTo>
                    <a:pt x="45466" y="49903"/>
                    <a:pt x="45066" y="50204"/>
                    <a:pt x="44899" y="50637"/>
                  </a:cubicBezTo>
                  <a:cubicBezTo>
                    <a:pt x="44666" y="50570"/>
                    <a:pt x="44399" y="50537"/>
                    <a:pt x="44065" y="50437"/>
                  </a:cubicBezTo>
                  <a:cubicBezTo>
                    <a:pt x="43800" y="50368"/>
                    <a:pt x="43549" y="50339"/>
                    <a:pt x="43310" y="50339"/>
                  </a:cubicBezTo>
                  <a:cubicBezTo>
                    <a:pt x="42620" y="50339"/>
                    <a:pt x="42025" y="50581"/>
                    <a:pt x="41430" y="50804"/>
                  </a:cubicBezTo>
                  <a:cubicBezTo>
                    <a:pt x="41030" y="51004"/>
                    <a:pt x="40630" y="51138"/>
                    <a:pt x="40229" y="51238"/>
                  </a:cubicBezTo>
                  <a:cubicBezTo>
                    <a:pt x="40963" y="50337"/>
                    <a:pt x="42564" y="48102"/>
                    <a:pt x="41230" y="46167"/>
                  </a:cubicBezTo>
                  <a:cubicBezTo>
                    <a:pt x="40096" y="44566"/>
                    <a:pt x="42131" y="42064"/>
                    <a:pt x="42631" y="40497"/>
                  </a:cubicBezTo>
                  <a:cubicBezTo>
                    <a:pt x="43031" y="39129"/>
                    <a:pt x="44166" y="37895"/>
                    <a:pt x="43532" y="35726"/>
                  </a:cubicBezTo>
                  <a:cubicBezTo>
                    <a:pt x="43265" y="34792"/>
                    <a:pt x="42965" y="34259"/>
                    <a:pt x="42331" y="32658"/>
                  </a:cubicBezTo>
                  <a:cubicBezTo>
                    <a:pt x="42097" y="32057"/>
                    <a:pt x="41931" y="31457"/>
                    <a:pt x="41630" y="30856"/>
                  </a:cubicBezTo>
                  <a:cubicBezTo>
                    <a:pt x="41764" y="30756"/>
                    <a:pt x="41864" y="30623"/>
                    <a:pt x="41964" y="30456"/>
                  </a:cubicBezTo>
                  <a:close/>
                  <a:moveTo>
                    <a:pt x="39963" y="30289"/>
                  </a:moveTo>
                  <a:cubicBezTo>
                    <a:pt x="40096" y="30756"/>
                    <a:pt x="40530" y="31056"/>
                    <a:pt x="40997" y="31056"/>
                  </a:cubicBezTo>
                  <a:cubicBezTo>
                    <a:pt x="41097" y="31056"/>
                    <a:pt x="41197" y="31023"/>
                    <a:pt x="41297" y="31023"/>
                  </a:cubicBezTo>
                  <a:cubicBezTo>
                    <a:pt x="41564" y="31624"/>
                    <a:pt x="41797" y="32257"/>
                    <a:pt x="42031" y="32824"/>
                  </a:cubicBezTo>
                  <a:cubicBezTo>
                    <a:pt x="42731" y="34659"/>
                    <a:pt x="42865" y="34926"/>
                    <a:pt x="43131" y="35760"/>
                  </a:cubicBezTo>
                  <a:cubicBezTo>
                    <a:pt x="43765" y="37828"/>
                    <a:pt x="42664" y="39096"/>
                    <a:pt x="42264" y="40330"/>
                  </a:cubicBezTo>
                  <a:cubicBezTo>
                    <a:pt x="41764" y="41998"/>
                    <a:pt x="39696" y="44600"/>
                    <a:pt x="40930" y="46367"/>
                  </a:cubicBezTo>
                  <a:cubicBezTo>
                    <a:pt x="42331" y="48369"/>
                    <a:pt x="40063" y="50871"/>
                    <a:pt x="39662" y="51271"/>
                  </a:cubicBezTo>
                  <a:cubicBezTo>
                    <a:pt x="39362" y="51238"/>
                    <a:pt x="39062" y="51204"/>
                    <a:pt x="38762" y="51138"/>
                  </a:cubicBezTo>
                  <a:cubicBezTo>
                    <a:pt x="38476" y="51075"/>
                    <a:pt x="38199" y="51013"/>
                    <a:pt x="37825" y="51013"/>
                  </a:cubicBezTo>
                  <a:cubicBezTo>
                    <a:pt x="37194" y="51013"/>
                    <a:pt x="36287" y="51189"/>
                    <a:pt x="34592" y="51838"/>
                  </a:cubicBezTo>
                  <a:cubicBezTo>
                    <a:pt x="33337" y="52315"/>
                    <a:pt x="32006" y="52546"/>
                    <a:pt x="30671" y="52546"/>
                  </a:cubicBezTo>
                  <a:cubicBezTo>
                    <a:pt x="30232" y="52546"/>
                    <a:pt x="29792" y="52521"/>
                    <a:pt x="29355" y="52472"/>
                  </a:cubicBezTo>
                  <a:cubicBezTo>
                    <a:pt x="29388" y="52405"/>
                    <a:pt x="29388" y="52338"/>
                    <a:pt x="29388" y="52272"/>
                  </a:cubicBezTo>
                  <a:cubicBezTo>
                    <a:pt x="29388" y="51638"/>
                    <a:pt x="28888" y="51138"/>
                    <a:pt x="28254" y="51138"/>
                  </a:cubicBezTo>
                  <a:cubicBezTo>
                    <a:pt x="28021" y="51138"/>
                    <a:pt x="27821" y="51204"/>
                    <a:pt x="27620" y="51338"/>
                  </a:cubicBezTo>
                  <a:cubicBezTo>
                    <a:pt x="25252" y="48002"/>
                    <a:pt x="25385" y="44800"/>
                    <a:pt x="24385" y="41664"/>
                  </a:cubicBezTo>
                  <a:cubicBezTo>
                    <a:pt x="24685" y="41464"/>
                    <a:pt x="24885" y="41097"/>
                    <a:pt x="24885" y="40730"/>
                  </a:cubicBezTo>
                  <a:cubicBezTo>
                    <a:pt x="24885" y="40697"/>
                    <a:pt x="24885" y="40630"/>
                    <a:pt x="24885" y="40597"/>
                  </a:cubicBezTo>
                  <a:cubicBezTo>
                    <a:pt x="28554" y="39462"/>
                    <a:pt x="31923" y="37428"/>
                    <a:pt x="34659" y="34726"/>
                  </a:cubicBezTo>
                  <a:lnTo>
                    <a:pt x="35259" y="34159"/>
                  </a:lnTo>
                  <a:cubicBezTo>
                    <a:pt x="37427" y="32024"/>
                    <a:pt x="38762" y="30723"/>
                    <a:pt x="39963" y="30289"/>
                  </a:cubicBezTo>
                  <a:close/>
                  <a:moveTo>
                    <a:pt x="46134" y="1"/>
                  </a:moveTo>
                  <a:cubicBezTo>
                    <a:pt x="46034" y="201"/>
                    <a:pt x="45933" y="401"/>
                    <a:pt x="45833" y="601"/>
                  </a:cubicBezTo>
                  <a:cubicBezTo>
                    <a:pt x="44366" y="3070"/>
                    <a:pt x="41097" y="4738"/>
                    <a:pt x="36293" y="5438"/>
                  </a:cubicBezTo>
                  <a:cubicBezTo>
                    <a:pt x="36110" y="4919"/>
                    <a:pt x="35669" y="4673"/>
                    <a:pt x="35231" y="4673"/>
                  </a:cubicBezTo>
                  <a:cubicBezTo>
                    <a:pt x="34712" y="4673"/>
                    <a:pt x="34197" y="5020"/>
                    <a:pt x="34125" y="5672"/>
                  </a:cubicBezTo>
                  <a:cubicBezTo>
                    <a:pt x="32680" y="5798"/>
                    <a:pt x="31271" y="5860"/>
                    <a:pt x="29901" y="5860"/>
                  </a:cubicBezTo>
                  <a:cubicBezTo>
                    <a:pt x="22925" y="5860"/>
                    <a:pt x="17003" y="4247"/>
                    <a:pt x="12877" y="1235"/>
                  </a:cubicBezTo>
                  <a:cubicBezTo>
                    <a:pt x="12676" y="1335"/>
                    <a:pt x="12476" y="1435"/>
                    <a:pt x="12276" y="1569"/>
                  </a:cubicBezTo>
                  <a:cubicBezTo>
                    <a:pt x="12043" y="3437"/>
                    <a:pt x="11842" y="5138"/>
                    <a:pt x="11642" y="6606"/>
                  </a:cubicBezTo>
                  <a:cubicBezTo>
                    <a:pt x="10608" y="14945"/>
                    <a:pt x="10241" y="17680"/>
                    <a:pt x="11275" y="19915"/>
                  </a:cubicBezTo>
                  <a:cubicBezTo>
                    <a:pt x="11009" y="20115"/>
                    <a:pt x="10842" y="20482"/>
                    <a:pt x="10842" y="20816"/>
                  </a:cubicBezTo>
                  <a:cubicBezTo>
                    <a:pt x="10842" y="20849"/>
                    <a:pt x="10842" y="20883"/>
                    <a:pt x="10842" y="20916"/>
                  </a:cubicBezTo>
                  <a:cubicBezTo>
                    <a:pt x="6238" y="22917"/>
                    <a:pt x="2369" y="27521"/>
                    <a:pt x="1" y="30923"/>
                  </a:cubicBezTo>
                  <a:lnTo>
                    <a:pt x="1" y="31657"/>
                  </a:lnTo>
                  <a:cubicBezTo>
                    <a:pt x="2302" y="28254"/>
                    <a:pt x="6238" y="23351"/>
                    <a:pt x="10942" y="21316"/>
                  </a:cubicBezTo>
                  <a:cubicBezTo>
                    <a:pt x="11142" y="21683"/>
                    <a:pt x="11542" y="21950"/>
                    <a:pt x="11943" y="21950"/>
                  </a:cubicBezTo>
                  <a:cubicBezTo>
                    <a:pt x="12143" y="21950"/>
                    <a:pt x="12309" y="21917"/>
                    <a:pt x="12443" y="21817"/>
                  </a:cubicBezTo>
                  <a:cubicBezTo>
                    <a:pt x="14535" y="25003"/>
                    <a:pt x="16535" y="27631"/>
                    <a:pt x="18530" y="27631"/>
                  </a:cubicBezTo>
                  <a:cubicBezTo>
                    <a:pt x="18603" y="27631"/>
                    <a:pt x="18675" y="27628"/>
                    <a:pt x="18747" y="27621"/>
                  </a:cubicBezTo>
                  <a:cubicBezTo>
                    <a:pt x="19114" y="27554"/>
                    <a:pt x="19615" y="27487"/>
                    <a:pt x="20182" y="27421"/>
                  </a:cubicBezTo>
                  <a:cubicBezTo>
                    <a:pt x="21937" y="27173"/>
                    <a:pt x="24314" y="26850"/>
                    <a:pt x="26556" y="26850"/>
                  </a:cubicBezTo>
                  <a:cubicBezTo>
                    <a:pt x="27638" y="26850"/>
                    <a:pt x="28688" y="26925"/>
                    <a:pt x="29622" y="27120"/>
                  </a:cubicBezTo>
                  <a:lnTo>
                    <a:pt x="30189" y="27220"/>
                  </a:lnTo>
                  <a:cubicBezTo>
                    <a:pt x="31123" y="27487"/>
                    <a:pt x="32057" y="27621"/>
                    <a:pt x="33024" y="27687"/>
                  </a:cubicBezTo>
                  <a:cubicBezTo>
                    <a:pt x="34058" y="27687"/>
                    <a:pt x="34725" y="27287"/>
                    <a:pt x="35960" y="26153"/>
                  </a:cubicBezTo>
                  <a:cubicBezTo>
                    <a:pt x="36627" y="25553"/>
                    <a:pt x="37227" y="24885"/>
                    <a:pt x="37761" y="24152"/>
                  </a:cubicBezTo>
                  <a:lnTo>
                    <a:pt x="38061" y="23785"/>
                  </a:lnTo>
                  <a:cubicBezTo>
                    <a:pt x="38261" y="24018"/>
                    <a:pt x="38562" y="24185"/>
                    <a:pt x="38862" y="24185"/>
                  </a:cubicBezTo>
                  <a:cubicBezTo>
                    <a:pt x="39029" y="25252"/>
                    <a:pt x="39295" y="26286"/>
                    <a:pt x="39662" y="27287"/>
                  </a:cubicBezTo>
                  <a:cubicBezTo>
                    <a:pt x="39862" y="27888"/>
                    <a:pt x="40063" y="28455"/>
                    <a:pt x="40329" y="29022"/>
                  </a:cubicBezTo>
                  <a:cubicBezTo>
                    <a:pt x="40063" y="29222"/>
                    <a:pt x="39896" y="29555"/>
                    <a:pt x="39862" y="29889"/>
                  </a:cubicBezTo>
                  <a:cubicBezTo>
                    <a:pt x="38595" y="30323"/>
                    <a:pt x="37194" y="31657"/>
                    <a:pt x="34959" y="33858"/>
                  </a:cubicBezTo>
                  <a:lnTo>
                    <a:pt x="34392" y="34459"/>
                  </a:lnTo>
                  <a:cubicBezTo>
                    <a:pt x="31690" y="37127"/>
                    <a:pt x="28388" y="39096"/>
                    <a:pt x="24785" y="40230"/>
                  </a:cubicBezTo>
                  <a:cubicBezTo>
                    <a:pt x="24568" y="39796"/>
                    <a:pt x="24180" y="39599"/>
                    <a:pt x="23793" y="39599"/>
                  </a:cubicBezTo>
                  <a:cubicBezTo>
                    <a:pt x="23230" y="39599"/>
                    <a:pt x="22670" y="40018"/>
                    <a:pt x="22650" y="40730"/>
                  </a:cubicBezTo>
                  <a:cubicBezTo>
                    <a:pt x="21588" y="40916"/>
                    <a:pt x="20505" y="41017"/>
                    <a:pt x="19418" y="41017"/>
                  </a:cubicBezTo>
                  <a:cubicBezTo>
                    <a:pt x="19139" y="41017"/>
                    <a:pt x="18860" y="41011"/>
                    <a:pt x="18581" y="40997"/>
                  </a:cubicBezTo>
                  <a:cubicBezTo>
                    <a:pt x="10542" y="40663"/>
                    <a:pt x="5004" y="38428"/>
                    <a:pt x="1" y="35259"/>
                  </a:cubicBezTo>
                  <a:lnTo>
                    <a:pt x="1" y="35726"/>
                  </a:lnTo>
                  <a:cubicBezTo>
                    <a:pt x="5004" y="38862"/>
                    <a:pt x="10542" y="41030"/>
                    <a:pt x="18547" y="41397"/>
                  </a:cubicBezTo>
                  <a:lnTo>
                    <a:pt x="19381" y="41397"/>
                  </a:lnTo>
                  <a:cubicBezTo>
                    <a:pt x="20515" y="41397"/>
                    <a:pt x="21616" y="41297"/>
                    <a:pt x="22717" y="41097"/>
                  </a:cubicBezTo>
                  <a:cubicBezTo>
                    <a:pt x="22884" y="41531"/>
                    <a:pt x="23317" y="41797"/>
                    <a:pt x="23784" y="41797"/>
                  </a:cubicBezTo>
                  <a:lnTo>
                    <a:pt x="24018" y="41797"/>
                  </a:lnTo>
                  <a:cubicBezTo>
                    <a:pt x="25019" y="45000"/>
                    <a:pt x="24918" y="48202"/>
                    <a:pt x="27354" y="51605"/>
                  </a:cubicBezTo>
                  <a:cubicBezTo>
                    <a:pt x="26953" y="52205"/>
                    <a:pt x="27187" y="53006"/>
                    <a:pt x="27854" y="53272"/>
                  </a:cubicBezTo>
                  <a:cubicBezTo>
                    <a:pt x="27821" y="55741"/>
                    <a:pt x="27287" y="60044"/>
                    <a:pt x="20415" y="60411"/>
                  </a:cubicBezTo>
                  <a:cubicBezTo>
                    <a:pt x="20182" y="60430"/>
                    <a:pt x="19379" y="60441"/>
                    <a:pt x="18255" y="60441"/>
                  </a:cubicBezTo>
                  <a:cubicBezTo>
                    <a:pt x="15518" y="60441"/>
                    <a:pt x="10882" y="60376"/>
                    <a:pt x="7973" y="60211"/>
                  </a:cubicBezTo>
                  <a:lnTo>
                    <a:pt x="7973" y="60211"/>
                  </a:lnTo>
                  <a:lnTo>
                    <a:pt x="8407" y="60511"/>
                  </a:lnTo>
                  <a:lnTo>
                    <a:pt x="8707" y="60678"/>
                  </a:lnTo>
                  <a:cubicBezTo>
                    <a:pt x="10969" y="60802"/>
                    <a:pt x="14637" y="60836"/>
                    <a:pt x="17280" y="60836"/>
                  </a:cubicBezTo>
                  <a:cubicBezTo>
                    <a:pt x="18886" y="60836"/>
                    <a:pt x="20113" y="60824"/>
                    <a:pt x="20415" y="60811"/>
                  </a:cubicBezTo>
                  <a:cubicBezTo>
                    <a:pt x="27554" y="60377"/>
                    <a:pt x="28087" y="55908"/>
                    <a:pt x="28221" y="53339"/>
                  </a:cubicBezTo>
                  <a:lnTo>
                    <a:pt x="28254" y="53339"/>
                  </a:lnTo>
                  <a:cubicBezTo>
                    <a:pt x="28388" y="53339"/>
                    <a:pt x="28521" y="53306"/>
                    <a:pt x="28654" y="53272"/>
                  </a:cubicBezTo>
                  <a:cubicBezTo>
                    <a:pt x="30322" y="55407"/>
                    <a:pt x="33058" y="58843"/>
                    <a:pt x="32190" y="61745"/>
                  </a:cubicBezTo>
                  <a:cubicBezTo>
                    <a:pt x="31323" y="64781"/>
                    <a:pt x="30689" y="67716"/>
                    <a:pt x="31523" y="69484"/>
                  </a:cubicBezTo>
                  <a:lnTo>
                    <a:pt x="31990" y="69551"/>
                  </a:lnTo>
                  <a:cubicBezTo>
                    <a:pt x="31023" y="67916"/>
                    <a:pt x="31723" y="64814"/>
                    <a:pt x="32557" y="61879"/>
                  </a:cubicBezTo>
                  <a:cubicBezTo>
                    <a:pt x="33458" y="58843"/>
                    <a:pt x="30589" y="55341"/>
                    <a:pt x="28955" y="53072"/>
                  </a:cubicBezTo>
                  <a:cubicBezTo>
                    <a:pt x="29055" y="53006"/>
                    <a:pt x="29155" y="52905"/>
                    <a:pt x="29188" y="52805"/>
                  </a:cubicBezTo>
                  <a:cubicBezTo>
                    <a:pt x="29618" y="52886"/>
                    <a:pt x="30085" y="52922"/>
                    <a:pt x="30566" y="52922"/>
                  </a:cubicBezTo>
                  <a:cubicBezTo>
                    <a:pt x="32063" y="52922"/>
                    <a:pt x="33690" y="52576"/>
                    <a:pt x="34725" y="52172"/>
                  </a:cubicBezTo>
                  <a:cubicBezTo>
                    <a:pt x="36363" y="51533"/>
                    <a:pt x="37215" y="51370"/>
                    <a:pt x="37807" y="51370"/>
                  </a:cubicBezTo>
                  <a:cubicBezTo>
                    <a:pt x="38143" y="51370"/>
                    <a:pt x="38396" y="51423"/>
                    <a:pt x="38662" y="51471"/>
                  </a:cubicBezTo>
                  <a:cubicBezTo>
                    <a:pt x="39029" y="51571"/>
                    <a:pt x="39362" y="51605"/>
                    <a:pt x="39729" y="51605"/>
                  </a:cubicBezTo>
                  <a:cubicBezTo>
                    <a:pt x="40396" y="51571"/>
                    <a:pt x="41030" y="51404"/>
                    <a:pt x="41597" y="51138"/>
                  </a:cubicBezTo>
                  <a:cubicBezTo>
                    <a:pt x="42172" y="50912"/>
                    <a:pt x="42710" y="50687"/>
                    <a:pt x="43323" y="50687"/>
                  </a:cubicBezTo>
                  <a:cubicBezTo>
                    <a:pt x="43528" y="50687"/>
                    <a:pt x="43740" y="50712"/>
                    <a:pt x="43965" y="50771"/>
                  </a:cubicBezTo>
                  <a:cubicBezTo>
                    <a:pt x="44299" y="50871"/>
                    <a:pt x="44566" y="50937"/>
                    <a:pt x="44799" y="50971"/>
                  </a:cubicBezTo>
                  <a:lnTo>
                    <a:pt x="44799" y="51004"/>
                  </a:lnTo>
                  <a:cubicBezTo>
                    <a:pt x="44799" y="51338"/>
                    <a:pt x="44966" y="51671"/>
                    <a:pt x="45233" y="51871"/>
                  </a:cubicBezTo>
                  <a:cubicBezTo>
                    <a:pt x="44666" y="53239"/>
                    <a:pt x="44099" y="54473"/>
                    <a:pt x="43365" y="56008"/>
                  </a:cubicBezTo>
                  <a:lnTo>
                    <a:pt x="42731" y="57242"/>
                  </a:lnTo>
                  <a:cubicBezTo>
                    <a:pt x="42031" y="58743"/>
                    <a:pt x="44633" y="61245"/>
                    <a:pt x="44532" y="63046"/>
                  </a:cubicBezTo>
                  <a:lnTo>
                    <a:pt x="44532" y="63213"/>
                  </a:lnTo>
                  <a:cubicBezTo>
                    <a:pt x="44466" y="64113"/>
                    <a:pt x="44266" y="65014"/>
                    <a:pt x="43999" y="65848"/>
                  </a:cubicBezTo>
                  <a:cubicBezTo>
                    <a:pt x="44199" y="65615"/>
                    <a:pt x="44399" y="65348"/>
                    <a:pt x="44633" y="65081"/>
                  </a:cubicBezTo>
                  <a:cubicBezTo>
                    <a:pt x="44766" y="64480"/>
                    <a:pt x="44866" y="63847"/>
                    <a:pt x="44933" y="63246"/>
                  </a:cubicBezTo>
                  <a:lnTo>
                    <a:pt x="44933" y="63079"/>
                  </a:lnTo>
                  <a:cubicBezTo>
                    <a:pt x="45033" y="61311"/>
                    <a:pt x="42431" y="58843"/>
                    <a:pt x="43098" y="57409"/>
                  </a:cubicBezTo>
                  <a:lnTo>
                    <a:pt x="43699" y="56174"/>
                  </a:lnTo>
                  <a:cubicBezTo>
                    <a:pt x="44432" y="54640"/>
                    <a:pt x="45033" y="53439"/>
                    <a:pt x="45600" y="52072"/>
                  </a:cubicBezTo>
                  <a:cubicBezTo>
                    <a:pt x="45700" y="52105"/>
                    <a:pt x="45800" y="52105"/>
                    <a:pt x="45933" y="52105"/>
                  </a:cubicBezTo>
                  <a:cubicBezTo>
                    <a:pt x="46234" y="52105"/>
                    <a:pt x="46534" y="51971"/>
                    <a:pt x="46767" y="51738"/>
                  </a:cubicBezTo>
                  <a:cubicBezTo>
                    <a:pt x="47935" y="52372"/>
                    <a:pt x="49603" y="53406"/>
                    <a:pt x="50170" y="54340"/>
                  </a:cubicBezTo>
                  <a:lnTo>
                    <a:pt x="50337" y="53873"/>
                  </a:lnTo>
                  <a:cubicBezTo>
                    <a:pt x="49770" y="52872"/>
                    <a:pt x="48035" y="51971"/>
                    <a:pt x="46968" y="51371"/>
                  </a:cubicBezTo>
                  <a:cubicBezTo>
                    <a:pt x="47034" y="51238"/>
                    <a:pt x="47034" y="51138"/>
                    <a:pt x="47034" y="51004"/>
                  </a:cubicBezTo>
                  <a:cubicBezTo>
                    <a:pt x="47034" y="50570"/>
                    <a:pt x="46801" y="50170"/>
                    <a:pt x="46400" y="49970"/>
                  </a:cubicBezTo>
                  <a:lnTo>
                    <a:pt x="46634" y="49370"/>
                  </a:lnTo>
                  <a:lnTo>
                    <a:pt x="46601" y="49403"/>
                  </a:lnTo>
                  <a:lnTo>
                    <a:pt x="46601" y="49403"/>
                  </a:lnTo>
                  <a:lnTo>
                    <a:pt x="46701" y="49169"/>
                  </a:lnTo>
                  <a:cubicBezTo>
                    <a:pt x="47868" y="46067"/>
                    <a:pt x="52038" y="41130"/>
                    <a:pt x="52538" y="36994"/>
                  </a:cubicBezTo>
                  <a:cubicBezTo>
                    <a:pt x="53105" y="36927"/>
                    <a:pt x="53539" y="36460"/>
                    <a:pt x="53539" y="35893"/>
                  </a:cubicBezTo>
                  <a:cubicBezTo>
                    <a:pt x="53539" y="35793"/>
                    <a:pt x="53539" y="35693"/>
                    <a:pt x="53506" y="35593"/>
                  </a:cubicBezTo>
                  <a:cubicBezTo>
                    <a:pt x="53839" y="35460"/>
                    <a:pt x="54139" y="35326"/>
                    <a:pt x="54440" y="35159"/>
                  </a:cubicBezTo>
                  <a:lnTo>
                    <a:pt x="54440" y="34792"/>
                  </a:lnTo>
                  <a:cubicBezTo>
                    <a:pt x="54073" y="34959"/>
                    <a:pt x="53706" y="35126"/>
                    <a:pt x="53339" y="35259"/>
                  </a:cubicBezTo>
                  <a:cubicBezTo>
                    <a:pt x="53112" y="34939"/>
                    <a:pt x="52768" y="34790"/>
                    <a:pt x="52426" y="34790"/>
                  </a:cubicBezTo>
                  <a:cubicBezTo>
                    <a:pt x="51912" y="34790"/>
                    <a:pt x="51404" y="35126"/>
                    <a:pt x="51304" y="35726"/>
                  </a:cubicBezTo>
                  <a:cubicBezTo>
                    <a:pt x="51138" y="35739"/>
                    <a:pt x="50974" y="35744"/>
                    <a:pt x="50813" y="35744"/>
                  </a:cubicBezTo>
                  <a:cubicBezTo>
                    <a:pt x="48299" y="35744"/>
                    <a:pt x="46476" y="34334"/>
                    <a:pt x="45567" y="33425"/>
                  </a:cubicBezTo>
                  <a:cubicBezTo>
                    <a:pt x="45300" y="33125"/>
                    <a:pt x="45066" y="32824"/>
                    <a:pt x="44799" y="32524"/>
                  </a:cubicBezTo>
                  <a:cubicBezTo>
                    <a:pt x="44099" y="31624"/>
                    <a:pt x="43265" y="30589"/>
                    <a:pt x="42097" y="30056"/>
                  </a:cubicBezTo>
                  <a:lnTo>
                    <a:pt x="42097" y="29922"/>
                  </a:lnTo>
                  <a:cubicBezTo>
                    <a:pt x="42097" y="29340"/>
                    <a:pt x="41626" y="28820"/>
                    <a:pt x="41020" y="28820"/>
                  </a:cubicBezTo>
                  <a:cubicBezTo>
                    <a:pt x="41001" y="28820"/>
                    <a:pt x="40982" y="28821"/>
                    <a:pt x="40963" y="28822"/>
                  </a:cubicBezTo>
                  <a:cubicBezTo>
                    <a:pt x="40863" y="28822"/>
                    <a:pt x="40763" y="28822"/>
                    <a:pt x="40663" y="28855"/>
                  </a:cubicBezTo>
                  <a:cubicBezTo>
                    <a:pt x="40396" y="28288"/>
                    <a:pt x="40196" y="27754"/>
                    <a:pt x="39996" y="27154"/>
                  </a:cubicBezTo>
                  <a:cubicBezTo>
                    <a:pt x="39662" y="26186"/>
                    <a:pt x="39395" y="25186"/>
                    <a:pt x="39229" y="24152"/>
                  </a:cubicBezTo>
                  <a:cubicBezTo>
                    <a:pt x="39462" y="24085"/>
                    <a:pt x="39662" y="23918"/>
                    <a:pt x="39829" y="23718"/>
                  </a:cubicBezTo>
                  <a:cubicBezTo>
                    <a:pt x="39963" y="23885"/>
                    <a:pt x="40129" y="24051"/>
                    <a:pt x="40296" y="24252"/>
                  </a:cubicBezTo>
                  <a:cubicBezTo>
                    <a:pt x="41030" y="25086"/>
                    <a:pt x="41997" y="26120"/>
                    <a:pt x="43332" y="26220"/>
                  </a:cubicBezTo>
                  <a:cubicBezTo>
                    <a:pt x="43798" y="26268"/>
                    <a:pt x="44265" y="26293"/>
                    <a:pt x="44729" y="26293"/>
                  </a:cubicBezTo>
                  <a:cubicBezTo>
                    <a:pt x="47123" y="26293"/>
                    <a:pt x="49470" y="25653"/>
                    <a:pt x="51537" y="24452"/>
                  </a:cubicBezTo>
                  <a:cubicBezTo>
                    <a:pt x="51871" y="24252"/>
                    <a:pt x="52205" y="24018"/>
                    <a:pt x="52505" y="23818"/>
                  </a:cubicBezTo>
                  <a:cubicBezTo>
                    <a:pt x="52471" y="23685"/>
                    <a:pt x="52438" y="23518"/>
                    <a:pt x="52405" y="23384"/>
                  </a:cubicBezTo>
                  <a:cubicBezTo>
                    <a:pt x="52071" y="23651"/>
                    <a:pt x="51704" y="23885"/>
                    <a:pt x="51337" y="24085"/>
                  </a:cubicBezTo>
                  <a:cubicBezTo>
                    <a:pt x="49306" y="25298"/>
                    <a:pt x="47013" y="25914"/>
                    <a:pt x="44679" y="25914"/>
                  </a:cubicBezTo>
                  <a:cubicBezTo>
                    <a:pt x="44253" y="25914"/>
                    <a:pt x="43826" y="25894"/>
                    <a:pt x="43398" y="25853"/>
                  </a:cubicBezTo>
                  <a:cubicBezTo>
                    <a:pt x="42197" y="25753"/>
                    <a:pt x="41297" y="24785"/>
                    <a:pt x="40596" y="23985"/>
                  </a:cubicBezTo>
                  <a:cubicBezTo>
                    <a:pt x="40396" y="23785"/>
                    <a:pt x="40196" y="23551"/>
                    <a:pt x="40029" y="23384"/>
                  </a:cubicBezTo>
                  <a:cubicBezTo>
                    <a:pt x="40029" y="23284"/>
                    <a:pt x="40063" y="23184"/>
                    <a:pt x="40063" y="23084"/>
                  </a:cubicBezTo>
                  <a:cubicBezTo>
                    <a:pt x="40063" y="22550"/>
                    <a:pt x="39696" y="22083"/>
                    <a:pt x="39162" y="21983"/>
                  </a:cubicBezTo>
                  <a:cubicBezTo>
                    <a:pt x="39262" y="20916"/>
                    <a:pt x="39462" y="19848"/>
                    <a:pt x="39729" y="18814"/>
                  </a:cubicBezTo>
                  <a:cubicBezTo>
                    <a:pt x="40430" y="15746"/>
                    <a:pt x="38795" y="11876"/>
                    <a:pt x="35893" y="6706"/>
                  </a:cubicBezTo>
                  <a:cubicBezTo>
                    <a:pt x="36193" y="6506"/>
                    <a:pt x="36360" y="6172"/>
                    <a:pt x="36360" y="5805"/>
                  </a:cubicBezTo>
                  <a:cubicBezTo>
                    <a:pt x="41263" y="5105"/>
                    <a:pt x="44633" y="3370"/>
                    <a:pt x="46167" y="768"/>
                  </a:cubicBezTo>
                  <a:cubicBezTo>
                    <a:pt x="46267" y="635"/>
                    <a:pt x="46334" y="468"/>
                    <a:pt x="46434" y="301"/>
                  </a:cubicBezTo>
                  <a:cubicBezTo>
                    <a:pt x="46334" y="201"/>
                    <a:pt x="46234" y="101"/>
                    <a:pt x="46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3">
              <a:extLst>
                <a:ext uri="{FF2B5EF4-FFF2-40B4-BE49-F238E27FC236}">
                  <a16:creationId xmlns:a16="http://schemas.microsoft.com/office/drawing/2014/main" id="{C245F9DE-E8DF-0401-7112-2488A2D60236}"/>
                </a:ext>
              </a:extLst>
            </p:cNvPr>
            <p:cNvSpPr/>
            <p:nvPr/>
          </p:nvSpPr>
          <p:spPr>
            <a:xfrm>
              <a:off x="6558204" y="1601545"/>
              <a:ext cx="626210" cy="1172000"/>
            </a:xfrm>
            <a:custGeom>
              <a:avLst/>
              <a:gdLst/>
              <a:ahLst/>
              <a:cxnLst/>
              <a:rect l="l" t="t" r="r" b="b"/>
              <a:pathLst>
                <a:path w="38895" h="72795" extrusionOk="0">
                  <a:moveTo>
                    <a:pt x="28520" y="0"/>
                  </a:moveTo>
                  <a:cubicBezTo>
                    <a:pt x="18847" y="968"/>
                    <a:pt x="8106" y="4737"/>
                    <a:pt x="3870" y="14744"/>
                  </a:cubicBezTo>
                  <a:cubicBezTo>
                    <a:pt x="767" y="22050"/>
                    <a:pt x="0" y="36927"/>
                    <a:pt x="1434" y="47201"/>
                  </a:cubicBezTo>
                  <a:cubicBezTo>
                    <a:pt x="3036" y="58676"/>
                    <a:pt x="4837" y="60811"/>
                    <a:pt x="9207" y="63579"/>
                  </a:cubicBezTo>
                  <a:cubicBezTo>
                    <a:pt x="15403" y="67515"/>
                    <a:pt x="27004" y="72794"/>
                    <a:pt x="35586" y="72794"/>
                  </a:cubicBezTo>
                  <a:cubicBezTo>
                    <a:pt x="36751" y="72794"/>
                    <a:pt x="37861" y="72697"/>
                    <a:pt x="38895" y="72486"/>
                  </a:cubicBezTo>
                  <a:lnTo>
                    <a:pt x="38861" y="72319"/>
                  </a:lnTo>
                  <a:cubicBezTo>
                    <a:pt x="38280" y="72394"/>
                    <a:pt x="37677" y="72430"/>
                    <a:pt x="37055" y="72430"/>
                  </a:cubicBezTo>
                  <a:cubicBezTo>
                    <a:pt x="32678" y="72430"/>
                    <a:pt x="27377" y="70648"/>
                    <a:pt x="22383" y="68049"/>
                  </a:cubicBezTo>
                  <a:cubicBezTo>
                    <a:pt x="16645" y="65080"/>
                    <a:pt x="11208" y="61811"/>
                    <a:pt x="9073" y="54840"/>
                  </a:cubicBezTo>
                  <a:cubicBezTo>
                    <a:pt x="6938" y="47835"/>
                    <a:pt x="6738" y="33825"/>
                    <a:pt x="8439" y="21249"/>
                  </a:cubicBezTo>
                  <a:cubicBezTo>
                    <a:pt x="10141" y="8673"/>
                    <a:pt x="17880" y="2969"/>
                    <a:pt x="28520" y="201"/>
                  </a:cubicBezTo>
                  <a:lnTo>
                    <a:pt x="28520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73">
              <a:extLst>
                <a:ext uri="{FF2B5EF4-FFF2-40B4-BE49-F238E27FC236}">
                  <a16:creationId xmlns:a16="http://schemas.microsoft.com/office/drawing/2014/main" id="{EF309141-7777-24E3-65F7-FAD83F05C1C0}"/>
                </a:ext>
              </a:extLst>
            </p:cNvPr>
            <p:cNvSpPr/>
            <p:nvPr/>
          </p:nvSpPr>
          <p:spPr>
            <a:xfrm>
              <a:off x="7174303" y="2058656"/>
              <a:ext cx="80468" cy="192942"/>
            </a:xfrm>
            <a:custGeom>
              <a:avLst/>
              <a:gdLst/>
              <a:ahLst/>
              <a:cxnLst/>
              <a:rect l="l" t="t" r="r" b="b"/>
              <a:pathLst>
                <a:path w="4998" h="11984" extrusionOk="0">
                  <a:moveTo>
                    <a:pt x="449" y="0"/>
                  </a:moveTo>
                  <a:cubicBezTo>
                    <a:pt x="0" y="0"/>
                    <a:pt x="634" y="9583"/>
                    <a:pt x="828" y="11103"/>
                  </a:cubicBezTo>
                  <a:cubicBezTo>
                    <a:pt x="861" y="11437"/>
                    <a:pt x="961" y="11837"/>
                    <a:pt x="1295" y="11971"/>
                  </a:cubicBezTo>
                  <a:cubicBezTo>
                    <a:pt x="1345" y="11979"/>
                    <a:pt x="1397" y="11983"/>
                    <a:pt x="1450" y="11983"/>
                  </a:cubicBezTo>
                  <a:cubicBezTo>
                    <a:pt x="1610" y="11983"/>
                    <a:pt x="1778" y="11946"/>
                    <a:pt x="1928" y="11871"/>
                  </a:cubicBezTo>
                  <a:lnTo>
                    <a:pt x="4464" y="10937"/>
                  </a:lnTo>
                  <a:cubicBezTo>
                    <a:pt x="4864" y="10870"/>
                    <a:pt x="4997" y="10403"/>
                    <a:pt x="4764" y="10136"/>
                  </a:cubicBezTo>
                  <a:cubicBezTo>
                    <a:pt x="3463" y="7234"/>
                    <a:pt x="2329" y="4298"/>
                    <a:pt x="1161" y="1330"/>
                  </a:cubicBezTo>
                  <a:cubicBezTo>
                    <a:pt x="994" y="863"/>
                    <a:pt x="761" y="429"/>
                    <a:pt x="494" y="29"/>
                  </a:cubicBezTo>
                  <a:cubicBezTo>
                    <a:pt x="478" y="10"/>
                    <a:pt x="463" y="0"/>
                    <a:pt x="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73">
              <a:extLst>
                <a:ext uri="{FF2B5EF4-FFF2-40B4-BE49-F238E27FC236}">
                  <a16:creationId xmlns:a16="http://schemas.microsoft.com/office/drawing/2014/main" id="{ADD7A1C4-0D85-AAE3-27BA-7AB56FBAB58B}"/>
                </a:ext>
              </a:extLst>
            </p:cNvPr>
            <p:cNvSpPr/>
            <p:nvPr/>
          </p:nvSpPr>
          <p:spPr>
            <a:xfrm>
              <a:off x="6757973" y="2094993"/>
              <a:ext cx="265328" cy="145818"/>
            </a:xfrm>
            <a:custGeom>
              <a:avLst/>
              <a:gdLst/>
              <a:ahLst/>
              <a:cxnLst/>
              <a:rect l="l" t="t" r="r" b="b"/>
              <a:pathLst>
                <a:path w="16480" h="9057" extrusionOk="0">
                  <a:moveTo>
                    <a:pt x="2747" y="0"/>
                  </a:moveTo>
                  <a:cubicBezTo>
                    <a:pt x="2317" y="0"/>
                    <a:pt x="1910" y="99"/>
                    <a:pt x="1502" y="274"/>
                  </a:cubicBezTo>
                  <a:cubicBezTo>
                    <a:pt x="1235" y="407"/>
                    <a:pt x="1035" y="640"/>
                    <a:pt x="902" y="907"/>
                  </a:cubicBezTo>
                  <a:cubicBezTo>
                    <a:pt x="1" y="2475"/>
                    <a:pt x="1" y="4376"/>
                    <a:pt x="835" y="5944"/>
                  </a:cubicBezTo>
                  <a:cubicBezTo>
                    <a:pt x="1869" y="7846"/>
                    <a:pt x="4471" y="8680"/>
                    <a:pt x="6472" y="8913"/>
                  </a:cubicBezTo>
                  <a:cubicBezTo>
                    <a:pt x="7156" y="9003"/>
                    <a:pt x="7871" y="9056"/>
                    <a:pt x="8593" y="9056"/>
                  </a:cubicBezTo>
                  <a:cubicBezTo>
                    <a:pt x="11072" y="9056"/>
                    <a:pt x="13632" y="8431"/>
                    <a:pt x="15312" y="6545"/>
                  </a:cubicBezTo>
                  <a:cubicBezTo>
                    <a:pt x="15779" y="6011"/>
                    <a:pt x="16479" y="4877"/>
                    <a:pt x="15545" y="4410"/>
                  </a:cubicBezTo>
                  <a:cubicBezTo>
                    <a:pt x="15326" y="4327"/>
                    <a:pt x="15106" y="4268"/>
                    <a:pt x="14887" y="4268"/>
                  </a:cubicBezTo>
                  <a:cubicBezTo>
                    <a:pt x="14839" y="4268"/>
                    <a:pt x="14792" y="4270"/>
                    <a:pt x="14745" y="4276"/>
                  </a:cubicBezTo>
                  <a:cubicBezTo>
                    <a:pt x="12944" y="4210"/>
                    <a:pt x="11176" y="3876"/>
                    <a:pt x="9508" y="3209"/>
                  </a:cubicBezTo>
                  <a:cubicBezTo>
                    <a:pt x="8040" y="2542"/>
                    <a:pt x="6572" y="1775"/>
                    <a:pt x="5205" y="874"/>
                  </a:cubicBezTo>
                  <a:cubicBezTo>
                    <a:pt x="4538" y="407"/>
                    <a:pt x="3770" y="107"/>
                    <a:pt x="2936" y="7"/>
                  </a:cubicBezTo>
                  <a:cubicBezTo>
                    <a:pt x="2873" y="2"/>
                    <a:pt x="2810" y="0"/>
                    <a:pt x="27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3">
              <a:extLst>
                <a:ext uri="{FF2B5EF4-FFF2-40B4-BE49-F238E27FC236}">
                  <a16:creationId xmlns:a16="http://schemas.microsoft.com/office/drawing/2014/main" id="{D65EA544-49FA-B06E-9BD3-82739A4DFD3F}"/>
                </a:ext>
              </a:extLst>
            </p:cNvPr>
            <p:cNvSpPr/>
            <p:nvPr/>
          </p:nvSpPr>
          <p:spPr>
            <a:xfrm>
              <a:off x="7309527" y="2075754"/>
              <a:ext cx="137510" cy="107097"/>
            </a:xfrm>
            <a:custGeom>
              <a:avLst/>
              <a:gdLst/>
              <a:ahLst/>
              <a:cxnLst/>
              <a:rect l="l" t="t" r="r" b="b"/>
              <a:pathLst>
                <a:path w="8541" h="6652" extrusionOk="0">
                  <a:moveTo>
                    <a:pt x="7439" y="1"/>
                  </a:moveTo>
                  <a:cubicBezTo>
                    <a:pt x="6806" y="801"/>
                    <a:pt x="5972" y="1469"/>
                    <a:pt x="5004" y="1869"/>
                  </a:cubicBezTo>
                  <a:cubicBezTo>
                    <a:pt x="3904" y="2336"/>
                    <a:pt x="2736" y="2636"/>
                    <a:pt x="1535" y="2769"/>
                  </a:cubicBezTo>
                  <a:cubicBezTo>
                    <a:pt x="1202" y="2769"/>
                    <a:pt x="901" y="2836"/>
                    <a:pt x="601" y="2970"/>
                  </a:cubicBezTo>
                  <a:cubicBezTo>
                    <a:pt x="468" y="3036"/>
                    <a:pt x="334" y="3170"/>
                    <a:pt x="234" y="3303"/>
                  </a:cubicBezTo>
                  <a:cubicBezTo>
                    <a:pt x="1" y="3770"/>
                    <a:pt x="334" y="4337"/>
                    <a:pt x="735" y="4738"/>
                  </a:cubicBezTo>
                  <a:cubicBezTo>
                    <a:pt x="1872" y="5851"/>
                    <a:pt x="3854" y="6652"/>
                    <a:pt x="5645" y="6652"/>
                  </a:cubicBezTo>
                  <a:cubicBezTo>
                    <a:pt x="6270" y="6652"/>
                    <a:pt x="6871" y="6554"/>
                    <a:pt x="7406" y="6339"/>
                  </a:cubicBezTo>
                  <a:cubicBezTo>
                    <a:pt x="7806" y="6205"/>
                    <a:pt x="8173" y="5972"/>
                    <a:pt x="8540" y="5738"/>
                  </a:cubicBezTo>
                  <a:cubicBezTo>
                    <a:pt x="8507" y="5338"/>
                    <a:pt x="8473" y="4971"/>
                    <a:pt x="8440" y="4604"/>
                  </a:cubicBezTo>
                  <a:cubicBezTo>
                    <a:pt x="8240" y="3036"/>
                    <a:pt x="7906" y="1502"/>
                    <a:pt x="74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3">
              <a:extLst>
                <a:ext uri="{FF2B5EF4-FFF2-40B4-BE49-F238E27FC236}">
                  <a16:creationId xmlns:a16="http://schemas.microsoft.com/office/drawing/2014/main" id="{EF436372-7260-408A-14F4-981A046B5B8E}"/>
                </a:ext>
              </a:extLst>
            </p:cNvPr>
            <p:cNvSpPr/>
            <p:nvPr/>
          </p:nvSpPr>
          <p:spPr>
            <a:xfrm>
              <a:off x="6556594" y="1594412"/>
              <a:ext cx="903323" cy="1182207"/>
            </a:xfrm>
            <a:custGeom>
              <a:avLst/>
              <a:gdLst/>
              <a:ahLst/>
              <a:cxnLst/>
              <a:rect l="l" t="t" r="r" b="b"/>
              <a:pathLst>
                <a:path w="56107" h="73429" extrusionOk="0">
                  <a:moveTo>
                    <a:pt x="34158" y="377"/>
                  </a:moveTo>
                  <a:cubicBezTo>
                    <a:pt x="36026" y="377"/>
                    <a:pt x="37927" y="477"/>
                    <a:pt x="39795" y="677"/>
                  </a:cubicBezTo>
                  <a:cubicBezTo>
                    <a:pt x="43765" y="1077"/>
                    <a:pt x="47267" y="3379"/>
                    <a:pt x="49235" y="6815"/>
                  </a:cubicBezTo>
                  <a:cubicBezTo>
                    <a:pt x="51003" y="9950"/>
                    <a:pt x="52104" y="13920"/>
                    <a:pt x="53071" y="17656"/>
                  </a:cubicBezTo>
                  <a:cubicBezTo>
                    <a:pt x="53572" y="19424"/>
                    <a:pt x="53371" y="21092"/>
                    <a:pt x="53171" y="22659"/>
                  </a:cubicBezTo>
                  <a:cubicBezTo>
                    <a:pt x="52971" y="24260"/>
                    <a:pt x="52771" y="25728"/>
                    <a:pt x="53238" y="27329"/>
                  </a:cubicBezTo>
                  <a:cubicBezTo>
                    <a:pt x="53438" y="28030"/>
                    <a:pt x="53605" y="28630"/>
                    <a:pt x="53772" y="29164"/>
                  </a:cubicBezTo>
                  <a:cubicBezTo>
                    <a:pt x="54372" y="30899"/>
                    <a:pt x="54772" y="32666"/>
                    <a:pt x="55006" y="34501"/>
                  </a:cubicBezTo>
                  <a:cubicBezTo>
                    <a:pt x="55706" y="40405"/>
                    <a:pt x="54005" y="47777"/>
                    <a:pt x="52471" y="52948"/>
                  </a:cubicBezTo>
                  <a:cubicBezTo>
                    <a:pt x="49569" y="62721"/>
                    <a:pt x="45566" y="69726"/>
                    <a:pt x="41763" y="71761"/>
                  </a:cubicBezTo>
                  <a:cubicBezTo>
                    <a:pt x="40083" y="72653"/>
                    <a:pt x="38024" y="73031"/>
                    <a:pt x="35752" y="73031"/>
                  </a:cubicBezTo>
                  <a:cubicBezTo>
                    <a:pt x="26969" y="73031"/>
                    <a:pt x="14998" y="67380"/>
                    <a:pt x="9407" y="63855"/>
                  </a:cubicBezTo>
                  <a:cubicBezTo>
                    <a:pt x="5104" y="61120"/>
                    <a:pt x="3336" y="59019"/>
                    <a:pt x="1768" y="47611"/>
                  </a:cubicBezTo>
                  <a:cubicBezTo>
                    <a:pt x="434" y="37970"/>
                    <a:pt x="967" y="22859"/>
                    <a:pt x="4170" y="15254"/>
                  </a:cubicBezTo>
                  <a:cubicBezTo>
                    <a:pt x="9307" y="3145"/>
                    <a:pt x="23784" y="377"/>
                    <a:pt x="34158" y="377"/>
                  </a:cubicBezTo>
                  <a:close/>
                  <a:moveTo>
                    <a:pt x="34158" y="0"/>
                  </a:moveTo>
                  <a:cubicBezTo>
                    <a:pt x="23678" y="0"/>
                    <a:pt x="9039" y="2802"/>
                    <a:pt x="3803" y="15121"/>
                  </a:cubicBezTo>
                  <a:cubicBezTo>
                    <a:pt x="567" y="22759"/>
                    <a:pt x="0" y="37970"/>
                    <a:pt x="1368" y="47677"/>
                  </a:cubicBezTo>
                  <a:cubicBezTo>
                    <a:pt x="2935" y="59219"/>
                    <a:pt x="4803" y="61387"/>
                    <a:pt x="9207" y="64189"/>
                  </a:cubicBezTo>
                  <a:cubicBezTo>
                    <a:pt x="14811" y="67758"/>
                    <a:pt x="26886" y="73429"/>
                    <a:pt x="35792" y="73429"/>
                  </a:cubicBezTo>
                  <a:cubicBezTo>
                    <a:pt x="38094" y="73429"/>
                    <a:pt x="40229" y="73062"/>
                    <a:pt x="41963" y="72128"/>
                  </a:cubicBezTo>
                  <a:cubicBezTo>
                    <a:pt x="45866" y="70060"/>
                    <a:pt x="49969" y="62921"/>
                    <a:pt x="52871" y="53081"/>
                  </a:cubicBezTo>
                  <a:cubicBezTo>
                    <a:pt x="54439" y="47877"/>
                    <a:pt x="56107" y="40439"/>
                    <a:pt x="55406" y="34468"/>
                  </a:cubicBezTo>
                  <a:cubicBezTo>
                    <a:pt x="55206" y="32633"/>
                    <a:pt x="54772" y="30832"/>
                    <a:pt x="54172" y="29064"/>
                  </a:cubicBezTo>
                  <a:cubicBezTo>
                    <a:pt x="54005" y="28530"/>
                    <a:pt x="53805" y="27930"/>
                    <a:pt x="53605" y="27229"/>
                  </a:cubicBezTo>
                  <a:cubicBezTo>
                    <a:pt x="53171" y="25728"/>
                    <a:pt x="53371" y="24260"/>
                    <a:pt x="53572" y="22726"/>
                  </a:cubicBezTo>
                  <a:cubicBezTo>
                    <a:pt x="53772" y="21092"/>
                    <a:pt x="54005" y="19424"/>
                    <a:pt x="53472" y="17556"/>
                  </a:cubicBezTo>
                  <a:cubicBezTo>
                    <a:pt x="52437" y="13553"/>
                    <a:pt x="51203" y="9283"/>
                    <a:pt x="49235" y="6047"/>
                  </a:cubicBezTo>
                  <a:cubicBezTo>
                    <a:pt x="47234" y="2812"/>
                    <a:pt x="43865" y="677"/>
                    <a:pt x="40095" y="310"/>
                  </a:cubicBezTo>
                  <a:cubicBezTo>
                    <a:pt x="38385" y="124"/>
                    <a:pt x="36363" y="0"/>
                    <a:pt x="3415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3">
              <a:extLst>
                <a:ext uri="{FF2B5EF4-FFF2-40B4-BE49-F238E27FC236}">
                  <a16:creationId xmlns:a16="http://schemas.microsoft.com/office/drawing/2014/main" id="{7286C657-513B-8D3A-DA8E-14ECFE2712B1}"/>
                </a:ext>
              </a:extLst>
            </p:cNvPr>
            <p:cNvSpPr/>
            <p:nvPr/>
          </p:nvSpPr>
          <p:spPr>
            <a:xfrm>
              <a:off x="6866471" y="2030819"/>
              <a:ext cx="201411" cy="107467"/>
            </a:xfrm>
            <a:custGeom>
              <a:avLst/>
              <a:gdLst/>
              <a:ahLst/>
              <a:cxnLst/>
              <a:rect l="l" t="t" r="r" b="b"/>
              <a:pathLst>
                <a:path w="12510" h="6675" extrusionOk="0">
                  <a:moveTo>
                    <a:pt x="7192" y="0"/>
                  </a:moveTo>
                  <a:cubicBezTo>
                    <a:pt x="3711" y="0"/>
                    <a:pt x="779" y="1510"/>
                    <a:pt x="0" y="3659"/>
                  </a:cubicBezTo>
                  <a:cubicBezTo>
                    <a:pt x="636" y="4773"/>
                    <a:pt x="2699" y="6675"/>
                    <a:pt x="6303" y="6675"/>
                  </a:cubicBezTo>
                  <a:cubicBezTo>
                    <a:pt x="6478" y="6675"/>
                    <a:pt x="6656" y="6671"/>
                    <a:pt x="6838" y="6661"/>
                  </a:cubicBezTo>
                  <a:cubicBezTo>
                    <a:pt x="10975" y="6461"/>
                    <a:pt x="12509" y="4426"/>
                    <a:pt x="12476" y="3426"/>
                  </a:cubicBezTo>
                  <a:cubicBezTo>
                    <a:pt x="12476" y="2425"/>
                    <a:pt x="11742" y="290"/>
                    <a:pt x="7939" y="23"/>
                  </a:cubicBezTo>
                  <a:cubicBezTo>
                    <a:pt x="7688" y="8"/>
                    <a:pt x="7439" y="0"/>
                    <a:pt x="719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3">
              <a:extLst>
                <a:ext uri="{FF2B5EF4-FFF2-40B4-BE49-F238E27FC236}">
                  <a16:creationId xmlns:a16="http://schemas.microsoft.com/office/drawing/2014/main" id="{4E2ADCDB-0933-CCDC-D8D6-5B48CC938EA5}"/>
                </a:ext>
              </a:extLst>
            </p:cNvPr>
            <p:cNvSpPr/>
            <p:nvPr/>
          </p:nvSpPr>
          <p:spPr>
            <a:xfrm>
              <a:off x="6885260" y="2031189"/>
              <a:ext cx="115485" cy="96407"/>
            </a:xfrm>
            <a:custGeom>
              <a:avLst/>
              <a:gdLst/>
              <a:ahLst/>
              <a:cxnLst/>
              <a:rect l="l" t="t" r="r" b="b"/>
              <a:pathLst>
                <a:path w="7173" h="5988" extrusionOk="0">
                  <a:moveTo>
                    <a:pt x="5771" y="0"/>
                  </a:moveTo>
                  <a:cubicBezTo>
                    <a:pt x="4070" y="0"/>
                    <a:pt x="2369" y="434"/>
                    <a:pt x="901" y="1301"/>
                  </a:cubicBezTo>
                  <a:cubicBezTo>
                    <a:pt x="1" y="3202"/>
                    <a:pt x="1101" y="5471"/>
                    <a:pt x="3170" y="5904"/>
                  </a:cubicBezTo>
                  <a:cubicBezTo>
                    <a:pt x="3414" y="5960"/>
                    <a:pt x="3657" y="5987"/>
                    <a:pt x="3896" y="5987"/>
                  </a:cubicBezTo>
                  <a:cubicBezTo>
                    <a:pt x="5649" y="5987"/>
                    <a:pt x="7172" y="4551"/>
                    <a:pt x="7172" y="2702"/>
                  </a:cubicBezTo>
                  <a:cubicBezTo>
                    <a:pt x="7172" y="1601"/>
                    <a:pt x="6639" y="601"/>
                    <a:pt x="57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73">
              <a:extLst>
                <a:ext uri="{FF2B5EF4-FFF2-40B4-BE49-F238E27FC236}">
                  <a16:creationId xmlns:a16="http://schemas.microsoft.com/office/drawing/2014/main" id="{42785AA5-AB12-5D2B-5E8D-646F6AE081A3}"/>
                </a:ext>
              </a:extLst>
            </p:cNvPr>
            <p:cNvSpPr/>
            <p:nvPr/>
          </p:nvSpPr>
          <p:spPr>
            <a:xfrm>
              <a:off x="6916413" y="2051057"/>
              <a:ext cx="54257" cy="46545"/>
            </a:xfrm>
            <a:custGeom>
              <a:avLst/>
              <a:gdLst/>
              <a:ahLst/>
              <a:cxnLst/>
              <a:rect l="l" t="t" r="r" b="b"/>
              <a:pathLst>
                <a:path w="3370" h="2891" extrusionOk="0">
                  <a:moveTo>
                    <a:pt x="1935" y="0"/>
                  </a:moveTo>
                  <a:cubicBezTo>
                    <a:pt x="667" y="0"/>
                    <a:pt x="0" y="1568"/>
                    <a:pt x="934" y="2469"/>
                  </a:cubicBezTo>
                  <a:cubicBezTo>
                    <a:pt x="1225" y="2760"/>
                    <a:pt x="1582" y="2891"/>
                    <a:pt x="1932" y="2891"/>
                  </a:cubicBezTo>
                  <a:cubicBezTo>
                    <a:pt x="2666" y="2891"/>
                    <a:pt x="3369" y="2316"/>
                    <a:pt x="3369" y="1435"/>
                  </a:cubicBezTo>
                  <a:cubicBezTo>
                    <a:pt x="3369" y="634"/>
                    <a:pt x="2736" y="0"/>
                    <a:pt x="193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73">
              <a:extLst>
                <a:ext uri="{FF2B5EF4-FFF2-40B4-BE49-F238E27FC236}">
                  <a16:creationId xmlns:a16="http://schemas.microsoft.com/office/drawing/2014/main" id="{A386D263-4870-84DC-3013-E475C4B43F11}"/>
                </a:ext>
              </a:extLst>
            </p:cNvPr>
            <p:cNvSpPr/>
            <p:nvPr/>
          </p:nvSpPr>
          <p:spPr>
            <a:xfrm>
              <a:off x="6916413" y="2051057"/>
              <a:ext cx="54257" cy="46545"/>
            </a:xfrm>
            <a:custGeom>
              <a:avLst/>
              <a:gdLst/>
              <a:ahLst/>
              <a:cxnLst/>
              <a:rect l="l" t="t" r="r" b="b"/>
              <a:pathLst>
                <a:path w="3370" h="2891" extrusionOk="0">
                  <a:moveTo>
                    <a:pt x="1935" y="0"/>
                  </a:moveTo>
                  <a:cubicBezTo>
                    <a:pt x="667" y="0"/>
                    <a:pt x="0" y="1568"/>
                    <a:pt x="934" y="2469"/>
                  </a:cubicBezTo>
                  <a:cubicBezTo>
                    <a:pt x="1225" y="2760"/>
                    <a:pt x="1582" y="2891"/>
                    <a:pt x="1932" y="2891"/>
                  </a:cubicBezTo>
                  <a:cubicBezTo>
                    <a:pt x="2666" y="2891"/>
                    <a:pt x="3369" y="2316"/>
                    <a:pt x="3369" y="1435"/>
                  </a:cubicBezTo>
                  <a:cubicBezTo>
                    <a:pt x="3369" y="634"/>
                    <a:pt x="2736" y="0"/>
                    <a:pt x="19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3">
              <a:extLst>
                <a:ext uri="{FF2B5EF4-FFF2-40B4-BE49-F238E27FC236}">
                  <a16:creationId xmlns:a16="http://schemas.microsoft.com/office/drawing/2014/main" id="{3EA53B5B-6199-EB0C-C2BE-B297C479B932}"/>
                </a:ext>
              </a:extLst>
            </p:cNvPr>
            <p:cNvSpPr/>
            <p:nvPr/>
          </p:nvSpPr>
          <p:spPr>
            <a:xfrm>
              <a:off x="6952928" y="2052667"/>
              <a:ext cx="25261" cy="21574"/>
            </a:xfrm>
            <a:custGeom>
              <a:avLst/>
              <a:gdLst/>
              <a:ahLst/>
              <a:cxnLst/>
              <a:rect l="l" t="t" r="r" b="b"/>
              <a:pathLst>
                <a:path w="1569" h="1340" extrusionOk="0">
                  <a:moveTo>
                    <a:pt x="901" y="0"/>
                  </a:moveTo>
                  <a:cubicBezTo>
                    <a:pt x="301" y="0"/>
                    <a:pt x="1" y="734"/>
                    <a:pt x="434" y="1135"/>
                  </a:cubicBezTo>
                  <a:cubicBezTo>
                    <a:pt x="576" y="1276"/>
                    <a:pt x="746" y="1340"/>
                    <a:pt x="912" y="1340"/>
                  </a:cubicBezTo>
                  <a:cubicBezTo>
                    <a:pt x="1251" y="1340"/>
                    <a:pt x="1568" y="1072"/>
                    <a:pt x="1568" y="668"/>
                  </a:cubicBezTo>
                  <a:cubicBezTo>
                    <a:pt x="1568" y="301"/>
                    <a:pt x="1268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3">
              <a:extLst>
                <a:ext uri="{FF2B5EF4-FFF2-40B4-BE49-F238E27FC236}">
                  <a16:creationId xmlns:a16="http://schemas.microsoft.com/office/drawing/2014/main" id="{7409BBDD-4487-BB8E-51E7-7AE687D5A770}"/>
                </a:ext>
              </a:extLst>
            </p:cNvPr>
            <p:cNvSpPr/>
            <p:nvPr/>
          </p:nvSpPr>
          <p:spPr>
            <a:xfrm>
              <a:off x="7274622" y="1997975"/>
              <a:ext cx="147701" cy="102299"/>
            </a:xfrm>
            <a:custGeom>
              <a:avLst/>
              <a:gdLst/>
              <a:ahLst/>
              <a:cxnLst/>
              <a:rect l="l" t="t" r="r" b="b"/>
              <a:pathLst>
                <a:path w="9174" h="6354" extrusionOk="0">
                  <a:moveTo>
                    <a:pt x="6045" y="0"/>
                  </a:moveTo>
                  <a:cubicBezTo>
                    <a:pt x="5865" y="0"/>
                    <a:pt x="5674" y="9"/>
                    <a:pt x="5471" y="28"/>
                  </a:cubicBezTo>
                  <a:cubicBezTo>
                    <a:pt x="3169" y="229"/>
                    <a:pt x="1" y="1930"/>
                    <a:pt x="267" y="4465"/>
                  </a:cubicBezTo>
                  <a:cubicBezTo>
                    <a:pt x="403" y="5629"/>
                    <a:pt x="2076" y="6354"/>
                    <a:pt x="3896" y="6354"/>
                  </a:cubicBezTo>
                  <a:cubicBezTo>
                    <a:pt x="4319" y="6354"/>
                    <a:pt x="4750" y="6315"/>
                    <a:pt x="5171" y="6233"/>
                  </a:cubicBezTo>
                  <a:cubicBezTo>
                    <a:pt x="8040" y="5632"/>
                    <a:pt x="9174" y="3998"/>
                    <a:pt x="8740" y="1830"/>
                  </a:cubicBezTo>
                  <a:cubicBezTo>
                    <a:pt x="8618" y="1126"/>
                    <a:pt x="8046" y="0"/>
                    <a:pt x="604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3">
              <a:extLst>
                <a:ext uri="{FF2B5EF4-FFF2-40B4-BE49-F238E27FC236}">
                  <a16:creationId xmlns:a16="http://schemas.microsoft.com/office/drawing/2014/main" id="{D77834C4-7155-5927-658E-BC46DE59824F}"/>
                </a:ext>
              </a:extLst>
            </p:cNvPr>
            <p:cNvSpPr/>
            <p:nvPr/>
          </p:nvSpPr>
          <p:spPr>
            <a:xfrm>
              <a:off x="7287518" y="2000036"/>
              <a:ext cx="106340" cy="92076"/>
            </a:xfrm>
            <a:custGeom>
              <a:avLst/>
              <a:gdLst/>
              <a:ahLst/>
              <a:cxnLst/>
              <a:rect l="l" t="t" r="r" b="b"/>
              <a:pathLst>
                <a:path w="6605" h="5719" extrusionOk="0">
                  <a:moveTo>
                    <a:pt x="4403" y="0"/>
                  </a:moveTo>
                  <a:cubicBezTo>
                    <a:pt x="2869" y="167"/>
                    <a:pt x="901" y="1035"/>
                    <a:pt x="0" y="2369"/>
                  </a:cubicBezTo>
                  <a:lnTo>
                    <a:pt x="0" y="2669"/>
                  </a:lnTo>
                  <a:cubicBezTo>
                    <a:pt x="0" y="4447"/>
                    <a:pt x="1448" y="5718"/>
                    <a:pt x="3032" y="5718"/>
                  </a:cubicBezTo>
                  <a:cubicBezTo>
                    <a:pt x="3557" y="5718"/>
                    <a:pt x="4097" y="5578"/>
                    <a:pt x="4603" y="5271"/>
                  </a:cubicBezTo>
                  <a:cubicBezTo>
                    <a:pt x="6605" y="4037"/>
                    <a:pt x="6505" y="1068"/>
                    <a:pt x="4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3">
              <a:extLst>
                <a:ext uri="{FF2B5EF4-FFF2-40B4-BE49-F238E27FC236}">
                  <a16:creationId xmlns:a16="http://schemas.microsoft.com/office/drawing/2014/main" id="{813B2EBA-FC6D-384C-AF89-89DBC8593577}"/>
                </a:ext>
              </a:extLst>
            </p:cNvPr>
            <p:cNvSpPr/>
            <p:nvPr/>
          </p:nvSpPr>
          <p:spPr>
            <a:xfrm>
              <a:off x="7307386" y="2022592"/>
              <a:ext cx="49958" cy="42794"/>
            </a:xfrm>
            <a:custGeom>
              <a:avLst/>
              <a:gdLst/>
              <a:ahLst/>
              <a:cxnLst/>
              <a:rect l="l" t="t" r="r" b="b"/>
              <a:pathLst>
                <a:path w="3103" h="2658" extrusionOk="0">
                  <a:moveTo>
                    <a:pt x="1768" y="0"/>
                  </a:moveTo>
                  <a:cubicBezTo>
                    <a:pt x="601" y="0"/>
                    <a:pt x="0" y="1435"/>
                    <a:pt x="834" y="2269"/>
                  </a:cubicBezTo>
                  <a:cubicBezTo>
                    <a:pt x="1103" y="2537"/>
                    <a:pt x="1434" y="2657"/>
                    <a:pt x="1759" y="2657"/>
                  </a:cubicBezTo>
                  <a:cubicBezTo>
                    <a:pt x="2443" y="2657"/>
                    <a:pt x="3103" y="2126"/>
                    <a:pt x="3103" y="1335"/>
                  </a:cubicBezTo>
                  <a:cubicBezTo>
                    <a:pt x="3103" y="601"/>
                    <a:pt x="2502" y="0"/>
                    <a:pt x="176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3">
              <a:extLst>
                <a:ext uri="{FF2B5EF4-FFF2-40B4-BE49-F238E27FC236}">
                  <a16:creationId xmlns:a16="http://schemas.microsoft.com/office/drawing/2014/main" id="{45ED63BE-F0BA-BE51-CC1E-AF985175A785}"/>
                </a:ext>
              </a:extLst>
            </p:cNvPr>
            <p:cNvSpPr/>
            <p:nvPr/>
          </p:nvSpPr>
          <p:spPr>
            <a:xfrm>
              <a:off x="7307386" y="2022592"/>
              <a:ext cx="49958" cy="42794"/>
            </a:xfrm>
            <a:custGeom>
              <a:avLst/>
              <a:gdLst/>
              <a:ahLst/>
              <a:cxnLst/>
              <a:rect l="l" t="t" r="r" b="b"/>
              <a:pathLst>
                <a:path w="3103" h="2658" extrusionOk="0">
                  <a:moveTo>
                    <a:pt x="1768" y="0"/>
                  </a:moveTo>
                  <a:cubicBezTo>
                    <a:pt x="601" y="0"/>
                    <a:pt x="0" y="1435"/>
                    <a:pt x="834" y="2269"/>
                  </a:cubicBezTo>
                  <a:cubicBezTo>
                    <a:pt x="1103" y="2537"/>
                    <a:pt x="1434" y="2657"/>
                    <a:pt x="1759" y="2657"/>
                  </a:cubicBezTo>
                  <a:cubicBezTo>
                    <a:pt x="2443" y="2657"/>
                    <a:pt x="3103" y="2126"/>
                    <a:pt x="3103" y="1335"/>
                  </a:cubicBezTo>
                  <a:cubicBezTo>
                    <a:pt x="3103" y="601"/>
                    <a:pt x="2502" y="0"/>
                    <a:pt x="1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3">
              <a:extLst>
                <a:ext uri="{FF2B5EF4-FFF2-40B4-BE49-F238E27FC236}">
                  <a16:creationId xmlns:a16="http://schemas.microsoft.com/office/drawing/2014/main" id="{EFA509AE-AA4F-781A-582A-6E4A673F787F}"/>
                </a:ext>
              </a:extLst>
            </p:cNvPr>
            <p:cNvSpPr/>
            <p:nvPr/>
          </p:nvSpPr>
          <p:spPr>
            <a:xfrm>
              <a:off x="7338539" y="2020450"/>
              <a:ext cx="25245" cy="21574"/>
            </a:xfrm>
            <a:custGeom>
              <a:avLst/>
              <a:gdLst/>
              <a:ahLst/>
              <a:cxnLst/>
              <a:rect l="l" t="t" r="r" b="b"/>
              <a:pathLst>
                <a:path w="1568" h="1340" extrusionOk="0">
                  <a:moveTo>
                    <a:pt x="901" y="0"/>
                  </a:moveTo>
                  <a:cubicBezTo>
                    <a:pt x="300" y="0"/>
                    <a:pt x="0" y="701"/>
                    <a:pt x="400" y="1134"/>
                  </a:cubicBezTo>
                  <a:cubicBezTo>
                    <a:pt x="542" y="1276"/>
                    <a:pt x="716" y="1339"/>
                    <a:pt x="886" y="1339"/>
                  </a:cubicBezTo>
                  <a:cubicBezTo>
                    <a:pt x="1236" y="1339"/>
                    <a:pt x="1568" y="1071"/>
                    <a:pt x="1568" y="667"/>
                  </a:cubicBezTo>
                  <a:cubicBezTo>
                    <a:pt x="1568" y="300"/>
                    <a:pt x="1268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3">
              <a:extLst>
                <a:ext uri="{FF2B5EF4-FFF2-40B4-BE49-F238E27FC236}">
                  <a16:creationId xmlns:a16="http://schemas.microsoft.com/office/drawing/2014/main" id="{A8112AC6-4298-4C99-970F-01495D660DA9}"/>
                </a:ext>
              </a:extLst>
            </p:cNvPr>
            <p:cNvSpPr/>
            <p:nvPr/>
          </p:nvSpPr>
          <p:spPr>
            <a:xfrm>
              <a:off x="7041542" y="2458274"/>
              <a:ext cx="252432" cy="45193"/>
            </a:xfrm>
            <a:custGeom>
              <a:avLst/>
              <a:gdLst/>
              <a:ahLst/>
              <a:cxnLst/>
              <a:rect l="l" t="t" r="r" b="b"/>
              <a:pathLst>
                <a:path w="15679" h="2807" extrusionOk="0">
                  <a:moveTo>
                    <a:pt x="13735" y="0"/>
                  </a:moveTo>
                  <a:cubicBezTo>
                    <a:pt x="13360" y="0"/>
                    <a:pt x="12985" y="76"/>
                    <a:pt x="12610" y="226"/>
                  </a:cubicBezTo>
                  <a:cubicBezTo>
                    <a:pt x="12209" y="392"/>
                    <a:pt x="11809" y="659"/>
                    <a:pt x="11375" y="826"/>
                  </a:cubicBezTo>
                  <a:cubicBezTo>
                    <a:pt x="11188" y="864"/>
                    <a:pt x="11000" y="882"/>
                    <a:pt x="10812" y="882"/>
                  </a:cubicBezTo>
                  <a:cubicBezTo>
                    <a:pt x="10500" y="882"/>
                    <a:pt x="10187" y="830"/>
                    <a:pt x="9874" y="726"/>
                  </a:cubicBezTo>
                  <a:cubicBezTo>
                    <a:pt x="9407" y="593"/>
                    <a:pt x="8874" y="526"/>
                    <a:pt x="8373" y="526"/>
                  </a:cubicBezTo>
                  <a:cubicBezTo>
                    <a:pt x="7873" y="559"/>
                    <a:pt x="7372" y="659"/>
                    <a:pt x="6872" y="826"/>
                  </a:cubicBezTo>
                  <a:cubicBezTo>
                    <a:pt x="5871" y="1126"/>
                    <a:pt x="4904" y="1560"/>
                    <a:pt x="3903" y="1860"/>
                  </a:cubicBezTo>
                  <a:cubicBezTo>
                    <a:pt x="3336" y="1994"/>
                    <a:pt x="2769" y="2094"/>
                    <a:pt x="2202" y="2194"/>
                  </a:cubicBezTo>
                  <a:cubicBezTo>
                    <a:pt x="1702" y="2269"/>
                    <a:pt x="1183" y="2306"/>
                    <a:pt x="659" y="2306"/>
                  </a:cubicBezTo>
                  <a:cubicBezTo>
                    <a:pt x="484" y="2306"/>
                    <a:pt x="309" y="2302"/>
                    <a:pt x="134" y="2294"/>
                  </a:cubicBezTo>
                  <a:cubicBezTo>
                    <a:pt x="101" y="2427"/>
                    <a:pt x="67" y="2527"/>
                    <a:pt x="1" y="2661"/>
                  </a:cubicBezTo>
                  <a:cubicBezTo>
                    <a:pt x="485" y="2763"/>
                    <a:pt x="969" y="2806"/>
                    <a:pt x="1468" y="2806"/>
                  </a:cubicBezTo>
                  <a:cubicBezTo>
                    <a:pt x="1622" y="2806"/>
                    <a:pt x="1778" y="2802"/>
                    <a:pt x="1935" y="2794"/>
                  </a:cubicBezTo>
                  <a:cubicBezTo>
                    <a:pt x="2469" y="2761"/>
                    <a:pt x="3003" y="2694"/>
                    <a:pt x="3503" y="2561"/>
                  </a:cubicBezTo>
                  <a:cubicBezTo>
                    <a:pt x="4537" y="2327"/>
                    <a:pt x="5538" y="2060"/>
                    <a:pt x="6539" y="1693"/>
                  </a:cubicBezTo>
                  <a:cubicBezTo>
                    <a:pt x="7039" y="1493"/>
                    <a:pt x="7539" y="1360"/>
                    <a:pt x="8073" y="1260"/>
                  </a:cubicBezTo>
                  <a:cubicBezTo>
                    <a:pt x="8240" y="1237"/>
                    <a:pt x="8407" y="1226"/>
                    <a:pt x="8573" y="1226"/>
                  </a:cubicBezTo>
                  <a:cubicBezTo>
                    <a:pt x="8907" y="1226"/>
                    <a:pt x="9240" y="1271"/>
                    <a:pt x="9574" y="1360"/>
                  </a:cubicBezTo>
                  <a:cubicBezTo>
                    <a:pt x="9963" y="1499"/>
                    <a:pt x="10376" y="1568"/>
                    <a:pt x="10792" y="1568"/>
                  </a:cubicBezTo>
                  <a:cubicBezTo>
                    <a:pt x="10875" y="1568"/>
                    <a:pt x="10958" y="1566"/>
                    <a:pt x="11042" y="1560"/>
                  </a:cubicBezTo>
                  <a:cubicBezTo>
                    <a:pt x="11475" y="1460"/>
                    <a:pt x="11909" y="1293"/>
                    <a:pt x="12276" y="1060"/>
                  </a:cubicBezTo>
                  <a:cubicBezTo>
                    <a:pt x="12743" y="793"/>
                    <a:pt x="13243" y="626"/>
                    <a:pt x="13777" y="593"/>
                  </a:cubicBezTo>
                  <a:cubicBezTo>
                    <a:pt x="13851" y="585"/>
                    <a:pt x="13921" y="582"/>
                    <a:pt x="13990" y="582"/>
                  </a:cubicBezTo>
                  <a:cubicBezTo>
                    <a:pt x="14543" y="582"/>
                    <a:pt x="14955" y="796"/>
                    <a:pt x="15578" y="826"/>
                  </a:cubicBezTo>
                  <a:cubicBezTo>
                    <a:pt x="15578" y="693"/>
                    <a:pt x="15612" y="559"/>
                    <a:pt x="15678" y="426"/>
                  </a:cubicBezTo>
                  <a:cubicBezTo>
                    <a:pt x="15145" y="259"/>
                    <a:pt x="14644" y="126"/>
                    <a:pt x="14111" y="26"/>
                  </a:cubicBezTo>
                  <a:cubicBezTo>
                    <a:pt x="13986" y="9"/>
                    <a:pt x="13860" y="0"/>
                    <a:pt x="1373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73">
              <a:extLst>
                <a:ext uri="{FF2B5EF4-FFF2-40B4-BE49-F238E27FC236}">
                  <a16:creationId xmlns:a16="http://schemas.microsoft.com/office/drawing/2014/main" id="{AA9B3AD1-F614-DFF0-60C5-12122A2958E8}"/>
                </a:ext>
              </a:extLst>
            </p:cNvPr>
            <p:cNvSpPr/>
            <p:nvPr/>
          </p:nvSpPr>
          <p:spPr>
            <a:xfrm>
              <a:off x="6241872" y="2036728"/>
              <a:ext cx="402275" cy="478991"/>
            </a:xfrm>
            <a:custGeom>
              <a:avLst/>
              <a:gdLst/>
              <a:ahLst/>
              <a:cxnLst/>
              <a:rect l="l" t="t" r="r" b="b"/>
              <a:pathLst>
                <a:path w="24986" h="29751" extrusionOk="0">
                  <a:moveTo>
                    <a:pt x="9446" y="0"/>
                  </a:moveTo>
                  <a:cubicBezTo>
                    <a:pt x="8400" y="0"/>
                    <a:pt x="7452" y="247"/>
                    <a:pt x="6639" y="724"/>
                  </a:cubicBezTo>
                  <a:lnTo>
                    <a:pt x="3136" y="2725"/>
                  </a:lnTo>
                  <a:cubicBezTo>
                    <a:pt x="1202" y="3859"/>
                    <a:pt x="1" y="6261"/>
                    <a:pt x="1" y="9697"/>
                  </a:cubicBezTo>
                  <a:cubicBezTo>
                    <a:pt x="1" y="16535"/>
                    <a:pt x="4804" y="24874"/>
                    <a:pt x="10742" y="28277"/>
                  </a:cubicBezTo>
                  <a:cubicBezTo>
                    <a:pt x="12464" y="29283"/>
                    <a:pt x="14086" y="29751"/>
                    <a:pt x="15522" y="29751"/>
                  </a:cubicBezTo>
                  <a:cubicBezTo>
                    <a:pt x="16560" y="29751"/>
                    <a:pt x="17502" y="29506"/>
                    <a:pt x="18314" y="29044"/>
                  </a:cubicBezTo>
                  <a:lnTo>
                    <a:pt x="21816" y="27009"/>
                  </a:lnTo>
                  <a:cubicBezTo>
                    <a:pt x="23784" y="25908"/>
                    <a:pt x="24985" y="23473"/>
                    <a:pt x="24985" y="20071"/>
                  </a:cubicBezTo>
                  <a:cubicBezTo>
                    <a:pt x="24985" y="13199"/>
                    <a:pt x="20148" y="4893"/>
                    <a:pt x="14244" y="1457"/>
                  </a:cubicBezTo>
                  <a:cubicBezTo>
                    <a:pt x="12523" y="471"/>
                    <a:pt x="10891" y="0"/>
                    <a:pt x="94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73">
              <a:extLst>
                <a:ext uri="{FF2B5EF4-FFF2-40B4-BE49-F238E27FC236}">
                  <a16:creationId xmlns:a16="http://schemas.microsoft.com/office/drawing/2014/main" id="{48B5DC67-CB0F-8025-C5EA-B6E4859D76E9}"/>
                </a:ext>
              </a:extLst>
            </p:cNvPr>
            <p:cNvSpPr/>
            <p:nvPr/>
          </p:nvSpPr>
          <p:spPr>
            <a:xfrm>
              <a:off x="6241872" y="2069217"/>
              <a:ext cx="345876" cy="446501"/>
            </a:xfrm>
            <a:custGeom>
              <a:avLst/>
              <a:gdLst/>
              <a:ahLst/>
              <a:cxnLst/>
              <a:rect l="l" t="t" r="r" b="b"/>
              <a:pathLst>
                <a:path w="21483" h="27733" extrusionOk="0">
                  <a:moveTo>
                    <a:pt x="5941" y="0"/>
                  </a:moveTo>
                  <a:cubicBezTo>
                    <a:pt x="4896" y="0"/>
                    <a:pt x="3948" y="245"/>
                    <a:pt x="3136" y="707"/>
                  </a:cubicBezTo>
                  <a:cubicBezTo>
                    <a:pt x="1202" y="1841"/>
                    <a:pt x="1" y="4243"/>
                    <a:pt x="1" y="7679"/>
                  </a:cubicBezTo>
                  <a:cubicBezTo>
                    <a:pt x="1" y="14517"/>
                    <a:pt x="4804" y="22856"/>
                    <a:pt x="10742" y="26259"/>
                  </a:cubicBezTo>
                  <a:cubicBezTo>
                    <a:pt x="12464" y="27265"/>
                    <a:pt x="14086" y="27733"/>
                    <a:pt x="15522" y="27733"/>
                  </a:cubicBezTo>
                  <a:cubicBezTo>
                    <a:pt x="16560" y="27733"/>
                    <a:pt x="17502" y="27488"/>
                    <a:pt x="18314" y="27026"/>
                  </a:cubicBezTo>
                  <a:cubicBezTo>
                    <a:pt x="20282" y="25892"/>
                    <a:pt x="21483" y="23490"/>
                    <a:pt x="21483" y="20054"/>
                  </a:cubicBezTo>
                  <a:cubicBezTo>
                    <a:pt x="21483" y="13216"/>
                    <a:pt x="16679" y="4877"/>
                    <a:pt x="10742" y="1474"/>
                  </a:cubicBezTo>
                  <a:cubicBezTo>
                    <a:pt x="9019" y="468"/>
                    <a:pt x="7386" y="0"/>
                    <a:pt x="59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3">
              <a:extLst>
                <a:ext uri="{FF2B5EF4-FFF2-40B4-BE49-F238E27FC236}">
                  <a16:creationId xmlns:a16="http://schemas.microsoft.com/office/drawing/2014/main" id="{5EEE0A8B-FA66-876C-94BA-910E30D741EE}"/>
                </a:ext>
              </a:extLst>
            </p:cNvPr>
            <p:cNvSpPr/>
            <p:nvPr/>
          </p:nvSpPr>
          <p:spPr>
            <a:xfrm>
              <a:off x="6273556" y="2108807"/>
              <a:ext cx="281975" cy="367611"/>
            </a:xfrm>
            <a:custGeom>
              <a:avLst/>
              <a:gdLst/>
              <a:ahLst/>
              <a:cxnLst/>
              <a:rect l="l" t="t" r="r" b="b"/>
              <a:pathLst>
                <a:path w="17514" h="22833" extrusionOk="0">
                  <a:moveTo>
                    <a:pt x="4655" y="258"/>
                  </a:moveTo>
                  <a:cubicBezTo>
                    <a:pt x="5814" y="258"/>
                    <a:pt x="7123" y="683"/>
                    <a:pt x="8507" y="1517"/>
                  </a:cubicBezTo>
                  <a:cubicBezTo>
                    <a:pt x="13177" y="4352"/>
                    <a:pt x="17080" y="11124"/>
                    <a:pt x="17213" y="16595"/>
                  </a:cubicBezTo>
                  <a:cubicBezTo>
                    <a:pt x="17246" y="19230"/>
                    <a:pt x="16446" y="21164"/>
                    <a:pt x="14911" y="22032"/>
                  </a:cubicBezTo>
                  <a:cubicBezTo>
                    <a:pt x="14313" y="22383"/>
                    <a:pt x="13628" y="22557"/>
                    <a:pt x="12883" y="22557"/>
                  </a:cubicBezTo>
                  <a:cubicBezTo>
                    <a:pt x="11717" y="22557"/>
                    <a:pt x="10404" y="22132"/>
                    <a:pt x="9041" y="21298"/>
                  </a:cubicBezTo>
                  <a:cubicBezTo>
                    <a:pt x="4337" y="18463"/>
                    <a:pt x="434" y="11691"/>
                    <a:pt x="334" y="6220"/>
                  </a:cubicBezTo>
                  <a:cubicBezTo>
                    <a:pt x="268" y="3619"/>
                    <a:pt x="1102" y="1650"/>
                    <a:pt x="2636" y="783"/>
                  </a:cubicBezTo>
                  <a:cubicBezTo>
                    <a:pt x="3235" y="432"/>
                    <a:pt x="3914" y="258"/>
                    <a:pt x="4655" y="258"/>
                  </a:cubicBezTo>
                  <a:close/>
                  <a:moveTo>
                    <a:pt x="4656" y="1"/>
                  </a:moveTo>
                  <a:cubicBezTo>
                    <a:pt x="3870" y="1"/>
                    <a:pt x="3145" y="182"/>
                    <a:pt x="2503" y="550"/>
                  </a:cubicBezTo>
                  <a:cubicBezTo>
                    <a:pt x="868" y="1484"/>
                    <a:pt x="1" y="3518"/>
                    <a:pt x="68" y="6220"/>
                  </a:cubicBezTo>
                  <a:cubicBezTo>
                    <a:pt x="168" y="11791"/>
                    <a:pt x="4137" y="18663"/>
                    <a:pt x="8907" y="21531"/>
                  </a:cubicBezTo>
                  <a:cubicBezTo>
                    <a:pt x="10075" y="22299"/>
                    <a:pt x="11476" y="22766"/>
                    <a:pt x="12877" y="22832"/>
                  </a:cubicBezTo>
                  <a:cubicBezTo>
                    <a:pt x="13644" y="22832"/>
                    <a:pt x="14378" y="22632"/>
                    <a:pt x="15045" y="22265"/>
                  </a:cubicBezTo>
                  <a:cubicBezTo>
                    <a:pt x="16646" y="21331"/>
                    <a:pt x="17513" y="19296"/>
                    <a:pt x="17480" y="16595"/>
                  </a:cubicBezTo>
                  <a:cubicBezTo>
                    <a:pt x="17347" y="11024"/>
                    <a:pt x="13377" y="4152"/>
                    <a:pt x="8640" y="1284"/>
                  </a:cubicBezTo>
                  <a:cubicBezTo>
                    <a:pt x="7223" y="433"/>
                    <a:pt x="5868" y="1"/>
                    <a:pt x="46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3">
              <a:extLst>
                <a:ext uri="{FF2B5EF4-FFF2-40B4-BE49-F238E27FC236}">
                  <a16:creationId xmlns:a16="http://schemas.microsoft.com/office/drawing/2014/main" id="{D48D7888-FECD-20DE-B46D-70F4DF4A4CD6}"/>
                </a:ext>
              </a:extLst>
            </p:cNvPr>
            <p:cNvSpPr/>
            <p:nvPr/>
          </p:nvSpPr>
          <p:spPr>
            <a:xfrm>
              <a:off x="6266585" y="2153775"/>
              <a:ext cx="250806" cy="303372"/>
            </a:xfrm>
            <a:custGeom>
              <a:avLst/>
              <a:gdLst/>
              <a:ahLst/>
              <a:cxnLst/>
              <a:rect l="l" t="t" r="r" b="b"/>
              <a:pathLst>
                <a:path w="15578" h="18843" extrusionOk="0">
                  <a:moveTo>
                    <a:pt x="5559" y="0"/>
                  </a:moveTo>
                  <a:cubicBezTo>
                    <a:pt x="4897" y="0"/>
                    <a:pt x="4293" y="155"/>
                    <a:pt x="3770" y="459"/>
                  </a:cubicBezTo>
                  <a:lnTo>
                    <a:pt x="2035" y="1459"/>
                  </a:lnTo>
                  <a:cubicBezTo>
                    <a:pt x="801" y="2193"/>
                    <a:pt x="0" y="3728"/>
                    <a:pt x="0" y="5929"/>
                  </a:cubicBezTo>
                  <a:cubicBezTo>
                    <a:pt x="0" y="10332"/>
                    <a:pt x="3102" y="15703"/>
                    <a:pt x="6905" y="17904"/>
                  </a:cubicBezTo>
                  <a:cubicBezTo>
                    <a:pt x="8004" y="18541"/>
                    <a:pt x="9047" y="18842"/>
                    <a:pt x="9976" y="18842"/>
                  </a:cubicBezTo>
                  <a:cubicBezTo>
                    <a:pt x="10655" y="18842"/>
                    <a:pt x="11273" y="18681"/>
                    <a:pt x="11809" y="18371"/>
                  </a:cubicBezTo>
                  <a:lnTo>
                    <a:pt x="13543" y="17371"/>
                  </a:lnTo>
                  <a:cubicBezTo>
                    <a:pt x="14811" y="16670"/>
                    <a:pt x="15578" y="15102"/>
                    <a:pt x="15578" y="12901"/>
                  </a:cubicBezTo>
                  <a:cubicBezTo>
                    <a:pt x="15578" y="8498"/>
                    <a:pt x="12476" y="3161"/>
                    <a:pt x="8673" y="959"/>
                  </a:cubicBezTo>
                  <a:cubicBezTo>
                    <a:pt x="7557" y="313"/>
                    <a:pt x="6499" y="0"/>
                    <a:pt x="5559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73">
              <a:extLst>
                <a:ext uri="{FF2B5EF4-FFF2-40B4-BE49-F238E27FC236}">
                  <a16:creationId xmlns:a16="http://schemas.microsoft.com/office/drawing/2014/main" id="{001CCB9C-7AEF-738D-7200-B49122E229D1}"/>
                </a:ext>
              </a:extLst>
            </p:cNvPr>
            <p:cNvSpPr/>
            <p:nvPr/>
          </p:nvSpPr>
          <p:spPr>
            <a:xfrm>
              <a:off x="6266585" y="2153775"/>
              <a:ext cx="250806" cy="303372"/>
            </a:xfrm>
            <a:custGeom>
              <a:avLst/>
              <a:gdLst/>
              <a:ahLst/>
              <a:cxnLst/>
              <a:rect l="l" t="t" r="r" b="b"/>
              <a:pathLst>
                <a:path w="15578" h="18843" extrusionOk="0">
                  <a:moveTo>
                    <a:pt x="5559" y="0"/>
                  </a:moveTo>
                  <a:cubicBezTo>
                    <a:pt x="4897" y="0"/>
                    <a:pt x="4293" y="155"/>
                    <a:pt x="3770" y="459"/>
                  </a:cubicBezTo>
                  <a:lnTo>
                    <a:pt x="2035" y="1459"/>
                  </a:lnTo>
                  <a:cubicBezTo>
                    <a:pt x="801" y="2193"/>
                    <a:pt x="0" y="3728"/>
                    <a:pt x="0" y="5929"/>
                  </a:cubicBezTo>
                  <a:cubicBezTo>
                    <a:pt x="0" y="10332"/>
                    <a:pt x="3102" y="15703"/>
                    <a:pt x="6905" y="17904"/>
                  </a:cubicBezTo>
                  <a:cubicBezTo>
                    <a:pt x="8004" y="18541"/>
                    <a:pt x="9047" y="18842"/>
                    <a:pt x="9976" y="18842"/>
                  </a:cubicBezTo>
                  <a:cubicBezTo>
                    <a:pt x="10655" y="18842"/>
                    <a:pt x="11273" y="18681"/>
                    <a:pt x="11809" y="18371"/>
                  </a:cubicBezTo>
                  <a:lnTo>
                    <a:pt x="13543" y="17371"/>
                  </a:lnTo>
                  <a:cubicBezTo>
                    <a:pt x="14811" y="16670"/>
                    <a:pt x="15578" y="15102"/>
                    <a:pt x="15578" y="12901"/>
                  </a:cubicBezTo>
                  <a:cubicBezTo>
                    <a:pt x="15578" y="8498"/>
                    <a:pt x="12476" y="3161"/>
                    <a:pt x="8673" y="959"/>
                  </a:cubicBezTo>
                  <a:cubicBezTo>
                    <a:pt x="7557" y="313"/>
                    <a:pt x="6499" y="0"/>
                    <a:pt x="5559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73">
              <a:extLst>
                <a:ext uri="{FF2B5EF4-FFF2-40B4-BE49-F238E27FC236}">
                  <a16:creationId xmlns:a16="http://schemas.microsoft.com/office/drawing/2014/main" id="{8A91FC04-9D08-6F20-6EDD-0AC2389259B2}"/>
                </a:ext>
              </a:extLst>
            </p:cNvPr>
            <p:cNvSpPr/>
            <p:nvPr/>
          </p:nvSpPr>
          <p:spPr>
            <a:xfrm>
              <a:off x="6260676" y="2173610"/>
              <a:ext cx="244913" cy="288528"/>
            </a:xfrm>
            <a:custGeom>
              <a:avLst/>
              <a:gdLst/>
              <a:ahLst/>
              <a:cxnLst/>
              <a:rect l="l" t="t" r="r" b="b"/>
              <a:pathLst>
                <a:path w="15212" h="17921" extrusionOk="0">
                  <a:moveTo>
                    <a:pt x="4493" y="0"/>
                  </a:moveTo>
                  <a:cubicBezTo>
                    <a:pt x="3847" y="0"/>
                    <a:pt x="3241" y="148"/>
                    <a:pt x="2702" y="461"/>
                  </a:cubicBezTo>
                  <a:cubicBezTo>
                    <a:pt x="0" y="2029"/>
                    <a:pt x="0" y="7099"/>
                    <a:pt x="2669" y="11802"/>
                  </a:cubicBezTo>
                  <a:cubicBezTo>
                    <a:pt x="4836" y="15548"/>
                    <a:pt x="8098" y="17921"/>
                    <a:pt x="10699" y="17921"/>
                  </a:cubicBezTo>
                  <a:cubicBezTo>
                    <a:pt x="11340" y="17921"/>
                    <a:pt x="11941" y="17777"/>
                    <a:pt x="12476" y="17473"/>
                  </a:cubicBezTo>
                  <a:cubicBezTo>
                    <a:pt x="15178" y="15905"/>
                    <a:pt x="15211" y="10835"/>
                    <a:pt x="12509" y="6132"/>
                  </a:cubicBezTo>
                  <a:cubicBezTo>
                    <a:pt x="10346" y="2392"/>
                    <a:pt x="7091" y="0"/>
                    <a:pt x="449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73">
              <a:extLst>
                <a:ext uri="{FF2B5EF4-FFF2-40B4-BE49-F238E27FC236}">
                  <a16:creationId xmlns:a16="http://schemas.microsoft.com/office/drawing/2014/main" id="{D7894CBF-52C7-E561-5FFC-21BBBCBC96BF}"/>
                </a:ext>
              </a:extLst>
            </p:cNvPr>
            <p:cNvSpPr/>
            <p:nvPr/>
          </p:nvSpPr>
          <p:spPr>
            <a:xfrm>
              <a:off x="6278934" y="2204876"/>
              <a:ext cx="189062" cy="222969"/>
            </a:xfrm>
            <a:custGeom>
              <a:avLst/>
              <a:gdLst/>
              <a:ahLst/>
              <a:cxnLst/>
              <a:rect l="l" t="t" r="r" b="b"/>
              <a:pathLst>
                <a:path w="11743" h="13849" extrusionOk="0">
                  <a:moveTo>
                    <a:pt x="3458" y="1"/>
                  </a:moveTo>
                  <a:cubicBezTo>
                    <a:pt x="2957" y="1"/>
                    <a:pt x="2487" y="114"/>
                    <a:pt x="2069" y="353"/>
                  </a:cubicBezTo>
                  <a:cubicBezTo>
                    <a:pt x="0" y="1554"/>
                    <a:pt x="0" y="5490"/>
                    <a:pt x="2069" y="9126"/>
                  </a:cubicBezTo>
                  <a:cubicBezTo>
                    <a:pt x="3752" y="12012"/>
                    <a:pt x="6269" y="13849"/>
                    <a:pt x="8285" y="13849"/>
                  </a:cubicBezTo>
                  <a:cubicBezTo>
                    <a:pt x="8786" y="13849"/>
                    <a:pt x="9256" y="13735"/>
                    <a:pt x="9674" y="13496"/>
                  </a:cubicBezTo>
                  <a:cubicBezTo>
                    <a:pt x="11742" y="12295"/>
                    <a:pt x="11742" y="8359"/>
                    <a:pt x="9674" y="4723"/>
                  </a:cubicBezTo>
                  <a:cubicBezTo>
                    <a:pt x="7991" y="1838"/>
                    <a:pt x="5473" y="1"/>
                    <a:pt x="34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73">
              <a:extLst>
                <a:ext uri="{FF2B5EF4-FFF2-40B4-BE49-F238E27FC236}">
                  <a16:creationId xmlns:a16="http://schemas.microsoft.com/office/drawing/2014/main" id="{C6F6B77F-2BD9-501E-00BB-909E1DE6912A}"/>
                </a:ext>
              </a:extLst>
            </p:cNvPr>
            <p:cNvSpPr/>
            <p:nvPr/>
          </p:nvSpPr>
          <p:spPr>
            <a:xfrm>
              <a:off x="6308477" y="2207339"/>
              <a:ext cx="112249" cy="111187"/>
            </a:xfrm>
            <a:custGeom>
              <a:avLst/>
              <a:gdLst/>
              <a:ahLst/>
              <a:cxnLst/>
              <a:rect l="l" t="t" r="r" b="b"/>
              <a:pathLst>
                <a:path w="6972" h="6906" extrusionOk="0">
                  <a:moveTo>
                    <a:pt x="1412" y="0"/>
                  </a:moveTo>
                  <a:cubicBezTo>
                    <a:pt x="886" y="0"/>
                    <a:pt x="410" y="127"/>
                    <a:pt x="0" y="367"/>
                  </a:cubicBezTo>
                  <a:lnTo>
                    <a:pt x="3803" y="6905"/>
                  </a:lnTo>
                  <a:lnTo>
                    <a:pt x="6972" y="3736"/>
                  </a:lnTo>
                  <a:cubicBezTo>
                    <a:pt x="6138" y="2535"/>
                    <a:pt x="5037" y="1501"/>
                    <a:pt x="3803" y="734"/>
                  </a:cubicBezTo>
                  <a:cubicBezTo>
                    <a:pt x="2938" y="234"/>
                    <a:pt x="2128" y="0"/>
                    <a:pt x="141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73">
              <a:extLst>
                <a:ext uri="{FF2B5EF4-FFF2-40B4-BE49-F238E27FC236}">
                  <a16:creationId xmlns:a16="http://schemas.microsoft.com/office/drawing/2014/main" id="{517F1A0C-E336-4168-5E66-BFAD405C4C69}"/>
                </a:ext>
              </a:extLst>
            </p:cNvPr>
            <p:cNvSpPr/>
            <p:nvPr/>
          </p:nvSpPr>
          <p:spPr>
            <a:xfrm>
              <a:off x="6369689" y="2268020"/>
              <a:ext cx="86489" cy="156299"/>
            </a:xfrm>
            <a:custGeom>
              <a:avLst/>
              <a:gdLst/>
              <a:ahLst/>
              <a:cxnLst/>
              <a:rect l="l" t="t" r="r" b="b"/>
              <a:pathLst>
                <a:path w="5372" h="9708" extrusionOk="0">
                  <a:moveTo>
                    <a:pt x="3170" y="1"/>
                  </a:moveTo>
                  <a:lnTo>
                    <a:pt x="1" y="3170"/>
                  </a:lnTo>
                  <a:lnTo>
                    <a:pt x="3770" y="9708"/>
                  </a:lnTo>
                  <a:cubicBezTo>
                    <a:pt x="4771" y="9174"/>
                    <a:pt x="5371" y="7973"/>
                    <a:pt x="5371" y="6272"/>
                  </a:cubicBezTo>
                  <a:cubicBezTo>
                    <a:pt x="5371" y="4170"/>
                    <a:pt x="4504" y="1869"/>
                    <a:pt x="317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73">
              <a:extLst>
                <a:ext uri="{FF2B5EF4-FFF2-40B4-BE49-F238E27FC236}">
                  <a16:creationId xmlns:a16="http://schemas.microsoft.com/office/drawing/2014/main" id="{D765DEA8-F4DF-F7CE-179F-9F98878B142D}"/>
                </a:ext>
              </a:extLst>
            </p:cNvPr>
            <p:cNvSpPr/>
            <p:nvPr/>
          </p:nvSpPr>
          <p:spPr>
            <a:xfrm>
              <a:off x="6318669" y="2318510"/>
              <a:ext cx="111734" cy="111557"/>
            </a:xfrm>
            <a:custGeom>
              <a:avLst/>
              <a:gdLst/>
              <a:ahLst/>
              <a:cxnLst/>
              <a:rect l="l" t="t" r="r" b="b"/>
              <a:pathLst>
                <a:path w="6940" h="6929" extrusionOk="0">
                  <a:moveTo>
                    <a:pt x="3170" y="0"/>
                  </a:moveTo>
                  <a:lnTo>
                    <a:pt x="1" y="3169"/>
                  </a:lnTo>
                  <a:cubicBezTo>
                    <a:pt x="835" y="4403"/>
                    <a:pt x="1902" y="5438"/>
                    <a:pt x="3170" y="6205"/>
                  </a:cubicBezTo>
                  <a:cubicBezTo>
                    <a:pt x="4026" y="6691"/>
                    <a:pt x="4838" y="6928"/>
                    <a:pt x="5557" y="6928"/>
                  </a:cubicBezTo>
                  <a:cubicBezTo>
                    <a:pt x="6070" y="6928"/>
                    <a:pt x="6536" y="6808"/>
                    <a:pt x="6939" y="6572"/>
                  </a:cubicBezTo>
                  <a:lnTo>
                    <a:pt x="317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73">
              <a:extLst>
                <a:ext uri="{FF2B5EF4-FFF2-40B4-BE49-F238E27FC236}">
                  <a16:creationId xmlns:a16="http://schemas.microsoft.com/office/drawing/2014/main" id="{204D2D76-F26B-855B-B3AE-7C8027E198E0}"/>
                </a:ext>
              </a:extLst>
            </p:cNvPr>
            <p:cNvSpPr/>
            <p:nvPr/>
          </p:nvSpPr>
          <p:spPr>
            <a:xfrm>
              <a:off x="6283232" y="2213248"/>
              <a:ext cx="86473" cy="156299"/>
            </a:xfrm>
            <a:custGeom>
              <a:avLst/>
              <a:gdLst/>
              <a:ahLst/>
              <a:cxnLst/>
              <a:rect l="l" t="t" r="r" b="b"/>
              <a:pathLst>
                <a:path w="5371" h="9708" extrusionOk="0">
                  <a:moveTo>
                    <a:pt x="1568" y="0"/>
                  </a:moveTo>
                  <a:cubicBezTo>
                    <a:pt x="601" y="534"/>
                    <a:pt x="0" y="1735"/>
                    <a:pt x="0" y="3469"/>
                  </a:cubicBezTo>
                  <a:cubicBezTo>
                    <a:pt x="0" y="5504"/>
                    <a:pt x="868" y="7806"/>
                    <a:pt x="2202" y="9707"/>
                  </a:cubicBezTo>
                  <a:lnTo>
                    <a:pt x="5371" y="6538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73">
              <a:extLst>
                <a:ext uri="{FF2B5EF4-FFF2-40B4-BE49-F238E27FC236}">
                  <a16:creationId xmlns:a16="http://schemas.microsoft.com/office/drawing/2014/main" id="{9C854E1F-85BC-78CB-B987-EA9948CAF7D1}"/>
                </a:ext>
              </a:extLst>
            </p:cNvPr>
            <p:cNvSpPr/>
            <p:nvPr/>
          </p:nvSpPr>
          <p:spPr>
            <a:xfrm>
              <a:off x="6333175" y="2270483"/>
              <a:ext cx="73062" cy="93911"/>
            </a:xfrm>
            <a:custGeom>
              <a:avLst/>
              <a:gdLst/>
              <a:ahLst/>
              <a:cxnLst/>
              <a:rect l="l" t="t" r="r" b="b"/>
              <a:pathLst>
                <a:path w="4538" h="5833" extrusionOk="0">
                  <a:moveTo>
                    <a:pt x="1248" y="1"/>
                  </a:moveTo>
                  <a:cubicBezTo>
                    <a:pt x="504" y="1"/>
                    <a:pt x="0" y="598"/>
                    <a:pt x="0" y="1616"/>
                  </a:cubicBezTo>
                  <a:cubicBezTo>
                    <a:pt x="101" y="3183"/>
                    <a:pt x="934" y="4651"/>
                    <a:pt x="2269" y="5518"/>
                  </a:cubicBezTo>
                  <a:cubicBezTo>
                    <a:pt x="2628" y="5732"/>
                    <a:pt x="2970" y="5832"/>
                    <a:pt x="3274" y="5832"/>
                  </a:cubicBezTo>
                  <a:cubicBezTo>
                    <a:pt x="4017" y="5832"/>
                    <a:pt x="4537" y="5235"/>
                    <a:pt x="4537" y="4217"/>
                  </a:cubicBezTo>
                  <a:cubicBezTo>
                    <a:pt x="4437" y="2616"/>
                    <a:pt x="3603" y="1182"/>
                    <a:pt x="2269" y="315"/>
                  </a:cubicBezTo>
                  <a:cubicBezTo>
                    <a:pt x="1900" y="101"/>
                    <a:pt x="1554" y="1"/>
                    <a:pt x="124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73">
              <a:extLst>
                <a:ext uri="{FF2B5EF4-FFF2-40B4-BE49-F238E27FC236}">
                  <a16:creationId xmlns:a16="http://schemas.microsoft.com/office/drawing/2014/main" id="{423928AA-7EC5-4A21-45B4-69EFF1F1D545}"/>
                </a:ext>
              </a:extLst>
            </p:cNvPr>
            <p:cNvSpPr/>
            <p:nvPr/>
          </p:nvSpPr>
          <p:spPr>
            <a:xfrm>
              <a:off x="5967978" y="1939355"/>
              <a:ext cx="215917" cy="210540"/>
            </a:xfrm>
            <a:custGeom>
              <a:avLst/>
              <a:gdLst/>
              <a:ahLst/>
              <a:cxnLst/>
              <a:rect l="l" t="t" r="r" b="b"/>
              <a:pathLst>
                <a:path w="13411" h="13077" extrusionOk="0">
                  <a:moveTo>
                    <a:pt x="8173" y="0"/>
                  </a:moveTo>
                  <a:lnTo>
                    <a:pt x="1" y="867"/>
                  </a:lnTo>
                  <a:lnTo>
                    <a:pt x="1" y="10574"/>
                  </a:lnTo>
                  <a:lnTo>
                    <a:pt x="4270" y="13076"/>
                  </a:lnTo>
                  <a:lnTo>
                    <a:pt x="13077" y="3803"/>
                  </a:lnTo>
                  <a:cubicBezTo>
                    <a:pt x="13410" y="3436"/>
                    <a:pt x="13343" y="2869"/>
                    <a:pt x="12910" y="2602"/>
                  </a:cubicBezTo>
                  <a:lnTo>
                    <a:pt x="8640" y="100"/>
                  </a:lnTo>
                  <a:cubicBezTo>
                    <a:pt x="8473" y="33"/>
                    <a:pt x="8307" y="0"/>
                    <a:pt x="817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73">
              <a:extLst>
                <a:ext uri="{FF2B5EF4-FFF2-40B4-BE49-F238E27FC236}">
                  <a16:creationId xmlns:a16="http://schemas.microsoft.com/office/drawing/2014/main" id="{61FE7B7B-74CC-1D04-AC9C-59ED3D265626}"/>
                </a:ext>
              </a:extLst>
            </p:cNvPr>
            <p:cNvSpPr/>
            <p:nvPr/>
          </p:nvSpPr>
          <p:spPr>
            <a:xfrm>
              <a:off x="5555529" y="1729765"/>
              <a:ext cx="499470" cy="790816"/>
            </a:xfrm>
            <a:custGeom>
              <a:avLst/>
              <a:gdLst/>
              <a:ahLst/>
              <a:cxnLst/>
              <a:rect l="l" t="t" r="r" b="b"/>
              <a:pathLst>
                <a:path w="31023" h="49119" extrusionOk="0">
                  <a:moveTo>
                    <a:pt x="25856" y="0"/>
                  </a:moveTo>
                  <a:cubicBezTo>
                    <a:pt x="25619" y="0"/>
                    <a:pt x="25385" y="59"/>
                    <a:pt x="25185" y="176"/>
                  </a:cubicBezTo>
                  <a:lnTo>
                    <a:pt x="667" y="14286"/>
                  </a:lnTo>
                  <a:cubicBezTo>
                    <a:pt x="267" y="14553"/>
                    <a:pt x="0" y="14986"/>
                    <a:pt x="0" y="15453"/>
                  </a:cubicBezTo>
                  <a:lnTo>
                    <a:pt x="0" y="45541"/>
                  </a:lnTo>
                  <a:cubicBezTo>
                    <a:pt x="34" y="46008"/>
                    <a:pt x="267" y="46442"/>
                    <a:pt x="667" y="46709"/>
                  </a:cubicBezTo>
                  <a:lnTo>
                    <a:pt x="4470" y="48944"/>
                  </a:lnTo>
                  <a:cubicBezTo>
                    <a:pt x="4687" y="49061"/>
                    <a:pt x="4920" y="49119"/>
                    <a:pt x="5154" y="49119"/>
                  </a:cubicBezTo>
                  <a:cubicBezTo>
                    <a:pt x="5387" y="49119"/>
                    <a:pt x="5621" y="49061"/>
                    <a:pt x="5838" y="48944"/>
                  </a:cubicBezTo>
                  <a:lnTo>
                    <a:pt x="30355" y="34834"/>
                  </a:lnTo>
                  <a:cubicBezTo>
                    <a:pt x="30756" y="34567"/>
                    <a:pt x="30989" y="34133"/>
                    <a:pt x="31022" y="33633"/>
                  </a:cubicBezTo>
                  <a:lnTo>
                    <a:pt x="31022" y="3611"/>
                  </a:lnTo>
                  <a:cubicBezTo>
                    <a:pt x="30989" y="3111"/>
                    <a:pt x="30756" y="2677"/>
                    <a:pt x="30355" y="2410"/>
                  </a:cubicBezTo>
                  <a:lnTo>
                    <a:pt x="26553" y="176"/>
                  </a:lnTo>
                  <a:cubicBezTo>
                    <a:pt x="26336" y="59"/>
                    <a:pt x="26094" y="0"/>
                    <a:pt x="2585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73">
              <a:extLst>
                <a:ext uri="{FF2B5EF4-FFF2-40B4-BE49-F238E27FC236}">
                  <a16:creationId xmlns:a16="http://schemas.microsoft.com/office/drawing/2014/main" id="{3986E911-F729-4671-9FAC-62CAA8E75F07}"/>
                </a:ext>
              </a:extLst>
            </p:cNvPr>
            <p:cNvSpPr/>
            <p:nvPr/>
          </p:nvSpPr>
          <p:spPr>
            <a:xfrm>
              <a:off x="5555529" y="1968351"/>
              <a:ext cx="92382" cy="552439"/>
            </a:xfrm>
            <a:custGeom>
              <a:avLst/>
              <a:gdLst/>
              <a:ahLst/>
              <a:cxnLst/>
              <a:rect l="l" t="t" r="r" b="b"/>
              <a:pathLst>
                <a:path w="5738" h="34313" extrusionOk="0">
                  <a:moveTo>
                    <a:pt x="167" y="0"/>
                  </a:moveTo>
                  <a:cubicBezTo>
                    <a:pt x="67" y="201"/>
                    <a:pt x="0" y="434"/>
                    <a:pt x="0" y="668"/>
                  </a:cubicBezTo>
                  <a:lnTo>
                    <a:pt x="0" y="30722"/>
                  </a:lnTo>
                  <a:cubicBezTo>
                    <a:pt x="0" y="31189"/>
                    <a:pt x="267" y="31623"/>
                    <a:pt x="667" y="31890"/>
                  </a:cubicBezTo>
                  <a:lnTo>
                    <a:pt x="4470" y="34158"/>
                  </a:lnTo>
                  <a:cubicBezTo>
                    <a:pt x="4679" y="34263"/>
                    <a:pt x="4907" y="34313"/>
                    <a:pt x="5134" y="34313"/>
                  </a:cubicBezTo>
                  <a:cubicBezTo>
                    <a:pt x="5340" y="34313"/>
                    <a:pt x="5547" y="34271"/>
                    <a:pt x="5738" y="34192"/>
                  </a:cubicBezTo>
                  <a:lnTo>
                    <a:pt x="5738" y="34192"/>
                  </a:lnTo>
                  <a:cubicBezTo>
                    <a:pt x="5667" y="34220"/>
                    <a:pt x="5601" y="34233"/>
                    <a:pt x="5541" y="34233"/>
                  </a:cubicBezTo>
                  <a:cubicBezTo>
                    <a:pt x="5316" y="34233"/>
                    <a:pt x="5171" y="34047"/>
                    <a:pt x="5171" y="33758"/>
                  </a:cubicBezTo>
                  <a:lnTo>
                    <a:pt x="5171" y="3736"/>
                  </a:lnTo>
                  <a:cubicBezTo>
                    <a:pt x="5171" y="3470"/>
                    <a:pt x="5237" y="3236"/>
                    <a:pt x="5371" y="3036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73">
              <a:extLst>
                <a:ext uri="{FF2B5EF4-FFF2-40B4-BE49-F238E27FC236}">
                  <a16:creationId xmlns:a16="http://schemas.microsoft.com/office/drawing/2014/main" id="{AB9C2FBF-05F8-B888-22BB-DE2A4E48211A}"/>
                </a:ext>
              </a:extLst>
            </p:cNvPr>
            <p:cNvSpPr/>
            <p:nvPr/>
          </p:nvSpPr>
          <p:spPr>
            <a:xfrm>
              <a:off x="5638766" y="1779900"/>
              <a:ext cx="548302" cy="739473"/>
            </a:xfrm>
            <a:custGeom>
              <a:avLst/>
              <a:gdLst/>
              <a:ahLst/>
              <a:cxnLst/>
              <a:rect l="l" t="t" r="r" b="b"/>
              <a:pathLst>
                <a:path w="34056" h="45930" extrusionOk="0">
                  <a:moveTo>
                    <a:pt x="25451" y="0"/>
                  </a:moveTo>
                  <a:cubicBezTo>
                    <a:pt x="25369" y="0"/>
                    <a:pt x="25279" y="21"/>
                    <a:pt x="25185" y="64"/>
                  </a:cubicBezTo>
                  <a:lnTo>
                    <a:pt x="668" y="14207"/>
                  </a:lnTo>
                  <a:cubicBezTo>
                    <a:pt x="268" y="14474"/>
                    <a:pt x="1" y="14908"/>
                    <a:pt x="1" y="15408"/>
                  </a:cubicBezTo>
                  <a:lnTo>
                    <a:pt x="1" y="45463"/>
                  </a:lnTo>
                  <a:cubicBezTo>
                    <a:pt x="1" y="45746"/>
                    <a:pt x="151" y="45929"/>
                    <a:pt x="369" y="45929"/>
                  </a:cubicBezTo>
                  <a:cubicBezTo>
                    <a:pt x="459" y="45929"/>
                    <a:pt x="561" y="45898"/>
                    <a:pt x="668" y="45830"/>
                  </a:cubicBezTo>
                  <a:lnTo>
                    <a:pt x="25185" y="31720"/>
                  </a:lnTo>
                  <a:cubicBezTo>
                    <a:pt x="25586" y="31453"/>
                    <a:pt x="25819" y="31019"/>
                    <a:pt x="25852" y="30552"/>
                  </a:cubicBezTo>
                  <a:lnTo>
                    <a:pt x="25852" y="21779"/>
                  </a:lnTo>
                  <a:lnTo>
                    <a:pt x="33558" y="13707"/>
                  </a:lnTo>
                  <a:cubicBezTo>
                    <a:pt x="34056" y="13209"/>
                    <a:pt x="33683" y="12393"/>
                    <a:pt x="33036" y="12393"/>
                  </a:cubicBezTo>
                  <a:cubicBezTo>
                    <a:pt x="32989" y="12393"/>
                    <a:pt x="32940" y="12397"/>
                    <a:pt x="32891" y="12406"/>
                  </a:cubicBezTo>
                  <a:lnTo>
                    <a:pt x="25852" y="13140"/>
                  </a:lnTo>
                  <a:lnTo>
                    <a:pt x="25852" y="497"/>
                  </a:lnTo>
                  <a:cubicBezTo>
                    <a:pt x="25852" y="175"/>
                    <a:pt x="25687" y="0"/>
                    <a:pt x="254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73">
              <a:extLst>
                <a:ext uri="{FF2B5EF4-FFF2-40B4-BE49-F238E27FC236}">
                  <a16:creationId xmlns:a16="http://schemas.microsoft.com/office/drawing/2014/main" id="{373F71D9-EE17-C44C-EA4B-051306601D2D}"/>
                </a:ext>
              </a:extLst>
            </p:cNvPr>
            <p:cNvSpPr/>
            <p:nvPr/>
          </p:nvSpPr>
          <p:spPr>
            <a:xfrm>
              <a:off x="5638766" y="1779900"/>
              <a:ext cx="548302" cy="739473"/>
            </a:xfrm>
            <a:custGeom>
              <a:avLst/>
              <a:gdLst/>
              <a:ahLst/>
              <a:cxnLst/>
              <a:rect l="l" t="t" r="r" b="b"/>
              <a:pathLst>
                <a:path w="34056" h="45930" extrusionOk="0">
                  <a:moveTo>
                    <a:pt x="25451" y="0"/>
                  </a:moveTo>
                  <a:cubicBezTo>
                    <a:pt x="25369" y="0"/>
                    <a:pt x="25279" y="21"/>
                    <a:pt x="25185" y="64"/>
                  </a:cubicBezTo>
                  <a:lnTo>
                    <a:pt x="668" y="14207"/>
                  </a:lnTo>
                  <a:cubicBezTo>
                    <a:pt x="268" y="14474"/>
                    <a:pt x="1" y="14908"/>
                    <a:pt x="1" y="15408"/>
                  </a:cubicBezTo>
                  <a:lnTo>
                    <a:pt x="1" y="45463"/>
                  </a:lnTo>
                  <a:cubicBezTo>
                    <a:pt x="1" y="45746"/>
                    <a:pt x="151" y="45929"/>
                    <a:pt x="369" y="45929"/>
                  </a:cubicBezTo>
                  <a:cubicBezTo>
                    <a:pt x="459" y="45929"/>
                    <a:pt x="561" y="45898"/>
                    <a:pt x="668" y="45830"/>
                  </a:cubicBezTo>
                  <a:lnTo>
                    <a:pt x="25185" y="31720"/>
                  </a:lnTo>
                  <a:cubicBezTo>
                    <a:pt x="25586" y="31453"/>
                    <a:pt x="25819" y="31019"/>
                    <a:pt x="25852" y="30552"/>
                  </a:cubicBezTo>
                  <a:lnTo>
                    <a:pt x="25852" y="21779"/>
                  </a:lnTo>
                  <a:lnTo>
                    <a:pt x="33558" y="13707"/>
                  </a:lnTo>
                  <a:cubicBezTo>
                    <a:pt x="34056" y="13209"/>
                    <a:pt x="33683" y="12393"/>
                    <a:pt x="33036" y="12393"/>
                  </a:cubicBezTo>
                  <a:cubicBezTo>
                    <a:pt x="32989" y="12393"/>
                    <a:pt x="32940" y="12397"/>
                    <a:pt x="32891" y="12406"/>
                  </a:cubicBezTo>
                  <a:lnTo>
                    <a:pt x="25852" y="13140"/>
                  </a:lnTo>
                  <a:lnTo>
                    <a:pt x="25852" y="497"/>
                  </a:lnTo>
                  <a:cubicBezTo>
                    <a:pt x="25852" y="175"/>
                    <a:pt x="25687" y="0"/>
                    <a:pt x="25451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73">
              <a:extLst>
                <a:ext uri="{FF2B5EF4-FFF2-40B4-BE49-F238E27FC236}">
                  <a16:creationId xmlns:a16="http://schemas.microsoft.com/office/drawing/2014/main" id="{55FCED2A-C6DA-FD27-F3C7-198808E628A0}"/>
                </a:ext>
              </a:extLst>
            </p:cNvPr>
            <p:cNvSpPr/>
            <p:nvPr/>
          </p:nvSpPr>
          <p:spPr>
            <a:xfrm>
              <a:off x="5783778" y="2300252"/>
              <a:ext cx="23635" cy="87278"/>
            </a:xfrm>
            <a:custGeom>
              <a:avLst/>
              <a:gdLst/>
              <a:ahLst/>
              <a:cxnLst/>
              <a:rect l="l" t="t" r="r" b="b"/>
              <a:pathLst>
                <a:path w="1468" h="5421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73">
              <a:extLst>
                <a:ext uri="{FF2B5EF4-FFF2-40B4-BE49-F238E27FC236}">
                  <a16:creationId xmlns:a16="http://schemas.microsoft.com/office/drawing/2014/main" id="{228461CA-2FD7-7FE6-F4E9-3EE4EF559481}"/>
                </a:ext>
              </a:extLst>
            </p:cNvPr>
            <p:cNvSpPr/>
            <p:nvPr/>
          </p:nvSpPr>
          <p:spPr>
            <a:xfrm>
              <a:off x="5828890" y="2273929"/>
              <a:ext cx="23635" cy="87826"/>
            </a:xfrm>
            <a:custGeom>
              <a:avLst/>
              <a:gdLst/>
              <a:ahLst/>
              <a:cxnLst/>
              <a:rect l="l" t="t" r="r" b="b"/>
              <a:pathLst>
                <a:path w="1468" h="5455" extrusionOk="0">
                  <a:moveTo>
                    <a:pt x="0" y="1"/>
                  </a:moveTo>
                  <a:lnTo>
                    <a:pt x="0" y="4704"/>
                  </a:lnTo>
                  <a:cubicBezTo>
                    <a:pt x="0" y="5204"/>
                    <a:pt x="367" y="5455"/>
                    <a:pt x="734" y="5455"/>
                  </a:cubicBezTo>
                  <a:cubicBezTo>
                    <a:pt x="1101" y="5455"/>
                    <a:pt x="1468" y="5204"/>
                    <a:pt x="1468" y="4704"/>
                  </a:cubicBez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73">
              <a:extLst>
                <a:ext uri="{FF2B5EF4-FFF2-40B4-BE49-F238E27FC236}">
                  <a16:creationId xmlns:a16="http://schemas.microsoft.com/office/drawing/2014/main" id="{9ACCB063-7D38-21DA-53E6-3585D83035AC}"/>
                </a:ext>
              </a:extLst>
            </p:cNvPr>
            <p:cNvSpPr/>
            <p:nvPr/>
          </p:nvSpPr>
          <p:spPr>
            <a:xfrm>
              <a:off x="5874003" y="2248153"/>
              <a:ext cx="23635" cy="87294"/>
            </a:xfrm>
            <a:custGeom>
              <a:avLst/>
              <a:gdLst/>
              <a:ahLst/>
              <a:cxnLst/>
              <a:rect l="l" t="t" r="r" b="b"/>
              <a:pathLst>
                <a:path w="1468" h="5422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73">
              <a:extLst>
                <a:ext uri="{FF2B5EF4-FFF2-40B4-BE49-F238E27FC236}">
                  <a16:creationId xmlns:a16="http://schemas.microsoft.com/office/drawing/2014/main" id="{3AF5D58B-EFAA-DDD6-0658-F07EBC5C30A9}"/>
                </a:ext>
              </a:extLst>
            </p:cNvPr>
            <p:cNvSpPr/>
            <p:nvPr/>
          </p:nvSpPr>
          <p:spPr>
            <a:xfrm>
              <a:off x="5918567" y="2221829"/>
              <a:ext cx="24182" cy="87826"/>
            </a:xfrm>
            <a:custGeom>
              <a:avLst/>
              <a:gdLst/>
              <a:ahLst/>
              <a:cxnLst/>
              <a:rect l="l" t="t" r="r" b="b"/>
              <a:pathLst>
                <a:path w="1502" h="5455" extrusionOk="0">
                  <a:moveTo>
                    <a:pt x="1" y="1"/>
                  </a:moveTo>
                  <a:lnTo>
                    <a:pt x="1" y="4704"/>
                  </a:lnTo>
                  <a:cubicBezTo>
                    <a:pt x="1" y="5205"/>
                    <a:pt x="376" y="5455"/>
                    <a:pt x="751" y="5455"/>
                  </a:cubicBezTo>
                  <a:cubicBezTo>
                    <a:pt x="1127" y="5455"/>
                    <a:pt x="1502" y="5205"/>
                    <a:pt x="1502" y="4704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73">
              <a:extLst>
                <a:ext uri="{FF2B5EF4-FFF2-40B4-BE49-F238E27FC236}">
                  <a16:creationId xmlns:a16="http://schemas.microsoft.com/office/drawing/2014/main" id="{F5384A9F-F895-3AC0-7DB0-FA20FCCA7DD0}"/>
                </a:ext>
              </a:extLst>
            </p:cNvPr>
            <p:cNvSpPr/>
            <p:nvPr/>
          </p:nvSpPr>
          <p:spPr>
            <a:xfrm>
              <a:off x="5783778" y="2300252"/>
              <a:ext cx="23635" cy="87278"/>
            </a:xfrm>
            <a:custGeom>
              <a:avLst/>
              <a:gdLst/>
              <a:ahLst/>
              <a:cxnLst/>
              <a:rect l="l" t="t" r="r" b="b"/>
              <a:pathLst>
                <a:path w="1468" h="5421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73">
              <a:extLst>
                <a:ext uri="{FF2B5EF4-FFF2-40B4-BE49-F238E27FC236}">
                  <a16:creationId xmlns:a16="http://schemas.microsoft.com/office/drawing/2014/main" id="{F8E07670-5ACE-86D1-F08E-9B9032EA655F}"/>
                </a:ext>
              </a:extLst>
            </p:cNvPr>
            <p:cNvSpPr/>
            <p:nvPr/>
          </p:nvSpPr>
          <p:spPr>
            <a:xfrm>
              <a:off x="5828890" y="2273929"/>
              <a:ext cx="23635" cy="87826"/>
            </a:xfrm>
            <a:custGeom>
              <a:avLst/>
              <a:gdLst/>
              <a:ahLst/>
              <a:cxnLst/>
              <a:rect l="l" t="t" r="r" b="b"/>
              <a:pathLst>
                <a:path w="1468" h="5455" extrusionOk="0">
                  <a:moveTo>
                    <a:pt x="0" y="1"/>
                  </a:moveTo>
                  <a:lnTo>
                    <a:pt x="0" y="4704"/>
                  </a:lnTo>
                  <a:cubicBezTo>
                    <a:pt x="0" y="5204"/>
                    <a:pt x="367" y="5455"/>
                    <a:pt x="734" y="5455"/>
                  </a:cubicBezTo>
                  <a:cubicBezTo>
                    <a:pt x="1101" y="5455"/>
                    <a:pt x="1468" y="5204"/>
                    <a:pt x="1468" y="4704"/>
                  </a:cubicBezTo>
                  <a:lnTo>
                    <a:pt x="14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73">
              <a:extLst>
                <a:ext uri="{FF2B5EF4-FFF2-40B4-BE49-F238E27FC236}">
                  <a16:creationId xmlns:a16="http://schemas.microsoft.com/office/drawing/2014/main" id="{1A0F95E6-BA31-D09E-527C-1D4545A133D4}"/>
                </a:ext>
              </a:extLst>
            </p:cNvPr>
            <p:cNvSpPr/>
            <p:nvPr/>
          </p:nvSpPr>
          <p:spPr>
            <a:xfrm>
              <a:off x="5874003" y="2248153"/>
              <a:ext cx="23635" cy="87294"/>
            </a:xfrm>
            <a:custGeom>
              <a:avLst/>
              <a:gdLst/>
              <a:ahLst/>
              <a:cxnLst/>
              <a:rect l="l" t="t" r="r" b="b"/>
              <a:pathLst>
                <a:path w="1468" h="5422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73">
              <a:extLst>
                <a:ext uri="{FF2B5EF4-FFF2-40B4-BE49-F238E27FC236}">
                  <a16:creationId xmlns:a16="http://schemas.microsoft.com/office/drawing/2014/main" id="{AFCC8B53-BDBD-3A9E-0FCC-94D83D6D548D}"/>
                </a:ext>
              </a:extLst>
            </p:cNvPr>
            <p:cNvSpPr/>
            <p:nvPr/>
          </p:nvSpPr>
          <p:spPr>
            <a:xfrm>
              <a:off x="5918567" y="2221829"/>
              <a:ext cx="24182" cy="87826"/>
            </a:xfrm>
            <a:custGeom>
              <a:avLst/>
              <a:gdLst/>
              <a:ahLst/>
              <a:cxnLst/>
              <a:rect l="l" t="t" r="r" b="b"/>
              <a:pathLst>
                <a:path w="1502" h="5455" extrusionOk="0">
                  <a:moveTo>
                    <a:pt x="1" y="1"/>
                  </a:moveTo>
                  <a:lnTo>
                    <a:pt x="1" y="4704"/>
                  </a:lnTo>
                  <a:cubicBezTo>
                    <a:pt x="1" y="5205"/>
                    <a:pt x="376" y="5455"/>
                    <a:pt x="751" y="5455"/>
                  </a:cubicBezTo>
                  <a:cubicBezTo>
                    <a:pt x="1127" y="5455"/>
                    <a:pt x="1502" y="5205"/>
                    <a:pt x="1502" y="4704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73">
              <a:extLst>
                <a:ext uri="{FF2B5EF4-FFF2-40B4-BE49-F238E27FC236}">
                  <a16:creationId xmlns:a16="http://schemas.microsoft.com/office/drawing/2014/main" id="{AF802CBE-BE99-BC80-2C36-D8F8FC385B5B}"/>
                </a:ext>
              </a:extLst>
            </p:cNvPr>
            <p:cNvSpPr/>
            <p:nvPr/>
          </p:nvSpPr>
          <p:spPr>
            <a:xfrm>
              <a:off x="5783778" y="2300252"/>
              <a:ext cx="23635" cy="63917"/>
            </a:xfrm>
            <a:custGeom>
              <a:avLst/>
              <a:gdLst/>
              <a:ahLst/>
              <a:cxnLst/>
              <a:rect l="l" t="t" r="r" b="b"/>
              <a:pathLst>
                <a:path w="1468" h="3970" extrusionOk="0">
                  <a:moveTo>
                    <a:pt x="0" y="0"/>
                  </a:moveTo>
                  <a:lnTo>
                    <a:pt x="0" y="3970"/>
                  </a:lnTo>
                  <a:lnTo>
                    <a:pt x="1468" y="3136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73">
              <a:extLst>
                <a:ext uri="{FF2B5EF4-FFF2-40B4-BE49-F238E27FC236}">
                  <a16:creationId xmlns:a16="http://schemas.microsoft.com/office/drawing/2014/main" id="{06637ED5-A17D-703E-E1E3-7C9B076ADC8C}"/>
                </a:ext>
              </a:extLst>
            </p:cNvPr>
            <p:cNvSpPr/>
            <p:nvPr/>
          </p:nvSpPr>
          <p:spPr>
            <a:xfrm>
              <a:off x="5919115" y="2221829"/>
              <a:ext cx="23635" cy="64464"/>
            </a:xfrm>
            <a:custGeom>
              <a:avLst/>
              <a:gdLst/>
              <a:ahLst/>
              <a:cxnLst/>
              <a:rect l="l" t="t" r="r" b="b"/>
              <a:pathLst>
                <a:path w="1468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468" y="3137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73">
              <a:extLst>
                <a:ext uri="{FF2B5EF4-FFF2-40B4-BE49-F238E27FC236}">
                  <a16:creationId xmlns:a16="http://schemas.microsoft.com/office/drawing/2014/main" id="{D2814384-779D-28E8-94E9-E340E24B3481}"/>
                </a:ext>
              </a:extLst>
            </p:cNvPr>
            <p:cNvSpPr/>
            <p:nvPr/>
          </p:nvSpPr>
          <p:spPr>
            <a:xfrm>
              <a:off x="5874003" y="2248153"/>
              <a:ext cx="23635" cy="63917"/>
            </a:xfrm>
            <a:custGeom>
              <a:avLst/>
              <a:gdLst/>
              <a:ahLst/>
              <a:cxnLst/>
              <a:rect l="l" t="t" r="r" b="b"/>
              <a:pathLst>
                <a:path w="1468" h="3970" extrusionOk="0">
                  <a:moveTo>
                    <a:pt x="0" y="0"/>
                  </a:moveTo>
                  <a:lnTo>
                    <a:pt x="0" y="3970"/>
                  </a:lnTo>
                  <a:lnTo>
                    <a:pt x="1468" y="3136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73">
              <a:extLst>
                <a:ext uri="{FF2B5EF4-FFF2-40B4-BE49-F238E27FC236}">
                  <a16:creationId xmlns:a16="http://schemas.microsoft.com/office/drawing/2014/main" id="{6E3679FA-1582-44E4-FC34-B9A5A16AA047}"/>
                </a:ext>
              </a:extLst>
            </p:cNvPr>
            <p:cNvSpPr/>
            <p:nvPr/>
          </p:nvSpPr>
          <p:spPr>
            <a:xfrm>
              <a:off x="5828890" y="2273929"/>
              <a:ext cx="23635" cy="64464"/>
            </a:xfrm>
            <a:custGeom>
              <a:avLst/>
              <a:gdLst/>
              <a:ahLst/>
              <a:cxnLst/>
              <a:rect l="l" t="t" r="r" b="b"/>
              <a:pathLst>
                <a:path w="1468" h="4004" extrusionOk="0">
                  <a:moveTo>
                    <a:pt x="0" y="1"/>
                  </a:moveTo>
                  <a:lnTo>
                    <a:pt x="0" y="4003"/>
                  </a:lnTo>
                  <a:lnTo>
                    <a:pt x="1468" y="3136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73">
              <a:extLst>
                <a:ext uri="{FF2B5EF4-FFF2-40B4-BE49-F238E27FC236}">
                  <a16:creationId xmlns:a16="http://schemas.microsoft.com/office/drawing/2014/main" id="{FC26E85B-302F-849C-57E2-F277D63F7326}"/>
                </a:ext>
              </a:extLst>
            </p:cNvPr>
            <p:cNvSpPr/>
            <p:nvPr/>
          </p:nvSpPr>
          <p:spPr>
            <a:xfrm>
              <a:off x="5943812" y="1983501"/>
              <a:ext cx="88325" cy="60053"/>
            </a:xfrm>
            <a:custGeom>
              <a:avLst/>
              <a:gdLst/>
              <a:ahLst/>
              <a:cxnLst/>
              <a:rect l="l" t="t" r="r" b="b"/>
              <a:pathLst>
                <a:path w="5486" h="3730" extrusionOk="0">
                  <a:moveTo>
                    <a:pt x="4407" y="1"/>
                  </a:moveTo>
                  <a:cubicBezTo>
                    <a:pt x="4290" y="1"/>
                    <a:pt x="4165" y="29"/>
                    <a:pt x="4037" y="93"/>
                  </a:cubicBezTo>
                  <a:lnTo>
                    <a:pt x="1" y="2428"/>
                  </a:lnTo>
                  <a:lnTo>
                    <a:pt x="734" y="3729"/>
                  </a:lnTo>
                  <a:lnTo>
                    <a:pt x="4804" y="1361"/>
                  </a:lnTo>
                  <a:cubicBezTo>
                    <a:pt x="5486" y="935"/>
                    <a:pt x="5079" y="1"/>
                    <a:pt x="440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73">
              <a:extLst>
                <a:ext uri="{FF2B5EF4-FFF2-40B4-BE49-F238E27FC236}">
                  <a16:creationId xmlns:a16="http://schemas.microsoft.com/office/drawing/2014/main" id="{A7202B25-668D-39F8-FBFE-9C9E0C86A2B8}"/>
                </a:ext>
              </a:extLst>
            </p:cNvPr>
            <p:cNvSpPr/>
            <p:nvPr/>
          </p:nvSpPr>
          <p:spPr>
            <a:xfrm>
              <a:off x="5943812" y="2035279"/>
              <a:ext cx="88679" cy="60375"/>
            </a:xfrm>
            <a:custGeom>
              <a:avLst/>
              <a:gdLst/>
              <a:ahLst/>
              <a:cxnLst/>
              <a:rect l="l" t="t" r="r" b="b"/>
              <a:pathLst>
                <a:path w="5508" h="3750" extrusionOk="0">
                  <a:moveTo>
                    <a:pt x="4450" y="0"/>
                  </a:moveTo>
                  <a:cubicBezTo>
                    <a:pt x="4329" y="0"/>
                    <a:pt x="4201" y="35"/>
                    <a:pt x="4070" y="113"/>
                  </a:cubicBezTo>
                  <a:lnTo>
                    <a:pt x="1" y="2448"/>
                  </a:lnTo>
                  <a:lnTo>
                    <a:pt x="734" y="3749"/>
                  </a:lnTo>
                  <a:lnTo>
                    <a:pt x="4804" y="1381"/>
                  </a:lnTo>
                  <a:cubicBezTo>
                    <a:pt x="5507" y="987"/>
                    <a:pt x="5096" y="0"/>
                    <a:pt x="445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73">
              <a:extLst>
                <a:ext uri="{FF2B5EF4-FFF2-40B4-BE49-F238E27FC236}">
                  <a16:creationId xmlns:a16="http://schemas.microsoft.com/office/drawing/2014/main" id="{2AA6DFCE-4BFC-ED74-BE6C-D33A6BABCBD3}"/>
                </a:ext>
              </a:extLst>
            </p:cNvPr>
            <p:cNvSpPr/>
            <p:nvPr/>
          </p:nvSpPr>
          <p:spPr>
            <a:xfrm>
              <a:off x="5943812" y="2087378"/>
              <a:ext cx="89130" cy="60359"/>
            </a:xfrm>
            <a:custGeom>
              <a:avLst/>
              <a:gdLst/>
              <a:ahLst/>
              <a:cxnLst/>
              <a:rect l="l" t="t" r="r" b="b"/>
              <a:pathLst>
                <a:path w="5536" h="3749" extrusionOk="0">
                  <a:moveTo>
                    <a:pt x="4451" y="0"/>
                  </a:moveTo>
                  <a:cubicBezTo>
                    <a:pt x="4330" y="0"/>
                    <a:pt x="4201" y="34"/>
                    <a:pt x="4070" y="113"/>
                  </a:cubicBezTo>
                  <a:lnTo>
                    <a:pt x="1" y="2481"/>
                  </a:lnTo>
                  <a:lnTo>
                    <a:pt x="734" y="3749"/>
                  </a:lnTo>
                  <a:lnTo>
                    <a:pt x="4804" y="1414"/>
                  </a:lnTo>
                  <a:cubicBezTo>
                    <a:pt x="5535" y="992"/>
                    <a:pt x="5104" y="0"/>
                    <a:pt x="44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73">
              <a:extLst>
                <a:ext uri="{FF2B5EF4-FFF2-40B4-BE49-F238E27FC236}">
                  <a16:creationId xmlns:a16="http://schemas.microsoft.com/office/drawing/2014/main" id="{EE8C960A-69F4-5117-2C8F-29AB4540D49B}"/>
                </a:ext>
              </a:extLst>
            </p:cNvPr>
            <p:cNvSpPr/>
            <p:nvPr/>
          </p:nvSpPr>
          <p:spPr>
            <a:xfrm>
              <a:off x="5943812" y="2139091"/>
              <a:ext cx="89436" cy="60745"/>
            </a:xfrm>
            <a:custGeom>
              <a:avLst/>
              <a:gdLst/>
              <a:ahLst/>
              <a:cxnLst/>
              <a:rect l="l" t="t" r="r" b="b"/>
              <a:pathLst>
                <a:path w="5555" h="3773" extrusionOk="0">
                  <a:moveTo>
                    <a:pt x="4489" y="1"/>
                  </a:moveTo>
                  <a:cubicBezTo>
                    <a:pt x="4357" y="1"/>
                    <a:pt x="4215" y="42"/>
                    <a:pt x="4070" y="136"/>
                  </a:cubicBezTo>
                  <a:lnTo>
                    <a:pt x="1" y="2471"/>
                  </a:lnTo>
                  <a:lnTo>
                    <a:pt x="734" y="3772"/>
                  </a:lnTo>
                  <a:lnTo>
                    <a:pt x="4804" y="1404"/>
                  </a:lnTo>
                  <a:cubicBezTo>
                    <a:pt x="5554" y="1015"/>
                    <a:pt x="5147" y="1"/>
                    <a:pt x="4489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73">
              <a:extLst>
                <a:ext uri="{FF2B5EF4-FFF2-40B4-BE49-F238E27FC236}">
                  <a16:creationId xmlns:a16="http://schemas.microsoft.com/office/drawing/2014/main" id="{1E510BAA-836C-5883-4AEE-8F77AA6A52B1}"/>
                </a:ext>
              </a:extLst>
            </p:cNvPr>
            <p:cNvSpPr/>
            <p:nvPr/>
          </p:nvSpPr>
          <p:spPr>
            <a:xfrm>
              <a:off x="5943812" y="1983501"/>
              <a:ext cx="88325" cy="60053"/>
            </a:xfrm>
            <a:custGeom>
              <a:avLst/>
              <a:gdLst/>
              <a:ahLst/>
              <a:cxnLst/>
              <a:rect l="l" t="t" r="r" b="b"/>
              <a:pathLst>
                <a:path w="5486" h="3730" extrusionOk="0">
                  <a:moveTo>
                    <a:pt x="4407" y="1"/>
                  </a:moveTo>
                  <a:cubicBezTo>
                    <a:pt x="4290" y="1"/>
                    <a:pt x="4165" y="29"/>
                    <a:pt x="4037" y="93"/>
                  </a:cubicBezTo>
                  <a:lnTo>
                    <a:pt x="1" y="2428"/>
                  </a:lnTo>
                  <a:lnTo>
                    <a:pt x="734" y="3729"/>
                  </a:lnTo>
                  <a:lnTo>
                    <a:pt x="4804" y="1361"/>
                  </a:lnTo>
                  <a:cubicBezTo>
                    <a:pt x="5486" y="935"/>
                    <a:pt x="5079" y="1"/>
                    <a:pt x="4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73">
              <a:extLst>
                <a:ext uri="{FF2B5EF4-FFF2-40B4-BE49-F238E27FC236}">
                  <a16:creationId xmlns:a16="http://schemas.microsoft.com/office/drawing/2014/main" id="{E88FA623-0D6D-AED6-00A8-653C54062C69}"/>
                </a:ext>
              </a:extLst>
            </p:cNvPr>
            <p:cNvSpPr/>
            <p:nvPr/>
          </p:nvSpPr>
          <p:spPr>
            <a:xfrm>
              <a:off x="5943812" y="2035279"/>
              <a:ext cx="88679" cy="60375"/>
            </a:xfrm>
            <a:custGeom>
              <a:avLst/>
              <a:gdLst/>
              <a:ahLst/>
              <a:cxnLst/>
              <a:rect l="l" t="t" r="r" b="b"/>
              <a:pathLst>
                <a:path w="5508" h="3750" extrusionOk="0">
                  <a:moveTo>
                    <a:pt x="4450" y="0"/>
                  </a:moveTo>
                  <a:cubicBezTo>
                    <a:pt x="4329" y="0"/>
                    <a:pt x="4201" y="35"/>
                    <a:pt x="4070" y="113"/>
                  </a:cubicBezTo>
                  <a:lnTo>
                    <a:pt x="1" y="2448"/>
                  </a:lnTo>
                  <a:lnTo>
                    <a:pt x="734" y="3749"/>
                  </a:lnTo>
                  <a:lnTo>
                    <a:pt x="4804" y="1381"/>
                  </a:lnTo>
                  <a:cubicBezTo>
                    <a:pt x="5507" y="987"/>
                    <a:pt x="5096" y="0"/>
                    <a:pt x="4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73">
              <a:extLst>
                <a:ext uri="{FF2B5EF4-FFF2-40B4-BE49-F238E27FC236}">
                  <a16:creationId xmlns:a16="http://schemas.microsoft.com/office/drawing/2014/main" id="{A4351715-C0FD-0114-0DB9-3D777A60AA51}"/>
                </a:ext>
              </a:extLst>
            </p:cNvPr>
            <p:cNvSpPr/>
            <p:nvPr/>
          </p:nvSpPr>
          <p:spPr>
            <a:xfrm>
              <a:off x="5943812" y="2087378"/>
              <a:ext cx="89130" cy="60359"/>
            </a:xfrm>
            <a:custGeom>
              <a:avLst/>
              <a:gdLst/>
              <a:ahLst/>
              <a:cxnLst/>
              <a:rect l="l" t="t" r="r" b="b"/>
              <a:pathLst>
                <a:path w="5536" h="3749" extrusionOk="0">
                  <a:moveTo>
                    <a:pt x="4451" y="0"/>
                  </a:moveTo>
                  <a:cubicBezTo>
                    <a:pt x="4330" y="0"/>
                    <a:pt x="4201" y="34"/>
                    <a:pt x="4070" y="113"/>
                  </a:cubicBezTo>
                  <a:lnTo>
                    <a:pt x="1" y="2481"/>
                  </a:lnTo>
                  <a:lnTo>
                    <a:pt x="734" y="3749"/>
                  </a:lnTo>
                  <a:lnTo>
                    <a:pt x="4804" y="1414"/>
                  </a:lnTo>
                  <a:cubicBezTo>
                    <a:pt x="5535" y="992"/>
                    <a:pt x="5104" y="0"/>
                    <a:pt x="4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73">
              <a:extLst>
                <a:ext uri="{FF2B5EF4-FFF2-40B4-BE49-F238E27FC236}">
                  <a16:creationId xmlns:a16="http://schemas.microsoft.com/office/drawing/2014/main" id="{B88F2514-13ED-4F02-547F-C1B5F3B93292}"/>
                </a:ext>
              </a:extLst>
            </p:cNvPr>
            <p:cNvSpPr/>
            <p:nvPr/>
          </p:nvSpPr>
          <p:spPr>
            <a:xfrm>
              <a:off x="5943812" y="2139091"/>
              <a:ext cx="89436" cy="60745"/>
            </a:xfrm>
            <a:custGeom>
              <a:avLst/>
              <a:gdLst/>
              <a:ahLst/>
              <a:cxnLst/>
              <a:rect l="l" t="t" r="r" b="b"/>
              <a:pathLst>
                <a:path w="5555" h="3773" extrusionOk="0">
                  <a:moveTo>
                    <a:pt x="4489" y="1"/>
                  </a:moveTo>
                  <a:cubicBezTo>
                    <a:pt x="4357" y="1"/>
                    <a:pt x="4215" y="42"/>
                    <a:pt x="4070" y="136"/>
                  </a:cubicBezTo>
                  <a:lnTo>
                    <a:pt x="1" y="2471"/>
                  </a:lnTo>
                  <a:lnTo>
                    <a:pt x="734" y="3772"/>
                  </a:lnTo>
                  <a:lnTo>
                    <a:pt x="4804" y="1404"/>
                  </a:lnTo>
                  <a:cubicBezTo>
                    <a:pt x="5554" y="1015"/>
                    <a:pt x="5147" y="1"/>
                    <a:pt x="4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73">
              <a:extLst>
                <a:ext uri="{FF2B5EF4-FFF2-40B4-BE49-F238E27FC236}">
                  <a16:creationId xmlns:a16="http://schemas.microsoft.com/office/drawing/2014/main" id="{96933B94-0633-6113-E500-FA71FF694CE3}"/>
                </a:ext>
              </a:extLst>
            </p:cNvPr>
            <p:cNvSpPr/>
            <p:nvPr/>
          </p:nvSpPr>
          <p:spPr>
            <a:xfrm>
              <a:off x="5943812" y="1990907"/>
              <a:ext cx="55336" cy="52647"/>
            </a:xfrm>
            <a:custGeom>
              <a:avLst/>
              <a:gdLst/>
              <a:ahLst/>
              <a:cxnLst/>
              <a:rect l="l" t="t" r="r" b="b"/>
              <a:pathLst>
                <a:path w="3437" h="3270" extrusionOk="0">
                  <a:moveTo>
                    <a:pt x="3436" y="0"/>
                  </a:moveTo>
                  <a:lnTo>
                    <a:pt x="1" y="1968"/>
                  </a:lnTo>
                  <a:lnTo>
                    <a:pt x="734" y="3269"/>
                  </a:lnTo>
                  <a:lnTo>
                    <a:pt x="3436" y="170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73">
              <a:extLst>
                <a:ext uri="{FF2B5EF4-FFF2-40B4-BE49-F238E27FC236}">
                  <a16:creationId xmlns:a16="http://schemas.microsoft.com/office/drawing/2014/main" id="{5FB26A79-D45E-8B56-5543-99B22145436D}"/>
                </a:ext>
              </a:extLst>
            </p:cNvPr>
            <p:cNvSpPr/>
            <p:nvPr/>
          </p:nvSpPr>
          <p:spPr>
            <a:xfrm>
              <a:off x="5943812" y="2146642"/>
              <a:ext cx="55336" cy="53194"/>
            </a:xfrm>
            <a:custGeom>
              <a:avLst/>
              <a:gdLst/>
              <a:ahLst/>
              <a:cxnLst/>
              <a:rect l="l" t="t" r="r" b="b"/>
              <a:pathLst>
                <a:path w="3437" h="3304" extrusionOk="0">
                  <a:moveTo>
                    <a:pt x="3436" y="1"/>
                  </a:moveTo>
                  <a:lnTo>
                    <a:pt x="1" y="2002"/>
                  </a:lnTo>
                  <a:lnTo>
                    <a:pt x="734" y="3303"/>
                  </a:lnTo>
                  <a:lnTo>
                    <a:pt x="3436" y="1736"/>
                  </a:lnTo>
                  <a:lnTo>
                    <a:pt x="3436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73">
              <a:extLst>
                <a:ext uri="{FF2B5EF4-FFF2-40B4-BE49-F238E27FC236}">
                  <a16:creationId xmlns:a16="http://schemas.microsoft.com/office/drawing/2014/main" id="{33FB21FC-295E-16E2-6880-8A120C12AE0E}"/>
                </a:ext>
              </a:extLst>
            </p:cNvPr>
            <p:cNvSpPr/>
            <p:nvPr/>
          </p:nvSpPr>
          <p:spPr>
            <a:xfrm>
              <a:off x="5943812" y="2094559"/>
              <a:ext cx="55336" cy="53178"/>
            </a:xfrm>
            <a:custGeom>
              <a:avLst/>
              <a:gdLst/>
              <a:ahLst/>
              <a:cxnLst/>
              <a:rect l="l" t="t" r="r" b="b"/>
              <a:pathLst>
                <a:path w="3437" h="3303" extrusionOk="0">
                  <a:moveTo>
                    <a:pt x="3436" y="0"/>
                  </a:moveTo>
                  <a:lnTo>
                    <a:pt x="1" y="2002"/>
                  </a:lnTo>
                  <a:lnTo>
                    <a:pt x="734" y="3303"/>
                  </a:lnTo>
                  <a:lnTo>
                    <a:pt x="3436" y="17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73">
              <a:extLst>
                <a:ext uri="{FF2B5EF4-FFF2-40B4-BE49-F238E27FC236}">
                  <a16:creationId xmlns:a16="http://schemas.microsoft.com/office/drawing/2014/main" id="{98F15DFF-D18B-1806-9AC5-1F5F2CC61845}"/>
                </a:ext>
              </a:extLst>
            </p:cNvPr>
            <p:cNvSpPr/>
            <p:nvPr/>
          </p:nvSpPr>
          <p:spPr>
            <a:xfrm>
              <a:off x="5943812" y="2043007"/>
              <a:ext cx="55336" cy="52647"/>
            </a:xfrm>
            <a:custGeom>
              <a:avLst/>
              <a:gdLst/>
              <a:ahLst/>
              <a:cxnLst/>
              <a:rect l="l" t="t" r="r" b="b"/>
              <a:pathLst>
                <a:path w="3437" h="3270" extrusionOk="0">
                  <a:moveTo>
                    <a:pt x="3436" y="0"/>
                  </a:moveTo>
                  <a:lnTo>
                    <a:pt x="1" y="1968"/>
                  </a:lnTo>
                  <a:lnTo>
                    <a:pt x="734" y="3269"/>
                  </a:lnTo>
                  <a:lnTo>
                    <a:pt x="3436" y="1701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73">
              <a:extLst>
                <a:ext uri="{FF2B5EF4-FFF2-40B4-BE49-F238E27FC236}">
                  <a16:creationId xmlns:a16="http://schemas.microsoft.com/office/drawing/2014/main" id="{4C3FC7C2-EAF8-88A2-EE79-5172B7D0AF2D}"/>
                </a:ext>
              </a:extLst>
            </p:cNvPr>
            <p:cNvSpPr/>
            <p:nvPr/>
          </p:nvSpPr>
          <p:spPr>
            <a:xfrm>
              <a:off x="5731679" y="1962442"/>
              <a:ext cx="243835" cy="138573"/>
            </a:xfrm>
            <a:custGeom>
              <a:avLst/>
              <a:gdLst/>
              <a:ahLst/>
              <a:cxnLst/>
              <a:rect l="l" t="t" r="r" b="b"/>
              <a:pathLst>
                <a:path w="15145" h="8607" extrusionOk="0">
                  <a:moveTo>
                    <a:pt x="13210" y="0"/>
                  </a:moveTo>
                  <a:cubicBezTo>
                    <a:pt x="12901" y="0"/>
                    <a:pt x="12593" y="67"/>
                    <a:pt x="12309" y="201"/>
                  </a:cubicBezTo>
                  <a:lnTo>
                    <a:pt x="634" y="6972"/>
                  </a:lnTo>
                  <a:cubicBezTo>
                    <a:pt x="367" y="7106"/>
                    <a:pt x="134" y="7339"/>
                    <a:pt x="0" y="7639"/>
                  </a:cubicBezTo>
                  <a:lnTo>
                    <a:pt x="1668" y="8607"/>
                  </a:lnTo>
                  <a:cubicBezTo>
                    <a:pt x="1802" y="8306"/>
                    <a:pt x="2035" y="8073"/>
                    <a:pt x="2302" y="7939"/>
                  </a:cubicBezTo>
                  <a:lnTo>
                    <a:pt x="14511" y="868"/>
                  </a:lnTo>
                  <a:cubicBezTo>
                    <a:pt x="14632" y="787"/>
                    <a:pt x="14765" y="743"/>
                    <a:pt x="14896" y="743"/>
                  </a:cubicBezTo>
                  <a:cubicBezTo>
                    <a:pt x="14982" y="743"/>
                    <a:pt x="15066" y="762"/>
                    <a:pt x="15145" y="801"/>
                  </a:cubicBezTo>
                  <a:lnTo>
                    <a:pt x="14111" y="201"/>
                  </a:lnTo>
                  <a:cubicBezTo>
                    <a:pt x="13827" y="67"/>
                    <a:pt x="13518" y="0"/>
                    <a:pt x="1321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73">
              <a:extLst>
                <a:ext uri="{FF2B5EF4-FFF2-40B4-BE49-F238E27FC236}">
                  <a16:creationId xmlns:a16="http://schemas.microsoft.com/office/drawing/2014/main" id="{C82C9979-476D-C10B-3D00-AD82FF048FDA}"/>
                </a:ext>
              </a:extLst>
            </p:cNvPr>
            <p:cNvSpPr/>
            <p:nvPr/>
          </p:nvSpPr>
          <p:spPr>
            <a:xfrm>
              <a:off x="5754235" y="1974630"/>
              <a:ext cx="225577" cy="377690"/>
            </a:xfrm>
            <a:custGeom>
              <a:avLst/>
              <a:gdLst/>
              <a:ahLst/>
              <a:cxnLst/>
              <a:rect l="l" t="t" r="r" b="b"/>
              <a:pathLst>
                <a:path w="14011" h="23459" extrusionOk="0">
                  <a:moveTo>
                    <a:pt x="13485" y="1"/>
                  </a:moveTo>
                  <a:cubicBezTo>
                    <a:pt x="13368" y="1"/>
                    <a:pt x="13240" y="36"/>
                    <a:pt x="13110" y="111"/>
                  </a:cubicBezTo>
                  <a:lnTo>
                    <a:pt x="901" y="7182"/>
                  </a:lnTo>
                  <a:cubicBezTo>
                    <a:pt x="367" y="7516"/>
                    <a:pt x="34" y="8083"/>
                    <a:pt x="0" y="8717"/>
                  </a:cubicBezTo>
                  <a:lnTo>
                    <a:pt x="0" y="22827"/>
                  </a:lnTo>
                  <a:cubicBezTo>
                    <a:pt x="0" y="23225"/>
                    <a:pt x="214" y="23459"/>
                    <a:pt x="503" y="23459"/>
                  </a:cubicBezTo>
                  <a:cubicBezTo>
                    <a:pt x="626" y="23459"/>
                    <a:pt x="762" y="23417"/>
                    <a:pt x="901" y="23327"/>
                  </a:cubicBezTo>
                  <a:lnTo>
                    <a:pt x="13110" y="16289"/>
                  </a:lnTo>
                  <a:cubicBezTo>
                    <a:pt x="13644" y="15922"/>
                    <a:pt x="13977" y="15355"/>
                    <a:pt x="14010" y="14721"/>
                  </a:cubicBezTo>
                  <a:lnTo>
                    <a:pt x="14010" y="644"/>
                  </a:lnTo>
                  <a:cubicBezTo>
                    <a:pt x="14010" y="236"/>
                    <a:pt x="13785" y="1"/>
                    <a:pt x="1348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73">
              <a:extLst>
                <a:ext uri="{FF2B5EF4-FFF2-40B4-BE49-F238E27FC236}">
                  <a16:creationId xmlns:a16="http://schemas.microsoft.com/office/drawing/2014/main" id="{90365B81-8656-CC8B-E9EB-8E111B80D32E}"/>
                </a:ext>
              </a:extLst>
            </p:cNvPr>
            <p:cNvSpPr/>
            <p:nvPr/>
          </p:nvSpPr>
          <p:spPr>
            <a:xfrm>
              <a:off x="5727380" y="2085430"/>
              <a:ext cx="31170" cy="265859"/>
            </a:xfrm>
            <a:custGeom>
              <a:avLst/>
              <a:gdLst/>
              <a:ahLst/>
              <a:cxnLst/>
              <a:rect l="l" t="t" r="r" b="b"/>
              <a:pathLst>
                <a:path w="1936" h="16513" extrusionOk="0">
                  <a:moveTo>
                    <a:pt x="267" y="0"/>
                  </a:moveTo>
                  <a:cubicBezTo>
                    <a:pt x="101" y="234"/>
                    <a:pt x="1" y="567"/>
                    <a:pt x="1" y="868"/>
                  </a:cubicBezTo>
                  <a:lnTo>
                    <a:pt x="1" y="14377"/>
                  </a:lnTo>
                  <a:cubicBezTo>
                    <a:pt x="34" y="15011"/>
                    <a:pt x="368" y="15578"/>
                    <a:pt x="901" y="15945"/>
                  </a:cubicBezTo>
                  <a:lnTo>
                    <a:pt x="1902" y="16512"/>
                  </a:lnTo>
                  <a:cubicBezTo>
                    <a:pt x="1735" y="16379"/>
                    <a:pt x="1635" y="16145"/>
                    <a:pt x="1668" y="15945"/>
                  </a:cubicBezTo>
                  <a:lnTo>
                    <a:pt x="1668" y="1835"/>
                  </a:lnTo>
                  <a:cubicBezTo>
                    <a:pt x="1668" y="1535"/>
                    <a:pt x="1769" y="1234"/>
                    <a:pt x="1935" y="968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73">
              <a:extLst>
                <a:ext uri="{FF2B5EF4-FFF2-40B4-BE49-F238E27FC236}">
                  <a16:creationId xmlns:a16="http://schemas.microsoft.com/office/drawing/2014/main" id="{C1FFCFE7-339C-79EA-80A7-2616237DEB4E}"/>
                </a:ext>
              </a:extLst>
            </p:cNvPr>
            <p:cNvSpPr/>
            <p:nvPr/>
          </p:nvSpPr>
          <p:spPr>
            <a:xfrm>
              <a:off x="5778932" y="2017005"/>
              <a:ext cx="176182" cy="292617"/>
            </a:xfrm>
            <a:custGeom>
              <a:avLst/>
              <a:gdLst/>
              <a:ahLst/>
              <a:cxnLst/>
              <a:rect l="l" t="t" r="r" b="b"/>
              <a:pathLst>
                <a:path w="10943" h="18175" extrusionOk="0">
                  <a:moveTo>
                    <a:pt x="10475" y="247"/>
                  </a:moveTo>
                  <a:cubicBezTo>
                    <a:pt x="10508" y="247"/>
                    <a:pt x="10542" y="247"/>
                    <a:pt x="10575" y="281"/>
                  </a:cubicBezTo>
                  <a:cubicBezTo>
                    <a:pt x="10642" y="314"/>
                    <a:pt x="10675" y="414"/>
                    <a:pt x="10675" y="514"/>
                  </a:cubicBezTo>
                  <a:lnTo>
                    <a:pt x="10675" y="11522"/>
                  </a:lnTo>
                  <a:cubicBezTo>
                    <a:pt x="10642" y="11856"/>
                    <a:pt x="10442" y="12189"/>
                    <a:pt x="10175" y="12389"/>
                  </a:cubicBezTo>
                  <a:lnTo>
                    <a:pt x="668" y="17860"/>
                  </a:lnTo>
                  <a:cubicBezTo>
                    <a:pt x="616" y="17912"/>
                    <a:pt x="552" y="17935"/>
                    <a:pt x="489" y="17935"/>
                  </a:cubicBezTo>
                  <a:cubicBezTo>
                    <a:pt x="350" y="17935"/>
                    <a:pt x="222" y="17821"/>
                    <a:pt x="268" y="17660"/>
                  </a:cubicBezTo>
                  <a:lnTo>
                    <a:pt x="268" y="6685"/>
                  </a:lnTo>
                  <a:cubicBezTo>
                    <a:pt x="301" y="6318"/>
                    <a:pt x="468" y="5985"/>
                    <a:pt x="768" y="5785"/>
                  </a:cubicBezTo>
                  <a:lnTo>
                    <a:pt x="10275" y="314"/>
                  </a:lnTo>
                  <a:cubicBezTo>
                    <a:pt x="10342" y="281"/>
                    <a:pt x="10408" y="247"/>
                    <a:pt x="10475" y="247"/>
                  </a:cubicBezTo>
                  <a:close/>
                  <a:moveTo>
                    <a:pt x="10445" y="1"/>
                  </a:moveTo>
                  <a:cubicBezTo>
                    <a:pt x="10342" y="1"/>
                    <a:pt x="10248" y="26"/>
                    <a:pt x="10175" y="81"/>
                  </a:cubicBezTo>
                  <a:lnTo>
                    <a:pt x="668" y="5585"/>
                  </a:lnTo>
                  <a:cubicBezTo>
                    <a:pt x="268" y="5818"/>
                    <a:pt x="34" y="6218"/>
                    <a:pt x="34" y="6685"/>
                  </a:cubicBezTo>
                  <a:lnTo>
                    <a:pt x="34" y="17660"/>
                  </a:lnTo>
                  <a:cubicBezTo>
                    <a:pt x="1" y="17827"/>
                    <a:pt x="101" y="18027"/>
                    <a:pt x="268" y="18127"/>
                  </a:cubicBezTo>
                  <a:cubicBezTo>
                    <a:pt x="315" y="18150"/>
                    <a:pt x="362" y="18174"/>
                    <a:pt x="409" y="18174"/>
                  </a:cubicBezTo>
                  <a:cubicBezTo>
                    <a:pt x="429" y="18174"/>
                    <a:pt x="448" y="18170"/>
                    <a:pt x="468" y="18160"/>
                  </a:cubicBezTo>
                  <a:cubicBezTo>
                    <a:pt x="495" y="18169"/>
                    <a:pt x="522" y="18173"/>
                    <a:pt x="548" y="18173"/>
                  </a:cubicBezTo>
                  <a:cubicBezTo>
                    <a:pt x="622" y="18173"/>
                    <a:pt x="695" y="18142"/>
                    <a:pt x="768" y="18093"/>
                  </a:cubicBezTo>
                  <a:lnTo>
                    <a:pt x="10308" y="12590"/>
                  </a:lnTo>
                  <a:cubicBezTo>
                    <a:pt x="10675" y="12356"/>
                    <a:pt x="10909" y="11956"/>
                    <a:pt x="10909" y="11522"/>
                  </a:cubicBezTo>
                  <a:lnTo>
                    <a:pt x="10909" y="514"/>
                  </a:lnTo>
                  <a:cubicBezTo>
                    <a:pt x="10942" y="347"/>
                    <a:pt x="10842" y="147"/>
                    <a:pt x="10709" y="47"/>
                  </a:cubicBezTo>
                  <a:cubicBezTo>
                    <a:pt x="10619" y="17"/>
                    <a:pt x="10529" y="1"/>
                    <a:pt x="1044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73">
              <a:extLst>
                <a:ext uri="{FF2B5EF4-FFF2-40B4-BE49-F238E27FC236}">
                  <a16:creationId xmlns:a16="http://schemas.microsoft.com/office/drawing/2014/main" id="{0F22866B-D32A-0A48-47AB-44E42D67EB39}"/>
                </a:ext>
              </a:extLst>
            </p:cNvPr>
            <p:cNvSpPr/>
            <p:nvPr/>
          </p:nvSpPr>
          <p:spPr>
            <a:xfrm>
              <a:off x="5810617" y="2068461"/>
              <a:ext cx="112652" cy="188837"/>
            </a:xfrm>
            <a:custGeom>
              <a:avLst/>
              <a:gdLst/>
              <a:ahLst/>
              <a:cxnLst/>
              <a:rect l="l" t="t" r="r" b="b"/>
              <a:pathLst>
                <a:path w="6997" h="11729" extrusionOk="0">
                  <a:moveTo>
                    <a:pt x="6739" y="220"/>
                  </a:moveTo>
                  <a:cubicBezTo>
                    <a:pt x="6739" y="254"/>
                    <a:pt x="6772" y="254"/>
                    <a:pt x="6772" y="287"/>
                  </a:cubicBezTo>
                  <a:lnTo>
                    <a:pt x="6739" y="7559"/>
                  </a:lnTo>
                  <a:cubicBezTo>
                    <a:pt x="6739" y="7659"/>
                    <a:pt x="6672" y="7792"/>
                    <a:pt x="6572" y="7859"/>
                  </a:cubicBezTo>
                  <a:lnTo>
                    <a:pt x="301" y="11462"/>
                  </a:lnTo>
                  <a:lnTo>
                    <a:pt x="268" y="11462"/>
                  </a:lnTo>
                  <a:cubicBezTo>
                    <a:pt x="234" y="11428"/>
                    <a:pt x="234" y="11428"/>
                    <a:pt x="268" y="11395"/>
                  </a:cubicBezTo>
                  <a:lnTo>
                    <a:pt x="268" y="4190"/>
                  </a:lnTo>
                  <a:cubicBezTo>
                    <a:pt x="268" y="4056"/>
                    <a:pt x="335" y="3956"/>
                    <a:pt x="435" y="3890"/>
                  </a:cubicBezTo>
                  <a:lnTo>
                    <a:pt x="6706" y="220"/>
                  </a:lnTo>
                  <a:close/>
                  <a:moveTo>
                    <a:pt x="6723" y="1"/>
                  </a:moveTo>
                  <a:cubicBezTo>
                    <a:pt x="6671" y="1"/>
                    <a:pt x="6618" y="17"/>
                    <a:pt x="6572" y="54"/>
                  </a:cubicBezTo>
                  <a:lnTo>
                    <a:pt x="301" y="3689"/>
                  </a:lnTo>
                  <a:cubicBezTo>
                    <a:pt x="134" y="3823"/>
                    <a:pt x="1" y="3990"/>
                    <a:pt x="1" y="4223"/>
                  </a:cubicBezTo>
                  <a:lnTo>
                    <a:pt x="1" y="11428"/>
                  </a:lnTo>
                  <a:cubicBezTo>
                    <a:pt x="1" y="11528"/>
                    <a:pt x="34" y="11628"/>
                    <a:pt x="134" y="11695"/>
                  </a:cubicBezTo>
                  <a:cubicBezTo>
                    <a:pt x="168" y="11695"/>
                    <a:pt x="201" y="11729"/>
                    <a:pt x="234" y="11729"/>
                  </a:cubicBezTo>
                  <a:cubicBezTo>
                    <a:pt x="301" y="11729"/>
                    <a:pt x="368" y="11695"/>
                    <a:pt x="401" y="11662"/>
                  </a:cubicBezTo>
                  <a:lnTo>
                    <a:pt x="6672" y="8059"/>
                  </a:lnTo>
                  <a:cubicBezTo>
                    <a:pt x="6839" y="7959"/>
                    <a:pt x="6939" y="7759"/>
                    <a:pt x="6973" y="7559"/>
                  </a:cubicBezTo>
                  <a:lnTo>
                    <a:pt x="6973" y="287"/>
                  </a:lnTo>
                  <a:cubicBezTo>
                    <a:pt x="6997" y="117"/>
                    <a:pt x="6863" y="1"/>
                    <a:pt x="672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73">
              <a:extLst>
                <a:ext uri="{FF2B5EF4-FFF2-40B4-BE49-F238E27FC236}">
                  <a16:creationId xmlns:a16="http://schemas.microsoft.com/office/drawing/2014/main" id="{AC8EE9B6-661A-F433-1246-686C41AF8C09}"/>
                </a:ext>
              </a:extLst>
            </p:cNvPr>
            <p:cNvSpPr/>
            <p:nvPr/>
          </p:nvSpPr>
          <p:spPr>
            <a:xfrm>
              <a:off x="5782700" y="1972376"/>
              <a:ext cx="24182" cy="91448"/>
            </a:xfrm>
            <a:custGeom>
              <a:avLst/>
              <a:gdLst/>
              <a:ahLst/>
              <a:cxnLst/>
              <a:rect l="l" t="t" r="r" b="b"/>
              <a:pathLst>
                <a:path w="1502" h="5680" extrusionOk="0">
                  <a:moveTo>
                    <a:pt x="751" y="1"/>
                  </a:moveTo>
                  <a:cubicBezTo>
                    <a:pt x="376" y="1"/>
                    <a:pt x="0" y="251"/>
                    <a:pt x="0" y="751"/>
                  </a:cubicBezTo>
                  <a:lnTo>
                    <a:pt x="0" y="5254"/>
                  </a:lnTo>
                  <a:cubicBezTo>
                    <a:pt x="0" y="5388"/>
                    <a:pt x="100" y="5488"/>
                    <a:pt x="234" y="5555"/>
                  </a:cubicBezTo>
                  <a:cubicBezTo>
                    <a:pt x="401" y="5638"/>
                    <a:pt x="576" y="5680"/>
                    <a:pt x="751" y="5680"/>
                  </a:cubicBezTo>
                  <a:cubicBezTo>
                    <a:pt x="926" y="5680"/>
                    <a:pt x="1101" y="5638"/>
                    <a:pt x="1268" y="5555"/>
                  </a:cubicBezTo>
                  <a:cubicBezTo>
                    <a:pt x="1401" y="5488"/>
                    <a:pt x="1468" y="5388"/>
                    <a:pt x="1501" y="5254"/>
                  </a:cubicBezTo>
                  <a:lnTo>
                    <a:pt x="1501" y="751"/>
                  </a:lnTo>
                  <a:cubicBezTo>
                    <a:pt x="1501" y="251"/>
                    <a:pt x="1126" y="1"/>
                    <a:pt x="7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73">
              <a:extLst>
                <a:ext uri="{FF2B5EF4-FFF2-40B4-BE49-F238E27FC236}">
                  <a16:creationId xmlns:a16="http://schemas.microsoft.com/office/drawing/2014/main" id="{852E1C32-91F4-F343-E848-4B2B8A92C195}"/>
                </a:ext>
              </a:extLst>
            </p:cNvPr>
            <p:cNvSpPr/>
            <p:nvPr/>
          </p:nvSpPr>
          <p:spPr>
            <a:xfrm>
              <a:off x="5827812" y="1946471"/>
              <a:ext cx="24182" cy="91174"/>
            </a:xfrm>
            <a:custGeom>
              <a:avLst/>
              <a:gdLst/>
              <a:ahLst/>
              <a:cxnLst/>
              <a:rect l="l" t="t" r="r" b="b"/>
              <a:pathLst>
                <a:path w="1502" h="5663" extrusionOk="0">
                  <a:moveTo>
                    <a:pt x="751" y="0"/>
                  </a:moveTo>
                  <a:cubicBezTo>
                    <a:pt x="376" y="0"/>
                    <a:pt x="0" y="242"/>
                    <a:pt x="0" y="726"/>
                  </a:cubicBezTo>
                  <a:lnTo>
                    <a:pt x="0" y="5229"/>
                  </a:lnTo>
                  <a:cubicBezTo>
                    <a:pt x="0" y="5362"/>
                    <a:pt x="100" y="5496"/>
                    <a:pt x="234" y="5562"/>
                  </a:cubicBezTo>
                  <a:cubicBezTo>
                    <a:pt x="401" y="5629"/>
                    <a:pt x="576" y="5662"/>
                    <a:pt x="751" y="5662"/>
                  </a:cubicBezTo>
                  <a:cubicBezTo>
                    <a:pt x="926" y="5662"/>
                    <a:pt x="1101" y="5629"/>
                    <a:pt x="1268" y="5562"/>
                  </a:cubicBezTo>
                  <a:cubicBezTo>
                    <a:pt x="1401" y="5496"/>
                    <a:pt x="1468" y="5362"/>
                    <a:pt x="1501" y="5229"/>
                  </a:cubicBezTo>
                  <a:lnTo>
                    <a:pt x="1501" y="726"/>
                  </a:lnTo>
                  <a:cubicBezTo>
                    <a:pt x="1501" y="242"/>
                    <a:pt x="1126" y="0"/>
                    <a:pt x="7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73">
              <a:extLst>
                <a:ext uri="{FF2B5EF4-FFF2-40B4-BE49-F238E27FC236}">
                  <a16:creationId xmlns:a16="http://schemas.microsoft.com/office/drawing/2014/main" id="{4FFC5BDF-0CD4-0D5E-8FF2-2DD0E28D5388}"/>
                </a:ext>
              </a:extLst>
            </p:cNvPr>
            <p:cNvSpPr/>
            <p:nvPr/>
          </p:nvSpPr>
          <p:spPr>
            <a:xfrm>
              <a:off x="5872924" y="1921081"/>
              <a:ext cx="24182" cy="90643"/>
            </a:xfrm>
            <a:custGeom>
              <a:avLst/>
              <a:gdLst/>
              <a:ahLst/>
              <a:cxnLst/>
              <a:rect l="l" t="t" r="r" b="b"/>
              <a:pathLst>
                <a:path w="1502" h="5630" extrusionOk="0">
                  <a:moveTo>
                    <a:pt x="751" y="1"/>
                  </a:moveTo>
                  <a:cubicBezTo>
                    <a:pt x="392" y="1"/>
                    <a:pt x="34" y="234"/>
                    <a:pt x="0" y="701"/>
                  </a:cubicBezTo>
                  <a:lnTo>
                    <a:pt x="0" y="5205"/>
                  </a:lnTo>
                  <a:cubicBezTo>
                    <a:pt x="0" y="5338"/>
                    <a:pt x="100" y="5438"/>
                    <a:pt x="234" y="5505"/>
                  </a:cubicBezTo>
                  <a:cubicBezTo>
                    <a:pt x="384" y="5588"/>
                    <a:pt x="559" y="5630"/>
                    <a:pt x="738" y="5630"/>
                  </a:cubicBezTo>
                  <a:cubicBezTo>
                    <a:pt x="918" y="5630"/>
                    <a:pt x="1101" y="5588"/>
                    <a:pt x="1268" y="5505"/>
                  </a:cubicBezTo>
                  <a:cubicBezTo>
                    <a:pt x="1401" y="5438"/>
                    <a:pt x="1468" y="5338"/>
                    <a:pt x="1501" y="5205"/>
                  </a:cubicBezTo>
                  <a:lnTo>
                    <a:pt x="1501" y="701"/>
                  </a:lnTo>
                  <a:cubicBezTo>
                    <a:pt x="1468" y="234"/>
                    <a:pt x="1110" y="1"/>
                    <a:pt x="7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73">
              <a:extLst>
                <a:ext uri="{FF2B5EF4-FFF2-40B4-BE49-F238E27FC236}">
                  <a16:creationId xmlns:a16="http://schemas.microsoft.com/office/drawing/2014/main" id="{29F1E234-F6B1-7B1D-F2CB-8A231835338E}"/>
                </a:ext>
              </a:extLst>
            </p:cNvPr>
            <p:cNvSpPr/>
            <p:nvPr/>
          </p:nvSpPr>
          <p:spPr>
            <a:xfrm>
              <a:off x="5918036" y="1894243"/>
              <a:ext cx="24182" cy="91706"/>
            </a:xfrm>
            <a:custGeom>
              <a:avLst/>
              <a:gdLst/>
              <a:ahLst/>
              <a:cxnLst/>
              <a:rect l="l" t="t" r="r" b="b"/>
              <a:pathLst>
                <a:path w="1502" h="5696" extrusionOk="0">
                  <a:moveTo>
                    <a:pt x="734" y="0"/>
                  </a:moveTo>
                  <a:cubicBezTo>
                    <a:pt x="334" y="0"/>
                    <a:pt x="0" y="334"/>
                    <a:pt x="0" y="767"/>
                  </a:cubicBezTo>
                  <a:lnTo>
                    <a:pt x="0" y="5271"/>
                  </a:lnTo>
                  <a:cubicBezTo>
                    <a:pt x="0" y="5404"/>
                    <a:pt x="100" y="5504"/>
                    <a:pt x="234" y="5571"/>
                  </a:cubicBezTo>
                  <a:cubicBezTo>
                    <a:pt x="384" y="5654"/>
                    <a:pt x="559" y="5696"/>
                    <a:pt x="738" y="5696"/>
                  </a:cubicBezTo>
                  <a:cubicBezTo>
                    <a:pt x="918" y="5696"/>
                    <a:pt x="1101" y="5654"/>
                    <a:pt x="1268" y="5571"/>
                  </a:cubicBezTo>
                  <a:cubicBezTo>
                    <a:pt x="1401" y="5504"/>
                    <a:pt x="1468" y="5404"/>
                    <a:pt x="1501" y="5271"/>
                  </a:cubicBezTo>
                  <a:lnTo>
                    <a:pt x="1501" y="767"/>
                  </a:lnTo>
                  <a:cubicBezTo>
                    <a:pt x="1501" y="334"/>
                    <a:pt x="1168" y="0"/>
                    <a:pt x="734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73">
              <a:extLst>
                <a:ext uri="{FF2B5EF4-FFF2-40B4-BE49-F238E27FC236}">
                  <a16:creationId xmlns:a16="http://schemas.microsoft.com/office/drawing/2014/main" id="{52865E72-A37B-F7FD-85DD-D396C1520429}"/>
                </a:ext>
              </a:extLst>
            </p:cNvPr>
            <p:cNvSpPr/>
            <p:nvPr/>
          </p:nvSpPr>
          <p:spPr>
            <a:xfrm>
              <a:off x="5658375" y="2131396"/>
              <a:ext cx="89436" cy="59345"/>
            </a:xfrm>
            <a:custGeom>
              <a:avLst/>
              <a:gdLst/>
              <a:ahLst/>
              <a:cxnLst/>
              <a:rect l="l" t="t" r="r" b="b"/>
              <a:pathLst>
                <a:path w="5555" h="3686" extrusionOk="0">
                  <a:moveTo>
                    <a:pt x="4830" y="1"/>
                  </a:moveTo>
                  <a:cubicBezTo>
                    <a:pt x="4773" y="1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5"/>
                    <a:pt x="1485" y="3550"/>
                  </a:cubicBezTo>
                  <a:lnTo>
                    <a:pt x="5387" y="1315"/>
                  </a:lnTo>
                  <a:cubicBezTo>
                    <a:pt x="5521" y="1248"/>
                    <a:pt x="5554" y="1115"/>
                    <a:pt x="5554" y="981"/>
                  </a:cubicBezTo>
                  <a:cubicBezTo>
                    <a:pt x="5521" y="614"/>
                    <a:pt x="5321" y="281"/>
                    <a:pt x="5020" y="81"/>
                  </a:cubicBezTo>
                  <a:cubicBezTo>
                    <a:pt x="4965" y="26"/>
                    <a:pt x="4900" y="1"/>
                    <a:pt x="483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73">
              <a:extLst>
                <a:ext uri="{FF2B5EF4-FFF2-40B4-BE49-F238E27FC236}">
                  <a16:creationId xmlns:a16="http://schemas.microsoft.com/office/drawing/2014/main" id="{C22CCD62-72A2-65D1-1BAC-8D3DB56D6741}"/>
                </a:ext>
              </a:extLst>
            </p:cNvPr>
            <p:cNvSpPr/>
            <p:nvPr/>
          </p:nvSpPr>
          <p:spPr>
            <a:xfrm>
              <a:off x="5658681" y="2183656"/>
              <a:ext cx="89130" cy="59345"/>
            </a:xfrm>
            <a:custGeom>
              <a:avLst/>
              <a:gdLst/>
              <a:ahLst/>
              <a:cxnLst/>
              <a:rect l="l" t="t" r="r" b="b"/>
              <a:pathLst>
                <a:path w="5536" h="3686" extrusionOk="0">
                  <a:moveTo>
                    <a:pt x="4786" y="1"/>
                  </a:moveTo>
                  <a:cubicBezTo>
                    <a:pt x="4736" y="1"/>
                    <a:pt x="4685" y="11"/>
                    <a:pt x="4635" y="37"/>
                  </a:cubicBezTo>
                  <a:lnTo>
                    <a:pt x="732" y="2272"/>
                  </a:lnTo>
                  <a:cubicBezTo>
                    <a:pt x="0" y="2694"/>
                    <a:pt x="431" y="3685"/>
                    <a:pt x="1085" y="3685"/>
                  </a:cubicBezTo>
                  <a:cubicBezTo>
                    <a:pt x="1206" y="3685"/>
                    <a:pt x="1335" y="3651"/>
                    <a:pt x="1466" y="3573"/>
                  </a:cubicBezTo>
                  <a:lnTo>
                    <a:pt x="5368" y="1305"/>
                  </a:lnTo>
                  <a:cubicBezTo>
                    <a:pt x="5502" y="1238"/>
                    <a:pt x="5535" y="1104"/>
                    <a:pt x="5535" y="971"/>
                  </a:cubicBezTo>
                  <a:cubicBezTo>
                    <a:pt x="5502" y="604"/>
                    <a:pt x="5302" y="270"/>
                    <a:pt x="5001" y="70"/>
                  </a:cubicBezTo>
                  <a:cubicBezTo>
                    <a:pt x="4940" y="29"/>
                    <a:pt x="4865" y="1"/>
                    <a:pt x="478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73">
              <a:extLst>
                <a:ext uri="{FF2B5EF4-FFF2-40B4-BE49-F238E27FC236}">
                  <a16:creationId xmlns:a16="http://schemas.microsoft.com/office/drawing/2014/main" id="{797C6712-6D8B-05F2-32E5-E752A3393137}"/>
                </a:ext>
              </a:extLst>
            </p:cNvPr>
            <p:cNvSpPr/>
            <p:nvPr/>
          </p:nvSpPr>
          <p:spPr>
            <a:xfrm>
              <a:off x="5658375" y="2235595"/>
              <a:ext cx="89436" cy="59328"/>
            </a:xfrm>
            <a:custGeom>
              <a:avLst/>
              <a:gdLst/>
              <a:ahLst/>
              <a:cxnLst/>
              <a:rect l="l" t="t" r="r" b="b"/>
              <a:pathLst>
                <a:path w="5555" h="3685" extrusionOk="0">
                  <a:moveTo>
                    <a:pt x="4830" y="0"/>
                  </a:moveTo>
                  <a:cubicBezTo>
                    <a:pt x="4773" y="0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4"/>
                    <a:pt x="1485" y="3549"/>
                  </a:cubicBezTo>
                  <a:lnTo>
                    <a:pt x="5387" y="1314"/>
                  </a:lnTo>
                  <a:cubicBezTo>
                    <a:pt x="5521" y="1247"/>
                    <a:pt x="5554" y="1114"/>
                    <a:pt x="5554" y="981"/>
                  </a:cubicBezTo>
                  <a:cubicBezTo>
                    <a:pt x="5521" y="614"/>
                    <a:pt x="5321" y="280"/>
                    <a:pt x="5020" y="80"/>
                  </a:cubicBezTo>
                  <a:cubicBezTo>
                    <a:pt x="4965" y="25"/>
                    <a:pt x="4900" y="0"/>
                    <a:pt x="48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73">
              <a:extLst>
                <a:ext uri="{FF2B5EF4-FFF2-40B4-BE49-F238E27FC236}">
                  <a16:creationId xmlns:a16="http://schemas.microsoft.com/office/drawing/2014/main" id="{49711829-EB85-E976-2E13-051B1E9B81AA}"/>
                </a:ext>
              </a:extLst>
            </p:cNvPr>
            <p:cNvSpPr/>
            <p:nvPr/>
          </p:nvSpPr>
          <p:spPr>
            <a:xfrm>
              <a:off x="5662932" y="2287678"/>
              <a:ext cx="84879" cy="58668"/>
            </a:xfrm>
            <a:custGeom>
              <a:avLst/>
              <a:gdLst/>
              <a:ahLst/>
              <a:cxnLst/>
              <a:rect l="l" t="t" r="r" b="b"/>
              <a:pathLst>
                <a:path w="5272" h="3644" extrusionOk="0">
                  <a:moveTo>
                    <a:pt x="4547" y="1"/>
                  </a:moveTo>
                  <a:cubicBezTo>
                    <a:pt x="4490" y="1"/>
                    <a:pt x="4430" y="17"/>
                    <a:pt x="4371" y="47"/>
                  </a:cubicBezTo>
                  <a:lnTo>
                    <a:pt x="468" y="2282"/>
                  </a:lnTo>
                  <a:cubicBezTo>
                    <a:pt x="134" y="2482"/>
                    <a:pt x="1" y="2916"/>
                    <a:pt x="201" y="3283"/>
                  </a:cubicBezTo>
                  <a:cubicBezTo>
                    <a:pt x="337" y="3510"/>
                    <a:pt x="596" y="3644"/>
                    <a:pt x="853" y="3644"/>
                  </a:cubicBezTo>
                  <a:cubicBezTo>
                    <a:pt x="974" y="3644"/>
                    <a:pt x="1095" y="3614"/>
                    <a:pt x="1202" y="3550"/>
                  </a:cubicBezTo>
                  <a:lnTo>
                    <a:pt x="5104" y="1315"/>
                  </a:lnTo>
                  <a:cubicBezTo>
                    <a:pt x="5238" y="1248"/>
                    <a:pt x="5271" y="1115"/>
                    <a:pt x="5271" y="981"/>
                  </a:cubicBezTo>
                  <a:cubicBezTo>
                    <a:pt x="5238" y="614"/>
                    <a:pt x="5038" y="281"/>
                    <a:pt x="4737" y="81"/>
                  </a:cubicBezTo>
                  <a:cubicBezTo>
                    <a:pt x="4682" y="26"/>
                    <a:pt x="4617" y="1"/>
                    <a:pt x="454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73">
              <a:extLst>
                <a:ext uri="{FF2B5EF4-FFF2-40B4-BE49-F238E27FC236}">
                  <a16:creationId xmlns:a16="http://schemas.microsoft.com/office/drawing/2014/main" id="{662F2DCE-D443-E73E-E067-CA59F57F8CE9}"/>
                </a:ext>
              </a:extLst>
            </p:cNvPr>
            <p:cNvSpPr/>
            <p:nvPr/>
          </p:nvSpPr>
          <p:spPr>
            <a:xfrm>
              <a:off x="5782700" y="1972376"/>
              <a:ext cx="24182" cy="91448"/>
            </a:xfrm>
            <a:custGeom>
              <a:avLst/>
              <a:gdLst/>
              <a:ahLst/>
              <a:cxnLst/>
              <a:rect l="l" t="t" r="r" b="b"/>
              <a:pathLst>
                <a:path w="1502" h="5680" extrusionOk="0">
                  <a:moveTo>
                    <a:pt x="751" y="1"/>
                  </a:moveTo>
                  <a:cubicBezTo>
                    <a:pt x="376" y="1"/>
                    <a:pt x="0" y="251"/>
                    <a:pt x="0" y="751"/>
                  </a:cubicBezTo>
                  <a:lnTo>
                    <a:pt x="0" y="5254"/>
                  </a:lnTo>
                  <a:cubicBezTo>
                    <a:pt x="0" y="5388"/>
                    <a:pt x="100" y="5488"/>
                    <a:pt x="234" y="5555"/>
                  </a:cubicBezTo>
                  <a:cubicBezTo>
                    <a:pt x="401" y="5638"/>
                    <a:pt x="576" y="5680"/>
                    <a:pt x="751" y="5680"/>
                  </a:cubicBezTo>
                  <a:cubicBezTo>
                    <a:pt x="926" y="5680"/>
                    <a:pt x="1101" y="5638"/>
                    <a:pt x="1268" y="5555"/>
                  </a:cubicBezTo>
                  <a:cubicBezTo>
                    <a:pt x="1401" y="5488"/>
                    <a:pt x="1468" y="5388"/>
                    <a:pt x="1501" y="5254"/>
                  </a:cubicBezTo>
                  <a:lnTo>
                    <a:pt x="1501" y="751"/>
                  </a:lnTo>
                  <a:cubicBezTo>
                    <a:pt x="1501" y="251"/>
                    <a:pt x="1126" y="1"/>
                    <a:pt x="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73">
              <a:extLst>
                <a:ext uri="{FF2B5EF4-FFF2-40B4-BE49-F238E27FC236}">
                  <a16:creationId xmlns:a16="http://schemas.microsoft.com/office/drawing/2014/main" id="{6BD581C5-1CB6-CEEA-A9D8-5A0B7344BEFA}"/>
                </a:ext>
              </a:extLst>
            </p:cNvPr>
            <p:cNvSpPr/>
            <p:nvPr/>
          </p:nvSpPr>
          <p:spPr>
            <a:xfrm>
              <a:off x="5827812" y="1946471"/>
              <a:ext cx="24182" cy="91174"/>
            </a:xfrm>
            <a:custGeom>
              <a:avLst/>
              <a:gdLst/>
              <a:ahLst/>
              <a:cxnLst/>
              <a:rect l="l" t="t" r="r" b="b"/>
              <a:pathLst>
                <a:path w="1502" h="5663" extrusionOk="0">
                  <a:moveTo>
                    <a:pt x="751" y="0"/>
                  </a:moveTo>
                  <a:cubicBezTo>
                    <a:pt x="376" y="0"/>
                    <a:pt x="0" y="242"/>
                    <a:pt x="0" y="726"/>
                  </a:cubicBezTo>
                  <a:lnTo>
                    <a:pt x="0" y="5229"/>
                  </a:lnTo>
                  <a:cubicBezTo>
                    <a:pt x="0" y="5362"/>
                    <a:pt x="100" y="5496"/>
                    <a:pt x="234" y="5562"/>
                  </a:cubicBezTo>
                  <a:cubicBezTo>
                    <a:pt x="401" y="5629"/>
                    <a:pt x="576" y="5662"/>
                    <a:pt x="751" y="5662"/>
                  </a:cubicBezTo>
                  <a:cubicBezTo>
                    <a:pt x="926" y="5662"/>
                    <a:pt x="1101" y="5629"/>
                    <a:pt x="1268" y="5562"/>
                  </a:cubicBezTo>
                  <a:cubicBezTo>
                    <a:pt x="1401" y="5496"/>
                    <a:pt x="1468" y="5362"/>
                    <a:pt x="1501" y="5229"/>
                  </a:cubicBezTo>
                  <a:lnTo>
                    <a:pt x="1501" y="726"/>
                  </a:lnTo>
                  <a:cubicBezTo>
                    <a:pt x="1501" y="242"/>
                    <a:pt x="112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73">
              <a:extLst>
                <a:ext uri="{FF2B5EF4-FFF2-40B4-BE49-F238E27FC236}">
                  <a16:creationId xmlns:a16="http://schemas.microsoft.com/office/drawing/2014/main" id="{30B3D6D5-0D66-FCE6-1BD6-85541E5166BF}"/>
                </a:ext>
              </a:extLst>
            </p:cNvPr>
            <p:cNvSpPr/>
            <p:nvPr/>
          </p:nvSpPr>
          <p:spPr>
            <a:xfrm>
              <a:off x="5872924" y="1921081"/>
              <a:ext cx="24182" cy="90643"/>
            </a:xfrm>
            <a:custGeom>
              <a:avLst/>
              <a:gdLst/>
              <a:ahLst/>
              <a:cxnLst/>
              <a:rect l="l" t="t" r="r" b="b"/>
              <a:pathLst>
                <a:path w="1502" h="5630" extrusionOk="0">
                  <a:moveTo>
                    <a:pt x="751" y="1"/>
                  </a:moveTo>
                  <a:cubicBezTo>
                    <a:pt x="392" y="1"/>
                    <a:pt x="34" y="234"/>
                    <a:pt x="0" y="701"/>
                  </a:cubicBezTo>
                  <a:lnTo>
                    <a:pt x="0" y="5205"/>
                  </a:lnTo>
                  <a:cubicBezTo>
                    <a:pt x="0" y="5338"/>
                    <a:pt x="100" y="5438"/>
                    <a:pt x="234" y="5505"/>
                  </a:cubicBezTo>
                  <a:cubicBezTo>
                    <a:pt x="384" y="5588"/>
                    <a:pt x="559" y="5630"/>
                    <a:pt x="738" y="5630"/>
                  </a:cubicBezTo>
                  <a:cubicBezTo>
                    <a:pt x="918" y="5630"/>
                    <a:pt x="1101" y="5588"/>
                    <a:pt x="1268" y="5505"/>
                  </a:cubicBezTo>
                  <a:cubicBezTo>
                    <a:pt x="1401" y="5438"/>
                    <a:pt x="1468" y="5338"/>
                    <a:pt x="1501" y="5205"/>
                  </a:cubicBezTo>
                  <a:lnTo>
                    <a:pt x="1501" y="701"/>
                  </a:lnTo>
                  <a:cubicBezTo>
                    <a:pt x="1468" y="234"/>
                    <a:pt x="1110" y="1"/>
                    <a:pt x="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73">
              <a:extLst>
                <a:ext uri="{FF2B5EF4-FFF2-40B4-BE49-F238E27FC236}">
                  <a16:creationId xmlns:a16="http://schemas.microsoft.com/office/drawing/2014/main" id="{FAF25479-D454-971F-8456-7B65C804EAC5}"/>
                </a:ext>
              </a:extLst>
            </p:cNvPr>
            <p:cNvSpPr/>
            <p:nvPr/>
          </p:nvSpPr>
          <p:spPr>
            <a:xfrm>
              <a:off x="5918036" y="1894243"/>
              <a:ext cx="24182" cy="91706"/>
            </a:xfrm>
            <a:custGeom>
              <a:avLst/>
              <a:gdLst/>
              <a:ahLst/>
              <a:cxnLst/>
              <a:rect l="l" t="t" r="r" b="b"/>
              <a:pathLst>
                <a:path w="1502" h="5696" extrusionOk="0">
                  <a:moveTo>
                    <a:pt x="734" y="0"/>
                  </a:moveTo>
                  <a:cubicBezTo>
                    <a:pt x="334" y="0"/>
                    <a:pt x="0" y="334"/>
                    <a:pt x="0" y="767"/>
                  </a:cubicBezTo>
                  <a:lnTo>
                    <a:pt x="0" y="5271"/>
                  </a:lnTo>
                  <a:cubicBezTo>
                    <a:pt x="0" y="5404"/>
                    <a:pt x="100" y="5504"/>
                    <a:pt x="234" y="5571"/>
                  </a:cubicBezTo>
                  <a:cubicBezTo>
                    <a:pt x="384" y="5654"/>
                    <a:pt x="559" y="5696"/>
                    <a:pt x="738" y="5696"/>
                  </a:cubicBezTo>
                  <a:cubicBezTo>
                    <a:pt x="918" y="5696"/>
                    <a:pt x="1101" y="5654"/>
                    <a:pt x="1268" y="5571"/>
                  </a:cubicBezTo>
                  <a:cubicBezTo>
                    <a:pt x="1401" y="5504"/>
                    <a:pt x="1468" y="5404"/>
                    <a:pt x="1501" y="5271"/>
                  </a:cubicBezTo>
                  <a:lnTo>
                    <a:pt x="1501" y="767"/>
                  </a:lnTo>
                  <a:cubicBezTo>
                    <a:pt x="1501" y="334"/>
                    <a:pt x="1168" y="0"/>
                    <a:pt x="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73">
              <a:extLst>
                <a:ext uri="{FF2B5EF4-FFF2-40B4-BE49-F238E27FC236}">
                  <a16:creationId xmlns:a16="http://schemas.microsoft.com/office/drawing/2014/main" id="{CF7BEEC6-107E-E65B-94FD-D99A8793D0B9}"/>
                </a:ext>
              </a:extLst>
            </p:cNvPr>
            <p:cNvSpPr/>
            <p:nvPr/>
          </p:nvSpPr>
          <p:spPr>
            <a:xfrm>
              <a:off x="5658375" y="2131396"/>
              <a:ext cx="89436" cy="59345"/>
            </a:xfrm>
            <a:custGeom>
              <a:avLst/>
              <a:gdLst/>
              <a:ahLst/>
              <a:cxnLst/>
              <a:rect l="l" t="t" r="r" b="b"/>
              <a:pathLst>
                <a:path w="5555" h="3686" extrusionOk="0">
                  <a:moveTo>
                    <a:pt x="4830" y="1"/>
                  </a:moveTo>
                  <a:cubicBezTo>
                    <a:pt x="4773" y="1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5"/>
                    <a:pt x="1485" y="3550"/>
                  </a:cubicBezTo>
                  <a:lnTo>
                    <a:pt x="5387" y="1315"/>
                  </a:lnTo>
                  <a:cubicBezTo>
                    <a:pt x="5521" y="1248"/>
                    <a:pt x="5554" y="1115"/>
                    <a:pt x="5554" y="981"/>
                  </a:cubicBezTo>
                  <a:cubicBezTo>
                    <a:pt x="5521" y="614"/>
                    <a:pt x="5321" y="281"/>
                    <a:pt x="5020" y="81"/>
                  </a:cubicBezTo>
                  <a:cubicBezTo>
                    <a:pt x="4965" y="26"/>
                    <a:pt x="4900" y="1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73">
              <a:extLst>
                <a:ext uri="{FF2B5EF4-FFF2-40B4-BE49-F238E27FC236}">
                  <a16:creationId xmlns:a16="http://schemas.microsoft.com/office/drawing/2014/main" id="{18E10CB3-CF05-FAEA-A479-BC6F3F95FC76}"/>
                </a:ext>
              </a:extLst>
            </p:cNvPr>
            <p:cNvSpPr/>
            <p:nvPr/>
          </p:nvSpPr>
          <p:spPr>
            <a:xfrm>
              <a:off x="5658681" y="2183656"/>
              <a:ext cx="89130" cy="59345"/>
            </a:xfrm>
            <a:custGeom>
              <a:avLst/>
              <a:gdLst/>
              <a:ahLst/>
              <a:cxnLst/>
              <a:rect l="l" t="t" r="r" b="b"/>
              <a:pathLst>
                <a:path w="5536" h="3686" extrusionOk="0">
                  <a:moveTo>
                    <a:pt x="4786" y="1"/>
                  </a:moveTo>
                  <a:cubicBezTo>
                    <a:pt x="4736" y="1"/>
                    <a:pt x="4685" y="11"/>
                    <a:pt x="4635" y="37"/>
                  </a:cubicBezTo>
                  <a:lnTo>
                    <a:pt x="732" y="2272"/>
                  </a:lnTo>
                  <a:cubicBezTo>
                    <a:pt x="0" y="2694"/>
                    <a:pt x="431" y="3685"/>
                    <a:pt x="1085" y="3685"/>
                  </a:cubicBezTo>
                  <a:cubicBezTo>
                    <a:pt x="1206" y="3685"/>
                    <a:pt x="1335" y="3651"/>
                    <a:pt x="1466" y="3573"/>
                  </a:cubicBezTo>
                  <a:lnTo>
                    <a:pt x="5368" y="1305"/>
                  </a:lnTo>
                  <a:cubicBezTo>
                    <a:pt x="5502" y="1238"/>
                    <a:pt x="5535" y="1104"/>
                    <a:pt x="5535" y="971"/>
                  </a:cubicBezTo>
                  <a:cubicBezTo>
                    <a:pt x="5502" y="604"/>
                    <a:pt x="5302" y="270"/>
                    <a:pt x="5001" y="70"/>
                  </a:cubicBezTo>
                  <a:cubicBezTo>
                    <a:pt x="4940" y="29"/>
                    <a:pt x="4865" y="1"/>
                    <a:pt x="4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73">
              <a:extLst>
                <a:ext uri="{FF2B5EF4-FFF2-40B4-BE49-F238E27FC236}">
                  <a16:creationId xmlns:a16="http://schemas.microsoft.com/office/drawing/2014/main" id="{BB0C1FCF-5B89-1D55-07FE-4C1C8BED2C36}"/>
                </a:ext>
              </a:extLst>
            </p:cNvPr>
            <p:cNvSpPr/>
            <p:nvPr/>
          </p:nvSpPr>
          <p:spPr>
            <a:xfrm>
              <a:off x="5658375" y="2235595"/>
              <a:ext cx="89436" cy="59328"/>
            </a:xfrm>
            <a:custGeom>
              <a:avLst/>
              <a:gdLst/>
              <a:ahLst/>
              <a:cxnLst/>
              <a:rect l="l" t="t" r="r" b="b"/>
              <a:pathLst>
                <a:path w="5555" h="3685" extrusionOk="0">
                  <a:moveTo>
                    <a:pt x="4830" y="0"/>
                  </a:moveTo>
                  <a:cubicBezTo>
                    <a:pt x="4773" y="0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4"/>
                    <a:pt x="1485" y="3549"/>
                  </a:cubicBezTo>
                  <a:lnTo>
                    <a:pt x="5387" y="1314"/>
                  </a:lnTo>
                  <a:cubicBezTo>
                    <a:pt x="5521" y="1247"/>
                    <a:pt x="5554" y="1114"/>
                    <a:pt x="5554" y="981"/>
                  </a:cubicBezTo>
                  <a:cubicBezTo>
                    <a:pt x="5521" y="614"/>
                    <a:pt x="5321" y="280"/>
                    <a:pt x="5020" y="80"/>
                  </a:cubicBezTo>
                  <a:cubicBezTo>
                    <a:pt x="4965" y="25"/>
                    <a:pt x="4900" y="0"/>
                    <a:pt x="4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73">
              <a:extLst>
                <a:ext uri="{FF2B5EF4-FFF2-40B4-BE49-F238E27FC236}">
                  <a16:creationId xmlns:a16="http://schemas.microsoft.com/office/drawing/2014/main" id="{A1C83EA6-7763-82A1-0006-AB98DA5C9B3C}"/>
                </a:ext>
              </a:extLst>
            </p:cNvPr>
            <p:cNvSpPr/>
            <p:nvPr/>
          </p:nvSpPr>
          <p:spPr>
            <a:xfrm>
              <a:off x="5662932" y="2287678"/>
              <a:ext cx="84879" cy="58668"/>
            </a:xfrm>
            <a:custGeom>
              <a:avLst/>
              <a:gdLst/>
              <a:ahLst/>
              <a:cxnLst/>
              <a:rect l="l" t="t" r="r" b="b"/>
              <a:pathLst>
                <a:path w="5272" h="3644" extrusionOk="0">
                  <a:moveTo>
                    <a:pt x="4547" y="1"/>
                  </a:moveTo>
                  <a:cubicBezTo>
                    <a:pt x="4490" y="1"/>
                    <a:pt x="4430" y="17"/>
                    <a:pt x="4371" y="47"/>
                  </a:cubicBezTo>
                  <a:lnTo>
                    <a:pt x="468" y="2282"/>
                  </a:lnTo>
                  <a:cubicBezTo>
                    <a:pt x="134" y="2482"/>
                    <a:pt x="1" y="2916"/>
                    <a:pt x="201" y="3283"/>
                  </a:cubicBezTo>
                  <a:cubicBezTo>
                    <a:pt x="337" y="3510"/>
                    <a:pt x="596" y="3644"/>
                    <a:pt x="853" y="3644"/>
                  </a:cubicBezTo>
                  <a:cubicBezTo>
                    <a:pt x="974" y="3644"/>
                    <a:pt x="1095" y="3614"/>
                    <a:pt x="1202" y="3550"/>
                  </a:cubicBezTo>
                  <a:lnTo>
                    <a:pt x="5104" y="1315"/>
                  </a:lnTo>
                  <a:cubicBezTo>
                    <a:pt x="5238" y="1248"/>
                    <a:pt x="5271" y="1115"/>
                    <a:pt x="5271" y="981"/>
                  </a:cubicBezTo>
                  <a:cubicBezTo>
                    <a:pt x="5238" y="614"/>
                    <a:pt x="5038" y="281"/>
                    <a:pt x="4737" y="81"/>
                  </a:cubicBezTo>
                  <a:cubicBezTo>
                    <a:pt x="4682" y="26"/>
                    <a:pt x="4617" y="1"/>
                    <a:pt x="45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7" name="Google Shape;4267;p73">
            <a:extLst>
              <a:ext uri="{FF2B5EF4-FFF2-40B4-BE49-F238E27FC236}">
                <a16:creationId xmlns:a16="http://schemas.microsoft.com/office/drawing/2014/main" id="{312CDD3A-14D8-113E-5FFB-F86D50AAF244}"/>
              </a:ext>
            </a:extLst>
          </p:cNvPr>
          <p:cNvSpPr/>
          <p:nvPr/>
        </p:nvSpPr>
        <p:spPr>
          <a:xfrm>
            <a:off x="1091823" y="3731321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9" name="Google Shape;4269;p73">
            <a:extLst>
              <a:ext uri="{FF2B5EF4-FFF2-40B4-BE49-F238E27FC236}">
                <a16:creationId xmlns:a16="http://schemas.microsoft.com/office/drawing/2014/main" id="{5BED853B-B2B2-0745-2183-403C2AC4BDA4}"/>
              </a:ext>
            </a:extLst>
          </p:cNvPr>
          <p:cNvSpPr/>
          <p:nvPr/>
        </p:nvSpPr>
        <p:spPr>
          <a:xfrm rot="2502782">
            <a:off x="6504568" y="3161854"/>
            <a:ext cx="474715" cy="6632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0" name="Google Shape;4270;p73">
            <a:extLst>
              <a:ext uri="{FF2B5EF4-FFF2-40B4-BE49-F238E27FC236}">
                <a16:creationId xmlns:a16="http://schemas.microsoft.com/office/drawing/2014/main" id="{29F79D23-5758-9ECA-CAE3-90112CEFF63A}"/>
              </a:ext>
            </a:extLst>
          </p:cNvPr>
          <p:cNvSpPr/>
          <p:nvPr/>
        </p:nvSpPr>
        <p:spPr>
          <a:xfrm>
            <a:off x="358216" y="4445689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2" name="Google Shape;4272;p73">
            <a:extLst>
              <a:ext uri="{FF2B5EF4-FFF2-40B4-BE49-F238E27FC236}">
                <a16:creationId xmlns:a16="http://schemas.microsoft.com/office/drawing/2014/main" id="{6DAB7726-2BBD-780E-C0D0-9EABF6C503AB}"/>
              </a:ext>
            </a:extLst>
          </p:cNvPr>
          <p:cNvSpPr/>
          <p:nvPr/>
        </p:nvSpPr>
        <p:spPr>
          <a:xfrm>
            <a:off x="5927832" y="312385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3" name="Google Shape;4273;p73">
            <a:extLst>
              <a:ext uri="{FF2B5EF4-FFF2-40B4-BE49-F238E27FC236}">
                <a16:creationId xmlns:a16="http://schemas.microsoft.com/office/drawing/2014/main" id="{24D38A70-C5BA-944D-3304-C108D12570DB}"/>
              </a:ext>
            </a:extLst>
          </p:cNvPr>
          <p:cNvSpPr/>
          <p:nvPr/>
        </p:nvSpPr>
        <p:spPr>
          <a:xfrm rot="2502814">
            <a:off x="5163526" y="3542362"/>
            <a:ext cx="314354" cy="43927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4" name="Google Shape;4274;p73">
            <a:extLst>
              <a:ext uri="{FF2B5EF4-FFF2-40B4-BE49-F238E27FC236}">
                <a16:creationId xmlns:a16="http://schemas.microsoft.com/office/drawing/2014/main" id="{BFBDE4B2-3A79-66CC-BBE2-A1B539BE2479}"/>
              </a:ext>
            </a:extLst>
          </p:cNvPr>
          <p:cNvSpPr/>
          <p:nvPr/>
        </p:nvSpPr>
        <p:spPr>
          <a:xfrm>
            <a:off x="3253703" y="4655817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5" name="Google Shape;4275;p73">
            <a:extLst>
              <a:ext uri="{FF2B5EF4-FFF2-40B4-BE49-F238E27FC236}">
                <a16:creationId xmlns:a16="http://schemas.microsoft.com/office/drawing/2014/main" id="{89558A52-9A9A-A57A-693F-4D8547D27E7C}"/>
              </a:ext>
            </a:extLst>
          </p:cNvPr>
          <p:cNvSpPr/>
          <p:nvPr/>
        </p:nvSpPr>
        <p:spPr>
          <a:xfrm>
            <a:off x="603249" y="390661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E7CC47-928D-709A-96A4-86A6C5C2B5C4}"/>
              </a:ext>
            </a:extLst>
          </p:cNvPr>
          <p:cNvSpPr txBox="1"/>
          <p:nvPr/>
        </p:nvSpPr>
        <p:spPr>
          <a:xfrm>
            <a:off x="556433" y="886285"/>
            <a:ext cx="4435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Smart Skill Assessment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9D2AAE-214E-31A4-B06E-1BDB13A2856B}"/>
              </a:ext>
            </a:extLst>
          </p:cNvPr>
          <p:cNvSpPr txBox="1"/>
          <p:nvPr/>
        </p:nvSpPr>
        <p:spPr>
          <a:xfrm>
            <a:off x="-5991404" y="171450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Dynamic Path Generation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0726E-2DC6-C903-9562-500853502D1C}"/>
              </a:ext>
            </a:extLst>
          </p:cNvPr>
          <p:cNvSpPr txBox="1"/>
          <p:nvPr/>
        </p:nvSpPr>
        <p:spPr>
          <a:xfrm>
            <a:off x="-5991404" y="216334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RAG-Powered AI mentor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41A1C2-2157-5CFE-8F2D-C4A6E11680F8}"/>
              </a:ext>
            </a:extLst>
          </p:cNvPr>
          <p:cNvSpPr txBox="1"/>
          <p:nvPr/>
        </p:nvSpPr>
        <p:spPr>
          <a:xfrm>
            <a:off x="-5991404" y="261790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Architectural Reasoning Evaluator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A04B4D-79B8-B26E-D7A8-03377A7DE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12" y="-555612"/>
            <a:ext cx="6064466" cy="606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87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EC45-3B25-8013-10C1-0A245BCD2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0CD52C-D439-6F3D-2537-F6C9A8DE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312385"/>
            <a:ext cx="4968070" cy="573900"/>
          </a:xfrm>
        </p:spPr>
        <p:txBody>
          <a:bodyPr/>
          <a:lstStyle/>
          <a:p>
            <a:r>
              <a:rPr lang="en-US" dirty="0"/>
              <a:t>THREE PILLAR AI ARCHITECTURE</a:t>
            </a:r>
          </a:p>
        </p:txBody>
      </p:sp>
      <p:grpSp>
        <p:nvGrpSpPr>
          <p:cNvPr id="4139" name="Google Shape;4139;p73">
            <a:extLst>
              <a:ext uri="{FF2B5EF4-FFF2-40B4-BE49-F238E27FC236}">
                <a16:creationId xmlns:a16="http://schemas.microsoft.com/office/drawing/2014/main" id="{2AB0BE79-444E-1AC3-3968-712F21D1F93B}"/>
              </a:ext>
            </a:extLst>
          </p:cNvPr>
          <p:cNvGrpSpPr/>
          <p:nvPr/>
        </p:nvGrpSpPr>
        <p:grpSpPr>
          <a:xfrm>
            <a:off x="1054732" y="2823386"/>
            <a:ext cx="2113341" cy="2300665"/>
            <a:chOff x="5306864" y="1437389"/>
            <a:chExt cx="2972591" cy="3106801"/>
          </a:xfrm>
        </p:grpSpPr>
        <p:sp>
          <p:nvSpPr>
            <p:cNvPr id="4140" name="Google Shape;4140;p73">
              <a:extLst>
                <a:ext uri="{FF2B5EF4-FFF2-40B4-BE49-F238E27FC236}">
                  <a16:creationId xmlns:a16="http://schemas.microsoft.com/office/drawing/2014/main" id="{307EC1AA-588A-2799-76C5-5DA3E58BD670}"/>
                </a:ext>
              </a:extLst>
            </p:cNvPr>
            <p:cNvSpPr/>
            <p:nvPr/>
          </p:nvSpPr>
          <p:spPr>
            <a:xfrm>
              <a:off x="5306864" y="2857039"/>
              <a:ext cx="2895263" cy="1687151"/>
            </a:xfrm>
            <a:custGeom>
              <a:avLst/>
              <a:gdLst/>
              <a:ahLst/>
              <a:cxnLst/>
              <a:rect l="l" t="t" r="r" b="b"/>
              <a:pathLst>
                <a:path w="179830" h="104792" extrusionOk="0">
                  <a:moveTo>
                    <a:pt x="71485" y="1143"/>
                  </a:moveTo>
                  <a:lnTo>
                    <a:pt x="71485" y="1143"/>
                  </a:lnTo>
                  <a:cubicBezTo>
                    <a:pt x="69984" y="1309"/>
                    <a:pt x="68517" y="1510"/>
                    <a:pt x="67049" y="1743"/>
                  </a:cubicBezTo>
                  <a:lnTo>
                    <a:pt x="68750" y="2710"/>
                  </a:lnTo>
                  <a:lnTo>
                    <a:pt x="71485" y="1143"/>
                  </a:lnTo>
                  <a:close/>
                  <a:moveTo>
                    <a:pt x="89932" y="0"/>
                  </a:moveTo>
                  <a:cubicBezTo>
                    <a:pt x="88422" y="0"/>
                    <a:pt x="86913" y="25"/>
                    <a:pt x="85395" y="75"/>
                  </a:cubicBezTo>
                  <a:lnTo>
                    <a:pt x="89932" y="2710"/>
                  </a:lnTo>
                  <a:lnTo>
                    <a:pt x="94468" y="75"/>
                  </a:lnTo>
                  <a:cubicBezTo>
                    <a:pt x="92951" y="25"/>
                    <a:pt x="91441" y="0"/>
                    <a:pt x="89932" y="0"/>
                  </a:cubicBezTo>
                  <a:close/>
                  <a:moveTo>
                    <a:pt x="108378" y="1143"/>
                  </a:moveTo>
                  <a:lnTo>
                    <a:pt x="111114" y="2710"/>
                  </a:lnTo>
                  <a:lnTo>
                    <a:pt x="112815" y="1743"/>
                  </a:lnTo>
                  <a:cubicBezTo>
                    <a:pt x="111347" y="1510"/>
                    <a:pt x="109846" y="1309"/>
                    <a:pt x="108378" y="1143"/>
                  </a:cubicBezTo>
                  <a:close/>
                  <a:moveTo>
                    <a:pt x="66248" y="1877"/>
                  </a:moveTo>
                  <a:cubicBezTo>
                    <a:pt x="61278" y="2644"/>
                    <a:pt x="56375" y="3711"/>
                    <a:pt x="51504" y="5012"/>
                  </a:cubicBezTo>
                  <a:lnTo>
                    <a:pt x="58142" y="8882"/>
                  </a:lnTo>
                  <a:lnTo>
                    <a:pt x="68250" y="3044"/>
                  </a:lnTo>
                  <a:lnTo>
                    <a:pt x="66248" y="1877"/>
                  </a:lnTo>
                  <a:close/>
                  <a:moveTo>
                    <a:pt x="84461" y="109"/>
                  </a:moveTo>
                  <a:cubicBezTo>
                    <a:pt x="80525" y="242"/>
                    <a:pt x="76589" y="542"/>
                    <a:pt x="72720" y="976"/>
                  </a:cubicBezTo>
                  <a:lnTo>
                    <a:pt x="69217" y="3044"/>
                  </a:lnTo>
                  <a:lnTo>
                    <a:pt x="79358" y="8882"/>
                  </a:lnTo>
                  <a:lnTo>
                    <a:pt x="89431" y="3044"/>
                  </a:lnTo>
                  <a:lnTo>
                    <a:pt x="84461" y="109"/>
                  </a:lnTo>
                  <a:close/>
                  <a:moveTo>
                    <a:pt x="95369" y="142"/>
                  </a:moveTo>
                  <a:lnTo>
                    <a:pt x="90432" y="3044"/>
                  </a:lnTo>
                  <a:lnTo>
                    <a:pt x="100506" y="8882"/>
                  </a:lnTo>
                  <a:lnTo>
                    <a:pt x="110613" y="3044"/>
                  </a:lnTo>
                  <a:lnTo>
                    <a:pt x="107111" y="1009"/>
                  </a:lnTo>
                  <a:cubicBezTo>
                    <a:pt x="103241" y="576"/>
                    <a:pt x="99305" y="275"/>
                    <a:pt x="95369" y="142"/>
                  </a:cubicBezTo>
                  <a:close/>
                  <a:moveTo>
                    <a:pt x="113582" y="1843"/>
                  </a:moveTo>
                  <a:lnTo>
                    <a:pt x="111614" y="3044"/>
                  </a:lnTo>
                  <a:lnTo>
                    <a:pt x="121688" y="8882"/>
                  </a:lnTo>
                  <a:lnTo>
                    <a:pt x="128326" y="5012"/>
                  </a:lnTo>
                  <a:cubicBezTo>
                    <a:pt x="123456" y="3678"/>
                    <a:pt x="118552" y="2644"/>
                    <a:pt x="113582" y="1843"/>
                  </a:cubicBezTo>
                  <a:close/>
                  <a:moveTo>
                    <a:pt x="50837" y="5212"/>
                  </a:moveTo>
                  <a:cubicBezTo>
                    <a:pt x="46534" y="6413"/>
                    <a:pt x="42264" y="7881"/>
                    <a:pt x="38128" y="9582"/>
                  </a:cubicBezTo>
                  <a:lnTo>
                    <a:pt x="47568" y="15053"/>
                  </a:lnTo>
                  <a:lnTo>
                    <a:pt x="57642" y="9182"/>
                  </a:lnTo>
                  <a:lnTo>
                    <a:pt x="50837" y="5212"/>
                  </a:lnTo>
                  <a:close/>
                  <a:moveTo>
                    <a:pt x="68750" y="3311"/>
                  </a:moveTo>
                  <a:lnTo>
                    <a:pt x="58643" y="9182"/>
                  </a:lnTo>
                  <a:lnTo>
                    <a:pt x="68750" y="15053"/>
                  </a:lnTo>
                  <a:lnTo>
                    <a:pt x="78824" y="9182"/>
                  </a:lnTo>
                  <a:lnTo>
                    <a:pt x="68750" y="3311"/>
                  </a:lnTo>
                  <a:close/>
                  <a:moveTo>
                    <a:pt x="89898" y="3311"/>
                  </a:moveTo>
                  <a:lnTo>
                    <a:pt x="79825" y="9182"/>
                  </a:lnTo>
                  <a:lnTo>
                    <a:pt x="89898" y="15053"/>
                  </a:lnTo>
                  <a:lnTo>
                    <a:pt x="100006" y="9182"/>
                  </a:lnTo>
                  <a:lnTo>
                    <a:pt x="89898" y="3311"/>
                  </a:lnTo>
                  <a:close/>
                  <a:moveTo>
                    <a:pt x="111114" y="3311"/>
                  </a:moveTo>
                  <a:lnTo>
                    <a:pt x="101006" y="9182"/>
                  </a:lnTo>
                  <a:lnTo>
                    <a:pt x="111114" y="15053"/>
                  </a:lnTo>
                  <a:lnTo>
                    <a:pt x="121187" y="9182"/>
                  </a:lnTo>
                  <a:lnTo>
                    <a:pt x="111114" y="3311"/>
                  </a:lnTo>
                  <a:close/>
                  <a:moveTo>
                    <a:pt x="128993" y="5212"/>
                  </a:moveTo>
                  <a:lnTo>
                    <a:pt x="122188" y="9182"/>
                  </a:lnTo>
                  <a:lnTo>
                    <a:pt x="132295" y="15053"/>
                  </a:lnTo>
                  <a:lnTo>
                    <a:pt x="141702" y="9582"/>
                  </a:lnTo>
                  <a:cubicBezTo>
                    <a:pt x="137566" y="7881"/>
                    <a:pt x="133296" y="6413"/>
                    <a:pt x="128993" y="5212"/>
                  </a:cubicBezTo>
                  <a:close/>
                  <a:moveTo>
                    <a:pt x="37561" y="9816"/>
                  </a:moveTo>
                  <a:cubicBezTo>
                    <a:pt x="35726" y="10583"/>
                    <a:pt x="33959" y="11383"/>
                    <a:pt x="32224" y="12251"/>
                  </a:cubicBezTo>
                  <a:lnTo>
                    <a:pt x="26853" y="15353"/>
                  </a:lnTo>
                  <a:lnTo>
                    <a:pt x="36961" y="21224"/>
                  </a:lnTo>
                  <a:lnTo>
                    <a:pt x="47068" y="15353"/>
                  </a:lnTo>
                  <a:lnTo>
                    <a:pt x="37561" y="9816"/>
                  </a:lnTo>
                  <a:close/>
                  <a:moveTo>
                    <a:pt x="121688" y="9482"/>
                  </a:moveTo>
                  <a:lnTo>
                    <a:pt x="111614" y="15353"/>
                  </a:lnTo>
                  <a:lnTo>
                    <a:pt x="121688" y="21224"/>
                  </a:lnTo>
                  <a:lnTo>
                    <a:pt x="131795" y="15353"/>
                  </a:lnTo>
                  <a:lnTo>
                    <a:pt x="121688" y="9482"/>
                  </a:lnTo>
                  <a:close/>
                  <a:moveTo>
                    <a:pt x="142269" y="9816"/>
                  </a:moveTo>
                  <a:lnTo>
                    <a:pt x="132762" y="15353"/>
                  </a:lnTo>
                  <a:lnTo>
                    <a:pt x="142870" y="21224"/>
                  </a:lnTo>
                  <a:lnTo>
                    <a:pt x="152977" y="15353"/>
                  </a:lnTo>
                  <a:lnTo>
                    <a:pt x="147606" y="12217"/>
                  </a:lnTo>
                  <a:cubicBezTo>
                    <a:pt x="145872" y="11383"/>
                    <a:pt x="144104" y="10583"/>
                    <a:pt x="142269" y="9816"/>
                  </a:cubicBezTo>
                  <a:close/>
                  <a:moveTo>
                    <a:pt x="58142" y="9482"/>
                  </a:moveTo>
                  <a:lnTo>
                    <a:pt x="48069" y="15353"/>
                  </a:lnTo>
                  <a:lnTo>
                    <a:pt x="58142" y="21257"/>
                  </a:lnTo>
                  <a:lnTo>
                    <a:pt x="68250" y="15353"/>
                  </a:lnTo>
                  <a:lnTo>
                    <a:pt x="58142" y="9482"/>
                  </a:lnTo>
                  <a:close/>
                  <a:moveTo>
                    <a:pt x="79324" y="9482"/>
                  </a:moveTo>
                  <a:lnTo>
                    <a:pt x="69250" y="15353"/>
                  </a:lnTo>
                  <a:lnTo>
                    <a:pt x="79324" y="21257"/>
                  </a:lnTo>
                  <a:lnTo>
                    <a:pt x="89431" y="15353"/>
                  </a:lnTo>
                  <a:lnTo>
                    <a:pt x="79324" y="9482"/>
                  </a:lnTo>
                  <a:close/>
                  <a:moveTo>
                    <a:pt x="100506" y="9482"/>
                  </a:moveTo>
                  <a:lnTo>
                    <a:pt x="90432" y="15353"/>
                  </a:lnTo>
                  <a:lnTo>
                    <a:pt x="100506" y="21257"/>
                  </a:lnTo>
                  <a:lnTo>
                    <a:pt x="110613" y="15353"/>
                  </a:lnTo>
                  <a:lnTo>
                    <a:pt x="100506" y="9482"/>
                  </a:lnTo>
                  <a:close/>
                  <a:moveTo>
                    <a:pt x="26353" y="15653"/>
                  </a:moveTo>
                  <a:lnTo>
                    <a:pt x="21016" y="18789"/>
                  </a:lnTo>
                  <a:cubicBezTo>
                    <a:pt x="19548" y="19789"/>
                    <a:pt x="18181" y="20823"/>
                    <a:pt x="16880" y="21891"/>
                  </a:cubicBezTo>
                  <a:lnTo>
                    <a:pt x="26353" y="27428"/>
                  </a:lnTo>
                  <a:lnTo>
                    <a:pt x="36460" y="21524"/>
                  </a:lnTo>
                  <a:lnTo>
                    <a:pt x="26353" y="15653"/>
                  </a:lnTo>
                  <a:close/>
                  <a:moveTo>
                    <a:pt x="47568" y="15653"/>
                  </a:moveTo>
                  <a:lnTo>
                    <a:pt x="37461" y="21524"/>
                  </a:lnTo>
                  <a:lnTo>
                    <a:pt x="47568" y="27428"/>
                  </a:lnTo>
                  <a:lnTo>
                    <a:pt x="57642" y="21524"/>
                  </a:lnTo>
                  <a:lnTo>
                    <a:pt x="47568" y="15653"/>
                  </a:lnTo>
                  <a:close/>
                  <a:moveTo>
                    <a:pt x="68750" y="15653"/>
                  </a:moveTo>
                  <a:lnTo>
                    <a:pt x="58643" y="21524"/>
                  </a:lnTo>
                  <a:lnTo>
                    <a:pt x="68750" y="27428"/>
                  </a:lnTo>
                  <a:lnTo>
                    <a:pt x="78824" y="21524"/>
                  </a:lnTo>
                  <a:lnTo>
                    <a:pt x="68750" y="15653"/>
                  </a:lnTo>
                  <a:close/>
                  <a:moveTo>
                    <a:pt x="89932" y="15653"/>
                  </a:moveTo>
                  <a:lnTo>
                    <a:pt x="79825" y="21524"/>
                  </a:lnTo>
                  <a:lnTo>
                    <a:pt x="89932" y="27428"/>
                  </a:lnTo>
                  <a:lnTo>
                    <a:pt x="100006" y="21524"/>
                  </a:lnTo>
                  <a:lnTo>
                    <a:pt x="89932" y="15653"/>
                  </a:lnTo>
                  <a:close/>
                  <a:moveTo>
                    <a:pt x="111114" y="15653"/>
                  </a:moveTo>
                  <a:lnTo>
                    <a:pt x="101006" y="21524"/>
                  </a:lnTo>
                  <a:lnTo>
                    <a:pt x="111114" y="27428"/>
                  </a:lnTo>
                  <a:lnTo>
                    <a:pt x="121187" y="21524"/>
                  </a:lnTo>
                  <a:lnTo>
                    <a:pt x="111114" y="15653"/>
                  </a:lnTo>
                  <a:close/>
                  <a:moveTo>
                    <a:pt x="132295" y="15653"/>
                  </a:moveTo>
                  <a:lnTo>
                    <a:pt x="122188" y="21524"/>
                  </a:lnTo>
                  <a:lnTo>
                    <a:pt x="132295" y="27428"/>
                  </a:lnTo>
                  <a:lnTo>
                    <a:pt x="142369" y="21524"/>
                  </a:lnTo>
                  <a:lnTo>
                    <a:pt x="132295" y="15653"/>
                  </a:lnTo>
                  <a:close/>
                  <a:moveTo>
                    <a:pt x="153477" y="15653"/>
                  </a:moveTo>
                  <a:lnTo>
                    <a:pt x="143370" y="21524"/>
                  </a:lnTo>
                  <a:lnTo>
                    <a:pt x="153477" y="27428"/>
                  </a:lnTo>
                  <a:lnTo>
                    <a:pt x="162951" y="21891"/>
                  </a:lnTo>
                  <a:cubicBezTo>
                    <a:pt x="161650" y="20823"/>
                    <a:pt x="160282" y="19789"/>
                    <a:pt x="158814" y="18789"/>
                  </a:cubicBezTo>
                  <a:lnTo>
                    <a:pt x="153477" y="15653"/>
                  </a:lnTo>
                  <a:close/>
                  <a:moveTo>
                    <a:pt x="8974" y="29630"/>
                  </a:moveTo>
                  <a:lnTo>
                    <a:pt x="8857" y="29763"/>
                  </a:lnTo>
                  <a:lnTo>
                    <a:pt x="8857" y="29763"/>
                  </a:lnTo>
                  <a:cubicBezTo>
                    <a:pt x="8899" y="29722"/>
                    <a:pt x="8941" y="29680"/>
                    <a:pt x="8974" y="29630"/>
                  </a:cubicBezTo>
                  <a:close/>
                  <a:moveTo>
                    <a:pt x="8857" y="29763"/>
                  </a:moveTo>
                  <a:cubicBezTo>
                    <a:pt x="8816" y="29805"/>
                    <a:pt x="8774" y="29847"/>
                    <a:pt x="8741" y="29897"/>
                  </a:cubicBezTo>
                  <a:lnTo>
                    <a:pt x="8857" y="29763"/>
                  </a:lnTo>
                  <a:close/>
                  <a:moveTo>
                    <a:pt x="142870" y="21824"/>
                  </a:moveTo>
                  <a:lnTo>
                    <a:pt x="132762" y="27695"/>
                  </a:lnTo>
                  <a:lnTo>
                    <a:pt x="142870" y="33566"/>
                  </a:lnTo>
                  <a:lnTo>
                    <a:pt x="152977" y="27695"/>
                  </a:lnTo>
                  <a:lnTo>
                    <a:pt x="142870" y="21824"/>
                  </a:lnTo>
                  <a:close/>
                  <a:moveTo>
                    <a:pt x="16446" y="22224"/>
                  </a:moveTo>
                  <a:cubicBezTo>
                    <a:pt x="13744" y="24426"/>
                    <a:pt x="11242" y="26928"/>
                    <a:pt x="8974" y="29630"/>
                  </a:cubicBezTo>
                  <a:lnTo>
                    <a:pt x="15779" y="33599"/>
                  </a:lnTo>
                  <a:lnTo>
                    <a:pt x="25853" y="27728"/>
                  </a:lnTo>
                  <a:lnTo>
                    <a:pt x="16446" y="22224"/>
                  </a:lnTo>
                  <a:close/>
                  <a:moveTo>
                    <a:pt x="36961" y="21824"/>
                  </a:moveTo>
                  <a:lnTo>
                    <a:pt x="26853" y="27728"/>
                  </a:lnTo>
                  <a:lnTo>
                    <a:pt x="36961" y="33599"/>
                  </a:lnTo>
                  <a:lnTo>
                    <a:pt x="47068" y="27728"/>
                  </a:lnTo>
                  <a:lnTo>
                    <a:pt x="36961" y="21824"/>
                  </a:lnTo>
                  <a:close/>
                  <a:moveTo>
                    <a:pt x="58142" y="21824"/>
                  </a:moveTo>
                  <a:lnTo>
                    <a:pt x="48035" y="27695"/>
                  </a:lnTo>
                  <a:lnTo>
                    <a:pt x="58142" y="33599"/>
                  </a:lnTo>
                  <a:lnTo>
                    <a:pt x="68250" y="27695"/>
                  </a:lnTo>
                  <a:lnTo>
                    <a:pt x="58142" y="21824"/>
                  </a:lnTo>
                  <a:close/>
                  <a:moveTo>
                    <a:pt x="79324" y="21824"/>
                  </a:moveTo>
                  <a:lnTo>
                    <a:pt x="69250" y="27728"/>
                  </a:lnTo>
                  <a:lnTo>
                    <a:pt x="79324" y="33599"/>
                  </a:lnTo>
                  <a:lnTo>
                    <a:pt x="89431" y="27728"/>
                  </a:lnTo>
                  <a:lnTo>
                    <a:pt x="79324" y="21824"/>
                  </a:lnTo>
                  <a:close/>
                  <a:moveTo>
                    <a:pt x="100506" y="21824"/>
                  </a:moveTo>
                  <a:lnTo>
                    <a:pt x="90432" y="27728"/>
                  </a:lnTo>
                  <a:lnTo>
                    <a:pt x="100506" y="33599"/>
                  </a:lnTo>
                  <a:lnTo>
                    <a:pt x="110613" y="27728"/>
                  </a:lnTo>
                  <a:lnTo>
                    <a:pt x="100506" y="21824"/>
                  </a:lnTo>
                  <a:close/>
                  <a:moveTo>
                    <a:pt x="121688" y="21824"/>
                  </a:moveTo>
                  <a:lnTo>
                    <a:pt x="111614" y="27728"/>
                  </a:lnTo>
                  <a:lnTo>
                    <a:pt x="121688" y="33599"/>
                  </a:lnTo>
                  <a:lnTo>
                    <a:pt x="131795" y="27728"/>
                  </a:lnTo>
                  <a:lnTo>
                    <a:pt x="121688" y="21824"/>
                  </a:lnTo>
                  <a:close/>
                  <a:moveTo>
                    <a:pt x="163351" y="22224"/>
                  </a:moveTo>
                  <a:lnTo>
                    <a:pt x="153944" y="27695"/>
                  </a:lnTo>
                  <a:lnTo>
                    <a:pt x="164051" y="33599"/>
                  </a:lnTo>
                  <a:lnTo>
                    <a:pt x="170856" y="29630"/>
                  </a:lnTo>
                  <a:cubicBezTo>
                    <a:pt x="168621" y="26928"/>
                    <a:pt x="166086" y="24459"/>
                    <a:pt x="163351" y="22224"/>
                  </a:cubicBezTo>
                  <a:close/>
                  <a:moveTo>
                    <a:pt x="3203" y="38603"/>
                  </a:moveTo>
                  <a:lnTo>
                    <a:pt x="3203" y="38603"/>
                  </a:lnTo>
                  <a:cubicBezTo>
                    <a:pt x="3103" y="38770"/>
                    <a:pt x="3036" y="38936"/>
                    <a:pt x="2970" y="39070"/>
                  </a:cubicBezTo>
                  <a:cubicBezTo>
                    <a:pt x="3036" y="38936"/>
                    <a:pt x="3137" y="38770"/>
                    <a:pt x="3203" y="38603"/>
                  </a:cubicBezTo>
                  <a:close/>
                  <a:moveTo>
                    <a:pt x="8640" y="30030"/>
                  </a:moveTo>
                  <a:cubicBezTo>
                    <a:pt x="6506" y="32665"/>
                    <a:pt x="4671" y="35534"/>
                    <a:pt x="3237" y="38603"/>
                  </a:cubicBezTo>
                  <a:lnTo>
                    <a:pt x="5205" y="39770"/>
                  </a:lnTo>
                  <a:lnTo>
                    <a:pt x="15279" y="33899"/>
                  </a:lnTo>
                  <a:lnTo>
                    <a:pt x="8640" y="30030"/>
                  </a:lnTo>
                  <a:close/>
                  <a:moveTo>
                    <a:pt x="26353" y="27995"/>
                  </a:moveTo>
                  <a:lnTo>
                    <a:pt x="16279" y="33899"/>
                  </a:lnTo>
                  <a:lnTo>
                    <a:pt x="26353" y="39770"/>
                  </a:lnTo>
                  <a:lnTo>
                    <a:pt x="36460" y="33899"/>
                  </a:lnTo>
                  <a:lnTo>
                    <a:pt x="26353" y="27995"/>
                  </a:lnTo>
                  <a:close/>
                  <a:moveTo>
                    <a:pt x="47568" y="27995"/>
                  </a:moveTo>
                  <a:lnTo>
                    <a:pt x="37461" y="33899"/>
                  </a:lnTo>
                  <a:lnTo>
                    <a:pt x="47568" y="39770"/>
                  </a:lnTo>
                  <a:lnTo>
                    <a:pt x="57642" y="33899"/>
                  </a:lnTo>
                  <a:lnTo>
                    <a:pt x="47568" y="27995"/>
                  </a:lnTo>
                  <a:close/>
                  <a:moveTo>
                    <a:pt x="68750" y="27995"/>
                  </a:moveTo>
                  <a:lnTo>
                    <a:pt x="58643" y="33899"/>
                  </a:lnTo>
                  <a:lnTo>
                    <a:pt x="68750" y="39770"/>
                  </a:lnTo>
                  <a:lnTo>
                    <a:pt x="78824" y="33899"/>
                  </a:lnTo>
                  <a:lnTo>
                    <a:pt x="68750" y="27995"/>
                  </a:lnTo>
                  <a:close/>
                  <a:moveTo>
                    <a:pt x="89898" y="27995"/>
                  </a:moveTo>
                  <a:lnTo>
                    <a:pt x="79825" y="33899"/>
                  </a:lnTo>
                  <a:lnTo>
                    <a:pt x="89898" y="39770"/>
                  </a:lnTo>
                  <a:lnTo>
                    <a:pt x="100006" y="33899"/>
                  </a:lnTo>
                  <a:lnTo>
                    <a:pt x="89898" y="27995"/>
                  </a:lnTo>
                  <a:close/>
                  <a:moveTo>
                    <a:pt x="111114" y="27995"/>
                  </a:moveTo>
                  <a:lnTo>
                    <a:pt x="101006" y="33899"/>
                  </a:lnTo>
                  <a:lnTo>
                    <a:pt x="111114" y="39770"/>
                  </a:lnTo>
                  <a:lnTo>
                    <a:pt x="121187" y="33899"/>
                  </a:lnTo>
                  <a:lnTo>
                    <a:pt x="111114" y="27995"/>
                  </a:lnTo>
                  <a:close/>
                  <a:moveTo>
                    <a:pt x="132295" y="27995"/>
                  </a:moveTo>
                  <a:lnTo>
                    <a:pt x="122188" y="33899"/>
                  </a:lnTo>
                  <a:lnTo>
                    <a:pt x="132295" y="39770"/>
                  </a:lnTo>
                  <a:lnTo>
                    <a:pt x="142369" y="33899"/>
                  </a:lnTo>
                  <a:lnTo>
                    <a:pt x="132295" y="27995"/>
                  </a:lnTo>
                  <a:close/>
                  <a:moveTo>
                    <a:pt x="153477" y="27995"/>
                  </a:moveTo>
                  <a:lnTo>
                    <a:pt x="143370" y="33899"/>
                  </a:lnTo>
                  <a:lnTo>
                    <a:pt x="153477" y="39770"/>
                  </a:lnTo>
                  <a:lnTo>
                    <a:pt x="163551" y="33899"/>
                  </a:lnTo>
                  <a:lnTo>
                    <a:pt x="153477" y="27995"/>
                  </a:lnTo>
                  <a:close/>
                  <a:moveTo>
                    <a:pt x="171223" y="29997"/>
                  </a:moveTo>
                  <a:lnTo>
                    <a:pt x="164552" y="33899"/>
                  </a:lnTo>
                  <a:lnTo>
                    <a:pt x="174659" y="39770"/>
                  </a:lnTo>
                  <a:lnTo>
                    <a:pt x="176627" y="38603"/>
                  </a:lnTo>
                  <a:cubicBezTo>
                    <a:pt x="175193" y="35534"/>
                    <a:pt x="173358" y="32632"/>
                    <a:pt x="171223" y="29997"/>
                  </a:cubicBezTo>
                  <a:close/>
                  <a:moveTo>
                    <a:pt x="3003" y="39070"/>
                  </a:moveTo>
                  <a:cubicBezTo>
                    <a:pt x="2603" y="39937"/>
                    <a:pt x="2269" y="40771"/>
                    <a:pt x="1936" y="41638"/>
                  </a:cubicBezTo>
                  <a:lnTo>
                    <a:pt x="4671" y="40071"/>
                  </a:lnTo>
                  <a:lnTo>
                    <a:pt x="3003" y="39070"/>
                  </a:lnTo>
                  <a:close/>
                  <a:moveTo>
                    <a:pt x="176827" y="39070"/>
                  </a:moveTo>
                  <a:lnTo>
                    <a:pt x="175159" y="40071"/>
                  </a:lnTo>
                  <a:lnTo>
                    <a:pt x="177861" y="41638"/>
                  </a:lnTo>
                  <a:cubicBezTo>
                    <a:pt x="177561" y="40771"/>
                    <a:pt x="177228" y="39937"/>
                    <a:pt x="176827" y="39070"/>
                  </a:cubicBezTo>
                  <a:close/>
                  <a:moveTo>
                    <a:pt x="177895" y="41638"/>
                  </a:moveTo>
                  <a:lnTo>
                    <a:pt x="177895" y="41638"/>
                  </a:lnTo>
                  <a:cubicBezTo>
                    <a:pt x="177911" y="41705"/>
                    <a:pt x="177936" y="41780"/>
                    <a:pt x="177961" y="41855"/>
                  </a:cubicBezTo>
                  <a:lnTo>
                    <a:pt x="177895" y="41638"/>
                  </a:lnTo>
                  <a:close/>
                  <a:moveTo>
                    <a:pt x="177961" y="41855"/>
                  </a:moveTo>
                  <a:lnTo>
                    <a:pt x="178028" y="42072"/>
                  </a:lnTo>
                  <a:cubicBezTo>
                    <a:pt x="178011" y="42005"/>
                    <a:pt x="177986" y="41930"/>
                    <a:pt x="177961" y="41855"/>
                  </a:cubicBezTo>
                  <a:close/>
                  <a:moveTo>
                    <a:pt x="1936" y="41638"/>
                  </a:moveTo>
                  <a:lnTo>
                    <a:pt x="1936" y="41638"/>
                  </a:lnTo>
                  <a:cubicBezTo>
                    <a:pt x="1869" y="41905"/>
                    <a:pt x="1769" y="42139"/>
                    <a:pt x="1702" y="42372"/>
                  </a:cubicBezTo>
                  <a:cubicBezTo>
                    <a:pt x="1769" y="42139"/>
                    <a:pt x="1902" y="41905"/>
                    <a:pt x="1936" y="41638"/>
                  </a:cubicBezTo>
                  <a:close/>
                  <a:moveTo>
                    <a:pt x="15779" y="34166"/>
                  </a:moveTo>
                  <a:lnTo>
                    <a:pt x="5672" y="40071"/>
                  </a:lnTo>
                  <a:lnTo>
                    <a:pt x="15779" y="45941"/>
                  </a:lnTo>
                  <a:lnTo>
                    <a:pt x="25886" y="40071"/>
                  </a:lnTo>
                  <a:lnTo>
                    <a:pt x="15779" y="34166"/>
                  </a:lnTo>
                  <a:close/>
                  <a:moveTo>
                    <a:pt x="36961" y="34166"/>
                  </a:moveTo>
                  <a:lnTo>
                    <a:pt x="26853" y="40071"/>
                  </a:lnTo>
                  <a:lnTo>
                    <a:pt x="36961" y="45941"/>
                  </a:lnTo>
                  <a:lnTo>
                    <a:pt x="47068" y="40071"/>
                  </a:lnTo>
                  <a:lnTo>
                    <a:pt x="36961" y="34166"/>
                  </a:lnTo>
                  <a:close/>
                  <a:moveTo>
                    <a:pt x="58142" y="34166"/>
                  </a:moveTo>
                  <a:lnTo>
                    <a:pt x="48035" y="40071"/>
                  </a:lnTo>
                  <a:lnTo>
                    <a:pt x="58142" y="45941"/>
                  </a:lnTo>
                  <a:lnTo>
                    <a:pt x="68250" y="40071"/>
                  </a:lnTo>
                  <a:lnTo>
                    <a:pt x="58142" y="34166"/>
                  </a:lnTo>
                  <a:close/>
                  <a:moveTo>
                    <a:pt x="79324" y="34166"/>
                  </a:moveTo>
                  <a:lnTo>
                    <a:pt x="69217" y="40071"/>
                  </a:lnTo>
                  <a:lnTo>
                    <a:pt x="79324" y="45941"/>
                  </a:lnTo>
                  <a:lnTo>
                    <a:pt x="89431" y="40071"/>
                  </a:lnTo>
                  <a:lnTo>
                    <a:pt x="79324" y="34166"/>
                  </a:lnTo>
                  <a:close/>
                  <a:moveTo>
                    <a:pt x="100506" y="34166"/>
                  </a:moveTo>
                  <a:lnTo>
                    <a:pt x="90432" y="40071"/>
                  </a:lnTo>
                  <a:lnTo>
                    <a:pt x="100506" y="45941"/>
                  </a:lnTo>
                  <a:lnTo>
                    <a:pt x="110613" y="40071"/>
                  </a:lnTo>
                  <a:lnTo>
                    <a:pt x="100506" y="34166"/>
                  </a:lnTo>
                  <a:close/>
                  <a:moveTo>
                    <a:pt x="121688" y="34166"/>
                  </a:moveTo>
                  <a:lnTo>
                    <a:pt x="111614" y="40071"/>
                  </a:lnTo>
                  <a:lnTo>
                    <a:pt x="121688" y="45941"/>
                  </a:lnTo>
                  <a:lnTo>
                    <a:pt x="131795" y="40071"/>
                  </a:lnTo>
                  <a:lnTo>
                    <a:pt x="121688" y="34166"/>
                  </a:lnTo>
                  <a:close/>
                  <a:moveTo>
                    <a:pt x="142870" y="34166"/>
                  </a:moveTo>
                  <a:lnTo>
                    <a:pt x="132796" y="40071"/>
                  </a:lnTo>
                  <a:lnTo>
                    <a:pt x="142870" y="45941"/>
                  </a:lnTo>
                  <a:lnTo>
                    <a:pt x="152977" y="40071"/>
                  </a:lnTo>
                  <a:lnTo>
                    <a:pt x="142870" y="34166"/>
                  </a:lnTo>
                  <a:close/>
                  <a:moveTo>
                    <a:pt x="164085" y="34166"/>
                  </a:moveTo>
                  <a:lnTo>
                    <a:pt x="153978" y="40071"/>
                  </a:lnTo>
                  <a:lnTo>
                    <a:pt x="164051" y="45941"/>
                  </a:lnTo>
                  <a:lnTo>
                    <a:pt x="174159" y="40071"/>
                  </a:lnTo>
                  <a:lnTo>
                    <a:pt x="164085" y="34166"/>
                  </a:lnTo>
                  <a:close/>
                  <a:moveTo>
                    <a:pt x="201" y="49210"/>
                  </a:moveTo>
                  <a:cubicBezTo>
                    <a:pt x="201" y="49411"/>
                    <a:pt x="134" y="49577"/>
                    <a:pt x="134" y="49778"/>
                  </a:cubicBezTo>
                  <a:lnTo>
                    <a:pt x="168" y="49778"/>
                  </a:lnTo>
                  <a:cubicBezTo>
                    <a:pt x="168" y="49577"/>
                    <a:pt x="234" y="49411"/>
                    <a:pt x="201" y="49210"/>
                  </a:cubicBezTo>
                  <a:close/>
                  <a:moveTo>
                    <a:pt x="5171" y="40337"/>
                  </a:moveTo>
                  <a:lnTo>
                    <a:pt x="1702" y="42372"/>
                  </a:lnTo>
                  <a:cubicBezTo>
                    <a:pt x="968" y="44607"/>
                    <a:pt x="468" y="46909"/>
                    <a:pt x="234" y="49210"/>
                  </a:cubicBezTo>
                  <a:lnTo>
                    <a:pt x="5205" y="52113"/>
                  </a:lnTo>
                  <a:lnTo>
                    <a:pt x="15279" y="46242"/>
                  </a:lnTo>
                  <a:lnTo>
                    <a:pt x="5171" y="40337"/>
                  </a:lnTo>
                  <a:close/>
                  <a:moveTo>
                    <a:pt x="26353" y="40337"/>
                  </a:moveTo>
                  <a:lnTo>
                    <a:pt x="16279" y="46242"/>
                  </a:lnTo>
                  <a:lnTo>
                    <a:pt x="26353" y="52113"/>
                  </a:lnTo>
                  <a:lnTo>
                    <a:pt x="36460" y="46242"/>
                  </a:lnTo>
                  <a:lnTo>
                    <a:pt x="26353" y="40337"/>
                  </a:lnTo>
                  <a:close/>
                  <a:moveTo>
                    <a:pt x="47568" y="40337"/>
                  </a:moveTo>
                  <a:lnTo>
                    <a:pt x="37461" y="46242"/>
                  </a:lnTo>
                  <a:lnTo>
                    <a:pt x="47568" y="52113"/>
                  </a:lnTo>
                  <a:lnTo>
                    <a:pt x="57642" y="46242"/>
                  </a:lnTo>
                  <a:lnTo>
                    <a:pt x="47568" y="40337"/>
                  </a:lnTo>
                  <a:close/>
                  <a:moveTo>
                    <a:pt x="68750" y="40337"/>
                  </a:moveTo>
                  <a:lnTo>
                    <a:pt x="58643" y="46242"/>
                  </a:lnTo>
                  <a:lnTo>
                    <a:pt x="68750" y="52113"/>
                  </a:lnTo>
                  <a:lnTo>
                    <a:pt x="78824" y="46242"/>
                  </a:lnTo>
                  <a:lnTo>
                    <a:pt x="68750" y="40337"/>
                  </a:lnTo>
                  <a:close/>
                  <a:moveTo>
                    <a:pt x="89932" y="40337"/>
                  </a:moveTo>
                  <a:lnTo>
                    <a:pt x="79825" y="46242"/>
                  </a:lnTo>
                  <a:lnTo>
                    <a:pt x="89932" y="52113"/>
                  </a:lnTo>
                  <a:lnTo>
                    <a:pt x="100006" y="46242"/>
                  </a:lnTo>
                  <a:lnTo>
                    <a:pt x="89932" y="40337"/>
                  </a:lnTo>
                  <a:close/>
                  <a:moveTo>
                    <a:pt x="111080" y="40337"/>
                  </a:moveTo>
                  <a:lnTo>
                    <a:pt x="101006" y="46242"/>
                  </a:lnTo>
                  <a:lnTo>
                    <a:pt x="111080" y="52113"/>
                  </a:lnTo>
                  <a:lnTo>
                    <a:pt x="121187" y="46242"/>
                  </a:lnTo>
                  <a:lnTo>
                    <a:pt x="111080" y="40337"/>
                  </a:lnTo>
                  <a:close/>
                  <a:moveTo>
                    <a:pt x="132295" y="40337"/>
                  </a:moveTo>
                  <a:lnTo>
                    <a:pt x="122188" y="46242"/>
                  </a:lnTo>
                  <a:lnTo>
                    <a:pt x="132295" y="52113"/>
                  </a:lnTo>
                  <a:lnTo>
                    <a:pt x="142369" y="46242"/>
                  </a:lnTo>
                  <a:lnTo>
                    <a:pt x="132295" y="40337"/>
                  </a:lnTo>
                  <a:close/>
                  <a:moveTo>
                    <a:pt x="153477" y="40337"/>
                  </a:moveTo>
                  <a:lnTo>
                    <a:pt x="143370" y="46208"/>
                  </a:lnTo>
                  <a:lnTo>
                    <a:pt x="153477" y="52113"/>
                  </a:lnTo>
                  <a:lnTo>
                    <a:pt x="163551" y="46208"/>
                  </a:lnTo>
                  <a:lnTo>
                    <a:pt x="153477" y="40337"/>
                  </a:lnTo>
                  <a:close/>
                  <a:moveTo>
                    <a:pt x="174659" y="40337"/>
                  </a:moveTo>
                  <a:lnTo>
                    <a:pt x="164552" y="46242"/>
                  </a:lnTo>
                  <a:lnTo>
                    <a:pt x="174659" y="52113"/>
                  </a:lnTo>
                  <a:lnTo>
                    <a:pt x="179629" y="49210"/>
                  </a:lnTo>
                  <a:cubicBezTo>
                    <a:pt x="179362" y="46875"/>
                    <a:pt x="178862" y="44574"/>
                    <a:pt x="178128" y="42372"/>
                  </a:cubicBezTo>
                  <a:lnTo>
                    <a:pt x="174659" y="40337"/>
                  </a:lnTo>
                  <a:close/>
                  <a:moveTo>
                    <a:pt x="168" y="49778"/>
                  </a:moveTo>
                  <a:cubicBezTo>
                    <a:pt x="1" y="51512"/>
                    <a:pt x="1" y="53280"/>
                    <a:pt x="168" y="55048"/>
                  </a:cubicBezTo>
                  <a:lnTo>
                    <a:pt x="4671" y="52413"/>
                  </a:lnTo>
                  <a:lnTo>
                    <a:pt x="168" y="49778"/>
                  </a:lnTo>
                  <a:close/>
                  <a:moveTo>
                    <a:pt x="179663" y="49778"/>
                  </a:moveTo>
                  <a:lnTo>
                    <a:pt x="175159" y="52413"/>
                  </a:lnTo>
                  <a:lnTo>
                    <a:pt x="179663" y="55048"/>
                  </a:lnTo>
                  <a:cubicBezTo>
                    <a:pt x="179829" y="53280"/>
                    <a:pt x="179829" y="51512"/>
                    <a:pt x="179663" y="49778"/>
                  </a:cubicBezTo>
                  <a:close/>
                  <a:moveTo>
                    <a:pt x="201" y="55281"/>
                  </a:moveTo>
                  <a:cubicBezTo>
                    <a:pt x="201" y="55382"/>
                    <a:pt x="234" y="55482"/>
                    <a:pt x="234" y="55582"/>
                  </a:cubicBezTo>
                  <a:cubicBezTo>
                    <a:pt x="234" y="55482"/>
                    <a:pt x="234" y="55382"/>
                    <a:pt x="201" y="55281"/>
                  </a:cubicBezTo>
                  <a:close/>
                  <a:moveTo>
                    <a:pt x="36961" y="46509"/>
                  </a:moveTo>
                  <a:lnTo>
                    <a:pt x="26853" y="52413"/>
                  </a:lnTo>
                  <a:lnTo>
                    <a:pt x="36961" y="58284"/>
                  </a:lnTo>
                  <a:lnTo>
                    <a:pt x="47068" y="52413"/>
                  </a:lnTo>
                  <a:lnTo>
                    <a:pt x="36961" y="46509"/>
                  </a:lnTo>
                  <a:close/>
                  <a:moveTo>
                    <a:pt x="58142" y="46509"/>
                  </a:moveTo>
                  <a:lnTo>
                    <a:pt x="48035" y="52413"/>
                  </a:lnTo>
                  <a:lnTo>
                    <a:pt x="58142" y="58284"/>
                  </a:lnTo>
                  <a:lnTo>
                    <a:pt x="68250" y="52413"/>
                  </a:lnTo>
                  <a:lnTo>
                    <a:pt x="58142" y="46509"/>
                  </a:lnTo>
                  <a:close/>
                  <a:moveTo>
                    <a:pt x="79324" y="46509"/>
                  </a:moveTo>
                  <a:lnTo>
                    <a:pt x="69217" y="52413"/>
                  </a:lnTo>
                  <a:lnTo>
                    <a:pt x="79324" y="58284"/>
                  </a:lnTo>
                  <a:lnTo>
                    <a:pt x="89398" y="52413"/>
                  </a:lnTo>
                  <a:lnTo>
                    <a:pt x="79324" y="46509"/>
                  </a:lnTo>
                  <a:close/>
                  <a:moveTo>
                    <a:pt x="100506" y="46509"/>
                  </a:moveTo>
                  <a:lnTo>
                    <a:pt x="90399" y="52413"/>
                  </a:lnTo>
                  <a:lnTo>
                    <a:pt x="100506" y="58284"/>
                  </a:lnTo>
                  <a:lnTo>
                    <a:pt x="110580" y="52413"/>
                  </a:lnTo>
                  <a:lnTo>
                    <a:pt x="100506" y="46509"/>
                  </a:lnTo>
                  <a:close/>
                  <a:moveTo>
                    <a:pt x="121688" y="46542"/>
                  </a:moveTo>
                  <a:lnTo>
                    <a:pt x="111614" y="52413"/>
                  </a:lnTo>
                  <a:lnTo>
                    <a:pt x="121688" y="58284"/>
                  </a:lnTo>
                  <a:lnTo>
                    <a:pt x="131795" y="52413"/>
                  </a:lnTo>
                  <a:lnTo>
                    <a:pt x="121688" y="46542"/>
                  </a:lnTo>
                  <a:close/>
                  <a:moveTo>
                    <a:pt x="142870" y="46509"/>
                  </a:moveTo>
                  <a:lnTo>
                    <a:pt x="132796" y="52379"/>
                  </a:lnTo>
                  <a:lnTo>
                    <a:pt x="142870" y="58284"/>
                  </a:lnTo>
                  <a:lnTo>
                    <a:pt x="152977" y="52379"/>
                  </a:lnTo>
                  <a:lnTo>
                    <a:pt x="142870" y="46509"/>
                  </a:lnTo>
                  <a:close/>
                  <a:moveTo>
                    <a:pt x="164085" y="46509"/>
                  </a:moveTo>
                  <a:lnTo>
                    <a:pt x="154011" y="52413"/>
                  </a:lnTo>
                  <a:lnTo>
                    <a:pt x="164085" y="58284"/>
                  </a:lnTo>
                  <a:lnTo>
                    <a:pt x="174192" y="52413"/>
                  </a:lnTo>
                  <a:lnTo>
                    <a:pt x="164085" y="46509"/>
                  </a:lnTo>
                  <a:close/>
                  <a:moveTo>
                    <a:pt x="15779" y="46509"/>
                  </a:moveTo>
                  <a:lnTo>
                    <a:pt x="5672" y="52413"/>
                  </a:lnTo>
                  <a:lnTo>
                    <a:pt x="15779" y="58317"/>
                  </a:lnTo>
                  <a:lnTo>
                    <a:pt x="25886" y="52413"/>
                  </a:lnTo>
                  <a:lnTo>
                    <a:pt x="15779" y="46509"/>
                  </a:lnTo>
                  <a:close/>
                  <a:moveTo>
                    <a:pt x="1702" y="62453"/>
                  </a:moveTo>
                  <a:lnTo>
                    <a:pt x="1702" y="62453"/>
                  </a:lnTo>
                  <a:cubicBezTo>
                    <a:pt x="1707" y="62464"/>
                    <a:pt x="1712" y="62474"/>
                    <a:pt x="1717" y="62484"/>
                  </a:cubicBezTo>
                  <a:lnTo>
                    <a:pt x="1717" y="62484"/>
                  </a:lnTo>
                  <a:cubicBezTo>
                    <a:pt x="1715" y="62475"/>
                    <a:pt x="1713" y="62467"/>
                    <a:pt x="1710" y="62458"/>
                  </a:cubicBezTo>
                  <a:lnTo>
                    <a:pt x="1710" y="62458"/>
                  </a:lnTo>
                  <a:lnTo>
                    <a:pt x="1702" y="62453"/>
                  </a:lnTo>
                  <a:close/>
                  <a:moveTo>
                    <a:pt x="1717" y="62484"/>
                  </a:moveTo>
                  <a:lnTo>
                    <a:pt x="1717" y="62484"/>
                  </a:lnTo>
                  <a:cubicBezTo>
                    <a:pt x="1753" y="62622"/>
                    <a:pt x="1811" y="62738"/>
                    <a:pt x="1869" y="62854"/>
                  </a:cubicBezTo>
                  <a:cubicBezTo>
                    <a:pt x="1807" y="62730"/>
                    <a:pt x="1774" y="62607"/>
                    <a:pt x="1717" y="62484"/>
                  </a:cubicBezTo>
                  <a:close/>
                  <a:moveTo>
                    <a:pt x="5171" y="52680"/>
                  </a:moveTo>
                  <a:lnTo>
                    <a:pt x="234" y="55582"/>
                  </a:lnTo>
                  <a:cubicBezTo>
                    <a:pt x="468" y="57917"/>
                    <a:pt x="968" y="60218"/>
                    <a:pt x="1702" y="62453"/>
                  </a:cubicBezTo>
                  <a:lnTo>
                    <a:pt x="1702" y="62420"/>
                  </a:lnTo>
                  <a:cubicBezTo>
                    <a:pt x="1705" y="62433"/>
                    <a:pt x="1708" y="62446"/>
                    <a:pt x="1710" y="62458"/>
                  </a:cubicBezTo>
                  <a:lnTo>
                    <a:pt x="1710" y="62458"/>
                  </a:lnTo>
                  <a:lnTo>
                    <a:pt x="5171" y="64455"/>
                  </a:lnTo>
                  <a:lnTo>
                    <a:pt x="15279" y="58584"/>
                  </a:lnTo>
                  <a:lnTo>
                    <a:pt x="5171" y="52680"/>
                  </a:lnTo>
                  <a:close/>
                  <a:moveTo>
                    <a:pt x="26353" y="52680"/>
                  </a:moveTo>
                  <a:lnTo>
                    <a:pt x="16279" y="58584"/>
                  </a:lnTo>
                  <a:lnTo>
                    <a:pt x="26353" y="64455"/>
                  </a:lnTo>
                  <a:lnTo>
                    <a:pt x="36460" y="58584"/>
                  </a:lnTo>
                  <a:lnTo>
                    <a:pt x="26353" y="52680"/>
                  </a:lnTo>
                  <a:close/>
                  <a:moveTo>
                    <a:pt x="47568" y="52680"/>
                  </a:moveTo>
                  <a:lnTo>
                    <a:pt x="37461" y="58584"/>
                  </a:lnTo>
                  <a:lnTo>
                    <a:pt x="47568" y="64455"/>
                  </a:lnTo>
                  <a:lnTo>
                    <a:pt x="57642" y="58584"/>
                  </a:lnTo>
                  <a:lnTo>
                    <a:pt x="47568" y="52680"/>
                  </a:lnTo>
                  <a:close/>
                  <a:moveTo>
                    <a:pt x="68717" y="52680"/>
                  </a:moveTo>
                  <a:lnTo>
                    <a:pt x="58643" y="58584"/>
                  </a:lnTo>
                  <a:lnTo>
                    <a:pt x="68717" y="64455"/>
                  </a:lnTo>
                  <a:lnTo>
                    <a:pt x="78824" y="58584"/>
                  </a:lnTo>
                  <a:lnTo>
                    <a:pt x="68717" y="52680"/>
                  </a:lnTo>
                  <a:close/>
                  <a:moveTo>
                    <a:pt x="89898" y="52680"/>
                  </a:moveTo>
                  <a:lnTo>
                    <a:pt x="79825" y="58584"/>
                  </a:lnTo>
                  <a:lnTo>
                    <a:pt x="89898" y="64455"/>
                  </a:lnTo>
                  <a:lnTo>
                    <a:pt x="100006" y="58584"/>
                  </a:lnTo>
                  <a:lnTo>
                    <a:pt x="89898" y="52680"/>
                  </a:lnTo>
                  <a:close/>
                  <a:moveTo>
                    <a:pt x="111080" y="52680"/>
                  </a:moveTo>
                  <a:lnTo>
                    <a:pt x="101006" y="58584"/>
                  </a:lnTo>
                  <a:lnTo>
                    <a:pt x="111080" y="64455"/>
                  </a:lnTo>
                  <a:lnTo>
                    <a:pt x="121187" y="58584"/>
                  </a:lnTo>
                  <a:lnTo>
                    <a:pt x="111080" y="52680"/>
                  </a:lnTo>
                  <a:close/>
                  <a:moveTo>
                    <a:pt x="132295" y="52680"/>
                  </a:moveTo>
                  <a:lnTo>
                    <a:pt x="122188" y="58584"/>
                  </a:lnTo>
                  <a:lnTo>
                    <a:pt x="132295" y="64455"/>
                  </a:lnTo>
                  <a:lnTo>
                    <a:pt x="142369" y="58584"/>
                  </a:lnTo>
                  <a:lnTo>
                    <a:pt x="132295" y="52680"/>
                  </a:lnTo>
                  <a:close/>
                  <a:moveTo>
                    <a:pt x="153477" y="52680"/>
                  </a:moveTo>
                  <a:lnTo>
                    <a:pt x="143370" y="58584"/>
                  </a:lnTo>
                  <a:lnTo>
                    <a:pt x="153477" y="64455"/>
                  </a:lnTo>
                  <a:lnTo>
                    <a:pt x="163551" y="58584"/>
                  </a:lnTo>
                  <a:lnTo>
                    <a:pt x="153477" y="52680"/>
                  </a:lnTo>
                  <a:close/>
                  <a:moveTo>
                    <a:pt x="174659" y="52680"/>
                  </a:moveTo>
                  <a:lnTo>
                    <a:pt x="164552" y="58584"/>
                  </a:lnTo>
                  <a:lnTo>
                    <a:pt x="174659" y="64455"/>
                  </a:lnTo>
                  <a:lnTo>
                    <a:pt x="178128" y="62420"/>
                  </a:lnTo>
                  <a:cubicBezTo>
                    <a:pt x="178895" y="60218"/>
                    <a:pt x="179362" y="57917"/>
                    <a:pt x="179629" y="55582"/>
                  </a:cubicBezTo>
                  <a:lnTo>
                    <a:pt x="174659" y="52680"/>
                  </a:lnTo>
                  <a:close/>
                  <a:moveTo>
                    <a:pt x="1936" y="63154"/>
                  </a:moveTo>
                  <a:cubicBezTo>
                    <a:pt x="2269" y="64021"/>
                    <a:pt x="2603" y="64888"/>
                    <a:pt x="3003" y="65722"/>
                  </a:cubicBezTo>
                  <a:lnTo>
                    <a:pt x="4671" y="64755"/>
                  </a:lnTo>
                  <a:lnTo>
                    <a:pt x="1936" y="63154"/>
                  </a:lnTo>
                  <a:close/>
                  <a:moveTo>
                    <a:pt x="177895" y="63154"/>
                  </a:moveTo>
                  <a:lnTo>
                    <a:pt x="175159" y="64755"/>
                  </a:lnTo>
                  <a:lnTo>
                    <a:pt x="176827" y="65722"/>
                  </a:lnTo>
                  <a:cubicBezTo>
                    <a:pt x="177228" y="64888"/>
                    <a:pt x="177561" y="64021"/>
                    <a:pt x="177895" y="63154"/>
                  </a:cubicBezTo>
                  <a:close/>
                  <a:moveTo>
                    <a:pt x="176827" y="65756"/>
                  </a:moveTo>
                  <a:lnTo>
                    <a:pt x="176827" y="65756"/>
                  </a:lnTo>
                  <a:cubicBezTo>
                    <a:pt x="176794" y="65822"/>
                    <a:pt x="176761" y="65897"/>
                    <a:pt x="176727" y="65972"/>
                  </a:cubicBezTo>
                  <a:lnTo>
                    <a:pt x="176727" y="65972"/>
                  </a:lnTo>
                  <a:lnTo>
                    <a:pt x="176827" y="65756"/>
                  </a:lnTo>
                  <a:close/>
                  <a:moveTo>
                    <a:pt x="3003" y="65722"/>
                  </a:moveTo>
                  <a:lnTo>
                    <a:pt x="3003" y="65756"/>
                  </a:lnTo>
                  <a:cubicBezTo>
                    <a:pt x="3070" y="65889"/>
                    <a:pt x="3137" y="66056"/>
                    <a:pt x="3203" y="66189"/>
                  </a:cubicBezTo>
                  <a:cubicBezTo>
                    <a:pt x="3137" y="66056"/>
                    <a:pt x="3070" y="65889"/>
                    <a:pt x="3003" y="65722"/>
                  </a:cubicBezTo>
                  <a:close/>
                  <a:moveTo>
                    <a:pt x="176727" y="65972"/>
                  </a:moveTo>
                  <a:lnTo>
                    <a:pt x="176627" y="66189"/>
                  </a:lnTo>
                  <a:lnTo>
                    <a:pt x="176627" y="66189"/>
                  </a:lnTo>
                  <a:cubicBezTo>
                    <a:pt x="176660" y="66123"/>
                    <a:pt x="176694" y="66048"/>
                    <a:pt x="176727" y="65972"/>
                  </a:cubicBezTo>
                  <a:close/>
                  <a:moveTo>
                    <a:pt x="15779" y="58884"/>
                  </a:moveTo>
                  <a:lnTo>
                    <a:pt x="5672" y="64755"/>
                  </a:lnTo>
                  <a:lnTo>
                    <a:pt x="15779" y="70626"/>
                  </a:lnTo>
                  <a:lnTo>
                    <a:pt x="25886" y="64755"/>
                  </a:lnTo>
                  <a:lnTo>
                    <a:pt x="15779" y="58884"/>
                  </a:lnTo>
                  <a:close/>
                  <a:moveTo>
                    <a:pt x="36961" y="58851"/>
                  </a:moveTo>
                  <a:lnTo>
                    <a:pt x="26853" y="64755"/>
                  </a:lnTo>
                  <a:lnTo>
                    <a:pt x="36961" y="70626"/>
                  </a:lnTo>
                  <a:lnTo>
                    <a:pt x="47068" y="64755"/>
                  </a:lnTo>
                  <a:lnTo>
                    <a:pt x="36961" y="58851"/>
                  </a:lnTo>
                  <a:close/>
                  <a:moveTo>
                    <a:pt x="58142" y="58884"/>
                  </a:moveTo>
                  <a:lnTo>
                    <a:pt x="48035" y="64755"/>
                  </a:lnTo>
                  <a:lnTo>
                    <a:pt x="58142" y="70626"/>
                  </a:lnTo>
                  <a:lnTo>
                    <a:pt x="68216" y="64755"/>
                  </a:lnTo>
                  <a:lnTo>
                    <a:pt x="58142" y="58884"/>
                  </a:lnTo>
                  <a:close/>
                  <a:moveTo>
                    <a:pt x="79324" y="58884"/>
                  </a:moveTo>
                  <a:lnTo>
                    <a:pt x="69217" y="64755"/>
                  </a:lnTo>
                  <a:lnTo>
                    <a:pt x="79324" y="70626"/>
                  </a:lnTo>
                  <a:lnTo>
                    <a:pt x="89398" y="64755"/>
                  </a:lnTo>
                  <a:lnTo>
                    <a:pt x="79324" y="58884"/>
                  </a:lnTo>
                  <a:close/>
                  <a:moveTo>
                    <a:pt x="100506" y="58884"/>
                  </a:moveTo>
                  <a:lnTo>
                    <a:pt x="90432" y="64755"/>
                  </a:lnTo>
                  <a:lnTo>
                    <a:pt x="100506" y="70626"/>
                  </a:lnTo>
                  <a:lnTo>
                    <a:pt x="110580" y="64755"/>
                  </a:lnTo>
                  <a:lnTo>
                    <a:pt x="100506" y="58884"/>
                  </a:lnTo>
                  <a:close/>
                  <a:moveTo>
                    <a:pt x="121688" y="58851"/>
                  </a:moveTo>
                  <a:lnTo>
                    <a:pt x="111614" y="64755"/>
                  </a:lnTo>
                  <a:lnTo>
                    <a:pt x="121688" y="70626"/>
                  </a:lnTo>
                  <a:lnTo>
                    <a:pt x="131795" y="64755"/>
                  </a:lnTo>
                  <a:lnTo>
                    <a:pt x="121688" y="58851"/>
                  </a:lnTo>
                  <a:close/>
                  <a:moveTo>
                    <a:pt x="142870" y="58851"/>
                  </a:moveTo>
                  <a:lnTo>
                    <a:pt x="132796" y="64755"/>
                  </a:lnTo>
                  <a:lnTo>
                    <a:pt x="142870" y="70626"/>
                  </a:lnTo>
                  <a:lnTo>
                    <a:pt x="152977" y="64755"/>
                  </a:lnTo>
                  <a:lnTo>
                    <a:pt x="142870" y="58851"/>
                  </a:lnTo>
                  <a:close/>
                  <a:moveTo>
                    <a:pt x="164051" y="58851"/>
                  </a:moveTo>
                  <a:lnTo>
                    <a:pt x="153978" y="64755"/>
                  </a:lnTo>
                  <a:lnTo>
                    <a:pt x="164051" y="70626"/>
                  </a:lnTo>
                  <a:lnTo>
                    <a:pt x="174159" y="64755"/>
                  </a:lnTo>
                  <a:lnTo>
                    <a:pt x="164051" y="58851"/>
                  </a:lnTo>
                  <a:close/>
                  <a:moveTo>
                    <a:pt x="5171" y="65055"/>
                  </a:moveTo>
                  <a:lnTo>
                    <a:pt x="3203" y="66189"/>
                  </a:lnTo>
                  <a:cubicBezTo>
                    <a:pt x="4638" y="69291"/>
                    <a:pt x="6472" y="72160"/>
                    <a:pt x="8607" y="74795"/>
                  </a:cubicBezTo>
                  <a:lnTo>
                    <a:pt x="15245" y="70926"/>
                  </a:lnTo>
                  <a:lnTo>
                    <a:pt x="5171" y="65055"/>
                  </a:lnTo>
                  <a:close/>
                  <a:moveTo>
                    <a:pt x="174626" y="65055"/>
                  </a:moveTo>
                  <a:lnTo>
                    <a:pt x="164552" y="70926"/>
                  </a:lnTo>
                  <a:lnTo>
                    <a:pt x="171190" y="74795"/>
                  </a:lnTo>
                  <a:cubicBezTo>
                    <a:pt x="173325" y="72160"/>
                    <a:pt x="175159" y="69258"/>
                    <a:pt x="176594" y="66189"/>
                  </a:cubicBezTo>
                  <a:lnTo>
                    <a:pt x="174626" y="65055"/>
                  </a:lnTo>
                  <a:close/>
                  <a:moveTo>
                    <a:pt x="26353" y="65055"/>
                  </a:moveTo>
                  <a:lnTo>
                    <a:pt x="16279" y="70926"/>
                  </a:lnTo>
                  <a:lnTo>
                    <a:pt x="26353" y="76830"/>
                  </a:lnTo>
                  <a:lnTo>
                    <a:pt x="36460" y="70926"/>
                  </a:lnTo>
                  <a:lnTo>
                    <a:pt x="26353" y="65055"/>
                  </a:lnTo>
                  <a:close/>
                  <a:moveTo>
                    <a:pt x="47535" y="65055"/>
                  </a:moveTo>
                  <a:lnTo>
                    <a:pt x="37461" y="70959"/>
                  </a:lnTo>
                  <a:lnTo>
                    <a:pt x="47568" y="76830"/>
                  </a:lnTo>
                  <a:lnTo>
                    <a:pt x="57642" y="70959"/>
                  </a:lnTo>
                  <a:lnTo>
                    <a:pt x="47535" y="65055"/>
                  </a:lnTo>
                  <a:close/>
                  <a:moveTo>
                    <a:pt x="68750" y="65055"/>
                  </a:moveTo>
                  <a:lnTo>
                    <a:pt x="58643" y="70926"/>
                  </a:lnTo>
                  <a:lnTo>
                    <a:pt x="68750" y="76830"/>
                  </a:lnTo>
                  <a:lnTo>
                    <a:pt x="78824" y="70926"/>
                  </a:lnTo>
                  <a:lnTo>
                    <a:pt x="68750" y="65055"/>
                  </a:lnTo>
                  <a:close/>
                  <a:moveTo>
                    <a:pt x="89898" y="65055"/>
                  </a:moveTo>
                  <a:lnTo>
                    <a:pt x="79825" y="70926"/>
                  </a:lnTo>
                  <a:lnTo>
                    <a:pt x="89932" y="76830"/>
                  </a:lnTo>
                  <a:lnTo>
                    <a:pt x="100006" y="70926"/>
                  </a:lnTo>
                  <a:lnTo>
                    <a:pt x="89898" y="65055"/>
                  </a:lnTo>
                  <a:close/>
                  <a:moveTo>
                    <a:pt x="111114" y="65022"/>
                  </a:moveTo>
                  <a:lnTo>
                    <a:pt x="101006" y="70926"/>
                  </a:lnTo>
                  <a:lnTo>
                    <a:pt x="111114" y="76830"/>
                  </a:lnTo>
                  <a:lnTo>
                    <a:pt x="121187" y="70926"/>
                  </a:lnTo>
                  <a:lnTo>
                    <a:pt x="111114" y="65022"/>
                  </a:lnTo>
                  <a:close/>
                  <a:moveTo>
                    <a:pt x="132295" y="65022"/>
                  </a:moveTo>
                  <a:lnTo>
                    <a:pt x="122188" y="70926"/>
                  </a:lnTo>
                  <a:lnTo>
                    <a:pt x="132295" y="76830"/>
                  </a:lnTo>
                  <a:lnTo>
                    <a:pt x="142369" y="70926"/>
                  </a:lnTo>
                  <a:lnTo>
                    <a:pt x="132295" y="65022"/>
                  </a:lnTo>
                  <a:close/>
                  <a:moveTo>
                    <a:pt x="153477" y="65022"/>
                  </a:moveTo>
                  <a:lnTo>
                    <a:pt x="143370" y="70926"/>
                  </a:lnTo>
                  <a:lnTo>
                    <a:pt x="153477" y="76830"/>
                  </a:lnTo>
                  <a:lnTo>
                    <a:pt x="163551" y="70926"/>
                  </a:lnTo>
                  <a:lnTo>
                    <a:pt x="153477" y="65022"/>
                  </a:lnTo>
                  <a:close/>
                  <a:moveTo>
                    <a:pt x="15779" y="71226"/>
                  </a:moveTo>
                  <a:lnTo>
                    <a:pt x="8974" y="75196"/>
                  </a:lnTo>
                  <a:cubicBezTo>
                    <a:pt x="11242" y="77898"/>
                    <a:pt x="13744" y="80366"/>
                    <a:pt x="16479" y="82601"/>
                  </a:cubicBezTo>
                  <a:lnTo>
                    <a:pt x="25886" y="77097"/>
                  </a:lnTo>
                  <a:lnTo>
                    <a:pt x="15779" y="71226"/>
                  </a:lnTo>
                  <a:close/>
                  <a:moveTo>
                    <a:pt x="164051" y="71226"/>
                  </a:moveTo>
                  <a:lnTo>
                    <a:pt x="153978" y="77097"/>
                  </a:lnTo>
                  <a:lnTo>
                    <a:pt x="163384" y="82601"/>
                  </a:lnTo>
                  <a:cubicBezTo>
                    <a:pt x="166120" y="80366"/>
                    <a:pt x="168621" y="77898"/>
                    <a:pt x="170856" y="75196"/>
                  </a:cubicBezTo>
                  <a:lnTo>
                    <a:pt x="164051" y="71226"/>
                  </a:lnTo>
                  <a:close/>
                  <a:moveTo>
                    <a:pt x="36961" y="71193"/>
                  </a:moveTo>
                  <a:lnTo>
                    <a:pt x="26853" y="77097"/>
                  </a:lnTo>
                  <a:lnTo>
                    <a:pt x="36961" y="82968"/>
                  </a:lnTo>
                  <a:lnTo>
                    <a:pt x="47068" y="77097"/>
                  </a:lnTo>
                  <a:lnTo>
                    <a:pt x="36961" y="71193"/>
                  </a:lnTo>
                  <a:close/>
                  <a:moveTo>
                    <a:pt x="58142" y="71193"/>
                  </a:moveTo>
                  <a:lnTo>
                    <a:pt x="48035" y="77097"/>
                  </a:lnTo>
                  <a:lnTo>
                    <a:pt x="58142" y="82968"/>
                  </a:lnTo>
                  <a:lnTo>
                    <a:pt x="68250" y="77097"/>
                  </a:lnTo>
                  <a:lnTo>
                    <a:pt x="58142" y="71193"/>
                  </a:lnTo>
                  <a:close/>
                  <a:moveTo>
                    <a:pt x="121688" y="71193"/>
                  </a:moveTo>
                  <a:lnTo>
                    <a:pt x="111614" y="77097"/>
                  </a:lnTo>
                  <a:lnTo>
                    <a:pt x="121688" y="82968"/>
                  </a:lnTo>
                  <a:lnTo>
                    <a:pt x="131795" y="77097"/>
                  </a:lnTo>
                  <a:lnTo>
                    <a:pt x="121688" y="71193"/>
                  </a:lnTo>
                  <a:close/>
                  <a:moveTo>
                    <a:pt x="79324" y="71226"/>
                  </a:moveTo>
                  <a:lnTo>
                    <a:pt x="69217" y="77097"/>
                  </a:lnTo>
                  <a:lnTo>
                    <a:pt x="79324" y="83001"/>
                  </a:lnTo>
                  <a:lnTo>
                    <a:pt x="89431" y="77097"/>
                  </a:lnTo>
                  <a:lnTo>
                    <a:pt x="79324" y="71226"/>
                  </a:lnTo>
                  <a:close/>
                  <a:moveTo>
                    <a:pt x="100506" y="71226"/>
                  </a:moveTo>
                  <a:lnTo>
                    <a:pt x="90432" y="77097"/>
                  </a:lnTo>
                  <a:lnTo>
                    <a:pt x="100506" y="83001"/>
                  </a:lnTo>
                  <a:lnTo>
                    <a:pt x="110613" y="77097"/>
                  </a:lnTo>
                  <a:lnTo>
                    <a:pt x="100506" y="71226"/>
                  </a:lnTo>
                  <a:close/>
                  <a:moveTo>
                    <a:pt x="142870" y="71226"/>
                  </a:moveTo>
                  <a:lnTo>
                    <a:pt x="132762" y="77097"/>
                  </a:lnTo>
                  <a:lnTo>
                    <a:pt x="142870" y="83001"/>
                  </a:lnTo>
                  <a:lnTo>
                    <a:pt x="152977" y="77097"/>
                  </a:lnTo>
                  <a:lnTo>
                    <a:pt x="142870" y="71226"/>
                  </a:lnTo>
                  <a:close/>
                  <a:moveTo>
                    <a:pt x="47568" y="77397"/>
                  </a:moveTo>
                  <a:lnTo>
                    <a:pt x="37461" y="83268"/>
                  </a:lnTo>
                  <a:lnTo>
                    <a:pt x="47568" y="89139"/>
                  </a:lnTo>
                  <a:lnTo>
                    <a:pt x="57642" y="83268"/>
                  </a:lnTo>
                  <a:lnTo>
                    <a:pt x="47568" y="77397"/>
                  </a:lnTo>
                  <a:close/>
                  <a:moveTo>
                    <a:pt x="68750" y="77397"/>
                  </a:moveTo>
                  <a:lnTo>
                    <a:pt x="58643" y="83268"/>
                  </a:lnTo>
                  <a:lnTo>
                    <a:pt x="68750" y="89139"/>
                  </a:lnTo>
                  <a:lnTo>
                    <a:pt x="78824" y="83268"/>
                  </a:lnTo>
                  <a:lnTo>
                    <a:pt x="68750" y="77397"/>
                  </a:lnTo>
                  <a:close/>
                  <a:moveTo>
                    <a:pt x="111114" y="77397"/>
                  </a:moveTo>
                  <a:lnTo>
                    <a:pt x="101006" y="83268"/>
                  </a:lnTo>
                  <a:lnTo>
                    <a:pt x="111114" y="89139"/>
                  </a:lnTo>
                  <a:lnTo>
                    <a:pt x="121187" y="83268"/>
                  </a:lnTo>
                  <a:lnTo>
                    <a:pt x="111114" y="77397"/>
                  </a:lnTo>
                  <a:close/>
                  <a:moveTo>
                    <a:pt x="26353" y="77397"/>
                  </a:moveTo>
                  <a:lnTo>
                    <a:pt x="16913" y="82935"/>
                  </a:lnTo>
                  <a:cubicBezTo>
                    <a:pt x="18214" y="84002"/>
                    <a:pt x="19582" y="85003"/>
                    <a:pt x="21016" y="86037"/>
                  </a:cubicBezTo>
                  <a:lnTo>
                    <a:pt x="26386" y="89172"/>
                  </a:lnTo>
                  <a:lnTo>
                    <a:pt x="36460" y="83268"/>
                  </a:lnTo>
                  <a:lnTo>
                    <a:pt x="26353" y="77397"/>
                  </a:lnTo>
                  <a:close/>
                  <a:moveTo>
                    <a:pt x="89932" y="77397"/>
                  </a:moveTo>
                  <a:lnTo>
                    <a:pt x="79825" y="83268"/>
                  </a:lnTo>
                  <a:lnTo>
                    <a:pt x="89932" y="89172"/>
                  </a:lnTo>
                  <a:lnTo>
                    <a:pt x="100006" y="83268"/>
                  </a:lnTo>
                  <a:lnTo>
                    <a:pt x="89932" y="77397"/>
                  </a:lnTo>
                  <a:close/>
                  <a:moveTo>
                    <a:pt x="132262" y="77397"/>
                  </a:moveTo>
                  <a:lnTo>
                    <a:pt x="122188" y="83268"/>
                  </a:lnTo>
                  <a:lnTo>
                    <a:pt x="132262" y="89172"/>
                  </a:lnTo>
                  <a:lnTo>
                    <a:pt x="142369" y="83268"/>
                  </a:lnTo>
                  <a:lnTo>
                    <a:pt x="132262" y="77397"/>
                  </a:lnTo>
                  <a:close/>
                  <a:moveTo>
                    <a:pt x="153477" y="77397"/>
                  </a:moveTo>
                  <a:lnTo>
                    <a:pt x="143370" y="83268"/>
                  </a:lnTo>
                  <a:lnTo>
                    <a:pt x="153477" y="89172"/>
                  </a:lnTo>
                  <a:lnTo>
                    <a:pt x="158814" y="86037"/>
                  </a:lnTo>
                  <a:cubicBezTo>
                    <a:pt x="160282" y="85036"/>
                    <a:pt x="161650" y="84002"/>
                    <a:pt x="162984" y="82935"/>
                  </a:cubicBezTo>
                  <a:lnTo>
                    <a:pt x="153477" y="77397"/>
                  </a:lnTo>
                  <a:close/>
                  <a:moveTo>
                    <a:pt x="149041" y="91841"/>
                  </a:moveTo>
                  <a:lnTo>
                    <a:pt x="149041" y="91841"/>
                  </a:lnTo>
                  <a:cubicBezTo>
                    <a:pt x="148626" y="92049"/>
                    <a:pt x="148211" y="92256"/>
                    <a:pt x="147795" y="92464"/>
                  </a:cubicBezTo>
                  <a:lnTo>
                    <a:pt x="147795" y="92464"/>
                  </a:lnTo>
                  <a:cubicBezTo>
                    <a:pt x="148225" y="92281"/>
                    <a:pt x="148633" y="92074"/>
                    <a:pt x="149041" y="91841"/>
                  </a:cubicBezTo>
                  <a:close/>
                  <a:moveTo>
                    <a:pt x="36961" y="83535"/>
                  </a:moveTo>
                  <a:lnTo>
                    <a:pt x="26853" y="89439"/>
                  </a:lnTo>
                  <a:lnTo>
                    <a:pt x="32224" y="92575"/>
                  </a:lnTo>
                  <a:cubicBezTo>
                    <a:pt x="33959" y="93409"/>
                    <a:pt x="35726" y="94209"/>
                    <a:pt x="37561" y="94977"/>
                  </a:cubicBezTo>
                  <a:lnTo>
                    <a:pt x="47068" y="89439"/>
                  </a:lnTo>
                  <a:lnTo>
                    <a:pt x="36961" y="83535"/>
                  </a:lnTo>
                  <a:close/>
                  <a:moveTo>
                    <a:pt x="142870" y="83568"/>
                  </a:moveTo>
                  <a:lnTo>
                    <a:pt x="132796" y="89439"/>
                  </a:lnTo>
                  <a:lnTo>
                    <a:pt x="142269" y="94977"/>
                  </a:lnTo>
                  <a:cubicBezTo>
                    <a:pt x="144104" y="94209"/>
                    <a:pt x="145872" y="93409"/>
                    <a:pt x="147640" y="92541"/>
                  </a:cubicBezTo>
                  <a:lnTo>
                    <a:pt x="147606" y="92541"/>
                  </a:lnTo>
                  <a:cubicBezTo>
                    <a:pt x="147644" y="92527"/>
                    <a:pt x="147681" y="92511"/>
                    <a:pt x="147718" y="92496"/>
                  </a:cubicBezTo>
                  <a:lnTo>
                    <a:pt x="147718" y="92496"/>
                  </a:lnTo>
                  <a:lnTo>
                    <a:pt x="147640" y="92541"/>
                  </a:lnTo>
                  <a:cubicBezTo>
                    <a:pt x="147692" y="92516"/>
                    <a:pt x="147744" y="92490"/>
                    <a:pt x="147795" y="92464"/>
                  </a:cubicBezTo>
                  <a:lnTo>
                    <a:pt x="147795" y="92464"/>
                  </a:lnTo>
                  <a:cubicBezTo>
                    <a:pt x="147770" y="92475"/>
                    <a:pt x="147744" y="92485"/>
                    <a:pt x="147718" y="92496"/>
                  </a:cubicBezTo>
                  <a:lnTo>
                    <a:pt x="147718" y="92496"/>
                  </a:lnTo>
                  <a:lnTo>
                    <a:pt x="152977" y="89439"/>
                  </a:lnTo>
                  <a:lnTo>
                    <a:pt x="142870" y="83568"/>
                  </a:lnTo>
                  <a:close/>
                  <a:moveTo>
                    <a:pt x="58142" y="83568"/>
                  </a:moveTo>
                  <a:lnTo>
                    <a:pt x="48035" y="89439"/>
                  </a:lnTo>
                  <a:lnTo>
                    <a:pt x="58142" y="95310"/>
                  </a:lnTo>
                  <a:lnTo>
                    <a:pt x="68250" y="89439"/>
                  </a:lnTo>
                  <a:lnTo>
                    <a:pt x="58142" y="83568"/>
                  </a:lnTo>
                  <a:close/>
                  <a:moveTo>
                    <a:pt x="79324" y="83568"/>
                  </a:moveTo>
                  <a:lnTo>
                    <a:pt x="69217" y="89439"/>
                  </a:lnTo>
                  <a:lnTo>
                    <a:pt x="79324" y="95310"/>
                  </a:lnTo>
                  <a:lnTo>
                    <a:pt x="89431" y="89439"/>
                  </a:lnTo>
                  <a:lnTo>
                    <a:pt x="79324" y="83568"/>
                  </a:lnTo>
                  <a:close/>
                  <a:moveTo>
                    <a:pt x="100506" y="83568"/>
                  </a:moveTo>
                  <a:lnTo>
                    <a:pt x="90432" y="89439"/>
                  </a:lnTo>
                  <a:lnTo>
                    <a:pt x="100506" y="95310"/>
                  </a:lnTo>
                  <a:lnTo>
                    <a:pt x="110613" y="89439"/>
                  </a:lnTo>
                  <a:lnTo>
                    <a:pt x="100506" y="83568"/>
                  </a:lnTo>
                  <a:close/>
                  <a:moveTo>
                    <a:pt x="121688" y="83568"/>
                  </a:moveTo>
                  <a:lnTo>
                    <a:pt x="111614" y="89439"/>
                  </a:lnTo>
                  <a:lnTo>
                    <a:pt x="121688" y="95343"/>
                  </a:lnTo>
                  <a:lnTo>
                    <a:pt x="131795" y="89439"/>
                  </a:lnTo>
                  <a:lnTo>
                    <a:pt x="121688" y="83568"/>
                  </a:lnTo>
                  <a:close/>
                  <a:moveTo>
                    <a:pt x="47535" y="89739"/>
                  </a:moveTo>
                  <a:lnTo>
                    <a:pt x="38128" y="95210"/>
                  </a:lnTo>
                  <a:cubicBezTo>
                    <a:pt x="42264" y="96911"/>
                    <a:pt x="46534" y="98379"/>
                    <a:pt x="50837" y="99580"/>
                  </a:cubicBezTo>
                  <a:lnTo>
                    <a:pt x="57642" y="95610"/>
                  </a:lnTo>
                  <a:lnTo>
                    <a:pt x="47535" y="89739"/>
                  </a:lnTo>
                  <a:close/>
                  <a:moveTo>
                    <a:pt x="132295" y="89773"/>
                  </a:moveTo>
                  <a:lnTo>
                    <a:pt x="122188" y="95610"/>
                  </a:lnTo>
                  <a:lnTo>
                    <a:pt x="128993" y="99580"/>
                  </a:lnTo>
                  <a:cubicBezTo>
                    <a:pt x="133296" y="98379"/>
                    <a:pt x="137566" y="96911"/>
                    <a:pt x="141702" y="95210"/>
                  </a:cubicBezTo>
                  <a:lnTo>
                    <a:pt x="132295" y="89773"/>
                  </a:lnTo>
                  <a:close/>
                  <a:moveTo>
                    <a:pt x="68750" y="89773"/>
                  </a:moveTo>
                  <a:lnTo>
                    <a:pt x="58643" y="95644"/>
                  </a:lnTo>
                  <a:lnTo>
                    <a:pt x="68750" y="101515"/>
                  </a:lnTo>
                  <a:lnTo>
                    <a:pt x="78824" y="95610"/>
                  </a:lnTo>
                  <a:lnTo>
                    <a:pt x="68750" y="89773"/>
                  </a:lnTo>
                  <a:close/>
                  <a:moveTo>
                    <a:pt x="89932" y="89773"/>
                  </a:moveTo>
                  <a:lnTo>
                    <a:pt x="79825" y="95644"/>
                  </a:lnTo>
                  <a:lnTo>
                    <a:pt x="89932" y="101515"/>
                  </a:lnTo>
                  <a:lnTo>
                    <a:pt x="100006" y="95610"/>
                  </a:lnTo>
                  <a:lnTo>
                    <a:pt x="89932" y="89773"/>
                  </a:lnTo>
                  <a:close/>
                  <a:moveTo>
                    <a:pt x="111114" y="89773"/>
                  </a:moveTo>
                  <a:lnTo>
                    <a:pt x="101006" y="95644"/>
                  </a:lnTo>
                  <a:lnTo>
                    <a:pt x="111114" y="101515"/>
                  </a:lnTo>
                  <a:lnTo>
                    <a:pt x="121187" y="95610"/>
                  </a:lnTo>
                  <a:lnTo>
                    <a:pt x="111114" y="89773"/>
                  </a:lnTo>
                  <a:close/>
                  <a:moveTo>
                    <a:pt x="58142" y="95911"/>
                  </a:moveTo>
                  <a:lnTo>
                    <a:pt x="51504" y="99780"/>
                  </a:lnTo>
                  <a:cubicBezTo>
                    <a:pt x="56341" y="101081"/>
                    <a:pt x="61278" y="102148"/>
                    <a:pt x="66248" y="102949"/>
                  </a:cubicBezTo>
                  <a:lnTo>
                    <a:pt x="68216" y="101781"/>
                  </a:lnTo>
                  <a:lnTo>
                    <a:pt x="58142" y="95911"/>
                  </a:lnTo>
                  <a:close/>
                  <a:moveTo>
                    <a:pt x="121688" y="95911"/>
                  </a:moveTo>
                  <a:lnTo>
                    <a:pt x="111614" y="101815"/>
                  </a:lnTo>
                  <a:lnTo>
                    <a:pt x="113582" y="102949"/>
                  </a:lnTo>
                  <a:cubicBezTo>
                    <a:pt x="118552" y="102182"/>
                    <a:pt x="123456" y="101114"/>
                    <a:pt x="128326" y="99780"/>
                  </a:cubicBezTo>
                  <a:lnTo>
                    <a:pt x="121688" y="95911"/>
                  </a:lnTo>
                  <a:close/>
                  <a:moveTo>
                    <a:pt x="68717" y="102082"/>
                  </a:moveTo>
                  <a:lnTo>
                    <a:pt x="67049" y="103082"/>
                  </a:lnTo>
                  <a:cubicBezTo>
                    <a:pt x="68517" y="103282"/>
                    <a:pt x="69984" y="103483"/>
                    <a:pt x="71452" y="103683"/>
                  </a:cubicBezTo>
                  <a:lnTo>
                    <a:pt x="68717" y="102082"/>
                  </a:lnTo>
                  <a:close/>
                  <a:moveTo>
                    <a:pt x="111114" y="102082"/>
                  </a:moveTo>
                  <a:lnTo>
                    <a:pt x="108378" y="103683"/>
                  </a:lnTo>
                  <a:cubicBezTo>
                    <a:pt x="109846" y="103516"/>
                    <a:pt x="111314" y="103316"/>
                    <a:pt x="112781" y="103082"/>
                  </a:cubicBezTo>
                  <a:lnTo>
                    <a:pt x="111114" y="102082"/>
                  </a:lnTo>
                  <a:close/>
                  <a:moveTo>
                    <a:pt x="108212" y="103716"/>
                  </a:moveTo>
                  <a:lnTo>
                    <a:pt x="107144" y="103816"/>
                  </a:lnTo>
                  <a:lnTo>
                    <a:pt x="107111" y="103850"/>
                  </a:lnTo>
                  <a:lnTo>
                    <a:pt x="108212" y="103716"/>
                  </a:lnTo>
                  <a:close/>
                  <a:moveTo>
                    <a:pt x="79324" y="95911"/>
                  </a:moveTo>
                  <a:lnTo>
                    <a:pt x="69217" y="101815"/>
                  </a:lnTo>
                  <a:lnTo>
                    <a:pt x="72686" y="103816"/>
                  </a:lnTo>
                  <a:cubicBezTo>
                    <a:pt x="76589" y="104250"/>
                    <a:pt x="80525" y="104550"/>
                    <a:pt x="84461" y="104683"/>
                  </a:cubicBezTo>
                  <a:lnTo>
                    <a:pt x="89431" y="101815"/>
                  </a:lnTo>
                  <a:lnTo>
                    <a:pt x="79324" y="95911"/>
                  </a:lnTo>
                  <a:close/>
                  <a:moveTo>
                    <a:pt x="100506" y="95911"/>
                  </a:moveTo>
                  <a:lnTo>
                    <a:pt x="90399" y="101781"/>
                  </a:lnTo>
                  <a:lnTo>
                    <a:pt x="95369" y="104683"/>
                  </a:lnTo>
                  <a:cubicBezTo>
                    <a:pt x="99305" y="104550"/>
                    <a:pt x="103241" y="104283"/>
                    <a:pt x="107111" y="103816"/>
                  </a:cubicBezTo>
                  <a:lnTo>
                    <a:pt x="110613" y="101781"/>
                  </a:lnTo>
                  <a:lnTo>
                    <a:pt x="100506" y="95911"/>
                  </a:lnTo>
                  <a:close/>
                  <a:moveTo>
                    <a:pt x="89898" y="102082"/>
                  </a:moveTo>
                  <a:lnTo>
                    <a:pt x="85395" y="104717"/>
                  </a:lnTo>
                  <a:cubicBezTo>
                    <a:pt x="86896" y="104767"/>
                    <a:pt x="88406" y="104792"/>
                    <a:pt x="89915" y="104792"/>
                  </a:cubicBezTo>
                  <a:cubicBezTo>
                    <a:pt x="91425" y="104792"/>
                    <a:pt x="92934" y="104767"/>
                    <a:pt x="94435" y="104717"/>
                  </a:cubicBezTo>
                  <a:lnTo>
                    <a:pt x="89898" y="1020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73">
              <a:extLst>
                <a:ext uri="{FF2B5EF4-FFF2-40B4-BE49-F238E27FC236}">
                  <a16:creationId xmlns:a16="http://schemas.microsoft.com/office/drawing/2014/main" id="{1AE91894-0B1F-DD1F-FF4B-33A332EFCC70}"/>
                </a:ext>
              </a:extLst>
            </p:cNvPr>
            <p:cNvSpPr/>
            <p:nvPr/>
          </p:nvSpPr>
          <p:spPr>
            <a:xfrm>
              <a:off x="5540491" y="3161602"/>
              <a:ext cx="2370548" cy="1086686"/>
            </a:xfrm>
            <a:custGeom>
              <a:avLst/>
              <a:gdLst/>
              <a:ahLst/>
              <a:cxnLst/>
              <a:rect l="l" t="t" r="r" b="b"/>
              <a:pathLst>
                <a:path w="147239" h="67496" extrusionOk="0">
                  <a:moveTo>
                    <a:pt x="77410" y="1"/>
                  </a:moveTo>
                  <a:cubicBezTo>
                    <a:pt x="63809" y="1"/>
                    <a:pt x="50212" y="3004"/>
                    <a:pt x="39829" y="9012"/>
                  </a:cubicBezTo>
                  <a:cubicBezTo>
                    <a:pt x="25118" y="17484"/>
                    <a:pt x="20815" y="29726"/>
                    <a:pt x="26953" y="40401"/>
                  </a:cubicBezTo>
                  <a:cubicBezTo>
                    <a:pt x="26535" y="40388"/>
                    <a:pt x="26116" y="40381"/>
                    <a:pt x="25698" y="40381"/>
                  </a:cubicBezTo>
                  <a:cubicBezTo>
                    <a:pt x="19710" y="40381"/>
                    <a:pt x="13757" y="41718"/>
                    <a:pt x="9174" y="44337"/>
                  </a:cubicBezTo>
                  <a:cubicBezTo>
                    <a:pt x="0" y="49641"/>
                    <a:pt x="0" y="58247"/>
                    <a:pt x="9174" y="63517"/>
                  </a:cubicBezTo>
                  <a:cubicBezTo>
                    <a:pt x="13760" y="66169"/>
                    <a:pt x="19781" y="67495"/>
                    <a:pt x="25802" y="67495"/>
                  </a:cubicBezTo>
                  <a:cubicBezTo>
                    <a:pt x="31823" y="67495"/>
                    <a:pt x="37844" y="66169"/>
                    <a:pt x="42431" y="63517"/>
                  </a:cubicBezTo>
                  <a:cubicBezTo>
                    <a:pt x="45833" y="61549"/>
                    <a:pt x="47968" y="59147"/>
                    <a:pt x="48835" y="56612"/>
                  </a:cubicBezTo>
                  <a:cubicBezTo>
                    <a:pt x="57538" y="59814"/>
                    <a:pt x="67505" y="61417"/>
                    <a:pt x="77470" y="61417"/>
                  </a:cubicBezTo>
                  <a:cubicBezTo>
                    <a:pt x="91073" y="61417"/>
                    <a:pt x="104672" y="58430"/>
                    <a:pt x="115049" y="52443"/>
                  </a:cubicBezTo>
                  <a:cubicBezTo>
                    <a:pt x="126724" y="45704"/>
                    <a:pt x="131828" y="36598"/>
                    <a:pt x="130393" y="27792"/>
                  </a:cubicBezTo>
                  <a:cubicBezTo>
                    <a:pt x="133062" y="27191"/>
                    <a:pt x="135664" y="26191"/>
                    <a:pt x="138066" y="24823"/>
                  </a:cubicBezTo>
                  <a:cubicBezTo>
                    <a:pt x="147239" y="19552"/>
                    <a:pt x="147239" y="10946"/>
                    <a:pt x="138066" y="5642"/>
                  </a:cubicBezTo>
                  <a:cubicBezTo>
                    <a:pt x="133475" y="2997"/>
                    <a:pt x="127476" y="1676"/>
                    <a:pt x="121476" y="1676"/>
                  </a:cubicBezTo>
                  <a:cubicBezTo>
                    <a:pt x="116053" y="1676"/>
                    <a:pt x="110629" y="2755"/>
                    <a:pt x="106243" y="4909"/>
                  </a:cubicBezTo>
                  <a:cubicBezTo>
                    <a:pt x="97489" y="1637"/>
                    <a:pt x="87448" y="1"/>
                    <a:pt x="77410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73">
              <a:extLst>
                <a:ext uri="{FF2B5EF4-FFF2-40B4-BE49-F238E27FC236}">
                  <a16:creationId xmlns:a16="http://schemas.microsoft.com/office/drawing/2014/main" id="{EDAD2577-2451-77AD-513B-8CC371665FCA}"/>
                </a:ext>
              </a:extLst>
            </p:cNvPr>
            <p:cNvSpPr/>
            <p:nvPr/>
          </p:nvSpPr>
          <p:spPr>
            <a:xfrm>
              <a:off x="7759039" y="2599519"/>
              <a:ext cx="520416" cy="518001"/>
            </a:xfrm>
            <a:custGeom>
              <a:avLst/>
              <a:gdLst/>
              <a:ahLst/>
              <a:cxnLst/>
              <a:rect l="l" t="t" r="r" b="b"/>
              <a:pathLst>
                <a:path w="32324" h="32174" extrusionOk="0">
                  <a:moveTo>
                    <a:pt x="16166" y="9061"/>
                  </a:moveTo>
                  <a:cubicBezTo>
                    <a:pt x="17102" y="9061"/>
                    <a:pt x="18038" y="9261"/>
                    <a:pt x="18914" y="9666"/>
                  </a:cubicBezTo>
                  <a:cubicBezTo>
                    <a:pt x="24518" y="12134"/>
                    <a:pt x="24485" y="20140"/>
                    <a:pt x="18847" y="22542"/>
                  </a:cubicBezTo>
                  <a:cubicBezTo>
                    <a:pt x="17989" y="22921"/>
                    <a:pt x="17074" y="23113"/>
                    <a:pt x="16158" y="23113"/>
                  </a:cubicBezTo>
                  <a:cubicBezTo>
                    <a:pt x="15223" y="23113"/>
                    <a:pt x="14287" y="22913"/>
                    <a:pt x="13410" y="22508"/>
                  </a:cubicBezTo>
                  <a:cubicBezTo>
                    <a:pt x="10875" y="21374"/>
                    <a:pt x="9241" y="18839"/>
                    <a:pt x="9207" y="16037"/>
                  </a:cubicBezTo>
                  <a:cubicBezTo>
                    <a:pt x="9241" y="13669"/>
                    <a:pt x="10441" y="11467"/>
                    <a:pt x="12443" y="10199"/>
                  </a:cubicBezTo>
                  <a:cubicBezTo>
                    <a:pt x="12776" y="9999"/>
                    <a:pt x="13110" y="9799"/>
                    <a:pt x="13477" y="9632"/>
                  </a:cubicBezTo>
                  <a:cubicBezTo>
                    <a:pt x="14335" y="9253"/>
                    <a:pt x="15250" y="9061"/>
                    <a:pt x="16166" y="9061"/>
                  </a:cubicBezTo>
                  <a:close/>
                  <a:moveTo>
                    <a:pt x="16166" y="8252"/>
                  </a:moveTo>
                  <a:cubicBezTo>
                    <a:pt x="15134" y="8252"/>
                    <a:pt x="14102" y="8469"/>
                    <a:pt x="13143" y="8898"/>
                  </a:cubicBezTo>
                  <a:cubicBezTo>
                    <a:pt x="6872" y="11600"/>
                    <a:pt x="6806" y="20473"/>
                    <a:pt x="13077" y="23242"/>
                  </a:cubicBezTo>
                  <a:cubicBezTo>
                    <a:pt x="14063" y="23684"/>
                    <a:pt x="15127" y="23909"/>
                    <a:pt x="16189" y="23909"/>
                  </a:cubicBezTo>
                  <a:cubicBezTo>
                    <a:pt x="17211" y="23909"/>
                    <a:pt x="18232" y="23701"/>
                    <a:pt x="19181" y="23275"/>
                  </a:cubicBezTo>
                  <a:lnTo>
                    <a:pt x="19181" y="23242"/>
                  </a:lnTo>
                  <a:cubicBezTo>
                    <a:pt x="19581" y="23075"/>
                    <a:pt x="19948" y="22842"/>
                    <a:pt x="20315" y="22608"/>
                  </a:cubicBezTo>
                  <a:cubicBezTo>
                    <a:pt x="22550" y="21207"/>
                    <a:pt x="23884" y="18739"/>
                    <a:pt x="23918" y="16104"/>
                  </a:cubicBezTo>
                  <a:cubicBezTo>
                    <a:pt x="23918" y="13001"/>
                    <a:pt x="22083" y="10199"/>
                    <a:pt x="19248" y="8932"/>
                  </a:cubicBezTo>
                  <a:cubicBezTo>
                    <a:pt x="18271" y="8477"/>
                    <a:pt x="17218" y="8252"/>
                    <a:pt x="16166" y="8252"/>
                  </a:cubicBezTo>
                  <a:close/>
                  <a:moveTo>
                    <a:pt x="16402" y="817"/>
                  </a:moveTo>
                  <a:cubicBezTo>
                    <a:pt x="17198" y="817"/>
                    <a:pt x="17993" y="884"/>
                    <a:pt x="18781" y="1026"/>
                  </a:cubicBezTo>
                  <a:lnTo>
                    <a:pt x="18781" y="3628"/>
                  </a:lnTo>
                  <a:cubicBezTo>
                    <a:pt x="18781" y="3795"/>
                    <a:pt x="18914" y="3962"/>
                    <a:pt x="19114" y="3995"/>
                  </a:cubicBezTo>
                  <a:cubicBezTo>
                    <a:pt x="20382" y="4329"/>
                    <a:pt x="21650" y="4829"/>
                    <a:pt x="22784" y="5563"/>
                  </a:cubicBezTo>
                  <a:cubicBezTo>
                    <a:pt x="22853" y="5590"/>
                    <a:pt x="22928" y="5607"/>
                    <a:pt x="23001" y="5607"/>
                  </a:cubicBezTo>
                  <a:cubicBezTo>
                    <a:pt x="23105" y="5607"/>
                    <a:pt x="23206" y="5574"/>
                    <a:pt x="23284" y="5496"/>
                  </a:cubicBezTo>
                  <a:lnTo>
                    <a:pt x="25085" y="3728"/>
                  </a:lnTo>
                  <a:cubicBezTo>
                    <a:pt x="25786" y="4195"/>
                    <a:pt x="26453" y="4729"/>
                    <a:pt x="27053" y="5363"/>
                  </a:cubicBezTo>
                  <a:cubicBezTo>
                    <a:pt x="27654" y="5930"/>
                    <a:pt x="28188" y="6597"/>
                    <a:pt x="28655" y="7297"/>
                  </a:cubicBezTo>
                  <a:lnTo>
                    <a:pt x="26853" y="9132"/>
                  </a:lnTo>
                  <a:cubicBezTo>
                    <a:pt x="26720" y="9265"/>
                    <a:pt x="26720" y="9466"/>
                    <a:pt x="26787" y="9632"/>
                  </a:cubicBezTo>
                  <a:cubicBezTo>
                    <a:pt x="27487" y="10766"/>
                    <a:pt x="27987" y="12001"/>
                    <a:pt x="28288" y="13302"/>
                  </a:cubicBezTo>
                  <a:cubicBezTo>
                    <a:pt x="28354" y="13468"/>
                    <a:pt x="28488" y="13602"/>
                    <a:pt x="28688" y="13635"/>
                  </a:cubicBezTo>
                  <a:lnTo>
                    <a:pt x="31223" y="13635"/>
                  </a:lnTo>
                  <a:cubicBezTo>
                    <a:pt x="31523" y="15303"/>
                    <a:pt x="31523" y="17004"/>
                    <a:pt x="31223" y="18672"/>
                  </a:cubicBezTo>
                  <a:lnTo>
                    <a:pt x="28655" y="18705"/>
                  </a:lnTo>
                  <a:cubicBezTo>
                    <a:pt x="28554" y="18705"/>
                    <a:pt x="28488" y="18739"/>
                    <a:pt x="28421" y="18772"/>
                  </a:cubicBezTo>
                  <a:cubicBezTo>
                    <a:pt x="28354" y="18839"/>
                    <a:pt x="28288" y="18939"/>
                    <a:pt x="28254" y="19039"/>
                  </a:cubicBezTo>
                  <a:cubicBezTo>
                    <a:pt x="27954" y="20340"/>
                    <a:pt x="27420" y="21574"/>
                    <a:pt x="26720" y="22708"/>
                  </a:cubicBezTo>
                  <a:cubicBezTo>
                    <a:pt x="26620" y="22842"/>
                    <a:pt x="26620" y="23042"/>
                    <a:pt x="26753" y="23209"/>
                  </a:cubicBezTo>
                  <a:lnTo>
                    <a:pt x="28521" y="24977"/>
                  </a:lnTo>
                  <a:cubicBezTo>
                    <a:pt x="28054" y="25711"/>
                    <a:pt x="27487" y="26344"/>
                    <a:pt x="26887" y="26945"/>
                  </a:cubicBezTo>
                  <a:cubicBezTo>
                    <a:pt x="26286" y="27545"/>
                    <a:pt x="25652" y="28079"/>
                    <a:pt x="24952" y="28579"/>
                  </a:cubicBezTo>
                  <a:lnTo>
                    <a:pt x="23117" y="26778"/>
                  </a:lnTo>
                  <a:cubicBezTo>
                    <a:pt x="23036" y="26697"/>
                    <a:pt x="22931" y="26653"/>
                    <a:pt x="22824" y="26653"/>
                  </a:cubicBezTo>
                  <a:cubicBezTo>
                    <a:pt x="22754" y="26653"/>
                    <a:pt x="22683" y="26672"/>
                    <a:pt x="22617" y="26711"/>
                  </a:cubicBezTo>
                  <a:cubicBezTo>
                    <a:pt x="21483" y="27412"/>
                    <a:pt x="20249" y="27912"/>
                    <a:pt x="18948" y="28212"/>
                  </a:cubicBezTo>
                  <a:cubicBezTo>
                    <a:pt x="18747" y="28246"/>
                    <a:pt x="18614" y="28412"/>
                    <a:pt x="18614" y="28613"/>
                  </a:cubicBezTo>
                  <a:lnTo>
                    <a:pt x="18614" y="31148"/>
                  </a:lnTo>
                  <a:cubicBezTo>
                    <a:pt x="17780" y="31298"/>
                    <a:pt x="16938" y="31373"/>
                    <a:pt x="16091" y="31373"/>
                  </a:cubicBezTo>
                  <a:cubicBezTo>
                    <a:pt x="15245" y="31373"/>
                    <a:pt x="14394" y="31298"/>
                    <a:pt x="13544" y="31148"/>
                  </a:cubicBezTo>
                  <a:lnTo>
                    <a:pt x="13544" y="28546"/>
                  </a:lnTo>
                  <a:cubicBezTo>
                    <a:pt x="13544" y="28379"/>
                    <a:pt x="13410" y="28212"/>
                    <a:pt x="13243" y="28179"/>
                  </a:cubicBezTo>
                  <a:cubicBezTo>
                    <a:pt x="11943" y="27845"/>
                    <a:pt x="10675" y="27345"/>
                    <a:pt x="9574" y="26645"/>
                  </a:cubicBezTo>
                  <a:cubicBezTo>
                    <a:pt x="9497" y="26598"/>
                    <a:pt x="9412" y="26573"/>
                    <a:pt x="9330" y="26573"/>
                  </a:cubicBezTo>
                  <a:cubicBezTo>
                    <a:pt x="9236" y="26573"/>
                    <a:pt x="9145" y="26606"/>
                    <a:pt x="9074" y="26678"/>
                  </a:cubicBezTo>
                  <a:lnTo>
                    <a:pt x="7273" y="28479"/>
                  </a:lnTo>
                  <a:lnTo>
                    <a:pt x="7206" y="28479"/>
                  </a:lnTo>
                  <a:cubicBezTo>
                    <a:pt x="6539" y="27979"/>
                    <a:pt x="5872" y="27412"/>
                    <a:pt x="5304" y="26811"/>
                  </a:cubicBezTo>
                  <a:cubicBezTo>
                    <a:pt x="4704" y="26211"/>
                    <a:pt x="4137" y="25577"/>
                    <a:pt x="3670" y="24877"/>
                  </a:cubicBezTo>
                  <a:lnTo>
                    <a:pt x="5471" y="23042"/>
                  </a:lnTo>
                  <a:cubicBezTo>
                    <a:pt x="5605" y="22909"/>
                    <a:pt x="5638" y="22708"/>
                    <a:pt x="5538" y="22542"/>
                  </a:cubicBezTo>
                  <a:cubicBezTo>
                    <a:pt x="4837" y="21407"/>
                    <a:pt x="4337" y="20173"/>
                    <a:pt x="4037" y="18872"/>
                  </a:cubicBezTo>
                  <a:cubicBezTo>
                    <a:pt x="3970" y="18672"/>
                    <a:pt x="3837" y="18572"/>
                    <a:pt x="3637" y="18539"/>
                  </a:cubicBezTo>
                  <a:lnTo>
                    <a:pt x="1101" y="18539"/>
                  </a:lnTo>
                  <a:cubicBezTo>
                    <a:pt x="801" y="16871"/>
                    <a:pt x="801" y="15170"/>
                    <a:pt x="1101" y="13502"/>
                  </a:cubicBezTo>
                  <a:lnTo>
                    <a:pt x="3670" y="13468"/>
                  </a:lnTo>
                  <a:cubicBezTo>
                    <a:pt x="3870" y="13468"/>
                    <a:pt x="4037" y="13335"/>
                    <a:pt x="4070" y="13168"/>
                  </a:cubicBezTo>
                  <a:cubicBezTo>
                    <a:pt x="4370" y="11867"/>
                    <a:pt x="4904" y="10633"/>
                    <a:pt x="5638" y="9499"/>
                  </a:cubicBezTo>
                  <a:cubicBezTo>
                    <a:pt x="5705" y="9332"/>
                    <a:pt x="5705" y="9132"/>
                    <a:pt x="5571" y="8999"/>
                  </a:cubicBezTo>
                  <a:lnTo>
                    <a:pt x="3770" y="7197"/>
                  </a:lnTo>
                  <a:cubicBezTo>
                    <a:pt x="4237" y="6463"/>
                    <a:pt x="4804" y="5830"/>
                    <a:pt x="5405" y="5229"/>
                  </a:cubicBezTo>
                  <a:cubicBezTo>
                    <a:pt x="6005" y="4629"/>
                    <a:pt x="6672" y="4095"/>
                    <a:pt x="7339" y="3595"/>
                  </a:cubicBezTo>
                  <a:lnTo>
                    <a:pt x="9207" y="5429"/>
                  </a:lnTo>
                  <a:cubicBezTo>
                    <a:pt x="9285" y="5487"/>
                    <a:pt x="9385" y="5523"/>
                    <a:pt x="9488" y="5523"/>
                  </a:cubicBezTo>
                  <a:cubicBezTo>
                    <a:pt x="9562" y="5523"/>
                    <a:pt x="9638" y="5505"/>
                    <a:pt x="9708" y="5463"/>
                  </a:cubicBezTo>
                  <a:cubicBezTo>
                    <a:pt x="10842" y="4762"/>
                    <a:pt x="12109" y="4262"/>
                    <a:pt x="13410" y="3995"/>
                  </a:cubicBezTo>
                  <a:cubicBezTo>
                    <a:pt x="13577" y="3928"/>
                    <a:pt x="13710" y="3761"/>
                    <a:pt x="13744" y="3595"/>
                  </a:cubicBezTo>
                  <a:lnTo>
                    <a:pt x="13744" y="1060"/>
                  </a:lnTo>
                  <a:cubicBezTo>
                    <a:pt x="14624" y="901"/>
                    <a:pt x="15513" y="817"/>
                    <a:pt x="16402" y="817"/>
                  </a:cubicBezTo>
                  <a:close/>
                  <a:moveTo>
                    <a:pt x="16229" y="0"/>
                  </a:moveTo>
                  <a:cubicBezTo>
                    <a:pt x="15345" y="0"/>
                    <a:pt x="14461" y="75"/>
                    <a:pt x="13577" y="226"/>
                  </a:cubicBezTo>
                  <a:cubicBezTo>
                    <a:pt x="13177" y="259"/>
                    <a:pt x="12877" y="626"/>
                    <a:pt x="12877" y="1060"/>
                  </a:cubicBezTo>
                  <a:lnTo>
                    <a:pt x="12877" y="3261"/>
                  </a:lnTo>
                  <a:cubicBezTo>
                    <a:pt x="11709" y="3561"/>
                    <a:pt x="10575" y="4028"/>
                    <a:pt x="9541" y="4629"/>
                  </a:cubicBezTo>
                  <a:lnTo>
                    <a:pt x="7973" y="3061"/>
                  </a:lnTo>
                  <a:cubicBezTo>
                    <a:pt x="7801" y="2889"/>
                    <a:pt x="7575" y="2794"/>
                    <a:pt x="7350" y="2794"/>
                  </a:cubicBezTo>
                  <a:cubicBezTo>
                    <a:pt x="7182" y="2794"/>
                    <a:pt x="7015" y="2847"/>
                    <a:pt x="6872" y="2961"/>
                  </a:cubicBezTo>
                  <a:cubicBezTo>
                    <a:pt x="6172" y="3461"/>
                    <a:pt x="5471" y="4028"/>
                    <a:pt x="4837" y="4662"/>
                  </a:cubicBezTo>
                  <a:cubicBezTo>
                    <a:pt x="4204" y="5296"/>
                    <a:pt x="3637" y="5963"/>
                    <a:pt x="3136" y="6664"/>
                  </a:cubicBezTo>
                  <a:cubicBezTo>
                    <a:pt x="2869" y="6997"/>
                    <a:pt x="2903" y="7464"/>
                    <a:pt x="3203" y="7764"/>
                  </a:cubicBezTo>
                  <a:lnTo>
                    <a:pt x="4771" y="9332"/>
                  </a:lnTo>
                  <a:cubicBezTo>
                    <a:pt x="4137" y="10366"/>
                    <a:pt x="3670" y="11467"/>
                    <a:pt x="3370" y="12668"/>
                  </a:cubicBezTo>
                  <a:lnTo>
                    <a:pt x="1135" y="12668"/>
                  </a:lnTo>
                  <a:cubicBezTo>
                    <a:pt x="735" y="12668"/>
                    <a:pt x="401" y="12968"/>
                    <a:pt x="301" y="13368"/>
                  </a:cubicBezTo>
                  <a:cubicBezTo>
                    <a:pt x="1" y="15103"/>
                    <a:pt x="1" y="16904"/>
                    <a:pt x="268" y="18639"/>
                  </a:cubicBezTo>
                  <a:cubicBezTo>
                    <a:pt x="334" y="19072"/>
                    <a:pt x="701" y="19373"/>
                    <a:pt x="1101" y="19373"/>
                  </a:cubicBezTo>
                  <a:lnTo>
                    <a:pt x="3336" y="19373"/>
                  </a:lnTo>
                  <a:cubicBezTo>
                    <a:pt x="3637" y="20540"/>
                    <a:pt x="4104" y="21641"/>
                    <a:pt x="4704" y="22708"/>
                  </a:cubicBezTo>
                  <a:lnTo>
                    <a:pt x="3136" y="24276"/>
                  </a:lnTo>
                  <a:cubicBezTo>
                    <a:pt x="2836" y="24543"/>
                    <a:pt x="2769" y="25010"/>
                    <a:pt x="3036" y="25344"/>
                  </a:cubicBezTo>
                  <a:cubicBezTo>
                    <a:pt x="3537" y="26077"/>
                    <a:pt x="4104" y="26745"/>
                    <a:pt x="4737" y="27378"/>
                  </a:cubicBezTo>
                  <a:cubicBezTo>
                    <a:pt x="5371" y="28012"/>
                    <a:pt x="6038" y="28579"/>
                    <a:pt x="6739" y="29113"/>
                  </a:cubicBezTo>
                  <a:cubicBezTo>
                    <a:pt x="6885" y="29230"/>
                    <a:pt x="7057" y="29283"/>
                    <a:pt x="7229" y="29283"/>
                  </a:cubicBezTo>
                  <a:cubicBezTo>
                    <a:pt x="7450" y="29283"/>
                    <a:pt x="7671" y="29196"/>
                    <a:pt x="7840" y="29046"/>
                  </a:cubicBezTo>
                  <a:lnTo>
                    <a:pt x="9407" y="27512"/>
                  </a:lnTo>
                  <a:cubicBezTo>
                    <a:pt x="10441" y="28112"/>
                    <a:pt x="11576" y="28579"/>
                    <a:pt x="12743" y="28913"/>
                  </a:cubicBezTo>
                  <a:lnTo>
                    <a:pt x="12743" y="31114"/>
                  </a:lnTo>
                  <a:cubicBezTo>
                    <a:pt x="12743" y="31515"/>
                    <a:pt x="13043" y="31882"/>
                    <a:pt x="13444" y="31948"/>
                  </a:cubicBezTo>
                  <a:cubicBezTo>
                    <a:pt x="14328" y="32098"/>
                    <a:pt x="15212" y="32173"/>
                    <a:pt x="16096" y="32173"/>
                  </a:cubicBezTo>
                  <a:cubicBezTo>
                    <a:pt x="16979" y="32173"/>
                    <a:pt x="17863" y="32098"/>
                    <a:pt x="18747" y="31948"/>
                  </a:cubicBezTo>
                  <a:cubicBezTo>
                    <a:pt x="19148" y="31915"/>
                    <a:pt x="19448" y="31548"/>
                    <a:pt x="19448" y="31114"/>
                  </a:cubicBezTo>
                  <a:lnTo>
                    <a:pt x="19448" y="28913"/>
                  </a:lnTo>
                  <a:cubicBezTo>
                    <a:pt x="20615" y="28613"/>
                    <a:pt x="21750" y="28146"/>
                    <a:pt x="22784" y="27545"/>
                  </a:cubicBezTo>
                  <a:lnTo>
                    <a:pt x="24351" y="29113"/>
                  </a:lnTo>
                  <a:cubicBezTo>
                    <a:pt x="24527" y="29288"/>
                    <a:pt x="24747" y="29373"/>
                    <a:pt x="24967" y="29373"/>
                  </a:cubicBezTo>
                  <a:cubicBezTo>
                    <a:pt x="25124" y="29373"/>
                    <a:pt x="25280" y="29330"/>
                    <a:pt x="25419" y="29246"/>
                  </a:cubicBezTo>
                  <a:lnTo>
                    <a:pt x="25452" y="29246"/>
                  </a:lnTo>
                  <a:cubicBezTo>
                    <a:pt x="26887" y="28212"/>
                    <a:pt x="28154" y="26945"/>
                    <a:pt x="29222" y="25510"/>
                  </a:cubicBezTo>
                  <a:cubicBezTo>
                    <a:pt x="29455" y="25177"/>
                    <a:pt x="29422" y="24710"/>
                    <a:pt x="29122" y="24410"/>
                  </a:cubicBezTo>
                  <a:lnTo>
                    <a:pt x="27554" y="22842"/>
                  </a:lnTo>
                  <a:cubicBezTo>
                    <a:pt x="28188" y="21808"/>
                    <a:pt x="28655" y="20674"/>
                    <a:pt x="28955" y="19506"/>
                  </a:cubicBezTo>
                  <a:lnTo>
                    <a:pt x="31190" y="19506"/>
                  </a:lnTo>
                  <a:cubicBezTo>
                    <a:pt x="31590" y="19506"/>
                    <a:pt x="31957" y="19206"/>
                    <a:pt x="32024" y="18806"/>
                  </a:cubicBezTo>
                  <a:cubicBezTo>
                    <a:pt x="32324" y="17038"/>
                    <a:pt x="32324" y="15270"/>
                    <a:pt x="32057" y="13502"/>
                  </a:cubicBezTo>
                  <a:cubicBezTo>
                    <a:pt x="31990" y="13101"/>
                    <a:pt x="31623" y="12801"/>
                    <a:pt x="31223" y="12801"/>
                  </a:cubicBezTo>
                  <a:lnTo>
                    <a:pt x="28988" y="12801"/>
                  </a:lnTo>
                  <a:cubicBezTo>
                    <a:pt x="28688" y="11634"/>
                    <a:pt x="28221" y="10500"/>
                    <a:pt x="27620" y="9466"/>
                  </a:cubicBezTo>
                  <a:lnTo>
                    <a:pt x="29222" y="7898"/>
                  </a:lnTo>
                  <a:cubicBezTo>
                    <a:pt x="29522" y="7598"/>
                    <a:pt x="29589" y="7131"/>
                    <a:pt x="29322" y="6797"/>
                  </a:cubicBezTo>
                  <a:cubicBezTo>
                    <a:pt x="28821" y="6063"/>
                    <a:pt x="28254" y="5396"/>
                    <a:pt x="27620" y="4762"/>
                  </a:cubicBezTo>
                  <a:cubicBezTo>
                    <a:pt x="26987" y="4128"/>
                    <a:pt x="26320" y="3561"/>
                    <a:pt x="25586" y="3028"/>
                  </a:cubicBezTo>
                  <a:cubicBezTo>
                    <a:pt x="25440" y="2925"/>
                    <a:pt x="25268" y="2874"/>
                    <a:pt x="25096" y="2874"/>
                  </a:cubicBezTo>
                  <a:cubicBezTo>
                    <a:pt x="24875" y="2874"/>
                    <a:pt x="24654" y="2959"/>
                    <a:pt x="24485" y="3128"/>
                  </a:cubicBezTo>
                  <a:lnTo>
                    <a:pt x="22917" y="4695"/>
                  </a:lnTo>
                  <a:cubicBezTo>
                    <a:pt x="21883" y="4062"/>
                    <a:pt x="20749" y="3595"/>
                    <a:pt x="19581" y="3294"/>
                  </a:cubicBezTo>
                  <a:lnTo>
                    <a:pt x="19581" y="1060"/>
                  </a:lnTo>
                  <a:cubicBezTo>
                    <a:pt x="19581" y="659"/>
                    <a:pt x="19281" y="292"/>
                    <a:pt x="18881" y="226"/>
                  </a:cubicBezTo>
                  <a:cubicBezTo>
                    <a:pt x="17997" y="75"/>
                    <a:pt x="17113" y="0"/>
                    <a:pt x="16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3">
              <a:extLst>
                <a:ext uri="{FF2B5EF4-FFF2-40B4-BE49-F238E27FC236}">
                  <a16:creationId xmlns:a16="http://schemas.microsoft.com/office/drawing/2014/main" id="{A5D0AE6A-B571-2B4E-020B-62863BA0FD3A}"/>
                </a:ext>
              </a:extLst>
            </p:cNvPr>
            <p:cNvSpPr/>
            <p:nvPr/>
          </p:nvSpPr>
          <p:spPr>
            <a:xfrm>
              <a:off x="7409959" y="2443945"/>
              <a:ext cx="358772" cy="356856"/>
            </a:xfrm>
            <a:custGeom>
              <a:avLst/>
              <a:gdLst/>
              <a:ahLst/>
              <a:cxnLst/>
              <a:rect l="l" t="t" r="r" b="b"/>
              <a:pathLst>
                <a:path w="22284" h="22165" extrusionOk="0">
                  <a:moveTo>
                    <a:pt x="11085" y="6346"/>
                  </a:moveTo>
                  <a:cubicBezTo>
                    <a:pt x="11633" y="6346"/>
                    <a:pt x="12184" y="6449"/>
                    <a:pt x="12710" y="6653"/>
                  </a:cubicBezTo>
                  <a:cubicBezTo>
                    <a:pt x="16646" y="8054"/>
                    <a:pt x="16946" y="13491"/>
                    <a:pt x="13210" y="15359"/>
                  </a:cubicBezTo>
                  <a:cubicBezTo>
                    <a:pt x="12561" y="15684"/>
                    <a:pt x="11847" y="15855"/>
                    <a:pt x="11129" y="15855"/>
                  </a:cubicBezTo>
                  <a:cubicBezTo>
                    <a:pt x="10593" y="15855"/>
                    <a:pt x="10055" y="15759"/>
                    <a:pt x="9541" y="15559"/>
                  </a:cubicBezTo>
                  <a:cubicBezTo>
                    <a:pt x="7773" y="14892"/>
                    <a:pt x="6539" y="13224"/>
                    <a:pt x="6438" y="11356"/>
                  </a:cubicBezTo>
                  <a:cubicBezTo>
                    <a:pt x="6372" y="9955"/>
                    <a:pt x="6905" y="8621"/>
                    <a:pt x="7906" y="7687"/>
                  </a:cubicBezTo>
                  <a:cubicBezTo>
                    <a:pt x="8040" y="7520"/>
                    <a:pt x="8206" y="7387"/>
                    <a:pt x="8373" y="7253"/>
                  </a:cubicBezTo>
                  <a:cubicBezTo>
                    <a:pt x="8573" y="7120"/>
                    <a:pt x="8807" y="6953"/>
                    <a:pt x="9040" y="6853"/>
                  </a:cubicBezTo>
                  <a:cubicBezTo>
                    <a:pt x="9678" y="6515"/>
                    <a:pt x="10380" y="6346"/>
                    <a:pt x="11085" y="6346"/>
                  </a:cubicBezTo>
                  <a:close/>
                  <a:moveTo>
                    <a:pt x="11085" y="5666"/>
                  </a:moveTo>
                  <a:cubicBezTo>
                    <a:pt x="10273" y="5666"/>
                    <a:pt x="9470" y="5860"/>
                    <a:pt x="8740" y="6253"/>
                  </a:cubicBezTo>
                  <a:cubicBezTo>
                    <a:pt x="6839" y="7220"/>
                    <a:pt x="5671" y="9221"/>
                    <a:pt x="5771" y="11390"/>
                  </a:cubicBezTo>
                  <a:cubicBezTo>
                    <a:pt x="5905" y="13525"/>
                    <a:pt x="7272" y="15393"/>
                    <a:pt x="9307" y="16160"/>
                  </a:cubicBezTo>
                  <a:cubicBezTo>
                    <a:pt x="9890" y="16387"/>
                    <a:pt x="10502" y="16499"/>
                    <a:pt x="11114" y="16499"/>
                  </a:cubicBezTo>
                  <a:cubicBezTo>
                    <a:pt x="11939" y="16499"/>
                    <a:pt x="12763" y="16295"/>
                    <a:pt x="13510" y="15893"/>
                  </a:cubicBezTo>
                  <a:cubicBezTo>
                    <a:pt x="13777" y="15759"/>
                    <a:pt x="14044" y="15593"/>
                    <a:pt x="14277" y="15426"/>
                  </a:cubicBezTo>
                  <a:cubicBezTo>
                    <a:pt x="17747" y="12891"/>
                    <a:pt x="17013" y="7487"/>
                    <a:pt x="12976" y="6019"/>
                  </a:cubicBezTo>
                  <a:cubicBezTo>
                    <a:pt x="12361" y="5785"/>
                    <a:pt x="11720" y="5666"/>
                    <a:pt x="11085" y="5666"/>
                  </a:cubicBezTo>
                  <a:close/>
                  <a:moveTo>
                    <a:pt x="11078" y="682"/>
                  </a:moveTo>
                  <a:cubicBezTo>
                    <a:pt x="11453" y="682"/>
                    <a:pt x="11831" y="704"/>
                    <a:pt x="12209" y="749"/>
                  </a:cubicBezTo>
                  <a:lnTo>
                    <a:pt x="12309" y="2450"/>
                  </a:lnTo>
                  <a:cubicBezTo>
                    <a:pt x="12309" y="2617"/>
                    <a:pt x="12443" y="2717"/>
                    <a:pt x="12576" y="2750"/>
                  </a:cubicBezTo>
                  <a:cubicBezTo>
                    <a:pt x="13477" y="2917"/>
                    <a:pt x="14344" y="3217"/>
                    <a:pt x="15145" y="3651"/>
                  </a:cubicBezTo>
                  <a:cubicBezTo>
                    <a:pt x="15205" y="3681"/>
                    <a:pt x="15271" y="3697"/>
                    <a:pt x="15336" y="3697"/>
                  </a:cubicBezTo>
                  <a:cubicBezTo>
                    <a:pt x="15415" y="3697"/>
                    <a:pt x="15490" y="3673"/>
                    <a:pt x="15545" y="3617"/>
                  </a:cubicBezTo>
                  <a:lnTo>
                    <a:pt x="15545" y="3584"/>
                  </a:lnTo>
                  <a:lnTo>
                    <a:pt x="16646" y="2317"/>
                  </a:lnTo>
                  <a:cubicBezTo>
                    <a:pt x="17146" y="2617"/>
                    <a:pt x="17613" y="2950"/>
                    <a:pt x="18013" y="3317"/>
                  </a:cubicBezTo>
                  <a:cubicBezTo>
                    <a:pt x="18447" y="3718"/>
                    <a:pt x="18847" y="4118"/>
                    <a:pt x="19181" y="4551"/>
                  </a:cubicBezTo>
                  <a:lnTo>
                    <a:pt x="18047" y="5852"/>
                  </a:lnTo>
                  <a:cubicBezTo>
                    <a:pt x="17947" y="5952"/>
                    <a:pt x="17947" y="6119"/>
                    <a:pt x="18047" y="6253"/>
                  </a:cubicBezTo>
                  <a:cubicBezTo>
                    <a:pt x="18547" y="7020"/>
                    <a:pt x="18947" y="7820"/>
                    <a:pt x="19214" y="8688"/>
                  </a:cubicBezTo>
                  <a:cubicBezTo>
                    <a:pt x="19248" y="8855"/>
                    <a:pt x="19381" y="8955"/>
                    <a:pt x="19548" y="8955"/>
                  </a:cubicBezTo>
                  <a:lnTo>
                    <a:pt x="21216" y="8855"/>
                  </a:lnTo>
                  <a:cubicBezTo>
                    <a:pt x="21483" y="9922"/>
                    <a:pt x="21583" y="11056"/>
                    <a:pt x="21449" y="12190"/>
                  </a:cubicBezTo>
                  <a:lnTo>
                    <a:pt x="19748" y="12290"/>
                  </a:lnTo>
                  <a:cubicBezTo>
                    <a:pt x="19681" y="12290"/>
                    <a:pt x="19615" y="12324"/>
                    <a:pt x="19548" y="12357"/>
                  </a:cubicBezTo>
                  <a:cubicBezTo>
                    <a:pt x="19481" y="12424"/>
                    <a:pt x="19448" y="12490"/>
                    <a:pt x="19414" y="12557"/>
                  </a:cubicBezTo>
                  <a:cubicBezTo>
                    <a:pt x="19281" y="13458"/>
                    <a:pt x="18981" y="14325"/>
                    <a:pt x="18514" y="15126"/>
                  </a:cubicBezTo>
                  <a:cubicBezTo>
                    <a:pt x="18447" y="15259"/>
                    <a:pt x="18480" y="15459"/>
                    <a:pt x="18614" y="15559"/>
                  </a:cubicBezTo>
                  <a:lnTo>
                    <a:pt x="19848" y="16660"/>
                  </a:lnTo>
                  <a:cubicBezTo>
                    <a:pt x="19548" y="17160"/>
                    <a:pt x="19214" y="17627"/>
                    <a:pt x="18847" y="18028"/>
                  </a:cubicBezTo>
                  <a:cubicBezTo>
                    <a:pt x="18480" y="18461"/>
                    <a:pt x="18080" y="18862"/>
                    <a:pt x="17646" y="19195"/>
                  </a:cubicBezTo>
                  <a:lnTo>
                    <a:pt x="16346" y="18061"/>
                  </a:lnTo>
                  <a:cubicBezTo>
                    <a:pt x="16272" y="18006"/>
                    <a:pt x="16189" y="17981"/>
                    <a:pt x="16106" y="17981"/>
                  </a:cubicBezTo>
                  <a:cubicBezTo>
                    <a:pt x="16039" y="17981"/>
                    <a:pt x="15972" y="17998"/>
                    <a:pt x="15912" y="18028"/>
                  </a:cubicBezTo>
                  <a:cubicBezTo>
                    <a:pt x="15178" y="18561"/>
                    <a:pt x="14344" y="18962"/>
                    <a:pt x="13477" y="19229"/>
                  </a:cubicBezTo>
                  <a:cubicBezTo>
                    <a:pt x="13343" y="19262"/>
                    <a:pt x="13243" y="19395"/>
                    <a:pt x="13243" y="19562"/>
                  </a:cubicBezTo>
                  <a:lnTo>
                    <a:pt x="13343" y="21230"/>
                  </a:lnTo>
                  <a:cubicBezTo>
                    <a:pt x="12610" y="21408"/>
                    <a:pt x="11861" y="21497"/>
                    <a:pt x="11117" y="21497"/>
                  </a:cubicBezTo>
                  <a:cubicBezTo>
                    <a:pt x="10745" y="21497"/>
                    <a:pt x="10375" y="21475"/>
                    <a:pt x="10008" y="21430"/>
                  </a:cubicBezTo>
                  <a:lnTo>
                    <a:pt x="9874" y="19729"/>
                  </a:lnTo>
                  <a:cubicBezTo>
                    <a:pt x="9874" y="19562"/>
                    <a:pt x="9774" y="19462"/>
                    <a:pt x="9607" y="19429"/>
                  </a:cubicBezTo>
                  <a:cubicBezTo>
                    <a:pt x="8707" y="19262"/>
                    <a:pt x="7873" y="18962"/>
                    <a:pt x="7072" y="18528"/>
                  </a:cubicBezTo>
                  <a:cubicBezTo>
                    <a:pt x="7013" y="18504"/>
                    <a:pt x="6954" y="18493"/>
                    <a:pt x="6898" y="18493"/>
                  </a:cubicBezTo>
                  <a:cubicBezTo>
                    <a:pt x="6796" y="18493"/>
                    <a:pt x="6703" y="18530"/>
                    <a:pt x="6639" y="18595"/>
                  </a:cubicBezTo>
                  <a:lnTo>
                    <a:pt x="5504" y="19862"/>
                  </a:lnTo>
                  <a:cubicBezTo>
                    <a:pt x="5037" y="19562"/>
                    <a:pt x="4570" y="19229"/>
                    <a:pt x="4137" y="18862"/>
                  </a:cubicBezTo>
                  <a:cubicBezTo>
                    <a:pt x="3737" y="18461"/>
                    <a:pt x="3370" y="18061"/>
                    <a:pt x="3036" y="17627"/>
                  </a:cubicBezTo>
                  <a:lnTo>
                    <a:pt x="4137" y="16327"/>
                  </a:lnTo>
                  <a:cubicBezTo>
                    <a:pt x="4270" y="16226"/>
                    <a:pt x="4270" y="16060"/>
                    <a:pt x="4170" y="15926"/>
                  </a:cubicBezTo>
                  <a:cubicBezTo>
                    <a:pt x="3636" y="15159"/>
                    <a:pt x="3270" y="14358"/>
                    <a:pt x="3003" y="13491"/>
                  </a:cubicBezTo>
                  <a:cubicBezTo>
                    <a:pt x="2969" y="13324"/>
                    <a:pt x="2803" y="13224"/>
                    <a:pt x="2669" y="13224"/>
                  </a:cubicBezTo>
                  <a:lnTo>
                    <a:pt x="968" y="13324"/>
                  </a:lnTo>
                  <a:cubicBezTo>
                    <a:pt x="701" y="12257"/>
                    <a:pt x="634" y="11123"/>
                    <a:pt x="768" y="9989"/>
                  </a:cubicBezTo>
                  <a:lnTo>
                    <a:pt x="2469" y="9889"/>
                  </a:lnTo>
                  <a:cubicBezTo>
                    <a:pt x="2636" y="9889"/>
                    <a:pt x="2736" y="9755"/>
                    <a:pt x="2769" y="9622"/>
                  </a:cubicBezTo>
                  <a:cubicBezTo>
                    <a:pt x="2936" y="8721"/>
                    <a:pt x="3236" y="7854"/>
                    <a:pt x="3670" y="7053"/>
                  </a:cubicBezTo>
                  <a:cubicBezTo>
                    <a:pt x="3770" y="6920"/>
                    <a:pt x="3737" y="6753"/>
                    <a:pt x="3603" y="6620"/>
                  </a:cubicBezTo>
                  <a:lnTo>
                    <a:pt x="2369" y="5519"/>
                  </a:lnTo>
                  <a:cubicBezTo>
                    <a:pt x="2636" y="5018"/>
                    <a:pt x="2969" y="4551"/>
                    <a:pt x="3370" y="4151"/>
                  </a:cubicBezTo>
                  <a:cubicBezTo>
                    <a:pt x="3737" y="3718"/>
                    <a:pt x="4137" y="3351"/>
                    <a:pt x="4570" y="2984"/>
                  </a:cubicBezTo>
                  <a:lnTo>
                    <a:pt x="5871" y="4118"/>
                  </a:lnTo>
                  <a:cubicBezTo>
                    <a:pt x="5927" y="4173"/>
                    <a:pt x="6012" y="4198"/>
                    <a:pt x="6094" y="4198"/>
                  </a:cubicBezTo>
                  <a:cubicBezTo>
                    <a:pt x="6162" y="4198"/>
                    <a:pt x="6227" y="4181"/>
                    <a:pt x="6272" y="4151"/>
                  </a:cubicBezTo>
                  <a:cubicBezTo>
                    <a:pt x="7039" y="3617"/>
                    <a:pt x="7839" y="3217"/>
                    <a:pt x="8740" y="2950"/>
                  </a:cubicBezTo>
                  <a:cubicBezTo>
                    <a:pt x="8874" y="2917"/>
                    <a:pt x="8974" y="2784"/>
                    <a:pt x="8974" y="2617"/>
                  </a:cubicBezTo>
                  <a:lnTo>
                    <a:pt x="8874" y="949"/>
                  </a:lnTo>
                  <a:cubicBezTo>
                    <a:pt x="9585" y="771"/>
                    <a:pt x="10326" y="682"/>
                    <a:pt x="11078" y="682"/>
                  </a:cubicBezTo>
                  <a:close/>
                  <a:moveTo>
                    <a:pt x="11133" y="0"/>
                  </a:moveTo>
                  <a:cubicBezTo>
                    <a:pt x="10323" y="0"/>
                    <a:pt x="9507" y="104"/>
                    <a:pt x="8707" y="282"/>
                  </a:cubicBezTo>
                  <a:cubicBezTo>
                    <a:pt x="8407" y="348"/>
                    <a:pt x="8206" y="615"/>
                    <a:pt x="8206" y="916"/>
                  </a:cubicBezTo>
                  <a:lnTo>
                    <a:pt x="8306" y="2417"/>
                  </a:lnTo>
                  <a:cubicBezTo>
                    <a:pt x="7539" y="2650"/>
                    <a:pt x="6805" y="3017"/>
                    <a:pt x="6138" y="3451"/>
                  </a:cubicBezTo>
                  <a:lnTo>
                    <a:pt x="5037" y="2450"/>
                  </a:lnTo>
                  <a:cubicBezTo>
                    <a:pt x="4921" y="2350"/>
                    <a:pt x="4771" y="2300"/>
                    <a:pt x="4621" y="2300"/>
                  </a:cubicBezTo>
                  <a:cubicBezTo>
                    <a:pt x="4470" y="2300"/>
                    <a:pt x="4320" y="2350"/>
                    <a:pt x="4204" y="2450"/>
                  </a:cubicBezTo>
                  <a:cubicBezTo>
                    <a:pt x="3737" y="2817"/>
                    <a:pt x="3270" y="3251"/>
                    <a:pt x="2869" y="3684"/>
                  </a:cubicBezTo>
                  <a:cubicBezTo>
                    <a:pt x="2469" y="4151"/>
                    <a:pt x="2102" y="4618"/>
                    <a:pt x="1768" y="5152"/>
                  </a:cubicBezTo>
                  <a:cubicBezTo>
                    <a:pt x="1602" y="5419"/>
                    <a:pt x="1668" y="5752"/>
                    <a:pt x="1902" y="5952"/>
                  </a:cubicBezTo>
                  <a:lnTo>
                    <a:pt x="3003" y="6953"/>
                  </a:lnTo>
                  <a:cubicBezTo>
                    <a:pt x="2636" y="7654"/>
                    <a:pt x="2369" y="8421"/>
                    <a:pt x="2202" y="9221"/>
                  </a:cubicBezTo>
                  <a:lnTo>
                    <a:pt x="734" y="9288"/>
                  </a:lnTo>
                  <a:cubicBezTo>
                    <a:pt x="434" y="9322"/>
                    <a:pt x="167" y="9555"/>
                    <a:pt x="134" y="9855"/>
                  </a:cubicBezTo>
                  <a:cubicBezTo>
                    <a:pt x="1" y="11089"/>
                    <a:pt x="67" y="12290"/>
                    <a:pt x="334" y="13491"/>
                  </a:cubicBezTo>
                  <a:cubicBezTo>
                    <a:pt x="401" y="13791"/>
                    <a:pt x="668" y="13992"/>
                    <a:pt x="1001" y="13992"/>
                  </a:cubicBezTo>
                  <a:lnTo>
                    <a:pt x="2469" y="13891"/>
                  </a:lnTo>
                  <a:cubicBezTo>
                    <a:pt x="2702" y="14659"/>
                    <a:pt x="3069" y="15393"/>
                    <a:pt x="3503" y="16060"/>
                  </a:cubicBezTo>
                  <a:lnTo>
                    <a:pt x="2536" y="17160"/>
                  </a:lnTo>
                  <a:cubicBezTo>
                    <a:pt x="2302" y="17394"/>
                    <a:pt x="2302" y="17761"/>
                    <a:pt x="2502" y="17994"/>
                  </a:cubicBezTo>
                  <a:cubicBezTo>
                    <a:pt x="2869" y="18495"/>
                    <a:pt x="3303" y="18928"/>
                    <a:pt x="3737" y="19329"/>
                  </a:cubicBezTo>
                  <a:cubicBezTo>
                    <a:pt x="4204" y="19729"/>
                    <a:pt x="4704" y="20096"/>
                    <a:pt x="5204" y="20429"/>
                  </a:cubicBezTo>
                  <a:cubicBezTo>
                    <a:pt x="5313" y="20511"/>
                    <a:pt x="5437" y="20548"/>
                    <a:pt x="5561" y="20548"/>
                  </a:cubicBezTo>
                  <a:cubicBezTo>
                    <a:pt x="5742" y="20548"/>
                    <a:pt x="5919" y="20468"/>
                    <a:pt x="6038" y="20329"/>
                  </a:cubicBezTo>
                  <a:lnTo>
                    <a:pt x="7039" y="19229"/>
                  </a:lnTo>
                  <a:cubicBezTo>
                    <a:pt x="7739" y="19596"/>
                    <a:pt x="8507" y="19862"/>
                    <a:pt x="9307" y="20029"/>
                  </a:cubicBezTo>
                  <a:lnTo>
                    <a:pt x="9374" y="21497"/>
                  </a:lnTo>
                  <a:cubicBezTo>
                    <a:pt x="9374" y="21797"/>
                    <a:pt x="9641" y="22064"/>
                    <a:pt x="9941" y="22097"/>
                  </a:cubicBezTo>
                  <a:cubicBezTo>
                    <a:pt x="10341" y="22142"/>
                    <a:pt x="10745" y="22164"/>
                    <a:pt x="11150" y="22164"/>
                  </a:cubicBezTo>
                  <a:cubicBezTo>
                    <a:pt x="11961" y="22164"/>
                    <a:pt x="12776" y="22075"/>
                    <a:pt x="13577" y="21897"/>
                  </a:cubicBezTo>
                  <a:cubicBezTo>
                    <a:pt x="13877" y="21830"/>
                    <a:pt x="14077" y="21530"/>
                    <a:pt x="14077" y="21230"/>
                  </a:cubicBezTo>
                  <a:lnTo>
                    <a:pt x="13977" y="19762"/>
                  </a:lnTo>
                  <a:cubicBezTo>
                    <a:pt x="14744" y="19495"/>
                    <a:pt x="15478" y="19162"/>
                    <a:pt x="16145" y="18695"/>
                  </a:cubicBezTo>
                  <a:lnTo>
                    <a:pt x="17246" y="19696"/>
                  </a:lnTo>
                  <a:cubicBezTo>
                    <a:pt x="17368" y="19800"/>
                    <a:pt x="17518" y="19850"/>
                    <a:pt x="17666" y="19850"/>
                  </a:cubicBezTo>
                  <a:cubicBezTo>
                    <a:pt x="17801" y="19850"/>
                    <a:pt x="17935" y="19809"/>
                    <a:pt x="18047" y="19729"/>
                  </a:cubicBezTo>
                  <a:cubicBezTo>
                    <a:pt x="18314" y="19529"/>
                    <a:pt x="18580" y="19295"/>
                    <a:pt x="18814" y="19062"/>
                  </a:cubicBezTo>
                  <a:cubicBezTo>
                    <a:pt x="19014" y="18895"/>
                    <a:pt x="19214" y="18662"/>
                    <a:pt x="19381" y="18461"/>
                  </a:cubicBezTo>
                  <a:cubicBezTo>
                    <a:pt x="19781" y="18028"/>
                    <a:pt x="20148" y="17527"/>
                    <a:pt x="20482" y="17027"/>
                  </a:cubicBezTo>
                  <a:cubicBezTo>
                    <a:pt x="20649" y="16760"/>
                    <a:pt x="20615" y="16393"/>
                    <a:pt x="20382" y="16193"/>
                  </a:cubicBezTo>
                  <a:lnTo>
                    <a:pt x="19281" y="15192"/>
                  </a:lnTo>
                  <a:cubicBezTo>
                    <a:pt x="19648" y="14492"/>
                    <a:pt x="19915" y="13725"/>
                    <a:pt x="20082" y="12924"/>
                  </a:cubicBezTo>
                  <a:lnTo>
                    <a:pt x="21549" y="12857"/>
                  </a:lnTo>
                  <a:cubicBezTo>
                    <a:pt x="21849" y="12824"/>
                    <a:pt x="22116" y="12591"/>
                    <a:pt x="22150" y="12290"/>
                  </a:cubicBezTo>
                  <a:cubicBezTo>
                    <a:pt x="22283" y="11089"/>
                    <a:pt x="22216" y="9855"/>
                    <a:pt x="21950" y="8654"/>
                  </a:cubicBezTo>
                  <a:cubicBezTo>
                    <a:pt x="21883" y="8354"/>
                    <a:pt x="21583" y="8154"/>
                    <a:pt x="21282" y="8154"/>
                  </a:cubicBezTo>
                  <a:lnTo>
                    <a:pt x="19815" y="8254"/>
                  </a:lnTo>
                  <a:cubicBezTo>
                    <a:pt x="19548" y="7487"/>
                    <a:pt x="19214" y="6753"/>
                    <a:pt x="18781" y="6086"/>
                  </a:cubicBezTo>
                  <a:lnTo>
                    <a:pt x="19748" y="4985"/>
                  </a:lnTo>
                  <a:cubicBezTo>
                    <a:pt x="19981" y="4752"/>
                    <a:pt x="19981" y="4385"/>
                    <a:pt x="19781" y="4151"/>
                  </a:cubicBezTo>
                  <a:cubicBezTo>
                    <a:pt x="19014" y="3184"/>
                    <a:pt x="18080" y="2350"/>
                    <a:pt x="17046" y="1716"/>
                  </a:cubicBezTo>
                  <a:cubicBezTo>
                    <a:pt x="16935" y="1647"/>
                    <a:pt x="16812" y="1612"/>
                    <a:pt x="16692" y="1612"/>
                  </a:cubicBezTo>
                  <a:cubicBezTo>
                    <a:pt x="16524" y="1612"/>
                    <a:pt x="16362" y="1680"/>
                    <a:pt x="16245" y="1816"/>
                  </a:cubicBezTo>
                  <a:lnTo>
                    <a:pt x="15278" y="2917"/>
                  </a:lnTo>
                  <a:cubicBezTo>
                    <a:pt x="14544" y="2550"/>
                    <a:pt x="13777" y="2317"/>
                    <a:pt x="13010" y="2150"/>
                  </a:cubicBezTo>
                  <a:lnTo>
                    <a:pt x="12910" y="649"/>
                  </a:lnTo>
                  <a:cubicBezTo>
                    <a:pt x="12910" y="348"/>
                    <a:pt x="12643" y="115"/>
                    <a:pt x="12343" y="82"/>
                  </a:cubicBezTo>
                  <a:cubicBezTo>
                    <a:pt x="11942" y="26"/>
                    <a:pt x="11538" y="0"/>
                    <a:pt x="11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3">
              <a:extLst>
                <a:ext uri="{FF2B5EF4-FFF2-40B4-BE49-F238E27FC236}">
                  <a16:creationId xmlns:a16="http://schemas.microsoft.com/office/drawing/2014/main" id="{D78FDBAF-D846-19EB-5977-9427E4A45B0F}"/>
                </a:ext>
              </a:extLst>
            </p:cNvPr>
            <p:cNvSpPr/>
            <p:nvPr/>
          </p:nvSpPr>
          <p:spPr>
            <a:xfrm>
              <a:off x="7715005" y="2128192"/>
              <a:ext cx="415686" cy="413416"/>
            </a:xfrm>
            <a:custGeom>
              <a:avLst/>
              <a:gdLst/>
              <a:ahLst/>
              <a:cxnLst/>
              <a:rect l="l" t="t" r="r" b="b"/>
              <a:pathLst>
                <a:path w="25819" h="25678" extrusionOk="0">
                  <a:moveTo>
                    <a:pt x="13079" y="7287"/>
                  </a:moveTo>
                  <a:cubicBezTo>
                    <a:pt x="14384" y="7287"/>
                    <a:pt x="15651" y="7783"/>
                    <a:pt x="16612" y="8686"/>
                  </a:cubicBezTo>
                  <a:cubicBezTo>
                    <a:pt x="20215" y="11988"/>
                    <a:pt x="18147" y="17992"/>
                    <a:pt x="13277" y="18359"/>
                  </a:cubicBezTo>
                  <a:cubicBezTo>
                    <a:pt x="13095" y="18380"/>
                    <a:pt x="12913" y="18389"/>
                    <a:pt x="12732" y="18389"/>
                  </a:cubicBezTo>
                  <a:cubicBezTo>
                    <a:pt x="11418" y="18389"/>
                    <a:pt x="10141" y="17867"/>
                    <a:pt x="9174" y="16958"/>
                  </a:cubicBezTo>
                  <a:cubicBezTo>
                    <a:pt x="7572" y="15457"/>
                    <a:pt x="6972" y="13122"/>
                    <a:pt x="7673" y="11054"/>
                  </a:cubicBezTo>
                  <a:cubicBezTo>
                    <a:pt x="8206" y="9520"/>
                    <a:pt x="9374" y="8285"/>
                    <a:pt x="10908" y="7718"/>
                  </a:cubicBezTo>
                  <a:cubicBezTo>
                    <a:pt x="11108" y="7618"/>
                    <a:pt x="11375" y="7552"/>
                    <a:pt x="11609" y="7485"/>
                  </a:cubicBezTo>
                  <a:cubicBezTo>
                    <a:pt x="11909" y="7385"/>
                    <a:pt x="12209" y="7351"/>
                    <a:pt x="12509" y="7318"/>
                  </a:cubicBezTo>
                  <a:cubicBezTo>
                    <a:pt x="12699" y="7297"/>
                    <a:pt x="12889" y="7287"/>
                    <a:pt x="13079" y="7287"/>
                  </a:cubicBezTo>
                  <a:close/>
                  <a:moveTo>
                    <a:pt x="13038" y="6490"/>
                  </a:moveTo>
                  <a:cubicBezTo>
                    <a:pt x="12851" y="6490"/>
                    <a:pt x="12663" y="6499"/>
                    <a:pt x="12476" y="6517"/>
                  </a:cubicBezTo>
                  <a:cubicBezTo>
                    <a:pt x="9941" y="6718"/>
                    <a:pt x="7773" y="8419"/>
                    <a:pt x="6939" y="10787"/>
                  </a:cubicBezTo>
                  <a:cubicBezTo>
                    <a:pt x="6138" y="13189"/>
                    <a:pt x="6805" y="15824"/>
                    <a:pt x="8673" y="17525"/>
                  </a:cubicBezTo>
                  <a:cubicBezTo>
                    <a:pt x="9801" y="18594"/>
                    <a:pt x="11273" y="19187"/>
                    <a:pt x="12806" y="19187"/>
                  </a:cubicBezTo>
                  <a:cubicBezTo>
                    <a:pt x="12995" y="19187"/>
                    <a:pt x="13186" y="19178"/>
                    <a:pt x="13377" y="19160"/>
                  </a:cubicBezTo>
                  <a:cubicBezTo>
                    <a:pt x="13710" y="19127"/>
                    <a:pt x="14077" y="19060"/>
                    <a:pt x="14411" y="18960"/>
                  </a:cubicBezTo>
                  <a:cubicBezTo>
                    <a:pt x="14678" y="18893"/>
                    <a:pt x="14944" y="18826"/>
                    <a:pt x="15211" y="18693"/>
                  </a:cubicBezTo>
                  <a:cubicBezTo>
                    <a:pt x="16946" y="18026"/>
                    <a:pt x="18280" y="16625"/>
                    <a:pt x="18881" y="14890"/>
                  </a:cubicBezTo>
                  <a:cubicBezTo>
                    <a:pt x="19681" y="12488"/>
                    <a:pt x="19014" y="9853"/>
                    <a:pt x="17146" y="8152"/>
                  </a:cubicBezTo>
                  <a:cubicBezTo>
                    <a:pt x="16048" y="7083"/>
                    <a:pt x="14553" y="6490"/>
                    <a:pt x="13038" y="6490"/>
                  </a:cubicBezTo>
                  <a:close/>
                  <a:moveTo>
                    <a:pt x="14944" y="813"/>
                  </a:moveTo>
                  <a:cubicBezTo>
                    <a:pt x="16279" y="980"/>
                    <a:pt x="17546" y="1414"/>
                    <a:pt x="18714" y="2048"/>
                  </a:cubicBezTo>
                  <a:lnTo>
                    <a:pt x="18080" y="3982"/>
                  </a:lnTo>
                  <a:cubicBezTo>
                    <a:pt x="18013" y="4149"/>
                    <a:pt x="18080" y="4316"/>
                    <a:pt x="18213" y="4416"/>
                  </a:cubicBezTo>
                  <a:cubicBezTo>
                    <a:pt x="19147" y="4983"/>
                    <a:pt x="19948" y="5717"/>
                    <a:pt x="20615" y="6551"/>
                  </a:cubicBezTo>
                  <a:cubicBezTo>
                    <a:pt x="20687" y="6623"/>
                    <a:pt x="20811" y="6678"/>
                    <a:pt x="20925" y="6678"/>
                  </a:cubicBezTo>
                  <a:cubicBezTo>
                    <a:pt x="20969" y="6678"/>
                    <a:pt x="21012" y="6670"/>
                    <a:pt x="21049" y="6651"/>
                  </a:cubicBezTo>
                  <a:lnTo>
                    <a:pt x="21082" y="6651"/>
                  </a:lnTo>
                  <a:lnTo>
                    <a:pt x="22850" y="5784"/>
                  </a:lnTo>
                  <a:cubicBezTo>
                    <a:pt x="23250" y="6284"/>
                    <a:pt x="23617" y="6851"/>
                    <a:pt x="23884" y="7451"/>
                  </a:cubicBezTo>
                  <a:cubicBezTo>
                    <a:pt x="24184" y="8052"/>
                    <a:pt x="24418" y="8652"/>
                    <a:pt x="24618" y="9286"/>
                  </a:cubicBezTo>
                  <a:lnTo>
                    <a:pt x="22817" y="10220"/>
                  </a:lnTo>
                  <a:cubicBezTo>
                    <a:pt x="22650" y="10287"/>
                    <a:pt x="22583" y="10454"/>
                    <a:pt x="22617" y="10620"/>
                  </a:cubicBezTo>
                  <a:cubicBezTo>
                    <a:pt x="22850" y="11654"/>
                    <a:pt x="22917" y="12755"/>
                    <a:pt x="22783" y="13823"/>
                  </a:cubicBezTo>
                  <a:cubicBezTo>
                    <a:pt x="22783" y="13990"/>
                    <a:pt x="22883" y="14156"/>
                    <a:pt x="23050" y="14223"/>
                  </a:cubicBezTo>
                  <a:lnTo>
                    <a:pt x="24952" y="14857"/>
                  </a:lnTo>
                  <a:cubicBezTo>
                    <a:pt x="24751" y="16191"/>
                    <a:pt x="24318" y="17459"/>
                    <a:pt x="23684" y="18626"/>
                  </a:cubicBezTo>
                  <a:lnTo>
                    <a:pt x="21783" y="17992"/>
                  </a:lnTo>
                  <a:cubicBezTo>
                    <a:pt x="21733" y="17976"/>
                    <a:pt x="21691" y="17967"/>
                    <a:pt x="21653" y="17967"/>
                  </a:cubicBezTo>
                  <a:cubicBezTo>
                    <a:pt x="21616" y="17967"/>
                    <a:pt x="21582" y="17976"/>
                    <a:pt x="21549" y="17992"/>
                  </a:cubicBezTo>
                  <a:cubicBezTo>
                    <a:pt x="21449" y="18026"/>
                    <a:pt x="21382" y="18059"/>
                    <a:pt x="21316" y="18159"/>
                  </a:cubicBezTo>
                  <a:cubicBezTo>
                    <a:pt x="20749" y="19060"/>
                    <a:pt x="20015" y="19860"/>
                    <a:pt x="19214" y="20561"/>
                  </a:cubicBezTo>
                  <a:cubicBezTo>
                    <a:pt x="19047" y="20661"/>
                    <a:pt x="19014" y="20861"/>
                    <a:pt x="19114" y="21028"/>
                  </a:cubicBezTo>
                  <a:lnTo>
                    <a:pt x="19981" y="22796"/>
                  </a:lnTo>
                  <a:cubicBezTo>
                    <a:pt x="19448" y="23196"/>
                    <a:pt x="18881" y="23563"/>
                    <a:pt x="18280" y="23863"/>
                  </a:cubicBezTo>
                  <a:cubicBezTo>
                    <a:pt x="17680" y="24130"/>
                    <a:pt x="17079" y="24364"/>
                    <a:pt x="16445" y="24564"/>
                  </a:cubicBezTo>
                  <a:lnTo>
                    <a:pt x="15545" y="22762"/>
                  </a:lnTo>
                  <a:cubicBezTo>
                    <a:pt x="15461" y="22623"/>
                    <a:pt x="15332" y="22554"/>
                    <a:pt x="15194" y="22554"/>
                  </a:cubicBezTo>
                  <a:cubicBezTo>
                    <a:pt x="15167" y="22554"/>
                    <a:pt x="15139" y="22557"/>
                    <a:pt x="15111" y="22562"/>
                  </a:cubicBezTo>
                  <a:cubicBezTo>
                    <a:pt x="14387" y="22726"/>
                    <a:pt x="13647" y="22807"/>
                    <a:pt x="12902" y="22807"/>
                  </a:cubicBezTo>
                  <a:cubicBezTo>
                    <a:pt x="12583" y="22807"/>
                    <a:pt x="12263" y="22792"/>
                    <a:pt x="11942" y="22762"/>
                  </a:cubicBezTo>
                  <a:cubicBezTo>
                    <a:pt x="11916" y="22758"/>
                    <a:pt x="11891" y="22756"/>
                    <a:pt x="11867" y="22756"/>
                  </a:cubicBezTo>
                  <a:cubicBezTo>
                    <a:pt x="11701" y="22756"/>
                    <a:pt x="11567" y="22851"/>
                    <a:pt x="11509" y="22996"/>
                  </a:cubicBezTo>
                  <a:lnTo>
                    <a:pt x="10875" y="24897"/>
                  </a:lnTo>
                  <a:cubicBezTo>
                    <a:pt x="9541" y="24697"/>
                    <a:pt x="8273" y="24264"/>
                    <a:pt x="7105" y="23630"/>
                  </a:cubicBezTo>
                  <a:lnTo>
                    <a:pt x="7739" y="21728"/>
                  </a:lnTo>
                  <a:cubicBezTo>
                    <a:pt x="7806" y="21562"/>
                    <a:pt x="7739" y="21361"/>
                    <a:pt x="7572" y="21261"/>
                  </a:cubicBezTo>
                  <a:cubicBezTo>
                    <a:pt x="6672" y="20694"/>
                    <a:pt x="5871" y="19994"/>
                    <a:pt x="5204" y="19160"/>
                  </a:cubicBezTo>
                  <a:cubicBezTo>
                    <a:pt x="5115" y="19071"/>
                    <a:pt x="5011" y="19026"/>
                    <a:pt x="4903" y="19026"/>
                  </a:cubicBezTo>
                  <a:cubicBezTo>
                    <a:pt x="4848" y="19026"/>
                    <a:pt x="4793" y="19038"/>
                    <a:pt x="4737" y="19060"/>
                  </a:cubicBezTo>
                  <a:lnTo>
                    <a:pt x="2936" y="19960"/>
                  </a:lnTo>
                  <a:cubicBezTo>
                    <a:pt x="2536" y="19393"/>
                    <a:pt x="2202" y="18826"/>
                    <a:pt x="1902" y="18226"/>
                  </a:cubicBezTo>
                  <a:cubicBezTo>
                    <a:pt x="1635" y="17625"/>
                    <a:pt x="1368" y="17025"/>
                    <a:pt x="1201" y="16391"/>
                  </a:cubicBezTo>
                  <a:lnTo>
                    <a:pt x="3003" y="15457"/>
                  </a:lnTo>
                  <a:cubicBezTo>
                    <a:pt x="3136" y="15391"/>
                    <a:pt x="3236" y="15224"/>
                    <a:pt x="3203" y="15057"/>
                  </a:cubicBezTo>
                  <a:cubicBezTo>
                    <a:pt x="2969" y="13990"/>
                    <a:pt x="2902" y="12922"/>
                    <a:pt x="3003" y="11855"/>
                  </a:cubicBezTo>
                  <a:cubicBezTo>
                    <a:pt x="3036" y="11688"/>
                    <a:pt x="2936" y="11488"/>
                    <a:pt x="2736" y="11454"/>
                  </a:cubicBezTo>
                  <a:lnTo>
                    <a:pt x="868" y="10821"/>
                  </a:lnTo>
                  <a:cubicBezTo>
                    <a:pt x="1068" y="9486"/>
                    <a:pt x="1468" y="8219"/>
                    <a:pt x="2102" y="7051"/>
                  </a:cubicBezTo>
                  <a:lnTo>
                    <a:pt x="4037" y="7685"/>
                  </a:lnTo>
                  <a:cubicBezTo>
                    <a:pt x="4080" y="7702"/>
                    <a:pt x="4125" y="7711"/>
                    <a:pt x="4170" y="7711"/>
                  </a:cubicBezTo>
                  <a:cubicBezTo>
                    <a:pt x="4300" y="7711"/>
                    <a:pt x="4429" y="7642"/>
                    <a:pt x="4504" y="7518"/>
                  </a:cubicBezTo>
                  <a:cubicBezTo>
                    <a:pt x="5071" y="6618"/>
                    <a:pt x="5771" y="5817"/>
                    <a:pt x="6605" y="5150"/>
                  </a:cubicBezTo>
                  <a:cubicBezTo>
                    <a:pt x="6739" y="5016"/>
                    <a:pt x="6772" y="4816"/>
                    <a:pt x="6705" y="4683"/>
                  </a:cubicBezTo>
                  <a:lnTo>
                    <a:pt x="5838" y="2882"/>
                  </a:lnTo>
                  <a:cubicBezTo>
                    <a:pt x="6372" y="2481"/>
                    <a:pt x="6939" y="2114"/>
                    <a:pt x="7539" y="1847"/>
                  </a:cubicBezTo>
                  <a:cubicBezTo>
                    <a:pt x="8106" y="1547"/>
                    <a:pt x="8740" y="1314"/>
                    <a:pt x="9340" y="1114"/>
                  </a:cubicBezTo>
                  <a:lnTo>
                    <a:pt x="10274" y="2915"/>
                  </a:lnTo>
                  <a:cubicBezTo>
                    <a:pt x="10333" y="3060"/>
                    <a:pt x="10492" y="3155"/>
                    <a:pt x="10642" y="3155"/>
                  </a:cubicBezTo>
                  <a:cubicBezTo>
                    <a:pt x="10664" y="3155"/>
                    <a:pt x="10687" y="3153"/>
                    <a:pt x="10708" y="3148"/>
                  </a:cubicBezTo>
                  <a:cubicBezTo>
                    <a:pt x="11397" y="2971"/>
                    <a:pt x="12102" y="2882"/>
                    <a:pt x="12811" y="2882"/>
                  </a:cubicBezTo>
                  <a:cubicBezTo>
                    <a:pt x="13165" y="2882"/>
                    <a:pt x="13521" y="2904"/>
                    <a:pt x="13877" y="2948"/>
                  </a:cubicBezTo>
                  <a:cubicBezTo>
                    <a:pt x="14077" y="2948"/>
                    <a:pt x="14244" y="2848"/>
                    <a:pt x="14311" y="2681"/>
                  </a:cubicBezTo>
                  <a:lnTo>
                    <a:pt x="14944" y="813"/>
                  </a:lnTo>
                  <a:close/>
                  <a:moveTo>
                    <a:pt x="14904" y="0"/>
                  </a:moveTo>
                  <a:cubicBezTo>
                    <a:pt x="14595" y="0"/>
                    <a:pt x="14327" y="189"/>
                    <a:pt x="14211" y="480"/>
                  </a:cubicBezTo>
                  <a:lnTo>
                    <a:pt x="13677" y="2148"/>
                  </a:lnTo>
                  <a:cubicBezTo>
                    <a:pt x="13436" y="2130"/>
                    <a:pt x="13192" y="2122"/>
                    <a:pt x="12948" y="2122"/>
                  </a:cubicBezTo>
                  <a:cubicBezTo>
                    <a:pt x="12247" y="2122"/>
                    <a:pt x="11543" y="2191"/>
                    <a:pt x="10875" y="2314"/>
                  </a:cubicBezTo>
                  <a:lnTo>
                    <a:pt x="10074" y="780"/>
                  </a:lnTo>
                  <a:cubicBezTo>
                    <a:pt x="9946" y="498"/>
                    <a:pt x="9699" y="334"/>
                    <a:pt x="9441" y="334"/>
                  </a:cubicBezTo>
                  <a:cubicBezTo>
                    <a:pt x="9363" y="334"/>
                    <a:pt x="9284" y="349"/>
                    <a:pt x="9207" y="380"/>
                  </a:cubicBezTo>
                  <a:cubicBezTo>
                    <a:pt x="7806" y="780"/>
                    <a:pt x="6505" y="1414"/>
                    <a:pt x="5338" y="2248"/>
                  </a:cubicBezTo>
                  <a:cubicBezTo>
                    <a:pt x="5037" y="2448"/>
                    <a:pt x="4937" y="2848"/>
                    <a:pt x="5104" y="3182"/>
                  </a:cubicBezTo>
                  <a:lnTo>
                    <a:pt x="5871" y="4750"/>
                  </a:lnTo>
                  <a:cubicBezTo>
                    <a:pt x="5171" y="5350"/>
                    <a:pt x="4537" y="6084"/>
                    <a:pt x="4003" y="6851"/>
                  </a:cubicBezTo>
                  <a:lnTo>
                    <a:pt x="2369" y="6317"/>
                  </a:lnTo>
                  <a:cubicBezTo>
                    <a:pt x="2274" y="6283"/>
                    <a:pt x="2179" y="6266"/>
                    <a:pt x="2088" y="6266"/>
                  </a:cubicBezTo>
                  <a:cubicBezTo>
                    <a:pt x="1826" y="6266"/>
                    <a:pt x="1592" y="6404"/>
                    <a:pt x="1468" y="6651"/>
                  </a:cubicBezTo>
                  <a:cubicBezTo>
                    <a:pt x="768" y="7918"/>
                    <a:pt x="301" y="9286"/>
                    <a:pt x="67" y="10687"/>
                  </a:cubicBezTo>
                  <a:cubicBezTo>
                    <a:pt x="0" y="11054"/>
                    <a:pt x="201" y="11421"/>
                    <a:pt x="567" y="11521"/>
                  </a:cubicBezTo>
                  <a:lnTo>
                    <a:pt x="2202" y="12088"/>
                  </a:lnTo>
                  <a:cubicBezTo>
                    <a:pt x="2135" y="13055"/>
                    <a:pt x="2202" y="13990"/>
                    <a:pt x="2369" y="14924"/>
                  </a:cubicBezTo>
                  <a:lnTo>
                    <a:pt x="801" y="15691"/>
                  </a:lnTo>
                  <a:cubicBezTo>
                    <a:pt x="501" y="15824"/>
                    <a:pt x="334" y="16224"/>
                    <a:pt x="434" y="16558"/>
                  </a:cubicBezTo>
                  <a:cubicBezTo>
                    <a:pt x="634" y="17259"/>
                    <a:pt x="901" y="17926"/>
                    <a:pt x="1201" y="18559"/>
                  </a:cubicBezTo>
                  <a:cubicBezTo>
                    <a:pt x="1535" y="19193"/>
                    <a:pt x="1902" y="19794"/>
                    <a:pt x="2302" y="20394"/>
                  </a:cubicBezTo>
                  <a:cubicBezTo>
                    <a:pt x="2437" y="20597"/>
                    <a:pt x="2663" y="20708"/>
                    <a:pt x="2898" y="20708"/>
                  </a:cubicBezTo>
                  <a:cubicBezTo>
                    <a:pt x="3012" y="20708"/>
                    <a:pt x="3127" y="20682"/>
                    <a:pt x="3236" y="20628"/>
                  </a:cubicBezTo>
                  <a:lnTo>
                    <a:pt x="4804" y="19860"/>
                  </a:lnTo>
                  <a:cubicBezTo>
                    <a:pt x="5438" y="20594"/>
                    <a:pt x="6138" y="21228"/>
                    <a:pt x="6939" y="21728"/>
                  </a:cubicBezTo>
                  <a:lnTo>
                    <a:pt x="6372" y="23396"/>
                  </a:lnTo>
                  <a:cubicBezTo>
                    <a:pt x="6238" y="23730"/>
                    <a:pt x="6372" y="24097"/>
                    <a:pt x="6705" y="24297"/>
                  </a:cubicBezTo>
                  <a:cubicBezTo>
                    <a:pt x="7973" y="24964"/>
                    <a:pt x="9340" y="25431"/>
                    <a:pt x="10775" y="25665"/>
                  </a:cubicBezTo>
                  <a:cubicBezTo>
                    <a:pt x="10818" y="25673"/>
                    <a:pt x="10862" y="25677"/>
                    <a:pt x="10905" y="25677"/>
                  </a:cubicBezTo>
                  <a:cubicBezTo>
                    <a:pt x="11199" y="25677"/>
                    <a:pt x="11493" y="25488"/>
                    <a:pt x="11609" y="25198"/>
                  </a:cubicBezTo>
                  <a:lnTo>
                    <a:pt x="12142" y="23530"/>
                  </a:lnTo>
                  <a:cubicBezTo>
                    <a:pt x="12435" y="23550"/>
                    <a:pt x="12725" y="23561"/>
                    <a:pt x="13013" y="23561"/>
                  </a:cubicBezTo>
                  <a:cubicBezTo>
                    <a:pt x="13675" y="23561"/>
                    <a:pt x="14327" y="23502"/>
                    <a:pt x="14978" y="23363"/>
                  </a:cubicBezTo>
                  <a:lnTo>
                    <a:pt x="15745" y="24931"/>
                  </a:lnTo>
                  <a:cubicBezTo>
                    <a:pt x="15852" y="25199"/>
                    <a:pt x="16111" y="25360"/>
                    <a:pt x="16400" y="25360"/>
                  </a:cubicBezTo>
                  <a:cubicBezTo>
                    <a:pt x="16469" y="25360"/>
                    <a:pt x="16541" y="25350"/>
                    <a:pt x="16612" y="25331"/>
                  </a:cubicBezTo>
                  <a:cubicBezTo>
                    <a:pt x="16979" y="25231"/>
                    <a:pt x="17346" y="25097"/>
                    <a:pt x="17713" y="24964"/>
                  </a:cubicBezTo>
                  <a:cubicBezTo>
                    <a:pt x="18080" y="24797"/>
                    <a:pt x="18313" y="24697"/>
                    <a:pt x="18614" y="24530"/>
                  </a:cubicBezTo>
                  <a:cubicBezTo>
                    <a:pt x="19247" y="24230"/>
                    <a:pt x="19881" y="23863"/>
                    <a:pt x="20448" y="23430"/>
                  </a:cubicBezTo>
                  <a:cubicBezTo>
                    <a:pt x="20749" y="23229"/>
                    <a:pt x="20849" y="22829"/>
                    <a:pt x="20682" y="22496"/>
                  </a:cubicBezTo>
                  <a:lnTo>
                    <a:pt x="19948" y="20961"/>
                  </a:lnTo>
                  <a:cubicBezTo>
                    <a:pt x="20648" y="20327"/>
                    <a:pt x="21282" y="19627"/>
                    <a:pt x="21816" y="18826"/>
                  </a:cubicBezTo>
                  <a:lnTo>
                    <a:pt x="23451" y="19393"/>
                  </a:lnTo>
                  <a:cubicBezTo>
                    <a:pt x="23530" y="19425"/>
                    <a:pt x="23613" y="19440"/>
                    <a:pt x="23696" y="19440"/>
                  </a:cubicBezTo>
                  <a:cubicBezTo>
                    <a:pt x="23961" y="19440"/>
                    <a:pt x="24224" y="19289"/>
                    <a:pt x="24351" y="19060"/>
                  </a:cubicBezTo>
                  <a:cubicBezTo>
                    <a:pt x="25018" y="17792"/>
                    <a:pt x="25519" y="16425"/>
                    <a:pt x="25752" y="14990"/>
                  </a:cubicBezTo>
                  <a:cubicBezTo>
                    <a:pt x="25819" y="14623"/>
                    <a:pt x="25585" y="14290"/>
                    <a:pt x="25252" y="14156"/>
                  </a:cubicBezTo>
                  <a:lnTo>
                    <a:pt x="23617" y="13589"/>
                  </a:lnTo>
                  <a:cubicBezTo>
                    <a:pt x="23651" y="12655"/>
                    <a:pt x="23617" y="11688"/>
                    <a:pt x="23417" y="10787"/>
                  </a:cubicBezTo>
                  <a:lnTo>
                    <a:pt x="24985" y="10020"/>
                  </a:lnTo>
                  <a:cubicBezTo>
                    <a:pt x="25319" y="9853"/>
                    <a:pt x="25485" y="9486"/>
                    <a:pt x="25385" y="9119"/>
                  </a:cubicBezTo>
                  <a:cubicBezTo>
                    <a:pt x="25185" y="8452"/>
                    <a:pt x="24918" y="7785"/>
                    <a:pt x="24618" y="7118"/>
                  </a:cubicBezTo>
                  <a:cubicBezTo>
                    <a:pt x="24284" y="6484"/>
                    <a:pt x="23918" y="5850"/>
                    <a:pt x="23517" y="5283"/>
                  </a:cubicBezTo>
                  <a:cubicBezTo>
                    <a:pt x="23360" y="5081"/>
                    <a:pt x="23127" y="4969"/>
                    <a:pt x="22889" y="4969"/>
                  </a:cubicBezTo>
                  <a:cubicBezTo>
                    <a:pt x="22774" y="4969"/>
                    <a:pt x="22659" y="4995"/>
                    <a:pt x="22550" y="5050"/>
                  </a:cubicBezTo>
                  <a:lnTo>
                    <a:pt x="21015" y="5817"/>
                  </a:lnTo>
                  <a:cubicBezTo>
                    <a:pt x="20382" y="5083"/>
                    <a:pt x="19681" y="4449"/>
                    <a:pt x="18881" y="3949"/>
                  </a:cubicBezTo>
                  <a:lnTo>
                    <a:pt x="19448" y="2281"/>
                  </a:lnTo>
                  <a:cubicBezTo>
                    <a:pt x="19581" y="1948"/>
                    <a:pt x="19414" y="1581"/>
                    <a:pt x="19114" y="1380"/>
                  </a:cubicBezTo>
                  <a:cubicBezTo>
                    <a:pt x="17846" y="713"/>
                    <a:pt x="16479" y="246"/>
                    <a:pt x="15044" y="13"/>
                  </a:cubicBezTo>
                  <a:cubicBezTo>
                    <a:pt x="14997" y="4"/>
                    <a:pt x="14950" y="0"/>
                    <a:pt x="149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73">
              <a:extLst>
                <a:ext uri="{FF2B5EF4-FFF2-40B4-BE49-F238E27FC236}">
                  <a16:creationId xmlns:a16="http://schemas.microsoft.com/office/drawing/2014/main" id="{4AE547F4-1217-853F-C2BE-E97171158059}"/>
                </a:ext>
              </a:extLst>
            </p:cNvPr>
            <p:cNvSpPr/>
            <p:nvPr/>
          </p:nvSpPr>
          <p:spPr>
            <a:xfrm>
              <a:off x="7056049" y="2787744"/>
              <a:ext cx="759405" cy="772446"/>
            </a:xfrm>
            <a:custGeom>
              <a:avLst/>
              <a:gdLst/>
              <a:ahLst/>
              <a:cxnLst/>
              <a:rect l="l" t="t" r="r" b="b"/>
              <a:pathLst>
                <a:path w="47168" h="47978" extrusionOk="0">
                  <a:moveTo>
                    <a:pt x="17528" y="0"/>
                  </a:moveTo>
                  <a:cubicBezTo>
                    <a:pt x="15721" y="0"/>
                    <a:pt x="13771" y="272"/>
                    <a:pt x="11642" y="810"/>
                  </a:cubicBezTo>
                  <a:cubicBezTo>
                    <a:pt x="0" y="4046"/>
                    <a:pt x="4603" y="22692"/>
                    <a:pt x="4670" y="37036"/>
                  </a:cubicBezTo>
                  <a:cubicBezTo>
                    <a:pt x="4670" y="43074"/>
                    <a:pt x="13643" y="47977"/>
                    <a:pt x="24651" y="47977"/>
                  </a:cubicBezTo>
                  <a:cubicBezTo>
                    <a:pt x="35425" y="47910"/>
                    <a:pt x="46533" y="43274"/>
                    <a:pt x="47134" y="37036"/>
                  </a:cubicBezTo>
                  <a:cubicBezTo>
                    <a:pt x="47167" y="36469"/>
                    <a:pt x="47067" y="35902"/>
                    <a:pt x="46800" y="35401"/>
                  </a:cubicBezTo>
                  <a:cubicBezTo>
                    <a:pt x="44966" y="31899"/>
                    <a:pt x="36293" y="15354"/>
                    <a:pt x="31656" y="8582"/>
                  </a:cubicBezTo>
                  <a:cubicBezTo>
                    <a:pt x="27662" y="2807"/>
                    <a:pt x="23337" y="0"/>
                    <a:pt x="1752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3">
              <a:extLst>
                <a:ext uri="{FF2B5EF4-FFF2-40B4-BE49-F238E27FC236}">
                  <a16:creationId xmlns:a16="http://schemas.microsoft.com/office/drawing/2014/main" id="{F7E007AA-829E-3352-B729-2A06D70D8A10}"/>
                </a:ext>
              </a:extLst>
            </p:cNvPr>
            <p:cNvSpPr/>
            <p:nvPr/>
          </p:nvSpPr>
          <p:spPr>
            <a:xfrm>
              <a:off x="7056049" y="2787744"/>
              <a:ext cx="759405" cy="772446"/>
            </a:xfrm>
            <a:custGeom>
              <a:avLst/>
              <a:gdLst/>
              <a:ahLst/>
              <a:cxnLst/>
              <a:rect l="l" t="t" r="r" b="b"/>
              <a:pathLst>
                <a:path w="47168" h="47978" extrusionOk="0">
                  <a:moveTo>
                    <a:pt x="17528" y="0"/>
                  </a:moveTo>
                  <a:cubicBezTo>
                    <a:pt x="15721" y="0"/>
                    <a:pt x="13771" y="272"/>
                    <a:pt x="11642" y="810"/>
                  </a:cubicBezTo>
                  <a:cubicBezTo>
                    <a:pt x="0" y="4046"/>
                    <a:pt x="4603" y="22692"/>
                    <a:pt x="4670" y="37036"/>
                  </a:cubicBezTo>
                  <a:cubicBezTo>
                    <a:pt x="4670" y="43074"/>
                    <a:pt x="13643" y="47977"/>
                    <a:pt x="24651" y="47977"/>
                  </a:cubicBezTo>
                  <a:cubicBezTo>
                    <a:pt x="35425" y="47910"/>
                    <a:pt x="46533" y="43274"/>
                    <a:pt x="47134" y="37036"/>
                  </a:cubicBezTo>
                  <a:cubicBezTo>
                    <a:pt x="47167" y="36469"/>
                    <a:pt x="47067" y="35902"/>
                    <a:pt x="46800" y="35401"/>
                  </a:cubicBezTo>
                  <a:cubicBezTo>
                    <a:pt x="44966" y="31899"/>
                    <a:pt x="36293" y="15354"/>
                    <a:pt x="31656" y="8582"/>
                  </a:cubicBezTo>
                  <a:cubicBezTo>
                    <a:pt x="27662" y="2807"/>
                    <a:pt x="23337" y="0"/>
                    <a:pt x="17528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3">
              <a:extLst>
                <a:ext uri="{FF2B5EF4-FFF2-40B4-BE49-F238E27FC236}">
                  <a16:creationId xmlns:a16="http://schemas.microsoft.com/office/drawing/2014/main" id="{F7865D9D-39D9-F7CD-6D6A-F699EA13B5E3}"/>
                </a:ext>
              </a:extLst>
            </p:cNvPr>
            <p:cNvSpPr/>
            <p:nvPr/>
          </p:nvSpPr>
          <p:spPr>
            <a:xfrm>
              <a:off x="7055501" y="2800238"/>
              <a:ext cx="662209" cy="759952"/>
            </a:xfrm>
            <a:custGeom>
              <a:avLst/>
              <a:gdLst/>
              <a:ahLst/>
              <a:cxnLst/>
              <a:rect l="l" t="t" r="r" b="b"/>
              <a:pathLst>
                <a:path w="41131" h="47202" extrusionOk="0">
                  <a:moveTo>
                    <a:pt x="11642" y="1"/>
                  </a:moveTo>
                  <a:cubicBezTo>
                    <a:pt x="1" y="3236"/>
                    <a:pt x="4637" y="21883"/>
                    <a:pt x="4704" y="36227"/>
                  </a:cubicBezTo>
                  <a:cubicBezTo>
                    <a:pt x="4704" y="42298"/>
                    <a:pt x="13644" y="47201"/>
                    <a:pt x="24685" y="47201"/>
                  </a:cubicBezTo>
                  <a:cubicBezTo>
                    <a:pt x="30689" y="47134"/>
                    <a:pt x="36794" y="45667"/>
                    <a:pt x="41130" y="43332"/>
                  </a:cubicBezTo>
                  <a:cubicBezTo>
                    <a:pt x="37761" y="35226"/>
                    <a:pt x="31757" y="21049"/>
                    <a:pt x="28488" y="14478"/>
                  </a:cubicBezTo>
                  <a:cubicBezTo>
                    <a:pt x="23718" y="5004"/>
                    <a:pt x="19882" y="1"/>
                    <a:pt x="116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3">
              <a:extLst>
                <a:ext uri="{FF2B5EF4-FFF2-40B4-BE49-F238E27FC236}">
                  <a16:creationId xmlns:a16="http://schemas.microsoft.com/office/drawing/2014/main" id="{0B013480-A279-E07A-1B34-C3018D403E50}"/>
                </a:ext>
              </a:extLst>
            </p:cNvPr>
            <p:cNvSpPr/>
            <p:nvPr/>
          </p:nvSpPr>
          <p:spPr>
            <a:xfrm>
              <a:off x="7111899" y="2834805"/>
              <a:ext cx="429661" cy="491775"/>
            </a:xfrm>
            <a:custGeom>
              <a:avLst/>
              <a:gdLst/>
              <a:ahLst/>
              <a:cxnLst/>
              <a:rect l="l" t="t" r="r" b="b"/>
              <a:pathLst>
                <a:path w="26687" h="30545" extrusionOk="0">
                  <a:moveTo>
                    <a:pt x="8921" y="1"/>
                  </a:moveTo>
                  <a:cubicBezTo>
                    <a:pt x="7438" y="1"/>
                    <a:pt x="5961" y="615"/>
                    <a:pt x="4337" y="1756"/>
                  </a:cubicBezTo>
                  <a:cubicBezTo>
                    <a:pt x="2769" y="3891"/>
                    <a:pt x="1501" y="6226"/>
                    <a:pt x="534" y="8695"/>
                  </a:cubicBezTo>
                  <a:cubicBezTo>
                    <a:pt x="0" y="12764"/>
                    <a:pt x="234" y="17568"/>
                    <a:pt x="567" y="22471"/>
                  </a:cubicBezTo>
                  <a:cubicBezTo>
                    <a:pt x="968" y="23339"/>
                    <a:pt x="1468" y="24139"/>
                    <a:pt x="2035" y="24906"/>
                  </a:cubicBezTo>
                  <a:cubicBezTo>
                    <a:pt x="4738" y="28640"/>
                    <a:pt x="8909" y="30545"/>
                    <a:pt x="13094" y="30545"/>
                  </a:cubicBezTo>
                  <a:cubicBezTo>
                    <a:pt x="16762" y="30545"/>
                    <a:pt x="20440" y="29083"/>
                    <a:pt x="23150" y="26107"/>
                  </a:cubicBezTo>
                  <a:cubicBezTo>
                    <a:pt x="26686" y="22104"/>
                    <a:pt x="24751" y="15533"/>
                    <a:pt x="19381" y="8395"/>
                  </a:cubicBezTo>
                  <a:cubicBezTo>
                    <a:pt x="14994" y="2553"/>
                    <a:pt x="11944" y="1"/>
                    <a:pt x="892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3">
              <a:extLst>
                <a:ext uri="{FF2B5EF4-FFF2-40B4-BE49-F238E27FC236}">
                  <a16:creationId xmlns:a16="http://schemas.microsoft.com/office/drawing/2014/main" id="{10A74D17-E971-9FAF-CB90-923F360062EC}"/>
                </a:ext>
              </a:extLst>
            </p:cNvPr>
            <p:cNvSpPr/>
            <p:nvPr/>
          </p:nvSpPr>
          <p:spPr>
            <a:xfrm>
              <a:off x="6029207" y="2807370"/>
              <a:ext cx="1600952" cy="1222650"/>
            </a:xfrm>
            <a:custGeom>
              <a:avLst/>
              <a:gdLst/>
              <a:ahLst/>
              <a:cxnLst/>
              <a:rect l="l" t="t" r="r" b="b"/>
              <a:pathLst>
                <a:path w="99438" h="75941" extrusionOk="0">
                  <a:moveTo>
                    <a:pt x="69425" y="1"/>
                  </a:moveTo>
                  <a:cubicBezTo>
                    <a:pt x="68718" y="1"/>
                    <a:pt x="67983" y="75"/>
                    <a:pt x="67215" y="225"/>
                  </a:cubicBezTo>
                  <a:cubicBezTo>
                    <a:pt x="52905" y="4228"/>
                    <a:pt x="22183" y="8998"/>
                    <a:pt x="12342" y="13835"/>
                  </a:cubicBezTo>
                  <a:cubicBezTo>
                    <a:pt x="10808" y="14602"/>
                    <a:pt x="9340" y="15536"/>
                    <a:pt x="8006" y="16603"/>
                  </a:cubicBezTo>
                  <a:cubicBezTo>
                    <a:pt x="5638" y="18438"/>
                    <a:pt x="4070" y="22040"/>
                    <a:pt x="3636" y="24609"/>
                  </a:cubicBezTo>
                  <a:cubicBezTo>
                    <a:pt x="2269" y="32848"/>
                    <a:pt x="1501" y="40087"/>
                    <a:pt x="1068" y="46224"/>
                  </a:cubicBezTo>
                  <a:cubicBezTo>
                    <a:pt x="968" y="46892"/>
                    <a:pt x="934" y="47559"/>
                    <a:pt x="934" y="48259"/>
                  </a:cubicBezTo>
                  <a:cubicBezTo>
                    <a:pt x="0" y="56298"/>
                    <a:pt x="1968" y="61369"/>
                    <a:pt x="11909" y="67106"/>
                  </a:cubicBezTo>
                  <a:cubicBezTo>
                    <a:pt x="22220" y="73058"/>
                    <a:pt x="35143" y="75940"/>
                    <a:pt x="47861" y="75940"/>
                  </a:cubicBezTo>
                  <a:cubicBezTo>
                    <a:pt x="59664" y="75940"/>
                    <a:pt x="71291" y="73457"/>
                    <a:pt x="80491" y="68640"/>
                  </a:cubicBezTo>
                  <a:cubicBezTo>
                    <a:pt x="90765" y="63237"/>
                    <a:pt x="94001" y="54564"/>
                    <a:pt x="95468" y="49860"/>
                  </a:cubicBezTo>
                  <a:cubicBezTo>
                    <a:pt x="99438" y="32548"/>
                    <a:pt x="90065" y="20273"/>
                    <a:pt x="86762" y="15603"/>
                  </a:cubicBezTo>
                  <a:cubicBezTo>
                    <a:pt x="79756" y="5692"/>
                    <a:pt x="75625" y="1"/>
                    <a:pt x="69425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3">
              <a:extLst>
                <a:ext uri="{FF2B5EF4-FFF2-40B4-BE49-F238E27FC236}">
                  <a16:creationId xmlns:a16="http://schemas.microsoft.com/office/drawing/2014/main" id="{A885552B-922E-6263-58CB-C9B5C704A1C0}"/>
                </a:ext>
              </a:extLst>
            </p:cNvPr>
            <p:cNvSpPr/>
            <p:nvPr/>
          </p:nvSpPr>
          <p:spPr>
            <a:xfrm>
              <a:off x="6029207" y="2807370"/>
              <a:ext cx="1600952" cy="1222650"/>
            </a:xfrm>
            <a:custGeom>
              <a:avLst/>
              <a:gdLst/>
              <a:ahLst/>
              <a:cxnLst/>
              <a:rect l="l" t="t" r="r" b="b"/>
              <a:pathLst>
                <a:path w="99438" h="75941" extrusionOk="0">
                  <a:moveTo>
                    <a:pt x="69425" y="1"/>
                  </a:moveTo>
                  <a:cubicBezTo>
                    <a:pt x="68718" y="1"/>
                    <a:pt x="67983" y="75"/>
                    <a:pt x="67215" y="225"/>
                  </a:cubicBezTo>
                  <a:cubicBezTo>
                    <a:pt x="52905" y="4228"/>
                    <a:pt x="22183" y="8998"/>
                    <a:pt x="12342" y="13835"/>
                  </a:cubicBezTo>
                  <a:cubicBezTo>
                    <a:pt x="10808" y="14602"/>
                    <a:pt x="9340" y="15536"/>
                    <a:pt x="8006" y="16603"/>
                  </a:cubicBezTo>
                  <a:cubicBezTo>
                    <a:pt x="5638" y="18438"/>
                    <a:pt x="4070" y="22040"/>
                    <a:pt x="3636" y="24609"/>
                  </a:cubicBezTo>
                  <a:cubicBezTo>
                    <a:pt x="2269" y="32848"/>
                    <a:pt x="1501" y="40087"/>
                    <a:pt x="1068" y="46224"/>
                  </a:cubicBezTo>
                  <a:cubicBezTo>
                    <a:pt x="968" y="46892"/>
                    <a:pt x="934" y="47559"/>
                    <a:pt x="934" y="48259"/>
                  </a:cubicBezTo>
                  <a:cubicBezTo>
                    <a:pt x="0" y="56298"/>
                    <a:pt x="1968" y="61369"/>
                    <a:pt x="11909" y="67106"/>
                  </a:cubicBezTo>
                  <a:cubicBezTo>
                    <a:pt x="22220" y="73058"/>
                    <a:pt x="35143" y="75940"/>
                    <a:pt x="47861" y="75940"/>
                  </a:cubicBezTo>
                  <a:cubicBezTo>
                    <a:pt x="59664" y="75940"/>
                    <a:pt x="71291" y="73457"/>
                    <a:pt x="80491" y="68640"/>
                  </a:cubicBezTo>
                  <a:cubicBezTo>
                    <a:pt x="87930" y="64804"/>
                    <a:pt x="93400" y="57966"/>
                    <a:pt x="95468" y="49860"/>
                  </a:cubicBezTo>
                  <a:cubicBezTo>
                    <a:pt x="99438" y="32548"/>
                    <a:pt x="90065" y="20273"/>
                    <a:pt x="86762" y="15603"/>
                  </a:cubicBezTo>
                  <a:cubicBezTo>
                    <a:pt x="79756" y="5692"/>
                    <a:pt x="75625" y="1"/>
                    <a:pt x="69425" y="1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3">
              <a:extLst>
                <a:ext uri="{FF2B5EF4-FFF2-40B4-BE49-F238E27FC236}">
                  <a16:creationId xmlns:a16="http://schemas.microsoft.com/office/drawing/2014/main" id="{060565D9-DE0F-8F8F-4873-D6889EAC50E5}"/>
                </a:ext>
              </a:extLst>
            </p:cNvPr>
            <p:cNvSpPr/>
            <p:nvPr/>
          </p:nvSpPr>
          <p:spPr>
            <a:xfrm>
              <a:off x="6029207" y="3059754"/>
              <a:ext cx="729330" cy="969268"/>
            </a:xfrm>
            <a:custGeom>
              <a:avLst/>
              <a:gdLst/>
              <a:ahLst/>
              <a:cxnLst/>
              <a:rect l="l" t="t" r="r" b="b"/>
              <a:pathLst>
                <a:path w="45300" h="60203" extrusionOk="0">
                  <a:moveTo>
                    <a:pt x="11271" y="0"/>
                  </a:moveTo>
                  <a:cubicBezTo>
                    <a:pt x="10117" y="0"/>
                    <a:pt x="9018" y="302"/>
                    <a:pt x="8039" y="927"/>
                  </a:cubicBezTo>
                  <a:cubicBezTo>
                    <a:pt x="5638" y="2762"/>
                    <a:pt x="4070" y="6364"/>
                    <a:pt x="3636" y="8933"/>
                  </a:cubicBezTo>
                  <a:cubicBezTo>
                    <a:pt x="2269" y="17172"/>
                    <a:pt x="1535" y="24411"/>
                    <a:pt x="1068" y="30548"/>
                  </a:cubicBezTo>
                  <a:cubicBezTo>
                    <a:pt x="968" y="31216"/>
                    <a:pt x="934" y="31883"/>
                    <a:pt x="934" y="32583"/>
                  </a:cubicBezTo>
                  <a:cubicBezTo>
                    <a:pt x="0" y="40622"/>
                    <a:pt x="1968" y="45693"/>
                    <a:pt x="11909" y="51430"/>
                  </a:cubicBezTo>
                  <a:cubicBezTo>
                    <a:pt x="21549" y="57001"/>
                    <a:pt x="33424" y="59869"/>
                    <a:pt x="45299" y="60203"/>
                  </a:cubicBezTo>
                  <a:cubicBezTo>
                    <a:pt x="25252" y="58869"/>
                    <a:pt x="23617" y="45659"/>
                    <a:pt x="25719" y="36052"/>
                  </a:cubicBezTo>
                  <a:cubicBezTo>
                    <a:pt x="27787" y="26479"/>
                    <a:pt x="25685" y="17939"/>
                    <a:pt x="22383" y="9834"/>
                  </a:cubicBezTo>
                  <a:cubicBezTo>
                    <a:pt x="19826" y="3557"/>
                    <a:pt x="15229" y="0"/>
                    <a:pt x="1127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3">
              <a:extLst>
                <a:ext uri="{FF2B5EF4-FFF2-40B4-BE49-F238E27FC236}">
                  <a16:creationId xmlns:a16="http://schemas.microsoft.com/office/drawing/2014/main" id="{A9E28E38-F142-AE49-33A4-0D3F63EFC603}"/>
                </a:ext>
              </a:extLst>
            </p:cNvPr>
            <p:cNvSpPr/>
            <p:nvPr/>
          </p:nvSpPr>
          <p:spPr>
            <a:xfrm>
              <a:off x="6029207" y="2807225"/>
              <a:ext cx="1600952" cy="1222344"/>
            </a:xfrm>
            <a:custGeom>
              <a:avLst/>
              <a:gdLst/>
              <a:ahLst/>
              <a:cxnLst/>
              <a:rect l="l" t="t" r="r" b="b"/>
              <a:pathLst>
                <a:path w="99438" h="75922" extrusionOk="0">
                  <a:moveTo>
                    <a:pt x="69450" y="367"/>
                  </a:moveTo>
                  <a:lnTo>
                    <a:pt x="69450" y="401"/>
                  </a:lnTo>
                  <a:cubicBezTo>
                    <a:pt x="75554" y="401"/>
                    <a:pt x="79657" y="6205"/>
                    <a:pt x="86429" y="15845"/>
                  </a:cubicBezTo>
                  <a:lnTo>
                    <a:pt x="86862" y="16412"/>
                  </a:lnTo>
                  <a:cubicBezTo>
                    <a:pt x="90432" y="21449"/>
                    <a:pt x="98871" y="33291"/>
                    <a:pt x="95102" y="49769"/>
                  </a:cubicBezTo>
                  <a:cubicBezTo>
                    <a:pt x="94168" y="54273"/>
                    <a:pt x="90999" y="62679"/>
                    <a:pt x="80291" y="68283"/>
                  </a:cubicBezTo>
                  <a:cubicBezTo>
                    <a:pt x="71385" y="72953"/>
                    <a:pt x="59876" y="75521"/>
                    <a:pt x="47868" y="75521"/>
                  </a:cubicBezTo>
                  <a:cubicBezTo>
                    <a:pt x="34625" y="75521"/>
                    <a:pt x="21949" y="72419"/>
                    <a:pt x="12142" y="66748"/>
                  </a:cubicBezTo>
                  <a:cubicBezTo>
                    <a:pt x="1935" y="60877"/>
                    <a:pt x="467" y="55740"/>
                    <a:pt x="1335" y="48268"/>
                  </a:cubicBezTo>
                  <a:lnTo>
                    <a:pt x="1335" y="48235"/>
                  </a:lnTo>
                  <a:cubicBezTo>
                    <a:pt x="1335" y="47568"/>
                    <a:pt x="1368" y="46901"/>
                    <a:pt x="1468" y="46233"/>
                  </a:cubicBezTo>
                  <a:cubicBezTo>
                    <a:pt x="2002" y="38761"/>
                    <a:pt x="2869" y="31723"/>
                    <a:pt x="4037" y="24651"/>
                  </a:cubicBezTo>
                  <a:cubicBezTo>
                    <a:pt x="4437" y="22150"/>
                    <a:pt x="5938" y="18647"/>
                    <a:pt x="8240" y="16879"/>
                  </a:cubicBezTo>
                  <a:cubicBezTo>
                    <a:pt x="9574" y="15845"/>
                    <a:pt x="11008" y="14944"/>
                    <a:pt x="12509" y="14177"/>
                  </a:cubicBezTo>
                  <a:cubicBezTo>
                    <a:pt x="18647" y="11175"/>
                    <a:pt x="32724" y="8206"/>
                    <a:pt x="46333" y="5371"/>
                  </a:cubicBezTo>
                  <a:cubicBezTo>
                    <a:pt x="54372" y="3703"/>
                    <a:pt x="61945" y="2102"/>
                    <a:pt x="67315" y="601"/>
                  </a:cubicBezTo>
                  <a:cubicBezTo>
                    <a:pt x="68016" y="467"/>
                    <a:pt x="68749" y="401"/>
                    <a:pt x="69450" y="367"/>
                  </a:cubicBezTo>
                  <a:close/>
                  <a:moveTo>
                    <a:pt x="69450" y="0"/>
                  </a:moveTo>
                  <a:cubicBezTo>
                    <a:pt x="68716" y="0"/>
                    <a:pt x="67949" y="67"/>
                    <a:pt x="67215" y="234"/>
                  </a:cubicBezTo>
                  <a:cubicBezTo>
                    <a:pt x="52905" y="4203"/>
                    <a:pt x="22183" y="8973"/>
                    <a:pt x="12342" y="13810"/>
                  </a:cubicBezTo>
                  <a:cubicBezTo>
                    <a:pt x="10808" y="14611"/>
                    <a:pt x="9374" y="15511"/>
                    <a:pt x="8006" y="16579"/>
                  </a:cubicBezTo>
                  <a:cubicBezTo>
                    <a:pt x="5638" y="18414"/>
                    <a:pt x="4070" y="22016"/>
                    <a:pt x="3636" y="24618"/>
                  </a:cubicBezTo>
                  <a:cubicBezTo>
                    <a:pt x="2269" y="32857"/>
                    <a:pt x="1535" y="40096"/>
                    <a:pt x="1068" y="46200"/>
                  </a:cubicBezTo>
                  <a:cubicBezTo>
                    <a:pt x="1001" y="46867"/>
                    <a:pt x="934" y="47568"/>
                    <a:pt x="934" y="48235"/>
                  </a:cubicBezTo>
                  <a:cubicBezTo>
                    <a:pt x="0" y="56307"/>
                    <a:pt x="2002" y="61344"/>
                    <a:pt x="11909" y="67082"/>
                  </a:cubicBezTo>
                  <a:cubicBezTo>
                    <a:pt x="22250" y="73053"/>
                    <a:pt x="35159" y="75921"/>
                    <a:pt x="47868" y="75921"/>
                  </a:cubicBezTo>
                  <a:cubicBezTo>
                    <a:pt x="59676" y="75921"/>
                    <a:pt x="71285" y="73420"/>
                    <a:pt x="80491" y="68616"/>
                  </a:cubicBezTo>
                  <a:cubicBezTo>
                    <a:pt x="90765" y="63212"/>
                    <a:pt x="94368" y="55273"/>
                    <a:pt x="95502" y="49836"/>
                  </a:cubicBezTo>
                  <a:cubicBezTo>
                    <a:pt x="99438" y="32557"/>
                    <a:pt x="90065" y="20248"/>
                    <a:pt x="86762" y="15578"/>
                  </a:cubicBezTo>
                  <a:cubicBezTo>
                    <a:pt x="79791" y="5704"/>
                    <a:pt x="75654" y="0"/>
                    <a:pt x="6945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3">
              <a:extLst>
                <a:ext uri="{FF2B5EF4-FFF2-40B4-BE49-F238E27FC236}">
                  <a16:creationId xmlns:a16="http://schemas.microsoft.com/office/drawing/2014/main" id="{ADDF2FCF-AE45-4F0B-32C2-4F3E8E29024A}"/>
                </a:ext>
              </a:extLst>
            </p:cNvPr>
            <p:cNvSpPr/>
            <p:nvPr/>
          </p:nvSpPr>
          <p:spPr>
            <a:xfrm>
              <a:off x="7064099" y="3640481"/>
              <a:ext cx="355536" cy="362765"/>
            </a:xfrm>
            <a:custGeom>
              <a:avLst/>
              <a:gdLst/>
              <a:ahLst/>
              <a:cxnLst/>
              <a:rect l="l" t="t" r="r" b="b"/>
              <a:pathLst>
                <a:path w="22083" h="22532" extrusionOk="0">
                  <a:moveTo>
                    <a:pt x="10627" y="0"/>
                  </a:moveTo>
                  <a:cubicBezTo>
                    <a:pt x="10422" y="0"/>
                    <a:pt x="10216" y="59"/>
                    <a:pt x="10008" y="183"/>
                  </a:cubicBezTo>
                  <a:cubicBezTo>
                    <a:pt x="7839" y="1417"/>
                    <a:pt x="8874" y="6120"/>
                    <a:pt x="5004" y="15093"/>
                  </a:cubicBezTo>
                  <a:cubicBezTo>
                    <a:pt x="3803" y="17895"/>
                    <a:pt x="2102" y="20397"/>
                    <a:pt x="1" y="22532"/>
                  </a:cubicBezTo>
                  <a:cubicBezTo>
                    <a:pt x="5638" y="21398"/>
                    <a:pt x="11075" y="19496"/>
                    <a:pt x="16212" y="16894"/>
                  </a:cubicBezTo>
                  <a:cubicBezTo>
                    <a:pt x="18280" y="15794"/>
                    <a:pt x="20248" y="14493"/>
                    <a:pt x="22083" y="12992"/>
                  </a:cubicBezTo>
                  <a:cubicBezTo>
                    <a:pt x="19381" y="11958"/>
                    <a:pt x="17179" y="9289"/>
                    <a:pt x="15578" y="6454"/>
                  </a:cubicBezTo>
                  <a:cubicBezTo>
                    <a:pt x="13424" y="2757"/>
                    <a:pt x="12033" y="0"/>
                    <a:pt x="106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3">
              <a:extLst>
                <a:ext uri="{FF2B5EF4-FFF2-40B4-BE49-F238E27FC236}">
                  <a16:creationId xmlns:a16="http://schemas.microsoft.com/office/drawing/2014/main" id="{9E94E259-D275-0499-6564-9C2F80251D37}"/>
                </a:ext>
              </a:extLst>
            </p:cNvPr>
            <p:cNvSpPr/>
            <p:nvPr/>
          </p:nvSpPr>
          <p:spPr>
            <a:xfrm>
              <a:off x="7202655" y="3640481"/>
              <a:ext cx="216980" cy="236026"/>
            </a:xfrm>
            <a:custGeom>
              <a:avLst/>
              <a:gdLst/>
              <a:ahLst/>
              <a:cxnLst/>
              <a:rect l="l" t="t" r="r" b="b"/>
              <a:pathLst>
                <a:path w="13477" h="14660" extrusionOk="0">
                  <a:moveTo>
                    <a:pt x="2021" y="0"/>
                  </a:moveTo>
                  <a:cubicBezTo>
                    <a:pt x="1816" y="0"/>
                    <a:pt x="1610" y="59"/>
                    <a:pt x="1402" y="183"/>
                  </a:cubicBezTo>
                  <a:cubicBezTo>
                    <a:pt x="668" y="583"/>
                    <a:pt x="301" y="1417"/>
                    <a:pt x="1" y="2651"/>
                  </a:cubicBezTo>
                  <a:cubicBezTo>
                    <a:pt x="2236" y="2951"/>
                    <a:pt x="3603" y="5553"/>
                    <a:pt x="4571" y="7755"/>
                  </a:cubicBezTo>
                  <a:cubicBezTo>
                    <a:pt x="5571" y="9956"/>
                    <a:pt x="8240" y="13826"/>
                    <a:pt x="11242" y="14660"/>
                  </a:cubicBezTo>
                  <a:cubicBezTo>
                    <a:pt x="12043" y="14126"/>
                    <a:pt x="12776" y="13559"/>
                    <a:pt x="13477" y="12992"/>
                  </a:cubicBezTo>
                  <a:cubicBezTo>
                    <a:pt x="10775" y="11958"/>
                    <a:pt x="8573" y="9289"/>
                    <a:pt x="6972" y="6454"/>
                  </a:cubicBezTo>
                  <a:cubicBezTo>
                    <a:pt x="4818" y="2757"/>
                    <a:pt x="3427" y="0"/>
                    <a:pt x="202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3">
              <a:extLst>
                <a:ext uri="{FF2B5EF4-FFF2-40B4-BE49-F238E27FC236}">
                  <a16:creationId xmlns:a16="http://schemas.microsoft.com/office/drawing/2014/main" id="{ECB73B13-1B90-81B5-6F47-031B14AB7A97}"/>
                </a:ext>
              </a:extLst>
            </p:cNvPr>
            <p:cNvSpPr/>
            <p:nvPr/>
          </p:nvSpPr>
          <p:spPr>
            <a:xfrm>
              <a:off x="5924476" y="3102354"/>
              <a:ext cx="483370" cy="553840"/>
            </a:xfrm>
            <a:custGeom>
              <a:avLst/>
              <a:gdLst/>
              <a:ahLst/>
              <a:cxnLst/>
              <a:rect l="l" t="t" r="r" b="b"/>
              <a:pathLst>
                <a:path w="30023" h="34400" extrusionOk="0">
                  <a:moveTo>
                    <a:pt x="16317" y="0"/>
                  </a:moveTo>
                  <a:cubicBezTo>
                    <a:pt x="15269" y="0"/>
                    <a:pt x="14223" y="301"/>
                    <a:pt x="13210" y="950"/>
                  </a:cubicBezTo>
                  <a:cubicBezTo>
                    <a:pt x="4471" y="7188"/>
                    <a:pt x="1" y="15594"/>
                    <a:pt x="2703" y="23933"/>
                  </a:cubicBezTo>
                  <a:cubicBezTo>
                    <a:pt x="4967" y="30868"/>
                    <a:pt x="10934" y="34400"/>
                    <a:pt x="16865" y="34400"/>
                  </a:cubicBezTo>
                  <a:cubicBezTo>
                    <a:pt x="19322" y="34400"/>
                    <a:pt x="21772" y="33794"/>
                    <a:pt x="23951" y="32572"/>
                  </a:cubicBezTo>
                  <a:cubicBezTo>
                    <a:pt x="28988" y="29737"/>
                    <a:pt x="30022" y="22899"/>
                    <a:pt x="27587" y="13492"/>
                  </a:cubicBezTo>
                  <a:cubicBezTo>
                    <a:pt x="25576" y="5827"/>
                    <a:pt x="20929" y="0"/>
                    <a:pt x="16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6" name="Google Shape;4156;p73">
              <a:extLst>
                <a:ext uri="{FF2B5EF4-FFF2-40B4-BE49-F238E27FC236}">
                  <a16:creationId xmlns:a16="http://schemas.microsoft.com/office/drawing/2014/main" id="{C00AB902-C78C-9304-1236-600C2ECC53E6}"/>
                </a:ext>
              </a:extLst>
            </p:cNvPr>
            <p:cNvSpPr/>
            <p:nvPr/>
          </p:nvSpPr>
          <p:spPr>
            <a:xfrm>
              <a:off x="5647894" y="3096156"/>
              <a:ext cx="759405" cy="1076430"/>
            </a:xfrm>
            <a:custGeom>
              <a:avLst/>
              <a:gdLst/>
              <a:ahLst/>
              <a:cxnLst/>
              <a:rect l="l" t="t" r="r" b="b"/>
              <a:pathLst>
                <a:path w="47168" h="66859" extrusionOk="0">
                  <a:moveTo>
                    <a:pt x="27751" y="0"/>
                  </a:moveTo>
                  <a:cubicBezTo>
                    <a:pt x="27018" y="0"/>
                    <a:pt x="26288" y="159"/>
                    <a:pt x="25619" y="468"/>
                  </a:cubicBezTo>
                  <a:cubicBezTo>
                    <a:pt x="17180" y="4237"/>
                    <a:pt x="13544" y="8807"/>
                    <a:pt x="9241" y="23217"/>
                  </a:cubicBezTo>
                  <a:cubicBezTo>
                    <a:pt x="6505" y="32257"/>
                    <a:pt x="635" y="54606"/>
                    <a:pt x="334" y="56808"/>
                  </a:cubicBezTo>
                  <a:cubicBezTo>
                    <a:pt x="1" y="58976"/>
                    <a:pt x="2269" y="62412"/>
                    <a:pt x="5605" y="64247"/>
                  </a:cubicBezTo>
                  <a:cubicBezTo>
                    <a:pt x="8743" y="65988"/>
                    <a:pt x="13526" y="66859"/>
                    <a:pt x="18435" y="66859"/>
                  </a:cubicBezTo>
                  <a:cubicBezTo>
                    <a:pt x="23963" y="66859"/>
                    <a:pt x="29650" y="65755"/>
                    <a:pt x="33325" y="63546"/>
                  </a:cubicBezTo>
                  <a:cubicBezTo>
                    <a:pt x="36527" y="61611"/>
                    <a:pt x="37894" y="59143"/>
                    <a:pt x="38328" y="56374"/>
                  </a:cubicBezTo>
                  <a:lnTo>
                    <a:pt x="41163" y="39162"/>
                  </a:lnTo>
                  <a:cubicBezTo>
                    <a:pt x="41163" y="39162"/>
                    <a:pt x="47168" y="8340"/>
                    <a:pt x="29789" y="434"/>
                  </a:cubicBezTo>
                  <a:cubicBezTo>
                    <a:pt x="29140" y="142"/>
                    <a:pt x="28444" y="0"/>
                    <a:pt x="277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3">
              <a:extLst>
                <a:ext uri="{FF2B5EF4-FFF2-40B4-BE49-F238E27FC236}">
                  <a16:creationId xmlns:a16="http://schemas.microsoft.com/office/drawing/2014/main" id="{532074B7-3396-535A-7748-3CD061CFF7F1}"/>
                </a:ext>
              </a:extLst>
            </p:cNvPr>
            <p:cNvSpPr/>
            <p:nvPr/>
          </p:nvSpPr>
          <p:spPr>
            <a:xfrm>
              <a:off x="5647894" y="3096156"/>
              <a:ext cx="759405" cy="1076430"/>
            </a:xfrm>
            <a:custGeom>
              <a:avLst/>
              <a:gdLst/>
              <a:ahLst/>
              <a:cxnLst/>
              <a:rect l="l" t="t" r="r" b="b"/>
              <a:pathLst>
                <a:path w="47168" h="66859" extrusionOk="0">
                  <a:moveTo>
                    <a:pt x="27751" y="0"/>
                  </a:moveTo>
                  <a:cubicBezTo>
                    <a:pt x="27018" y="0"/>
                    <a:pt x="26288" y="159"/>
                    <a:pt x="25619" y="468"/>
                  </a:cubicBezTo>
                  <a:cubicBezTo>
                    <a:pt x="17180" y="4237"/>
                    <a:pt x="13544" y="8807"/>
                    <a:pt x="9241" y="23217"/>
                  </a:cubicBezTo>
                  <a:cubicBezTo>
                    <a:pt x="6505" y="32257"/>
                    <a:pt x="635" y="54606"/>
                    <a:pt x="334" y="56808"/>
                  </a:cubicBezTo>
                  <a:cubicBezTo>
                    <a:pt x="1" y="58976"/>
                    <a:pt x="2269" y="62412"/>
                    <a:pt x="5605" y="64247"/>
                  </a:cubicBezTo>
                  <a:cubicBezTo>
                    <a:pt x="8743" y="65988"/>
                    <a:pt x="13526" y="66859"/>
                    <a:pt x="18435" y="66859"/>
                  </a:cubicBezTo>
                  <a:cubicBezTo>
                    <a:pt x="23963" y="66859"/>
                    <a:pt x="29650" y="65755"/>
                    <a:pt x="33325" y="63546"/>
                  </a:cubicBezTo>
                  <a:cubicBezTo>
                    <a:pt x="36527" y="61611"/>
                    <a:pt x="37894" y="59143"/>
                    <a:pt x="38328" y="56374"/>
                  </a:cubicBezTo>
                  <a:lnTo>
                    <a:pt x="41163" y="39162"/>
                  </a:lnTo>
                  <a:cubicBezTo>
                    <a:pt x="41163" y="39162"/>
                    <a:pt x="47168" y="8340"/>
                    <a:pt x="29789" y="434"/>
                  </a:cubicBezTo>
                  <a:cubicBezTo>
                    <a:pt x="29140" y="142"/>
                    <a:pt x="28444" y="0"/>
                    <a:pt x="27751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3">
              <a:extLst>
                <a:ext uri="{FF2B5EF4-FFF2-40B4-BE49-F238E27FC236}">
                  <a16:creationId xmlns:a16="http://schemas.microsoft.com/office/drawing/2014/main" id="{71BC63EC-7D77-4E4A-7FD1-F56BC8FC7BD5}"/>
                </a:ext>
              </a:extLst>
            </p:cNvPr>
            <p:cNvSpPr/>
            <p:nvPr/>
          </p:nvSpPr>
          <p:spPr>
            <a:xfrm>
              <a:off x="6126402" y="3123011"/>
              <a:ext cx="272315" cy="1022559"/>
            </a:xfrm>
            <a:custGeom>
              <a:avLst/>
              <a:gdLst/>
              <a:ahLst/>
              <a:cxnLst/>
              <a:rect l="l" t="t" r="r" b="b"/>
              <a:pathLst>
                <a:path w="16914" h="63513" extrusionOk="0">
                  <a:moveTo>
                    <a:pt x="2336" y="0"/>
                  </a:moveTo>
                  <a:lnTo>
                    <a:pt x="2336" y="0"/>
                  </a:lnTo>
                  <a:cubicBezTo>
                    <a:pt x="8507" y="4937"/>
                    <a:pt x="7573" y="16312"/>
                    <a:pt x="5572" y="32123"/>
                  </a:cubicBezTo>
                  <a:cubicBezTo>
                    <a:pt x="4437" y="40963"/>
                    <a:pt x="1836" y="53839"/>
                    <a:pt x="1" y="63513"/>
                  </a:cubicBezTo>
                  <a:cubicBezTo>
                    <a:pt x="1235" y="63079"/>
                    <a:pt x="2469" y="62545"/>
                    <a:pt x="3604" y="61878"/>
                  </a:cubicBezTo>
                  <a:cubicBezTo>
                    <a:pt x="6806" y="59943"/>
                    <a:pt x="8173" y="57475"/>
                    <a:pt x="8607" y="54706"/>
                  </a:cubicBezTo>
                  <a:lnTo>
                    <a:pt x="11442" y="37494"/>
                  </a:lnTo>
                  <a:cubicBezTo>
                    <a:pt x="11442" y="37494"/>
                    <a:pt x="16913" y="9440"/>
                    <a:pt x="233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3">
              <a:extLst>
                <a:ext uri="{FF2B5EF4-FFF2-40B4-BE49-F238E27FC236}">
                  <a16:creationId xmlns:a16="http://schemas.microsoft.com/office/drawing/2014/main" id="{146C0006-E22C-7BC8-8503-824DA443839B}"/>
                </a:ext>
              </a:extLst>
            </p:cNvPr>
            <p:cNvSpPr/>
            <p:nvPr/>
          </p:nvSpPr>
          <p:spPr>
            <a:xfrm>
              <a:off x="5647363" y="3096091"/>
              <a:ext cx="760483" cy="1076333"/>
            </a:xfrm>
            <a:custGeom>
              <a:avLst/>
              <a:gdLst/>
              <a:ahLst/>
              <a:cxnLst/>
              <a:rect l="l" t="t" r="r" b="b"/>
              <a:pathLst>
                <a:path w="47235" h="66853" extrusionOk="0">
                  <a:moveTo>
                    <a:pt x="27854" y="371"/>
                  </a:moveTo>
                  <a:cubicBezTo>
                    <a:pt x="28487" y="371"/>
                    <a:pt x="29088" y="505"/>
                    <a:pt x="29688" y="772"/>
                  </a:cubicBezTo>
                  <a:cubicBezTo>
                    <a:pt x="33558" y="2540"/>
                    <a:pt x="36560" y="5642"/>
                    <a:pt x="38595" y="9978"/>
                  </a:cubicBezTo>
                  <a:cubicBezTo>
                    <a:pt x="40229" y="13481"/>
                    <a:pt x="41263" y="17784"/>
                    <a:pt x="41630" y="22788"/>
                  </a:cubicBezTo>
                  <a:cubicBezTo>
                    <a:pt x="41997" y="28225"/>
                    <a:pt x="41730" y="33695"/>
                    <a:pt x="40796" y="39099"/>
                  </a:cubicBezTo>
                  <a:lnTo>
                    <a:pt x="37961" y="56312"/>
                  </a:lnTo>
                  <a:cubicBezTo>
                    <a:pt x="37527" y="59314"/>
                    <a:pt x="35993" y="61515"/>
                    <a:pt x="33157" y="63216"/>
                  </a:cubicBezTo>
                  <a:cubicBezTo>
                    <a:pt x="29788" y="65251"/>
                    <a:pt x="24284" y="66485"/>
                    <a:pt x="18480" y="66485"/>
                  </a:cubicBezTo>
                  <a:cubicBezTo>
                    <a:pt x="13377" y="66485"/>
                    <a:pt x="8773" y="65518"/>
                    <a:pt x="5871" y="63917"/>
                  </a:cubicBezTo>
                  <a:cubicBezTo>
                    <a:pt x="2435" y="62016"/>
                    <a:pt x="434" y="58747"/>
                    <a:pt x="734" y="56845"/>
                  </a:cubicBezTo>
                  <a:cubicBezTo>
                    <a:pt x="1068" y="54577"/>
                    <a:pt x="6972" y="32194"/>
                    <a:pt x="9607" y="23321"/>
                  </a:cubicBezTo>
                  <a:cubicBezTo>
                    <a:pt x="13777" y="9478"/>
                    <a:pt x="17279" y="4641"/>
                    <a:pt x="25785" y="838"/>
                  </a:cubicBezTo>
                  <a:cubicBezTo>
                    <a:pt x="26419" y="538"/>
                    <a:pt x="27120" y="405"/>
                    <a:pt x="27820" y="371"/>
                  </a:cubicBezTo>
                  <a:close/>
                  <a:moveTo>
                    <a:pt x="28025" y="0"/>
                  </a:moveTo>
                  <a:cubicBezTo>
                    <a:pt x="27967" y="0"/>
                    <a:pt x="27910" y="2"/>
                    <a:pt x="27854" y="5"/>
                  </a:cubicBezTo>
                  <a:lnTo>
                    <a:pt x="27820" y="5"/>
                  </a:lnTo>
                  <a:cubicBezTo>
                    <a:pt x="27086" y="5"/>
                    <a:pt x="26319" y="171"/>
                    <a:pt x="25619" y="472"/>
                  </a:cubicBezTo>
                  <a:cubicBezTo>
                    <a:pt x="17213" y="4241"/>
                    <a:pt x="13577" y="8811"/>
                    <a:pt x="9240" y="23221"/>
                  </a:cubicBezTo>
                  <a:cubicBezTo>
                    <a:pt x="6505" y="32261"/>
                    <a:pt x="668" y="54610"/>
                    <a:pt x="334" y="56779"/>
                  </a:cubicBezTo>
                  <a:cubicBezTo>
                    <a:pt x="0" y="58980"/>
                    <a:pt x="2302" y="62416"/>
                    <a:pt x="5638" y="64251"/>
                  </a:cubicBezTo>
                  <a:cubicBezTo>
                    <a:pt x="8773" y="65985"/>
                    <a:pt x="13577" y="66852"/>
                    <a:pt x="18447" y="66852"/>
                  </a:cubicBezTo>
                  <a:cubicBezTo>
                    <a:pt x="23984" y="66852"/>
                    <a:pt x="29688" y="65752"/>
                    <a:pt x="33358" y="63517"/>
                  </a:cubicBezTo>
                  <a:cubicBezTo>
                    <a:pt x="36560" y="61615"/>
                    <a:pt x="37927" y="59147"/>
                    <a:pt x="38361" y="56378"/>
                  </a:cubicBezTo>
                  <a:lnTo>
                    <a:pt x="41196" y="39133"/>
                  </a:lnTo>
                  <a:cubicBezTo>
                    <a:pt x="41196" y="39133"/>
                    <a:pt x="47234" y="8344"/>
                    <a:pt x="29822" y="405"/>
                  </a:cubicBezTo>
                  <a:cubicBezTo>
                    <a:pt x="29272" y="161"/>
                    <a:pt x="28639" y="0"/>
                    <a:pt x="2802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3">
              <a:extLst>
                <a:ext uri="{FF2B5EF4-FFF2-40B4-BE49-F238E27FC236}">
                  <a16:creationId xmlns:a16="http://schemas.microsoft.com/office/drawing/2014/main" id="{56EFE0BD-B00C-7E27-B6DD-C3959080A7C4}"/>
                </a:ext>
              </a:extLst>
            </p:cNvPr>
            <p:cNvSpPr/>
            <p:nvPr/>
          </p:nvSpPr>
          <p:spPr>
            <a:xfrm>
              <a:off x="6220925" y="2491971"/>
              <a:ext cx="995173" cy="825189"/>
            </a:xfrm>
            <a:custGeom>
              <a:avLst/>
              <a:gdLst/>
              <a:ahLst/>
              <a:cxnLst/>
              <a:rect l="l" t="t" r="r" b="b"/>
              <a:pathLst>
                <a:path w="61812" h="51254" extrusionOk="0">
                  <a:moveTo>
                    <a:pt x="15679" y="1"/>
                  </a:moveTo>
                  <a:lnTo>
                    <a:pt x="15645" y="17913"/>
                  </a:lnTo>
                  <a:cubicBezTo>
                    <a:pt x="15845" y="22450"/>
                    <a:pt x="13310" y="26686"/>
                    <a:pt x="9107" y="28921"/>
                  </a:cubicBezTo>
                  <a:lnTo>
                    <a:pt x="1" y="33725"/>
                  </a:lnTo>
                  <a:cubicBezTo>
                    <a:pt x="10275" y="34992"/>
                    <a:pt x="20415" y="36927"/>
                    <a:pt x="30423" y="39562"/>
                  </a:cubicBezTo>
                  <a:cubicBezTo>
                    <a:pt x="38328" y="41630"/>
                    <a:pt x="49403" y="46267"/>
                    <a:pt x="54540" y="49736"/>
                  </a:cubicBezTo>
                  <a:cubicBezTo>
                    <a:pt x="56023" y="50739"/>
                    <a:pt x="57073" y="51254"/>
                    <a:pt x="57899" y="51254"/>
                  </a:cubicBezTo>
                  <a:cubicBezTo>
                    <a:pt x="59135" y="51254"/>
                    <a:pt x="59871" y="50101"/>
                    <a:pt x="60811" y="47701"/>
                  </a:cubicBezTo>
                  <a:cubicBezTo>
                    <a:pt x="61745" y="45233"/>
                    <a:pt x="61812" y="40930"/>
                    <a:pt x="61044" y="35426"/>
                  </a:cubicBezTo>
                  <a:cubicBezTo>
                    <a:pt x="59610" y="25252"/>
                    <a:pt x="55307" y="19848"/>
                    <a:pt x="55307" y="19848"/>
                  </a:cubicBezTo>
                  <a:lnTo>
                    <a:pt x="54373" y="19948"/>
                  </a:lnTo>
                  <a:cubicBezTo>
                    <a:pt x="54210" y="19963"/>
                    <a:pt x="54048" y="19971"/>
                    <a:pt x="53889" y="19971"/>
                  </a:cubicBezTo>
                  <a:cubicBezTo>
                    <a:pt x="51236" y="19971"/>
                    <a:pt x="49073" y="17929"/>
                    <a:pt x="49136" y="15412"/>
                  </a:cubicBezTo>
                  <a:lnTo>
                    <a:pt x="49303" y="10708"/>
                  </a:lnTo>
                  <a:lnTo>
                    <a:pt x="1567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3">
              <a:extLst>
                <a:ext uri="{FF2B5EF4-FFF2-40B4-BE49-F238E27FC236}">
                  <a16:creationId xmlns:a16="http://schemas.microsoft.com/office/drawing/2014/main" id="{1EEBD9F4-E83E-5438-3399-3CEB8E50D498}"/>
                </a:ext>
              </a:extLst>
            </p:cNvPr>
            <p:cNvSpPr/>
            <p:nvPr/>
          </p:nvSpPr>
          <p:spPr>
            <a:xfrm>
              <a:off x="6527582" y="2508619"/>
              <a:ext cx="584865" cy="792168"/>
            </a:xfrm>
            <a:custGeom>
              <a:avLst/>
              <a:gdLst/>
              <a:ahLst/>
              <a:cxnLst/>
              <a:rect l="l" t="t" r="r" b="b"/>
              <a:pathLst>
                <a:path w="36327" h="49203" extrusionOk="0">
                  <a:moveTo>
                    <a:pt x="1" y="1"/>
                  </a:moveTo>
                  <a:lnTo>
                    <a:pt x="34" y="468"/>
                  </a:lnTo>
                  <a:cubicBezTo>
                    <a:pt x="501" y="9508"/>
                    <a:pt x="3136" y="17447"/>
                    <a:pt x="7840" y="24051"/>
                  </a:cubicBezTo>
                  <a:cubicBezTo>
                    <a:pt x="10508" y="27821"/>
                    <a:pt x="16179" y="33124"/>
                    <a:pt x="21616" y="38295"/>
                  </a:cubicBezTo>
                  <a:cubicBezTo>
                    <a:pt x="24085" y="40596"/>
                    <a:pt x="26453" y="42831"/>
                    <a:pt x="28388" y="44799"/>
                  </a:cubicBezTo>
                  <a:cubicBezTo>
                    <a:pt x="30856" y="45900"/>
                    <a:pt x="33224" y="47201"/>
                    <a:pt x="35493" y="48669"/>
                  </a:cubicBezTo>
                  <a:cubicBezTo>
                    <a:pt x="35793" y="48869"/>
                    <a:pt x="36060" y="49069"/>
                    <a:pt x="36327" y="49203"/>
                  </a:cubicBezTo>
                  <a:lnTo>
                    <a:pt x="34492" y="46701"/>
                  </a:lnTo>
                  <a:cubicBezTo>
                    <a:pt x="32524" y="44132"/>
                    <a:pt x="28288" y="40163"/>
                    <a:pt x="23851" y="35960"/>
                  </a:cubicBezTo>
                  <a:cubicBezTo>
                    <a:pt x="18481" y="30923"/>
                    <a:pt x="12943" y="25686"/>
                    <a:pt x="10475" y="22183"/>
                  </a:cubicBezTo>
                  <a:cubicBezTo>
                    <a:pt x="6272" y="16279"/>
                    <a:pt x="3837" y="9141"/>
                    <a:pt x="3303" y="10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3">
              <a:extLst>
                <a:ext uri="{FF2B5EF4-FFF2-40B4-BE49-F238E27FC236}">
                  <a16:creationId xmlns:a16="http://schemas.microsoft.com/office/drawing/2014/main" id="{0D45998C-348E-7BDA-C005-4BA2C4D67553}"/>
                </a:ext>
              </a:extLst>
            </p:cNvPr>
            <p:cNvSpPr/>
            <p:nvPr/>
          </p:nvSpPr>
          <p:spPr>
            <a:xfrm>
              <a:off x="6527582" y="2508619"/>
              <a:ext cx="584865" cy="792168"/>
            </a:xfrm>
            <a:custGeom>
              <a:avLst/>
              <a:gdLst/>
              <a:ahLst/>
              <a:cxnLst/>
              <a:rect l="l" t="t" r="r" b="b"/>
              <a:pathLst>
                <a:path w="36327" h="49203" extrusionOk="0">
                  <a:moveTo>
                    <a:pt x="1" y="1"/>
                  </a:moveTo>
                  <a:lnTo>
                    <a:pt x="34" y="468"/>
                  </a:lnTo>
                  <a:cubicBezTo>
                    <a:pt x="501" y="9508"/>
                    <a:pt x="3136" y="17447"/>
                    <a:pt x="7840" y="24051"/>
                  </a:cubicBezTo>
                  <a:cubicBezTo>
                    <a:pt x="10508" y="27821"/>
                    <a:pt x="16179" y="33124"/>
                    <a:pt x="21616" y="38295"/>
                  </a:cubicBezTo>
                  <a:cubicBezTo>
                    <a:pt x="24085" y="40596"/>
                    <a:pt x="26453" y="42831"/>
                    <a:pt x="28388" y="44799"/>
                  </a:cubicBezTo>
                  <a:cubicBezTo>
                    <a:pt x="30856" y="45900"/>
                    <a:pt x="33224" y="47201"/>
                    <a:pt x="35493" y="48669"/>
                  </a:cubicBezTo>
                  <a:cubicBezTo>
                    <a:pt x="35793" y="48869"/>
                    <a:pt x="36060" y="49069"/>
                    <a:pt x="36327" y="49203"/>
                  </a:cubicBezTo>
                  <a:lnTo>
                    <a:pt x="34492" y="46701"/>
                  </a:lnTo>
                  <a:cubicBezTo>
                    <a:pt x="32524" y="44132"/>
                    <a:pt x="28288" y="40163"/>
                    <a:pt x="23851" y="35960"/>
                  </a:cubicBezTo>
                  <a:cubicBezTo>
                    <a:pt x="18481" y="30923"/>
                    <a:pt x="12943" y="25686"/>
                    <a:pt x="10475" y="22183"/>
                  </a:cubicBezTo>
                  <a:cubicBezTo>
                    <a:pt x="6272" y="16279"/>
                    <a:pt x="3837" y="9141"/>
                    <a:pt x="3303" y="10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3">
              <a:extLst>
                <a:ext uri="{FF2B5EF4-FFF2-40B4-BE49-F238E27FC236}">
                  <a16:creationId xmlns:a16="http://schemas.microsoft.com/office/drawing/2014/main" id="{22A81B88-BF59-B26E-FC7E-99C7F6B2098D}"/>
                </a:ext>
              </a:extLst>
            </p:cNvPr>
            <p:cNvSpPr/>
            <p:nvPr/>
          </p:nvSpPr>
          <p:spPr>
            <a:xfrm>
              <a:off x="6547450" y="2515075"/>
              <a:ext cx="519885" cy="757795"/>
            </a:xfrm>
            <a:custGeom>
              <a:avLst/>
              <a:gdLst/>
              <a:ahLst/>
              <a:cxnLst/>
              <a:rect l="l" t="t" r="r" b="b"/>
              <a:pathLst>
                <a:path w="32291" h="47068" extrusionOk="0">
                  <a:moveTo>
                    <a:pt x="1" y="0"/>
                  </a:moveTo>
                  <a:lnTo>
                    <a:pt x="1" y="0"/>
                  </a:lnTo>
                  <a:cubicBezTo>
                    <a:pt x="468" y="8806"/>
                    <a:pt x="3003" y="16545"/>
                    <a:pt x="7573" y="22983"/>
                  </a:cubicBezTo>
                  <a:cubicBezTo>
                    <a:pt x="10175" y="26619"/>
                    <a:pt x="15779" y="31923"/>
                    <a:pt x="21216" y="37027"/>
                  </a:cubicBezTo>
                  <a:cubicBezTo>
                    <a:pt x="24785" y="40362"/>
                    <a:pt x="28188" y="43598"/>
                    <a:pt x="30356" y="46000"/>
                  </a:cubicBezTo>
                  <a:cubicBezTo>
                    <a:pt x="31056" y="46367"/>
                    <a:pt x="31690" y="46700"/>
                    <a:pt x="32291" y="47067"/>
                  </a:cubicBezTo>
                  <a:cubicBezTo>
                    <a:pt x="30356" y="44532"/>
                    <a:pt x="26186" y="40596"/>
                    <a:pt x="21783" y="36426"/>
                  </a:cubicBezTo>
                  <a:cubicBezTo>
                    <a:pt x="16379" y="31356"/>
                    <a:pt x="10809" y="26119"/>
                    <a:pt x="8240" y="22516"/>
                  </a:cubicBezTo>
                  <a:cubicBezTo>
                    <a:pt x="3770" y="16278"/>
                    <a:pt x="1302" y="8806"/>
                    <a:pt x="802" y="26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3">
              <a:extLst>
                <a:ext uri="{FF2B5EF4-FFF2-40B4-BE49-F238E27FC236}">
                  <a16:creationId xmlns:a16="http://schemas.microsoft.com/office/drawing/2014/main" id="{14AFDA9C-F6C2-4A2B-C0ED-E3948CE627EE}"/>
                </a:ext>
              </a:extLst>
            </p:cNvPr>
            <p:cNvSpPr/>
            <p:nvPr/>
          </p:nvSpPr>
          <p:spPr>
            <a:xfrm>
              <a:off x="6473341" y="2491971"/>
              <a:ext cx="552649" cy="291104"/>
            </a:xfrm>
            <a:custGeom>
              <a:avLst/>
              <a:gdLst/>
              <a:ahLst/>
              <a:cxnLst/>
              <a:rect l="l" t="t" r="r" b="b"/>
              <a:pathLst>
                <a:path w="34326" h="18081" extrusionOk="0">
                  <a:moveTo>
                    <a:pt x="1" y="1"/>
                  </a:moveTo>
                  <a:lnTo>
                    <a:pt x="1" y="6305"/>
                  </a:lnTo>
                  <a:cubicBezTo>
                    <a:pt x="935" y="6439"/>
                    <a:pt x="1835" y="6505"/>
                    <a:pt x="2736" y="6539"/>
                  </a:cubicBezTo>
                  <a:cubicBezTo>
                    <a:pt x="8240" y="10475"/>
                    <a:pt x="14311" y="13544"/>
                    <a:pt x="20749" y="15612"/>
                  </a:cubicBezTo>
                  <a:cubicBezTo>
                    <a:pt x="25152" y="17013"/>
                    <a:pt x="29722" y="17847"/>
                    <a:pt x="34325" y="18080"/>
                  </a:cubicBezTo>
                  <a:cubicBezTo>
                    <a:pt x="33725" y="17313"/>
                    <a:pt x="33425" y="16346"/>
                    <a:pt x="33458" y="15378"/>
                  </a:cubicBezTo>
                  <a:lnTo>
                    <a:pt x="33625" y="106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3">
              <a:extLst>
                <a:ext uri="{FF2B5EF4-FFF2-40B4-BE49-F238E27FC236}">
                  <a16:creationId xmlns:a16="http://schemas.microsoft.com/office/drawing/2014/main" id="{CEE44C7D-0E39-0F18-8815-F8B994D50AEE}"/>
                </a:ext>
              </a:extLst>
            </p:cNvPr>
            <p:cNvSpPr/>
            <p:nvPr/>
          </p:nvSpPr>
          <p:spPr>
            <a:xfrm>
              <a:off x="7045841" y="2800785"/>
              <a:ext cx="162207" cy="448449"/>
            </a:xfrm>
            <a:custGeom>
              <a:avLst/>
              <a:gdLst/>
              <a:ahLst/>
              <a:cxnLst/>
              <a:rect l="l" t="t" r="r" b="b"/>
              <a:pathLst>
                <a:path w="10075" h="27854" extrusionOk="0">
                  <a:moveTo>
                    <a:pt x="0" y="0"/>
                  </a:moveTo>
                  <a:lnTo>
                    <a:pt x="0" y="0"/>
                  </a:lnTo>
                  <a:cubicBezTo>
                    <a:pt x="334" y="701"/>
                    <a:pt x="734" y="1468"/>
                    <a:pt x="1135" y="2302"/>
                  </a:cubicBezTo>
                  <a:cubicBezTo>
                    <a:pt x="3036" y="6271"/>
                    <a:pt x="4303" y="10941"/>
                    <a:pt x="5571" y="15444"/>
                  </a:cubicBezTo>
                  <a:cubicBezTo>
                    <a:pt x="6805" y="20014"/>
                    <a:pt x="8006" y="24351"/>
                    <a:pt x="9807" y="27853"/>
                  </a:cubicBezTo>
                  <a:cubicBezTo>
                    <a:pt x="9907" y="27453"/>
                    <a:pt x="10008" y="27053"/>
                    <a:pt x="10074" y="26619"/>
                  </a:cubicBezTo>
                  <a:cubicBezTo>
                    <a:pt x="8573" y="23350"/>
                    <a:pt x="7472" y="19381"/>
                    <a:pt x="6305" y="15211"/>
                  </a:cubicBezTo>
                  <a:cubicBezTo>
                    <a:pt x="5071" y="10674"/>
                    <a:pt x="3770" y="6004"/>
                    <a:pt x="1835" y="1968"/>
                  </a:cubicBezTo>
                  <a:cubicBezTo>
                    <a:pt x="1602" y="1468"/>
                    <a:pt x="1368" y="967"/>
                    <a:pt x="1135" y="534"/>
                  </a:cubicBezTo>
                  <a:cubicBezTo>
                    <a:pt x="734" y="400"/>
                    <a:pt x="367" y="234"/>
                    <a:pt x="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3">
              <a:extLst>
                <a:ext uri="{FF2B5EF4-FFF2-40B4-BE49-F238E27FC236}">
                  <a16:creationId xmlns:a16="http://schemas.microsoft.com/office/drawing/2014/main" id="{F7571CD5-C0BE-32B5-6549-F069A358FCEF}"/>
                </a:ext>
              </a:extLst>
            </p:cNvPr>
            <p:cNvSpPr/>
            <p:nvPr/>
          </p:nvSpPr>
          <p:spPr>
            <a:xfrm>
              <a:off x="6996430" y="2746528"/>
              <a:ext cx="215370" cy="527404"/>
            </a:xfrm>
            <a:custGeom>
              <a:avLst/>
              <a:gdLst/>
              <a:ahLst/>
              <a:cxnLst/>
              <a:rect l="l" t="t" r="r" b="b"/>
              <a:pathLst>
                <a:path w="13377" h="32758" extrusionOk="0">
                  <a:moveTo>
                    <a:pt x="1" y="1"/>
                  </a:moveTo>
                  <a:lnTo>
                    <a:pt x="1935" y="3904"/>
                  </a:lnTo>
                  <a:cubicBezTo>
                    <a:pt x="2269" y="4604"/>
                    <a:pt x="2636" y="5338"/>
                    <a:pt x="3069" y="6205"/>
                  </a:cubicBezTo>
                  <a:cubicBezTo>
                    <a:pt x="4904" y="10075"/>
                    <a:pt x="6172" y="14678"/>
                    <a:pt x="7406" y="19115"/>
                  </a:cubicBezTo>
                  <a:cubicBezTo>
                    <a:pt x="8640" y="23585"/>
                    <a:pt x="9908" y="28121"/>
                    <a:pt x="11742" y="31757"/>
                  </a:cubicBezTo>
                  <a:lnTo>
                    <a:pt x="12243" y="32758"/>
                  </a:lnTo>
                  <a:cubicBezTo>
                    <a:pt x="12376" y="32491"/>
                    <a:pt x="12476" y="32191"/>
                    <a:pt x="12610" y="31857"/>
                  </a:cubicBezTo>
                  <a:cubicBezTo>
                    <a:pt x="13110" y="30423"/>
                    <a:pt x="13343" y="28955"/>
                    <a:pt x="13377" y="27454"/>
                  </a:cubicBezTo>
                  <a:cubicBezTo>
                    <a:pt x="12309" y="24685"/>
                    <a:pt x="11442" y="21583"/>
                    <a:pt x="10541" y="18247"/>
                  </a:cubicBezTo>
                  <a:cubicBezTo>
                    <a:pt x="9274" y="13677"/>
                    <a:pt x="7973" y="8941"/>
                    <a:pt x="5971" y="4804"/>
                  </a:cubicBezTo>
                  <a:cubicBezTo>
                    <a:pt x="5871" y="4571"/>
                    <a:pt x="5771" y="4337"/>
                    <a:pt x="5671" y="4137"/>
                  </a:cubicBezTo>
                  <a:cubicBezTo>
                    <a:pt x="5647" y="4138"/>
                    <a:pt x="5622" y="4138"/>
                    <a:pt x="5597" y="4138"/>
                  </a:cubicBezTo>
                  <a:cubicBezTo>
                    <a:pt x="3461" y="4138"/>
                    <a:pt x="1629" y="2713"/>
                    <a:pt x="1068" y="6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3">
              <a:extLst>
                <a:ext uri="{FF2B5EF4-FFF2-40B4-BE49-F238E27FC236}">
                  <a16:creationId xmlns:a16="http://schemas.microsoft.com/office/drawing/2014/main" id="{AE0E108D-D18F-027F-07B0-651C79E6DEB0}"/>
                </a:ext>
              </a:extLst>
            </p:cNvPr>
            <p:cNvSpPr/>
            <p:nvPr/>
          </p:nvSpPr>
          <p:spPr>
            <a:xfrm>
              <a:off x="6996430" y="2746528"/>
              <a:ext cx="215370" cy="527404"/>
            </a:xfrm>
            <a:custGeom>
              <a:avLst/>
              <a:gdLst/>
              <a:ahLst/>
              <a:cxnLst/>
              <a:rect l="l" t="t" r="r" b="b"/>
              <a:pathLst>
                <a:path w="13377" h="32758" extrusionOk="0">
                  <a:moveTo>
                    <a:pt x="1" y="1"/>
                  </a:moveTo>
                  <a:lnTo>
                    <a:pt x="1935" y="3904"/>
                  </a:lnTo>
                  <a:cubicBezTo>
                    <a:pt x="2269" y="4604"/>
                    <a:pt x="2636" y="5338"/>
                    <a:pt x="3069" y="6205"/>
                  </a:cubicBezTo>
                  <a:cubicBezTo>
                    <a:pt x="4904" y="10075"/>
                    <a:pt x="6172" y="14678"/>
                    <a:pt x="7406" y="19115"/>
                  </a:cubicBezTo>
                  <a:cubicBezTo>
                    <a:pt x="8640" y="23585"/>
                    <a:pt x="9908" y="28121"/>
                    <a:pt x="11742" y="31757"/>
                  </a:cubicBezTo>
                  <a:lnTo>
                    <a:pt x="12243" y="32758"/>
                  </a:lnTo>
                  <a:cubicBezTo>
                    <a:pt x="12376" y="32491"/>
                    <a:pt x="12476" y="32191"/>
                    <a:pt x="12610" y="31857"/>
                  </a:cubicBezTo>
                  <a:cubicBezTo>
                    <a:pt x="13110" y="30423"/>
                    <a:pt x="13343" y="28955"/>
                    <a:pt x="13377" y="27454"/>
                  </a:cubicBezTo>
                  <a:cubicBezTo>
                    <a:pt x="12309" y="24685"/>
                    <a:pt x="11442" y="21583"/>
                    <a:pt x="10541" y="18247"/>
                  </a:cubicBezTo>
                  <a:cubicBezTo>
                    <a:pt x="9274" y="13677"/>
                    <a:pt x="7973" y="8941"/>
                    <a:pt x="5971" y="4804"/>
                  </a:cubicBezTo>
                  <a:cubicBezTo>
                    <a:pt x="5871" y="4571"/>
                    <a:pt x="5771" y="4337"/>
                    <a:pt x="5671" y="4137"/>
                  </a:cubicBezTo>
                  <a:cubicBezTo>
                    <a:pt x="5647" y="4138"/>
                    <a:pt x="5622" y="4138"/>
                    <a:pt x="5597" y="4138"/>
                  </a:cubicBezTo>
                  <a:cubicBezTo>
                    <a:pt x="3461" y="4138"/>
                    <a:pt x="1629" y="2713"/>
                    <a:pt x="1068" y="6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3">
              <a:extLst>
                <a:ext uri="{FF2B5EF4-FFF2-40B4-BE49-F238E27FC236}">
                  <a16:creationId xmlns:a16="http://schemas.microsoft.com/office/drawing/2014/main" id="{45F802B1-AF34-695B-13BD-952B1B344BA0}"/>
                </a:ext>
              </a:extLst>
            </p:cNvPr>
            <p:cNvSpPr/>
            <p:nvPr/>
          </p:nvSpPr>
          <p:spPr>
            <a:xfrm>
              <a:off x="6611898" y="1438274"/>
              <a:ext cx="561777" cy="189062"/>
            </a:xfrm>
            <a:custGeom>
              <a:avLst/>
              <a:gdLst/>
              <a:ahLst/>
              <a:cxnLst/>
              <a:rect l="l" t="t" r="r" b="b"/>
              <a:pathLst>
                <a:path w="34893" h="11743" extrusionOk="0">
                  <a:moveTo>
                    <a:pt x="13210" y="1"/>
                  </a:moveTo>
                  <a:cubicBezTo>
                    <a:pt x="4104" y="1"/>
                    <a:pt x="201" y="4637"/>
                    <a:pt x="1" y="11743"/>
                  </a:cubicBezTo>
                  <a:lnTo>
                    <a:pt x="34892" y="11609"/>
                  </a:lnTo>
                  <a:cubicBezTo>
                    <a:pt x="34892" y="11609"/>
                    <a:pt x="28655" y="701"/>
                    <a:pt x="1321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3">
              <a:extLst>
                <a:ext uri="{FF2B5EF4-FFF2-40B4-BE49-F238E27FC236}">
                  <a16:creationId xmlns:a16="http://schemas.microsoft.com/office/drawing/2014/main" id="{C656BC81-6C20-9D11-9672-91904947BD17}"/>
                </a:ext>
              </a:extLst>
            </p:cNvPr>
            <p:cNvSpPr/>
            <p:nvPr/>
          </p:nvSpPr>
          <p:spPr>
            <a:xfrm>
              <a:off x="6611898" y="1438274"/>
              <a:ext cx="561777" cy="189062"/>
            </a:xfrm>
            <a:custGeom>
              <a:avLst/>
              <a:gdLst/>
              <a:ahLst/>
              <a:cxnLst/>
              <a:rect l="l" t="t" r="r" b="b"/>
              <a:pathLst>
                <a:path w="34893" h="11743" extrusionOk="0">
                  <a:moveTo>
                    <a:pt x="13210" y="1"/>
                  </a:moveTo>
                  <a:cubicBezTo>
                    <a:pt x="4104" y="1"/>
                    <a:pt x="201" y="4637"/>
                    <a:pt x="1" y="11743"/>
                  </a:cubicBezTo>
                  <a:lnTo>
                    <a:pt x="34892" y="11609"/>
                  </a:lnTo>
                  <a:cubicBezTo>
                    <a:pt x="34892" y="11609"/>
                    <a:pt x="28655" y="701"/>
                    <a:pt x="132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3">
              <a:extLst>
                <a:ext uri="{FF2B5EF4-FFF2-40B4-BE49-F238E27FC236}">
                  <a16:creationId xmlns:a16="http://schemas.microsoft.com/office/drawing/2014/main" id="{B7CB4FEE-8ABF-FBDD-6252-9042A194A410}"/>
                </a:ext>
              </a:extLst>
            </p:cNvPr>
            <p:cNvSpPr/>
            <p:nvPr/>
          </p:nvSpPr>
          <p:spPr>
            <a:xfrm>
              <a:off x="6265506" y="1437389"/>
              <a:ext cx="1143937" cy="1198194"/>
            </a:xfrm>
            <a:custGeom>
              <a:avLst/>
              <a:gdLst/>
              <a:ahLst/>
              <a:cxnLst/>
              <a:rect l="l" t="t" r="r" b="b"/>
              <a:pathLst>
                <a:path w="71052" h="74422" extrusionOk="0">
                  <a:moveTo>
                    <a:pt x="36446" y="1"/>
                  </a:moveTo>
                  <a:cubicBezTo>
                    <a:pt x="35870" y="1"/>
                    <a:pt x="35292" y="17"/>
                    <a:pt x="34725" y="56"/>
                  </a:cubicBezTo>
                  <a:cubicBezTo>
                    <a:pt x="50170" y="756"/>
                    <a:pt x="56407" y="11664"/>
                    <a:pt x="56407" y="11664"/>
                  </a:cubicBezTo>
                  <a:lnTo>
                    <a:pt x="38995" y="11964"/>
                  </a:lnTo>
                  <a:cubicBezTo>
                    <a:pt x="36373" y="8623"/>
                    <a:pt x="29532" y="5578"/>
                    <a:pt x="22151" y="5578"/>
                  </a:cubicBezTo>
                  <a:cubicBezTo>
                    <a:pt x="19953" y="5578"/>
                    <a:pt x="17708" y="5848"/>
                    <a:pt x="15512" y="6460"/>
                  </a:cubicBezTo>
                  <a:cubicBezTo>
                    <a:pt x="9040" y="10964"/>
                    <a:pt x="4370" y="17568"/>
                    <a:pt x="2903" y="25541"/>
                  </a:cubicBezTo>
                  <a:cubicBezTo>
                    <a:pt x="0" y="41485"/>
                    <a:pt x="4270" y="52226"/>
                    <a:pt x="11375" y="61667"/>
                  </a:cubicBezTo>
                  <a:cubicBezTo>
                    <a:pt x="17079" y="69339"/>
                    <a:pt x="25952" y="74042"/>
                    <a:pt x="35492" y="74409"/>
                  </a:cubicBezTo>
                  <a:lnTo>
                    <a:pt x="35693" y="74409"/>
                  </a:lnTo>
                  <a:cubicBezTo>
                    <a:pt x="36021" y="74418"/>
                    <a:pt x="36349" y="74422"/>
                    <a:pt x="36674" y="74422"/>
                  </a:cubicBezTo>
                  <a:cubicBezTo>
                    <a:pt x="56650" y="74422"/>
                    <a:pt x="70126" y="58402"/>
                    <a:pt x="70651" y="38183"/>
                  </a:cubicBezTo>
                  <a:cubicBezTo>
                    <a:pt x="70918" y="29110"/>
                    <a:pt x="71051" y="20671"/>
                    <a:pt x="65814" y="14066"/>
                  </a:cubicBezTo>
                  <a:cubicBezTo>
                    <a:pt x="58976" y="5426"/>
                    <a:pt x="48669" y="289"/>
                    <a:pt x="37661" y="22"/>
                  </a:cubicBezTo>
                  <a:cubicBezTo>
                    <a:pt x="37260" y="9"/>
                    <a:pt x="36854" y="1"/>
                    <a:pt x="3644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73">
              <a:extLst>
                <a:ext uri="{FF2B5EF4-FFF2-40B4-BE49-F238E27FC236}">
                  <a16:creationId xmlns:a16="http://schemas.microsoft.com/office/drawing/2014/main" id="{7C5C145B-1BE4-08A7-A208-C5706174AF6F}"/>
                </a:ext>
              </a:extLst>
            </p:cNvPr>
            <p:cNvSpPr/>
            <p:nvPr/>
          </p:nvSpPr>
          <p:spPr>
            <a:xfrm>
              <a:off x="6265506" y="1437389"/>
              <a:ext cx="1143937" cy="1198194"/>
            </a:xfrm>
            <a:custGeom>
              <a:avLst/>
              <a:gdLst/>
              <a:ahLst/>
              <a:cxnLst/>
              <a:rect l="l" t="t" r="r" b="b"/>
              <a:pathLst>
                <a:path w="71052" h="74422" extrusionOk="0">
                  <a:moveTo>
                    <a:pt x="36446" y="1"/>
                  </a:moveTo>
                  <a:cubicBezTo>
                    <a:pt x="35870" y="1"/>
                    <a:pt x="35292" y="17"/>
                    <a:pt x="34725" y="56"/>
                  </a:cubicBezTo>
                  <a:cubicBezTo>
                    <a:pt x="50170" y="756"/>
                    <a:pt x="56407" y="11664"/>
                    <a:pt x="56407" y="11664"/>
                  </a:cubicBezTo>
                  <a:lnTo>
                    <a:pt x="38995" y="11964"/>
                  </a:lnTo>
                  <a:cubicBezTo>
                    <a:pt x="36373" y="8623"/>
                    <a:pt x="29532" y="5578"/>
                    <a:pt x="22151" y="5578"/>
                  </a:cubicBezTo>
                  <a:cubicBezTo>
                    <a:pt x="19953" y="5578"/>
                    <a:pt x="17708" y="5848"/>
                    <a:pt x="15512" y="6460"/>
                  </a:cubicBezTo>
                  <a:cubicBezTo>
                    <a:pt x="9040" y="10964"/>
                    <a:pt x="4370" y="17568"/>
                    <a:pt x="2903" y="25541"/>
                  </a:cubicBezTo>
                  <a:cubicBezTo>
                    <a:pt x="0" y="41485"/>
                    <a:pt x="4270" y="52226"/>
                    <a:pt x="11375" y="61667"/>
                  </a:cubicBezTo>
                  <a:cubicBezTo>
                    <a:pt x="17079" y="69339"/>
                    <a:pt x="25952" y="74042"/>
                    <a:pt x="35492" y="74409"/>
                  </a:cubicBezTo>
                  <a:lnTo>
                    <a:pt x="35693" y="74409"/>
                  </a:lnTo>
                  <a:cubicBezTo>
                    <a:pt x="36021" y="74418"/>
                    <a:pt x="36349" y="74422"/>
                    <a:pt x="36674" y="74422"/>
                  </a:cubicBezTo>
                  <a:cubicBezTo>
                    <a:pt x="56650" y="74422"/>
                    <a:pt x="70126" y="58402"/>
                    <a:pt x="70651" y="38183"/>
                  </a:cubicBezTo>
                  <a:cubicBezTo>
                    <a:pt x="70918" y="29110"/>
                    <a:pt x="71051" y="20671"/>
                    <a:pt x="65814" y="14066"/>
                  </a:cubicBezTo>
                  <a:cubicBezTo>
                    <a:pt x="58976" y="5426"/>
                    <a:pt x="48669" y="289"/>
                    <a:pt x="37661" y="22"/>
                  </a:cubicBezTo>
                  <a:cubicBezTo>
                    <a:pt x="37260" y="9"/>
                    <a:pt x="36854" y="1"/>
                    <a:pt x="36446" y="1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73">
              <a:extLst>
                <a:ext uri="{FF2B5EF4-FFF2-40B4-BE49-F238E27FC236}">
                  <a16:creationId xmlns:a16="http://schemas.microsoft.com/office/drawing/2014/main" id="{9E778FD1-9E7B-F5AF-2EBA-E6F46CB9290A}"/>
                </a:ext>
              </a:extLst>
            </p:cNvPr>
            <p:cNvSpPr/>
            <p:nvPr/>
          </p:nvSpPr>
          <p:spPr>
            <a:xfrm>
              <a:off x="6265506" y="1598856"/>
              <a:ext cx="776052" cy="1036792"/>
            </a:xfrm>
            <a:custGeom>
              <a:avLst/>
              <a:gdLst/>
              <a:ahLst/>
              <a:cxnLst/>
              <a:rect l="l" t="t" r="r" b="b"/>
              <a:pathLst>
                <a:path w="48202" h="64397" extrusionOk="0">
                  <a:moveTo>
                    <a:pt x="11242" y="1"/>
                  </a:moveTo>
                  <a:cubicBezTo>
                    <a:pt x="6939" y="4170"/>
                    <a:pt x="4003" y="9607"/>
                    <a:pt x="2903" y="15545"/>
                  </a:cubicBezTo>
                  <a:cubicBezTo>
                    <a:pt x="0" y="31490"/>
                    <a:pt x="4270" y="42231"/>
                    <a:pt x="11375" y="51671"/>
                  </a:cubicBezTo>
                  <a:cubicBezTo>
                    <a:pt x="17079" y="59343"/>
                    <a:pt x="25952" y="64013"/>
                    <a:pt x="35492" y="64380"/>
                  </a:cubicBezTo>
                  <a:lnTo>
                    <a:pt x="35693" y="64380"/>
                  </a:lnTo>
                  <a:cubicBezTo>
                    <a:pt x="36047" y="64391"/>
                    <a:pt x="36401" y="64397"/>
                    <a:pt x="36755" y="64397"/>
                  </a:cubicBezTo>
                  <a:cubicBezTo>
                    <a:pt x="40636" y="64397"/>
                    <a:pt x="44503" y="63729"/>
                    <a:pt x="48202" y="62445"/>
                  </a:cubicBezTo>
                  <a:lnTo>
                    <a:pt x="48168" y="1802"/>
                  </a:lnTo>
                  <a:lnTo>
                    <a:pt x="38995" y="1969"/>
                  </a:lnTo>
                  <a:cubicBezTo>
                    <a:pt x="38728" y="1635"/>
                    <a:pt x="38461" y="1335"/>
                    <a:pt x="38194" y="1068"/>
                  </a:cubicBezTo>
                  <a:cubicBezTo>
                    <a:pt x="32390" y="2402"/>
                    <a:pt x="28187" y="5004"/>
                    <a:pt x="24518" y="8173"/>
                  </a:cubicBezTo>
                  <a:cubicBezTo>
                    <a:pt x="19014" y="12943"/>
                    <a:pt x="16913" y="21416"/>
                    <a:pt x="16913" y="27787"/>
                  </a:cubicBezTo>
                  <a:cubicBezTo>
                    <a:pt x="15578" y="25352"/>
                    <a:pt x="10842" y="23384"/>
                    <a:pt x="6972" y="23384"/>
                  </a:cubicBezTo>
                  <a:cubicBezTo>
                    <a:pt x="3136" y="23384"/>
                    <a:pt x="3069" y="8273"/>
                    <a:pt x="112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3">
              <a:extLst>
                <a:ext uri="{FF2B5EF4-FFF2-40B4-BE49-F238E27FC236}">
                  <a16:creationId xmlns:a16="http://schemas.microsoft.com/office/drawing/2014/main" id="{626E4FCE-413D-528B-2D4E-3A93207510F9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3">
              <a:extLst>
                <a:ext uri="{FF2B5EF4-FFF2-40B4-BE49-F238E27FC236}">
                  <a16:creationId xmlns:a16="http://schemas.microsoft.com/office/drawing/2014/main" id="{D83D3658-0478-57FA-E77A-3C874C59B17E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3">
              <a:extLst>
                <a:ext uri="{FF2B5EF4-FFF2-40B4-BE49-F238E27FC236}">
                  <a16:creationId xmlns:a16="http://schemas.microsoft.com/office/drawing/2014/main" id="{B00DD35B-66E9-F357-8413-879CE8B36B8F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3">
              <a:extLst>
                <a:ext uri="{FF2B5EF4-FFF2-40B4-BE49-F238E27FC236}">
                  <a16:creationId xmlns:a16="http://schemas.microsoft.com/office/drawing/2014/main" id="{7B9D6D5B-45BE-E2E1-4979-1A104C8C1FA5}"/>
                </a:ext>
              </a:extLst>
            </p:cNvPr>
            <p:cNvSpPr/>
            <p:nvPr/>
          </p:nvSpPr>
          <p:spPr>
            <a:xfrm>
              <a:off x="6558736" y="1597133"/>
              <a:ext cx="897430" cy="1176556"/>
            </a:xfrm>
            <a:custGeom>
              <a:avLst/>
              <a:gdLst/>
              <a:ahLst/>
              <a:cxnLst/>
              <a:rect l="l" t="t" r="r" b="b"/>
              <a:pathLst>
                <a:path w="55741" h="73078" extrusionOk="0">
                  <a:moveTo>
                    <a:pt x="34053" y="0"/>
                  </a:moveTo>
                  <a:cubicBezTo>
                    <a:pt x="23350" y="0"/>
                    <a:pt x="8950" y="3071"/>
                    <a:pt x="3870" y="15018"/>
                  </a:cubicBezTo>
                  <a:cubicBezTo>
                    <a:pt x="768" y="22324"/>
                    <a:pt x="0" y="37201"/>
                    <a:pt x="1435" y="47475"/>
                  </a:cubicBezTo>
                  <a:cubicBezTo>
                    <a:pt x="3036" y="58950"/>
                    <a:pt x="4837" y="61085"/>
                    <a:pt x="9174" y="63853"/>
                  </a:cubicBezTo>
                  <a:cubicBezTo>
                    <a:pt x="15373" y="67793"/>
                    <a:pt x="27011" y="73078"/>
                    <a:pt x="35604" y="73078"/>
                  </a:cubicBezTo>
                  <a:cubicBezTo>
                    <a:pt x="37924" y="73078"/>
                    <a:pt x="40022" y="72693"/>
                    <a:pt x="41730" y="71792"/>
                  </a:cubicBezTo>
                  <a:cubicBezTo>
                    <a:pt x="45900" y="69591"/>
                    <a:pt x="49836" y="61952"/>
                    <a:pt x="52538" y="52845"/>
                  </a:cubicBezTo>
                  <a:cubicBezTo>
                    <a:pt x="54239" y="47075"/>
                    <a:pt x="55740" y="40003"/>
                    <a:pt x="55073" y="34332"/>
                  </a:cubicBezTo>
                  <a:cubicBezTo>
                    <a:pt x="54740" y="31563"/>
                    <a:pt x="54273" y="30463"/>
                    <a:pt x="53272" y="27127"/>
                  </a:cubicBezTo>
                  <a:cubicBezTo>
                    <a:pt x="52338" y="23958"/>
                    <a:pt x="54172" y="20989"/>
                    <a:pt x="53138" y="17453"/>
                  </a:cubicBezTo>
                  <a:cubicBezTo>
                    <a:pt x="52204" y="13784"/>
                    <a:pt x="51037" y="9548"/>
                    <a:pt x="49069" y="6179"/>
                  </a:cubicBezTo>
                  <a:cubicBezTo>
                    <a:pt x="47067" y="2876"/>
                    <a:pt x="43632" y="708"/>
                    <a:pt x="39796" y="308"/>
                  </a:cubicBezTo>
                  <a:cubicBezTo>
                    <a:pt x="38086" y="117"/>
                    <a:pt x="36140" y="0"/>
                    <a:pt x="3405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3">
              <a:extLst>
                <a:ext uri="{FF2B5EF4-FFF2-40B4-BE49-F238E27FC236}">
                  <a16:creationId xmlns:a16="http://schemas.microsoft.com/office/drawing/2014/main" id="{AF7524FE-B20B-3A4B-1FAC-B21F9FF5835B}"/>
                </a:ext>
              </a:extLst>
            </p:cNvPr>
            <p:cNvSpPr/>
            <p:nvPr/>
          </p:nvSpPr>
          <p:spPr>
            <a:xfrm>
              <a:off x="6558736" y="1597133"/>
              <a:ext cx="897430" cy="1176556"/>
            </a:xfrm>
            <a:custGeom>
              <a:avLst/>
              <a:gdLst/>
              <a:ahLst/>
              <a:cxnLst/>
              <a:rect l="l" t="t" r="r" b="b"/>
              <a:pathLst>
                <a:path w="55741" h="73078" extrusionOk="0">
                  <a:moveTo>
                    <a:pt x="34053" y="0"/>
                  </a:moveTo>
                  <a:cubicBezTo>
                    <a:pt x="23350" y="0"/>
                    <a:pt x="8950" y="3071"/>
                    <a:pt x="3870" y="15018"/>
                  </a:cubicBezTo>
                  <a:cubicBezTo>
                    <a:pt x="768" y="22324"/>
                    <a:pt x="0" y="37201"/>
                    <a:pt x="1435" y="47475"/>
                  </a:cubicBezTo>
                  <a:cubicBezTo>
                    <a:pt x="3036" y="58950"/>
                    <a:pt x="4837" y="61085"/>
                    <a:pt x="9174" y="63853"/>
                  </a:cubicBezTo>
                  <a:cubicBezTo>
                    <a:pt x="15373" y="67793"/>
                    <a:pt x="27011" y="73078"/>
                    <a:pt x="35604" y="73078"/>
                  </a:cubicBezTo>
                  <a:cubicBezTo>
                    <a:pt x="37924" y="73078"/>
                    <a:pt x="40022" y="72693"/>
                    <a:pt x="41730" y="71792"/>
                  </a:cubicBezTo>
                  <a:cubicBezTo>
                    <a:pt x="45900" y="69591"/>
                    <a:pt x="49836" y="61952"/>
                    <a:pt x="52538" y="52845"/>
                  </a:cubicBezTo>
                  <a:cubicBezTo>
                    <a:pt x="54239" y="47075"/>
                    <a:pt x="55740" y="40003"/>
                    <a:pt x="55073" y="34332"/>
                  </a:cubicBezTo>
                  <a:cubicBezTo>
                    <a:pt x="54740" y="31563"/>
                    <a:pt x="54273" y="30463"/>
                    <a:pt x="53272" y="27127"/>
                  </a:cubicBezTo>
                  <a:cubicBezTo>
                    <a:pt x="52338" y="23958"/>
                    <a:pt x="54172" y="20989"/>
                    <a:pt x="53138" y="17453"/>
                  </a:cubicBezTo>
                  <a:cubicBezTo>
                    <a:pt x="52204" y="13784"/>
                    <a:pt x="51037" y="9548"/>
                    <a:pt x="49069" y="6179"/>
                  </a:cubicBezTo>
                  <a:cubicBezTo>
                    <a:pt x="47067" y="2876"/>
                    <a:pt x="43632" y="708"/>
                    <a:pt x="39796" y="308"/>
                  </a:cubicBezTo>
                  <a:cubicBezTo>
                    <a:pt x="38086" y="117"/>
                    <a:pt x="36140" y="0"/>
                    <a:pt x="34053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3">
              <a:extLst>
                <a:ext uri="{FF2B5EF4-FFF2-40B4-BE49-F238E27FC236}">
                  <a16:creationId xmlns:a16="http://schemas.microsoft.com/office/drawing/2014/main" id="{91447212-1460-42A3-DC93-7270293AE700}"/>
                </a:ext>
              </a:extLst>
            </p:cNvPr>
            <p:cNvSpPr/>
            <p:nvPr/>
          </p:nvSpPr>
          <p:spPr>
            <a:xfrm>
              <a:off x="7244547" y="1913724"/>
              <a:ext cx="175088" cy="156138"/>
            </a:xfrm>
            <a:custGeom>
              <a:avLst/>
              <a:gdLst/>
              <a:ahLst/>
              <a:cxnLst/>
              <a:rect l="l" t="t" r="r" b="b"/>
              <a:pathLst>
                <a:path w="10875" h="9698" extrusionOk="0">
                  <a:moveTo>
                    <a:pt x="8833" y="1"/>
                  </a:moveTo>
                  <a:cubicBezTo>
                    <a:pt x="7602" y="1"/>
                    <a:pt x="6095" y="162"/>
                    <a:pt x="4771" y="825"/>
                  </a:cubicBezTo>
                  <a:cubicBezTo>
                    <a:pt x="2636" y="1792"/>
                    <a:pt x="1068" y="3727"/>
                    <a:pt x="501" y="5995"/>
                  </a:cubicBezTo>
                  <a:cubicBezTo>
                    <a:pt x="1" y="8163"/>
                    <a:pt x="534" y="9698"/>
                    <a:pt x="1535" y="9698"/>
                  </a:cubicBezTo>
                  <a:cubicBezTo>
                    <a:pt x="5838" y="9698"/>
                    <a:pt x="10675" y="7463"/>
                    <a:pt x="10675" y="7463"/>
                  </a:cubicBezTo>
                  <a:cubicBezTo>
                    <a:pt x="10208" y="5895"/>
                    <a:pt x="10475" y="4061"/>
                    <a:pt x="10641" y="2860"/>
                  </a:cubicBezTo>
                  <a:cubicBezTo>
                    <a:pt x="10775" y="1625"/>
                    <a:pt x="10875" y="124"/>
                    <a:pt x="10875" y="124"/>
                  </a:cubicBezTo>
                  <a:cubicBezTo>
                    <a:pt x="10445" y="83"/>
                    <a:pt x="9709" y="1"/>
                    <a:pt x="883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3">
              <a:extLst>
                <a:ext uri="{FF2B5EF4-FFF2-40B4-BE49-F238E27FC236}">
                  <a16:creationId xmlns:a16="http://schemas.microsoft.com/office/drawing/2014/main" id="{124C3C39-3C3F-47DE-2B19-9DC0E0EC8686}"/>
                </a:ext>
              </a:extLst>
            </p:cNvPr>
            <p:cNvSpPr/>
            <p:nvPr/>
          </p:nvSpPr>
          <p:spPr>
            <a:xfrm>
              <a:off x="7278921" y="1960494"/>
              <a:ext cx="129975" cy="55239"/>
            </a:xfrm>
            <a:custGeom>
              <a:avLst/>
              <a:gdLst/>
              <a:ahLst/>
              <a:cxnLst/>
              <a:rect l="l" t="t" r="r" b="b"/>
              <a:pathLst>
                <a:path w="8073" h="3431" extrusionOk="0">
                  <a:moveTo>
                    <a:pt x="5490" y="0"/>
                  </a:moveTo>
                  <a:cubicBezTo>
                    <a:pt x="4899" y="0"/>
                    <a:pt x="4313" y="104"/>
                    <a:pt x="3770" y="322"/>
                  </a:cubicBezTo>
                  <a:cubicBezTo>
                    <a:pt x="2202" y="855"/>
                    <a:pt x="868" y="1923"/>
                    <a:pt x="0" y="3357"/>
                  </a:cubicBezTo>
                  <a:cubicBezTo>
                    <a:pt x="0" y="3357"/>
                    <a:pt x="0" y="3431"/>
                    <a:pt x="21" y="3431"/>
                  </a:cubicBezTo>
                  <a:cubicBezTo>
                    <a:pt x="25" y="3431"/>
                    <a:pt x="29" y="3429"/>
                    <a:pt x="34" y="3424"/>
                  </a:cubicBezTo>
                  <a:cubicBezTo>
                    <a:pt x="1101" y="2423"/>
                    <a:pt x="2335" y="1589"/>
                    <a:pt x="3703" y="1022"/>
                  </a:cubicBezTo>
                  <a:cubicBezTo>
                    <a:pt x="4315" y="744"/>
                    <a:pt x="4972" y="605"/>
                    <a:pt x="5638" y="605"/>
                  </a:cubicBezTo>
                  <a:cubicBezTo>
                    <a:pt x="5771" y="605"/>
                    <a:pt x="5905" y="611"/>
                    <a:pt x="6038" y="622"/>
                  </a:cubicBezTo>
                  <a:cubicBezTo>
                    <a:pt x="6405" y="689"/>
                    <a:pt x="6805" y="855"/>
                    <a:pt x="7139" y="1089"/>
                  </a:cubicBezTo>
                  <a:cubicBezTo>
                    <a:pt x="7372" y="1222"/>
                    <a:pt x="7539" y="1489"/>
                    <a:pt x="7806" y="1623"/>
                  </a:cubicBezTo>
                  <a:cubicBezTo>
                    <a:pt x="7826" y="1632"/>
                    <a:pt x="7851" y="1636"/>
                    <a:pt x="7877" y="1636"/>
                  </a:cubicBezTo>
                  <a:cubicBezTo>
                    <a:pt x="7939" y="1636"/>
                    <a:pt x="8006" y="1613"/>
                    <a:pt x="8006" y="1589"/>
                  </a:cubicBezTo>
                  <a:cubicBezTo>
                    <a:pt x="8073" y="1189"/>
                    <a:pt x="7639" y="755"/>
                    <a:pt x="7372" y="555"/>
                  </a:cubicBezTo>
                  <a:cubicBezTo>
                    <a:pt x="7105" y="322"/>
                    <a:pt x="6772" y="155"/>
                    <a:pt x="6438" y="88"/>
                  </a:cubicBezTo>
                  <a:cubicBezTo>
                    <a:pt x="6124" y="30"/>
                    <a:pt x="5807" y="0"/>
                    <a:pt x="549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3">
              <a:extLst>
                <a:ext uri="{FF2B5EF4-FFF2-40B4-BE49-F238E27FC236}">
                  <a16:creationId xmlns:a16="http://schemas.microsoft.com/office/drawing/2014/main" id="{639CA3AF-0C91-995A-6857-A0CC79D6E485}"/>
                </a:ext>
              </a:extLst>
            </p:cNvPr>
            <p:cNvSpPr/>
            <p:nvPr/>
          </p:nvSpPr>
          <p:spPr>
            <a:xfrm>
              <a:off x="6809541" y="1929180"/>
              <a:ext cx="326540" cy="162707"/>
            </a:xfrm>
            <a:custGeom>
              <a:avLst/>
              <a:gdLst/>
              <a:ahLst/>
              <a:cxnLst/>
              <a:rect l="l" t="t" r="r" b="b"/>
              <a:pathLst>
                <a:path w="20282" h="10106" extrusionOk="0">
                  <a:moveTo>
                    <a:pt x="14510" y="0"/>
                  </a:moveTo>
                  <a:cubicBezTo>
                    <a:pt x="13971" y="0"/>
                    <a:pt x="13383" y="32"/>
                    <a:pt x="12743" y="98"/>
                  </a:cubicBezTo>
                  <a:cubicBezTo>
                    <a:pt x="6972" y="699"/>
                    <a:pt x="1635" y="4635"/>
                    <a:pt x="0" y="7437"/>
                  </a:cubicBezTo>
                  <a:cubicBezTo>
                    <a:pt x="1802" y="9472"/>
                    <a:pt x="2702" y="10106"/>
                    <a:pt x="3903" y="10106"/>
                  </a:cubicBezTo>
                  <a:cubicBezTo>
                    <a:pt x="5711" y="9760"/>
                    <a:pt x="9870" y="9351"/>
                    <a:pt x="12447" y="9351"/>
                  </a:cubicBezTo>
                  <a:cubicBezTo>
                    <a:pt x="13103" y="9351"/>
                    <a:pt x="13657" y="9377"/>
                    <a:pt x="14044" y="9438"/>
                  </a:cubicBezTo>
                  <a:cubicBezTo>
                    <a:pt x="16779" y="9705"/>
                    <a:pt x="16479" y="10072"/>
                    <a:pt x="17980" y="10106"/>
                  </a:cubicBezTo>
                  <a:cubicBezTo>
                    <a:pt x="19481" y="10106"/>
                    <a:pt x="20281" y="6136"/>
                    <a:pt x="20148" y="3934"/>
                  </a:cubicBezTo>
                  <a:cubicBezTo>
                    <a:pt x="20000" y="2007"/>
                    <a:pt x="18823" y="0"/>
                    <a:pt x="1451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3">
              <a:extLst>
                <a:ext uri="{FF2B5EF4-FFF2-40B4-BE49-F238E27FC236}">
                  <a16:creationId xmlns:a16="http://schemas.microsoft.com/office/drawing/2014/main" id="{FF16BE74-ABB2-F330-0A99-11F7910E94BB}"/>
                </a:ext>
              </a:extLst>
            </p:cNvPr>
            <p:cNvSpPr/>
            <p:nvPr/>
          </p:nvSpPr>
          <p:spPr>
            <a:xfrm>
              <a:off x="6877210" y="1990633"/>
              <a:ext cx="180996" cy="49153"/>
            </a:xfrm>
            <a:custGeom>
              <a:avLst/>
              <a:gdLst/>
              <a:ahLst/>
              <a:cxnLst/>
              <a:rect l="l" t="t" r="r" b="b"/>
              <a:pathLst>
                <a:path w="11242" h="3053" extrusionOk="0">
                  <a:moveTo>
                    <a:pt x="7086" y="0"/>
                  </a:moveTo>
                  <a:cubicBezTo>
                    <a:pt x="5583" y="0"/>
                    <a:pt x="4098" y="343"/>
                    <a:pt x="2769" y="1051"/>
                  </a:cubicBezTo>
                  <a:cubicBezTo>
                    <a:pt x="1668" y="1485"/>
                    <a:pt x="734" y="2186"/>
                    <a:pt x="0" y="3053"/>
                  </a:cubicBezTo>
                  <a:cubicBezTo>
                    <a:pt x="234" y="3020"/>
                    <a:pt x="501" y="2886"/>
                    <a:pt x="701" y="2753"/>
                  </a:cubicBezTo>
                  <a:cubicBezTo>
                    <a:pt x="1935" y="1952"/>
                    <a:pt x="3269" y="1352"/>
                    <a:pt x="4704" y="1018"/>
                  </a:cubicBezTo>
                  <a:cubicBezTo>
                    <a:pt x="5504" y="818"/>
                    <a:pt x="6304" y="678"/>
                    <a:pt x="7093" y="678"/>
                  </a:cubicBezTo>
                  <a:cubicBezTo>
                    <a:pt x="7752" y="678"/>
                    <a:pt x="8403" y="775"/>
                    <a:pt x="9040" y="1018"/>
                  </a:cubicBezTo>
                  <a:cubicBezTo>
                    <a:pt x="9407" y="1152"/>
                    <a:pt x="9741" y="1318"/>
                    <a:pt x="10074" y="1518"/>
                  </a:cubicBezTo>
                  <a:cubicBezTo>
                    <a:pt x="10508" y="1785"/>
                    <a:pt x="10875" y="2119"/>
                    <a:pt x="11142" y="2519"/>
                  </a:cubicBezTo>
                  <a:cubicBezTo>
                    <a:pt x="11163" y="2551"/>
                    <a:pt x="11180" y="2563"/>
                    <a:pt x="11195" y="2563"/>
                  </a:cubicBezTo>
                  <a:cubicBezTo>
                    <a:pt x="11226" y="2563"/>
                    <a:pt x="11242" y="2509"/>
                    <a:pt x="11242" y="2486"/>
                  </a:cubicBezTo>
                  <a:cubicBezTo>
                    <a:pt x="11108" y="2152"/>
                    <a:pt x="10908" y="1852"/>
                    <a:pt x="10708" y="1585"/>
                  </a:cubicBezTo>
                  <a:cubicBezTo>
                    <a:pt x="10474" y="1285"/>
                    <a:pt x="10174" y="1018"/>
                    <a:pt x="9874" y="785"/>
                  </a:cubicBezTo>
                  <a:cubicBezTo>
                    <a:pt x="9207" y="351"/>
                    <a:pt x="8440" y="84"/>
                    <a:pt x="7672" y="17"/>
                  </a:cubicBezTo>
                  <a:cubicBezTo>
                    <a:pt x="7477" y="6"/>
                    <a:pt x="7282" y="0"/>
                    <a:pt x="708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3">
              <a:extLst>
                <a:ext uri="{FF2B5EF4-FFF2-40B4-BE49-F238E27FC236}">
                  <a16:creationId xmlns:a16="http://schemas.microsoft.com/office/drawing/2014/main" id="{D50B86F6-C045-2BED-49BD-BCD5EE09EBDC}"/>
                </a:ext>
              </a:extLst>
            </p:cNvPr>
            <p:cNvSpPr/>
            <p:nvPr/>
          </p:nvSpPr>
          <p:spPr>
            <a:xfrm>
              <a:off x="7138207" y="2241584"/>
              <a:ext cx="177712" cy="93750"/>
            </a:xfrm>
            <a:custGeom>
              <a:avLst/>
              <a:gdLst/>
              <a:ahLst/>
              <a:cxnLst/>
              <a:rect l="l" t="t" r="r" b="b"/>
              <a:pathLst>
                <a:path w="11038" h="5823" extrusionOk="0">
                  <a:moveTo>
                    <a:pt x="8040" y="0"/>
                  </a:moveTo>
                  <a:cubicBezTo>
                    <a:pt x="7975" y="0"/>
                    <a:pt x="7908" y="3"/>
                    <a:pt x="7840" y="8"/>
                  </a:cubicBezTo>
                  <a:cubicBezTo>
                    <a:pt x="4671" y="275"/>
                    <a:pt x="1" y="3511"/>
                    <a:pt x="434" y="4978"/>
                  </a:cubicBezTo>
                  <a:cubicBezTo>
                    <a:pt x="608" y="5580"/>
                    <a:pt x="1894" y="5822"/>
                    <a:pt x="3466" y="5822"/>
                  </a:cubicBezTo>
                  <a:cubicBezTo>
                    <a:pt x="5820" y="5822"/>
                    <a:pt x="8814" y="5278"/>
                    <a:pt x="9674" y="4578"/>
                  </a:cubicBezTo>
                  <a:cubicBezTo>
                    <a:pt x="11038" y="3442"/>
                    <a:pt x="10411" y="0"/>
                    <a:pt x="804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3">
              <a:extLst>
                <a:ext uri="{FF2B5EF4-FFF2-40B4-BE49-F238E27FC236}">
                  <a16:creationId xmlns:a16="http://schemas.microsoft.com/office/drawing/2014/main" id="{00DEE434-FA33-25D2-E2BC-8C4A66070872}"/>
                </a:ext>
              </a:extLst>
            </p:cNvPr>
            <p:cNvSpPr/>
            <p:nvPr/>
          </p:nvSpPr>
          <p:spPr>
            <a:xfrm>
              <a:off x="7017376" y="2403196"/>
              <a:ext cx="290557" cy="95892"/>
            </a:xfrm>
            <a:custGeom>
              <a:avLst/>
              <a:gdLst/>
              <a:ahLst/>
              <a:cxnLst/>
              <a:rect l="l" t="t" r="r" b="b"/>
              <a:pathLst>
                <a:path w="18047" h="5956" extrusionOk="0">
                  <a:moveTo>
                    <a:pt x="15656" y="1"/>
                  </a:moveTo>
                  <a:cubicBezTo>
                    <a:pt x="14821" y="1"/>
                    <a:pt x="14103" y="784"/>
                    <a:pt x="13443" y="911"/>
                  </a:cubicBezTo>
                  <a:cubicBezTo>
                    <a:pt x="13265" y="943"/>
                    <a:pt x="13096" y="956"/>
                    <a:pt x="12936" y="956"/>
                  </a:cubicBezTo>
                  <a:cubicBezTo>
                    <a:pt x="11993" y="956"/>
                    <a:pt x="11339" y="487"/>
                    <a:pt x="10479" y="487"/>
                  </a:cubicBezTo>
                  <a:cubicBezTo>
                    <a:pt x="10098" y="487"/>
                    <a:pt x="9678" y="579"/>
                    <a:pt x="9174" y="845"/>
                  </a:cubicBezTo>
                  <a:cubicBezTo>
                    <a:pt x="7339" y="1812"/>
                    <a:pt x="4871" y="4180"/>
                    <a:pt x="0" y="5615"/>
                  </a:cubicBezTo>
                  <a:cubicBezTo>
                    <a:pt x="954" y="5858"/>
                    <a:pt x="1843" y="5956"/>
                    <a:pt x="2668" y="5956"/>
                  </a:cubicBezTo>
                  <a:cubicBezTo>
                    <a:pt x="6139" y="5956"/>
                    <a:pt x="8483" y="4221"/>
                    <a:pt x="9732" y="4221"/>
                  </a:cubicBezTo>
                  <a:cubicBezTo>
                    <a:pt x="9818" y="4221"/>
                    <a:pt x="9899" y="4230"/>
                    <a:pt x="9974" y="4247"/>
                  </a:cubicBezTo>
                  <a:cubicBezTo>
                    <a:pt x="11029" y="4507"/>
                    <a:pt x="11695" y="4636"/>
                    <a:pt x="12259" y="4636"/>
                  </a:cubicBezTo>
                  <a:cubicBezTo>
                    <a:pt x="12996" y="4636"/>
                    <a:pt x="13556" y="4415"/>
                    <a:pt x="14578" y="3980"/>
                  </a:cubicBezTo>
                  <a:cubicBezTo>
                    <a:pt x="14799" y="3883"/>
                    <a:pt x="15018" y="3847"/>
                    <a:pt x="15238" y="3847"/>
                  </a:cubicBezTo>
                  <a:cubicBezTo>
                    <a:pt x="15911" y="3847"/>
                    <a:pt x="16596" y="4187"/>
                    <a:pt x="17412" y="4187"/>
                  </a:cubicBezTo>
                  <a:cubicBezTo>
                    <a:pt x="17615" y="4187"/>
                    <a:pt x="17826" y="4166"/>
                    <a:pt x="18047" y="4114"/>
                  </a:cubicBezTo>
                  <a:cubicBezTo>
                    <a:pt x="17346" y="3447"/>
                    <a:pt x="17580" y="1011"/>
                    <a:pt x="16479" y="278"/>
                  </a:cubicBezTo>
                  <a:cubicBezTo>
                    <a:pt x="16192" y="78"/>
                    <a:pt x="15918" y="1"/>
                    <a:pt x="156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3">
              <a:extLst>
                <a:ext uri="{FF2B5EF4-FFF2-40B4-BE49-F238E27FC236}">
                  <a16:creationId xmlns:a16="http://schemas.microsoft.com/office/drawing/2014/main" id="{AAB643E1-E010-B692-A25E-2464EF4C8145}"/>
                </a:ext>
              </a:extLst>
            </p:cNvPr>
            <p:cNvSpPr/>
            <p:nvPr/>
          </p:nvSpPr>
          <p:spPr>
            <a:xfrm>
              <a:off x="7017376" y="2465326"/>
              <a:ext cx="290557" cy="96246"/>
            </a:xfrm>
            <a:custGeom>
              <a:avLst/>
              <a:gdLst/>
              <a:ahLst/>
              <a:cxnLst/>
              <a:rect l="l" t="t" r="r" b="b"/>
              <a:pathLst>
                <a:path w="18047" h="5978" extrusionOk="0">
                  <a:moveTo>
                    <a:pt x="15176" y="0"/>
                  </a:moveTo>
                  <a:cubicBezTo>
                    <a:pt x="14976" y="0"/>
                    <a:pt x="14777" y="34"/>
                    <a:pt x="14578" y="121"/>
                  </a:cubicBezTo>
                  <a:cubicBezTo>
                    <a:pt x="13536" y="581"/>
                    <a:pt x="12408" y="830"/>
                    <a:pt x="11280" y="830"/>
                  </a:cubicBezTo>
                  <a:cubicBezTo>
                    <a:pt x="10854" y="830"/>
                    <a:pt x="10428" y="795"/>
                    <a:pt x="10008" y="722"/>
                  </a:cubicBezTo>
                  <a:cubicBezTo>
                    <a:pt x="9952" y="714"/>
                    <a:pt x="9894" y="710"/>
                    <a:pt x="9833" y="710"/>
                  </a:cubicBezTo>
                  <a:cubicBezTo>
                    <a:pt x="8619" y="710"/>
                    <a:pt x="6343" y="2142"/>
                    <a:pt x="3003" y="2142"/>
                  </a:cubicBezTo>
                  <a:cubicBezTo>
                    <a:pt x="2083" y="2142"/>
                    <a:pt x="1082" y="2033"/>
                    <a:pt x="0" y="1756"/>
                  </a:cubicBezTo>
                  <a:lnTo>
                    <a:pt x="0" y="1756"/>
                  </a:lnTo>
                  <a:cubicBezTo>
                    <a:pt x="2623" y="2747"/>
                    <a:pt x="3948" y="5978"/>
                    <a:pt x="9334" y="5978"/>
                  </a:cubicBezTo>
                  <a:cubicBezTo>
                    <a:pt x="10113" y="5978"/>
                    <a:pt x="10977" y="5910"/>
                    <a:pt x="11942" y="5759"/>
                  </a:cubicBezTo>
                  <a:cubicBezTo>
                    <a:pt x="16812" y="4958"/>
                    <a:pt x="17013" y="1155"/>
                    <a:pt x="18047" y="255"/>
                  </a:cubicBezTo>
                  <a:lnTo>
                    <a:pt x="18047" y="255"/>
                  </a:lnTo>
                  <a:cubicBezTo>
                    <a:pt x="17791" y="342"/>
                    <a:pt x="17546" y="376"/>
                    <a:pt x="17311" y="376"/>
                  </a:cubicBezTo>
                  <a:cubicBezTo>
                    <a:pt x="16526" y="376"/>
                    <a:pt x="15844" y="0"/>
                    <a:pt x="1517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3">
              <a:extLst>
                <a:ext uri="{FF2B5EF4-FFF2-40B4-BE49-F238E27FC236}">
                  <a16:creationId xmlns:a16="http://schemas.microsoft.com/office/drawing/2014/main" id="{908CA0F5-AC42-5BF2-2C5B-DC551F0D74BC}"/>
                </a:ext>
              </a:extLst>
            </p:cNvPr>
            <p:cNvSpPr/>
            <p:nvPr/>
          </p:nvSpPr>
          <p:spPr>
            <a:xfrm>
              <a:off x="7083048" y="2518230"/>
              <a:ext cx="102444" cy="34309"/>
            </a:xfrm>
            <a:custGeom>
              <a:avLst/>
              <a:gdLst/>
              <a:ahLst/>
              <a:cxnLst/>
              <a:rect l="l" t="t" r="r" b="b"/>
              <a:pathLst>
                <a:path w="6363" h="2131" extrusionOk="0">
                  <a:moveTo>
                    <a:pt x="308" y="1"/>
                  </a:moveTo>
                  <a:cubicBezTo>
                    <a:pt x="106" y="1"/>
                    <a:pt x="1" y="188"/>
                    <a:pt x="124" y="404"/>
                  </a:cubicBezTo>
                  <a:cubicBezTo>
                    <a:pt x="225" y="538"/>
                    <a:pt x="325" y="671"/>
                    <a:pt x="458" y="738"/>
                  </a:cubicBezTo>
                  <a:cubicBezTo>
                    <a:pt x="1058" y="1172"/>
                    <a:pt x="1726" y="1505"/>
                    <a:pt x="2393" y="1705"/>
                  </a:cubicBezTo>
                  <a:cubicBezTo>
                    <a:pt x="2926" y="1919"/>
                    <a:pt x="3503" y="2026"/>
                    <a:pt x="4071" y="2026"/>
                  </a:cubicBezTo>
                  <a:cubicBezTo>
                    <a:pt x="4213" y="2026"/>
                    <a:pt x="4354" y="2019"/>
                    <a:pt x="4494" y="2006"/>
                  </a:cubicBezTo>
                  <a:cubicBezTo>
                    <a:pt x="4694" y="1972"/>
                    <a:pt x="4961" y="1772"/>
                    <a:pt x="4828" y="1539"/>
                  </a:cubicBezTo>
                  <a:cubicBezTo>
                    <a:pt x="4694" y="1338"/>
                    <a:pt x="4494" y="1205"/>
                    <a:pt x="4261" y="1172"/>
                  </a:cubicBezTo>
                  <a:lnTo>
                    <a:pt x="4161" y="1172"/>
                  </a:lnTo>
                  <a:cubicBezTo>
                    <a:pt x="3494" y="1038"/>
                    <a:pt x="2926" y="938"/>
                    <a:pt x="2259" y="738"/>
                  </a:cubicBezTo>
                  <a:cubicBezTo>
                    <a:pt x="1926" y="605"/>
                    <a:pt x="1559" y="471"/>
                    <a:pt x="1192" y="304"/>
                  </a:cubicBezTo>
                  <a:cubicBezTo>
                    <a:pt x="958" y="171"/>
                    <a:pt x="658" y="71"/>
                    <a:pt x="358" y="4"/>
                  </a:cubicBezTo>
                  <a:cubicBezTo>
                    <a:pt x="341" y="2"/>
                    <a:pt x="324" y="1"/>
                    <a:pt x="308" y="1"/>
                  </a:cubicBezTo>
                  <a:close/>
                  <a:moveTo>
                    <a:pt x="5868" y="1279"/>
                  </a:moveTo>
                  <a:cubicBezTo>
                    <a:pt x="5724" y="1279"/>
                    <a:pt x="5584" y="1341"/>
                    <a:pt x="5462" y="1439"/>
                  </a:cubicBezTo>
                  <a:cubicBezTo>
                    <a:pt x="5395" y="1505"/>
                    <a:pt x="5362" y="1605"/>
                    <a:pt x="5328" y="1672"/>
                  </a:cubicBezTo>
                  <a:cubicBezTo>
                    <a:pt x="5295" y="1805"/>
                    <a:pt x="5328" y="1906"/>
                    <a:pt x="5395" y="2006"/>
                  </a:cubicBezTo>
                  <a:cubicBezTo>
                    <a:pt x="5495" y="2089"/>
                    <a:pt x="5628" y="2131"/>
                    <a:pt x="5762" y="2131"/>
                  </a:cubicBezTo>
                  <a:cubicBezTo>
                    <a:pt x="5895" y="2131"/>
                    <a:pt x="6029" y="2089"/>
                    <a:pt x="6129" y="2006"/>
                  </a:cubicBezTo>
                  <a:cubicBezTo>
                    <a:pt x="6362" y="1772"/>
                    <a:pt x="6296" y="1439"/>
                    <a:pt x="6029" y="1305"/>
                  </a:cubicBezTo>
                  <a:cubicBezTo>
                    <a:pt x="5975" y="1287"/>
                    <a:pt x="5921" y="1279"/>
                    <a:pt x="5868" y="1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3">
              <a:extLst>
                <a:ext uri="{FF2B5EF4-FFF2-40B4-BE49-F238E27FC236}">
                  <a16:creationId xmlns:a16="http://schemas.microsoft.com/office/drawing/2014/main" id="{7185422B-B44E-4FFE-5FF5-C0F2D160933E}"/>
                </a:ext>
              </a:extLst>
            </p:cNvPr>
            <p:cNvSpPr/>
            <p:nvPr/>
          </p:nvSpPr>
          <p:spPr>
            <a:xfrm>
              <a:off x="7106522" y="2583178"/>
              <a:ext cx="145560" cy="34486"/>
            </a:xfrm>
            <a:custGeom>
              <a:avLst/>
              <a:gdLst/>
              <a:ahLst/>
              <a:cxnLst/>
              <a:rect l="l" t="t" r="r" b="b"/>
              <a:pathLst>
                <a:path w="9041" h="2142" extrusionOk="0">
                  <a:moveTo>
                    <a:pt x="5698" y="1"/>
                  </a:moveTo>
                  <a:cubicBezTo>
                    <a:pt x="3550" y="1"/>
                    <a:pt x="1320" y="749"/>
                    <a:pt x="1" y="2141"/>
                  </a:cubicBezTo>
                  <a:cubicBezTo>
                    <a:pt x="1863" y="1175"/>
                    <a:pt x="4209" y="591"/>
                    <a:pt x="6413" y="591"/>
                  </a:cubicBezTo>
                  <a:cubicBezTo>
                    <a:pt x="7328" y="591"/>
                    <a:pt x="8219" y="692"/>
                    <a:pt x="9041" y="907"/>
                  </a:cubicBezTo>
                  <a:cubicBezTo>
                    <a:pt x="8740" y="640"/>
                    <a:pt x="8373" y="440"/>
                    <a:pt x="7973" y="307"/>
                  </a:cubicBezTo>
                  <a:cubicBezTo>
                    <a:pt x="7258" y="101"/>
                    <a:pt x="6484" y="1"/>
                    <a:pt x="569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3">
              <a:extLst>
                <a:ext uri="{FF2B5EF4-FFF2-40B4-BE49-F238E27FC236}">
                  <a16:creationId xmlns:a16="http://schemas.microsoft.com/office/drawing/2014/main" id="{F0559FC7-6012-1C47-39E7-831903C4C9CA}"/>
                </a:ext>
              </a:extLst>
            </p:cNvPr>
            <p:cNvSpPr/>
            <p:nvPr/>
          </p:nvSpPr>
          <p:spPr>
            <a:xfrm>
              <a:off x="6571084" y="1650408"/>
              <a:ext cx="876484" cy="1119771"/>
            </a:xfrm>
            <a:custGeom>
              <a:avLst/>
              <a:gdLst/>
              <a:ahLst/>
              <a:cxnLst/>
              <a:rect l="l" t="t" r="r" b="b"/>
              <a:pathLst>
                <a:path w="54440" h="69551" extrusionOk="0">
                  <a:moveTo>
                    <a:pt x="12676" y="1569"/>
                  </a:moveTo>
                  <a:cubicBezTo>
                    <a:pt x="16846" y="4604"/>
                    <a:pt x="22850" y="6272"/>
                    <a:pt x="29855" y="6272"/>
                  </a:cubicBezTo>
                  <a:cubicBezTo>
                    <a:pt x="31223" y="6272"/>
                    <a:pt x="32657" y="6205"/>
                    <a:pt x="34125" y="6072"/>
                  </a:cubicBezTo>
                  <a:cubicBezTo>
                    <a:pt x="34258" y="6572"/>
                    <a:pt x="34692" y="6906"/>
                    <a:pt x="35226" y="6906"/>
                  </a:cubicBezTo>
                  <a:cubicBezTo>
                    <a:pt x="35326" y="6906"/>
                    <a:pt x="35426" y="6906"/>
                    <a:pt x="35526" y="6872"/>
                  </a:cubicBezTo>
                  <a:cubicBezTo>
                    <a:pt x="38428" y="11976"/>
                    <a:pt x="40029" y="15779"/>
                    <a:pt x="39362" y="18714"/>
                  </a:cubicBezTo>
                  <a:cubicBezTo>
                    <a:pt x="39062" y="19782"/>
                    <a:pt x="38895" y="20883"/>
                    <a:pt x="38762" y="21950"/>
                  </a:cubicBezTo>
                  <a:cubicBezTo>
                    <a:pt x="38228" y="22050"/>
                    <a:pt x="37828" y="22517"/>
                    <a:pt x="37828" y="23084"/>
                  </a:cubicBezTo>
                  <a:cubicBezTo>
                    <a:pt x="37828" y="23184"/>
                    <a:pt x="37828" y="23318"/>
                    <a:pt x="37861" y="23418"/>
                  </a:cubicBezTo>
                  <a:cubicBezTo>
                    <a:pt x="37761" y="23551"/>
                    <a:pt x="37628" y="23718"/>
                    <a:pt x="37494" y="23918"/>
                  </a:cubicBezTo>
                  <a:cubicBezTo>
                    <a:pt x="36960" y="24619"/>
                    <a:pt x="36360" y="25286"/>
                    <a:pt x="35693" y="25853"/>
                  </a:cubicBezTo>
                  <a:cubicBezTo>
                    <a:pt x="34547" y="26898"/>
                    <a:pt x="34019" y="27289"/>
                    <a:pt x="33051" y="27289"/>
                  </a:cubicBezTo>
                  <a:cubicBezTo>
                    <a:pt x="32412" y="27289"/>
                    <a:pt x="31582" y="27119"/>
                    <a:pt x="30256" y="26853"/>
                  </a:cubicBezTo>
                  <a:lnTo>
                    <a:pt x="29689" y="26720"/>
                  </a:lnTo>
                  <a:cubicBezTo>
                    <a:pt x="28733" y="26525"/>
                    <a:pt x="27665" y="26449"/>
                    <a:pt x="26567" y="26449"/>
                  </a:cubicBezTo>
                  <a:cubicBezTo>
                    <a:pt x="24292" y="26449"/>
                    <a:pt x="21893" y="26773"/>
                    <a:pt x="20115" y="27020"/>
                  </a:cubicBezTo>
                  <a:cubicBezTo>
                    <a:pt x="19548" y="27120"/>
                    <a:pt x="19081" y="27187"/>
                    <a:pt x="18681" y="27220"/>
                  </a:cubicBezTo>
                  <a:cubicBezTo>
                    <a:pt x="18615" y="27228"/>
                    <a:pt x="18549" y="27231"/>
                    <a:pt x="18483" y="27231"/>
                  </a:cubicBezTo>
                  <a:cubicBezTo>
                    <a:pt x="16703" y="27231"/>
                    <a:pt x="14769" y="24671"/>
                    <a:pt x="12743" y="21583"/>
                  </a:cubicBezTo>
                  <a:cubicBezTo>
                    <a:pt x="12943" y="21383"/>
                    <a:pt x="13077" y="21116"/>
                    <a:pt x="13077" y="20816"/>
                  </a:cubicBezTo>
                  <a:cubicBezTo>
                    <a:pt x="13077" y="20215"/>
                    <a:pt x="12576" y="19715"/>
                    <a:pt x="11943" y="19715"/>
                  </a:cubicBezTo>
                  <a:cubicBezTo>
                    <a:pt x="11842" y="19715"/>
                    <a:pt x="11742" y="19715"/>
                    <a:pt x="11642" y="19748"/>
                  </a:cubicBezTo>
                  <a:cubicBezTo>
                    <a:pt x="10675" y="17580"/>
                    <a:pt x="11009" y="14878"/>
                    <a:pt x="12043" y="6672"/>
                  </a:cubicBezTo>
                  <a:cubicBezTo>
                    <a:pt x="12243" y="5171"/>
                    <a:pt x="12443" y="3470"/>
                    <a:pt x="12676" y="1569"/>
                  </a:cubicBezTo>
                  <a:close/>
                  <a:moveTo>
                    <a:pt x="41964" y="30456"/>
                  </a:moveTo>
                  <a:cubicBezTo>
                    <a:pt x="43031" y="30956"/>
                    <a:pt x="43832" y="31957"/>
                    <a:pt x="44499" y="32791"/>
                  </a:cubicBezTo>
                  <a:cubicBezTo>
                    <a:pt x="44733" y="33125"/>
                    <a:pt x="44999" y="33425"/>
                    <a:pt x="45300" y="33725"/>
                  </a:cubicBezTo>
                  <a:cubicBezTo>
                    <a:pt x="46065" y="34490"/>
                    <a:pt x="48047" y="36138"/>
                    <a:pt x="50899" y="36138"/>
                  </a:cubicBezTo>
                  <a:cubicBezTo>
                    <a:pt x="51032" y="36138"/>
                    <a:pt x="51167" y="36134"/>
                    <a:pt x="51304" y="36127"/>
                  </a:cubicBezTo>
                  <a:cubicBezTo>
                    <a:pt x="51371" y="36560"/>
                    <a:pt x="51671" y="36894"/>
                    <a:pt x="52138" y="37027"/>
                  </a:cubicBezTo>
                  <a:cubicBezTo>
                    <a:pt x="51704" y="41064"/>
                    <a:pt x="47501" y="46001"/>
                    <a:pt x="46334" y="49069"/>
                  </a:cubicBezTo>
                  <a:cubicBezTo>
                    <a:pt x="46200" y="49370"/>
                    <a:pt x="46100" y="49636"/>
                    <a:pt x="46000" y="49903"/>
                  </a:cubicBezTo>
                  <a:lnTo>
                    <a:pt x="45933" y="49903"/>
                  </a:lnTo>
                  <a:cubicBezTo>
                    <a:pt x="45466" y="49903"/>
                    <a:pt x="45066" y="50204"/>
                    <a:pt x="44899" y="50637"/>
                  </a:cubicBezTo>
                  <a:cubicBezTo>
                    <a:pt x="44666" y="50570"/>
                    <a:pt x="44399" y="50537"/>
                    <a:pt x="44065" y="50437"/>
                  </a:cubicBezTo>
                  <a:cubicBezTo>
                    <a:pt x="43800" y="50368"/>
                    <a:pt x="43549" y="50339"/>
                    <a:pt x="43310" y="50339"/>
                  </a:cubicBezTo>
                  <a:cubicBezTo>
                    <a:pt x="42620" y="50339"/>
                    <a:pt x="42025" y="50581"/>
                    <a:pt x="41430" y="50804"/>
                  </a:cubicBezTo>
                  <a:cubicBezTo>
                    <a:pt x="41030" y="51004"/>
                    <a:pt x="40630" y="51138"/>
                    <a:pt x="40229" y="51238"/>
                  </a:cubicBezTo>
                  <a:cubicBezTo>
                    <a:pt x="40963" y="50337"/>
                    <a:pt x="42564" y="48102"/>
                    <a:pt x="41230" y="46167"/>
                  </a:cubicBezTo>
                  <a:cubicBezTo>
                    <a:pt x="40096" y="44566"/>
                    <a:pt x="42131" y="42064"/>
                    <a:pt x="42631" y="40497"/>
                  </a:cubicBezTo>
                  <a:cubicBezTo>
                    <a:pt x="43031" y="39129"/>
                    <a:pt x="44166" y="37895"/>
                    <a:pt x="43532" y="35726"/>
                  </a:cubicBezTo>
                  <a:cubicBezTo>
                    <a:pt x="43265" y="34792"/>
                    <a:pt x="42965" y="34259"/>
                    <a:pt x="42331" y="32658"/>
                  </a:cubicBezTo>
                  <a:cubicBezTo>
                    <a:pt x="42097" y="32057"/>
                    <a:pt x="41931" y="31457"/>
                    <a:pt x="41630" y="30856"/>
                  </a:cubicBezTo>
                  <a:cubicBezTo>
                    <a:pt x="41764" y="30756"/>
                    <a:pt x="41864" y="30623"/>
                    <a:pt x="41964" y="30456"/>
                  </a:cubicBezTo>
                  <a:close/>
                  <a:moveTo>
                    <a:pt x="39963" y="30289"/>
                  </a:moveTo>
                  <a:cubicBezTo>
                    <a:pt x="40096" y="30756"/>
                    <a:pt x="40530" y="31056"/>
                    <a:pt x="40997" y="31056"/>
                  </a:cubicBezTo>
                  <a:cubicBezTo>
                    <a:pt x="41097" y="31056"/>
                    <a:pt x="41197" y="31023"/>
                    <a:pt x="41297" y="31023"/>
                  </a:cubicBezTo>
                  <a:cubicBezTo>
                    <a:pt x="41564" y="31624"/>
                    <a:pt x="41797" y="32257"/>
                    <a:pt x="42031" y="32824"/>
                  </a:cubicBezTo>
                  <a:cubicBezTo>
                    <a:pt x="42731" y="34659"/>
                    <a:pt x="42865" y="34926"/>
                    <a:pt x="43131" y="35760"/>
                  </a:cubicBezTo>
                  <a:cubicBezTo>
                    <a:pt x="43765" y="37828"/>
                    <a:pt x="42664" y="39096"/>
                    <a:pt x="42264" y="40330"/>
                  </a:cubicBezTo>
                  <a:cubicBezTo>
                    <a:pt x="41764" y="41998"/>
                    <a:pt x="39696" y="44600"/>
                    <a:pt x="40930" y="46367"/>
                  </a:cubicBezTo>
                  <a:cubicBezTo>
                    <a:pt x="42331" y="48369"/>
                    <a:pt x="40063" y="50871"/>
                    <a:pt x="39662" y="51271"/>
                  </a:cubicBezTo>
                  <a:cubicBezTo>
                    <a:pt x="39362" y="51238"/>
                    <a:pt x="39062" y="51204"/>
                    <a:pt x="38762" y="51138"/>
                  </a:cubicBezTo>
                  <a:cubicBezTo>
                    <a:pt x="38476" y="51075"/>
                    <a:pt x="38199" y="51013"/>
                    <a:pt x="37825" y="51013"/>
                  </a:cubicBezTo>
                  <a:cubicBezTo>
                    <a:pt x="37194" y="51013"/>
                    <a:pt x="36287" y="51189"/>
                    <a:pt x="34592" y="51838"/>
                  </a:cubicBezTo>
                  <a:cubicBezTo>
                    <a:pt x="33337" y="52315"/>
                    <a:pt x="32006" y="52546"/>
                    <a:pt x="30671" y="52546"/>
                  </a:cubicBezTo>
                  <a:cubicBezTo>
                    <a:pt x="30232" y="52546"/>
                    <a:pt x="29792" y="52521"/>
                    <a:pt x="29355" y="52472"/>
                  </a:cubicBezTo>
                  <a:cubicBezTo>
                    <a:pt x="29388" y="52405"/>
                    <a:pt x="29388" y="52338"/>
                    <a:pt x="29388" y="52272"/>
                  </a:cubicBezTo>
                  <a:cubicBezTo>
                    <a:pt x="29388" y="51638"/>
                    <a:pt x="28888" y="51138"/>
                    <a:pt x="28254" y="51138"/>
                  </a:cubicBezTo>
                  <a:cubicBezTo>
                    <a:pt x="28021" y="51138"/>
                    <a:pt x="27821" y="51204"/>
                    <a:pt x="27620" y="51338"/>
                  </a:cubicBezTo>
                  <a:cubicBezTo>
                    <a:pt x="25252" y="48002"/>
                    <a:pt x="25385" y="44800"/>
                    <a:pt x="24385" y="41664"/>
                  </a:cubicBezTo>
                  <a:cubicBezTo>
                    <a:pt x="24685" y="41464"/>
                    <a:pt x="24885" y="41097"/>
                    <a:pt x="24885" y="40730"/>
                  </a:cubicBezTo>
                  <a:cubicBezTo>
                    <a:pt x="24885" y="40697"/>
                    <a:pt x="24885" y="40630"/>
                    <a:pt x="24885" y="40597"/>
                  </a:cubicBezTo>
                  <a:cubicBezTo>
                    <a:pt x="28554" y="39462"/>
                    <a:pt x="31923" y="37428"/>
                    <a:pt x="34659" y="34726"/>
                  </a:cubicBezTo>
                  <a:lnTo>
                    <a:pt x="35259" y="34159"/>
                  </a:lnTo>
                  <a:cubicBezTo>
                    <a:pt x="37427" y="32024"/>
                    <a:pt x="38762" y="30723"/>
                    <a:pt x="39963" y="30289"/>
                  </a:cubicBezTo>
                  <a:close/>
                  <a:moveTo>
                    <a:pt x="46134" y="1"/>
                  </a:moveTo>
                  <a:cubicBezTo>
                    <a:pt x="46034" y="201"/>
                    <a:pt x="45933" y="401"/>
                    <a:pt x="45833" y="601"/>
                  </a:cubicBezTo>
                  <a:cubicBezTo>
                    <a:pt x="44366" y="3070"/>
                    <a:pt x="41097" y="4738"/>
                    <a:pt x="36293" y="5438"/>
                  </a:cubicBezTo>
                  <a:cubicBezTo>
                    <a:pt x="36110" y="4919"/>
                    <a:pt x="35669" y="4673"/>
                    <a:pt x="35231" y="4673"/>
                  </a:cubicBezTo>
                  <a:cubicBezTo>
                    <a:pt x="34712" y="4673"/>
                    <a:pt x="34197" y="5020"/>
                    <a:pt x="34125" y="5672"/>
                  </a:cubicBezTo>
                  <a:cubicBezTo>
                    <a:pt x="32680" y="5798"/>
                    <a:pt x="31271" y="5860"/>
                    <a:pt x="29901" y="5860"/>
                  </a:cubicBezTo>
                  <a:cubicBezTo>
                    <a:pt x="22925" y="5860"/>
                    <a:pt x="17003" y="4247"/>
                    <a:pt x="12877" y="1235"/>
                  </a:cubicBezTo>
                  <a:cubicBezTo>
                    <a:pt x="12676" y="1335"/>
                    <a:pt x="12476" y="1435"/>
                    <a:pt x="12276" y="1569"/>
                  </a:cubicBezTo>
                  <a:cubicBezTo>
                    <a:pt x="12043" y="3437"/>
                    <a:pt x="11842" y="5138"/>
                    <a:pt x="11642" y="6606"/>
                  </a:cubicBezTo>
                  <a:cubicBezTo>
                    <a:pt x="10608" y="14945"/>
                    <a:pt x="10241" y="17680"/>
                    <a:pt x="11275" y="19915"/>
                  </a:cubicBezTo>
                  <a:cubicBezTo>
                    <a:pt x="11009" y="20115"/>
                    <a:pt x="10842" y="20482"/>
                    <a:pt x="10842" y="20816"/>
                  </a:cubicBezTo>
                  <a:cubicBezTo>
                    <a:pt x="10842" y="20849"/>
                    <a:pt x="10842" y="20883"/>
                    <a:pt x="10842" y="20916"/>
                  </a:cubicBezTo>
                  <a:cubicBezTo>
                    <a:pt x="6238" y="22917"/>
                    <a:pt x="2369" y="27521"/>
                    <a:pt x="1" y="30923"/>
                  </a:cubicBezTo>
                  <a:lnTo>
                    <a:pt x="1" y="31657"/>
                  </a:lnTo>
                  <a:cubicBezTo>
                    <a:pt x="2302" y="28254"/>
                    <a:pt x="6238" y="23351"/>
                    <a:pt x="10942" y="21316"/>
                  </a:cubicBezTo>
                  <a:cubicBezTo>
                    <a:pt x="11142" y="21683"/>
                    <a:pt x="11542" y="21950"/>
                    <a:pt x="11943" y="21950"/>
                  </a:cubicBezTo>
                  <a:cubicBezTo>
                    <a:pt x="12143" y="21950"/>
                    <a:pt x="12309" y="21917"/>
                    <a:pt x="12443" y="21817"/>
                  </a:cubicBezTo>
                  <a:cubicBezTo>
                    <a:pt x="14535" y="25003"/>
                    <a:pt x="16535" y="27631"/>
                    <a:pt x="18530" y="27631"/>
                  </a:cubicBezTo>
                  <a:cubicBezTo>
                    <a:pt x="18603" y="27631"/>
                    <a:pt x="18675" y="27628"/>
                    <a:pt x="18747" y="27621"/>
                  </a:cubicBezTo>
                  <a:cubicBezTo>
                    <a:pt x="19114" y="27554"/>
                    <a:pt x="19615" y="27487"/>
                    <a:pt x="20182" y="27421"/>
                  </a:cubicBezTo>
                  <a:cubicBezTo>
                    <a:pt x="21937" y="27173"/>
                    <a:pt x="24314" y="26850"/>
                    <a:pt x="26556" y="26850"/>
                  </a:cubicBezTo>
                  <a:cubicBezTo>
                    <a:pt x="27638" y="26850"/>
                    <a:pt x="28688" y="26925"/>
                    <a:pt x="29622" y="27120"/>
                  </a:cubicBezTo>
                  <a:lnTo>
                    <a:pt x="30189" y="27220"/>
                  </a:lnTo>
                  <a:cubicBezTo>
                    <a:pt x="31123" y="27487"/>
                    <a:pt x="32057" y="27621"/>
                    <a:pt x="33024" y="27687"/>
                  </a:cubicBezTo>
                  <a:cubicBezTo>
                    <a:pt x="34058" y="27687"/>
                    <a:pt x="34725" y="27287"/>
                    <a:pt x="35960" y="26153"/>
                  </a:cubicBezTo>
                  <a:cubicBezTo>
                    <a:pt x="36627" y="25553"/>
                    <a:pt x="37227" y="24885"/>
                    <a:pt x="37761" y="24152"/>
                  </a:cubicBezTo>
                  <a:lnTo>
                    <a:pt x="38061" y="23785"/>
                  </a:lnTo>
                  <a:cubicBezTo>
                    <a:pt x="38261" y="24018"/>
                    <a:pt x="38562" y="24185"/>
                    <a:pt x="38862" y="24185"/>
                  </a:cubicBezTo>
                  <a:cubicBezTo>
                    <a:pt x="39029" y="25252"/>
                    <a:pt x="39295" y="26286"/>
                    <a:pt x="39662" y="27287"/>
                  </a:cubicBezTo>
                  <a:cubicBezTo>
                    <a:pt x="39862" y="27888"/>
                    <a:pt x="40063" y="28455"/>
                    <a:pt x="40329" y="29022"/>
                  </a:cubicBezTo>
                  <a:cubicBezTo>
                    <a:pt x="40063" y="29222"/>
                    <a:pt x="39896" y="29555"/>
                    <a:pt x="39862" y="29889"/>
                  </a:cubicBezTo>
                  <a:cubicBezTo>
                    <a:pt x="38595" y="30323"/>
                    <a:pt x="37194" y="31657"/>
                    <a:pt x="34959" y="33858"/>
                  </a:cubicBezTo>
                  <a:lnTo>
                    <a:pt x="34392" y="34459"/>
                  </a:lnTo>
                  <a:cubicBezTo>
                    <a:pt x="31690" y="37127"/>
                    <a:pt x="28388" y="39096"/>
                    <a:pt x="24785" y="40230"/>
                  </a:cubicBezTo>
                  <a:cubicBezTo>
                    <a:pt x="24568" y="39796"/>
                    <a:pt x="24180" y="39599"/>
                    <a:pt x="23793" y="39599"/>
                  </a:cubicBezTo>
                  <a:cubicBezTo>
                    <a:pt x="23230" y="39599"/>
                    <a:pt x="22670" y="40018"/>
                    <a:pt x="22650" y="40730"/>
                  </a:cubicBezTo>
                  <a:cubicBezTo>
                    <a:pt x="21588" y="40916"/>
                    <a:pt x="20505" y="41017"/>
                    <a:pt x="19418" y="41017"/>
                  </a:cubicBezTo>
                  <a:cubicBezTo>
                    <a:pt x="19139" y="41017"/>
                    <a:pt x="18860" y="41011"/>
                    <a:pt x="18581" y="40997"/>
                  </a:cubicBezTo>
                  <a:cubicBezTo>
                    <a:pt x="10542" y="40663"/>
                    <a:pt x="5004" y="38428"/>
                    <a:pt x="1" y="35259"/>
                  </a:cubicBezTo>
                  <a:lnTo>
                    <a:pt x="1" y="35726"/>
                  </a:lnTo>
                  <a:cubicBezTo>
                    <a:pt x="5004" y="38862"/>
                    <a:pt x="10542" y="41030"/>
                    <a:pt x="18547" y="41397"/>
                  </a:cubicBezTo>
                  <a:lnTo>
                    <a:pt x="19381" y="41397"/>
                  </a:lnTo>
                  <a:cubicBezTo>
                    <a:pt x="20515" y="41397"/>
                    <a:pt x="21616" y="41297"/>
                    <a:pt x="22717" y="41097"/>
                  </a:cubicBezTo>
                  <a:cubicBezTo>
                    <a:pt x="22884" y="41531"/>
                    <a:pt x="23317" y="41797"/>
                    <a:pt x="23784" y="41797"/>
                  </a:cubicBezTo>
                  <a:lnTo>
                    <a:pt x="24018" y="41797"/>
                  </a:lnTo>
                  <a:cubicBezTo>
                    <a:pt x="25019" y="45000"/>
                    <a:pt x="24918" y="48202"/>
                    <a:pt x="27354" y="51605"/>
                  </a:cubicBezTo>
                  <a:cubicBezTo>
                    <a:pt x="26953" y="52205"/>
                    <a:pt x="27187" y="53006"/>
                    <a:pt x="27854" y="53272"/>
                  </a:cubicBezTo>
                  <a:cubicBezTo>
                    <a:pt x="27821" y="55741"/>
                    <a:pt x="27287" y="60044"/>
                    <a:pt x="20415" y="60411"/>
                  </a:cubicBezTo>
                  <a:cubicBezTo>
                    <a:pt x="20182" y="60430"/>
                    <a:pt x="19379" y="60441"/>
                    <a:pt x="18255" y="60441"/>
                  </a:cubicBezTo>
                  <a:cubicBezTo>
                    <a:pt x="15518" y="60441"/>
                    <a:pt x="10882" y="60376"/>
                    <a:pt x="7973" y="60211"/>
                  </a:cubicBezTo>
                  <a:lnTo>
                    <a:pt x="7973" y="60211"/>
                  </a:lnTo>
                  <a:lnTo>
                    <a:pt x="8407" y="60511"/>
                  </a:lnTo>
                  <a:lnTo>
                    <a:pt x="8707" y="60678"/>
                  </a:lnTo>
                  <a:cubicBezTo>
                    <a:pt x="10969" y="60802"/>
                    <a:pt x="14637" y="60836"/>
                    <a:pt x="17280" y="60836"/>
                  </a:cubicBezTo>
                  <a:cubicBezTo>
                    <a:pt x="18886" y="60836"/>
                    <a:pt x="20113" y="60824"/>
                    <a:pt x="20415" y="60811"/>
                  </a:cubicBezTo>
                  <a:cubicBezTo>
                    <a:pt x="27554" y="60377"/>
                    <a:pt x="28087" y="55908"/>
                    <a:pt x="28221" y="53339"/>
                  </a:cubicBezTo>
                  <a:lnTo>
                    <a:pt x="28254" y="53339"/>
                  </a:lnTo>
                  <a:cubicBezTo>
                    <a:pt x="28388" y="53339"/>
                    <a:pt x="28521" y="53306"/>
                    <a:pt x="28654" y="53272"/>
                  </a:cubicBezTo>
                  <a:cubicBezTo>
                    <a:pt x="30322" y="55407"/>
                    <a:pt x="33058" y="58843"/>
                    <a:pt x="32190" y="61745"/>
                  </a:cubicBezTo>
                  <a:cubicBezTo>
                    <a:pt x="31323" y="64781"/>
                    <a:pt x="30689" y="67716"/>
                    <a:pt x="31523" y="69484"/>
                  </a:cubicBezTo>
                  <a:lnTo>
                    <a:pt x="31990" y="69551"/>
                  </a:lnTo>
                  <a:cubicBezTo>
                    <a:pt x="31023" y="67916"/>
                    <a:pt x="31723" y="64814"/>
                    <a:pt x="32557" y="61879"/>
                  </a:cubicBezTo>
                  <a:cubicBezTo>
                    <a:pt x="33458" y="58843"/>
                    <a:pt x="30589" y="55341"/>
                    <a:pt x="28955" y="53072"/>
                  </a:cubicBezTo>
                  <a:cubicBezTo>
                    <a:pt x="29055" y="53006"/>
                    <a:pt x="29155" y="52905"/>
                    <a:pt x="29188" y="52805"/>
                  </a:cubicBezTo>
                  <a:cubicBezTo>
                    <a:pt x="29618" y="52886"/>
                    <a:pt x="30085" y="52922"/>
                    <a:pt x="30566" y="52922"/>
                  </a:cubicBezTo>
                  <a:cubicBezTo>
                    <a:pt x="32063" y="52922"/>
                    <a:pt x="33690" y="52576"/>
                    <a:pt x="34725" y="52172"/>
                  </a:cubicBezTo>
                  <a:cubicBezTo>
                    <a:pt x="36363" y="51533"/>
                    <a:pt x="37215" y="51370"/>
                    <a:pt x="37807" y="51370"/>
                  </a:cubicBezTo>
                  <a:cubicBezTo>
                    <a:pt x="38143" y="51370"/>
                    <a:pt x="38396" y="51423"/>
                    <a:pt x="38662" y="51471"/>
                  </a:cubicBezTo>
                  <a:cubicBezTo>
                    <a:pt x="39029" y="51571"/>
                    <a:pt x="39362" y="51605"/>
                    <a:pt x="39729" y="51605"/>
                  </a:cubicBezTo>
                  <a:cubicBezTo>
                    <a:pt x="40396" y="51571"/>
                    <a:pt x="41030" y="51404"/>
                    <a:pt x="41597" y="51138"/>
                  </a:cubicBezTo>
                  <a:cubicBezTo>
                    <a:pt x="42172" y="50912"/>
                    <a:pt x="42710" y="50687"/>
                    <a:pt x="43323" y="50687"/>
                  </a:cubicBezTo>
                  <a:cubicBezTo>
                    <a:pt x="43528" y="50687"/>
                    <a:pt x="43740" y="50712"/>
                    <a:pt x="43965" y="50771"/>
                  </a:cubicBezTo>
                  <a:cubicBezTo>
                    <a:pt x="44299" y="50871"/>
                    <a:pt x="44566" y="50937"/>
                    <a:pt x="44799" y="50971"/>
                  </a:cubicBezTo>
                  <a:lnTo>
                    <a:pt x="44799" y="51004"/>
                  </a:lnTo>
                  <a:cubicBezTo>
                    <a:pt x="44799" y="51338"/>
                    <a:pt x="44966" y="51671"/>
                    <a:pt x="45233" y="51871"/>
                  </a:cubicBezTo>
                  <a:cubicBezTo>
                    <a:pt x="44666" y="53239"/>
                    <a:pt x="44099" y="54473"/>
                    <a:pt x="43365" y="56008"/>
                  </a:cubicBezTo>
                  <a:lnTo>
                    <a:pt x="42731" y="57242"/>
                  </a:lnTo>
                  <a:cubicBezTo>
                    <a:pt x="42031" y="58743"/>
                    <a:pt x="44633" y="61245"/>
                    <a:pt x="44532" y="63046"/>
                  </a:cubicBezTo>
                  <a:lnTo>
                    <a:pt x="44532" y="63213"/>
                  </a:lnTo>
                  <a:cubicBezTo>
                    <a:pt x="44466" y="64113"/>
                    <a:pt x="44266" y="65014"/>
                    <a:pt x="43999" y="65848"/>
                  </a:cubicBezTo>
                  <a:cubicBezTo>
                    <a:pt x="44199" y="65615"/>
                    <a:pt x="44399" y="65348"/>
                    <a:pt x="44633" y="65081"/>
                  </a:cubicBezTo>
                  <a:cubicBezTo>
                    <a:pt x="44766" y="64480"/>
                    <a:pt x="44866" y="63847"/>
                    <a:pt x="44933" y="63246"/>
                  </a:cubicBezTo>
                  <a:lnTo>
                    <a:pt x="44933" y="63079"/>
                  </a:lnTo>
                  <a:cubicBezTo>
                    <a:pt x="45033" y="61311"/>
                    <a:pt x="42431" y="58843"/>
                    <a:pt x="43098" y="57409"/>
                  </a:cubicBezTo>
                  <a:lnTo>
                    <a:pt x="43699" y="56174"/>
                  </a:lnTo>
                  <a:cubicBezTo>
                    <a:pt x="44432" y="54640"/>
                    <a:pt x="45033" y="53439"/>
                    <a:pt x="45600" y="52072"/>
                  </a:cubicBezTo>
                  <a:cubicBezTo>
                    <a:pt x="45700" y="52105"/>
                    <a:pt x="45800" y="52105"/>
                    <a:pt x="45933" y="52105"/>
                  </a:cubicBezTo>
                  <a:cubicBezTo>
                    <a:pt x="46234" y="52105"/>
                    <a:pt x="46534" y="51971"/>
                    <a:pt x="46767" y="51738"/>
                  </a:cubicBezTo>
                  <a:cubicBezTo>
                    <a:pt x="47935" y="52372"/>
                    <a:pt x="49603" y="53406"/>
                    <a:pt x="50170" y="54340"/>
                  </a:cubicBezTo>
                  <a:lnTo>
                    <a:pt x="50337" y="53873"/>
                  </a:lnTo>
                  <a:cubicBezTo>
                    <a:pt x="49770" y="52872"/>
                    <a:pt x="48035" y="51971"/>
                    <a:pt x="46968" y="51371"/>
                  </a:cubicBezTo>
                  <a:cubicBezTo>
                    <a:pt x="47034" y="51238"/>
                    <a:pt x="47034" y="51138"/>
                    <a:pt x="47034" y="51004"/>
                  </a:cubicBezTo>
                  <a:cubicBezTo>
                    <a:pt x="47034" y="50570"/>
                    <a:pt x="46801" y="50170"/>
                    <a:pt x="46400" y="49970"/>
                  </a:cubicBezTo>
                  <a:lnTo>
                    <a:pt x="46634" y="49370"/>
                  </a:lnTo>
                  <a:lnTo>
                    <a:pt x="46601" y="49403"/>
                  </a:lnTo>
                  <a:lnTo>
                    <a:pt x="46601" y="49403"/>
                  </a:lnTo>
                  <a:lnTo>
                    <a:pt x="46701" y="49169"/>
                  </a:lnTo>
                  <a:cubicBezTo>
                    <a:pt x="47868" y="46067"/>
                    <a:pt x="52038" y="41130"/>
                    <a:pt x="52538" y="36994"/>
                  </a:cubicBezTo>
                  <a:cubicBezTo>
                    <a:pt x="53105" y="36927"/>
                    <a:pt x="53539" y="36460"/>
                    <a:pt x="53539" y="35893"/>
                  </a:cubicBezTo>
                  <a:cubicBezTo>
                    <a:pt x="53539" y="35793"/>
                    <a:pt x="53539" y="35693"/>
                    <a:pt x="53506" y="35593"/>
                  </a:cubicBezTo>
                  <a:cubicBezTo>
                    <a:pt x="53839" y="35460"/>
                    <a:pt x="54139" y="35326"/>
                    <a:pt x="54440" y="35159"/>
                  </a:cubicBezTo>
                  <a:lnTo>
                    <a:pt x="54440" y="34792"/>
                  </a:lnTo>
                  <a:cubicBezTo>
                    <a:pt x="54073" y="34959"/>
                    <a:pt x="53706" y="35126"/>
                    <a:pt x="53339" y="35259"/>
                  </a:cubicBezTo>
                  <a:cubicBezTo>
                    <a:pt x="53112" y="34939"/>
                    <a:pt x="52768" y="34790"/>
                    <a:pt x="52426" y="34790"/>
                  </a:cubicBezTo>
                  <a:cubicBezTo>
                    <a:pt x="51912" y="34790"/>
                    <a:pt x="51404" y="35126"/>
                    <a:pt x="51304" y="35726"/>
                  </a:cubicBezTo>
                  <a:cubicBezTo>
                    <a:pt x="51138" y="35739"/>
                    <a:pt x="50974" y="35744"/>
                    <a:pt x="50813" y="35744"/>
                  </a:cubicBezTo>
                  <a:cubicBezTo>
                    <a:pt x="48299" y="35744"/>
                    <a:pt x="46476" y="34334"/>
                    <a:pt x="45567" y="33425"/>
                  </a:cubicBezTo>
                  <a:cubicBezTo>
                    <a:pt x="45300" y="33125"/>
                    <a:pt x="45066" y="32824"/>
                    <a:pt x="44799" y="32524"/>
                  </a:cubicBezTo>
                  <a:cubicBezTo>
                    <a:pt x="44099" y="31624"/>
                    <a:pt x="43265" y="30589"/>
                    <a:pt x="42097" y="30056"/>
                  </a:cubicBezTo>
                  <a:lnTo>
                    <a:pt x="42097" y="29922"/>
                  </a:lnTo>
                  <a:cubicBezTo>
                    <a:pt x="42097" y="29340"/>
                    <a:pt x="41626" y="28820"/>
                    <a:pt x="41020" y="28820"/>
                  </a:cubicBezTo>
                  <a:cubicBezTo>
                    <a:pt x="41001" y="28820"/>
                    <a:pt x="40982" y="28821"/>
                    <a:pt x="40963" y="28822"/>
                  </a:cubicBezTo>
                  <a:cubicBezTo>
                    <a:pt x="40863" y="28822"/>
                    <a:pt x="40763" y="28822"/>
                    <a:pt x="40663" y="28855"/>
                  </a:cubicBezTo>
                  <a:cubicBezTo>
                    <a:pt x="40396" y="28288"/>
                    <a:pt x="40196" y="27754"/>
                    <a:pt x="39996" y="27154"/>
                  </a:cubicBezTo>
                  <a:cubicBezTo>
                    <a:pt x="39662" y="26186"/>
                    <a:pt x="39395" y="25186"/>
                    <a:pt x="39229" y="24152"/>
                  </a:cubicBezTo>
                  <a:cubicBezTo>
                    <a:pt x="39462" y="24085"/>
                    <a:pt x="39662" y="23918"/>
                    <a:pt x="39829" y="23718"/>
                  </a:cubicBezTo>
                  <a:cubicBezTo>
                    <a:pt x="39963" y="23885"/>
                    <a:pt x="40129" y="24051"/>
                    <a:pt x="40296" y="24252"/>
                  </a:cubicBezTo>
                  <a:cubicBezTo>
                    <a:pt x="41030" y="25086"/>
                    <a:pt x="41997" y="26120"/>
                    <a:pt x="43332" y="26220"/>
                  </a:cubicBezTo>
                  <a:cubicBezTo>
                    <a:pt x="43798" y="26268"/>
                    <a:pt x="44265" y="26293"/>
                    <a:pt x="44729" y="26293"/>
                  </a:cubicBezTo>
                  <a:cubicBezTo>
                    <a:pt x="47123" y="26293"/>
                    <a:pt x="49470" y="25653"/>
                    <a:pt x="51537" y="24452"/>
                  </a:cubicBezTo>
                  <a:cubicBezTo>
                    <a:pt x="51871" y="24252"/>
                    <a:pt x="52205" y="24018"/>
                    <a:pt x="52505" y="23818"/>
                  </a:cubicBezTo>
                  <a:cubicBezTo>
                    <a:pt x="52471" y="23685"/>
                    <a:pt x="52438" y="23518"/>
                    <a:pt x="52405" y="23384"/>
                  </a:cubicBezTo>
                  <a:cubicBezTo>
                    <a:pt x="52071" y="23651"/>
                    <a:pt x="51704" y="23885"/>
                    <a:pt x="51337" y="24085"/>
                  </a:cubicBezTo>
                  <a:cubicBezTo>
                    <a:pt x="49306" y="25298"/>
                    <a:pt x="47013" y="25914"/>
                    <a:pt x="44679" y="25914"/>
                  </a:cubicBezTo>
                  <a:cubicBezTo>
                    <a:pt x="44253" y="25914"/>
                    <a:pt x="43826" y="25894"/>
                    <a:pt x="43398" y="25853"/>
                  </a:cubicBezTo>
                  <a:cubicBezTo>
                    <a:pt x="42197" y="25753"/>
                    <a:pt x="41297" y="24785"/>
                    <a:pt x="40596" y="23985"/>
                  </a:cubicBezTo>
                  <a:cubicBezTo>
                    <a:pt x="40396" y="23785"/>
                    <a:pt x="40196" y="23551"/>
                    <a:pt x="40029" y="23384"/>
                  </a:cubicBezTo>
                  <a:cubicBezTo>
                    <a:pt x="40029" y="23284"/>
                    <a:pt x="40063" y="23184"/>
                    <a:pt x="40063" y="23084"/>
                  </a:cubicBezTo>
                  <a:cubicBezTo>
                    <a:pt x="40063" y="22550"/>
                    <a:pt x="39696" y="22083"/>
                    <a:pt x="39162" y="21983"/>
                  </a:cubicBezTo>
                  <a:cubicBezTo>
                    <a:pt x="39262" y="20916"/>
                    <a:pt x="39462" y="19848"/>
                    <a:pt x="39729" y="18814"/>
                  </a:cubicBezTo>
                  <a:cubicBezTo>
                    <a:pt x="40430" y="15746"/>
                    <a:pt x="38795" y="11876"/>
                    <a:pt x="35893" y="6706"/>
                  </a:cubicBezTo>
                  <a:cubicBezTo>
                    <a:pt x="36193" y="6506"/>
                    <a:pt x="36360" y="6172"/>
                    <a:pt x="36360" y="5805"/>
                  </a:cubicBezTo>
                  <a:cubicBezTo>
                    <a:pt x="41263" y="5105"/>
                    <a:pt x="44633" y="3370"/>
                    <a:pt x="46167" y="768"/>
                  </a:cubicBezTo>
                  <a:cubicBezTo>
                    <a:pt x="46267" y="635"/>
                    <a:pt x="46334" y="468"/>
                    <a:pt x="46434" y="301"/>
                  </a:cubicBezTo>
                  <a:cubicBezTo>
                    <a:pt x="46334" y="201"/>
                    <a:pt x="46234" y="101"/>
                    <a:pt x="46134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3">
              <a:extLst>
                <a:ext uri="{FF2B5EF4-FFF2-40B4-BE49-F238E27FC236}">
                  <a16:creationId xmlns:a16="http://schemas.microsoft.com/office/drawing/2014/main" id="{AD9A098C-2958-7B66-DE05-370E08E6DD38}"/>
                </a:ext>
              </a:extLst>
            </p:cNvPr>
            <p:cNvSpPr/>
            <p:nvPr/>
          </p:nvSpPr>
          <p:spPr>
            <a:xfrm>
              <a:off x="6571084" y="1650408"/>
              <a:ext cx="876484" cy="1119771"/>
            </a:xfrm>
            <a:custGeom>
              <a:avLst/>
              <a:gdLst/>
              <a:ahLst/>
              <a:cxnLst/>
              <a:rect l="l" t="t" r="r" b="b"/>
              <a:pathLst>
                <a:path w="54440" h="69551" extrusionOk="0">
                  <a:moveTo>
                    <a:pt x="12676" y="1569"/>
                  </a:moveTo>
                  <a:cubicBezTo>
                    <a:pt x="16846" y="4604"/>
                    <a:pt x="22850" y="6272"/>
                    <a:pt x="29855" y="6272"/>
                  </a:cubicBezTo>
                  <a:cubicBezTo>
                    <a:pt x="31223" y="6272"/>
                    <a:pt x="32657" y="6205"/>
                    <a:pt x="34125" y="6072"/>
                  </a:cubicBezTo>
                  <a:cubicBezTo>
                    <a:pt x="34258" y="6572"/>
                    <a:pt x="34692" y="6906"/>
                    <a:pt x="35226" y="6906"/>
                  </a:cubicBezTo>
                  <a:cubicBezTo>
                    <a:pt x="35326" y="6906"/>
                    <a:pt x="35426" y="6906"/>
                    <a:pt x="35526" y="6872"/>
                  </a:cubicBezTo>
                  <a:cubicBezTo>
                    <a:pt x="38428" y="11976"/>
                    <a:pt x="40029" y="15779"/>
                    <a:pt x="39362" y="18714"/>
                  </a:cubicBezTo>
                  <a:cubicBezTo>
                    <a:pt x="39062" y="19782"/>
                    <a:pt x="38895" y="20883"/>
                    <a:pt x="38762" y="21950"/>
                  </a:cubicBezTo>
                  <a:cubicBezTo>
                    <a:pt x="38228" y="22050"/>
                    <a:pt x="37828" y="22517"/>
                    <a:pt x="37828" y="23084"/>
                  </a:cubicBezTo>
                  <a:cubicBezTo>
                    <a:pt x="37828" y="23184"/>
                    <a:pt x="37828" y="23318"/>
                    <a:pt x="37861" y="23418"/>
                  </a:cubicBezTo>
                  <a:cubicBezTo>
                    <a:pt x="37761" y="23551"/>
                    <a:pt x="37628" y="23718"/>
                    <a:pt x="37494" y="23918"/>
                  </a:cubicBezTo>
                  <a:cubicBezTo>
                    <a:pt x="36960" y="24619"/>
                    <a:pt x="36360" y="25286"/>
                    <a:pt x="35693" y="25853"/>
                  </a:cubicBezTo>
                  <a:cubicBezTo>
                    <a:pt x="34547" y="26898"/>
                    <a:pt x="34019" y="27289"/>
                    <a:pt x="33051" y="27289"/>
                  </a:cubicBezTo>
                  <a:cubicBezTo>
                    <a:pt x="32412" y="27289"/>
                    <a:pt x="31582" y="27119"/>
                    <a:pt x="30256" y="26853"/>
                  </a:cubicBezTo>
                  <a:lnTo>
                    <a:pt x="29689" y="26720"/>
                  </a:lnTo>
                  <a:cubicBezTo>
                    <a:pt x="28733" y="26525"/>
                    <a:pt x="27665" y="26449"/>
                    <a:pt x="26567" y="26449"/>
                  </a:cubicBezTo>
                  <a:cubicBezTo>
                    <a:pt x="24292" y="26449"/>
                    <a:pt x="21893" y="26773"/>
                    <a:pt x="20115" y="27020"/>
                  </a:cubicBezTo>
                  <a:cubicBezTo>
                    <a:pt x="19548" y="27120"/>
                    <a:pt x="19081" y="27187"/>
                    <a:pt x="18681" y="27220"/>
                  </a:cubicBezTo>
                  <a:cubicBezTo>
                    <a:pt x="18615" y="27228"/>
                    <a:pt x="18549" y="27231"/>
                    <a:pt x="18483" y="27231"/>
                  </a:cubicBezTo>
                  <a:cubicBezTo>
                    <a:pt x="16703" y="27231"/>
                    <a:pt x="14769" y="24671"/>
                    <a:pt x="12743" y="21583"/>
                  </a:cubicBezTo>
                  <a:cubicBezTo>
                    <a:pt x="12943" y="21383"/>
                    <a:pt x="13077" y="21116"/>
                    <a:pt x="13077" y="20816"/>
                  </a:cubicBezTo>
                  <a:cubicBezTo>
                    <a:pt x="13077" y="20215"/>
                    <a:pt x="12576" y="19715"/>
                    <a:pt x="11943" y="19715"/>
                  </a:cubicBezTo>
                  <a:cubicBezTo>
                    <a:pt x="11842" y="19715"/>
                    <a:pt x="11742" y="19715"/>
                    <a:pt x="11642" y="19748"/>
                  </a:cubicBezTo>
                  <a:cubicBezTo>
                    <a:pt x="10675" y="17580"/>
                    <a:pt x="11009" y="14878"/>
                    <a:pt x="12043" y="6672"/>
                  </a:cubicBezTo>
                  <a:cubicBezTo>
                    <a:pt x="12243" y="5171"/>
                    <a:pt x="12443" y="3470"/>
                    <a:pt x="12676" y="1569"/>
                  </a:cubicBezTo>
                  <a:close/>
                  <a:moveTo>
                    <a:pt x="41964" y="30456"/>
                  </a:moveTo>
                  <a:cubicBezTo>
                    <a:pt x="43031" y="30956"/>
                    <a:pt x="43832" y="31957"/>
                    <a:pt x="44499" y="32791"/>
                  </a:cubicBezTo>
                  <a:cubicBezTo>
                    <a:pt x="44733" y="33125"/>
                    <a:pt x="44999" y="33425"/>
                    <a:pt x="45300" y="33725"/>
                  </a:cubicBezTo>
                  <a:cubicBezTo>
                    <a:pt x="46065" y="34490"/>
                    <a:pt x="48047" y="36138"/>
                    <a:pt x="50899" y="36138"/>
                  </a:cubicBezTo>
                  <a:cubicBezTo>
                    <a:pt x="51032" y="36138"/>
                    <a:pt x="51167" y="36134"/>
                    <a:pt x="51304" y="36127"/>
                  </a:cubicBezTo>
                  <a:cubicBezTo>
                    <a:pt x="51371" y="36560"/>
                    <a:pt x="51671" y="36894"/>
                    <a:pt x="52138" y="37027"/>
                  </a:cubicBezTo>
                  <a:cubicBezTo>
                    <a:pt x="51704" y="41064"/>
                    <a:pt x="47501" y="46001"/>
                    <a:pt x="46334" y="49069"/>
                  </a:cubicBezTo>
                  <a:cubicBezTo>
                    <a:pt x="46200" y="49370"/>
                    <a:pt x="46100" y="49636"/>
                    <a:pt x="46000" y="49903"/>
                  </a:cubicBezTo>
                  <a:lnTo>
                    <a:pt x="45933" y="49903"/>
                  </a:lnTo>
                  <a:cubicBezTo>
                    <a:pt x="45466" y="49903"/>
                    <a:pt x="45066" y="50204"/>
                    <a:pt x="44899" y="50637"/>
                  </a:cubicBezTo>
                  <a:cubicBezTo>
                    <a:pt x="44666" y="50570"/>
                    <a:pt x="44399" y="50537"/>
                    <a:pt x="44065" y="50437"/>
                  </a:cubicBezTo>
                  <a:cubicBezTo>
                    <a:pt x="43800" y="50368"/>
                    <a:pt x="43549" y="50339"/>
                    <a:pt x="43310" y="50339"/>
                  </a:cubicBezTo>
                  <a:cubicBezTo>
                    <a:pt x="42620" y="50339"/>
                    <a:pt x="42025" y="50581"/>
                    <a:pt x="41430" y="50804"/>
                  </a:cubicBezTo>
                  <a:cubicBezTo>
                    <a:pt x="41030" y="51004"/>
                    <a:pt x="40630" y="51138"/>
                    <a:pt x="40229" y="51238"/>
                  </a:cubicBezTo>
                  <a:cubicBezTo>
                    <a:pt x="40963" y="50337"/>
                    <a:pt x="42564" y="48102"/>
                    <a:pt x="41230" y="46167"/>
                  </a:cubicBezTo>
                  <a:cubicBezTo>
                    <a:pt x="40096" y="44566"/>
                    <a:pt x="42131" y="42064"/>
                    <a:pt x="42631" y="40497"/>
                  </a:cubicBezTo>
                  <a:cubicBezTo>
                    <a:pt x="43031" y="39129"/>
                    <a:pt x="44166" y="37895"/>
                    <a:pt x="43532" y="35726"/>
                  </a:cubicBezTo>
                  <a:cubicBezTo>
                    <a:pt x="43265" y="34792"/>
                    <a:pt x="42965" y="34259"/>
                    <a:pt x="42331" y="32658"/>
                  </a:cubicBezTo>
                  <a:cubicBezTo>
                    <a:pt x="42097" y="32057"/>
                    <a:pt x="41931" y="31457"/>
                    <a:pt x="41630" y="30856"/>
                  </a:cubicBezTo>
                  <a:cubicBezTo>
                    <a:pt x="41764" y="30756"/>
                    <a:pt x="41864" y="30623"/>
                    <a:pt x="41964" y="30456"/>
                  </a:cubicBezTo>
                  <a:close/>
                  <a:moveTo>
                    <a:pt x="39963" y="30289"/>
                  </a:moveTo>
                  <a:cubicBezTo>
                    <a:pt x="40096" y="30756"/>
                    <a:pt x="40530" y="31056"/>
                    <a:pt x="40997" y="31056"/>
                  </a:cubicBezTo>
                  <a:cubicBezTo>
                    <a:pt x="41097" y="31056"/>
                    <a:pt x="41197" y="31023"/>
                    <a:pt x="41297" y="31023"/>
                  </a:cubicBezTo>
                  <a:cubicBezTo>
                    <a:pt x="41564" y="31624"/>
                    <a:pt x="41797" y="32257"/>
                    <a:pt x="42031" y="32824"/>
                  </a:cubicBezTo>
                  <a:cubicBezTo>
                    <a:pt x="42731" y="34659"/>
                    <a:pt x="42865" y="34926"/>
                    <a:pt x="43131" y="35760"/>
                  </a:cubicBezTo>
                  <a:cubicBezTo>
                    <a:pt x="43765" y="37828"/>
                    <a:pt x="42664" y="39096"/>
                    <a:pt x="42264" y="40330"/>
                  </a:cubicBezTo>
                  <a:cubicBezTo>
                    <a:pt x="41764" y="41998"/>
                    <a:pt x="39696" y="44600"/>
                    <a:pt x="40930" y="46367"/>
                  </a:cubicBezTo>
                  <a:cubicBezTo>
                    <a:pt x="42331" y="48369"/>
                    <a:pt x="40063" y="50871"/>
                    <a:pt x="39662" y="51271"/>
                  </a:cubicBezTo>
                  <a:cubicBezTo>
                    <a:pt x="39362" y="51238"/>
                    <a:pt x="39062" y="51204"/>
                    <a:pt x="38762" y="51138"/>
                  </a:cubicBezTo>
                  <a:cubicBezTo>
                    <a:pt x="38476" y="51075"/>
                    <a:pt x="38199" y="51013"/>
                    <a:pt x="37825" y="51013"/>
                  </a:cubicBezTo>
                  <a:cubicBezTo>
                    <a:pt x="37194" y="51013"/>
                    <a:pt x="36287" y="51189"/>
                    <a:pt x="34592" y="51838"/>
                  </a:cubicBezTo>
                  <a:cubicBezTo>
                    <a:pt x="33337" y="52315"/>
                    <a:pt x="32006" y="52546"/>
                    <a:pt x="30671" y="52546"/>
                  </a:cubicBezTo>
                  <a:cubicBezTo>
                    <a:pt x="30232" y="52546"/>
                    <a:pt x="29792" y="52521"/>
                    <a:pt x="29355" y="52472"/>
                  </a:cubicBezTo>
                  <a:cubicBezTo>
                    <a:pt x="29388" y="52405"/>
                    <a:pt x="29388" y="52338"/>
                    <a:pt x="29388" y="52272"/>
                  </a:cubicBezTo>
                  <a:cubicBezTo>
                    <a:pt x="29388" y="51638"/>
                    <a:pt x="28888" y="51138"/>
                    <a:pt x="28254" y="51138"/>
                  </a:cubicBezTo>
                  <a:cubicBezTo>
                    <a:pt x="28021" y="51138"/>
                    <a:pt x="27821" y="51204"/>
                    <a:pt x="27620" y="51338"/>
                  </a:cubicBezTo>
                  <a:cubicBezTo>
                    <a:pt x="25252" y="48002"/>
                    <a:pt x="25385" y="44800"/>
                    <a:pt x="24385" y="41664"/>
                  </a:cubicBezTo>
                  <a:cubicBezTo>
                    <a:pt x="24685" y="41464"/>
                    <a:pt x="24885" y="41097"/>
                    <a:pt x="24885" y="40730"/>
                  </a:cubicBezTo>
                  <a:cubicBezTo>
                    <a:pt x="24885" y="40697"/>
                    <a:pt x="24885" y="40630"/>
                    <a:pt x="24885" y="40597"/>
                  </a:cubicBezTo>
                  <a:cubicBezTo>
                    <a:pt x="28554" y="39462"/>
                    <a:pt x="31923" y="37428"/>
                    <a:pt x="34659" y="34726"/>
                  </a:cubicBezTo>
                  <a:lnTo>
                    <a:pt x="35259" y="34159"/>
                  </a:lnTo>
                  <a:cubicBezTo>
                    <a:pt x="37427" y="32024"/>
                    <a:pt x="38762" y="30723"/>
                    <a:pt x="39963" y="30289"/>
                  </a:cubicBezTo>
                  <a:close/>
                  <a:moveTo>
                    <a:pt x="46134" y="1"/>
                  </a:moveTo>
                  <a:cubicBezTo>
                    <a:pt x="46034" y="201"/>
                    <a:pt x="45933" y="401"/>
                    <a:pt x="45833" y="601"/>
                  </a:cubicBezTo>
                  <a:cubicBezTo>
                    <a:pt x="44366" y="3070"/>
                    <a:pt x="41097" y="4738"/>
                    <a:pt x="36293" y="5438"/>
                  </a:cubicBezTo>
                  <a:cubicBezTo>
                    <a:pt x="36110" y="4919"/>
                    <a:pt x="35669" y="4673"/>
                    <a:pt x="35231" y="4673"/>
                  </a:cubicBezTo>
                  <a:cubicBezTo>
                    <a:pt x="34712" y="4673"/>
                    <a:pt x="34197" y="5020"/>
                    <a:pt x="34125" y="5672"/>
                  </a:cubicBezTo>
                  <a:cubicBezTo>
                    <a:pt x="32680" y="5798"/>
                    <a:pt x="31271" y="5860"/>
                    <a:pt x="29901" y="5860"/>
                  </a:cubicBezTo>
                  <a:cubicBezTo>
                    <a:pt x="22925" y="5860"/>
                    <a:pt x="17003" y="4247"/>
                    <a:pt x="12877" y="1235"/>
                  </a:cubicBezTo>
                  <a:cubicBezTo>
                    <a:pt x="12676" y="1335"/>
                    <a:pt x="12476" y="1435"/>
                    <a:pt x="12276" y="1569"/>
                  </a:cubicBezTo>
                  <a:cubicBezTo>
                    <a:pt x="12043" y="3437"/>
                    <a:pt x="11842" y="5138"/>
                    <a:pt x="11642" y="6606"/>
                  </a:cubicBezTo>
                  <a:cubicBezTo>
                    <a:pt x="10608" y="14945"/>
                    <a:pt x="10241" y="17680"/>
                    <a:pt x="11275" y="19915"/>
                  </a:cubicBezTo>
                  <a:cubicBezTo>
                    <a:pt x="11009" y="20115"/>
                    <a:pt x="10842" y="20482"/>
                    <a:pt x="10842" y="20816"/>
                  </a:cubicBezTo>
                  <a:cubicBezTo>
                    <a:pt x="10842" y="20849"/>
                    <a:pt x="10842" y="20883"/>
                    <a:pt x="10842" y="20916"/>
                  </a:cubicBezTo>
                  <a:cubicBezTo>
                    <a:pt x="6238" y="22917"/>
                    <a:pt x="2369" y="27521"/>
                    <a:pt x="1" y="30923"/>
                  </a:cubicBezTo>
                  <a:lnTo>
                    <a:pt x="1" y="31657"/>
                  </a:lnTo>
                  <a:cubicBezTo>
                    <a:pt x="2302" y="28254"/>
                    <a:pt x="6238" y="23351"/>
                    <a:pt x="10942" y="21316"/>
                  </a:cubicBezTo>
                  <a:cubicBezTo>
                    <a:pt x="11142" y="21683"/>
                    <a:pt x="11542" y="21950"/>
                    <a:pt x="11943" y="21950"/>
                  </a:cubicBezTo>
                  <a:cubicBezTo>
                    <a:pt x="12143" y="21950"/>
                    <a:pt x="12309" y="21917"/>
                    <a:pt x="12443" y="21817"/>
                  </a:cubicBezTo>
                  <a:cubicBezTo>
                    <a:pt x="14535" y="25003"/>
                    <a:pt x="16535" y="27631"/>
                    <a:pt x="18530" y="27631"/>
                  </a:cubicBezTo>
                  <a:cubicBezTo>
                    <a:pt x="18603" y="27631"/>
                    <a:pt x="18675" y="27628"/>
                    <a:pt x="18747" y="27621"/>
                  </a:cubicBezTo>
                  <a:cubicBezTo>
                    <a:pt x="19114" y="27554"/>
                    <a:pt x="19615" y="27487"/>
                    <a:pt x="20182" y="27421"/>
                  </a:cubicBezTo>
                  <a:cubicBezTo>
                    <a:pt x="21937" y="27173"/>
                    <a:pt x="24314" y="26850"/>
                    <a:pt x="26556" y="26850"/>
                  </a:cubicBezTo>
                  <a:cubicBezTo>
                    <a:pt x="27638" y="26850"/>
                    <a:pt x="28688" y="26925"/>
                    <a:pt x="29622" y="27120"/>
                  </a:cubicBezTo>
                  <a:lnTo>
                    <a:pt x="30189" y="27220"/>
                  </a:lnTo>
                  <a:cubicBezTo>
                    <a:pt x="31123" y="27487"/>
                    <a:pt x="32057" y="27621"/>
                    <a:pt x="33024" y="27687"/>
                  </a:cubicBezTo>
                  <a:cubicBezTo>
                    <a:pt x="34058" y="27687"/>
                    <a:pt x="34725" y="27287"/>
                    <a:pt x="35960" y="26153"/>
                  </a:cubicBezTo>
                  <a:cubicBezTo>
                    <a:pt x="36627" y="25553"/>
                    <a:pt x="37227" y="24885"/>
                    <a:pt x="37761" y="24152"/>
                  </a:cubicBezTo>
                  <a:lnTo>
                    <a:pt x="38061" y="23785"/>
                  </a:lnTo>
                  <a:cubicBezTo>
                    <a:pt x="38261" y="24018"/>
                    <a:pt x="38562" y="24185"/>
                    <a:pt x="38862" y="24185"/>
                  </a:cubicBezTo>
                  <a:cubicBezTo>
                    <a:pt x="39029" y="25252"/>
                    <a:pt x="39295" y="26286"/>
                    <a:pt x="39662" y="27287"/>
                  </a:cubicBezTo>
                  <a:cubicBezTo>
                    <a:pt x="39862" y="27888"/>
                    <a:pt x="40063" y="28455"/>
                    <a:pt x="40329" y="29022"/>
                  </a:cubicBezTo>
                  <a:cubicBezTo>
                    <a:pt x="40063" y="29222"/>
                    <a:pt x="39896" y="29555"/>
                    <a:pt x="39862" y="29889"/>
                  </a:cubicBezTo>
                  <a:cubicBezTo>
                    <a:pt x="38595" y="30323"/>
                    <a:pt x="37194" y="31657"/>
                    <a:pt x="34959" y="33858"/>
                  </a:cubicBezTo>
                  <a:lnTo>
                    <a:pt x="34392" y="34459"/>
                  </a:lnTo>
                  <a:cubicBezTo>
                    <a:pt x="31690" y="37127"/>
                    <a:pt x="28388" y="39096"/>
                    <a:pt x="24785" y="40230"/>
                  </a:cubicBezTo>
                  <a:cubicBezTo>
                    <a:pt x="24568" y="39796"/>
                    <a:pt x="24180" y="39599"/>
                    <a:pt x="23793" y="39599"/>
                  </a:cubicBezTo>
                  <a:cubicBezTo>
                    <a:pt x="23230" y="39599"/>
                    <a:pt x="22670" y="40018"/>
                    <a:pt x="22650" y="40730"/>
                  </a:cubicBezTo>
                  <a:cubicBezTo>
                    <a:pt x="21588" y="40916"/>
                    <a:pt x="20505" y="41017"/>
                    <a:pt x="19418" y="41017"/>
                  </a:cubicBezTo>
                  <a:cubicBezTo>
                    <a:pt x="19139" y="41017"/>
                    <a:pt x="18860" y="41011"/>
                    <a:pt x="18581" y="40997"/>
                  </a:cubicBezTo>
                  <a:cubicBezTo>
                    <a:pt x="10542" y="40663"/>
                    <a:pt x="5004" y="38428"/>
                    <a:pt x="1" y="35259"/>
                  </a:cubicBezTo>
                  <a:lnTo>
                    <a:pt x="1" y="35726"/>
                  </a:lnTo>
                  <a:cubicBezTo>
                    <a:pt x="5004" y="38862"/>
                    <a:pt x="10542" y="41030"/>
                    <a:pt x="18547" y="41397"/>
                  </a:cubicBezTo>
                  <a:lnTo>
                    <a:pt x="19381" y="41397"/>
                  </a:lnTo>
                  <a:cubicBezTo>
                    <a:pt x="20515" y="41397"/>
                    <a:pt x="21616" y="41297"/>
                    <a:pt x="22717" y="41097"/>
                  </a:cubicBezTo>
                  <a:cubicBezTo>
                    <a:pt x="22884" y="41531"/>
                    <a:pt x="23317" y="41797"/>
                    <a:pt x="23784" y="41797"/>
                  </a:cubicBezTo>
                  <a:lnTo>
                    <a:pt x="24018" y="41797"/>
                  </a:lnTo>
                  <a:cubicBezTo>
                    <a:pt x="25019" y="45000"/>
                    <a:pt x="24918" y="48202"/>
                    <a:pt x="27354" y="51605"/>
                  </a:cubicBezTo>
                  <a:cubicBezTo>
                    <a:pt x="26953" y="52205"/>
                    <a:pt x="27187" y="53006"/>
                    <a:pt x="27854" y="53272"/>
                  </a:cubicBezTo>
                  <a:cubicBezTo>
                    <a:pt x="27821" y="55741"/>
                    <a:pt x="27287" y="60044"/>
                    <a:pt x="20415" y="60411"/>
                  </a:cubicBezTo>
                  <a:cubicBezTo>
                    <a:pt x="20182" y="60430"/>
                    <a:pt x="19379" y="60441"/>
                    <a:pt x="18255" y="60441"/>
                  </a:cubicBezTo>
                  <a:cubicBezTo>
                    <a:pt x="15518" y="60441"/>
                    <a:pt x="10882" y="60376"/>
                    <a:pt x="7973" y="60211"/>
                  </a:cubicBezTo>
                  <a:lnTo>
                    <a:pt x="7973" y="60211"/>
                  </a:lnTo>
                  <a:lnTo>
                    <a:pt x="8407" y="60511"/>
                  </a:lnTo>
                  <a:lnTo>
                    <a:pt x="8707" y="60678"/>
                  </a:lnTo>
                  <a:cubicBezTo>
                    <a:pt x="10969" y="60802"/>
                    <a:pt x="14637" y="60836"/>
                    <a:pt x="17280" y="60836"/>
                  </a:cubicBezTo>
                  <a:cubicBezTo>
                    <a:pt x="18886" y="60836"/>
                    <a:pt x="20113" y="60824"/>
                    <a:pt x="20415" y="60811"/>
                  </a:cubicBezTo>
                  <a:cubicBezTo>
                    <a:pt x="27554" y="60377"/>
                    <a:pt x="28087" y="55908"/>
                    <a:pt x="28221" y="53339"/>
                  </a:cubicBezTo>
                  <a:lnTo>
                    <a:pt x="28254" y="53339"/>
                  </a:lnTo>
                  <a:cubicBezTo>
                    <a:pt x="28388" y="53339"/>
                    <a:pt x="28521" y="53306"/>
                    <a:pt x="28654" y="53272"/>
                  </a:cubicBezTo>
                  <a:cubicBezTo>
                    <a:pt x="30322" y="55407"/>
                    <a:pt x="33058" y="58843"/>
                    <a:pt x="32190" y="61745"/>
                  </a:cubicBezTo>
                  <a:cubicBezTo>
                    <a:pt x="31323" y="64781"/>
                    <a:pt x="30689" y="67716"/>
                    <a:pt x="31523" y="69484"/>
                  </a:cubicBezTo>
                  <a:lnTo>
                    <a:pt x="31990" y="69551"/>
                  </a:lnTo>
                  <a:cubicBezTo>
                    <a:pt x="31023" y="67916"/>
                    <a:pt x="31723" y="64814"/>
                    <a:pt x="32557" y="61879"/>
                  </a:cubicBezTo>
                  <a:cubicBezTo>
                    <a:pt x="33458" y="58843"/>
                    <a:pt x="30589" y="55341"/>
                    <a:pt x="28955" y="53072"/>
                  </a:cubicBezTo>
                  <a:cubicBezTo>
                    <a:pt x="29055" y="53006"/>
                    <a:pt x="29155" y="52905"/>
                    <a:pt x="29188" y="52805"/>
                  </a:cubicBezTo>
                  <a:cubicBezTo>
                    <a:pt x="29618" y="52886"/>
                    <a:pt x="30085" y="52922"/>
                    <a:pt x="30566" y="52922"/>
                  </a:cubicBezTo>
                  <a:cubicBezTo>
                    <a:pt x="32063" y="52922"/>
                    <a:pt x="33690" y="52576"/>
                    <a:pt x="34725" y="52172"/>
                  </a:cubicBezTo>
                  <a:cubicBezTo>
                    <a:pt x="36363" y="51533"/>
                    <a:pt x="37215" y="51370"/>
                    <a:pt x="37807" y="51370"/>
                  </a:cubicBezTo>
                  <a:cubicBezTo>
                    <a:pt x="38143" y="51370"/>
                    <a:pt x="38396" y="51423"/>
                    <a:pt x="38662" y="51471"/>
                  </a:cubicBezTo>
                  <a:cubicBezTo>
                    <a:pt x="39029" y="51571"/>
                    <a:pt x="39362" y="51605"/>
                    <a:pt x="39729" y="51605"/>
                  </a:cubicBezTo>
                  <a:cubicBezTo>
                    <a:pt x="40396" y="51571"/>
                    <a:pt x="41030" y="51404"/>
                    <a:pt x="41597" y="51138"/>
                  </a:cubicBezTo>
                  <a:cubicBezTo>
                    <a:pt x="42172" y="50912"/>
                    <a:pt x="42710" y="50687"/>
                    <a:pt x="43323" y="50687"/>
                  </a:cubicBezTo>
                  <a:cubicBezTo>
                    <a:pt x="43528" y="50687"/>
                    <a:pt x="43740" y="50712"/>
                    <a:pt x="43965" y="50771"/>
                  </a:cubicBezTo>
                  <a:cubicBezTo>
                    <a:pt x="44299" y="50871"/>
                    <a:pt x="44566" y="50937"/>
                    <a:pt x="44799" y="50971"/>
                  </a:cubicBezTo>
                  <a:lnTo>
                    <a:pt x="44799" y="51004"/>
                  </a:lnTo>
                  <a:cubicBezTo>
                    <a:pt x="44799" y="51338"/>
                    <a:pt x="44966" y="51671"/>
                    <a:pt x="45233" y="51871"/>
                  </a:cubicBezTo>
                  <a:cubicBezTo>
                    <a:pt x="44666" y="53239"/>
                    <a:pt x="44099" y="54473"/>
                    <a:pt x="43365" y="56008"/>
                  </a:cubicBezTo>
                  <a:lnTo>
                    <a:pt x="42731" y="57242"/>
                  </a:lnTo>
                  <a:cubicBezTo>
                    <a:pt x="42031" y="58743"/>
                    <a:pt x="44633" y="61245"/>
                    <a:pt x="44532" y="63046"/>
                  </a:cubicBezTo>
                  <a:lnTo>
                    <a:pt x="44532" y="63213"/>
                  </a:lnTo>
                  <a:cubicBezTo>
                    <a:pt x="44466" y="64113"/>
                    <a:pt x="44266" y="65014"/>
                    <a:pt x="43999" y="65848"/>
                  </a:cubicBezTo>
                  <a:cubicBezTo>
                    <a:pt x="44199" y="65615"/>
                    <a:pt x="44399" y="65348"/>
                    <a:pt x="44633" y="65081"/>
                  </a:cubicBezTo>
                  <a:cubicBezTo>
                    <a:pt x="44766" y="64480"/>
                    <a:pt x="44866" y="63847"/>
                    <a:pt x="44933" y="63246"/>
                  </a:cubicBezTo>
                  <a:lnTo>
                    <a:pt x="44933" y="63079"/>
                  </a:lnTo>
                  <a:cubicBezTo>
                    <a:pt x="45033" y="61311"/>
                    <a:pt x="42431" y="58843"/>
                    <a:pt x="43098" y="57409"/>
                  </a:cubicBezTo>
                  <a:lnTo>
                    <a:pt x="43699" y="56174"/>
                  </a:lnTo>
                  <a:cubicBezTo>
                    <a:pt x="44432" y="54640"/>
                    <a:pt x="45033" y="53439"/>
                    <a:pt x="45600" y="52072"/>
                  </a:cubicBezTo>
                  <a:cubicBezTo>
                    <a:pt x="45700" y="52105"/>
                    <a:pt x="45800" y="52105"/>
                    <a:pt x="45933" y="52105"/>
                  </a:cubicBezTo>
                  <a:cubicBezTo>
                    <a:pt x="46234" y="52105"/>
                    <a:pt x="46534" y="51971"/>
                    <a:pt x="46767" y="51738"/>
                  </a:cubicBezTo>
                  <a:cubicBezTo>
                    <a:pt x="47935" y="52372"/>
                    <a:pt x="49603" y="53406"/>
                    <a:pt x="50170" y="54340"/>
                  </a:cubicBezTo>
                  <a:lnTo>
                    <a:pt x="50337" y="53873"/>
                  </a:lnTo>
                  <a:cubicBezTo>
                    <a:pt x="49770" y="52872"/>
                    <a:pt x="48035" y="51971"/>
                    <a:pt x="46968" y="51371"/>
                  </a:cubicBezTo>
                  <a:cubicBezTo>
                    <a:pt x="47034" y="51238"/>
                    <a:pt x="47034" y="51138"/>
                    <a:pt x="47034" y="51004"/>
                  </a:cubicBezTo>
                  <a:cubicBezTo>
                    <a:pt x="47034" y="50570"/>
                    <a:pt x="46801" y="50170"/>
                    <a:pt x="46400" y="49970"/>
                  </a:cubicBezTo>
                  <a:lnTo>
                    <a:pt x="46634" y="49370"/>
                  </a:lnTo>
                  <a:lnTo>
                    <a:pt x="46601" y="49403"/>
                  </a:lnTo>
                  <a:lnTo>
                    <a:pt x="46601" y="49403"/>
                  </a:lnTo>
                  <a:lnTo>
                    <a:pt x="46701" y="49169"/>
                  </a:lnTo>
                  <a:cubicBezTo>
                    <a:pt x="47868" y="46067"/>
                    <a:pt x="52038" y="41130"/>
                    <a:pt x="52538" y="36994"/>
                  </a:cubicBezTo>
                  <a:cubicBezTo>
                    <a:pt x="53105" y="36927"/>
                    <a:pt x="53539" y="36460"/>
                    <a:pt x="53539" y="35893"/>
                  </a:cubicBezTo>
                  <a:cubicBezTo>
                    <a:pt x="53539" y="35793"/>
                    <a:pt x="53539" y="35693"/>
                    <a:pt x="53506" y="35593"/>
                  </a:cubicBezTo>
                  <a:cubicBezTo>
                    <a:pt x="53839" y="35460"/>
                    <a:pt x="54139" y="35326"/>
                    <a:pt x="54440" y="35159"/>
                  </a:cubicBezTo>
                  <a:lnTo>
                    <a:pt x="54440" y="34792"/>
                  </a:lnTo>
                  <a:cubicBezTo>
                    <a:pt x="54073" y="34959"/>
                    <a:pt x="53706" y="35126"/>
                    <a:pt x="53339" y="35259"/>
                  </a:cubicBezTo>
                  <a:cubicBezTo>
                    <a:pt x="53112" y="34939"/>
                    <a:pt x="52768" y="34790"/>
                    <a:pt x="52426" y="34790"/>
                  </a:cubicBezTo>
                  <a:cubicBezTo>
                    <a:pt x="51912" y="34790"/>
                    <a:pt x="51404" y="35126"/>
                    <a:pt x="51304" y="35726"/>
                  </a:cubicBezTo>
                  <a:cubicBezTo>
                    <a:pt x="51138" y="35739"/>
                    <a:pt x="50974" y="35744"/>
                    <a:pt x="50813" y="35744"/>
                  </a:cubicBezTo>
                  <a:cubicBezTo>
                    <a:pt x="48299" y="35744"/>
                    <a:pt x="46476" y="34334"/>
                    <a:pt x="45567" y="33425"/>
                  </a:cubicBezTo>
                  <a:cubicBezTo>
                    <a:pt x="45300" y="33125"/>
                    <a:pt x="45066" y="32824"/>
                    <a:pt x="44799" y="32524"/>
                  </a:cubicBezTo>
                  <a:cubicBezTo>
                    <a:pt x="44099" y="31624"/>
                    <a:pt x="43265" y="30589"/>
                    <a:pt x="42097" y="30056"/>
                  </a:cubicBezTo>
                  <a:lnTo>
                    <a:pt x="42097" y="29922"/>
                  </a:lnTo>
                  <a:cubicBezTo>
                    <a:pt x="42097" y="29340"/>
                    <a:pt x="41626" y="28820"/>
                    <a:pt x="41020" y="28820"/>
                  </a:cubicBezTo>
                  <a:cubicBezTo>
                    <a:pt x="41001" y="28820"/>
                    <a:pt x="40982" y="28821"/>
                    <a:pt x="40963" y="28822"/>
                  </a:cubicBezTo>
                  <a:cubicBezTo>
                    <a:pt x="40863" y="28822"/>
                    <a:pt x="40763" y="28822"/>
                    <a:pt x="40663" y="28855"/>
                  </a:cubicBezTo>
                  <a:cubicBezTo>
                    <a:pt x="40396" y="28288"/>
                    <a:pt x="40196" y="27754"/>
                    <a:pt x="39996" y="27154"/>
                  </a:cubicBezTo>
                  <a:cubicBezTo>
                    <a:pt x="39662" y="26186"/>
                    <a:pt x="39395" y="25186"/>
                    <a:pt x="39229" y="24152"/>
                  </a:cubicBezTo>
                  <a:cubicBezTo>
                    <a:pt x="39462" y="24085"/>
                    <a:pt x="39662" y="23918"/>
                    <a:pt x="39829" y="23718"/>
                  </a:cubicBezTo>
                  <a:cubicBezTo>
                    <a:pt x="39963" y="23885"/>
                    <a:pt x="40129" y="24051"/>
                    <a:pt x="40296" y="24252"/>
                  </a:cubicBezTo>
                  <a:cubicBezTo>
                    <a:pt x="41030" y="25086"/>
                    <a:pt x="41997" y="26120"/>
                    <a:pt x="43332" y="26220"/>
                  </a:cubicBezTo>
                  <a:cubicBezTo>
                    <a:pt x="43798" y="26268"/>
                    <a:pt x="44265" y="26293"/>
                    <a:pt x="44729" y="26293"/>
                  </a:cubicBezTo>
                  <a:cubicBezTo>
                    <a:pt x="47123" y="26293"/>
                    <a:pt x="49470" y="25653"/>
                    <a:pt x="51537" y="24452"/>
                  </a:cubicBezTo>
                  <a:cubicBezTo>
                    <a:pt x="51871" y="24252"/>
                    <a:pt x="52205" y="24018"/>
                    <a:pt x="52505" y="23818"/>
                  </a:cubicBezTo>
                  <a:cubicBezTo>
                    <a:pt x="52471" y="23685"/>
                    <a:pt x="52438" y="23518"/>
                    <a:pt x="52405" y="23384"/>
                  </a:cubicBezTo>
                  <a:cubicBezTo>
                    <a:pt x="52071" y="23651"/>
                    <a:pt x="51704" y="23885"/>
                    <a:pt x="51337" y="24085"/>
                  </a:cubicBezTo>
                  <a:cubicBezTo>
                    <a:pt x="49306" y="25298"/>
                    <a:pt x="47013" y="25914"/>
                    <a:pt x="44679" y="25914"/>
                  </a:cubicBezTo>
                  <a:cubicBezTo>
                    <a:pt x="44253" y="25914"/>
                    <a:pt x="43826" y="25894"/>
                    <a:pt x="43398" y="25853"/>
                  </a:cubicBezTo>
                  <a:cubicBezTo>
                    <a:pt x="42197" y="25753"/>
                    <a:pt x="41297" y="24785"/>
                    <a:pt x="40596" y="23985"/>
                  </a:cubicBezTo>
                  <a:cubicBezTo>
                    <a:pt x="40396" y="23785"/>
                    <a:pt x="40196" y="23551"/>
                    <a:pt x="40029" y="23384"/>
                  </a:cubicBezTo>
                  <a:cubicBezTo>
                    <a:pt x="40029" y="23284"/>
                    <a:pt x="40063" y="23184"/>
                    <a:pt x="40063" y="23084"/>
                  </a:cubicBezTo>
                  <a:cubicBezTo>
                    <a:pt x="40063" y="22550"/>
                    <a:pt x="39696" y="22083"/>
                    <a:pt x="39162" y="21983"/>
                  </a:cubicBezTo>
                  <a:cubicBezTo>
                    <a:pt x="39262" y="20916"/>
                    <a:pt x="39462" y="19848"/>
                    <a:pt x="39729" y="18814"/>
                  </a:cubicBezTo>
                  <a:cubicBezTo>
                    <a:pt x="40430" y="15746"/>
                    <a:pt x="38795" y="11876"/>
                    <a:pt x="35893" y="6706"/>
                  </a:cubicBezTo>
                  <a:cubicBezTo>
                    <a:pt x="36193" y="6506"/>
                    <a:pt x="36360" y="6172"/>
                    <a:pt x="36360" y="5805"/>
                  </a:cubicBezTo>
                  <a:cubicBezTo>
                    <a:pt x="41263" y="5105"/>
                    <a:pt x="44633" y="3370"/>
                    <a:pt x="46167" y="768"/>
                  </a:cubicBezTo>
                  <a:cubicBezTo>
                    <a:pt x="46267" y="635"/>
                    <a:pt x="46334" y="468"/>
                    <a:pt x="46434" y="301"/>
                  </a:cubicBezTo>
                  <a:cubicBezTo>
                    <a:pt x="46334" y="201"/>
                    <a:pt x="46234" y="101"/>
                    <a:pt x="46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3">
              <a:extLst>
                <a:ext uri="{FF2B5EF4-FFF2-40B4-BE49-F238E27FC236}">
                  <a16:creationId xmlns:a16="http://schemas.microsoft.com/office/drawing/2014/main" id="{7250A6BB-4E70-9E4B-04A8-D2BBEF418615}"/>
                </a:ext>
              </a:extLst>
            </p:cNvPr>
            <p:cNvSpPr/>
            <p:nvPr/>
          </p:nvSpPr>
          <p:spPr>
            <a:xfrm>
              <a:off x="6558204" y="1601545"/>
              <a:ext cx="626210" cy="1172000"/>
            </a:xfrm>
            <a:custGeom>
              <a:avLst/>
              <a:gdLst/>
              <a:ahLst/>
              <a:cxnLst/>
              <a:rect l="l" t="t" r="r" b="b"/>
              <a:pathLst>
                <a:path w="38895" h="72795" extrusionOk="0">
                  <a:moveTo>
                    <a:pt x="28520" y="0"/>
                  </a:moveTo>
                  <a:cubicBezTo>
                    <a:pt x="18847" y="968"/>
                    <a:pt x="8106" y="4737"/>
                    <a:pt x="3870" y="14744"/>
                  </a:cubicBezTo>
                  <a:cubicBezTo>
                    <a:pt x="767" y="22050"/>
                    <a:pt x="0" y="36927"/>
                    <a:pt x="1434" y="47201"/>
                  </a:cubicBezTo>
                  <a:cubicBezTo>
                    <a:pt x="3036" y="58676"/>
                    <a:pt x="4837" y="60811"/>
                    <a:pt x="9207" y="63579"/>
                  </a:cubicBezTo>
                  <a:cubicBezTo>
                    <a:pt x="15403" y="67515"/>
                    <a:pt x="27004" y="72794"/>
                    <a:pt x="35586" y="72794"/>
                  </a:cubicBezTo>
                  <a:cubicBezTo>
                    <a:pt x="36751" y="72794"/>
                    <a:pt x="37861" y="72697"/>
                    <a:pt x="38895" y="72486"/>
                  </a:cubicBezTo>
                  <a:lnTo>
                    <a:pt x="38861" y="72319"/>
                  </a:lnTo>
                  <a:cubicBezTo>
                    <a:pt x="38280" y="72394"/>
                    <a:pt x="37677" y="72430"/>
                    <a:pt x="37055" y="72430"/>
                  </a:cubicBezTo>
                  <a:cubicBezTo>
                    <a:pt x="32678" y="72430"/>
                    <a:pt x="27377" y="70648"/>
                    <a:pt x="22383" y="68049"/>
                  </a:cubicBezTo>
                  <a:cubicBezTo>
                    <a:pt x="16645" y="65080"/>
                    <a:pt x="11208" y="61811"/>
                    <a:pt x="9073" y="54840"/>
                  </a:cubicBezTo>
                  <a:cubicBezTo>
                    <a:pt x="6938" y="47835"/>
                    <a:pt x="6738" y="33825"/>
                    <a:pt x="8439" y="21249"/>
                  </a:cubicBezTo>
                  <a:cubicBezTo>
                    <a:pt x="10141" y="8673"/>
                    <a:pt x="17880" y="2969"/>
                    <a:pt x="28520" y="201"/>
                  </a:cubicBezTo>
                  <a:lnTo>
                    <a:pt x="28520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73">
              <a:extLst>
                <a:ext uri="{FF2B5EF4-FFF2-40B4-BE49-F238E27FC236}">
                  <a16:creationId xmlns:a16="http://schemas.microsoft.com/office/drawing/2014/main" id="{13CF5246-FD3A-4690-5C5F-337FC3B0EBF4}"/>
                </a:ext>
              </a:extLst>
            </p:cNvPr>
            <p:cNvSpPr/>
            <p:nvPr/>
          </p:nvSpPr>
          <p:spPr>
            <a:xfrm>
              <a:off x="7174303" y="2058656"/>
              <a:ext cx="80468" cy="192942"/>
            </a:xfrm>
            <a:custGeom>
              <a:avLst/>
              <a:gdLst/>
              <a:ahLst/>
              <a:cxnLst/>
              <a:rect l="l" t="t" r="r" b="b"/>
              <a:pathLst>
                <a:path w="4998" h="11984" extrusionOk="0">
                  <a:moveTo>
                    <a:pt x="449" y="0"/>
                  </a:moveTo>
                  <a:cubicBezTo>
                    <a:pt x="0" y="0"/>
                    <a:pt x="634" y="9583"/>
                    <a:pt x="828" y="11103"/>
                  </a:cubicBezTo>
                  <a:cubicBezTo>
                    <a:pt x="861" y="11437"/>
                    <a:pt x="961" y="11837"/>
                    <a:pt x="1295" y="11971"/>
                  </a:cubicBezTo>
                  <a:cubicBezTo>
                    <a:pt x="1345" y="11979"/>
                    <a:pt x="1397" y="11983"/>
                    <a:pt x="1450" y="11983"/>
                  </a:cubicBezTo>
                  <a:cubicBezTo>
                    <a:pt x="1610" y="11983"/>
                    <a:pt x="1778" y="11946"/>
                    <a:pt x="1928" y="11871"/>
                  </a:cubicBezTo>
                  <a:lnTo>
                    <a:pt x="4464" y="10937"/>
                  </a:lnTo>
                  <a:cubicBezTo>
                    <a:pt x="4864" y="10870"/>
                    <a:pt x="4997" y="10403"/>
                    <a:pt x="4764" y="10136"/>
                  </a:cubicBezTo>
                  <a:cubicBezTo>
                    <a:pt x="3463" y="7234"/>
                    <a:pt x="2329" y="4298"/>
                    <a:pt x="1161" y="1330"/>
                  </a:cubicBezTo>
                  <a:cubicBezTo>
                    <a:pt x="994" y="863"/>
                    <a:pt x="761" y="429"/>
                    <a:pt x="494" y="29"/>
                  </a:cubicBezTo>
                  <a:cubicBezTo>
                    <a:pt x="478" y="10"/>
                    <a:pt x="463" y="0"/>
                    <a:pt x="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73">
              <a:extLst>
                <a:ext uri="{FF2B5EF4-FFF2-40B4-BE49-F238E27FC236}">
                  <a16:creationId xmlns:a16="http://schemas.microsoft.com/office/drawing/2014/main" id="{E817878B-B7FC-90C4-3D24-7A861C51DB67}"/>
                </a:ext>
              </a:extLst>
            </p:cNvPr>
            <p:cNvSpPr/>
            <p:nvPr/>
          </p:nvSpPr>
          <p:spPr>
            <a:xfrm>
              <a:off x="6757973" y="2094993"/>
              <a:ext cx="265328" cy="145818"/>
            </a:xfrm>
            <a:custGeom>
              <a:avLst/>
              <a:gdLst/>
              <a:ahLst/>
              <a:cxnLst/>
              <a:rect l="l" t="t" r="r" b="b"/>
              <a:pathLst>
                <a:path w="16480" h="9057" extrusionOk="0">
                  <a:moveTo>
                    <a:pt x="2747" y="0"/>
                  </a:moveTo>
                  <a:cubicBezTo>
                    <a:pt x="2317" y="0"/>
                    <a:pt x="1910" y="99"/>
                    <a:pt x="1502" y="274"/>
                  </a:cubicBezTo>
                  <a:cubicBezTo>
                    <a:pt x="1235" y="407"/>
                    <a:pt x="1035" y="640"/>
                    <a:pt x="902" y="907"/>
                  </a:cubicBezTo>
                  <a:cubicBezTo>
                    <a:pt x="1" y="2475"/>
                    <a:pt x="1" y="4376"/>
                    <a:pt x="835" y="5944"/>
                  </a:cubicBezTo>
                  <a:cubicBezTo>
                    <a:pt x="1869" y="7846"/>
                    <a:pt x="4471" y="8680"/>
                    <a:pt x="6472" y="8913"/>
                  </a:cubicBezTo>
                  <a:cubicBezTo>
                    <a:pt x="7156" y="9003"/>
                    <a:pt x="7871" y="9056"/>
                    <a:pt x="8593" y="9056"/>
                  </a:cubicBezTo>
                  <a:cubicBezTo>
                    <a:pt x="11072" y="9056"/>
                    <a:pt x="13632" y="8431"/>
                    <a:pt x="15312" y="6545"/>
                  </a:cubicBezTo>
                  <a:cubicBezTo>
                    <a:pt x="15779" y="6011"/>
                    <a:pt x="16479" y="4877"/>
                    <a:pt x="15545" y="4410"/>
                  </a:cubicBezTo>
                  <a:cubicBezTo>
                    <a:pt x="15326" y="4327"/>
                    <a:pt x="15106" y="4268"/>
                    <a:pt x="14887" y="4268"/>
                  </a:cubicBezTo>
                  <a:cubicBezTo>
                    <a:pt x="14839" y="4268"/>
                    <a:pt x="14792" y="4270"/>
                    <a:pt x="14745" y="4276"/>
                  </a:cubicBezTo>
                  <a:cubicBezTo>
                    <a:pt x="12944" y="4210"/>
                    <a:pt x="11176" y="3876"/>
                    <a:pt x="9508" y="3209"/>
                  </a:cubicBezTo>
                  <a:cubicBezTo>
                    <a:pt x="8040" y="2542"/>
                    <a:pt x="6572" y="1775"/>
                    <a:pt x="5205" y="874"/>
                  </a:cubicBezTo>
                  <a:cubicBezTo>
                    <a:pt x="4538" y="407"/>
                    <a:pt x="3770" y="107"/>
                    <a:pt x="2936" y="7"/>
                  </a:cubicBezTo>
                  <a:cubicBezTo>
                    <a:pt x="2873" y="2"/>
                    <a:pt x="2810" y="0"/>
                    <a:pt x="27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3">
              <a:extLst>
                <a:ext uri="{FF2B5EF4-FFF2-40B4-BE49-F238E27FC236}">
                  <a16:creationId xmlns:a16="http://schemas.microsoft.com/office/drawing/2014/main" id="{D5A13526-E49D-CBFF-6B6C-50D903457DDB}"/>
                </a:ext>
              </a:extLst>
            </p:cNvPr>
            <p:cNvSpPr/>
            <p:nvPr/>
          </p:nvSpPr>
          <p:spPr>
            <a:xfrm>
              <a:off x="7309527" y="2075754"/>
              <a:ext cx="137510" cy="107097"/>
            </a:xfrm>
            <a:custGeom>
              <a:avLst/>
              <a:gdLst/>
              <a:ahLst/>
              <a:cxnLst/>
              <a:rect l="l" t="t" r="r" b="b"/>
              <a:pathLst>
                <a:path w="8541" h="6652" extrusionOk="0">
                  <a:moveTo>
                    <a:pt x="7439" y="1"/>
                  </a:moveTo>
                  <a:cubicBezTo>
                    <a:pt x="6806" y="801"/>
                    <a:pt x="5972" y="1469"/>
                    <a:pt x="5004" y="1869"/>
                  </a:cubicBezTo>
                  <a:cubicBezTo>
                    <a:pt x="3904" y="2336"/>
                    <a:pt x="2736" y="2636"/>
                    <a:pt x="1535" y="2769"/>
                  </a:cubicBezTo>
                  <a:cubicBezTo>
                    <a:pt x="1202" y="2769"/>
                    <a:pt x="901" y="2836"/>
                    <a:pt x="601" y="2970"/>
                  </a:cubicBezTo>
                  <a:cubicBezTo>
                    <a:pt x="468" y="3036"/>
                    <a:pt x="334" y="3170"/>
                    <a:pt x="234" y="3303"/>
                  </a:cubicBezTo>
                  <a:cubicBezTo>
                    <a:pt x="1" y="3770"/>
                    <a:pt x="334" y="4337"/>
                    <a:pt x="735" y="4738"/>
                  </a:cubicBezTo>
                  <a:cubicBezTo>
                    <a:pt x="1872" y="5851"/>
                    <a:pt x="3854" y="6652"/>
                    <a:pt x="5645" y="6652"/>
                  </a:cubicBezTo>
                  <a:cubicBezTo>
                    <a:pt x="6270" y="6652"/>
                    <a:pt x="6871" y="6554"/>
                    <a:pt x="7406" y="6339"/>
                  </a:cubicBezTo>
                  <a:cubicBezTo>
                    <a:pt x="7806" y="6205"/>
                    <a:pt x="8173" y="5972"/>
                    <a:pt x="8540" y="5738"/>
                  </a:cubicBezTo>
                  <a:cubicBezTo>
                    <a:pt x="8507" y="5338"/>
                    <a:pt x="8473" y="4971"/>
                    <a:pt x="8440" y="4604"/>
                  </a:cubicBezTo>
                  <a:cubicBezTo>
                    <a:pt x="8240" y="3036"/>
                    <a:pt x="7906" y="1502"/>
                    <a:pt x="74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3">
              <a:extLst>
                <a:ext uri="{FF2B5EF4-FFF2-40B4-BE49-F238E27FC236}">
                  <a16:creationId xmlns:a16="http://schemas.microsoft.com/office/drawing/2014/main" id="{AE849D46-FEA8-F85F-EF41-C0D0B779919F}"/>
                </a:ext>
              </a:extLst>
            </p:cNvPr>
            <p:cNvSpPr/>
            <p:nvPr/>
          </p:nvSpPr>
          <p:spPr>
            <a:xfrm>
              <a:off x="6556594" y="1594412"/>
              <a:ext cx="903323" cy="1182207"/>
            </a:xfrm>
            <a:custGeom>
              <a:avLst/>
              <a:gdLst/>
              <a:ahLst/>
              <a:cxnLst/>
              <a:rect l="l" t="t" r="r" b="b"/>
              <a:pathLst>
                <a:path w="56107" h="73429" extrusionOk="0">
                  <a:moveTo>
                    <a:pt x="34158" y="377"/>
                  </a:moveTo>
                  <a:cubicBezTo>
                    <a:pt x="36026" y="377"/>
                    <a:pt x="37927" y="477"/>
                    <a:pt x="39795" y="677"/>
                  </a:cubicBezTo>
                  <a:cubicBezTo>
                    <a:pt x="43765" y="1077"/>
                    <a:pt x="47267" y="3379"/>
                    <a:pt x="49235" y="6815"/>
                  </a:cubicBezTo>
                  <a:cubicBezTo>
                    <a:pt x="51003" y="9950"/>
                    <a:pt x="52104" y="13920"/>
                    <a:pt x="53071" y="17656"/>
                  </a:cubicBezTo>
                  <a:cubicBezTo>
                    <a:pt x="53572" y="19424"/>
                    <a:pt x="53371" y="21092"/>
                    <a:pt x="53171" y="22659"/>
                  </a:cubicBezTo>
                  <a:cubicBezTo>
                    <a:pt x="52971" y="24260"/>
                    <a:pt x="52771" y="25728"/>
                    <a:pt x="53238" y="27329"/>
                  </a:cubicBezTo>
                  <a:cubicBezTo>
                    <a:pt x="53438" y="28030"/>
                    <a:pt x="53605" y="28630"/>
                    <a:pt x="53772" y="29164"/>
                  </a:cubicBezTo>
                  <a:cubicBezTo>
                    <a:pt x="54372" y="30899"/>
                    <a:pt x="54772" y="32666"/>
                    <a:pt x="55006" y="34501"/>
                  </a:cubicBezTo>
                  <a:cubicBezTo>
                    <a:pt x="55706" y="40405"/>
                    <a:pt x="54005" y="47777"/>
                    <a:pt x="52471" y="52948"/>
                  </a:cubicBezTo>
                  <a:cubicBezTo>
                    <a:pt x="49569" y="62721"/>
                    <a:pt x="45566" y="69726"/>
                    <a:pt x="41763" y="71761"/>
                  </a:cubicBezTo>
                  <a:cubicBezTo>
                    <a:pt x="40083" y="72653"/>
                    <a:pt x="38024" y="73031"/>
                    <a:pt x="35752" y="73031"/>
                  </a:cubicBezTo>
                  <a:cubicBezTo>
                    <a:pt x="26969" y="73031"/>
                    <a:pt x="14998" y="67380"/>
                    <a:pt x="9407" y="63855"/>
                  </a:cubicBezTo>
                  <a:cubicBezTo>
                    <a:pt x="5104" y="61120"/>
                    <a:pt x="3336" y="59019"/>
                    <a:pt x="1768" y="47611"/>
                  </a:cubicBezTo>
                  <a:cubicBezTo>
                    <a:pt x="434" y="37970"/>
                    <a:pt x="967" y="22859"/>
                    <a:pt x="4170" y="15254"/>
                  </a:cubicBezTo>
                  <a:cubicBezTo>
                    <a:pt x="9307" y="3145"/>
                    <a:pt x="23784" y="377"/>
                    <a:pt x="34158" y="377"/>
                  </a:cubicBezTo>
                  <a:close/>
                  <a:moveTo>
                    <a:pt x="34158" y="0"/>
                  </a:moveTo>
                  <a:cubicBezTo>
                    <a:pt x="23678" y="0"/>
                    <a:pt x="9039" y="2802"/>
                    <a:pt x="3803" y="15121"/>
                  </a:cubicBezTo>
                  <a:cubicBezTo>
                    <a:pt x="567" y="22759"/>
                    <a:pt x="0" y="37970"/>
                    <a:pt x="1368" y="47677"/>
                  </a:cubicBezTo>
                  <a:cubicBezTo>
                    <a:pt x="2935" y="59219"/>
                    <a:pt x="4803" y="61387"/>
                    <a:pt x="9207" y="64189"/>
                  </a:cubicBezTo>
                  <a:cubicBezTo>
                    <a:pt x="14811" y="67758"/>
                    <a:pt x="26886" y="73429"/>
                    <a:pt x="35792" y="73429"/>
                  </a:cubicBezTo>
                  <a:cubicBezTo>
                    <a:pt x="38094" y="73429"/>
                    <a:pt x="40229" y="73062"/>
                    <a:pt x="41963" y="72128"/>
                  </a:cubicBezTo>
                  <a:cubicBezTo>
                    <a:pt x="45866" y="70060"/>
                    <a:pt x="49969" y="62921"/>
                    <a:pt x="52871" y="53081"/>
                  </a:cubicBezTo>
                  <a:cubicBezTo>
                    <a:pt x="54439" y="47877"/>
                    <a:pt x="56107" y="40439"/>
                    <a:pt x="55406" y="34468"/>
                  </a:cubicBezTo>
                  <a:cubicBezTo>
                    <a:pt x="55206" y="32633"/>
                    <a:pt x="54772" y="30832"/>
                    <a:pt x="54172" y="29064"/>
                  </a:cubicBezTo>
                  <a:cubicBezTo>
                    <a:pt x="54005" y="28530"/>
                    <a:pt x="53805" y="27930"/>
                    <a:pt x="53605" y="27229"/>
                  </a:cubicBezTo>
                  <a:cubicBezTo>
                    <a:pt x="53171" y="25728"/>
                    <a:pt x="53371" y="24260"/>
                    <a:pt x="53572" y="22726"/>
                  </a:cubicBezTo>
                  <a:cubicBezTo>
                    <a:pt x="53772" y="21092"/>
                    <a:pt x="54005" y="19424"/>
                    <a:pt x="53472" y="17556"/>
                  </a:cubicBezTo>
                  <a:cubicBezTo>
                    <a:pt x="52437" y="13553"/>
                    <a:pt x="51203" y="9283"/>
                    <a:pt x="49235" y="6047"/>
                  </a:cubicBezTo>
                  <a:cubicBezTo>
                    <a:pt x="47234" y="2812"/>
                    <a:pt x="43865" y="677"/>
                    <a:pt x="40095" y="310"/>
                  </a:cubicBezTo>
                  <a:cubicBezTo>
                    <a:pt x="38385" y="124"/>
                    <a:pt x="36363" y="0"/>
                    <a:pt x="3415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3">
              <a:extLst>
                <a:ext uri="{FF2B5EF4-FFF2-40B4-BE49-F238E27FC236}">
                  <a16:creationId xmlns:a16="http://schemas.microsoft.com/office/drawing/2014/main" id="{7031D716-BF9B-714B-83DE-61BE6DF96BCE}"/>
                </a:ext>
              </a:extLst>
            </p:cNvPr>
            <p:cNvSpPr/>
            <p:nvPr/>
          </p:nvSpPr>
          <p:spPr>
            <a:xfrm>
              <a:off x="6866471" y="2030819"/>
              <a:ext cx="201411" cy="107467"/>
            </a:xfrm>
            <a:custGeom>
              <a:avLst/>
              <a:gdLst/>
              <a:ahLst/>
              <a:cxnLst/>
              <a:rect l="l" t="t" r="r" b="b"/>
              <a:pathLst>
                <a:path w="12510" h="6675" extrusionOk="0">
                  <a:moveTo>
                    <a:pt x="7192" y="0"/>
                  </a:moveTo>
                  <a:cubicBezTo>
                    <a:pt x="3711" y="0"/>
                    <a:pt x="779" y="1510"/>
                    <a:pt x="0" y="3659"/>
                  </a:cubicBezTo>
                  <a:cubicBezTo>
                    <a:pt x="636" y="4773"/>
                    <a:pt x="2699" y="6675"/>
                    <a:pt x="6303" y="6675"/>
                  </a:cubicBezTo>
                  <a:cubicBezTo>
                    <a:pt x="6478" y="6675"/>
                    <a:pt x="6656" y="6671"/>
                    <a:pt x="6838" y="6661"/>
                  </a:cubicBezTo>
                  <a:cubicBezTo>
                    <a:pt x="10975" y="6461"/>
                    <a:pt x="12509" y="4426"/>
                    <a:pt x="12476" y="3426"/>
                  </a:cubicBezTo>
                  <a:cubicBezTo>
                    <a:pt x="12476" y="2425"/>
                    <a:pt x="11742" y="290"/>
                    <a:pt x="7939" y="23"/>
                  </a:cubicBezTo>
                  <a:cubicBezTo>
                    <a:pt x="7688" y="8"/>
                    <a:pt x="7439" y="0"/>
                    <a:pt x="719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3">
              <a:extLst>
                <a:ext uri="{FF2B5EF4-FFF2-40B4-BE49-F238E27FC236}">
                  <a16:creationId xmlns:a16="http://schemas.microsoft.com/office/drawing/2014/main" id="{478C124B-CF50-D276-26DC-8EA18A5230C7}"/>
                </a:ext>
              </a:extLst>
            </p:cNvPr>
            <p:cNvSpPr/>
            <p:nvPr/>
          </p:nvSpPr>
          <p:spPr>
            <a:xfrm>
              <a:off x="6885260" y="2031189"/>
              <a:ext cx="115485" cy="96407"/>
            </a:xfrm>
            <a:custGeom>
              <a:avLst/>
              <a:gdLst/>
              <a:ahLst/>
              <a:cxnLst/>
              <a:rect l="l" t="t" r="r" b="b"/>
              <a:pathLst>
                <a:path w="7173" h="5988" extrusionOk="0">
                  <a:moveTo>
                    <a:pt x="5771" y="0"/>
                  </a:moveTo>
                  <a:cubicBezTo>
                    <a:pt x="4070" y="0"/>
                    <a:pt x="2369" y="434"/>
                    <a:pt x="901" y="1301"/>
                  </a:cubicBezTo>
                  <a:cubicBezTo>
                    <a:pt x="1" y="3202"/>
                    <a:pt x="1101" y="5471"/>
                    <a:pt x="3170" y="5904"/>
                  </a:cubicBezTo>
                  <a:cubicBezTo>
                    <a:pt x="3414" y="5960"/>
                    <a:pt x="3657" y="5987"/>
                    <a:pt x="3896" y="5987"/>
                  </a:cubicBezTo>
                  <a:cubicBezTo>
                    <a:pt x="5649" y="5987"/>
                    <a:pt x="7172" y="4551"/>
                    <a:pt x="7172" y="2702"/>
                  </a:cubicBezTo>
                  <a:cubicBezTo>
                    <a:pt x="7172" y="1601"/>
                    <a:pt x="6639" y="601"/>
                    <a:pt x="57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73">
              <a:extLst>
                <a:ext uri="{FF2B5EF4-FFF2-40B4-BE49-F238E27FC236}">
                  <a16:creationId xmlns:a16="http://schemas.microsoft.com/office/drawing/2014/main" id="{842162D3-1763-C7A0-73E8-30331BEFC804}"/>
                </a:ext>
              </a:extLst>
            </p:cNvPr>
            <p:cNvSpPr/>
            <p:nvPr/>
          </p:nvSpPr>
          <p:spPr>
            <a:xfrm>
              <a:off x="6916413" y="2051057"/>
              <a:ext cx="54257" cy="46545"/>
            </a:xfrm>
            <a:custGeom>
              <a:avLst/>
              <a:gdLst/>
              <a:ahLst/>
              <a:cxnLst/>
              <a:rect l="l" t="t" r="r" b="b"/>
              <a:pathLst>
                <a:path w="3370" h="2891" extrusionOk="0">
                  <a:moveTo>
                    <a:pt x="1935" y="0"/>
                  </a:moveTo>
                  <a:cubicBezTo>
                    <a:pt x="667" y="0"/>
                    <a:pt x="0" y="1568"/>
                    <a:pt x="934" y="2469"/>
                  </a:cubicBezTo>
                  <a:cubicBezTo>
                    <a:pt x="1225" y="2760"/>
                    <a:pt x="1582" y="2891"/>
                    <a:pt x="1932" y="2891"/>
                  </a:cubicBezTo>
                  <a:cubicBezTo>
                    <a:pt x="2666" y="2891"/>
                    <a:pt x="3369" y="2316"/>
                    <a:pt x="3369" y="1435"/>
                  </a:cubicBezTo>
                  <a:cubicBezTo>
                    <a:pt x="3369" y="634"/>
                    <a:pt x="2736" y="0"/>
                    <a:pt x="193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73">
              <a:extLst>
                <a:ext uri="{FF2B5EF4-FFF2-40B4-BE49-F238E27FC236}">
                  <a16:creationId xmlns:a16="http://schemas.microsoft.com/office/drawing/2014/main" id="{0C222CC3-E102-2108-511D-AF895DE3C980}"/>
                </a:ext>
              </a:extLst>
            </p:cNvPr>
            <p:cNvSpPr/>
            <p:nvPr/>
          </p:nvSpPr>
          <p:spPr>
            <a:xfrm>
              <a:off x="6916413" y="2051057"/>
              <a:ext cx="54257" cy="46545"/>
            </a:xfrm>
            <a:custGeom>
              <a:avLst/>
              <a:gdLst/>
              <a:ahLst/>
              <a:cxnLst/>
              <a:rect l="l" t="t" r="r" b="b"/>
              <a:pathLst>
                <a:path w="3370" h="2891" extrusionOk="0">
                  <a:moveTo>
                    <a:pt x="1935" y="0"/>
                  </a:moveTo>
                  <a:cubicBezTo>
                    <a:pt x="667" y="0"/>
                    <a:pt x="0" y="1568"/>
                    <a:pt x="934" y="2469"/>
                  </a:cubicBezTo>
                  <a:cubicBezTo>
                    <a:pt x="1225" y="2760"/>
                    <a:pt x="1582" y="2891"/>
                    <a:pt x="1932" y="2891"/>
                  </a:cubicBezTo>
                  <a:cubicBezTo>
                    <a:pt x="2666" y="2891"/>
                    <a:pt x="3369" y="2316"/>
                    <a:pt x="3369" y="1435"/>
                  </a:cubicBezTo>
                  <a:cubicBezTo>
                    <a:pt x="3369" y="634"/>
                    <a:pt x="2736" y="0"/>
                    <a:pt x="19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3">
              <a:extLst>
                <a:ext uri="{FF2B5EF4-FFF2-40B4-BE49-F238E27FC236}">
                  <a16:creationId xmlns:a16="http://schemas.microsoft.com/office/drawing/2014/main" id="{9123CE13-B556-C2FC-BBD4-C62C842B7848}"/>
                </a:ext>
              </a:extLst>
            </p:cNvPr>
            <p:cNvSpPr/>
            <p:nvPr/>
          </p:nvSpPr>
          <p:spPr>
            <a:xfrm>
              <a:off x="6952928" y="2052667"/>
              <a:ext cx="25261" cy="21574"/>
            </a:xfrm>
            <a:custGeom>
              <a:avLst/>
              <a:gdLst/>
              <a:ahLst/>
              <a:cxnLst/>
              <a:rect l="l" t="t" r="r" b="b"/>
              <a:pathLst>
                <a:path w="1569" h="1340" extrusionOk="0">
                  <a:moveTo>
                    <a:pt x="901" y="0"/>
                  </a:moveTo>
                  <a:cubicBezTo>
                    <a:pt x="301" y="0"/>
                    <a:pt x="1" y="734"/>
                    <a:pt x="434" y="1135"/>
                  </a:cubicBezTo>
                  <a:cubicBezTo>
                    <a:pt x="576" y="1276"/>
                    <a:pt x="746" y="1340"/>
                    <a:pt x="912" y="1340"/>
                  </a:cubicBezTo>
                  <a:cubicBezTo>
                    <a:pt x="1251" y="1340"/>
                    <a:pt x="1568" y="1072"/>
                    <a:pt x="1568" y="668"/>
                  </a:cubicBezTo>
                  <a:cubicBezTo>
                    <a:pt x="1568" y="301"/>
                    <a:pt x="1268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3">
              <a:extLst>
                <a:ext uri="{FF2B5EF4-FFF2-40B4-BE49-F238E27FC236}">
                  <a16:creationId xmlns:a16="http://schemas.microsoft.com/office/drawing/2014/main" id="{1A3B03C9-D8E6-DC16-EA52-1D2D755E054C}"/>
                </a:ext>
              </a:extLst>
            </p:cNvPr>
            <p:cNvSpPr/>
            <p:nvPr/>
          </p:nvSpPr>
          <p:spPr>
            <a:xfrm>
              <a:off x="7274622" y="1997975"/>
              <a:ext cx="147701" cy="102299"/>
            </a:xfrm>
            <a:custGeom>
              <a:avLst/>
              <a:gdLst/>
              <a:ahLst/>
              <a:cxnLst/>
              <a:rect l="l" t="t" r="r" b="b"/>
              <a:pathLst>
                <a:path w="9174" h="6354" extrusionOk="0">
                  <a:moveTo>
                    <a:pt x="6045" y="0"/>
                  </a:moveTo>
                  <a:cubicBezTo>
                    <a:pt x="5865" y="0"/>
                    <a:pt x="5674" y="9"/>
                    <a:pt x="5471" y="28"/>
                  </a:cubicBezTo>
                  <a:cubicBezTo>
                    <a:pt x="3169" y="229"/>
                    <a:pt x="1" y="1930"/>
                    <a:pt x="267" y="4465"/>
                  </a:cubicBezTo>
                  <a:cubicBezTo>
                    <a:pt x="403" y="5629"/>
                    <a:pt x="2076" y="6354"/>
                    <a:pt x="3896" y="6354"/>
                  </a:cubicBezTo>
                  <a:cubicBezTo>
                    <a:pt x="4319" y="6354"/>
                    <a:pt x="4750" y="6315"/>
                    <a:pt x="5171" y="6233"/>
                  </a:cubicBezTo>
                  <a:cubicBezTo>
                    <a:pt x="8040" y="5632"/>
                    <a:pt x="9174" y="3998"/>
                    <a:pt x="8740" y="1830"/>
                  </a:cubicBezTo>
                  <a:cubicBezTo>
                    <a:pt x="8618" y="1126"/>
                    <a:pt x="8046" y="0"/>
                    <a:pt x="604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3">
              <a:extLst>
                <a:ext uri="{FF2B5EF4-FFF2-40B4-BE49-F238E27FC236}">
                  <a16:creationId xmlns:a16="http://schemas.microsoft.com/office/drawing/2014/main" id="{07CB9860-9011-8977-3A03-D30872D58325}"/>
                </a:ext>
              </a:extLst>
            </p:cNvPr>
            <p:cNvSpPr/>
            <p:nvPr/>
          </p:nvSpPr>
          <p:spPr>
            <a:xfrm>
              <a:off x="7287518" y="2000036"/>
              <a:ext cx="106340" cy="92076"/>
            </a:xfrm>
            <a:custGeom>
              <a:avLst/>
              <a:gdLst/>
              <a:ahLst/>
              <a:cxnLst/>
              <a:rect l="l" t="t" r="r" b="b"/>
              <a:pathLst>
                <a:path w="6605" h="5719" extrusionOk="0">
                  <a:moveTo>
                    <a:pt x="4403" y="0"/>
                  </a:moveTo>
                  <a:cubicBezTo>
                    <a:pt x="2869" y="167"/>
                    <a:pt x="901" y="1035"/>
                    <a:pt x="0" y="2369"/>
                  </a:cubicBezTo>
                  <a:lnTo>
                    <a:pt x="0" y="2669"/>
                  </a:lnTo>
                  <a:cubicBezTo>
                    <a:pt x="0" y="4447"/>
                    <a:pt x="1448" y="5718"/>
                    <a:pt x="3032" y="5718"/>
                  </a:cubicBezTo>
                  <a:cubicBezTo>
                    <a:pt x="3557" y="5718"/>
                    <a:pt x="4097" y="5578"/>
                    <a:pt x="4603" y="5271"/>
                  </a:cubicBezTo>
                  <a:cubicBezTo>
                    <a:pt x="6605" y="4037"/>
                    <a:pt x="6505" y="1068"/>
                    <a:pt x="4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3">
              <a:extLst>
                <a:ext uri="{FF2B5EF4-FFF2-40B4-BE49-F238E27FC236}">
                  <a16:creationId xmlns:a16="http://schemas.microsoft.com/office/drawing/2014/main" id="{55BCE6BC-D6B9-1E81-6748-9EC4123BA228}"/>
                </a:ext>
              </a:extLst>
            </p:cNvPr>
            <p:cNvSpPr/>
            <p:nvPr/>
          </p:nvSpPr>
          <p:spPr>
            <a:xfrm>
              <a:off x="7307386" y="2022592"/>
              <a:ext cx="49958" cy="42794"/>
            </a:xfrm>
            <a:custGeom>
              <a:avLst/>
              <a:gdLst/>
              <a:ahLst/>
              <a:cxnLst/>
              <a:rect l="l" t="t" r="r" b="b"/>
              <a:pathLst>
                <a:path w="3103" h="2658" extrusionOk="0">
                  <a:moveTo>
                    <a:pt x="1768" y="0"/>
                  </a:moveTo>
                  <a:cubicBezTo>
                    <a:pt x="601" y="0"/>
                    <a:pt x="0" y="1435"/>
                    <a:pt x="834" y="2269"/>
                  </a:cubicBezTo>
                  <a:cubicBezTo>
                    <a:pt x="1103" y="2537"/>
                    <a:pt x="1434" y="2657"/>
                    <a:pt x="1759" y="2657"/>
                  </a:cubicBezTo>
                  <a:cubicBezTo>
                    <a:pt x="2443" y="2657"/>
                    <a:pt x="3103" y="2126"/>
                    <a:pt x="3103" y="1335"/>
                  </a:cubicBezTo>
                  <a:cubicBezTo>
                    <a:pt x="3103" y="601"/>
                    <a:pt x="2502" y="0"/>
                    <a:pt x="176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3">
              <a:extLst>
                <a:ext uri="{FF2B5EF4-FFF2-40B4-BE49-F238E27FC236}">
                  <a16:creationId xmlns:a16="http://schemas.microsoft.com/office/drawing/2014/main" id="{73E505C0-E519-F0BF-02FB-2527FFAAA7A6}"/>
                </a:ext>
              </a:extLst>
            </p:cNvPr>
            <p:cNvSpPr/>
            <p:nvPr/>
          </p:nvSpPr>
          <p:spPr>
            <a:xfrm>
              <a:off x="7307386" y="2022592"/>
              <a:ext cx="49958" cy="42794"/>
            </a:xfrm>
            <a:custGeom>
              <a:avLst/>
              <a:gdLst/>
              <a:ahLst/>
              <a:cxnLst/>
              <a:rect l="l" t="t" r="r" b="b"/>
              <a:pathLst>
                <a:path w="3103" h="2658" extrusionOk="0">
                  <a:moveTo>
                    <a:pt x="1768" y="0"/>
                  </a:moveTo>
                  <a:cubicBezTo>
                    <a:pt x="601" y="0"/>
                    <a:pt x="0" y="1435"/>
                    <a:pt x="834" y="2269"/>
                  </a:cubicBezTo>
                  <a:cubicBezTo>
                    <a:pt x="1103" y="2537"/>
                    <a:pt x="1434" y="2657"/>
                    <a:pt x="1759" y="2657"/>
                  </a:cubicBezTo>
                  <a:cubicBezTo>
                    <a:pt x="2443" y="2657"/>
                    <a:pt x="3103" y="2126"/>
                    <a:pt x="3103" y="1335"/>
                  </a:cubicBezTo>
                  <a:cubicBezTo>
                    <a:pt x="3103" y="601"/>
                    <a:pt x="2502" y="0"/>
                    <a:pt x="1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3">
              <a:extLst>
                <a:ext uri="{FF2B5EF4-FFF2-40B4-BE49-F238E27FC236}">
                  <a16:creationId xmlns:a16="http://schemas.microsoft.com/office/drawing/2014/main" id="{98F93EE8-AF9F-7253-37AE-A53986B7D8AF}"/>
                </a:ext>
              </a:extLst>
            </p:cNvPr>
            <p:cNvSpPr/>
            <p:nvPr/>
          </p:nvSpPr>
          <p:spPr>
            <a:xfrm>
              <a:off x="7338539" y="2020450"/>
              <a:ext cx="25245" cy="21574"/>
            </a:xfrm>
            <a:custGeom>
              <a:avLst/>
              <a:gdLst/>
              <a:ahLst/>
              <a:cxnLst/>
              <a:rect l="l" t="t" r="r" b="b"/>
              <a:pathLst>
                <a:path w="1568" h="1340" extrusionOk="0">
                  <a:moveTo>
                    <a:pt x="901" y="0"/>
                  </a:moveTo>
                  <a:cubicBezTo>
                    <a:pt x="300" y="0"/>
                    <a:pt x="0" y="701"/>
                    <a:pt x="400" y="1134"/>
                  </a:cubicBezTo>
                  <a:cubicBezTo>
                    <a:pt x="542" y="1276"/>
                    <a:pt x="716" y="1339"/>
                    <a:pt x="886" y="1339"/>
                  </a:cubicBezTo>
                  <a:cubicBezTo>
                    <a:pt x="1236" y="1339"/>
                    <a:pt x="1568" y="1071"/>
                    <a:pt x="1568" y="667"/>
                  </a:cubicBezTo>
                  <a:cubicBezTo>
                    <a:pt x="1568" y="300"/>
                    <a:pt x="1268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3">
              <a:extLst>
                <a:ext uri="{FF2B5EF4-FFF2-40B4-BE49-F238E27FC236}">
                  <a16:creationId xmlns:a16="http://schemas.microsoft.com/office/drawing/2014/main" id="{3929459A-32F2-9F0A-4C91-F2083B791FE5}"/>
                </a:ext>
              </a:extLst>
            </p:cNvPr>
            <p:cNvSpPr/>
            <p:nvPr/>
          </p:nvSpPr>
          <p:spPr>
            <a:xfrm>
              <a:off x="7041542" y="2458274"/>
              <a:ext cx="252432" cy="45193"/>
            </a:xfrm>
            <a:custGeom>
              <a:avLst/>
              <a:gdLst/>
              <a:ahLst/>
              <a:cxnLst/>
              <a:rect l="l" t="t" r="r" b="b"/>
              <a:pathLst>
                <a:path w="15679" h="2807" extrusionOk="0">
                  <a:moveTo>
                    <a:pt x="13735" y="0"/>
                  </a:moveTo>
                  <a:cubicBezTo>
                    <a:pt x="13360" y="0"/>
                    <a:pt x="12985" y="76"/>
                    <a:pt x="12610" y="226"/>
                  </a:cubicBezTo>
                  <a:cubicBezTo>
                    <a:pt x="12209" y="392"/>
                    <a:pt x="11809" y="659"/>
                    <a:pt x="11375" y="826"/>
                  </a:cubicBezTo>
                  <a:cubicBezTo>
                    <a:pt x="11188" y="864"/>
                    <a:pt x="11000" y="882"/>
                    <a:pt x="10812" y="882"/>
                  </a:cubicBezTo>
                  <a:cubicBezTo>
                    <a:pt x="10500" y="882"/>
                    <a:pt x="10187" y="830"/>
                    <a:pt x="9874" y="726"/>
                  </a:cubicBezTo>
                  <a:cubicBezTo>
                    <a:pt x="9407" y="593"/>
                    <a:pt x="8874" y="526"/>
                    <a:pt x="8373" y="526"/>
                  </a:cubicBezTo>
                  <a:cubicBezTo>
                    <a:pt x="7873" y="559"/>
                    <a:pt x="7372" y="659"/>
                    <a:pt x="6872" y="826"/>
                  </a:cubicBezTo>
                  <a:cubicBezTo>
                    <a:pt x="5871" y="1126"/>
                    <a:pt x="4904" y="1560"/>
                    <a:pt x="3903" y="1860"/>
                  </a:cubicBezTo>
                  <a:cubicBezTo>
                    <a:pt x="3336" y="1994"/>
                    <a:pt x="2769" y="2094"/>
                    <a:pt x="2202" y="2194"/>
                  </a:cubicBezTo>
                  <a:cubicBezTo>
                    <a:pt x="1702" y="2269"/>
                    <a:pt x="1183" y="2306"/>
                    <a:pt x="659" y="2306"/>
                  </a:cubicBezTo>
                  <a:cubicBezTo>
                    <a:pt x="484" y="2306"/>
                    <a:pt x="309" y="2302"/>
                    <a:pt x="134" y="2294"/>
                  </a:cubicBezTo>
                  <a:cubicBezTo>
                    <a:pt x="101" y="2427"/>
                    <a:pt x="67" y="2527"/>
                    <a:pt x="1" y="2661"/>
                  </a:cubicBezTo>
                  <a:cubicBezTo>
                    <a:pt x="485" y="2763"/>
                    <a:pt x="969" y="2806"/>
                    <a:pt x="1468" y="2806"/>
                  </a:cubicBezTo>
                  <a:cubicBezTo>
                    <a:pt x="1622" y="2806"/>
                    <a:pt x="1778" y="2802"/>
                    <a:pt x="1935" y="2794"/>
                  </a:cubicBezTo>
                  <a:cubicBezTo>
                    <a:pt x="2469" y="2761"/>
                    <a:pt x="3003" y="2694"/>
                    <a:pt x="3503" y="2561"/>
                  </a:cubicBezTo>
                  <a:cubicBezTo>
                    <a:pt x="4537" y="2327"/>
                    <a:pt x="5538" y="2060"/>
                    <a:pt x="6539" y="1693"/>
                  </a:cubicBezTo>
                  <a:cubicBezTo>
                    <a:pt x="7039" y="1493"/>
                    <a:pt x="7539" y="1360"/>
                    <a:pt x="8073" y="1260"/>
                  </a:cubicBezTo>
                  <a:cubicBezTo>
                    <a:pt x="8240" y="1237"/>
                    <a:pt x="8407" y="1226"/>
                    <a:pt x="8573" y="1226"/>
                  </a:cubicBezTo>
                  <a:cubicBezTo>
                    <a:pt x="8907" y="1226"/>
                    <a:pt x="9240" y="1271"/>
                    <a:pt x="9574" y="1360"/>
                  </a:cubicBezTo>
                  <a:cubicBezTo>
                    <a:pt x="9963" y="1499"/>
                    <a:pt x="10376" y="1568"/>
                    <a:pt x="10792" y="1568"/>
                  </a:cubicBezTo>
                  <a:cubicBezTo>
                    <a:pt x="10875" y="1568"/>
                    <a:pt x="10958" y="1566"/>
                    <a:pt x="11042" y="1560"/>
                  </a:cubicBezTo>
                  <a:cubicBezTo>
                    <a:pt x="11475" y="1460"/>
                    <a:pt x="11909" y="1293"/>
                    <a:pt x="12276" y="1060"/>
                  </a:cubicBezTo>
                  <a:cubicBezTo>
                    <a:pt x="12743" y="793"/>
                    <a:pt x="13243" y="626"/>
                    <a:pt x="13777" y="593"/>
                  </a:cubicBezTo>
                  <a:cubicBezTo>
                    <a:pt x="13851" y="585"/>
                    <a:pt x="13921" y="582"/>
                    <a:pt x="13990" y="582"/>
                  </a:cubicBezTo>
                  <a:cubicBezTo>
                    <a:pt x="14543" y="582"/>
                    <a:pt x="14955" y="796"/>
                    <a:pt x="15578" y="826"/>
                  </a:cubicBezTo>
                  <a:cubicBezTo>
                    <a:pt x="15578" y="693"/>
                    <a:pt x="15612" y="559"/>
                    <a:pt x="15678" y="426"/>
                  </a:cubicBezTo>
                  <a:cubicBezTo>
                    <a:pt x="15145" y="259"/>
                    <a:pt x="14644" y="126"/>
                    <a:pt x="14111" y="26"/>
                  </a:cubicBezTo>
                  <a:cubicBezTo>
                    <a:pt x="13986" y="9"/>
                    <a:pt x="13860" y="0"/>
                    <a:pt x="1373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73">
              <a:extLst>
                <a:ext uri="{FF2B5EF4-FFF2-40B4-BE49-F238E27FC236}">
                  <a16:creationId xmlns:a16="http://schemas.microsoft.com/office/drawing/2014/main" id="{F929F06D-8D05-950D-8236-3388D2C14F1B}"/>
                </a:ext>
              </a:extLst>
            </p:cNvPr>
            <p:cNvSpPr/>
            <p:nvPr/>
          </p:nvSpPr>
          <p:spPr>
            <a:xfrm>
              <a:off x="6241872" y="2036728"/>
              <a:ext cx="402275" cy="478991"/>
            </a:xfrm>
            <a:custGeom>
              <a:avLst/>
              <a:gdLst/>
              <a:ahLst/>
              <a:cxnLst/>
              <a:rect l="l" t="t" r="r" b="b"/>
              <a:pathLst>
                <a:path w="24986" h="29751" extrusionOk="0">
                  <a:moveTo>
                    <a:pt x="9446" y="0"/>
                  </a:moveTo>
                  <a:cubicBezTo>
                    <a:pt x="8400" y="0"/>
                    <a:pt x="7452" y="247"/>
                    <a:pt x="6639" y="724"/>
                  </a:cubicBezTo>
                  <a:lnTo>
                    <a:pt x="3136" y="2725"/>
                  </a:lnTo>
                  <a:cubicBezTo>
                    <a:pt x="1202" y="3859"/>
                    <a:pt x="1" y="6261"/>
                    <a:pt x="1" y="9697"/>
                  </a:cubicBezTo>
                  <a:cubicBezTo>
                    <a:pt x="1" y="16535"/>
                    <a:pt x="4804" y="24874"/>
                    <a:pt x="10742" y="28277"/>
                  </a:cubicBezTo>
                  <a:cubicBezTo>
                    <a:pt x="12464" y="29283"/>
                    <a:pt x="14086" y="29751"/>
                    <a:pt x="15522" y="29751"/>
                  </a:cubicBezTo>
                  <a:cubicBezTo>
                    <a:pt x="16560" y="29751"/>
                    <a:pt x="17502" y="29506"/>
                    <a:pt x="18314" y="29044"/>
                  </a:cubicBezTo>
                  <a:lnTo>
                    <a:pt x="21816" y="27009"/>
                  </a:lnTo>
                  <a:cubicBezTo>
                    <a:pt x="23784" y="25908"/>
                    <a:pt x="24985" y="23473"/>
                    <a:pt x="24985" y="20071"/>
                  </a:cubicBezTo>
                  <a:cubicBezTo>
                    <a:pt x="24985" y="13199"/>
                    <a:pt x="20148" y="4893"/>
                    <a:pt x="14244" y="1457"/>
                  </a:cubicBezTo>
                  <a:cubicBezTo>
                    <a:pt x="12523" y="471"/>
                    <a:pt x="10891" y="0"/>
                    <a:pt x="94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73">
              <a:extLst>
                <a:ext uri="{FF2B5EF4-FFF2-40B4-BE49-F238E27FC236}">
                  <a16:creationId xmlns:a16="http://schemas.microsoft.com/office/drawing/2014/main" id="{DCDF54CD-FB44-8AA6-07A7-ED6B76CA4199}"/>
                </a:ext>
              </a:extLst>
            </p:cNvPr>
            <p:cNvSpPr/>
            <p:nvPr/>
          </p:nvSpPr>
          <p:spPr>
            <a:xfrm>
              <a:off x="6241872" y="2069217"/>
              <a:ext cx="345876" cy="446501"/>
            </a:xfrm>
            <a:custGeom>
              <a:avLst/>
              <a:gdLst/>
              <a:ahLst/>
              <a:cxnLst/>
              <a:rect l="l" t="t" r="r" b="b"/>
              <a:pathLst>
                <a:path w="21483" h="27733" extrusionOk="0">
                  <a:moveTo>
                    <a:pt x="5941" y="0"/>
                  </a:moveTo>
                  <a:cubicBezTo>
                    <a:pt x="4896" y="0"/>
                    <a:pt x="3948" y="245"/>
                    <a:pt x="3136" y="707"/>
                  </a:cubicBezTo>
                  <a:cubicBezTo>
                    <a:pt x="1202" y="1841"/>
                    <a:pt x="1" y="4243"/>
                    <a:pt x="1" y="7679"/>
                  </a:cubicBezTo>
                  <a:cubicBezTo>
                    <a:pt x="1" y="14517"/>
                    <a:pt x="4804" y="22856"/>
                    <a:pt x="10742" y="26259"/>
                  </a:cubicBezTo>
                  <a:cubicBezTo>
                    <a:pt x="12464" y="27265"/>
                    <a:pt x="14086" y="27733"/>
                    <a:pt x="15522" y="27733"/>
                  </a:cubicBezTo>
                  <a:cubicBezTo>
                    <a:pt x="16560" y="27733"/>
                    <a:pt x="17502" y="27488"/>
                    <a:pt x="18314" y="27026"/>
                  </a:cubicBezTo>
                  <a:cubicBezTo>
                    <a:pt x="20282" y="25892"/>
                    <a:pt x="21483" y="23490"/>
                    <a:pt x="21483" y="20054"/>
                  </a:cubicBezTo>
                  <a:cubicBezTo>
                    <a:pt x="21483" y="13216"/>
                    <a:pt x="16679" y="4877"/>
                    <a:pt x="10742" y="1474"/>
                  </a:cubicBezTo>
                  <a:cubicBezTo>
                    <a:pt x="9019" y="468"/>
                    <a:pt x="7386" y="0"/>
                    <a:pt x="59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3">
              <a:extLst>
                <a:ext uri="{FF2B5EF4-FFF2-40B4-BE49-F238E27FC236}">
                  <a16:creationId xmlns:a16="http://schemas.microsoft.com/office/drawing/2014/main" id="{AEFE0D82-17E5-3ECB-480D-C4990A8D0904}"/>
                </a:ext>
              </a:extLst>
            </p:cNvPr>
            <p:cNvSpPr/>
            <p:nvPr/>
          </p:nvSpPr>
          <p:spPr>
            <a:xfrm>
              <a:off x="6273556" y="2108807"/>
              <a:ext cx="281975" cy="367611"/>
            </a:xfrm>
            <a:custGeom>
              <a:avLst/>
              <a:gdLst/>
              <a:ahLst/>
              <a:cxnLst/>
              <a:rect l="l" t="t" r="r" b="b"/>
              <a:pathLst>
                <a:path w="17514" h="22833" extrusionOk="0">
                  <a:moveTo>
                    <a:pt x="4655" y="258"/>
                  </a:moveTo>
                  <a:cubicBezTo>
                    <a:pt x="5814" y="258"/>
                    <a:pt x="7123" y="683"/>
                    <a:pt x="8507" y="1517"/>
                  </a:cubicBezTo>
                  <a:cubicBezTo>
                    <a:pt x="13177" y="4352"/>
                    <a:pt x="17080" y="11124"/>
                    <a:pt x="17213" y="16595"/>
                  </a:cubicBezTo>
                  <a:cubicBezTo>
                    <a:pt x="17246" y="19230"/>
                    <a:pt x="16446" y="21164"/>
                    <a:pt x="14911" y="22032"/>
                  </a:cubicBezTo>
                  <a:cubicBezTo>
                    <a:pt x="14313" y="22383"/>
                    <a:pt x="13628" y="22557"/>
                    <a:pt x="12883" y="22557"/>
                  </a:cubicBezTo>
                  <a:cubicBezTo>
                    <a:pt x="11717" y="22557"/>
                    <a:pt x="10404" y="22132"/>
                    <a:pt x="9041" y="21298"/>
                  </a:cubicBezTo>
                  <a:cubicBezTo>
                    <a:pt x="4337" y="18463"/>
                    <a:pt x="434" y="11691"/>
                    <a:pt x="334" y="6220"/>
                  </a:cubicBezTo>
                  <a:cubicBezTo>
                    <a:pt x="268" y="3619"/>
                    <a:pt x="1102" y="1650"/>
                    <a:pt x="2636" y="783"/>
                  </a:cubicBezTo>
                  <a:cubicBezTo>
                    <a:pt x="3235" y="432"/>
                    <a:pt x="3914" y="258"/>
                    <a:pt x="4655" y="258"/>
                  </a:cubicBezTo>
                  <a:close/>
                  <a:moveTo>
                    <a:pt x="4656" y="1"/>
                  </a:moveTo>
                  <a:cubicBezTo>
                    <a:pt x="3870" y="1"/>
                    <a:pt x="3145" y="182"/>
                    <a:pt x="2503" y="550"/>
                  </a:cubicBezTo>
                  <a:cubicBezTo>
                    <a:pt x="868" y="1484"/>
                    <a:pt x="1" y="3518"/>
                    <a:pt x="68" y="6220"/>
                  </a:cubicBezTo>
                  <a:cubicBezTo>
                    <a:pt x="168" y="11791"/>
                    <a:pt x="4137" y="18663"/>
                    <a:pt x="8907" y="21531"/>
                  </a:cubicBezTo>
                  <a:cubicBezTo>
                    <a:pt x="10075" y="22299"/>
                    <a:pt x="11476" y="22766"/>
                    <a:pt x="12877" y="22832"/>
                  </a:cubicBezTo>
                  <a:cubicBezTo>
                    <a:pt x="13644" y="22832"/>
                    <a:pt x="14378" y="22632"/>
                    <a:pt x="15045" y="22265"/>
                  </a:cubicBezTo>
                  <a:cubicBezTo>
                    <a:pt x="16646" y="21331"/>
                    <a:pt x="17513" y="19296"/>
                    <a:pt x="17480" y="16595"/>
                  </a:cubicBezTo>
                  <a:cubicBezTo>
                    <a:pt x="17347" y="11024"/>
                    <a:pt x="13377" y="4152"/>
                    <a:pt x="8640" y="1284"/>
                  </a:cubicBezTo>
                  <a:cubicBezTo>
                    <a:pt x="7223" y="433"/>
                    <a:pt x="5868" y="1"/>
                    <a:pt x="46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3">
              <a:extLst>
                <a:ext uri="{FF2B5EF4-FFF2-40B4-BE49-F238E27FC236}">
                  <a16:creationId xmlns:a16="http://schemas.microsoft.com/office/drawing/2014/main" id="{25299C6C-2F43-D14B-3B0C-49A28F4455A9}"/>
                </a:ext>
              </a:extLst>
            </p:cNvPr>
            <p:cNvSpPr/>
            <p:nvPr/>
          </p:nvSpPr>
          <p:spPr>
            <a:xfrm>
              <a:off x="6266585" y="2153775"/>
              <a:ext cx="250806" cy="303372"/>
            </a:xfrm>
            <a:custGeom>
              <a:avLst/>
              <a:gdLst/>
              <a:ahLst/>
              <a:cxnLst/>
              <a:rect l="l" t="t" r="r" b="b"/>
              <a:pathLst>
                <a:path w="15578" h="18843" extrusionOk="0">
                  <a:moveTo>
                    <a:pt x="5559" y="0"/>
                  </a:moveTo>
                  <a:cubicBezTo>
                    <a:pt x="4897" y="0"/>
                    <a:pt x="4293" y="155"/>
                    <a:pt x="3770" y="459"/>
                  </a:cubicBezTo>
                  <a:lnTo>
                    <a:pt x="2035" y="1459"/>
                  </a:lnTo>
                  <a:cubicBezTo>
                    <a:pt x="801" y="2193"/>
                    <a:pt x="0" y="3728"/>
                    <a:pt x="0" y="5929"/>
                  </a:cubicBezTo>
                  <a:cubicBezTo>
                    <a:pt x="0" y="10332"/>
                    <a:pt x="3102" y="15703"/>
                    <a:pt x="6905" y="17904"/>
                  </a:cubicBezTo>
                  <a:cubicBezTo>
                    <a:pt x="8004" y="18541"/>
                    <a:pt x="9047" y="18842"/>
                    <a:pt x="9976" y="18842"/>
                  </a:cubicBezTo>
                  <a:cubicBezTo>
                    <a:pt x="10655" y="18842"/>
                    <a:pt x="11273" y="18681"/>
                    <a:pt x="11809" y="18371"/>
                  </a:cubicBezTo>
                  <a:lnTo>
                    <a:pt x="13543" y="17371"/>
                  </a:lnTo>
                  <a:cubicBezTo>
                    <a:pt x="14811" y="16670"/>
                    <a:pt x="15578" y="15102"/>
                    <a:pt x="15578" y="12901"/>
                  </a:cubicBezTo>
                  <a:cubicBezTo>
                    <a:pt x="15578" y="8498"/>
                    <a:pt x="12476" y="3161"/>
                    <a:pt x="8673" y="959"/>
                  </a:cubicBezTo>
                  <a:cubicBezTo>
                    <a:pt x="7557" y="313"/>
                    <a:pt x="6499" y="0"/>
                    <a:pt x="5559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73">
              <a:extLst>
                <a:ext uri="{FF2B5EF4-FFF2-40B4-BE49-F238E27FC236}">
                  <a16:creationId xmlns:a16="http://schemas.microsoft.com/office/drawing/2014/main" id="{6ED007D1-37BC-7F4A-62D8-3031BCB3A48F}"/>
                </a:ext>
              </a:extLst>
            </p:cNvPr>
            <p:cNvSpPr/>
            <p:nvPr/>
          </p:nvSpPr>
          <p:spPr>
            <a:xfrm>
              <a:off x="6266585" y="2153775"/>
              <a:ext cx="250806" cy="303372"/>
            </a:xfrm>
            <a:custGeom>
              <a:avLst/>
              <a:gdLst/>
              <a:ahLst/>
              <a:cxnLst/>
              <a:rect l="l" t="t" r="r" b="b"/>
              <a:pathLst>
                <a:path w="15578" h="18843" extrusionOk="0">
                  <a:moveTo>
                    <a:pt x="5559" y="0"/>
                  </a:moveTo>
                  <a:cubicBezTo>
                    <a:pt x="4897" y="0"/>
                    <a:pt x="4293" y="155"/>
                    <a:pt x="3770" y="459"/>
                  </a:cubicBezTo>
                  <a:lnTo>
                    <a:pt x="2035" y="1459"/>
                  </a:lnTo>
                  <a:cubicBezTo>
                    <a:pt x="801" y="2193"/>
                    <a:pt x="0" y="3728"/>
                    <a:pt x="0" y="5929"/>
                  </a:cubicBezTo>
                  <a:cubicBezTo>
                    <a:pt x="0" y="10332"/>
                    <a:pt x="3102" y="15703"/>
                    <a:pt x="6905" y="17904"/>
                  </a:cubicBezTo>
                  <a:cubicBezTo>
                    <a:pt x="8004" y="18541"/>
                    <a:pt x="9047" y="18842"/>
                    <a:pt x="9976" y="18842"/>
                  </a:cubicBezTo>
                  <a:cubicBezTo>
                    <a:pt x="10655" y="18842"/>
                    <a:pt x="11273" y="18681"/>
                    <a:pt x="11809" y="18371"/>
                  </a:cubicBezTo>
                  <a:lnTo>
                    <a:pt x="13543" y="17371"/>
                  </a:lnTo>
                  <a:cubicBezTo>
                    <a:pt x="14811" y="16670"/>
                    <a:pt x="15578" y="15102"/>
                    <a:pt x="15578" y="12901"/>
                  </a:cubicBezTo>
                  <a:cubicBezTo>
                    <a:pt x="15578" y="8498"/>
                    <a:pt x="12476" y="3161"/>
                    <a:pt x="8673" y="959"/>
                  </a:cubicBezTo>
                  <a:cubicBezTo>
                    <a:pt x="7557" y="313"/>
                    <a:pt x="6499" y="0"/>
                    <a:pt x="5559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73">
              <a:extLst>
                <a:ext uri="{FF2B5EF4-FFF2-40B4-BE49-F238E27FC236}">
                  <a16:creationId xmlns:a16="http://schemas.microsoft.com/office/drawing/2014/main" id="{3C56501D-A9A4-5FF0-5A5C-A8FFE1F7AF7E}"/>
                </a:ext>
              </a:extLst>
            </p:cNvPr>
            <p:cNvSpPr/>
            <p:nvPr/>
          </p:nvSpPr>
          <p:spPr>
            <a:xfrm>
              <a:off x="6260676" y="2173610"/>
              <a:ext cx="244913" cy="288528"/>
            </a:xfrm>
            <a:custGeom>
              <a:avLst/>
              <a:gdLst/>
              <a:ahLst/>
              <a:cxnLst/>
              <a:rect l="l" t="t" r="r" b="b"/>
              <a:pathLst>
                <a:path w="15212" h="17921" extrusionOk="0">
                  <a:moveTo>
                    <a:pt x="4493" y="0"/>
                  </a:moveTo>
                  <a:cubicBezTo>
                    <a:pt x="3847" y="0"/>
                    <a:pt x="3241" y="148"/>
                    <a:pt x="2702" y="461"/>
                  </a:cubicBezTo>
                  <a:cubicBezTo>
                    <a:pt x="0" y="2029"/>
                    <a:pt x="0" y="7099"/>
                    <a:pt x="2669" y="11802"/>
                  </a:cubicBezTo>
                  <a:cubicBezTo>
                    <a:pt x="4836" y="15548"/>
                    <a:pt x="8098" y="17921"/>
                    <a:pt x="10699" y="17921"/>
                  </a:cubicBezTo>
                  <a:cubicBezTo>
                    <a:pt x="11340" y="17921"/>
                    <a:pt x="11941" y="17777"/>
                    <a:pt x="12476" y="17473"/>
                  </a:cubicBezTo>
                  <a:cubicBezTo>
                    <a:pt x="15178" y="15905"/>
                    <a:pt x="15211" y="10835"/>
                    <a:pt x="12509" y="6132"/>
                  </a:cubicBezTo>
                  <a:cubicBezTo>
                    <a:pt x="10346" y="2392"/>
                    <a:pt x="7091" y="0"/>
                    <a:pt x="449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73">
              <a:extLst>
                <a:ext uri="{FF2B5EF4-FFF2-40B4-BE49-F238E27FC236}">
                  <a16:creationId xmlns:a16="http://schemas.microsoft.com/office/drawing/2014/main" id="{EFA2574C-77E4-6466-D11E-811B052FAF34}"/>
                </a:ext>
              </a:extLst>
            </p:cNvPr>
            <p:cNvSpPr/>
            <p:nvPr/>
          </p:nvSpPr>
          <p:spPr>
            <a:xfrm>
              <a:off x="6278934" y="2204876"/>
              <a:ext cx="189062" cy="222969"/>
            </a:xfrm>
            <a:custGeom>
              <a:avLst/>
              <a:gdLst/>
              <a:ahLst/>
              <a:cxnLst/>
              <a:rect l="l" t="t" r="r" b="b"/>
              <a:pathLst>
                <a:path w="11743" h="13849" extrusionOk="0">
                  <a:moveTo>
                    <a:pt x="3458" y="1"/>
                  </a:moveTo>
                  <a:cubicBezTo>
                    <a:pt x="2957" y="1"/>
                    <a:pt x="2487" y="114"/>
                    <a:pt x="2069" y="353"/>
                  </a:cubicBezTo>
                  <a:cubicBezTo>
                    <a:pt x="0" y="1554"/>
                    <a:pt x="0" y="5490"/>
                    <a:pt x="2069" y="9126"/>
                  </a:cubicBezTo>
                  <a:cubicBezTo>
                    <a:pt x="3752" y="12012"/>
                    <a:pt x="6269" y="13849"/>
                    <a:pt x="8285" y="13849"/>
                  </a:cubicBezTo>
                  <a:cubicBezTo>
                    <a:pt x="8786" y="13849"/>
                    <a:pt x="9256" y="13735"/>
                    <a:pt x="9674" y="13496"/>
                  </a:cubicBezTo>
                  <a:cubicBezTo>
                    <a:pt x="11742" y="12295"/>
                    <a:pt x="11742" y="8359"/>
                    <a:pt x="9674" y="4723"/>
                  </a:cubicBezTo>
                  <a:cubicBezTo>
                    <a:pt x="7991" y="1838"/>
                    <a:pt x="5473" y="1"/>
                    <a:pt x="34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73">
              <a:extLst>
                <a:ext uri="{FF2B5EF4-FFF2-40B4-BE49-F238E27FC236}">
                  <a16:creationId xmlns:a16="http://schemas.microsoft.com/office/drawing/2014/main" id="{85FA1D19-5BB1-C65E-5F51-CD018CA42E92}"/>
                </a:ext>
              </a:extLst>
            </p:cNvPr>
            <p:cNvSpPr/>
            <p:nvPr/>
          </p:nvSpPr>
          <p:spPr>
            <a:xfrm>
              <a:off x="6308477" y="2207339"/>
              <a:ext cx="112249" cy="111187"/>
            </a:xfrm>
            <a:custGeom>
              <a:avLst/>
              <a:gdLst/>
              <a:ahLst/>
              <a:cxnLst/>
              <a:rect l="l" t="t" r="r" b="b"/>
              <a:pathLst>
                <a:path w="6972" h="6906" extrusionOk="0">
                  <a:moveTo>
                    <a:pt x="1412" y="0"/>
                  </a:moveTo>
                  <a:cubicBezTo>
                    <a:pt x="886" y="0"/>
                    <a:pt x="410" y="127"/>
                    <a:pt x="0" y="367"/>
                  </a:cubicBezTo>
                  <a:lnTo>
                    <a:pt x="3803" y="6905"/>
                  </a:lnTo>
                  <a:lnTo>
                    <a:pt x="6972" y="3736"/>
                  </a:lnTo>
                  <a:cubicBezTo>
                    <a:pt x="6138" y="2535"/>
                    <a:pt x="5037" y="1501"/>
                    <a:pt x="3803" y="734"/>
                  </a:cubicBezTo>
                  <a:cubicBezTo>
                    <a:pt x="2938" y="234"/>
                    <a:pt x="2128" y="0"/>
                    <a:pt x="141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73">
              <a:extLst>
                <a:ext uri="{FF2B5EF4-FFF2-40B4-BE49-F238E27FC236}">
                  <a16:creationId xmlns:a16="http://schemas.microsoft.com/office/drawing/2014/main" id="{1B850076-4230-9F7F-5BEE-4F9998AD7C82}"/>
                </a:ext>
              </a:extLst>
            </p:cNvPr>
            <p:cNvSpPr/>
            <p:nvPr/>
          </p:nvSpPr>
          <p:spPr>
            <a:xfrm>
              <a:off x="6369689" y="2268020"/>
              <a:ext cx="86489" cy="156299"/>
            </a:xfrm>
            <a:custGeom>
              <a:avLst/>
              <a:gdLst/>
              <a:ahLst/>
              <a:cxnLst/>
              <a:rect l="l" t="t" r="r" b="b"/>
              <a:pathLst>
                <a:path w="5372" h="9708" extrusionOk="0">
                  <a:moveTo>
                    <a:pt x="3170" y="1"/>
                  </a:moveTo>
                  <a:lnTo>
                    <a:pt x="1" y="3170"/>
                  </a:lnTo>
                  <a:lnTo>
                    <a:pt x="3770" y="9708"/>
                  </a:lnTo>
                  <a:cubicBezTo>
                    <a:pt x="4771" y="9174"/>
                    <a:pt x="5371" y="7973"/>
                    <a:pt x="5371" y="6272"/>
                  </a:cubicBezTo>
                  <a:cubicBezTo>
                    <a:pt x="5371" y="4170"/>
                    <a:pt x="4504" y="1869"/>
                    <a:pt x="317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73">
              <a:extLst>
                <a:ext uri="{FF2B5EF4-FFF2-40B4-BE49-F238E27FC236}">
                  <a16:creationId xmlns:a16="http://schemas.microsoft.com/office/drawing/2014/main" id="{8E92D3F8-22C6-521C-26C3-8137C77A4D9C}"/>
                </a:ext>
              </a:extLst>
            </p:cNvPr>
            <p:cNvSpPr/>
            <p:nvPr/>
          </p:nvSpPr>
          <p:spPr>
            <a:xfrm>
              <a:off x="6318669" y="2318510"/>
              <a:ext cx="111734" cy="111557"/>
            </a:xfrm>
            <a:custGeom>
              <a:avLst/>
              <a:gdLst/>
              <a:ahLst/>
              <a:cxnLst/>
              <a:rect l="l" t="t" r="r" b="b"/>
              <a:pathLst>
                <a:path w="6940" h="6929" extrusionOk="0">
                  <a:moveTo>
                    <a:pt x="3170" y="0"/>
                  </a:moveTo>
                  <a:lnTo>
                    <a:pt x="1" y="3169"/>
                  </a:lnTo>
                  <a:cubicBezTo>
                    <a:pt x="835" y="4403"/>
                    <a:pt x="1902" y="5438"/>
                    <a:pt x="3170" y="6205"/>
                  </a:cubicBezTo>
                  <a:cubicBezTo>
                    <a:pt x="4026" y="6691"/>
                    <a:pt x="4838" y="6928"/>
                    <a:pt x="5557" y="6928"/>
                  </a:cubicBezTo>
                  <a:cubicBezTo>
                    <a:pt x="6070" y="6928"/>
                    <a:pt x="6536" y="6808"/>
                    <a:pt x="6939" y="6572"/>
                  </a:cubicBezTo>
                  <a:lnTo>
                    <a:pt x="317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73">
              <a:extLst>
                <a:ext uri="{FF2B5EF4-FFF2-40B4-BE49-F238E27FC236}">
                  <a16:creationId xmlns:a16="http://schemas.microsoft.com/office/drawing/2014/main" id="{8D20AD5C-5B79-FA95-6227-B13CE3BA0086}"/>
                </a:ext>
              </a:extLst>
            </p:cNvPr>
            <p:cNvSpPr/>
            <p:nvPr/>
          </p:nvSpPr>
          <p:spPr>
            <a:xfrm>
              <a:off x="6283232" y="2213248"/>
              <a:ext cx="86473" cy="156299"/>
            </a:xfrm>
            <a:custGeom>
              <a:avLst/>
              <a:gdLst/>
              <a:ahLst/>
              <a:cxnLst/>
              <a:rect l="l" t="t" r="r" b="b"/>
              <a:pathLst>
                <a:path w="5371" h="9708" extrusionOk="0">
                  <a:moveTo>
                    <a:pt x="1568" y="0"/>
                  </a:moveTo>
                  <a:cubicBezTo>
                    <a:pt x="601" y="534"/>
                    <a:pt x="0" y="1735"/>
                    <a:pt x="0" y="3469"/>
                  </a:cubicBezTo>
                  <a:cubicBezTo>
                    <a:pt x="0" y="5504"/>
                    <a:pt x="868" y="7806"/>
                    <a:pt x="2202" y="9707"/>
                  </a:cubicBezTo>
                  <a:lnTo>
                    <a:pt x="5371" y="6538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73">
              <a:extLst>
                <a:ext uri="{FF2B5EF4-FFF2-40B4-BE49-F238E27FC236}">
                  <a16:creationId xmlns:a16="http://schemas.microsoft.com/office/drawing/2014/main" id="{DCB58CD0-571B-2C3C-A28C-A9F344508D08}"/>
                </a:ext>
              </a:extLst>
            </p:cNvPr>
            <p:cNvSpPr/>
            <p:nvPr/>
          </p:nvSpPr>
          <p:spPr>
            <a:xfrm>
              <a:off x="6333175" y="2270483"/>
              <a:ext cx="73062" cy="93911"/>
            </a:xfrm>
            <a:custGeom>
              <a:avLst/>
              <a:gdLst/>
              <a:ahLst/>
              <a:cxnLst/>
              <a:rect l="l" t="t" r="r" b="b"/>
              <a:pathLst>
                <a:path w="4538" h="5833" extrusionOk="0">
                  <a:moveTo>
                    <a:pt x="1248" y="1"/>
                  </a:moveTo>
                  <a:cubicBezTo>
                    <a:pt x="504" y="1"/>
                    <a:pt x="0" y="598"/>
                    <a:pt x="0" y="1616"/>
                  </a:cubicBezTo>
                  <a:cubicBezTo>
                    <a:pt x="101" y="3183"/>
                    <a:pt x="934" y="4651"/>
                    <a:pt x="2269" y="5518"/>
                  </a:cubicBezTo>
                  <a:cubicBezTo>
                    <a:pt x="2628" y="5732"/>
                    <a:pt x="2970" y="5832"/>
                    <a:pt x="3274" y="5832"/>
                  </a:cubicBezTo>
                  <a:cubicBezTo>
                    <a:pt x="4017" y="5832"/>
                    <a:pt x="4537" y="5235"/>
                    <a:pt x="4537" y="4217"/>
                  </a:cubicBezTo>
                  <a:cubicBezTo>
                    <a:pt x="4437" y="2616"/>
                    <a:pt x="3603" y="1182"/>
                    <a:pt x="2269" y="315"/>
                  </a:cubicBezTo>
                  <a:cubicBezTo>
                    <a:pt x="1900" y="101"/>
                    <a:pt x="1554" y="1"/>
                    <a:pt x="124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73">
              <a:extLst>
                <a:ext uri="{FF2B5EF4-FFF2-40B4-BE49-F238E27FC236}">
                  <a16:creationId xmlns:a16="http://schemas.microsoft.com/office/drawing/2014/main" id="{7CF0A1EE-F99E-944E-5366-336A0DE2F315}"/>
                </a:ext>
              </a:extLst>
            </p:cNvPr>
            <p:cNvSpPr/>
            <p:nvPr/>
          </p:nvSpPr>
          <p:spPr>
            <a:xfrm>
              <a:off x="5967978" y="1939355"/>
              <a:ext cx="215917" cy="210540"/>
            </a:xfrm>
            <a:custGeom>
              <a:avLst/>
              <a:gdLst/>
              <a:ahLst/>
              <a:cxnLst/>
              <a:rect l="l" t="t" r="r" b="b"/>
              <a:pathLst>
                <a:path w="13411" h="13077" extrusionOk="0">
                  <a:moveTo>
                    <a:pt x="8173" y="0"/>
                  </a:moveTo>
                  <a:lnTo>
                    <a:pt x="1" y="867"/>
                  </a:lnTo>
                  <a:lnTo>
                    <a:pt x="1" y="10574"/>
                  </a:lnTo>
                  <a:lnTo>
                    <a:pt x="4270" y="13076"/>
                  </a:lnTo>
                  <a:lnTo>
                    <a:pt x="13077" y="3803"/>
                  </a:lnTo>
                  <a:cubicBezTo>
                    <a:pt x="13410" y="3436"/>
                    <a:pt x="13343" y="2869"/>
                    <a:pt x="12910" y="2602"/>
                  </a:cubicBezTo>
                  <a:lnTo>
                    <a:pt x="8640" y="100"/>
                  </a:lnTo>
                  <a:cubicBezTo>
                    <a:pt x="8473" y="33"/>
                    <a:pt x="8307" y="0"/>
                    <a:pt x="817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73">
              <a:extLst>
                <a:ext uri="{FF2B5EF4-FFF2-40B4-BE49-F238E27FC236}">
                  <a16:creationId xmlns:a16="http://schemas.microsoft.com/office/drawing/2014/main" id="{8A5EDD66-DD89-CE94-5E50-3EB3A460960A}"/>
                </a:ext>
              </a:extLst>
            </p:cNvPr>
            <p:cNvSpPr/>
            <p:nvPr/>
          </p:nvSpPr>
          <p:spPr>
            <a:xfrm>
              <a:off x="5555529" y="1729765"/>
              <a:ext cx="499470" cy="790816"/>
            </a:xfrm>
            <a:custGeom>
              <a:avLst/>
              <a:gdLst/>
              <a:ahLst/>
              <a:cxnLst/>
              <a:rect l="l" t="t" r="r" b="b"/>
              <a:pathLst>
                <a:path w="31023" h="49119" extrusionOk="0">
                  <a:moveTo>
                    <a:pt x="25856" y="0"/>
                  </a:moveTo>
                  <a:cubicBezTo>
                    <a:pt x="25619" y="0"/>
                    <a:pt x="25385" y="59"/>
                    <a:pt x="25185" y="176"/>
                  </a:cubicBezTo>
                  <a:lnTo>
                    <a:pt x="667" y="14286"/>
                  </a:lnTo>
                  <a:cubicBezTo>
                    <a:pt x="267" y="14553"/>
                    <a:pt x="0" y="14986"/>
                    <a:pt x="0" y="15453"/>
                  </a:cubicBezTo>
                  <a:lnTo>
                    <a:pt x="0" y="45541"/>
                  </a:lnTo>
                  <a:cubicBezTo>
                    <a:pt x="34" y="46008"/>
                    <a:pt x="267" y="46442"/>
                    <a:pt x="667" y="46709"/>
                  </a:cubicBezTo>
                  <a:lnTo>
                    <a:pt x="4470" y="48944"/>
                  </a:lnTo>
                  <a:cubicBezTo>
                    <a:pt x="4687" y="49061"/>
                    <a:pt x="4920" y="49119"/>
                    <a:pt x="5154" y="49119"/>
                  </a:cubicBezTo>
                  <a:cubicBezTo>
                    <a:pt x="5387" y="49119"/>
                    <a:pt x="5621" y="49061"/>
                    <a:pt x="5838" y="48944"/>
                  </a:cubicBezTo>
                  <a:lnTo>
                    <a:pt x="30355" y="34834"/>
                  </a:lnTo>
                  <a:cubicBezTo>
                    <a:pt x="30756" y="34567"/>
                    <a:pt x="30989" y="34133"/>
                    <a:pt x="31022" y="33633"/>
                  </a:cubicBezTo>
                  <a:lnTo>
                    <a:pt x="31022" y="3611"/>
                  </a:lnTo>
                  <a:cubicBezTo>
                    <a:pt x="30989" y="3111"/>
                    <a:pt x="30756" y="2677"/>
                    <a:pt x="30355" y="2410"/>
                  </a:cubicBezTo>
                  <a:lnTo>
                    <a:pt x="26553" y="176"/>
                  </a:lnTo>
                  <a:cubicBezTo>
                    <a:pt x="26336" y="59"/>
                    <a:pt x="26094" y="0"/>
                    <a:pt x="2585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73">
              <a:extLst>
                <a:ext uri="{FF2B5EF4-FFF2-40B4-BE49-F238E27FC236}">
                  <a16:creationId xmlns:a16="http://schemas.microsoft.com/office/drawing/2014/main" id="{61D14919-DD43-3B6D-8329-034751DBC9A7}"/>
                </a:ext>
              </a:extLst>
            </p:cNvPr>
            <p:cNvSpPr/>
            <p:nvPr/>
          </p:nvSpPr>
          <p:spPr>
            <a:xfrm>
              <a:off x="5555529" y="1968351"/>
              <a:ext cx="92382" cy="552439"/>
            </a:xfrm>
            <a:custGeom>
              <a:avLst/>
              <a:gdLst/>
              <a:ahLst/>
              <a:cxnLst/>
              <a:rect l="l" t="t" r="r" b="b"/>
              <a:pathLst>
                <a:path w="5738" h="34313" extrusionOk="0">
                  <a:moveTo>
                    <a:pt x="167" y="0"/>
                  </a:moveTo>
                  <a:cubicBezTo>
                    <a:pt x="67" y="201"/>
                    <a:pt x="0" y="434"/>
                    <a:pt x="0" y="668"/>
                  </a:cubicBezTo>
                  <a:lnTo>
                    <a:pt x="0" y="30722"/>
                  </a:lnTo>
                  <a:cubicBezTo>
                    <a:pt x="0" y="31189"/>
                    <a:pt x="267" y="31623"/>
                    <a:pt x="667" y="31890"/>
                  </a:cubicBezTo>
                  <a:lnTo>
                    <a:pt x="4470" y="34158"/>
                  </a:lnTo>
                  <a:cubicBezTo>
                    <a:pt x="4679" y="34263"/>
                    <a:pt x="4907" y="34313"/>
                    <a:pt x="5134" y="34313"/>
                  </a:cubicBezTo>
                  <a:cubicBezTo>
                    <a:pt x="5340" y="34313"/>
                    <a:pt x="5547" y="34271"/>
                    <a:pt x="5738" y="34192"/>
                  </a:cubicBezTo>
                  <a:lnTo>
                    <a:pt x="5738" y="34192"/>
                  </a:lnTo>
                  <a:cubicBezTo>
                    <a:pt x="5667" y="34220"/>
                    <a:pt x="5601" y="34233"/>
                    <a:pt x="5541" y="34233"/>
                  </a:cubicBezTo>
                  <a:cubicBezTo>
                    <a:pt x="5316" y="34233"/>
                    <a:pt x="5171" y="34047"/>
                    <a:pt x="5171" y="33758"/>
                  </a:cubicBezTo>
                  <a:lnTo>
                    <a:pt x="5171" y="3736"/>
                  </a:lnTo>
                  <a:cubicBezTo>
                    <a:pt x="5171" y="3470"/>
                    <a:pt x="5237" y="3236"/>
                    <a:pt x="5371" y="3036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73">
              <a:extLst>
                <a:ext uri="{FF2B5EF4-FFF2-40B4-BE49-F238E27FC236}">
                  <a16:creationId xmlns:a16="http://schemas.microsoft.com/office/drawing/2014/main" id="{DD85BACC-837C-EE56-96E5-8EFBE4324880}"/>
                </a:ext>
              </a:extLst>
            </p:cNvPr>
            <p:cNvSpPr/>
            <p:nvPr/>
          </p:nvSpPr>
          <p:spPr>
            <a:xfrm>
              <a:off x="5638766" y="1779900"/>
              <a:ext cx="548302" cy="739473"/>
            </a:xfrm>
            <a:custGeom>
              <a:avLst/>
              <a:gdLst/>
              <a:ahLst/>
              <a:cxnLst/>
              <a:rect l="l" t="t" r="r" b="b"/>
              <a:pathLst>
                <a:path w="34056" h="45930" extrusionOk="0">
                  <a:moveTo>
                    <a:pt x="25451" y="0"/>
                  </a:moveTo>
                  <a:cubicBezTo>
                    <a:pt x="25369" y="0"/>
                    <a:pt x="25279" y="21"/>
                    <a:pt x="25185" y="64"/>
                  </a:cubicBezTo>
                  <a:lnTo>
                    <a:pt x="668" y="14207"/>
                  </a:lnTo>
                  <a:cubicBezTo>
                    <a:pt x="268" y="14474"/>
                    <a:pt x="1" y="14908"/>
                    <a:pt x="1" y="15408"/>
                  </a:cubicBezTo>
                  <a:lnTo>
                    <a:pt x="1" y="45463"/>
                  </a:lnTo>
                  <a:cubicBezTo>
                    <a:pt x="1" y="45746"/>
                    <a:pt x="151" y="45929"/>
                    <a:pt x="369" y="45929"/>
                  </a:cubicBezTo>
                  <a:cubicBezTo>
                    <a:pt x="459" y="45929"/>
                    <a:pt x="561" y="45898"/>
                    <a:pt x="668" y="45830"/>
                  </a:cubicBezTo>
                  <a:lnTo>
                    <a:pt x="25185" y="31720"/>
                  </a:lnTo>
                  <a:cubicBezTo>
                    <a:pt x="25586" y="31453"/>
                    <a:pt x="25819" y="31019"/>
                    <a:pt x="25852" y="30552"/>
                  </a:cubicBezTo>
                  <a:lnTo>
                    <a:pt x="25852" y="21779"/>
                  </a:lnTo>
                  <a:lnTo>
                    <a:pt x="33558" y="13707"/>
                  </a:lnTo>
                  <a:cubicBezTo>
                    <a:pt x="34056" y="13209"/>
                    <a:pt x="33683" y="12393"/>
                    <a:pt x="33036" y="12393"/>
                  </a:cubicBezTo>
                  <a:cubicBezTo>
                    <a:pt x="32989" y="12393"/>
                    <a:pt x="32940" y="12397"/>
                    <a:pt x="32891" y="12406"/>
                  </a:cubicBezTo>
                  <a:lnTo>
                    <a:pt x="25852" y="13140"/>
                  </a:lnTo>
                  <a:lnTo>
                    <a:pt x="25852" y="497"/>
                  </a:lnTo>
                  <a:cubicBezTo>
                    <a:pt x="25852" y="175"/>
                    <a:pt x="25687" y="0"/>
                    <a:pt x="254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73">
              <a:extLst>
                <a:ext uri="{FF2B5EF4-FFF2-40B4-BE49-F238E27FC236}">
                  <a16:creationId xmlns:a16="http://schemas.microsoft.com/office/drawing/2014/main" id="{6A90AA78-568E-FE16-060D-E8325C3F182D}"/>
                </a:ext>
              </a:extLst>
            </p:cNvPr>
            <p:cNvSpPr/>
            <p:nvPr/>
          </p:nvSpPr>
          <p:spPr>
            <a:xfrm>
              <a:off x="5638766" y="1779900"/>
              <a:ext cx="548302" cy="739473"/>
            </a:xfrm>
            <a:custGeom>
              <a:avLst/>
              <a:gdLst/>
              <a:ahLst/>
              <a:cxnLst/>
              <a:rect l="l" t="t" r="r" b="b"/>
              <a:pathLst>
                <a:path w="34056" h="45930" extrusionOk="0">
                  <a:moveTo>
                    <a:pt x="25451" y="0"/>
                  </a:moveTo>
                  <a:cubicBezTo>
                    <a:pt x="25369" y="0"/>
                    <a:pt x="25279" y="21"/>
                    <a:pt x="25185" y="64"/>
                  </a:cubicBezTo>
                  <a:lnTo>
                    <a:pt x="668" y="14207"/>
                  </a:lnTo>
                  <a:cubicBezTo>
                    <a:pt x="268" y="14474"/>
                    <a:pt x="1" y="14908"/>
                    <a:pt x="1" y="15408"/>
                  </a:cubicBezTo>
                  <a:lnTo>
                    <a:pt x="1" y="45463"/>
                  </a:lnTo>
                  <a:cubicBezTo>
                    <a:pt x="1" y="45746"/>
                    <a:pt x="151" y="45929"/>
                    <a:pt x="369" y="45929"/>
                  </a:cubicBezTo>
                  <a:cubicBezTo>
                    <a:pt x="459" y="45929"/>
                    <a:pt x="561" y="45898"/>
                    <a:pt x="668" y="45830"/>
                  </a:cubicBezTo>
                  <a:lnTo>
                    <a:pt x="25185" y="31720"/>
                  </a:lnTo>
                  <a:cubicBezTo>
                    <a:pt x="25586" y="31453"/>
                    <a:pt x="25819" y="31019"/>
                    <a:pt x="25852" y="30552"/>
                  </a:cubicBezTo>
                  <a:lnTo>
                    <a:pt x="25852" y="21779"/>
                  </a:lnTo>
                  <a:lnTo>
                    <a:pt x="33558" y="13707"/>
                  </a:lnTo>
                  <a:cubicBezTo>
                    <a:pt x="34056" y="13209"/>
                    <a:pt x="33683" y="12393"/>
                    <a:pt x="33036" y="12393"/>
                  </a:cubicBezTo>
                  <a:cubicBezTo>
                    <a:pt x="32989" y="12393"/>
                    <a:pt x="32940" y="12397"/>
                    <a:pt x="32891" y="12406"/>
                  </a:cubicBezTo>
                  <a:lnTo>
                    <a:pt x="25852" y="13140"/>
                  </a:lnTo>
                  <a:lnTo>
                    <a:pt x="25852" y="497"/>
                  </a:lnTo>
                  <a:cubicBezTo>
                    <a:pt x="25852" y="175"/>
                    <a:pt x="25687" y="0"/>
                    <a:pt x="25451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73">
              <a:extLst>
                <a:ext uri="{FF2B5EF4-FFF2-40B4-BE49-F238E27FC236}">
                  <a16:creationId xmlns:a16="http://schemas.microsoft.com/office/drawing/2014/main" id="{76F66B44-304C-E7FD-8C6C-9E62A975FA9C}"/>
                </a:ext>
              </a:extLst>
            </p:cNvPr>
            <p:cNvSpPr/>
            <p:nvPr/>
          </p:nvSpPr>
          <p:spPr>
            <a:xfrm>
              <a:off x="5783778" y="2300252"/>
              <a:ext cx="23635" cy="87278"/>
            </a:xfrm>
            <a:custGeom>
              <a:avLst/>
              <a:gdLst/>
              <a:ahLst/>
              <a:cxnLst/>
              <a:rect l="l" t="t" r="r" b="b"/>
              <a:pathLst>
                <a:path w="1468" h="5421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73">
              <a:extLst>
                <a:ext uri="{FF2B5EF4-FFF2-40B4-BE49-F238E27FC236}">
                  <a16:creationId xmlns:a16="http://schemas.microsoft.com/office/drawing/2014/main" id="{53CC09ED-DFCB-DFCC-8425-EB63A1207CB2}"/>
                </a:ext>
              </a:extLst>
            </p:cNvPr>
            <p:cNvSpPr/>
            <p:nvPr/>
          </p:nvSpPr>
          <p:spPr>
            <a:xfrm>
              <a:off x="5828890" y="2273929"/>
              <a:ext cx="23635" cy="87826"/>
            </a:xfrm>
            <a:custGeom>
              <a:avLst/>
              <a:gdLst/>
              <a:ahLst/>
              <a:cxnLst/>
              <a:rect l="l" t="t" r="r" b="b"/>
              <a:pathLst>
                <a:path w="1468" h="5455" extrusionOk="0">
                  <a:moveTo>
                    <a:pt x="0" y="1"/>
                  </a:moveTo>
                  <a:lnTo>
                    <a:pt x="0" y="4704"/>
                  </a:lnTo>
                  <a:cubicBezTo>
                    <a:pt x="0" y="5204"/>
                    <a:pt x="367" y="5455"/>
                    <a:pt x="734" y="5455"/>
                  </a:cubicBezTo>
                  <a:cubicBezTo>
                    <a:pt x="1101" y="5455"/>
                    <a:pt x="1468" y="5204"/>
                    <a:pt x="1468" y="4704"/>
                  </a:cubicBez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73">
              <a:extLst>
                <a:ext uri="{FF2B5EF4-FFF2-40B4-BE49-F238E27FC236}">
                  <a16:creationId xmlns:a16="http://schemas.microsoft.com/office/drawing/2014/main" id="{845ADFF6-BB66-A2C3-522F-D299CB0C1BC1}"/>
                </a:ext>
              </a:extLst>
            </p:cNvPr>
            <p:cNvSpPr/>
            <p:nvPr/>
          </p:nvSpPr>
          <p:spPr>
            <a:xfrm>
              <a:off x="5874003" y="2248153"/>
              <a:ext cx="23635" cy="87294"/>
            </a:xfrm>
            <a:custGeom>
              <a:avLst/>
              <a:gdLst/>
              <a:ahLst/>
              <a:cxnLst/>
              <a:rect l="l" t="t" r="r" b="b"/>
              <a:pathLst>
                <a:path w="1468" h="5422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73">
              <a:extLst>
                <a:ext uri="{FF2B5EF4-FFF2-40B4-BE49-F238E27FC236}">
                  <a16:creationId xmlns:a16="http://schemas.microsoft.com/office/drawing/2014/main" id="{1F1C631D-5786-3C57-6A04-033EDCE39DE4}"/>
                </a:ext>
              </a:extLst>
            </p:cNvPr>
            <p:cNvSpPr/>
            <p:nvPr/>
          </p:nvSpPr>
          <p:spPr>
            <a:xfrm>
              <a:off x="5918567" y="2221829"/>
              <a:ext cx="24182" cy="87826"/>
            </a:xfrm>
            <a:custGeom>
              <a:avLst/>
              <a:gdLst/>
              <a:ahLst/>
              <a:cxnLst/>
              <a:rect l="l" t="t" r="r" b="b"/>
              <a:pathLst>
                <a:path w="1502" h="5455" extrusionOk="0">
                  <a:moveTo>
                    <a:pt x="1" y="1"/>
                  </a:moveTo>
                  <a:lnTo>
                    <a:pt x="1" y="4704"/>
                  </a:lnTo>
                  <a:cubicBezTo>
                    <a:pt x="1" y="5205"/>
                    <a:pt x="376" y="5455"/>
                    <a:pt x="751" y="5455"/>
                  </a:cubicBezTo>
                  <a:cubicBezTo>
                    <a:pt x="1127" y="5455"/>
                    <a:pt x="1502" y="5205"/>
                    <a:pt x="1502" y="4704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73">
              <a:extLst>
                <a:ext uri="{FF2B5EF4-FFF2-40B4-BE49-F238E27FC236}">
                  <a16:creationId xmlns:a16="http://schemas.microsoft.com/office/drawing/2014/main" id="{8D4F71E3-DB50-230B-BBE9-8D153E277409}"/>
                </a:ext>
              </a:extLst>
            </p:cNvPr>
            <p:cNvSpPr/>
            <p:nvPr/>
          </p:nvSpPr>
          <p:spPr>
            <a:xfrm>
              <a:off x="5783778" y="2300252"/>
              <a:ext cx="23635" cy="87278"/>
            </a:xfrm>
            <a:custGeom>
              <a:avLst/>
              <a:gdLst/>
              <a:ahLst/>
              <a:cxnLst/>
              <a:rect l="l" t="t" r="r" b="b"/>
              <a:pathLst>
                <a:path w="1468" h="5421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73">
              <a:extLst>
                <a:ext uri="{FF2B5EF4-FFF2-40B4-BE49-F238E27FC236}">
                  <a16:creationId xmlns:a16="http://schemas.microsoft.com/office/drawing/2014/main" id="{1521F5D0-74F5-80A5-6F66-DB5D01AD382F}"/>
                </a:ext>
              </a:extLst>
            </p:cNvPr>
            <p:cNvSpPr/>
            <p:nvPr/>
          </p:nvSpPr>
          <p:spPr>
            <a:xfrm>
              <a:off x="5828890" y="2273929"/>
              <a:ext cx="23635" cy="87826"/>
            </a:xfrm>
            <a:custGeom>
              <a:avLst/>
              <a:gdLst/>
              <a:ahLst/>
              <a:cxnLst/>
              <a:rect l="l" t="t" r="r" b="b"/>
              <a:pathLst>
                <a:path w="1468" h="5455" extrusionOk="0">
                  <a:moveTo>
                    <a:pt x="0" y="1"/>
                  </a:moveTo>
                  <a:lnTo>
                    <a:pt x="0" y="4704"/>
                  </a:lnTo>
                  <a:cubicBezTo>
                    <a:pt x="0" y="5204"/>
                    <a:pt x="367" y="5455"/>
                    <a:pt x="734" y="5455"/>
                  </a:cubicBezTo>
                  <a:cubicBezTo>
                    <a:pt x="1101" y="5455"/>
                    <a:pt x="1468" y="5204"/>
                    <a:pt x="1468" y="4704"/>
                  </a:cubicBezTo>
                  <a:lnTo>
                    <a:pt x="14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73">
              <a:extLst>
                <a:ext uri="{FF2B5EF4-FFF2-40B4-BE49-F238E27FC236}">
                  <a16:creationId xmlns:a16="http://schemas.microsoft.com/office/drawing/2014/main" id="{426772C8-9548-90C4-A720-E1C566B7DBC6}"/>
                </a:ext>
              </a:extLst>
            </p:cNvPr>
            <p:cNvSpPr/>
            <p:nvPr/>
          </p:nvSpPr>
          <p:spPr>
            <a:xfrm>
              <a:off x="5874003" y="2248153"/>
              <a:ext cx="23635" cy="87294"/>
            </a:xfrm>
            <a:custGeom>
              <a:avLst/>
              <a:gdLst/>
              <a:ahLst/>
              <a:cxnLst/>
              <a:rect l="l" t="t" r="r" b="b"/>
              <a:pathLst>
                <a:path w="1468" h="5422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73">
              <a:extLst>
                <a:ext uri="{FF2B5EF4-FFF2-40B4-BE49-F238E27FC236}">
                  <a16:creationId xmlns:a16="http://schemas.microsoft.com/office/drawing/2014/main" id="{E17192F5-CD77-92FA-E4B1-7C13A8A3773C}"/>
                </a:ext>
              </a:extLst>
            </p:cNvPr>
            <p:cNvSpPr/>
            <p:nvPr/>
          </p:nvSpPr>
          <p:spPr>
            <a:xfrm>
              <a:off x="5918567" y="2221829"/>
              <a:ext cx="24182" cy="87826"/>
            </a:xfrm>
            <a:custGeom>
              <a:avLst/>
              <a:gdLst/>
              <a:ahLst/>
              <a:cxnLst/>
              <a:rect l="l" t="t" r="r" b="b"/>
              <a:pathLst>
                <a:path w="1502" h="5455" extrusionOk="0">
                  <a:moveTo>
                    <a:pt x="1" y="1"/>
                  </a:moveTo>
                  <a:lnTo>
                    <a:pt x="1" y="4704"/>
                  </a:lnTo>
                  <a:cubicBezTo>
                    <a:pt x="1" y="5205"/>
                    <a:pt x="376" y="5455"/>
                    <a:pt x="751" y="5455"/>
                  </a:cubicBezTo>
                  <a:cubicBezTo>
                    <a:pt x="1127" y="5455"/>
                    <a:pt x="1502" y="5205"/>
                    <a:pt x="1502" y="4704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73">
              <a:extLst>
                <a:ext uri="{FF2B5EF4-FFF2-40B4-BE49-F238E27FC236}">
                  <a16:creationId xmlns:a16="http://schemas.microsoft.com/office/drawing/2014/main" id="{4E4AA701-F601-9E80-E23A-D61F28313618}"/>
                </a:ext>
              </a:extLst>
            </p:cNvPr>
            <p:cNvSpPr/>
            <p:nvPr/>
          </p:nvSpPr>
          <p:spPr>
            <a:xfrm>
              <a:off x="5783778" y="2300252"/>
              <a:ext cx="23635" cy="63917"/>
            </a:xfrm>
            <a:custGeom>
              <a:avLst/>
              <a:gdLst/>
              <a:ahLst/>
              <a:cxnLst/>
              <a:rect l="l" t="t" r="r" b="b"/>
              <a:pathLst>
                <a:path w="1468" h="3970" extrusionOk="0">
                  <a:moveTo>
                    <a:pt x="0" y="0"/>
                  </a:moveTo>
                  <a:lnTo>
                    <a:pt x="0" y="3970"/>
                  </a:lnTo>
                  <a:lnTo>
                    <a:pt x="1468" y="3136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73">
              <a:extLst>
                <a:ext uri="{FF2B5EF4-FFF2-40B4-BE49-F238E27FC236}">
                  <a16:creationId xmlns:a16="http://schemas.microsoft.com/office/drawing/2014/main" id="{206D7BDB-8623-D269-B4B3-8FBFBD560973}"/>
                </a:ext>
              </a:extLst>
            </p:cNvPr>
            <p:cNvSpPr/>
            <p:nvPr/>
          </p:nvSpPr>
          <p:spPr>
            <a:xfrm>
              <a:off x="5919115" y="2221829"/>
              <a:ext cx="23635" cy="64464"/>
            </a:xfrm>
            <a:custGeom>
              <a:avLst/>
              <a:gdLst/>
              <a:ahLst/>
              <a:cxnLst/>
              <a:rect l="l" t="t" r="r" b="b"/>
              <a:pathLst>
                <a:path w="1468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468" y="3137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73">
              <a:extLst>
                <a:ext uri="{FF2B5EF4-FFF2-40B4-BE49-F238E27FC236}">
                  <a16:creationId xmlns:a16="http://schemas.microsoft.com/office/drawing/2014/main" id="{D4757308-DA2D-F0D3-F169-71DBA53DFCE6}"/>
                </a:ext>
              </a:extLst>
            </p:cNvPr>
            <p:cNvSpPr/>
            <p:nvPr/>
          </p:nvSpPr>
          <p:spPr>
            <a:xfrm>
              <a:off x="5874003" y="2248153"/>
              <a:ext cx="23635" cy="63917"/>
            </a:xfrm>
            <a:custGeom>
              <a:avLst/>
              <a:gdLst/>
              <a:ahLst/>
              <a:cxnLst/>
              <a:rect l="l" t="t" r="r" b="b"/>
              <a:pathLst>
                <a:path w="1468" h="3970" extrusionOk="0">
                  <a:moveTo>
                    <a:pt x="0" y="0"/>
                  </a:moveTo>
                  <a:lnTo>
                    <a:pt x="0" y="3970"/>
                  </a:lnTo>
                  <a:lnTo>
                    <a:pt x="1468" y="3136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73">
              <a:extLst>
                <a:ext uri="{FF2B5EF4-FFF2-40B4-BE49-F238E27FC236}">
                  <a16:creationId xmlns:a16="http://schemas.microsoft.com/office/drawing/2014/main" id="{C1A2B999-A404-CEA9-B82C-9F72E142A3DD}"/>
                </a:ext>
              </a:extLst>
            </p:cNvPr>
            <p:cNvSpPr/>
            <p:nvPr/>
          </p:nvSpPr>
          <p:spPr>
            <a:xfrm>
              <a:off x="5828890" y="2273929"/>
              <a:ext cx="23635" cy="64464"/>
            </a:xfrm>
            <a:custGeom>
              <a:avLst/>
              <a:gdLst/>
              <a:ahLst/>
              <a:cxnLst/>
              <a:rect l="l" t="t" r="r" b="b"/>
              <a:pathLst>
                <a:path w="1468" h="4004" extrusionOk="0">
                  <a:moveTo>
                    <a:pt x="0" y="1"/>
                  </a:moveTo>
                  <a:lnTo>
                    <a:pt x="0" y="4003"/>
                  </a:lnTo>
                  <a:lnTo>
                    <a:pt x="1468" y="3136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73">
              <a:extLst>
                <a:ext uri="{FF2B5EF4-FFF2-40B4-BE49-F238E27FC236}">
                  <a16:creationId xmlns:a16="http://schemas.microsoft.com/office/drawing/2014/main" id="{1ADED788-9848-60D5-158B-7E05E24F342C}"/>
                </a:ext>
              </a:extLst>
            </p:cNvPr>
            <p:cNvSpPr/>
            <p:nvPr/>
          </p:nvSpPr>
          <p:spPr>
            <a:xfrm>
              <a:off x="5943812" y="1983501"/>
              <a:ext cx="88325" cy="60053"/>
            </a:xfrm>
            <a:custGeom>
              <a:avLst/>
              <a:gdLst/>
              <a:ahLst/>
              <a:cxnLst/>
              <a:rect l="l" t="t" r="r" b="b"/>
              <a:pathLst>
                <a:path w="5486" h="3730" extrusionOk="0">
                  <a:moveTo>
                    <a:pt x="4407" y="1"/>
                  </a:moveTo>
                  <a:cubicBezTo>
                    <a:pt x="4290" y="1"/>
                    <a:pt x="4165" y="29"/>
                    <a:pt x="4037" y="93"/>
                  </a:cubicBezTo>
                  <a:lnTo>
                    <a:pt x="1" y="2428"/>
                  </a:lnTo>
                  <a:lnTo>
                    <a:pt x="734" y="3729"/>
                  </a:lnTo>
                  <a:lnTo>
                    <a:pt x="4804" y="1361"/>
                  </a:lnTo>
                  <a:cubicBezTo>
                    <a:pt x="5486" y="935"/>
                    <a:pt x="5079" y="1"/>
                    <a:pt x="440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73">
              <a:extLst>
                <a:ext uri="{FF2B5EF4-FFF2-40B4-BE49-F238E27FC236}">
                  <a16:creationId xmlns:a16="http://schemas.microsoft.com/office/drawing/2014/main" id="{7EEF22C9-E5A6-3C01-693D-437CF3531E7F}"/>
                </a:ext>
              </a:extLst>
            </p:cNvPr>
            <p:cNvSpPr/>
            <p:nvPr/>
          </p:nvSpPr>
          <p:spPr>
            <a:xfrm>
              <a:off x="5943812" y="2035279"/>
              <a:ext cx="88679" cy="60375"/>
            </a:xfrm>
            <a:custGeom>
              <a:avLst/>
              <a:gdLst/>
              <a:ahLst/>
              <a:cxnLst/>
              <a:rect l="l" t="t" r="r" b="b"/>
              <a:pathLst>
                <a:path w="5508" h="3750" extrusionOk="0">
                  <a:moveTo>
                    <a:pt x="4450" y="0"/>
                  </a:moveTo>
                  <a:cubicBezTo>
                    <a:pt x="4329" y="0"/>
                    <a:pt x="4201" y="35"/>
                    <a:pt x="4070" y="113"/>
                  </a:cubicBezTo>
                  <a:lnTo>
                    <a:pt x="1" y="2448"/>
                  </a:lnTo>
                  <a:lnTo>
                    <a:pt x="734" y="3749"/>
                  </a:lnTo>
                  <a:lnTo>
                    <a:pt x="4804" y="1381"/>
                  </a:lnTo>
                  <a:cubicBezTo>
                    <a:pt x="5507" y="987"/>
                    <a:pt x="5096" y="0"/>
                    <a:pt x="445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73">
              <a:extLst>
                <a:ext uri="{FF2B5EF4-FFF2-40B4-BE49-F238E27FC236}">
                  <a16:creationId xmlns:a16="http://schemas.microsoft.com/office/drawing/2014/main" id="{9C431280-52B6-3EC5-D489-3F1DE376DD20}"/>
                </a:ext>
              </a:extLst>
            </p:cNvPr>
            <p:cNvSpPr/>
            <p:nvPr/>
          </p:nvSpPr>
          <p:spPr>
            <a:xfrm>
              <a:off x="5943812" y="2087378"/>
              <a:ext cx="89130" cy="60359"/>
            </a:xfrm>
            <a:custGeom>
              <a:avLst/>
              <a:gdLst/>
              <a:ahLst/>
              <a:cxnLst/>
              <a:rect l="l" t="t" r="r" b="b"/>
              <a:pathLst>
                <a:path w="5536" h="3749" extrusionOk="0">
                  <a:moveTo>
                    <a:pt x="4451" y="0"/>
                  </a:moveTo>
                  <a:cubicBezTo>
                    <a:pt x="4330" y="0"/>
                    <a:pt x="4201" y="34"/>
                    <a:pt x="4070" y="113"/>
                  </a:cubicBezTo>
                  <a:lnTo>
                    <a:pt x="1" y="2481"/>
                  </a:lnTo>
                  <a:lnTo>
                    <a:pt x="734" y="3749"/>
                  </a:lnTo>
                  <a:lnTo>
                    <a:pt x="4804" y="1414"/>
                  </a:lnTo>
                  <a:cubicBezTo>
                    <a:pt x="5535" y="992"/>
                    <a:pt x="5104" y="0"/>
                    <a:pt x="44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73">
              <a:extLst>
                <a:ext uri="{FF2B5EF4-FFF2-40B4-BE49-F238E27FC236}">
                  <a16:creationId xmlns:a16="http://schemas.microsoft.com/office/drawing/2014/main" id="{0C30980C-6B2C-A82B-538E-9D4C98D1374D}"/>
                </a:ext>
              </a:extLst>
            </p:cNvPr>
            <p:cNvSpPr/>
            <p:nvPr/>
          </p:nvSpPr>
          <p:spPr>
            <a:xfrm>
              <a:off x="5943812" y="2139091"/>
              <a:ext cx="89436" cy="60745"/>
            </a:xfrm>
            <a:custGeom>
              <a:avLst/>
              <a:gdLst/>
              <a:ahLst/>
              <a:cxnLst/>
              <a:rect l="l" t="t" r="r" b="b"/>
              <a:pathLst>
                <a:path w="5555" h="3773" extrusionOk="0">
                  <a:moveTo>
                    <a:pt x="4489" y="1"/>
                  </a:moveTo>
                  <a:cubicBezTo>
                    <a:pt x="4357" y="1"/>
                    <a:pt x="4215" y="42"/>
                    <a:pt x="4070" y="136"/>
                  </a:cubicBezTo>
                  <a:lnTo>
                    <a:pt x="1" y="2471"/>
                  </a:lnTo>
                  <a:lnTo>
                    <a:pt x="734" y="3772"/>
                  </a:lnTo>
                  <a:lnTo>
                    <a:pt x="4804" y="1404"/>
                  </a:lnTo>
                  <a:cubicBezTo>
                    <a:pt x="5554" y="1015"/>
                    <a:pt x="5147" y="1"/>
                    <a:pt x="4489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73">
              <a:extLst>
                <a:ext uri="{FF2B5EF4-FFF2-40B4-BE49-F238E27FC236}">
                  <a16:creationId xmlns:a16="http://schemas.microsoft.com/office/drawing/2014/main" id="{2632C202-B22A-5307-E552-EBD98FE07C97}"/>
                </a:ext>
              </a:extLst>
            </p:cNvPr>
            <p:cNvSpPr/>
            <p:nvPr/>
          </p:nvSpPr>
          <p:spPr>
            <a:xfrm>
              <a:off x="5943812" y="1983501"/>
              <a:ext cx="88325" cy="60053"/>
            </a:xfrm>
            <a:custGeom>
              <a:avLst/>
              <a:gdLst/>
              <a:ahLst/>
              <a:cxnLst/>
              <a:rect l="l" t="t" r="r" b="b"/>
              <a:pathLst>
                <a:path w="5486" h="3730" extrusionOk="0">
                  <a:moveTo>
                    <a:pt x="4407" y="1"/>
                  </a:moveTo>
                  <a:cubicBezTo>
                    <a:pt x="4290" y="1"/>
                    <a:pt x="4165" y="29"/>
                    <a:pt x="4037" y="93"/>
                  </a:cubicBezTo>
                  <a:lnTo>
                    <a:pt x="1" y="2428"/>
                  </a:lnTo>
                  <a:lnTo>
                    <a:pt x="734" y="3729"/>
                  </a:lnTo>
                  <a:lnTo>
                    <a:pt x="4804" y="1361"/>
                  </a:lnTo>
                  <a:cubicBezTo>
                    <a:pt x="5486" y="935"/>
                    <a:pt x="5079" y="1"/>
                    <a:pt x="4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73">
              <a:extLst>
                <a:ext uri="{FF2B5EF4-FFF2-40B4-BE49-F238E27FC236}">
                  <a16:creationId xmlns:a16="http://schemas.microsoft.com/office/drawing/2014/main" id="{AE914374-F6F4-80E9-A43C-746F4AF588AD}"/>
                </a:ext>
              </a:extLst>
            </p:cNvPr>
            <p:cNvSpPr/>
            <p:nvPr/>
          </p:nvSpPr>
          <p:spPr>
            <a:xfrm>
              <a:off x="5943812" y="2035279"/>
              <a:ext cx="88679" cy="60375"/>
            </a:xfrm>
            <a:custGeom>
              <a:avLst/>
              <a:gdLst/>
              <a:ahLst/>
              <a:cxnLst/>
              <a:rect l="l" t="t" r="r" b="b"/>
              <a:pathLst>
                <a:path w="5508" h="3750" extrusionOk="0">
                  <a:moveTo>
                    <a:pt x="4450" y="0"/>
                  </a:moveTo>
                  <a:cubicBezTo>
                    <a:pt x="4329" y="0"/>
                    <a:pt x="4201" y="35"/>
                    <a:pt x="4070" y="113"/>
                  </a:cubicBezTo>
                  <a:lnTo>
                    <a:pt x="1" y="2448"/>
                  </a:lnTo>
                  <a:lnTo>
                    <a:pt x="734" y="3749"/>
                  </a:lnTo>
                  <a:lnTo>
                    <a:pt x="4804" y="1381"/>
                  </a:lnTo>
                  <a:cubicBezTo>
                    <a:pt x="5507" y="987"/>
                    <a:pt x="5096" y="0"/>
                    <a:pt x="4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73">
              <a:extLst>
                <a:ext uri="{FF2B5EF4-FFF2-40B4-BE49-F238E27FC236}">
                  <a16:creationId xmlns:a16="http://schemas.microsoft.com/office/drawing/2014/main" id="{A788FBC6-0605-926F-C5B0-02A94E7A767E}"/>
                </a:ext>
              </a:extLst>
            </p:cNvPr>
            <p:cNvSpPr/>
            <p:nvPr/>
          </p:nvSpPr>
          <p:spPr>
            <a:xfrm>
              <a:off x="5943812" y="2087378"/>
              <a:ext cx="89130" cy="60359"/>
            </a:xfrm>
            <a:custGeom>
              <a:avLst/>
              <a:gdLst/>
              <a:ahLst/>
              <a:cxnLst/>
              <a:rect l="l" t="t" r="r" b="b"/>
              <a:pathLst>
                <a:path w="5536" h="3749" extrusionOk="0">
                  <a:moveTo>
                    <a:pt x="4451" y="0"/>
                  </a:moveTo>
                  <a:cubicBezTo>
                    <a:pt x="4330" y="0"/>
                    <a:pt x="4201" y="34"/>
                    <a:pt x="4070" y="113"/>
                  </a:cubicBezTo>
                  <a:lnTo>
                    <a:pt x="1" y="2481"/>
                  </a:lnTo>
                  <a:lnTo>
                    <a:pt x="734" y="3749"/>
                  </a:lnTo>
                  <a:lnTo>
                    <a:pt x="4804" y="1414"/>
                  </a:lnTo>
                  <a:cubicBezTo>
                    <a:pt x="5535" y="992"/>
                    <a:pt x="5104" y="0"/>
                    <a:pt x="4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73">
              <a:extLst>
                <a:ext uri="{FF2B5EF4-FFF2-40B4-BE49-F238E27FC236}">
                  <a16:creationId xmlns:a16="http://schemas.microsoft.com/office/drawing/2014/main" id="{A736B5CB-EE73-E3CA-1FB0-845EF8AEE6ED}"/>
                </a:ext>
              </a:extLst>
            </p:cNvPr>
            <p:cNvSpPr/>
            <p:nvPr/>
          </p:nvSpPr>
          <p:spPr>
            <a:xfrm>
              <a:off x="5943812" y="2139091"/>
              <a:ext cx="89436" cy="60745"/>
            </a:xfrm>
            <a:custGeom>
              <a:avLst/>
              <a:gdLst/>
              <a:ahLst/>
              <a:cxnLst/>
              <a:rect l="l" t="t" r="r" b="b"/>
              <a:pathLst>
                <a:path w="5555" h="3773" extrusionOk="0">
                  <a:moveTo>
                    <a:pt x="4489" y="1"/>
                  </a:moveTo>
                  <a:cubicBezTo>
                    <a:pt x="4357" y="1"/>
                    <a:pt x="4215" y="42"/>
                    <a:pt x="4070" y="136"/>
                  </a:cubicBezTo>
                  <a:lnTo>
                    <a:pt x="1" y="2471"/>
                  </a:lnTo>
                  <a:lnTo>
                    <a:pt x="734" y="3772"/>
                  </a:lnTo>
                  <a:lnTo>
                    <a:pt x="4804" y="1404"/>
                  </a:lnTo>
                  <a:cubicBezTo>
                    <a:pt x="5554" y="1015"/>
                    <a:pt x="5147" y="1"/>
                    <a:pt x="4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73">
              <a:extLst>
                <a:ext uri="{FF2B5EF4-FFF2-40B4-BE49-F238E27FC236}">
                  <a16:creationId xmlns:a16="http://schemas.microsoft.com/office/drawing/2014/main" id="{D863D70C-6D59-A087-0FD3-995ECBD83414}"/>
                </a:ext>
              </a:extLst>
            </p:cNvPr>
            <p:cNvSpPr/>
            <p:nvPr/>
          </p:nvSpPr>
          <p:spPr>
            <a:xfrm>
              <a:off x="5943812" y="1990907"/>
              <a:ext cx="55336" cy="52647"/>
            </a:xfrm>
            <a:custGeom>
              <a:avLst/>
              <a:gdLst/>
              <a:ahLst/>
              <a:cxnLst/>
              <a:rect l="l" t="t" r="r" b="b"/>
              <a:pathLst>
                <a:path w="3437" h="3270" extrusionOk="0">
                  <a:moveTo>
                    <a:pt x="3436" y="0"/>
                  </a:moveTo>
                  <a:lnTo>
                    <a:pt x="1" y="1968"/>
                  </a:lnTo>
                  <a:lnTo>
                    <a:pt x="734" y="3269"/>
                  </a:lnTo>
                  <a:lnTo>
                    <a:pt x="3436" y="170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73">
              <a:extLst>
                <a:ext uri="{FF2B5EF4-FFF2-40B4-BE49-F238E27FC236}">
                  <a16:creationId xmlns:a16="http://schemas.microsoft.com/office/drawing/2014/main" id="{F5065B19-9990-9C14-032F-5154A69C82F5}"/>
                </a:ext>
              </a:extLst>
            </p:cNvPr>
            <p:cNvSpPr/>
            <p:nvPr/>
          </p:nvSpPr>
          <p:spPr>
            <a:xfrm>
              <a:off x="5943812" y="2146642"/>
              <a:ext cx="55336" cy="53194"/>
            </a:xfrm>
            <a:custGeom>
              <a:avLst/>
              <a:gdLst/>
              <a:ahLst/>
              <a:cxnLst/>
              <a:rect l="l" t="t" r="r" b="b"/>
              <a:pathLst>
                <a:path w="3437" h="3304" extrusionOk="0">
                  <a:moveTo>
                    <a:pt x="3436" y="1"/>
                  </a:moveTo>
                  <a:lnTo>
                    <a:pt x="1" y="2002"/>
                  </a:lnTo>
                  <a:lnTo>
                    <a:pt x="734" y="3303"/>
                  </a:lnTo>
                  <a:lnTo>
                    <a:pt x="3436" y="1736"/>
                  </a:lnTo>
                  <a:lnTo>
                    <a:pt x="3436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73">
              <a:extLst>
                <a:ext uri="{FF2B5EF4-FFF2-40B4-BE49-F238E27FC236}">
                  <a16:creationId xmlns:a16="http://schemas.microsoft.com/office/drawing/2014/main" id="{D25C34C3-CC05-97B2-5AE2-584B829CE7C3}"/>
                </a:ext>
              </a:extLst>
            </p:cNvPr>
            <p:cNvSpPr/>
            <p:nvPr/>
          </p:nvSpPr>
          <p:spPr>
            <a:xfrm>
              <a:off x="5943812" y="2094559"/>
              <a:ext cx="55336" cy="53178"/>
            </a:xfrm>
            <a:custGeom>
              <a:avLst/>
              <a:gdLst/>
              <a:ahLst/>
              <a:cxnLst/>
              <a:rect l="l" t="t" r="r" b="b"/>
              <a:pathLst>
                <a:path w="3437" h="3303" extrusionOk="0">
                  <a:moveTo>
                    <a:pt x="3436" y="0"/>
                  </a:moveTo>
                  <a:lnTo>
                    <a:pt x="1" y="2002"/>
                  </a:lnTo>
                  <a:lnTo>
                    <a:pt x="734" y="3303"/>
                  </a:lnTo>
                  <a:lnTo>
                    <a:pt x="3436" y="17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73">
              <a:extLst>
                <a:ext uri="{FF2B5EF4-FFF2-40B4-BE49-F238E27FC236}">
                  <a16:creationId xmlns:a16="http://schemas.microsoft.com/office/drawing/2014/main" id="{DC1CDBB7-8E58-BD4F-9351-875D81BE0271}"/>
                </a:ext>
              </a:extLst>
            </p:cNvPr>
            <p:cNvSpPr/>
            <p:nvPr/>
          </p:nvSpPr>
          <p:spPr>
            <a:xfrm>
              <a:off x="5943812" y="2043007"/>
              <a:ext cx="55336" cy="52647"/>
            </a:xfrm>
            <a:custGeom>
              <a:avLst/>
              <a:gdLst/>
              <a:ahLst/>
              <a:cxnLst/>
              <a:rect l="l" t="t" r="r" b="b"/>
              <a:pathLst>
                <a:path w="3437" h="3270" extrusionOk="0">
                  <a:moveTo>
                    <a:pt x="3436" y="0"/>
                  </a:moveTo>
                  <a:lnTo>
                    <a:pt x="1" y="1968"/>
                  </a:lnTo>
                  <a:lnTo>
                    <a:pt x="734" y="3269"/>
                  </a:lnTo>
                  <a:lnTo>
                    <a:pt x="3436" y="1701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73">
              <a:extLst>
                <a:ext uri="{FF2B5EF4-FFF2-40B4-BE49-F238E27FC236}">
                  <a16:creationId xmlns:a16="http://schemas.microsoft.com/office/drawing/2014/main" id="{D893DFBB-5D31-48C9-C6A6-5AFB4ED2BE54}"/>
                </a:ext>
              </a:extLst>
            </p:cNvPr>
            <p:cNvSpPr/>
            <p:nvPr/>
          </p:nvSpPr>
          <p:spPr>
            <a:xfrm>
              <a:off x="5731679" y="1962442"/>
              <a:ext cx="243835" cy="138573"/>
            </a:xfrm>
            <a:custGeom>
              <a:avLst/>
              <a:gdLst/>
              <a:ahLst/>
              <a:cxnLst/>
              <a:rect l="l" t="t" r="r" b="b"/>
              <a:pathLst>
                <a:path w="15145" h="8607" extrusionOk="0">
                  <a:moveTo>
                    <a:pt x="13210" y="0"/>
                  </a:moveTo>
                  <a:cubicBezTo>
                    <a:pt x="12901" y="0"/>
                    <a:pt x="12593" y="67"/>
                    <a:pt x="12309" y="201"/>
                  </a:cubicBezTo>
                  <a:lnTo>
                    <a:pt x="634" y="6972"/>
                  </a:lnTo>
                  <a:cubicBezTo>
                    <a:pt x="367" y="7106"/>
                    <a:pt x="134" y="7339"/>
                    <a:pt x="0" y="7639"/>
                  </a:cubicBezTo>
                  <a:lnTo>
                    <a:pt x="1668" y="8607"/>
                  </a:lnTo>
                  <a:cubicBezTo>
                    <a:pt x="1802" y="8306"/>
                    <a:pt x="2035" y="8073"/>
                    <a:pt x="2302" y="7939"/>
                  </a:cubicBezTo>
                  <a:lnTo>
                    <a:pt x="14511" y="868"/>
                  </a:lnTo>
                  <a:cubicBezTo>
                    <a:pt x="14632" y="787"/>
                    <a:pt x="14765" y="743"/>
                    <a:pt x="14896" y="743"/>
                  </a:cubicBezTo>
                  <a:cubicBezTo>
                    <a:pt x="14982" y="743"/>
                    <a:pt x="15066" y="762"/>
                    <a:pt x="15145" y="801"/>
                  </a:cubicBezTo>
                  <a:lnTo>
                    <a:pt x="14111" y="201"/>
                  </a:lnTo>
                  <a:cubicBezTo>
                    <a:pt x="13827" y="67"/>
                    <a:pt x="13518" y="0"/>
                    <a:pt x="1321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73">
              <a:extLst>
                <a:ext uri="{FF2B5EF4-FFF2-40B4-BE49-F238E27FC236}">
                  <a16:creationId xmlns:a16="http://schemas.microsoft.com/office/drawing/2014/main" id="{14A80FC2-C592-D661-7251-4F41852D8B8A}"/>
                </a:ext>
              </a:extLst>
            </p:cNvPr>
            <p:cNvSpPr/>
            <p:nvPr/>
          </p:nvSpPr>
          <p:spPr>
            <a:xfrm>
              <a:off x="5754235" y="1974630"/>
              <a:ext cx="225577" cy="377690"/>
            </a:xfrm>
            <a:custGeom>
              <a:avLst/>
              <a:gdLst/>
              <a:ahLst/>
              <a:cxnLst/>
              <a:rect l="l" t="t" r="r" b="b"/>
              <a:pathLst>
                <a:path w="14011" h="23459" extrusionOk="0">
                  <a:moveTo>
                    <a:pt x="13485" y="1"/>
                  </a:moveTo>
                  <a:cubicBezTo>
                    <a:pt x="13368" y="1"/>
                    <a:pt x="13240" y="36"/>
                    <a:pt x="13110" y="111"/>
                  </a:cubicBezTo>
                  <a:lnTo>
                    <a:pt x="901" y="7182"/>
                  </a:lnTo>
                  <a:cubicBezTo>
                    <a:pt x="367" y="7516"/>
                    <a:pt x="34" y="8083"/>
                    <a:pt x="0" y="8717"/>
                  </a:cubicBezTo>
                  <a:lnTo>
                    <a:pt x="0" y="22827"/>
                  </a:lnTo>
                  <a:cubicBezTo>
                    <a:pt x="0" y="23225"/>
                    <a:pt x="214" y="23459"/>
                    <a:pt x="503" y="23459"/>
                  </a:cubicBezTo>
                  <a:cubicBezTo>
                    <a:pt x="626" y="23459"/>
                    <a:pt x="762" y="23417"/>
                    <a:pt x="901" y="23327"/>
                  </a:cubicBezTo>
                  <a:lnTo>
                    <a:pt x="13110" y="16289"/>
                  </a:lnTo>
                  <a:cubicBezTo>
                    <a:pt x="13644" y="15922"/>
                    <a:pt x="13977" y="15355"/>
                    <a:pt x="14010" y="14721"/>
                  </a:cubicBezTo>
                  <a:lnTo>
                    <a:pt x="14010" y="644"/>
                  </a:lnTo>
                  <a:cubicBezTo>
                    <a:pt x="14010" y="236"/>
                    <a:pt x="13785" y="1"/>
                    <a:pt x="1348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73">
              <a:extLst>
                <a:ext uri="{FF2B5EF4-FFF2-40B4-BE49-F238E27FC236}">
                  <a16:creationId xmlns:a16="http://schemas.microsoft.com/office/drawing/2014/main" id="{3B51E0FB-450C-51B9-D7B8-EE2EC313B0E1}"/>
                </a:ext>
              </a:extLst>
            </p:cNvPr>
            <p:cNvSpPr/>
            <p:nvPr/>
          </p:nvSpPr>
          <p:spPr>
            <a:xfrm>
              <a:off x="5727380" y="2085430"/>
              <a:ext cx="31170" cy="265859"/>
            </a:xfrm>
            <a:custGeom>
              <a:avLst/>
              <a:gdLst/>
              <a:ahLst/>
              <a:cxnLst/>
              <a:rect l="l" t="t" r="r" b="b"/>
              <a:pathLst>
                <a:path w="1936" h="16513" extrusionOk="0">
                  <a:moveTo>
                    <a:pt x="267" y="0"/>
                  </a:moveTo>
                  <a:cubicBezTo>
                    <a:pt x="101" y="234"/>
                    <a:pt x="1" y="567"/>
                    <a:pt x="1" y="868"/>
                  </a:cubicBezTo>
                  <a:lnTo>
                    <a:pt x="1" y="14377"/>
                  </a:lnTo>
                  <a:cubicBezTo>
                    <a:pt x="34" y="15011"/>
                    <a:pt x="368" y="15578"/>
                    <a:pt x="901" y="15945"/>
                  </a:cubicBezTo>
                  <a:lnTo>
                    <a:pt x="1902" y="16512"/>
                  </a:lnTo>
                  <a:cubicBezTo>
                    <a:pt x="1735" y="16379"/>
                    <a:pt x="1635" y="16145"/>
                    <a:pt x="1668" y="15945"/>
                  </a:cubicBezTo>
                  <a:lnTo>
                    <a:pt x="1668" y="1835"/>
                  </a:lnTo>
                  <a:cubicBezTo>
                    <a:pt x="1668" y="1535"/>
                    <a:pt x="1769" y="1234"/>
                    <a:pt x="1935" y="968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73">
              <a:extLst>
                <a:ext uri="{FF2B5EF4-FFF2-40B4-BE49-F238E27FC236}">
                  <a16:creationId xmlns:a16="http://schemas.microsoft.com/office/drawing/2014/main" id="{2DAB5F50-A83A-F7B9-EE39-CA4C3577F265}"/>
                </a:ext>
              </a:extLst>
            </p:cNvPr>
            <p:cNvSpPr/>
            <p:nvPr/>
          </p:nvSpPr>
          <p:spPr>
            <a:xfrm>
              <a:off x="5778932" y="2017005"/>
              <a:ext cx="176182" cy="292617"/>
            </a:xfrm>
            <a:custGeom>
              <a:avLst/>
              <a:gdLst/>
              <a:ahLst/>
              <a:cxnLst/>
              <a:rect l="l" t="t" r="r" b="b"/>
              <a:pathLst>
                <a:path w="10943" h="18175" extrusionOk="0">
                  <a:moveTo>
                    <a:pt x="10475" y="247"/>
                  </a:moveTo>
                  <a:cubicBezTo>
                    <a:pt x="10508" y="247"/>
                    <a:pt x="10542" y="247"/>
                    <a:pt x="10575" y="281"/>
                  </a:cubicBezTo>
                  <a:cubicBezTo>
                    <a:pt x="10642" y="314"/>
                    <a:pt x="10675" y="414"/>
                    <a:pt x="10675" y="514"/>
                  </a:cubicBezTo>
                  <a:lnTo>
                    <a:pt x="10675" y="11522"/>
                  </a:lnTo>
                  <a:cubicBezTo>
                    <a:pt x="10642" y="11856"/>
                    <a:pt x="10442" y="12189"/>
                    <a:pt x="10175" y="12389"/>
                  </a:cubicBezTo>
                  <a:lnTo>
                    <a:pt x="668" y="17860"/>
                  </a:lnTo>
                  <a:cubicBezTo>
                    <a:pt x="616" y="17912"/>
                    <a:pt x="552" y="17935"/>
                    <a:pt x="489" y="17935"/>
                  </a:cubicBezTo>
                  <a:cubicBezTo>
                    <a:pt x="350" y="17935"/>
                    <a:pt x="222" y="17821"/>
                    <a:pt x="268" y="17660"/>
                  </a:cubicBezTo>
                  <a:lnTo>
                    <a:pt x="268" y="6685"/>
                  </a:lnTo>
                  <a:cubicBezTo>
                    <a:pt x="301" y="6318"/>
                    <a:pt x="468" y="5985"/>
                    <a:pt x="768" y="5785"/>
                  </a:cubicBezTo>
                  <a:lnTo>
                    <a:pt x="10275" y="314"/>
                  </a:lnTo>
                  <a:cubicBezTo>
                    <a:pt x="10342" y="281"/>
                    <a:pt x="10408" y="247"/>
                    <a:pt x="10475" y="247"/>
                  </a:cubicBezTo>
                  <a:close/>
                  <a:moveTo>
                    <a:pt x="10445" y="1"/>
                  </a:moveTo>
                  <a:cubicBezTo>
                    <a:pt x="10342" y="1"/>
                    <a:pt x="10248" y="26"/>
                    <a:pt x="10175" y="81"/>
                  </a:cubicBezTo>
                  <a:lnTo>
                    <a:pt x="668" y="5585"/>
                  </a:lnTo>
                  <a:cubicBezTo>
                    <a:pt x="268" y="5818"/>
                    <a:pt x="34" y="6218"/>
                    <a:pt x="34" y="6685"/>
                  </a:cubicBezTo>
                  <a:lnTo>
                    <a:pt x="34" y="17660"/>
                  </a:lnTo>
                  <a:cubicBezTo>
                    <a:pt x="1" y="17827"/>
                    <a:pt x="101" y="18027"/>
                    <a:pt x="268" y="18127"/>
                  </a:cubicBezTo>
                  <a:cubicBezTo>
                    <a:pt x="315" y="18150"/>
                    <a:pt x="362" y="18174"/>
                    <a:pt x="409" y="18174"/>
                  </a:cubicBezTo>
                  <a:cubicBezTo>
                    <a:pt x="429" y="18174"/>
                    <a:pt x="448" y="18170"/>
                    <a:pt x="468" y="18160"/>
                  </a:cubicBezTo>
                  <a:cubicBezTo>
                    <a:pt x="495" y="18169"/>
                    <a:pt x="522" y="18173"/>
                    <a:pt x="548" y="18173"/>
                  </a:cubicBezTo>
                  <a:cubicBezTo>
                    <a:pt x="622" y="18173"/>
                    <a:pt x="695" y="18142"/>
                    <a:pt x="768" y="18093"/>
                  </a:cubicBezTo>
                  <a:lnTo>
                    <a:pt x="10308" y="12590"/>
                  </a:lnTo>
                  <a:cubicBezTo>
                    <a:pt x="10675" y="12356"/>
                    <a:pt x="10909" y="11956"/>
                    <a:pt x="10909" y="11522"/>
                  </a:cubicBezTo>
                  <a:lnTo>
                    <a:pt x="10909" y="514"/>
                  </a:lnTo>
                  <a:cubicBezTo>
                    <a:pt x="10942" y="347"/>
                    <a:pt x="10842" y="147"/>
                    <a:pt x="10709" y="47"/>
                  </a:cubicBezTo>
                  <a:cubicBezTo>
                    <a:pt x="10619" y="17"/>
                    <a:pt x="10529" y="1"/>
                    <a:pt x="1044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73">
              <a:extLst>
                <a:ext uri="{FF2B5EF4-FFF2-40B4-BE49-F238E27FC236}">
                  <a16:creationId xmlns:a16="http://schemas.microsoft.com/office/drawing/2014/main" id="{09305221-48F5-E1C4-5D14-3253397CB75A}"/>
                </a:ext>
              </a:extLst>
            </p:cNvPr>
            <p:cNvSpPr/>
            <p:nvPr/>
          </p:nvSpPr>
          <p:spPr>
            <a:xfrm>
              <a:off x="5810617" y="2068461"/>
              <a:ext cx="112652" cy="188837"/>
            </a:xfrm>
            <a:custGeom>
              <a:avLst/>
              <a:gdLst/>
              <a:ahLst/>
              <a:cxnLst/>
              <a:rect l="l" t="t" r="r" b="b"/>
              <a:pathLst>
                <a:path w="6997" h="11729" extrusionOk="0">
                  <a:moveTo>
                    <a:pt x="6739" y="220"/>
                  </a:moveTo>
                  <a:cubicBezTo>
                    <a:pt x="6739" y="254"/>
                    <a:pt x="6772" y="254"/>
                    <a:pt x="6772" y="287"/>
                  </a:cubicBezTo>
                  <a:lnTo>
                    <a:pt x="6739" y="7559"/>
                  </a:lnTo>
                  <a:cubicBezTo>
                    <a:pt x="6739" y="7659"/>
                    <a:pt x="6672" y="7792"/>
                    <a:pt x="6572" y="7859"/>
                  </a:cubicBezTo>
                  <a:lnTo>
                    <a:pt x="301" y="11462"/>
                  </a:lnTo>
                  <a:lnTo>
                    <a:pt x="268" y="11462"/>
                  </a:lnTo>
                  <a:cubicBezTo>
                    <a:pt x="234" y="11428"/>
                    <a:pt x="234" y="11428"/>
                    <a:pt x="268" y="11395"/>
                  </a:cubicBezTo>
                  <a:lnTo>
                    <a:pt x="268" y="4190"/>
                  </a:lnTo>
                  <a:cubicBezTo>
                    <a:pt x="268" y="4056"/>
                    <a:pt x="335" y="3956"/>
                    <a:pt x="435" y="3890"/>
                  </a:cubicBezTo>
                  <a:lnTo>
                    <a:pt x="6706" y="220"/>
                  </a:lnTo>
                  <a:close/>
                  <a:moveTo>
                    <a:pt x="6723" y="1"/>
                  </a:moveTo>
                  <a:cubicBezTo>
                    <a:pt x="6671" y="1"/>
                    <a:pt x="6618" y="17"/>
                    <a:pt x="6572" y="54"/>
                  </a:cubicBezTo>
                  <a:lnTo>
                    <a:pt x="301" y="3689"/>
                  </a:lnTo>
                  <a:cubicBezTo>
                    <a:pt x="134" y="3823"/>
                    <a:pt x="1" y="3990"/>
                    <a:pt x="1" y="4223"/>
                  </a:cubicBezTo>
                  <a:lnTo>
                    <a:pt x="1" y="11428"/>
                  </a:lnTo>
                  <a:cubicBezTo>
                    <a:pt x="1" y="11528"/>
                    <a:pt x="34" y="11628"/>
                    <a:pt x="134" y="11695"/>
                  </a:cubicBezTo>
                  <a:cubicBezTo>
                    <a:pt x="168" y="11695"/>
                    <a:pt x="201" y="11729"/>
                    <a:pt x="234" y="11729"/>
                  </a:cubicBezTo>
                  <a:cubicBezTo>
                    <a:pt x="301" y="11729"/>
                    <a:pt x="368" y="11695"/>
                    <a:pt x="401" y="11662"/>
                  </a:cubicBezTo>
                  <a:lnTo>
                    <a:pt x="6672" y="8059"/>
                  </a:lnTo>
                  <a:cubicBezTo>
                    <a:pt x="6839" y="7959"/>
                    <a:pt x="6939" y="7759"/>
                    <a:pt x="6973" y="7559"/>
                  </a:cubicBezTo>
                  <a:lnTo>
                    <a:pt x="6973" y="287"/>
                  </a:lnTo>
                  <a:cubicBezTo>
                    <a:pt x="6997" y="117"/>
                    <a:pt x="6863" y="1"/>
                    <a:pt x="672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73">
              <a:extLst>
                <a:ext uri="{FF2B5EF4-FFF2-40B4-BE49-F238E27FC236}">
                  <a16:creationId xmlns:a16="http://schemas.microsoft.com/office/drawing/2014/main" id="{7F0B96DC-424F-E708-D69F-809F8923E1C5}"/>
                </a:ext>
              </a:extLst>
            </p:cNvPr>
            <p:cNvSpPr/>
            <p:nvPr/>
          </p:nvSpPr>
          <p:spPr>
            <a:xfrm>
              <a:off x="5782700" y="1972376"/>
              <a:ext cx="24182" cy="91448"/>
            </a:xfrm>
            <a:custGeom>
              <a:avLst/>
              <a:gdLst/>
              <a:ahLst/>
              <a:cxnLst/>
              <a:rect l="l" t="t" r="r" b="b"/>
              <a:pathLst>
                <a:path w="1502" h="5680" extrusionOk="0">
                  <a:moveTo>
                    <a:pt x="751" y="1"/>
                  </a:moveTo>
                  <a:cubicBezTo>
                    <a:pt x="376" y="1"/>
                    <a:pt x="0" y="251"/>
                    <a:pt x="0" y="751"/>
                  </a:cubicBezTo>
                  <a:lnTo>
                    <a:pt x="0" y="5254"/>
                  </a:lnTo>
                  <a:cubicBezTo>
                    <a:pt x="0" y="5388"/>
                    <a:pt x="100" y="5488"/>
                    <a:pt x="234" y="5555"/>
                  </a:cubicBezTo>
                  <a:cubicBezTo>
                    <a:pt x="401" y="5638"/>
                    <a:pt x="576" y="5680"/>
                    <a:pt x="751" y="5680"/>
                  </a:cubicBezTo>
                  <a:cubicBezTo>
                    <a:pt x="926" y="5680"/>
                    <a:pt x="1101" y="5638"/>
                    <a:pt x="1268" y="5555"/>
                  </a:cubicBezTo>
                  <a:cubicBezTo>
                    <a:pt x="1401" y="5488"/>
                    <a:pt x="1468" y="5388"/>
                    <a:pt x="1501" y="5254"/>
                  </a:cubicBezTo>
                  <a:lnTo>
                    <a:pt x="1501" y="751"/>
                  </a:lnTo>
                  <a:cubicBezTo>
                    <a:pt x="1501" y="251"/>
                    <a:pt x="1126" y="1"/>
                    <a:pt x="7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73">
              <a:extLst>
                <a:ext uri="{FF2B5EF4-FFF2-40B4-BE49-F238E27FC236}">
                  <a16:creationId xmlns:a16="http://schemas.microsoft.com/office/drawing/2014/main" id="{D5AA8BAE-EEB6-98DC-67DE-B840AC3EF11E}"/>
                </a:ext>
              </a:extLst>
            </p:cNvPr>
            <p:cNvSpPr/>
            <p:nvPr/>
          </p:nvSpPr>
          <p:spPr>
            <a:xfrm>
              <a:off x="5827812" y="1946471"/>
              <a:ext cx="24182" cy="91174"/>
            </a:xfrm>
            <a:custGeom>
              <a:avLst/>
              <a:gdLst/>
              <a:ahLst/>
              <a:cxnLst/>
              <a:rect l="l" t="t" r="r" b="b"/>
              <a:pathLst>
                <a:path w="1502" h="5663" extrusionOk="0">
                  <a:moveTo>
                    <a:pt x="751" y="0"/>
                  </a:moveTo>
                  <a:cubicBezTo>
                    <a:pt x="376" y="0"/>
                    <a:pt x="0" y="242"/>
                    <a:pt x="0" y="726"/>
                  </a:cubicBezTo>
                  <a:lnTo>
                    <a:pt x="0" y="5229"/>
                  </a:lnTo>
                  <a:cubicBezTo>
                    <a:pt x="0" y="5362"/>
                    <a:pt x="100" y="5496"/>
                    <a:pt x="234" y="5562"/>
                  </a:cubicBezTo>
                  <a:cubicBezTo>
                    <a:pt x="401" y="5629"/>
                    <a:pt x="576" y="5662"/>
                    <a:pt x="751" y="5662"/>
                  </a:cubicBezTo>
                  <a:cubicBezTo>
                    <a:pt x="926" y="5662"/>
                    <a:pt x="1101" y="5629"/>
                    <a:pt x="1268" y="5562"/>
                  </a:cubicBezTo>
                  <a:cubicBezTo>
                    <a:pt x="1401" y="5496"/>
                    <a:pt x="1468" y="5362"/>
                    <a:pt x="1501" y="5229"/>
                  </a:cubicBezTo>
                  <a:lnTo>
                    <a:pt x="1501" y="726"/>
                  </a:lnTo>
                  <a:cubicBezTo>
                    <a:pt x="1501" y="242"/>
                    <a:pt x="1126" y="0"/>
                    <a:pt x="7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73">
              <a:extLst>
                <a:ext uri="{FF2B5EF4-FFF2-40B4-BE49-F238E27FC236}">
                  <a16:creationId xmlns:a16="http://schemas.microsoft.com/office/drawing/2014/main" id="{922D0B4D-36D0-045F-40E2-0E1D50E7DD11}"/>
                </a:ext>
              </a:extLst>
            </p:cNvPr>
            <p:cNvSpPr/>
            <p:nvPr/>
          </p:nvSpPr>
          <p:spPr>
            <a:xfrm>
              <a:off x="5872924" y="1921081"/>
              <a:ext cx="24182" cy="90643"/>
            </a:xfrm>
            <a:custGeom>
              <a:avLst/>
              <a:gdLst/>
              <a:ahLst/>
              <a:cxnLst/>
              <a:rect l="l" t="t" r="r" b="b"/>
              <a:pathLst>
                <a:path w="1502" h="5630" extrusionOk="0">
                  <a:moveTo>
                    <a:pt x="751" y="1"/>
                  </a:moveTo>
                  <a:cubicBezTo>
                    <a:pt x="392" y="1"/>
                    <a:pt x="34" y="234"/>
                    <a:pt x="0" y="701"/>
                  </a:cubicBezTo>
                  <a:lnTo>
                    <a:pt x="0" y="5205"/>
                  </a:lnTo>
                  <a:cubicBezTo>
                    <a:pt x="0" y="5338"/>
                    <a:pt x="100" y="5438"/>
                    <a:pt x="234" y="5505"/>
                  </a:cubicBezTo>
                  <a:cubicBezTo>
                    <a:pt x="384" y="5588"/>
                    <a:pt x="559" y="5630"/>
                    <a:pt x="738" y="5630"/>
                  </a:cubicBezTo>
                  <a:cubicBezTo>
                    <a:pt x="918" y="5630"/>
                    <a:pt x="1101" y="5588"/>
                    <a:pt x="1268" y="5505"/>
                  </a:cubicBezTo>
                  <a:cubicBezTo>
                    <a:pt x="1401" y="5438"/>
                    <a:pt x="1468" y="5338"/>
                    <a:pt x="1501" y="5205"/>
                  </a:cubicBezTo>
                  <a:lnTo>
                    <a:pt x="1501" y="701"/>
                  </a:lnTo>
                  <a:cubicBezTo>
                    <a:pt x="1468" y="234"/>
                    <a:pt x="1110" y="1"/>
                    <a:pt x="7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73">
              <a:extLst>
                <a:ext uri="{FF2B5EF4-FFF2-40B4-BE49-F238E27FC236}">
                  <a16:creationId xmlns:a16="http://schemas.microsoft.com/office/drawing/2014/main" id="{94844DC2-869F-C971-6AA1-17D944A2C736}"/>
                </a:ext>
              </a:extLst>
            </p:cNvPr>
            <p:cNvSpPr/>
            <p:nvPr/>
          </p:nvSpPr>
          <p:spPr>
            <a:xfrm>
              <a:off x="5918036" y="1894243"/>
              <a:ext cx="24182" cy="91706"/>
            </a:xfrm>
            <a:custGeom>
              <a:avLst/>
              <a:gdLst/>
              <a:ahLst/>
              <a:cxnLst/>
              <a:rect l="l" t="t" r="r" b="b"/>
              <a:pathLst>
                <a:path w="1502" h="5696" extrusionOk="0">
                  <a:moveTo>
                    <a:pt x="734" y="0"/>
                  </a:moveTo>
                  <a:cubicBezTo>
                    <a:pt x="334" y="0"/>
                    <a:pt x="0" y="334"/>
                    <a:pt x="0" y="767"/>
                  </a:cubicBezTo>
                  <a:lnTo>
                    <a:pt x="0" y="5271"/>
                  </a:lnTo>
                  <a:cubicBezTo>
                    <a:pt x="0" y="5404"/>
                    <a:pt x="100" y="5504"/>
                    <a:pt x="234" y="5571"/>
                  </a:cubicBezTo>
                  <a:cubicBezTo>
                    <a:pt x="384" y="5654"/>
                    <a:pt x="559" y="5696"/>
                    <a:pt x="738" y="5696"/>
                  </a:cubicBezTo>
                  <a:cubicBezTo>
                    <a:pt x="918" y="5696"/>
                    <a:pt x="1101" y="5654"/>
                    <a:pt x="1268" y="5571"/>
                  </a:cubicBezTo>
                  <a:cubicBezTo>
                    <a:pt x="1401" y="5504"/>
                    <a:pt x="1468" y="5404"/>
                    <a:pt x="1501" y="5271"/>
                  </a:cubicBezTo>
                  <a:lnTo>
                    <a:pt x="1501" y="767"/>
                  </a:lnTo>
                  <a:cubicBezTo>
                    <a:pt x="1501" y="334"/>
                    <a:pt x="1168" y="0"/>
                    <a:pt x="734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73">
              <a:extLst>
                <a:ext uri="{FF2B5EF4-FFF2-40B4-BE49-F238E27FC236}">
                  <a16:creationId xmlns:a16="http://schemas.microsoft.com/office/drawing/2014/main" id="{F70124EB-2FCA-550F-6A61-9D0DD3C1A87F}"/>
                </a:ext>
              </a:extLst>
            </p:cNvPr>
            <p:cNvSpPr/>
            <p:nvPr/>
          </p:nvSpPr>
          <p:spPr>
            <a:xfrm>
              <a:off x="5658375" y="2131396"/>
              <a:ext cx="89436" cy="59345"/>
            </a:xfrm>
            <a:custGeom>
              <a:avLst/>
              <a:gdLst/>
              <a:ahLst/>
              <a:cxnLst/>
              <a:rect l="l" t="t" r="r" b="b"/>
              <a:pathLst>
                <a:path w="5555" h="3686" extrusionOk="0">
                  <a:moveTo>
                    <a:pt x="4830" y="1"/>
                  </a:moveTo>
                  <a:cubicBezTo>
                    <a:pt x="4773" y="1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5"/>
                    <a:pt x="1485" y="3550"/>
                  </a:cubicBezTo>
                  <a:lnTo>
                    <a:pt x="5387" y="1315"/>
                  </a:lnTo>
                  <a:cubicBezTo>
                    <a:pt x="5521" y="1248"/>
                    <a:pt x="5554" y="1115"/>
                    <a:pt x="5554" y="981"/>
                  </a:cubicBezTo>
                  <a:cubicBezTo>
                    <a:pt x="5521" y="614"/>
                    <a:pt x="5321" y="281"/>
                    <a:pt x="5020" y="81"/>
                  </a:cubicBezTo>
                  <a:cubicBezTo>
                    <a:pt x="4965" y="26"/>
                    <a:pt x="4900" y="1"/>
                    <a:pt x="483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73">
              <a:extLst>
                <a:ext uri="{FF2B5EF4-FFF2-40B4-BE49-F238E27FC236}">
                  <a16:creationId xmlns:a16="http://schemas.microsoft.com/office/drawing/2014/main" id="{54EF449E-7425-B93D-65BF-CBA4858554E0}"/>
                </a:ext>
              </a:extLst>
            </p:cNvPr>
            <p:cNvSpPr/>
            <p:nvPr/>
          </p:nvSpPr>
          <p:spPr>
            <a:xfrm>
              <a:off x="5658681" y="2183656"/>
              <a:ext cx="89130" cy="59345"/>
            </a:xfrm>
            <a:custGeom>
              <a:avLst/>
              <a:gdLst/>
              <a:ahLst/>
              <a:cxnLst/>
              <a:rect l="l" t="t" r="r" b="b"/>
              <a:pathLst>
                <a:path w="5536" h="3686" extrusionOk="0">
                  <a:moveTo>
                    <a:pt x="4786" y="1"/>
                  </a:moveTo>
                  <a:cubicBezTo>
                    <a:pt x="4736" y="1"/>
                    <a:pt x="4685" y="11"/>
                    <a:pt x="4635" y="37"/>
                  </a:cubicBezTo>
                  <a:lnTo>
                    <a:pt x="732" y="2272"/>
                  </a:lnTo>
                  <a:cubicBezTo>
                    <a:pt x="0" y="2694"/>
                    <a:pt x="431" y="3685"/>
                    <a:pt x="1085" y="3685"/>
                  </a:cubicBezTo>
                  <a:cubicBezTo>
                    <a:pt x="1206" y="3685"/>
                    <a:pt x="1335" y="3651"/>
                    <a:pt x="1466" y="3573"/>
                  </a:cubicBezTo>
                  <a:lnTo>
                    <a:pt x="5368" y="1305"/>
                  </a:lnTo>
                  <a:cubicBezTo>
                    <a:pt x="5502" y="1238"/>
                    <a:pt x="5535" y="1104"/>
                    <a:pt x="5535" y="971"/>
                  </a:cubicBezTo>
                  <a:cubicBezTo>
                    <a:pt x="5502" y="604"/>
                    <a:pt x="5302" y="270"/>
                    <a:pt x="5001" y="70"/>
                  </a:cubicBezTo>
                  <a:cubicBezTo>
                    <a:pt x="4940" y="29"/>
                    <a:pt x="4865" y="1"/>
                    <a:pt x="478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73">
              <a:extLst>
                <a:ext uri="{FF2B5EF4-FFF2-40B4-BE49-F238E27FC236}">
                  <a16:creationId xmlns:a16="http://schemas.microsoft.com/office/drawing/2014/main" id="{A3219C2D-D904-63E0-2DAC-627B074327CA}"/>
                </a:ext>
              </a:extLst>
            </p:cNvPr>
            <p:cNvSpPr/>
            <p:nvPr/>
          </p:nvSpPr>
          <p:spPr>
            <a:xfrm>
              <a:off x="5658375" y="2235595"/>
              <a:ext cx="89436" cy="59328"/>
            </a:xfrm>
            <a:custGeom>
              <a:avLst/>
              <a:gdLst/>
              <a:ahLst/>
              <a:cxnLst/>
              <a:rect l="l" t="t" r="r" b="b"/>
              <a:pathLst>
                <a:path w="5555" h="3685" extrusionOk="0">
                  <a:moveTo>
                    <a:pt x="4830" y="0"/>
                  </a:moveTo>
                  <a:cubicBezTo>
                    <a:pt x="4773" y="0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4"/>
                    <a:pt x="1485" y="3549"/>
                  </a:cubicBezTo>
                  <a:lnTo>
                    <a:pt x="5387" y="1314"/>
                  </a:lnTo>
                  <a:cubicBezTo>
                    <a:pt x="5521" y="1247"/>
                    <a:pt x="5554" y="1114"/>
                    <a:pt x="5554" y="981"/>
                  </a:cubicBezTo>
                  <a:cubicBezTo>
                    <a:pt x="5521" y="614"/>
                    <a:pt x="5321" y="280"/>
                    <a:pt x="5020" y="80"/>
                  </a:cubicBezTo>
                  <a:cubicBezTo>
                    <a:pt x="4965" y="25"/>
                    <a:pt x="4900" y="0"/>
                    <a:pt x="48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73">
              <a:extLst>
                <a:ext uri="{FF2B5EF4-FFF2-40B4-BE49-F238E27FC236}">
                  <a16:creationId xmlns:a16="http://schemas.microsoft.com/office/drawing/2014/main" id="{7244FFAB-F409-3234-77A6-5E7E23C80644}"/>
                </a:ext>
              </a:extLst>
            </p:cNvPr>
            <p:cNvSpPr/>
            <p:nvPr/>
          </p:nvSpPr>
          <p:spPr>
            <a:xfrm>
              <a:off x="5662932" y="2287678"/>
              <a:ext cx="84879" cy="58668"/>
            </a:xfrm>
            <a:custGeom>
              <a:avLst/>
              <a:gdLst/>
              <a:ahLst/>
              <a:cxnLst/>
              <a:rect l="l" t="t" r="r" b="b"/>
              <a:pathLst>
                <a:path w="5272" h="3644" extrusionOk="0">
                  <a:moveTo>
                    <a:pt x="4547" y="1"/>
                  </a:moveTo>
                  <a:cubicBezTo>
                    <a:pt x="4490" y="1"/>
                    <a:pt x="4430" y="17"/>
                    <a:pt x="4371" y="47"/>
                  </a:cubicBezTo>
                  <a:lnTo>
                    <a:pt x="468" y="2282"/>
                  </a:lnTo>
                  <a:cubicBezTo>
                    <a:pt x="134" y="2482"/>
                    <a:pt x="1" y="2916"/>
                    <a:pt x="201" y="3283"/>
                  </a:cubicBezTo>
                  <a:cubicBezTo>
                    <a:pt x="337" y="3510"/>
                    <a:pt x="596" y="3644"/>
                    <a:pt x="853" y="3644"/>
                  </a:cubicBezTo>
                  <a:cubicBezTo>
                    <a:pt x="974" y="3644"/>
                    <a:pt x="1095" y="3614"/>
                    <a:pt x="1202" y="3550"/>
                  </a:cubicBezTo>
                  <a:lnTo>
                    <a:pt x="5104" y="1315"/>
                  </a:lnTo>
                  <a:cubicBezTo>
                    <a:pt x="5238" y="1248"/>
                    <a:pt x="5271" y="1115"/>
                    <a:pt x="5271" y="981"/>
                  </a:cubicBezTo>
                  <a:cubicBezTo>
                    <a:pt x="5238" y="614"/>
                    <a:pt x="5038" y="281"/>
                    <a:pt x="4737" y="81"/>
                  </a:cubicBezTo>
                  <a:cubicBezTo>
                    <a:pt x="4682" y="26"/>
                    <a:pt x="4617" y="1"/>
                    <a:pt x="454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73">
              <a:extLst>
                <a:ext uri="{FF2B5EF4-FFF2-40B4-BE49-F238E27FC236}">
                  <a16:creationId xmlns:a16="http://schemas.microsoft.com/office/drawing/2014/main" id="{CB317B26-33A2-F121-7A13-FBDB93E7FE94}"/>
                </a:ext>
              </a:extLst>
            </p:cNvPr>
            <p:cNvSpPr/>
            <p:nvPr/>
          </p:nvSpPr>
          <p:spPr>
            <a:xfrm>
              <a:off x="5782700" y="1972376"/>
              <a:ext cx="24182" cy="91448"/>
            </a:xfrm>
            <a:custGeom>
              <a:avLst/>
              <a:gdLst/>
              <a:ahLst/>
              <a:cxnLst/>
              <a:rect l="l" t="t" r="r" b="b"/>
              <a:pathLst>
                <a:path w="1502" h="5680" extrusionOk="0">
                  <a:moveTo>
                    <a:pt x="751" y="1"/>
                  </a:moveTo>
                  <a:cubicBezTo>
                    <a:pt x="376" y="1"/>
                    <a:pt x="0" y="251"/>
                    <a:pt x="0" y="751"/>
                  </a:cubicBezTo>
                  <a:lnTo>
                    <a:pt x="0" y="5254"/>
                  </a:lnTo>
                  <a:cubicBezTo>
                    <a:pt x="0" y="5388"/>
                    <a:pt x="100" y="5488"/>
                    <a:pt x="234" y="5555"/>
                  </a:cubicBezTo>
                  <a:cubicBezTo>
                    <a:pt x="401" y="5638"/>
                    <a:pt x="576" y="5680"/>
                    <a:pt x="751" y="5680"/>
                  </a:cubicBezTo>
                  <a:cubicBezTo>
                    <a:pt x="926" y="5680"/>
                    <a:pt x="1101" y="5638"/>
                    <a:pt x="1268" y="5555"/>
                  </a:cubicBezTo>
                  <a:cubicBezTo>
                    <a:pt x="1401" y="5488"/>
                    <a:pt x="1468" y="5388"/>
                    <a:pt x="1501" y="5254"/>
                  </a:cubicBezTo>
                  <a:lnTo>
                    <a:pt x="1501" y="751"/>
                  </a:lnTo>
                  <a:cubicBezTo>
                    <a:pt x="1501" y="251"/>
                    <a:pt x="1126" y="1"/>
                    <a:pt x="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73">
              <a:extLst>
                <a:ext uri="{FF2B5EF4-FFF2-40B4-BE49-F238E27FC236}">
                  <a16:creationId xmlns:a16="http://schemas.microsoft.com/office/drawing/2014/main" id="{77A16ED2-02A4-9323-36F5-CD88FE9E49CE}"/>
                </a:ext>
              </a:extLst>
            </p:cNvPr>
            <p:cNvSpPr/>
            <p:nvPr/>
          </p:nvSpPr>
          <p:spPr>
            <a:xfrm>
              <a:off x="5827812" y="1946471"/>
              <a:ext cx="24182" cy="91174"/>
            </a:xfrm>
            <a:custGeom>
              <a:avLst/>
              <a:gdLst/>
              <a:ahLst/>
              <a:cxnLst/>
              <a:rect l="l" t="t" r="r" b="b"/>
              <a:pathLst>
                <a:path w="1502" h="5663" extrusionOk="0">
                  <a:moveTo>
                    <a:pt x="751" y="0"/>
                  </a:moveTo>
                  <a:cubicBezTo>
                    <a:pt x="376" y="0"/>
                    <a:pt x="0" y="242"/>
                    <a:pt x="0" y="726"/>
                  </a:cubicBezTo>
                  <a:lnTo>
                    <a:pt x="0" y="5229"/>
                  </a:lnTo>
                  <a:cubicBezTo>
                    <a:pt x="0" y="5362"/>
                    <a:pt x="100" y="5496"/>
                    <a:pt x="234" y="5562"/>
                  </a:cubicBezTo>
                  <a:cubicBezTo>
                    <a:pt x="401" y="5629"/>
                    <a:pt x="576" y="5662"/>
                    <a:pt x="751" y="5662"/>
                  </a:cubicBezTo>
                  <a:cubicBezTo>
                    <a:pt x="926" y="5662"/>
                    <a:pt x="1101" y="5629"/>
                    <a:pt x="1268" y="5562"/>
                  </a:cubicBezTo>
                  <a:cubicBezTo>
                    <a:pt x="1401" y="5496"/>
                    <a:pt x="1468" y="5362"/>
                    <a:pt x="1501" y="5229"/>
                  </a:cubicBezTo>
                  <a:lnTo>
                    <a:pt x="1501" y="726"/>
                  </a:lnTo>
                  <a:cubicBezTo>
                    <a:pt x="1501" y="242"/>
                    <a:pt x="112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73">
              <a:extLst>
                <a:ext uri="{FF2B5EF4-FFF2-40B4-BE49-F238E27FC236}">
                  <a16:creationId xmlns:a16="http://schemas.microsoft.com/office/drawing/2014/main" id="{E9D8B5DC-9B05-F53D-C830-81768E02F513}"/>
                </a:ext>
              </a:extLst>
            </p:cNvPr>
            <p:cNvSpPr/>
            <p:nvPr/>
          </p:nvSpPr>
          <p:spPr>
            <a:xfrm>
              <a:off x="5872924" y="1921081"/>
              <a:ext cx="24182" cy="90643"/>
            </a:xfrm>
            <a:custGeom>
              <a:avLst/>
              <a:gdLst/>
              <a:ahLst/>
              <a:cxnLst/>
              <a:rect l="l" t="t" r="r" b="b"/>
              <a:pathLst>
                <a:path w="1502" h="5630" extrusionOk="0">
                  <a:moveTo>
                    <a:pt x="751" y="1"/>
                  </a:moveTo>
                  <a:cubicBezTo>
                    <a:pt x="392" y="1"/>
                    <a:pt x="34" y="234"/>
                    <a:pt x="0" y="701"/>
                  </a:cubicBezTo>
                  <a:lnTo>
                    <a:pt x="0" y="5205"/>
                  </a:lnTo>
                  <a:cubicBezTo>
                    <a:pt x="0" y="5338"/>
                    <a:pt x="100" y="5438"/>
                    <a:pt x="234" y="5505"/>
                  </a:cubicBezTo>
                  <a:cubicBezTo>
                    <a:pt x="384" y="5588"/>
                    <a:pt x="559" y="5630"/>
                    <a:pt x="738" y="5630"/>
                  </a:cubicBezTo>
                  <a:cubicBezTo>
                    <a:pt x="918" y="5630"/>
                    <a:pt x="1101" y="5588"/>
                    <a:pt x="1268" y="5505"/>
                  </a:cubicBezTo>
                  <a:cubicBezTo>
                    <a:pt x="1401" y="5438"/>
                    <a:pt x="1468" y="5338"/>
                    <a:pt x="1501" y="5205"/>
                  </a:cubicBezTo>
                  <a:lnTo>
                    <a:pt x="1501" y="701"/>
                  </a:lnTo>
                  <a:cubicBezTo>
                    <a:pt x="1468" y="234"/>
                    <a:pt x="1110" y="1"/>
                    <a:pt x="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73">
              <a:extLst>
                <a:ext uri="{FF2B5EF4-FFF2-40B4-BE49-F238E27FC236}">
                  <a16:creationId xmlns:a16="http://schemas.microsoft.com/office/drawing/2014/main" id="{D9651EB4-16A6-94F9-289C-EC592F6F2DDB}"/>
                </a:ext>
              </a:extLst>
            </p:cNvPr>
            <p:cNvSpPr/>
            <p:nvPr/>
          </p:nvSpPr>
          <p:spPr>
            <a:xfrm>
              <a:off x="5918036" y="1894243"/>
              <a:ext cx="24182" cy="91706"/>
            </a:xfrm>
            <a:custGeom>
              <a:avLst/>
              <a:gdLst/>
              <a:ahLst/>
              <a:cxnLst/>
              <a:rect l="l" t="t" r="r" b="b"/>
              <a:pathLst>
                <a:path w="1502" h="5696" extrusionOk="0">
                  <a:moveTo>
                    <a:pt x="734" y="0"/>
                  </a:moveTo>
                  <a:cubicBezTo>
                    <a:pt x="334" y="0"/>
                    <a:pt x="0" y="334"/>
                    <a:pt x="0" y="767"/>
                  </a:cubicBezTo>
                  <a:lnTo>
                    <a:pt x="0" y="5271"/>
                  </a:lnTo>
                  <a:cubicBezTo>
                    <a:pt x="0" y="5404"/>
                    <a:pt x="100" y="5504"/>
                    <a:pt x="234" y="5571"/>
                  </a:cubicBezTo>
                  <a:cubicBezTo>
                    <a:pt x="384" y="5654"/>
                    <a:pt x="559" y="5696"/>
                    <a:pt x="738" y="5696"/>
                  </a:cubicBezTo>
                  <a:cubicBezTo>
                    <a:pt x="918" y="5696"/>
                    <a:pt x="1101" y="5654"/>
                    <a:pt x="1268" y="5571"/>
                  </a:cubicBezTo>
                  <a:cubicBezTo>
                    <a:pt x="1401" y="5504"/>
                    <a:pt x="1468" y="5404"/>
                    <a:pt x="1501" y="5271"/>
                  </a:cubicBezTo>
                  <a:lnTo>
                    <a:pt x="1501" y="767"/>
                  </a:lnTo>
                  <a:cubicBezTo>
                    <a:pt x="1501" y="334"/>
                    <a:pt x="1168" y="0"/>
                    <a:pt x="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73">
              <a:extLst>
                <a:ext uri="{FF2B5EF4-FFF2-40B4-BE49-F238E27FC236}">
                  <a16:creationId xmlns:a16="http://schemas.microsoft.com/office/drawing/2014/main" id="{811E668C-545E-7BFD-ADA4-FF1765F6F6F3}"/>
                </a:ext>
              </a:extLst>
            </p:cNvPr>
            <p:cNvSpPr/>
            <p:nvPr/>
          </p:nvSpPr>
          <p:spPr>
            <a:xfrm>
              <a:off x="5658375" y="2131396"/>
              <a:ext cx="89436" cy="59345"/>
            </a:xfrm>
            <a:custGeom>
              <a:avLst/>
              <a:gdLst/>
              <a:ahLst/>
              <a:cxnLst/>
              <a:rect l="l" t="t" r="r" b="b"/>
              <a:pathLst>
                <a:path w="5555" h="3686" extrusionOk="0">
                  <a:moveTo>
                    <a:pt x="4830" y="1"/>
                  </a:moveTo>
                  <a:cubicBezTo>
                    <a:pt x="4773" y="1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5"/>
                    <a:pt x="1485" y="3550"/>
                  </a:cubicBezTo>
                  <a:lnTo>
                    <a:pt x="5387" y="1315"/>
                  </a:lnTo>
                  <a:cubicBezTo>
                    <a:pt x="5521" y="1248"/>
                    <a:pt x="5554" y="1115"/>
                    <a:pt x="5554" y="981"/>
                  </a:cubicBezTo>
                  <a:cubicBezTo>
                    <a:pt x="5521" y="614"/>
                    <a:pt x="5321" y="281"/>
                    <a:pt x="5020" y="81"/>
                  </a:cubicBezTo>
                  <a:cubicBezTo>
                    <a:pt x="4965" y="26"/>
                    <a:pt x="4900" y="1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73">
              <a:extLst>
                <a:ext uri="{FF2B5EF4-FFF2-40B4-BE49-F238E27FC236}">
                  <a16:creationId xmlns:a16="http://schemas.microsoft.com/office/drawing/2014/main" id="{9287ABAC-BBFF-DE3C-0B6D-54FFD7BD571C}"/>
                </a:ext>
              </a:extLst>
            </p:cNvPr>
            <p:cNvSpPr/>
            <p:nvPr/>
          </p:nvSpPr>
          <p:spPr>
            <a:xfrm>
              <a:off x="5658681" y="2183656"/>
              <a:ext cx="89130" cy="59345"/>
            </a:xfrm>
            <a:custGeom>
              <a:avLst/>
              <a:gdLst/>
              <a:ahLst/>
              <a:cxnLst/>
              <a:rect l="l" t="t" r="r" b="b"/>
              <a:pathLst>
                <a:path w="5536" h="3686" extrusionOk="0">
                  <a:moveTo>
                    <a:pt x="4786" y="1"/>
                  </a:moveTo>
                  <a:cubicBezTo>
                    <a:pt x="4736" y="1"/>
                    <a:pt x="4685" y="11"/>
                    <a:pt x="4635" y="37"/>
                  </a:cubicBezTo>
                  <a:lnTo>
                    <a:pt x="732" y="2272"/>
                  </a:lnTo>
                  <a:cubicBezTo>
                    <a:pt x="0" y="2694"/>
                    <a:pt x="431" y="3685"/>
                    <a:pt x="1085" y="3685"/>
                  </a:cubicBezTo>
                  <a:cubicBezTo>
                    <a:pt x="1206" y="3685"/>
                    <a:pt x="1335" y="3651"/>
                    <a:pt x="1466" y="3573"/>
                  </a:cubicBezTo>
                  <a:lnTo>
                    <a:pt x="5368" y="1305"/>
                  </a:lnTo>
                  <a:cubicBezTo>
                    <a:pt x="5502" y="1238"/>
                    <a:pt x="5535" y="1104"/>
                    <a:pt x="5535" y="971"/>
                  </a:cubicBezTo>
                  <a:cubicBezTo>
                    <a:pt x="5502" y="604"/>
                    <a:pt x="5302" y="270"/>
                    <a:pt x="5001" y="70"/>
                  </a:cubicBezTo>
                  <a:cubicBezTo>
                    <a:pt x="4940" y="29"/>
                    <a:pt x="4865" y="1"/>
                    <a:pt x="4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73">
              <a:extLst>
                <a:ext uri="{FF2B5EF4-FFF2-40B4-BE49-F238E27FC236}">
                  <a16:creationId xmlns:a16="http://schemas.microsoft.com/office/drawing/2014/main" id="{7DB1B949-34B0-CD86-2511-32976372F7C5}"/>
                </a:ext>
              </a:extLst>
            </p:cNvPr>
            <p:cNvSpPr/>
            <p:nvPr/>
          </p:nvSpPr>
          <p:spPr>
            <a:xfrm>
              <a:off x="5658375" y="2235595"/>
              <a:ext cx="89436" cy="59328"/>
            </a:xfrm>
            <a:custGeom>
              <a:avLst/>
              <a:gdLst/>
              <a:ahLst/>
              <a:cxnLst/>
              <a:rect l="l" t="t" r="r" b="b"/>
              <a:pathLst>
                <a:path w="5555" h="3685" extrusionOk="0">
                  <a:moveTo>
                    <a:pt x="4830" y="0"/>
                  </a:moveTo>
                  <a:cubicBezTo>
                    <a:pt x="4773" y="0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4"/>
                    <a:pt x="1485" y="3549"/>
                  </a:cubicBezTo>
                  <a:lnTo>
                    <a:pt x="5387" y="1314"/>
                  </a:lnTo>
                  <a:cubicBezTo>
                    <a:pt x="5521" y="1247"/>
                    <a:pt x="5554" y="1114"/>
                    <a:pt x="5554" y="981"/>
                  </a:cubicBezTo>
                  <a:cubicBezTo>
                    <a:pt x="5521" y="614"/>
                    <a:pt x="5321" y="280"/>
                    <a:pt x="5020" y="80"/>
                  </a:cubicBezTo>
                  <a:cubicBezTo>
                    <a:pt x="4965" y="25"/>
                    <a:pt x="4900" y="0"/>
                    <a:pt x="4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73">
              <a:extLst>
                <a:ext uri="{FF2B5EF4-FFF2-40B4-BE49-F238E27FC236}">
                  <a16:creationId xmlns:a16="http://schemas.microsoft.com/office/drawing/2014/main" id="{BB3A6149-EBB3-2938-337D-6FCC81636262}"/>
                </a:ext>
              </a:extLst>
            </p:cNvPr>
            <p:cNvSpPr/>
            <p:nvPr/>
          </p:nvSpPr>
          <p:spPr>
            <a:xfrm>
              <a:off x="5662932" y="2287678"/>
              <a:ext cx="84879" cy="58668"/>
            </a:xfrm>
            <a:custGeom>
              <a:avLst/>
              <a:gdLst/>
              <a:ahLst/>
              <a:cxnLst/>
              <a:rect l="l" t="t" r="r" b="b"/>
              <a:pathLst>
                <a:path w="5272" h="3644" extrusionOk="0">
                  <a:moveTo>
                    <a:pt x="4547" y="1"/>
                  </a:moveTo>
                  <a:cubicBezTo>
                    <a:pt x="4490" y="1"/>
                    <a:pt x="4430" y="17"/>
                    <a:pt x="4371" y="47"/>
                  </a:cubicBezTo>
                  <a:lnTo>
                    <a:pt x="468" y="2282"/>
                  </a:lnTo>
                  <a:cubicBezTo>
                    <a:pt x="134" y="2482"/>
                    <a:pt x="1" y="2916"/>
                    <a:pt x="201" y="3283"/>
                  </a:cubicBezTo>
                  <a:cubicBezTo>
                    <a:pt x="337" y="3510"/>
                    <a:pt x="596" y="3644"/>
                    <a:pt x="853" y="3644"/>
                  </a:cubicBezTo>
                  <a:cubicBezTo>
                    <a:pt x="974" y="3644"/>
                    <a:pt x="1095" y="3614"/>
                    <a:pt x="1202" y="3550"/>
                  </a:cubicBezTo>
                  <a:lnTo>
                    <a:pt x="5104" y="1315"/>
                  </a:lnTo>
                  <a:cubicBezTo>
                    <a:pt x="5238" y="1248"/>
                    <a:pt x="5271" y="1115"/>
                    <a:pt x="5271" y="981"/>
                  </a:cubicBezTo>
                  <a:cubicBezTo>
                    <a:pt x="5238" y="614"/>
                    <a:pt x="5038" y="281"/>
                    <a:pt x="4737" y="81"/>
                  </a:cubicBezTo>
                  <a:cubicBezTo>
                    <a:pt x="4682" y="26"/>
                    <a:pt x="4617" y="1"/>
                    <a:pt x="45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7" name="Google Shape;4267;p73">
            <a:extLst>
              <a:ext uri="{FF2B5EF4-FFF2-40B4-BE49-F238E27FC236}">
                <a16:creationId xmlns:a16="http://schemas.microsoft.com/office/drawing/2014/main" id="{0366F591-E522-7C70-9879-A10DCC94A2CA}"/>
              </a:ext>
            </a:extLst>
          </p:cNvPr>
          <p:cNvSpPr/>
          <p:nvPr/>
        </p:nvSpPr>
        <p:spPr>
          <a:xfrm>
            <a:off x="3604175" y="4381561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9" name="Google Shape;4269;p73">
            <a:extLst>
              <a:ext uri="{FF2B5EF4-FFF2-40B4-BE49-F238E27FC236}">
                <a16:creationId xmlns:a16="http://schemas.microsoft.com/office/drawing/2014/main" id="{3690691A-5DEA-D2F6-EC98-CAEB840D4355}"/>
              </a:ext>
            </a:extLst>
          </p:cNvPr>
          <p:cNvSpPr/>
          <p:nvPr/>
        </p:nvSpPr>
        <p:spPr>
          <a:xfrm rot="2502782">
            <a:off x="6504568" y="3161854"/>
            <a:ext cx="474715" cy="6632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0" name="Google Shape;4270;p73">
            <a:extLst>
              <a:ext uri="{FF2B5EF4-FFF2-40B4-BE49-F238E27FC236}">
                <a16:creationId xmlns:a16="http://schemas.microsoft.com/office/drawing/2014/main" id="{EF9FEF8A-3C85-90AF-3ED3-EBB7450AFD49}"/>
              </a:ext>
            </a:extLst>
          </p:cNvPr>
          <p:cNvSpPr/>
          <p:nvPr/>
        </p:nvSpPr>
        <p:spPr>
          <a:xfrm>
            <a:off x="574542" y="2326617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2" name="Google Shape;4272;p73">
            <a:extLst>
              <a:ext uri="{FF2B5EF4-FFF2-40B4-BE49-F238E27FC236}">
                <a16:creationId xmlns:a16="http://schemas.microsoft.com/office/drawing/2014/main" id="{28408AC8-4209-4A08-F1AB-DD5E3918EEA3}"/>
              </a:ext>
            </a:extLst>
          </p:cNvPr>
          <p:cNvSpPr/>
          <p:nvPr/>
        </p:nvSpPr>
        <p:spPr>
          <a:xfrm>
            <a:off x="5927832" y="312385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3" name="Google Shape;4273;p73">
            <a:extLst>
              <a:ext uri="{FF2B5EF4-FFF2-40B4-BE49-F238E27FC236}">
                <a16:creationId xmlns:a16="http://schemas.microsoft.com/office/drawing/2014/main" id="{B6E732FA-337B-1B37-79DE-29F6F77C1A7F}"/>
              </a:ext>
            </a:extLst>
          </p:cNvPr>
          <p:cNvSpPr/>
          <p:nvPr/>
        </p:nvSpPr>
        <p:spPr>
          <a:xfrm rot="2502814">
            <a:off x="5163526" y="3542362"/>
            <a:ext cx="314354" cy="43927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4" name="Google Shape;4274;p73">
            <a:extLst>
              <a:ext uri="{FF2B5EF4-FFF2-40B4-BE49-F238E27FC236}">
                <a16:creationId xmlns:a16="http://schemas.microsoft.com/office/drawing/2014/main" id="{595E2E19-CA99-D474-2E7C-23A3980EFA1B}"/>
              </a:ext>
            </a:extLst>
          </p:cNvPr>
          <p:cNvSpPr/>
          <p:nvPr/>
        </p:nvSpPr>
        <p:spPr>
          <a:xfrm>
            <a:off x="3253703" y="4655817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5" name="Google Shape;4275;p73">
            <a:extLst>
              <a:ext uri="{FF2B5EF4-FFF2-40B4-BE49-F238E27FC236}">
                <a16:creationId xmlns:a16="http://schemas.microsoft.com/office/drawing/2014/main" id="{9C7B9DDF-54E8-6A7A-52D7-145E4B594BEB}"/>
              </a:ext>
            </a:extLst>
          </p:cNvPr>
          <p:cNvSpPr/>
          <p:nvPr/>
        </p:nvSpPr>
        <p:spPr>
          <a:xfrm>
            <a:off x="231912" y="2221154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C4EBCD-35C2-4ED5-C543-67D799111724}"/>
              </a:ext>
            </a:extLst>
          </p:cNvPr>
          <p:cNvSpPr txBox="1"/>
          <p:nvPr/>
        </p:nvSpPr>
        <p:spPr>
          <a:xfrm>
            <a:off x="556433" y="886285"/>
            <a:ext cx="4435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Smart Skill Assessment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0DFC34-5464-402F-87D2-83AF5F8394F5}"/>
              </a:ext>
            </a:extLst>
          </p:cNvPr>
          <p:cNvSpPr txBox="1"/>
          <p:nvPr/>
        </p:nvSpPr>
        <p:spPr>
          <a:xfrm>
            <a:off x="561796" y="133512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Dynamic Path Generation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F2781B-8FC2-0791-3BB9-9649B6E34599}"/>
              </a:ext>
            </a:extLst>
          </p:cNvPr>
          <p:cNvSpPr txBox="1"/>
          <p:nvPr/>
        </p:nvSpPr>
        <p:spPr>
          <a:xfrm rot="13146193">
            <a:off x="-8801616" y="1960631"/>
            <a:ext cx="6400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RAG-Powered AI mentor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6ED604-23F6-8A26-FD65-D29A880AEB1B}"/>
              </a:ext>
            </a:extLst>
          </p:cNvPr>
          <p:cNvSpPr txBox="1"/>
          <p:nvPr/>
        </p:nvSpPr>
        <p:spPr>
          <a:xfrm>
            <a:off x="-6677204" y="23756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Architectural Reasoning Evaluator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3CCDAC-15EA-295C-491A-2C7FD1078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12" y="-555612"/>
            <a:ext cx="6064466" cy="606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7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8F17-60B1-F567-DD76-D2BC4232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C89E3-2FA7-ECB5-2D0A-FE8B2C0E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312385"/>
            <a:ext cx="4968070" cy="573900"/>
          </a:xfrm>
        </p:spPr>
        <p:txBody>
          <a:bodyPr/>
          <a:lstStyle/>
          <a:p>
            <a:r>
              <a:rPr lang="en-US" dirty="0"/>
              <a:t>THREE PILLAR AI ARCHITECTURE</a:t>
            </a:r>
          </a:p>
        </p:txBody>
      </p:sp>
      <p:grpSp>
        <p:nvGrpSpPr>
          <p:cNvPr id="4139" name="Google Shape;4139;p73">
            <a:extLst>
              <a:ext uri="{FF2B5EF4-FFF2-40B4-BE49-F238E27FC236}">
                <a16:creationId xmlns:a16="http://schemas.microsoft.com/office/drawing/2014/main" id="{605E782E-E7DF-20AF-CE29-DFA666971D16}"/>
              </a:ext>
            </a:extLst>
          </p:cNvPr>
          <p:cNvGrpSpPr/>
          <p:nvPr/>
        </p:nvGrpSpPr>
        <p:grpSpPr>
          <a:xfrm>
            <a:off x="1054732" y="2823386"/>
            <a:ext cx="2113341" cy="2300665"/>
            <a:chOff x="5306864" y="1437389"/>
            <a:chExt cx="2972591" cy="3106801"/>
          </a:xfrm>
        </p:grpSpPr>
        <p:sp>
          <p:nvSpPr>
            <p:cNvPr id="4140" name="Google Shape;4140;p73">
              <a:extLst>
                <a:ext uri="{FF2B5EF4-FFF2-40B4-BE49-F238E27FC236}">
                  <a16:creationId xmlns:a16="http://schemas.microsoft.com/office/drawing/2014/main" id="{85F92F03-D6C9-2B8C-D332-B0D7D7CC2EAB}"/>
                </a:ext>
              </a:extLst>
            </p:cNvPr>
            <p:cNvSpPr/>
            <p:nvPr/>
          </p:nvSpPr>
          <p:spPr>
            <a:xfrm>
              <a:off x="5306864" y="2857039"/>
              <a:ext cx="2895263" cy="1687151"/>
            </a:xfrm>
            <a:custGeom>
              <a:avLst/>
              <a:gdLst/>
              <a:ahLst/>
              <a:cxnLst/>
              <a:rect l="l" t="t" r="r" b="b"/>
              <a:pathLst>
                <a:path w="179830" h="104792" extrusionOk="0">
                  <a:moveTo>
                    <a:pt x="71485" y="1143"/>
                  </a:moveTo>
                  <a:lnTo>
                    <a:pt x="71485" y="1143"/>
                  </a:lnTo>
                  <a:cubicBezTo>
                    <a:pt x="69984" y="1309"/>
                    <a:pt x="68517" y="1510"/>
                    <a:pt x="67049" y="1743"/>
                  </a:cubicBezTo>
                  <a:lnTo>
                    <a:pt x="68750" y="2710"/>
                  </a:lnTo>
                  <a:lnTo>
                    <a:pt x="71485" y="1143"/>
                  </a:lnTo>
                  <a:close/>
                  <a:moveTo>
                    <a:pt x="89932" y="0"/>
                  </a:moveTo>
                  <a:cubicBezTo>
                    <a:pt x="88422" y="0"/>
                    <a:pt x="86913" y="25"/>
                    <a:pt x="85395" y="75"/>
                  </a:cubicBezTo>
                  <a:lnTo>
                    <a:pt x="89932" y="2710"/>
                  </a:lnTo>
                  <a:lnTo>
                    <a:pt x="94468" y="75"/>
                  </a:lnTo>
                  <a:cubicBezTo>
                    <a:pt x="92951" y="25"/>
                    <a:pt x="91441" y="0"/>
                    <a:pt x="89932" y="0"/>
                  </a:cubicBezTo>
                  <a:close/>
                  <a:moveTo>
                    <a:pt x="108378" y="1143"/>
                  </a:moveTo>
                  <a:lnTo>
                    <a:pt x="111114" y="2710"/>
                  </a:lnTo>
                  <a:lnTo>
                    <a:pt x="112815" y="1743"/>
                  </a:lnTo>
                  <a:cubicBezTo>
                    <a:pt x="111347" y="1510"/>
                    <a:pt x="109846" y="1309"/>
                    <a:pt x="108378" y="1143"/>
                  </a:cubicBezTo>
                  <a:close/>
                  <a:moveTo>
                    <a:pt x="66248" y="1877"/>
                  </a:moveTo>
                  <a:cubicBezTo>
                    <a:pt x="61278" y="2644"/>
                    <a:pt x="56375" y="3711"/>
                    <a:pt x="51504" y="5012"/>
                  </a:cubicBezTo>
                  <a:lnTo>
                    <a:pt x="58142" y="8882"/>
                  </a:lnTo>
                  <a:lnTo>
                    <a:pt x="68250" y="3044"/>
                  </a:lnTo>
                  <a:lnTo>
                    <a:pt x="66248" y="1877"/>
                  </a:lnTo>
                  <a:close/>
                  <a:moveTo>
                    <a:pt x="84461" y="109"/>
                  </a:moveTo>
                  <a:cubicBezTo>
                    <a:pt x="80525" y="242"/>
                    <a:pt x="76589" y="542"/>
                    <a:pt x="72720" y="976"/>
                  </a:cubicBezTo>
                  <a:lnTo>
                    <a:pt x="69217" y="3044"/>
                  </a:lnTo>
                  <a:lnTo>
                    <a:pt x="79358" y="8882"/>
                  </a:lnTo>
                  <a:lnTo>
                    <a:pt x="89431" y="3044"/>
                  </a:lnTo>
                  <a:lnTo>
                    <a:pt x="84461" y="109"/>
                  </a:lnTo>
                  <a:close/>
                  <a:moveTo>
                    <a:pt x="95369" y="142"/>
                  </a:moveTo>
                  <a:lnTo>
                    <a:pt x="90432" y="3044"/>
                  </a:lnTo>
                  <a:lnTo>
                    <a:pt x="100506" y="8882"/>
                  </a:lnTo>
                  <a:lnTo>
                    <a:pt x="110613" y="3044"/>
                  </a:lnTo>
                  <a:lnTo>
                    <a:pt x="107111" y="1009"/>
                  </a:lnTo>
                  <a:cubicBezTo>
                    <a:pt x="103241" y="576"/>
                    <a:pt x="99305" y="275"/>
                    <a:pt x="95369" y="142"/>
                  </a:cubicBezTo>
                  <a:close/>
                  <a:moveTo>
                    <a:pt x="113582" y="1843"/>
                  </a:moveTo>
                  <a:lnTo>
                    <a:pt x="111614" y="3044"/>
                  </a:lnTo>
                  <a:lnTo>
                    <a:pt x="121688" y="8882"/>
                  </a:lnTo>
                  <a:lnTo>
                    <a:pt x="128326" y="5012"/>
                  </a:lnTo>
                  <a:cubicBezTo>
                    <a:pt x="123456" y="3678"/>
                    <a:pt x="118552" y="2644"/>
                    <a:pt x="113582" y="1843"/>
                  </a:cubicBezTo>
                  <a:close/>
                  <a:moveTo>
                    <a:pt x="50837" y="5212"/>
                  </a:moveTo>
                  <a:cubicBezTo>
                    <a:pt x="46534" y="6413"/>
                    <a:pt x="42264" y="7881"/>
                    <a:pt x="38128" y="9582"/>
                  </a:cubicBezTo>
                  <a:lnTo>
                    <a:pt x="47568" y="15053"/>
                  </a:lnTo>
                  <a:lnTo>
                    <a:pt x="57642" y="9182"/>
                  </a:lnTo>
                  <a:lnTo>
                    <a:pt x="50837" y="5212"/>
                  </a:lnTo>
                  <a:close/>
                  <a:moveTo>
                    <a:pt x="68750" y="3311"/>
                  </a:moveTo>
                  <a:lnTo>
                    <a:pt x="58643" y="9182"/>
                  </a:lnTo>
                  <a:lnTo>
                    <a:pt x="68750" y="15053"/>
                  </a:lnTo>
                  <a:lnTo>
                    <a:pt x="78824" y="9182"/>
                  </a:lnTo>
                  <a:lnTo>
                    <a:pt x="68750" y="3311"/>
                  </a:lnTo>
                  <a:close/>
                  <a:moveTo>
                    <a:pt x="89898" y="3311"/>
                  </a:moveTo>
                  <a:lnTo>
                    <a:pt x="79825" y="9182"/>
                  </a:lnTo>
                  <a:lnTo>
                    <a:pt x="89898" y="15053"/>
                  </a:lnTo>
                  <a:lnTo>
                    <a:pt x="100006" y="9182"/>
                  </a:lnTo>
                  <a:lnTo>
                    <a:pt x="89898" y="3311"/>
                  </a:lnTo>
                  <a:close/>
                  <a:moveTo>
                    <a:pt x="111114" y="3311"/>
                  </a:moveTo>
                  <a:lnTo>
                    <a:pt x="101006" y="9182"/>
                  </a:lnTo>
                  <a:lnTo>
                    <a:pt x="111114" y="15053"/>
                  </a:lnTo>
                  <a:lnTo>
                    <a:pt x="121187" y="9182"/>
                  </a:lnTo>
                  <a:lnTo>
                    <a:pt x="111114" y="3311"/>
                  </a:lnTo>
                  <a:close/>
                  <a:moveTo>
                    <a:pt x="128993" y="5212"/>
                  </a:moveTo>
                  <a:lnTo>
                    <a:pt x="122188" y="9182"/>
                  </a:lnTo>
                  <a:lnTo>
                    <a:pt x="132295" y="15053"/>
                  </a:lnTo>
                  <a:lnTo>
                    <a:pt x="141702" y="9582"/>
                  </a:lnTo>
                  <a:cubicBezTo>
                    <a:pt x="137566" y="7881"/>
                    <a:pt x="133296" y="6413"/>
                    <a:pt x="128993" y="5212"/>
                  </a:cubicBezTo>
                  <a:close/>
                  <a:moveTo>
                    <a:pt x="37561" y="9816"/>
                  </a:moveTo>
                  <a:cubicBezTo>
                    <a:pt x="35726" y="10583"/>
                    <a:pt x="33959" y="11383"/>
                    <a:pt x="32224" y="12251"/>
                  </a:cubicBezTo>
                  <a:lnTo>
                    <a:pt x="26853" y="15353"/>
                  </a:lnTo>
                  <a:lnTo>
                    <a:pt x="36961" y="21224"/>
                  </a:lnTo>
                  <a:lnTo>
                    <a:pt x="47068" y="15353"/>
                  </a:lnTo>
                  <a:lnTo>
                    <a:pt x="37561" y="9816"/>
                  </a:lnTo>
                  <a:close/>
                  <a:moveTo>
                    <a:pt x="121688" y="9482"/>
                  </a:moveTo>
                  <a:lnTo>
                    <a:pt x="111614" y="15353"/>
                  </a:lnTo>
                  <a:lnTo>
                    <a:pt x="121688" y="21224"/>
                  </a:lnTo>
                  <a:lnTo>
                    <a:pt x="131795" y="15353"/>
                  </a:lnTo>
                  <a:lnTo>
                    <a:pt x="121688" y="9482"/>
                  </a:lnTo>
                  <a:close/>
                  <a:moveTo>
                    <a:pt x="142269" y="9816"/>
                  </a:moveTo>
                  <a:lnTo>
                    <a:pt x="132762" y="15353"/>
                  </a:lnTo>
                  <a:lnTo>
                    <a:pt x="142870" y="21224"/>
                  </a:lnTo>
                  <a:lnTo>
                    <a:pt x="152977" y="15353"/>
                  </a:lnTo>
                  <a:lnTo>
                    <a:pt x="147606" y="12217"/>
                  </a:lnTo>
                  <a:cubicBezTo>
                    <a:pt x="145872" y="11383"/>
                    <a:pt x="144104" y="10583"/>
                    <a:pt x="142269" y="9816"/>
                  </a:cubicBezTo>
                  <a:close/>
                  <a:moveTo>
                    <a:pt x="58142" y="9482"/>
                  </a:moveTo>
                  <a:lnTo>
                    <a:pt x="48069" y="15353"/>
                  </a:lnTo>
                  <a:lnTo>
                    <a:pt x="58142" y="21257"/>
                  </a:lnTo>
                  <a:lnTo>
                    <a:pt x="68250" y="15353"/>
                  </a:lnTo>
                  <a:lnTo>
                    <a:pt x="58142" y="9482"/>
                  </a:lnTo>
                  <a:close/>
                  <a:moveTo>
                    <a:pt x="79324" y="9482"/>
                  </a:moveTo>
                  <a:lnTo>
                    <a:pt x="69250" y="15353"/>
                  </a:lnTo>
                  <a:lnTo>
                    <a:pt x="79324" y="21257"/>
                  </a:lnTo>
                  <a:lnTo>
                    <a:pt x="89431" y="15353"/>
                  </a:lnTo>
                  <a:lnTo>
                    <a:pt x="79324" y="9482"/>
                  </a:lnTo>
                  <a:close/>
                  <a:moveTo>
                    <a:pt x="100506" y="9482"/>
                  </a:moveTo>
                  <a:lnTo>
                    <a:pt x="90432" y="15353"/>
                  </a:lnTo>
                  <a:lnTo>
                    <a:pt x="100506" y="21257"/>
                  </a:lnTo>
                  <a:lnTo>
                    <a:pt x="110613" y="15353"/>
                  </a:lnTo>
                  <a:lnTo>
                    <a:pt x="100506" y="9482"/>
                  </a:lnTo>
                  <a:close/>
                  <a:moveTo>
                    <a:pt x="26353" y="15653"/>
                  </a:moveTo>
                  <a:lnTo>
                    <a:pt x="21016" y="18789"/>
                  </a:lnTo>
                  <a:cubicBezTo>
                    <a:pt x="19548" y="19789"/>
                    <a:pt x="18181" y="20823"/>
                    <a:pt x="16880" y="21891"/>
                  </a:cubicBezTo>
                  <a:lnTo>
                    <a:pt x="26353" y="27428"/>
                  </a:lnTo>
                  <a:lnTo>
                    <a:pt x="36460" y="21524"/>
                  </a:lnTo>
                  <a:lnTo>
                    <a:pt x="26353" y="15653"/>
                  </a:lnTo>
                  <a:close/>
                  <a:moveTo>
                    <a:pt x="47568" y="15653"/>
                  </a:moveTo>
                  <a:lnTo>
                    <a:pt x="37461" y="21524"/>
                  </a:lnTo>
                  <a:lnTo>
                    <a:pt x="47568" y="27428"/>
                  </a:lnTo>
                  <a:lnTo>
                    <a:pt x="57642" y="21524"/>
                  </a:lnTo>
                  <a:lnTo>
                    <a:pt x="47568" y="15653"/>
                  </a:lnTo>
                  <a:close/>
                  <a:moveTo>
                    <a:pt x="68750" y="15653"/>
                  </a:moveTo>
                  <a:lnTo>
                    <a:pt x="58643" y="21524"/>
                  </a:lnTo>
                  <a:lnTo>
                    <a:pt x="68750" y="27428"/>
                  </a:lnTo>
                  <a:lnTo>
                    <a:pt x="78824" y="21524"/>
                  </a:lnTo>
                  <a:lnTo>
                    <a:pt x="68750" y="15653"/>
                  </a:lnTo>
                  <a:close/>
                  <a:moveTo>
                    <a:pt x="89932" y="15653"/>
                  </a:moveTo>
                  <a:lnTo>
                    <a:pt x="79825" y="21524"/>
                  </a:lnTo>
                  <a:lnTo>
                    <a:pt x="89932" y="27428"/>
                  </a:lnTo>
                  <a:lnTo>
                    <a:pt x="100006" y="21524"/>
                  </a:lnTo>
                  <a:lnTo>
                    <a:pt x="89932" y="15653"/>
                  </a:lnTo>
                  <a:close/>
                  <a:moveTo>
                    <a:pt x="111114" y="15653"/>
                  </a:moveTo>
                  <a:lnTo>
                    <a:pt x="101006" y="21524"/>
                  </a:lnTo>
                  <a:lnTo>
                    <a:pt x="111114" y="27428"/>
                  </a:lnTo>
                  <a:lnTo>
                    <a:pt x="121187" y="21524"/>
                  </a:lnTo>
                  <a:lnTo>
                    <a:pt x="111114" y="15653"/>
                  </a:lnTo>
                  <a:close/>
                  <a:moveTo>
                    <a:pt x="132295" y="15653"/>
                  </a:moveTo>
                  <a:lnTo>
                    <a:pt x="122188" y="21524"/>
                  </a:lnTo>
                  <a:lnTo>
                    <a:pt x="132295" y="27428"/>
                  </a:lnTo>
                  <a:lnTo>
                    <a:pt x="142369" y="21524"/>
                  </a:lnTo>
                  <a:lnTo>
                    <a:pt x="132295" y="15653"/>
                  </a:lnTo>
                  <a:close/>
                  <a:moveTo>
                    <a:pt x="153477" y="15653"/>
                  </a:moveTo>
                  <a:lnTo>
                    <a:pt x="143370" y="21524"/>
                  </a:lnTo>
                  <a:lnTo>
                    <a:pt x="153477" y="27428"/>
                  </a:lnTo>
                  <a:lnTo>
                    <a:pt x="162951" y="21891"/>
                  </a:lnTo>
                  <a:cubicBezTo>
                    <a:pt x="161650" y="20823"/>
                    <a:pt x="160282" y="19789"/>
                    <a:pt x="158814" y="18789"/>
                  </a:cubicBezTo>
                  <a:lnTo>
                    <a:pt x="153477" y="15653"/>
                  </a:lnTo>
                  <a:close/>
                  <a:moveTo>
                    <a:pt x="8974" y="29630"/>
                  </a:moveTo>
                  <a:lnTo>
                    <a:pt x="8857" y="29763"/>
                  </a:lnTo>
                  <a:lnTo>
                    <a:pt x="8857" y="29763"/>
                  </a:lnTo>
                  <a:cubicBezTo>
                    <a:pt x="8899" y="29722"/>
                    <a:pt x="8941" y="29680"/>
                    <a:pt x="8974" y="29630"/>
                  </a:cubicBezTo>
                  <a:close/>
                  <a:moveTo>
                    <a:pt x="8857" y="29763"/>
                  </a:moveTo>
                  <a:cubicBezTo>
                    <a:pt x="8816" y="29805"/>
                    <a:pt x="8774" y="29847"/>
                    <a:pt x="8741" y="29897"/>
                  </a:cubicBezTo>
                  <a:lnTo>
                    <a:pt x="8857" y="29763"/>
                  </a:lnTo>
                  <a:close/>
                  <a:moveTo>
                    <a:pt x="142870" y="21824"/>
                  </a:moveTo>
                  <a:lnTo>
                    <a:pt x="132762" y="27695"/>
                  </a:lnTo>
                  <a:lnTo>
                    <a:pt x="142870" y="33566"/>
                  </a:lnTo>
                  <a:lnTo>
                    <a:pt x="152977" y="27695"/>
                  </a:lnTo>
                  <a:lnTo>
                    <a:pt x="142870" y="21824"/>
                  </a:lnTo>
                  <a:close/>
                  <a:moveTo>
                    <a:pt x="16446" y="22224"/>
                  </a:moveTo>
                  <a:cubicBezTo>
                    <a:pt x="13744" y="24426"/>
                    <a:pt x="11242" y="26928"/>
                    <a:pt x="8974" y="29630"/>
                  </a:cubicBezTo>
                  <a:lnTo>
                    <a:pt x="15779" y="33599"/>
                  </a:lnTo>
                  <a:lnTo>
                    <a:pt x="25853" y="27728"/>
                  </a:lnTo>
                  <a:lnTo>
                    <a:pt x="16446" y="22224"/>
                  </a:lnTo>
                  <a:close/>
                  <a:moveTo>
                    <a:pt x="36961" y="21824"/>
                  </a:moveTo>
                  <a:lnTo>
                    <a:pt x="26853" y="27728"/>
                  </a:lnTo>
                  <a:lnTo>
                    <a:pt x="36961" y="33599"/>
                  </a:lnTo>
                  <a:lnTo>
                    <a:pt x="47068" y="27728"/>
                  </a:lnTo>
                  <a:lnTo>
                    <a:pt x="36961" y="21824"/>
                  </a:lnTo>
                  <a:close/>
                  <a:moveTo>
                    <a:pt x="58142" y="21824"/>
                  </a:moveTo>
                  <a:lnTo>
                    <a:pt x="48035" y="27695"/>
                  </a:lnTo>
                  <a:lnTo>
                    <a:pt x="58142" y="33599"/>
                  </a:lnTo>
                  <a:lnTo>
                    <a:pt x="68250" y="27695"/>
                  </a:lnTo>
                  <a:lnTo>
                    <a:pt x="58142" y="21824"/>
                  </a:lnTo>
                  <a:close/>
                  <a:moveTo>
                    <a:pt x="79324" y="21824"/>
                  </a:moveTo>
                  <a:lnTo>
                    <a:pt x="69250" y="27728"/>
                  </a:lnTo>
                  <a:lnTo>
                    <a:pt x="79324" y="33599"/>
                  </a:lnTo>
                  <a:lnTo>
                    <a:pt x="89431" y="27728"/>
                  </a:lnTo>
                  <a:lnTo>
                    <a:pt x="79324" y="21824"/>
                  </a:lnTo>
                  <a:close/>
                  <a:moveTo>
                    <a:pt x="100506" y="21824"/>
                  </a:moveTo>
                  <a:lnTo>
                    <a:pt x="90432" y="27728"/>
                  </a:lnTo>
                  <a:lnTo>
                    <a:pt x="100506" y="33599"/>
                  </a:lnTo>
                  <a:lnTo>
                    <a:pt x="110613" y="27728"/>
                  </a:lnTo>
                  <a:lnTo>
                    <a:pt x="100506" y="21824"/>
                  </a:lnTo>
                  <a:close/>
                  <a:moveTo>
                    <a:pt x="121688" y="21824"/>
                  </a:moveTo>
                  <a:lnTo>
                    <a:pt x="111614" y="27728"/>
                  </a:lnTo>
                  <a:lnTo>
                    <a:pt x="121688" y="33599"/>
                  </a:lnTo>
                  <a:lnTo>
                    <a:pt x="131795" y="27728"/>
                  </a:lnTo>
                  <a:lnTo>
                    <a:pt x="121688" y="21824"/>
                  </a:lnTo>
                  <a:close/>
                  <a:moveTo>
                    <a:pt x="163351" y="22224"/>
                  </a:moveTo>
                  <a:lnTo>
                    <a:pt x="153944" y="27695"/>
                  </a:lnTo>
                  <a:lnTo>
                    <a:pt x="164051" y="33599"/>
                  </a:lnTo>
                  <a:lnTo>
                    <a:pt x="170856" y="29630"/>
                  </a:lnTo>
                  <a:cubicBezTo>
                    <a:pt x="168621" y="26928"/>
                    <a:pt x="166086" y="24459"/>
                    <a:pt x="163351" y="22224"/>
                  </a:cubicBezTo>
                  <a:close/>
                  <a:moveTo>
                    <a:pt x="3203" y="38603"/>
                  </a:moveTo>
                  <a:lnTo>
                    <a:pt x="3203" y="38603"/>
                  </a:lnTo>
                  <a:cubicBezTo>
                    <a:pt x="3103" y="38770"/>
                    <a:pt x="3036" y="38936"/>
                    <a:pt x="2970" y="39070"/>
                  </a:cubicBezTo>
                  <a:cubicBezTo>
                    <a:pt x="3036" y="38936"/>
                    <a:pt x="3137" y="38770"/>
                    <a:pt x="3203" y="38603"/>
                  </a:cubicBezTo>
                  <a:close/>
                  <a:moveTo>
                    <a:pt x="8640" y="30030"/>
                  </a:moveTo>
                  <a:cubicBezTo>
                    <a:pt x="6506" y="32665"/>
                    <a:pt x="4671" y="35534"/>
                    <a:pt x="3237" y="38603"/>
                  </a:cubicBezTo>
                  <a:lnTo>
                    <a:pt x="5205" y="39770"/>
                  </a:lnTo>
                  <a:lnTo>
                    <a:pt x="15279" y="33899"/>
                  </a:lnTo>
                  <a:lnTo>
                    <a:pt x="8640" y="30030"/>
                  </a:lnTo>
                  <a:close/>
                  <a:moveTo>
                    <a:pt x="26353" y="27995"/>
                  </a:moveTo>
                  <a:lnTo>
                    <a:pt x="16279" y="33899"/>
                  </a:lnTo>
                  <a:lnTo>
                    <a:pt x="26353" y="39770"/>
                  </a:lnTo>
                  <a:lnTo>
                    <a:pt x="36460" y="33899"/>
                  </a:lnTo>
                  <a:lnTo>
                    <a:pt x="26353" y="27995"/>
                  </a:lnTo>
                  <a:close/>
                  <a:moveTo>
                    <a:pt x="47568" y="27995"/>
                  </a:moveTo>
                  <a:lnTo>
                    <a:pt x="37461" y="33899"/>
                  </a:lnTo>
                  <a:lnTo>
                    <a:pt x="47568" y="39770"/>
                  </a:lnTo>
                  <a:lnTo>
                    <a:pt x="57642" y="33899"/>
                  </a:lnTo>
                  <a:lnTo>
                    <a:pt x="47568" y="27995"/>
                  </a:lnTo>
                  <a:close/>
                  <a:moveTo>
                    <a:pt x="68750" y="27995"/>
                  </a:moveTo>
                  <a:lnTo>
                    <a:pt x="58643" y="33899"/>
                  </a:lnTo>
                  <a:lnTo>
                    <a:pt x="68750" y="39770"/>
                  </a:lnTo>
                  <a:lnTo>
                    <a:pt x="78824" y="33899"/>
                  </a:lnTo>
                  <a:lnTo>
                    <a:pt x="68750" y="27995"/>
                  </a:lnTo>
                  <a:close/>
                  <a:moveTo>
                    <a:pt x="89898" y="27995"/>
                  </a:moveTo>
                  <a:lnTo>
                    <a:pt x="79825" y="33899"/>
                  </a:lnTo>
                  <a:lnTo>
                    <a:pt x="89898" y="39770"/>
                  </a:lnTo>
                  <a:lnTo>
                    <a:pt x="100006" y="33899"/>
                  </a:lnTo>
                  <a:lnTo>
                    <a:pt x="89898" y="27995"/>
                  </a:lnTo>
                  <a:close/>
                  <a:moveTo>
                    <a:pt x="111114" y="27995"/>
                  </a:moveTo>
                  <a:lnTo>
                    <a:pt x="101006" y="33899"/>
                  </a:lnTo>
                  <a:lnTo>
                    <a:pt x="111114" y="39770"/>
                  </a:lnTo>
                  <a:lnTo>
                    <a:pt x="121187" y="33899"/>
                  </a:lnTo>
                  <a:lnTo>
                    <a:pt x="111114" y="27995"/>
                  </a:lnTo>
                  <a:close/>
                  <a:moveTo>
                    <a:pt x="132295" y="27995"/>
                  </a:moveTo>
                  <a:lnTo>
                    <a:pt x="122188" y="33899"/>
                  </a:lnTo>
                  <a:lnTo>
                    <a:pt x="132295" y="39770"/>
                  </a:lnTo>
                  <a:lnTo>
                    <a:pt x="142369" y="33899"/>
                  </a:lnTo>
                  <a:lnTo>
                    <a:pt x="132295" y="27995"/>
                  </a:lnTo>
                  <a:close/>
                  <a:moveTo>
                    <a:pt x="153477" y="27995"/>
                  </a:moveTo>
                  <a:lnTo>
                    <a:pt x="143370" y="33899"/>
                  </a:lnTo>
                  <a:lnTo>
                    <a:pt x="153477" y="39770"/>
                  </a:lnTo>
                  <a:lnTo>
                    <a:pt x="163551" y="33899"/>
                  </a:lnTo>
                  <a:lnTo>
                    <a:pt x="153477" y="27995"/>
                  </a:lnTo>
                  <a:close/>
                  <a:moveTo>
                    <a:pt x="171223" y="29997"/>
                  </a:moveTo>
                  <a:lnTo>
                    <a:pt x="164552" y="33899"/>
                  </a:lnTo>
                  <a:lnTo>
                    <a:pt x="174659" y="39770"/>
                  </a:lnTo>
                  <a:lnTo>
                    <a:pt x="176627" y="38603"/>
                  </a:lnTo>
                  <a:cubicBezTo>
                    <a:pt x="175193" y="35534"/>
                    <a:pt x="173358" y="32632"/>
                    <a:pt x="171223" y="29997"/>
                  </a:cubicBezTo>
                  <a:close/>
                  <a:moveTo>
                    <a:pt x="3003" y="39070"/>
                  </a:moveTo>
                  <a:cubicBezTo>
                    <a:pt x="2603" y="39937"/>
                    <a:pt x="2269" y="40771"/>
                    <a:pt x="1936" y="41638"/>
                  </a:cubicBezTo>
                  <a:lnTo>
                    <a:pt x="4671" y="40071"/>
                  </a:lnTo>
                  <a:lnTo>
                    <a:pt x="3003" y="39070"/>
                  </a:lnTo>
                  <a:close/>
                  <a:moveTo>
                    <a:pt x="176827" y="39070"/>
                  </a:moveTo>
                  <a:lnTo>
                    <a:pt x="175159" y="40071"/>
                  </a:lnTo>
                  <a:lnTo>
                    <a:pt x="177861" y="41638"/>
                  </a:lnTo>
                  <a:cubicBezTo>
                    <a:pt x="177561" y="40771"/>
                    <a:pt x="177228" y="39937"/>
                    <a:pt x="176827" y="39070"/>
                  </a:cubicBezTo>
                  <a:close/>
                  <a:moveTo>
                    <a:pt x="177895" y="41638"/>
                  </a:moveTo>
                  <a:lnTo>
                    <a:pt x="177895" y="41638"/>
                  </a:lnTo>
                  <a:cubicBezTo>
                    <a:pt x="177911" y="41705"/>
                    <a:pt x="177936" y="41780"/>
                    <a:pt x="177961" y="41855"/>
                  </a:cubicBezTo>
                  <a:lnTo>
                    <a:pt x="177895" y="41638"/>
                  </a:lnTo>
                  <a:close/>
                  <a:moveTo>
                    <a:pt x="177961" y="41855"/>
                  </a:moveTo>
                  <a:lnTo>
                    <a:pt x="178028" y="42072"/>
                  </a:lnTo>
                  <a:cubicBezTo>
                    <a:pt x="178011" y="42005"/>
                    <a:pt x="177986" y="41930"/>
                    <a:pt x="177961" y="41855"/>
                  </a:cubicBezTo>
                  <a:close/>
                  <a:moveTo>
                    <a:pt x="1936" y="41638"/>
                  </a:moveTo>
                  <a:lnTo>
                    <a:pt x="1936" y="41638"/>
                  </a:lnTo>
                  <a:cubicBezTo>
                    <a:pt x="1869" y="41905"/>
                    <a:pt x="1769" y="42139"/>
                    <a:pt x="1702" y="42372"/>
                  </a:cubicBezTo>
                  <a:cubicBezTo>
                    <a:pt x="1769" y="42139"/>
                    <a:pt x="1902" y="41905"/>
                    <a:pt x="1936" y="41638"/>
                  </a:cubicBezTo>
                  <a:close/>
                  <a:moveTo>
                    <a:pt x="15779" y="34166"/>
                  </a:moveTo>
                  <a:lnTo>
                    <a:pt x="5672" y="40071"/>
                  </a:lnTo>
                  <a:lnTo>
                    <a:pt x="15779" y="45941"/>
                  </a:lnTo>
                  <a:lnTo>
                    <a:pt x="25886" y="40071"/>
                  </a:lnTo>
                  <a:lnTo>
                    <a:pt x="15779" y="34166"/>
                  </a:lnTo>
                  <a:close/>
                  <a:moveTo>
                    <a:pt x="36961" y="34166"/>
                  </a:moveTo>
                  <a:lnTo>
                    <a:pt x="26853" y="40071"/>
                  </a:lnTo>
                  <a:lnTo>
                    <a:pt x="36961" y="45941"/>
                  </a:lnTo>
                  <a:lnTo>
                    <a:pt x="47068" y="40071"/>
                  </a:lnTo>
                  <a:lnTo>
                    <a:pt x="36961" y="34166"/>
                  </a:lnTo>
                  <a:close/>
                  <a:moveTo>
                    <a:pt x="58142" y="34166"/>
                  </a:moveTo>
                  <a:lnTo>
                    <a:pt x="48035" y="40071"/>
                  </a:lnTo>
                  <a:lnTo>
                    <a:pt x="58142" y="45941"/>
                  </a:lnTo>
                  <a:lnTo>
                    <a:pt x="68250" y="40071"/>
                  </a:lnTo>
                  <a:lnTo>
                    <a:pt x="58142" y="34166"/>
                  </a:lnTo>
                  <a:close/>
                  <a:moveTo>
                    <a:pt x="79324" y="34166"/>
                  </a:moveTo>
                  <a:lnTo>
                    <a:pt x="69217" y="40071"/>
                  </a:lnTo>
                  <a:lnTo>
                    <a:pt x="79324" y="45941"/>
                  </a:lnTo>
                  <a:lnTo>
                    <a:pt x="89431" y="40071"/>
                  </a:lnTo>
                  <a:lnTo>
                    <a:pt x="79324" y="34166"/>
                  </a:lnTo>
                  <a:close/>
                  <a:moveTo>
                    <a:pt x="100506" y="34166"/>
                  </a:moveTo>
                  <a:lnTo>
                    <a:pt x="90432" y="40071"/>
                  </a:lnTo>
                  <a:lnTo>
                    <a:pt x="100506" y="45941"/>
                  </a:lnTo>
                  <a:lnTo>
                    <a:pt x="110613" y="40071"/>
                  </a:lnTo>
                  <a:lnTo>
                    <a:pt x="100506" y="34166"/>
                  </a:lnTo>
                  <a:close/>
                  <a:moveTo>
                    <a:pt x="121688" y="34166"/>
                  </a:moveTo>
                  <a:lnTo>
                    <a:pt x="111614" y="40071"/>
                  </a:lnTo>
                  <a:lnTo>
                    <a:pt x="121688" y="45941"/>
                  </a:lnTo>
                  <a:lnTo>
                    <a:pt x="131795" y="40071"/>
                  </a:lnTo>
                  <a:lnTo>
                    <a:pt x="121688" y="34166"/>
                  </a:lnTo>
                  <a:close/>
                  <a:moveTo>
                    <a:pt x="142870" y="34166"/>
                  </a:moveTo>
                  <a:lnTo>
                    <a:pt x="132796" y="40071"/>
                  </a:lnTo>
                  <a:lnTo>
                    <a:pt x="142870" y="45941"/>
                  </a:lnTo>
                  <a:lnTo>
                    <a:pt x="152977" y="40071"/>
                  </a:lnTo>
                  <a:lnTo>
                    <a:pt x="142870" y="34166"/>
                  </a:lnTo>
                  <a:close/>
                  <a:moveTo>
                    <a:pt x="164085" y="34166"/>
                  </a:moveTo>
                  <a:lnTo>
                    <a:pt x="153978" y="40071"/>
                  </a:lnTo>
                  <a:lnTo>
                    <a:pt x="164051" y="45941"/>
                  </a:lnTo>
                  <a:lnTo>
                    <a:pt x="174159" y="40071"/>
                  </a:lnTo>
                  <a:lnTo>
                    <a:pt x="164085" y="34166"/>
                  </a:lnTo>
                  <a:close/>
                  <a:moveTo>
                    <a:pt x="201" y="49210"/>
                  </a:moveTo>
                  <a:cubicBezTo>
                    <a:pt x="201" y="49411"/>
                    <a:pt x="134" y="49577"/>
                    <a:pt x="134" y="49778"/>
                  </a:cubicBezTo>
                  <a:lnTo>
                    <a:pt x="168" y="49778"/>
                  </a:lnTo>
                  <a:cubicBezTo>
                    <a:pt x="168" y="49577"/>
                    <a:pt x="234" y="49411"/>
                    <a:pt x="201" y="49210"/>
                  </a:cubicBezTo>
                  <a:close/>
                  <a:moveTo>
                    <a:pt x="5171" y="40337"/>
                  </a:moveTo>
                  <a:lnTo>
                    <a:pt x="1702" y="42372"/>
                  </a:lnTo>
                  <a:cubicBezTo>
                    <a:pt x="968" y="44607"/>
                    <a:pt x="468" y="46909"/>
                    <a:pt x="234" y="49210"/>
                  </a:cubicBezTo>
                  <a:lnTo>
                    <a:pt x="5205" y="52113"/>
                  </a:lnTo>
                  <a:lnTo>
                    <a:pt x="15279" y="46242"/>
                  </a:lnTo>
                  <a:lnTo>
                    <a:pt x="5171" y="40337"/>
                  </a:lnTo>
                  <a:close/>
                  <a:moveTo>
                    <a:pt x="26353" y="40337"/>
                  </a:moveTo>
                  <a:lnTo>
                    <a:pt x="16279" y="46242"/>
                  </a:lnTo>
                  <a:lnTo>
                    <a:pt x="26353" y="52113"/>
                  </a:lnTo>
                  <a:lnTo>
                    <a:pt x="36460" y="46242"/>
                  </a:lnTo>
                  <a:lnTo>
                    <a:pt x="26353" y="40337"/>
                  </a:lnTo>
                  <a:close/>
                  <a:moveTo>
                    <a:pt x="47568" y="40337"/>
                  </a:moveTo>
                  <a:lnTo>
                    <a:pt x="37461" y="46242"/>
                  </a:lnTo>
                  <a:lnTo>
                    <a:pt x="47568" y="52113"/>
                  </a:lnTo>
                  <a:lnTo>
                    <a:pt x="57642" y="46242"/>
                  </a:lnTo>
                  <a:lnTo>
                    <a:pt x="47568" y="40337"/>
                  </a:lnTo>
                  <a:close/>
                  <a:moveTo>
                    <a:pt x="68750" y="40337"/>
                  </a:moveTo>
                  <a:lnTo>
                    <a:pt x="58643" y="46242"/>
                  </a:lnTo>
                  <a:lnTo>
                    <a:pt x="68750" y="52113"/>
                  </a:lnTo>
                  <a:lnTo>
                    <a:pt x="78824" y="46242"/>
                  </a:lnTo>
                  <a:lnTo>
                    <a:pt x="68750" y="40337"/>
                  </a:lnTo>
                  <a:close/>
                  <a:moveTo>
                    <a:pt x="89932" y="40337"/>
                  </a:moveTo>
                  <a:lnTo>
                    <a:pt x="79825" y="46242"/>
                  </a:lnTo>
                  <a:lnTo>
                    <a:pt x="89932" y="52113"/>
                  </a:lnTo>
                  <a:lnTo>
                    <a:pt x="100006" y="46242"/>
                  </a:lnTo>
                  <a:lnTo>
                    <a:pt x="89932" y="40337"/>
                  </a:lnTo>
                  <a:close/>
                  <a:moveTo>
                    <a:pt x="111080" y="40337"/>
                  </a:moveTo>
                  <a:lnTo>
                    <a:pt x="101006" y="46242"/>
                  </a:lnTo>
                  <a:lnTo>
                    <a:pt x="111080" y="52113"/>
                  </a:lnTo>
                  <a:lnTo>
                    <a:pt x="121187" y="46242"/>
                  </a:lnTo>
                  <a:lnTo>
                    <a:pt x="111080" y="40337"/>
                  </a:lnTo>
                  <a:close/>
                  <a:moveTo>
                    <a:pt x="132295" y="40337"/>
                  </a:moveTo>
                  <a:lnTo>
                    <a:pt x="122188" y="46242"/>
                  </a:lnTo>
                  <a:lnTo>
                    <a:pt x="132295" y="52113"/>
                  </a:lnTo>
                  <a:lnTo>
                    <a:pt x="142369" y="46242"/>
                  </a:lnTo>
                  <a:lnTo>
                    <a:pt x="132295" y="40337"/>
                  </a:lnTo>
                  <a:close/>
                  <a:moveTo>
                    <a:pt x="153477" y="40337"/>
                  </a:moveTo>
                  <a:lnTo>
                    <a:pt x="143370" y="46208"/>
                  </a:lnTo>
                  <a:lnTo>
                    <a:pt x="153477" y="52113"/>
                  </a:lnTo>
                  <a:lnTo>
                    <a:pt x="163551" y="46208"/>
                  </a:lnTo>
                  <a:lnTo>
                    <a:pt x="153477" y="40337"/>
                  </a:lnTo>
                  <a:close/>
                  <a:moveTo>
                    <a:pt x="174659" y="40337"/>
                  </a:moveTo>
                  <a:lnTo>
                    <a:pt x="164552" y="46242"/>
                  </a:lnTo>
                  <a:lnTo>
                    <a:pt x="174659" y="52113"/>
                  </a:lnTo>
                  <a:lnTo>
                    <a:pt x="179629" y="49210"/>
                  </a:lnTo>
                  <a:cubicBezTo>
                    <a:pt x="179362" y="46875"/>
                    <a:pt x="178862" y="44574"/>
                    <a:pt x="178128" y="42372"/>
                  </a:cubicBezTo>
                  <a:lnTo>
                    <a:pt x="174659" y="40337"/>
                  </a:lnTo>
                  <a:close/>
                  <a:moveTo>
                    <a:pt x="168" y="49778"/>
                  </a:moveTo>
                  <a:cubicBezTo>
                    <a:pt x="1" y="51512"/>
                    <a:pt x="1" y="53280"/>
                    <a:pt x="168" y="55048"/>
                  </a:cubicBezTo>
                  <a:lnTo>
                    <a:pt x="4671" y="52413"/>
                  </a:lnTo>
                  <a:lnTo>
                    <a:pt x="168" y="49778"/>
                  </a:lnTo>
                  <a:close/>
                  <a:moveTo>
                    <a:pt x="179663" y="49778"/>
                  </a:moveTo>
                  <a:lnTo>
                    <a:pt x="175159" y="52413"/>
                  </a:lnTo>
                  <a:lnTo>
                    <a:pt x="179663" y="55048"/>
                  </a:lnTo>
                  <a:cubicBezTo>
                    <a:pt x="179829" y="53280"/>
                    <a:pt x="179829" y="51512"/>
                    <a:pt x="179663" y="49778"/>
                  </a:cubicBezTo>
                  <a:close/>
                  <a:moveTo>
                    <a:pt x="201" y="55281"/>
                  </a:moveTo>
                  <a:cubicBezTo>
                    <a:pt x="201" y="55382"/>
                    <a:pt x="234" y="55482"/>
                    <a:pt x="234" y="55582"/>
                  </a:cubicBezTo>
                  <a:cubicBezTo>
                    <a:pt x="234" y="55482"/>
                    <a:pt x="234" y="55382"/>
                    <a:pt x="201" y="55281"/>
                  </a:cubicBezTo>
                  <a:close/>
                  <a:moveTo>
                    <a:pt x="36961" y="46509"/>
                  </a:moveTo>
                  <a:lnTo>
                    <a:pt x="26853" y="52413"/>
                  </a:lnTo>
                  <a:lnTo>
                    <a:pt x="36961" y="58284"/>
                  </a:lnTo>
                  <a:lnTo>
                    <a:pt x="47068" y="52413"/>
                  </a:lnTo>
                  <a:lnTo>
                    <a:pt x="36961" y="46509"/>
                  </a:lnTo>
                  <a:close/>
                  <a:moveTo>
                    <a:pt x="58142" y="46509"/>
                  </a:moveTo>
                  <a:lnTo>
                    <a:pt x="48035" y="52413"/>
                  </a:lnTo>
                  <a:lnTo>
                    <a:pt x="58142" y="58284"/>
                  </a:lnTo>
                  <a:lnTo>
                    <a:pt x="68250" y="52413"/>
                  </a:lnTo>
                  <a:lnTo>
                    <a:pt x="58142" y="46509"/>
                  </a:lnTo>
                  <a:close/>
                  <a:moveTo>
                    <a:pt x="79324" y="46509"/>
                  </a:moveTo>
                  <a:lnTo>
                    <a:pt x="69217" y="52413"/>
                  </a:lnTo>
                  <a:lnTo>
                    <a:pt x="79324" y="58284"/>
                  </a:lnTo>
                  <a:lnTo>
                    <a:pt x="89398" y="52413"/>
                  </a:lnTo>
                  <a:lnTo>
                    <a:pt x="79324" y="46509"/>
                  </a:lnTo>
                  <a:close/>
                  <a:moveTo>
                    <a:pt x="100506" y="46509"/>
                  </a:moveTo>
                  <a:lnTo>
                    <a:pt x="90399" y="52413"/>
                  </a:lnTo>
                  <a:lnTo>
                    <a:pt x="100506" y="58284"/>
                  </a:lnTo>
                  <a:lnTo>
                    <a:pt x="110580" y="52413"/>
                  </a:lnTo>
                  <a:lnTo>
                    <a:pt x="100506" y="46509"/>
                  </a:lnTo>
                  <a:close/>
                  <a:moveTo>
                    <a:pt x="121688" y="46542"/>
                  </a:moveTo>
                  <a:lnTo>
                    <a:pt x="111614" y="52413"/>
                  </a:lnTo>
                  <a:lnTo>
                    <a:pt x="121688" y="58284"/>
                  </a:lnTo>
                  <a:lnTo>
                    <a:pt x="131795" y="52413"/>
                  </a:lnTo>
                  <a:lnTo>
                    <a:pt x="121688" y="46542"/>
                  </a:lnTo>
                  <a:close/>
                  <a:moveTo>
                    <a:pt x="142870" y="46509"/>
                  </a:moveTo>
                  <a:lnTo>
                    <a:pt x="132796" y="52379"/>
                  </a:lnTo>
                  <a:lnTo>
                    <a:pt x="142870" y="58284"/>
                  </a:lnTo>
                  <a:lnTo>
                    <a:pt x="152977" y="52379"/>
                  </a:lnTo>
                  <a:lnTo>
                    <a:pt x="142870" y="46509"/>
                  </a:lnTo>
                  <a:close/>
                  <a:moveTo>
                    <a:pt x="164085" y="46509"/>
                  </a:moveTo>
                  <a:lnTo>
                    <a:pt x="154011" y="52413"/>
                  </a:lnTo>
                  <a:lnTo>
                    <a:pt x="164085" y="58284"/>
                  </a:lnTo>
                  <a:lnTo>
                    <a:pt x="174192" y="52413"/>
                  </a:lnTo>
                  <a:lnTo>
                    <a:pt x="164085" y="46509"/>
                  </a:lnTo>
                  <a:close/>
                  <a:moveTo>
                    <a:pt x="15779" y="46509"/>
                  </a:moveTo>
                  <a:lnTo>
                    <a:pt x="5672" y="52413"/>
                  </a:lnTo>
                  <a:lnTo>
                    <a:pt x="15779" y="58317"/>
                  </a:lnTo>
                  <a:lnTo>
                    <a:pt x="25886" y="52413"/>
                  </a:lnTo>
                  <a:lnTo>
                    <a:pt x="15779" y="46509"/>
                  </a:lnTo>
                  <a:close/>
                  <a:moveTo>
                    <a:pt x="1702" y="62453"/>
                  </a:moveTo>
                  <a:lnTo>
                    <a:pt x="1702" y="62453"/>
                  </a:lnTo>
                  <a:cubicBezTo>
                    <a:pt x="1707" y="62464"/>
                    <a:pt x="1712" y="62474"/>
                    <a:pt x="1717" y="62484"/>
                  </a:cubicBezTo>
                  <a:lnTo>
                    <a:pt x="1717" y="62484"/>
                  </a:lnTo>
                  <a:cubicBezTo>
                    <a:pt x="1715" y="62475"/>
                    <a:pt x="1713" y="62467"/>
                    <a:pt x="1710" y="62458"/>
                  </a:cubicBezTo>
                  <a:lnTo>
                    <a:pt x="1710" y="62458"/>
                  </a:lnTo>
                  <a:lnTo>
                    <a:pt x="1702" y="62453"/>
                  </a:lnTo>
                  <a:close/>
                  <a:moveTo>
                    <a:pt x="1717" y="62484"/>
                  </a:moveTo>
                  <a:lnTo>
                    <a:pt x="1717" y="62484"/>
                  </a:lnTo>
                  <a:cubicBezTo>
                    <a:pt x="1753" y="62622"/>
                    <a:pt x="1811" y="62738"/>
                    <a:pt x="1869" y="62854"/>
                  </a:cubicBezTo>
                  <a:cubicBezTo>
                    <a:pt x="1807" y="62730"/>
                    <a:pt x="1774" y="62607"/>
                    <a:pt x="1717" y="62484"/>
                  </a:cubicBezTo>
                  <a:close/>
                  <a:moveTo>
                    <a:pt x="5171" y="52680"/>
                  </a:moveTo>
                  <a:lnTo>
                    <a:pt x="234" y="55582"/>
                  </a:lnTo>
                  <a:cubicBezTo>
                    <a:pt x="468" y="57917"/>
                    <a:pt x="968" y="60218"/>
                    <a:pt x="1702" y="62453"/>
                  </a:cubicBezTo>
                  <a:lnTo>
                    <a:pt x="1702" y="62420"/>
                  </a:lnTo>
                  <a:cubicBezTo>
                    <a:pt x="1705" y="62433"/>
                    <a:pt x="1708" y="62446"/>
                    <a:pt x="1710" y="62458"/>
                  </a:cubicBezTo>
                  <a:lnTo>
                    <a:pt x="1710" y="62458"/>
                  </a:lnTo>
                  <a:lnTo>
                    <a:pt x="5171" y="64455"/>
                  </a:lnTo>
                  <a:lnTo>
                    <a:pt x="15279" y="58584"/>
                  </a:lnTo>
                  <a:lnTo>
                    <a:pt x="5171" y="52680"/>
                  </a:lnTo>
                  <a:close/>
                  <a:moveTo>
                    <a:pt x="26353" y="52680"/>
                  </a:moveTo>
                  <a:lnTo>
                    <a:pt x="16279" y="58584"/>
                  </a:lnTo>
                  <a:lnTo>
                    <a:pt x="26353" y="64455"/>
                  </a:lnTo>
                  <a:lnTo>
                    <a:pt x="36460" y="58584"/>
                  </a:lnTo>
                  <a:lnTo>
                    <a:pt x="26353" y="52680"/>
                  </a:lnTo>
                  <a:close/>
                  <a:moveTo>
                    <a:pt x="47568" y="52680"/>
                  </a:moveTo>
                  <a:lnTo>
                    <a:pt x="37461" y="58584"/>
                  </a:lnTo>
                  <a:lnTo>
                    <a:pt x="47568" y="64455"/>
                  </a:lnTo>
                  <a:lnTo>
                    <a:pt x="57642" y="58584"/>
                  </a:lnTo>
                  <a:lnTo>
                    <a:pt x="47568" y="52680"/>
                  </a:lnTo>
                  <a:close/>
                  <a:moveTo>
                    <a:pt x="68717" y="52680"/>
                  </a:moveTo>
                  <a:lnTo>
                    <a:pt x="58643" y="58584"/>
                  </a:lnTo>
                  <a:lnTo>
                    <a:pt x="68717" y="64455"/>
                  </a:lnTo>
                  <a:lnTo>
                    <a:pt x="78824" y="58584"/>
                  </a:lnTo>
                  <a:lnTo>
                    <a:pt x="68717" y="52680"/>
                  </a:lnTo>
                  <a:close/>
                  <a:moveTo>
                    <a:pt x="89898" y="52680"/>
                  </a:moveTo>
                  <a:lnTo>
                    <a:pt x="79825" y="58584"/>
                  </a:lnTo>
                  <a:lnTo>
                    <a:pt x="89898" y="64455"/>
                  </a:lnTo>
                  <a:lnTo>
                    <a:pt x="100006" y="58584"/>
                  </a:lnTo>
                  <a:lnTo>
                    <a:pt x="89898" y="52680"/>
                  </a:lnTo>
                  <a:close/>
                  <a:moveTo>
                    <a:pt x="111080" y="52680"/>
                  </a:moveTo>
                  <a:lnTo>
                    <a:pt x="101006" y="58584"/>
                  </a:lnTo>
                  <a:lnTo>
                    <a:pt x="111080" y="64455"/>
                  </a:lnTo>
                  <a:lnTo>
                    <a:pt x="121187" y="58584"/>
                  </a:lnTo>
                  <a:lnTo>
                    <a:pt x="111080" y="52680"/>
                  </a:lnTo>
                  <a:close/>
                  <a:moveTo>
                    <a:pt x="132295" y="52680"/>
                  </a:moveTo>
                  <a:lnTo>
                    <a:pt x="122188" y="58584"/>
                  </a:lnTo>
                  <a:lnTo>
                    <a:pt x="132295" y="64455"/>
                  </a:lnTo>
                  <a:lnTo>
                    <a:pt x="142369" y="58584"/>
                  </a:lnTo>
                  <a:lnTo>
                    <a:pt x="132295" y="52680"/>
                  </a:lnTo>
                  <a:close/>
                  <a:moveTo>
                    <a:pt x="153477" y="52680"/>
                  </a:moveTo>
                  <a:lnTo>
                    <a:pt x="143370" y="58584"/>
                  </a:lnTo>
                  <a:lnTo>
                    <a:pt x="153477" y="64455"/>
                  </a:lnTo>
                  <a:lnTo>
                    <a:pt x="163551" y="58584"/>
                  </a:lnTo>
                  <a:lnTo>
                    <a:pt x="153477" y="52680"/>
                  </a:lnTo>
                  <a:close/>
                  <a:moveTo>
                    <a:pt x="174659" y="52680"/>
                  </a:moveTo>
                  <a:lnTo>
                    <a:pt x="164552" y="58584"/>
                  </a:lnTo>
                  <a:lnTo>
                    <a:pt x="174659" y="64455"/>
                  </a:lnTo>
                  <a:lnTo>
                    <a:pt x="178128" y="62420"/>
                  </a:lnTo>
                  <a:cubicBezTo>
                    <a:pt x="178895" y="60218"/>
                    <a:pt x="179362" y="57917"/>
                    <a:pt x="179629" y="55582"/>
                  </a:cubicBezTo>
                  <a:lnTo>
                    <a:pt x="174659" y="52680"/>
                  </a:lnTo>
                  <a:close/>
                  <a:moveTo>
                    <a:pt x="1936" y="63154"/>
                  </a:moveTo>
                  <a:cubicBezTo>
                    <a:pt x="2269" y="64021"/>
                    <a:pt x="2603" y="64888"/>
                    <a:pt x="3003" y="65722"/>
                  </a:cubicBezTo>
                  <a:lnTo>
                    <a:pt x="4671" y="64755"/>
                  </a:lnTo>
                  <a:lnTo>
                    <a:pt x="1936" y="63154"/>
                  </a:lnTo>
                  <a:close/>
                  <a:moveTo>
                    <a:pt x="177895" y="63154"/>
                  </a:moveTo>
                  <a:lnTo>
                    <a:pt x="175159" y="64755"/>
                  </a:lnTo>
                  <a:lnTo>
                    <a:pt x="176827" y="65722"/>
                  </a:lnTo>
                  <a:cubicBezTo>
                    <a:pt x="177228" y="64888"/>
                    <a:pt x="177561" y="64021"/>
                    <a:pt x="177895" y="63154"/>
                  </a:cubicBezTo>
                  <a:close/>
                  <a:moveTo>
                    <a:pt x="176827" y="65756"/>
                  </a:moveTo>
                  <a:lnTo>
                    <a:pt x="176827" y="65756"/>
                  </a:lnTo>
                  <a:cubicBezTo>
                    <a:pt x="176794" y="65822"/>
                    <a:pt x="176761" y="65897"/>
                    <a:pt x="176727" y="65972"/>
                  </a:cubicBezTo>
                  <a:lnTo>
                    <a:pt x="176727" y="65972"/>
                  </a:lnTo>
                  <a:lnTo>
                    <a:pt x="176827" y="65756"/>
                  </a:lnTo>
                  <a:close/>
                  <a:moveTo>
                    <a:pt x="3003" y="65722"/>
                  </a:moveTo>
                  <a:lnTo>
                    <a:pt x="3003" y="65756"/>
                  </a:lnTo>
                  <a:cubicBezTo>
                    <a:pt x="3070" y="65889"/>
                    <a:pt x="3137" y="66056"/>
                    <a:pt x="3203" y="66189"/>
                  </a:cubicBezTo>
                  <a:cubicBezTo>
                    <a:pt x="3137" y="66056"/>
                    <a:pt x="3070" y="65889"/>
                    <a:pt x="3003" y="65722"/>
                  </a:cubicBezTo>
                  <a:close/>
                  <a:moveTo>
                    <a:pt x="176727" y="65972"/>
                  </a:moveTo>
                  <a:lnTo>
                    <a:pt x="176627" y="66189"/>
                  </a:lnTo>
                  <a:lnTo>
                    <a:pt x="176627" y="66189"/>
                  </a:lnTo>
                  <a:cubicBezTo>
                    <a:pt x="176660" y="66123"/>
                    <a:pt x="176694" y="66048"/>
                    <a:pt x="176727" y="65972"/>
                  </a:cubicBezTo>
                  <a:close/>
                  <a:moveTo>
                    <a:pt x="15779" y="58884"/>
                  </a:moveTo>
                  <a:lnTo>
                    <a:pt x="5672" y="64755"/>
                  </a:lnTo>
                  <a:lnTo>
                    <a:pt x="15779" y="70626"/>
                  </a:lnTo>
                  <a:lnTo>
                    <a:pt x="25886" y="64755"/>
                  </a:lnTo>
                  <a:lnTo>
                    <a:pt x="15779" y="58884"/>
                  </a:lnTo>
                  <a:close/>
                  <a:moveTo>
                    <a:pt x="36961" y="58851"/>
                  </a:moveTo>
                  <a:lnTo>
                    <a:pt x="26853" y="64755"/>
                  </a:lnTo>
                  <a:lnTo>
                    <a:pt x="36961" y="70626"/>
                  </a:lnTo>
                  <a:lnTo>
                    <a:pt x="47068" y="64755"/>
                  </a:lnTo>
                  <a:lnTo>
                    <a:pt x="36961" y="58851"/>
                  </a:lnTo>
                  <a:close/>
                  <a:moveTo>
                    <a:pt x="58142" y="58884"/>
                  </a:moveTo>
                  <a:lnTo>
                    <a:pt x="48035" y="64755"/>
                  </a:lnTo>
                  <a:lnTo>
                    <a:pt x="58142" y="70626"/>
                  </a:lnTo>
                  <a:lnTo>
                    <a:pt x="68216" y="64755"/>
                  </a:lnTo>
                  <a:lnTo>
                    <a:pt x="58142" y="58884"/>
                  </a:lnTo>
                  <a:close/>
                  <a:moveTo>
                    <a:pt x="79324" y="58884"/>
                  </a:moveTo>
                  <a:lnTo>
                    <a:pt x="69217" y="64755"/>
                  </a:lnTo>
                  <a:lnTo>
                    <a:pt x="79324" y="70626"/>
                  </a:lnTo>
                  <a:lnTo>
                    <a:pt x="89398" y="64755"/>
                  </a:lnTo>
                  <a:lnTo>
                    <a:pt x="79324" y="58884"/>
                  </a:lnTo>
                  <a:close/>
                  <a:moveTo>
                    <a:pt x="100506" y="58884"/>
                  </a:moveTo>
                  <a:lnTo>
                    <a:pt x="90432" y="64755"/>
                  </a:lnTo>
                  <a:lnTo>
                    <a:pt x="100506" y="70626"/>
                  </a:lnTo>
                  <a:lnTo>
                    <a:pt x="110580" y="64755"/>
                  </a:lnTo>
                  <a:lnTo>
                    <a:pt x="100506" y="58884"/>
                  </a:lnTo>
                  <a:close/>
                  <a:moveTo>
                    <a:pt x="121688" y="58851"/>
                  </a:moveTo>
                  <a:lnTo>
                    <a:pt x="111614" y="64755"/>
                  </a:lnTo>
                  <a:lnTo>
                    <a:pt x="121688" y="70626"/>
                  </a:lnTo>
                  <a:lnTo>
                    <a:pt x="131795" y="64755"/>
                  </a:lnTo>
                  <a:lnTo>
                    <a:pt x="121688" y="58851"/>
                  </a:lnTo>
                  <a:close/>
                  <a:moveTo>
                    <a:pt x="142870" y="58851"/>
                  </a:moveTo>
                  <a:lnTo>
                    <a:pt x="132796" y="64755"/>
                  </a:lnTo>
                  <a:lnTo>
                    <a:pt x="142870" y="70626"/>
                  </a:lnTo>
                  <a:lnTo>
                    <a:pt x="152977" y="64755"/>
                  </a:lnTo>
                  <a:lnTo>
                    <a:pt x="142870" y="58851"/>
                  </a:lnTo>
                  <a:close/>
                  <a:moveTo>
                    <a:pt x="164051" y="58851"/>
                  </a:moveTo>
                  <a:lnTo>
                    <a:pt x="153978" y="64755"/>
                  </a:lnTo>
                  <a:lnTo>
                    <a:pt x="164051" y="70626"/>
                  </a:lnTo>
                  <a:lnTo>
                    <a:pt x="174159" y="64755"/>
                  </a:lnTo>
                  <a:lnTo>
                    <a:pt x="164051" y="58851"/>
                  </a:lnTo>
                  <a:close/>
                  <a:moveTo>
                    <a:pt x="5171" y="65055"/>
                  </a:moveTo>
                  <a:lnTo>
                    <a:pt x="3203" y="66189"/>
                  </a:lnTo>
                  <a:cubicBezTo>
                    <a:pt x="4638" y="69291"/>
                    <a:pt x="6472" y="72160"/>
                    <a:pt x="8607" y="74795"/>
                  </a:cubicBezTo>
                  <a:lnTo>
                    <a:pt x="15245" y="70926"/>
                  </a:lnTo>
                  <a:lnTo>
                    <a:pt x="5171" y="65055"/>
                  </a:lnTo>
                  <a:close/>
                  <a:moveTo>
                    <a:pt x="174626" y="65055"/>
                  </a:moveTo>
                  <a:lnTo>
                    <a:pt x="164552" y="70926"/>
                  </a:lnTo>
                  <a:lnTo>
                    <a:pt x="171190" y="74795"/>
                  </a:lnTo>
                  <a:cubicBezTo>
                    <a:pt x="173325" y="72160"/>
                    <a:pt x="175159" y="69258"/>
                    <a:pt x="176594" y="66189"/>
                  </a:cubicBezTo>
                  <a:lnTo>
                    <a:pt x="174626" y="65055"/>
                  </a:lnTo>
                  <a:close/>
                  <a:moveTo>
                    <a:pt x="26353" y="65055"/>
                  </a:moveTo>
                  <a:lnTo>
                    <a:pt x="16279" y="70926"/>
                  </a:lnTo>
                  <a:lnTo>
                    <a:pt x="26353" y="76830"/>
                  </a:lnTo>
                  <a:lnTo>
                    <a:pt x="36460" y="70926"/>
                  </a:lnTo>
                  <a:lnTo>
                    <a:pt x="26353" y="65055"/>
                  </a:lnTo>
                  <a:close/>
                  <a:moveTo>
                    <a:pt x="47535" y="65055"/>
                  </a:moveTo>
                  <a:lnTo>
                    <a:pt x="37461" y="70959"/>
                  </a:lnTo>
                  <a:lnTo>
                    <a:pt x="47568" y="76830"/>
                  </a:lnTo>
                  <a:lnTo>
                    <a:pt x="57642" y="70959"/>
                  </a:lnTo>
                  <a:lnTo>
                    <a:pt x="47535" y="65055"/>
                  </a:lnTo>
                  <a:close/>
                  <a:moveTo>
                    <a:pt x="68750" y="65055"/>
                  </a:moveTo>
                  <a:lnTo>
                    <a:pt x="58643" y="70926"/>
                  </a:lnTo>
                  <a:lnTo>
                    <a:pt x="68750" y="76830"/>
                  </a:lnTo>
                  <a:lnTo>
                    <a:pt x="78824" y="70926"/>
                  </a:lnTo>
                  <a:lnTo>
                    <a:pt x="68750" y="65055"/>
                  </a:lnTo>
                  <a:close/>
                  <a:moveTo>
                    <a:pt x="89898" y="65055"/>
                  </a:moveTo>
                  <a:lnTo>
                    <a:pt x="79825" y="70926"/>
                  </a:lnTo>
                  <a:lnTo>
                    <a:pt x="89932" y="76830"/>
                  </a:lnTo>
                  <a:lnTo>
                    <a:pt x="100006" y="70926"/>
                  </a:lnTo>
                  <a:lnTo>
                    <a:pt x="89898" y="65055"/>
                  </a:lnTo>
                  <a:close/>
                  <a:moveTo>
                    <a:pt x="111114" y="65022"/>
                  </a:moveTo>
                  <a:lnTo>
                    <a:pt x="101006" y="70926"/>
                  </a:lnTo>
                  <a:lnTo>
                    <a:pt x="111114" y="76830"/>
                  </a:lnTo>
                  <a:lnTo>
                    <a:pt x="121187" y="70926"/>
                  </a:lnTo>
                  <a:lnTo>
                    <a:pt x="111114" y="65022"/>
                  </a:lnTo>
                  <a:close/>
                  <a:moveTo>
                    <a:pt x="132295" y="65022"/>
                  </a:moveTo>
                  <a:lnTo>
                    <a:pt x="122188" y="70926"/>
                  </a:lnTo>
                  <a:lnTo>
                    <a:pt x="132295" y="76830"/>
                  </a:lnTo>
                  <a:lnTo>
                    <a:pt x="142369" y="70926"/>
                  </a:lnTo>
                  <a:lnTo>
                    <a:pt x="132295" y="65022"/>
                  </a:lnTo>
                  <a:close/>
                  <a:moveTo>
                    <a:pt x="153477" y="65022"/>
                  </a:moveTo>
                  <a:lnTo>
                    <a:pt x="143370" y="70926"/>
                  </a:lnTo>
                  <a:lnTo>
                    <a:pt x="153477" y="76830"/>
                  </a:lnTo>
                  <a:lnTo>
                    <a:pt x="163551" y="70926"/>
                  </a:lnTo>
                  <a:lnTo>
                    <a:pt x="153477" y="65022"/>
                  </a:lnTo>
                  <a:close/>
                  <a:moveTo>
                    <a:pt x="15779" y="71226"/>
                  </a:moveTo>
                  <a:lnTo>
                    <a:pt x="8974" y="75196"/>
                  </a:lnTo>
                  <a:cubicBezTo>
                    <a:pt x="11242" y="77898"/>
                    <a:pt x="13744" y="80366"/>
                    <a:pt x="16479" y="82601"/>
                  </a:cubicBezTo>
                  <a:lnTo>
                    <a:pt x="25886" y="77097"/>
                  </a:lnTo>
                  <a:lnTo>
                    <a:pt x="15779" y="71226"/>
                  </a:lnTo>
                  <a:close/>
                  <a:moveTo>
                    <a:pt x="164051" y="71226"/>
                  </a:moveTo>
                  <a:lnTo>
                    <a:pt x="153978" y="77097"/>
                  </a:lnTo>
                  <a:lnTo>
                    <a:pt x="163384" y="82601"/>
                  </a:lnTo>
                  <a:cubicBezTo>
                    <a:pt x="166120" y="80366"/>
                    <a:pt x="168621" y="77898"/>
                    <a:pt x="170856" y="75196"/>
                  </a:cubicBezTo>
                  <a:lnTo>
                    <a:pt x="164051" y="71226"/>
                  </a:lnTo>
                  <a:close/>
                  <a:moveTo>
                    <a:pt x="36961" y="71193"/>
                  </a:moveTo>
                  <a:lnTo>
                    <a:pt x="26853" y="77097"/>
                  </a:lnTo>
                  <a:lnTo>
                    <a:pt x="36961" y="82968"/>
                  </a:lnTo>
                  <a:lnTo>
                    <a:pt x="47068" y="77097"/>
                  </a:lnTo>
                  <a:lnTo>
                    <a:pt x="36961" y="71193"/>
                  </a:lnTo>
                  <a:close/>
                  <a:moveTo>
                    <a:pt x="58142" y="71193"/>
                  </a:moveTo>
                  <a:lnTo>
                    <a:pt x="48035" y="77097"/>
                  </a:lnTo>
                  <a:lnTo>
                    <a:pt x="58142" y="82968"/>
                  </a:lnTo>
                  <a:lnTo>
                    <a:pt x="68250" y="77097"/>
                  </a:lnTo>
                  <a:lnTo>
                    <a:pt x="58142" y="71193"/>
                  </a:lnTo>
                  <a:close/>
                  <a:moveTo>
                    <a:pt x="121688" y="71193"/>
                  </a:moveTo>
                  <a:lnTo>
                    <a:pt x="111614" y="77097"/>
                  </a:lnTo>
                  <a:lnTo>
                    <a:pt x="121688" y="82968"/>
                  </a:lnTo>
                  <a:lnTo>
                    <a:pt x="131795" y="77097"/>
                  </a:lnTo>
                  <a:lnTo>
                    <a:pt x="121688" y="71193"/>
                  </a:lnTo>
                  <a:close/>
                  <a:moveTo>
                    <a:pt x="79324" y="71226"/>
                  </a:moveTo>
                  <a:lnTo>
                    <a:pt x="69217" y="77097"/>
                  </a:lnTo>
                  <a:lnTo>
                    <a:pt x="79324" y="83001"/>
                  </a:lnTo>
                  <a:lnTo>
                    <a:pt x="89431" y="77097"/>
                  </a:lnTo>
                  <a:lnTo>
                    <a:pt x="79324" y="71226"/>
                  </a:lnTo>
                  <a:close/>
                  <a:moveTo>
                    <a:pt x="100506" y="71226"/>
                  </a:moveTo>
                  <a:lnTo>
                    <a:pt x="90432" y="77097"/>
                  </a:lnTo>
                  <a:lnTo>
                    <a:pt x="100506" y="83001"/>
                  </a:lnTo>
                  <a:lnTo>
                    <a:pt x="110613" y="77097"/>
                  </a:lnTo>
                  <a:lnTo>
                    <a:pt x="100506" y="71226"/>
                  </a:lnTo>
                  <a:close/>
                  <a:moveTo>
                    <a:pt x="142870" y="71226"/>
                  </a:moveTo>
                  <a:lnTo>
                    <a:pt x="132762" y="77097"/>
                  </a:lnTo>
                  <a:lnTo>
                    <a:pt x="142870" y="83001"/>
                  </a:lnTo>
                  <a:lnTo>
                    <a:pt x="152977" y="77097"/>
                  </a:lnTo>
                  <a:lnTo>
                    <a:pt x="142870" y="71226"/>
                  </a:lnTo>
                  <a:close/>
                  <a:moveTo>
                    <a:pt x="47568" y="77397"/>
                  </a:moveTo>
                  <a:lnTo>
                    <a:pt x="37461" y="83268"/>
                  </a:lnTo>
                  <a:lnTo>
                    <a:pt x="47568" y="89139"/>
                  </a:lnTo>
                  <a:lnTo>
                    <a:pt x="57642" y="83268"/>
                  </a:lnTo>
                  <a:lnTo>
                    <a:pt x="47568" y="77397"/>
                  </a:lnTo>
                  <a:close/>
                  <a:moveTo>
                    <a:pt x="68750" y="77397"/>
                  </a:moveTo>
                  <a:lnTo>
                    <a:pt x="58643" y="83268"/>
                  </a:lnTo>
                  <a:lnTo>
                    <a:pt x="68750" y="89139"/>
                  </a:lnTo>
                  <a:lnTo>
                    <a:pt x="78824" y="83268"/>
                  </a:lnTo>
                  <a:lnTo>
                    <a:pt x="68750" y="77397"/>
                  </a:lnTo>
                  <a:close/>
                  <a:moveTo>
                    <a:pt x="111114" y="77397"/>
                  </a:moveTo>
                  <a:lnTo>
                    <a:pt x="101006" y="83268"/>
                  </a:lnTo>
                  <a:lnTo>
                    <a:pt x="111114" y="89139"/>
                  </a:lnTo>
                  <a:lnTo>
                    <a:pt x="121187" y="83268"/>
                  </a:lnTo>
                  <a:lnTo>
                    <a:pt x="111114" y="77397"/>
                  </a:lnTo>
                  <a:close/>
                  <a:moveTo>
                    <a:pt x="26353" y="77397"/>
                  </a:moveTo>
                  <a:lnTo>
                    <a:pt x="16913" y="82935"/>
                  </a:lnTo>
                  <a:cubicBezTo>
                    <a:pt x="18214" y="84002"/>
                    <a:pt x="19582" y="85003"/>
                    <a:pt x="21016" y="86037"/>
                  </a:cubicBezTo>
                  <a:lnTo>
                    <a:pt x="26386" y="89172"/>
                  </a:lnTo>
                  <a:lnTo>
                    <a:pt x="36460" y="83268"/>
                  </a:lnTo>
                  <a:lnTo>
                    <a:pt x="26353" y="77397"/>
                  </a:lnTo>
                  <a:close/>
                  <a:moveTo>
                    <a:pt x="89932" y="77397"/>
                  </a:moveTo>
                  <a:lnTo>
                    <a:pt x="79825" y="83268"/>
                  </a:lnTo>
                  <a:lnTo>
                    <a:pt x="89932" y="89172"/>
                  </a:lnTo>
                  <a:lnTo>
                    <a:pt x="100006" y="83268"/>
                  </a:lnTo>
                  <a:lnTo>
                    <a:pt x="89932" y="77397"/>
                  </a:lnTo>
                  <a:close/>
                  <a:moveTo>
                    <a:pt x="132262" y="77397"/>
                  </a:moveTo>
                  <a:lnTo>
                    <a:pt x="122188" y="83268"/>
                  </a:lnTo>
                  <a:lnTo>
                    <a:pt x="132262" y="89172"/>
                  </a:lnTo>
                  <a:lnTo>
                    <a:pt x="142369" y="83268"/>
                  </a:lnTo>
                  <a:lnTo>
                    <a:pt x="132262" y="77397"/>
                  </a:lnTo>
                  <a:close/>
                  <a:moveTo>
                    <a:pt x="153477" y="77397"/>
                  </a:moveTo>
                  <a:lnTo>
                    <a:pt x="143370" y="83268"/>
                  </a:lnTo>
                  <a:lnTo>
                    <a:pt x="153477" y="89172"/>
                  </a:lnTo>
                  <a:lnTo>
                    <a:pt x="158814" y="86037"/>
                  </a:lnTo>
                  <a:cubicBezTo>
                    <a:pt x="160282" y="85036"/>
                    <a:pt x="161650" y="84002"/>
                    <a:pt x="162984" y="82935"/>
                  </a:cubicBezTo>
                  <a:lnTo>
                    <a:pt x="153477" y="77397"/>
                  </a:lnTo>
                  <a:close/>
                  <a:moveTo>
                    <a:pt x="149041" y="91841"/>
                  </a:moveTo>
                  <a:lnTo>
                    <a:pt x="149041" y="91841"/>
                  </a:lnTo>
                  <a:cubicBezTo>
                    <a:pt x="148626" y="92049"/>
                    <a:pt x="148211" y="92256"/>
                    <a:pt x="147795" y="92464"/>
                  </a:cubicBezTo>
                  <a:lnTo>
                    <a:pt x="147795" y="92464"/>
                  </a:lnTo>
                  <a:cubicBezTo>
                    <a:pt x="148225" y="92281"/>
                    <a:pt x="148633" y="92074"/>
                    <a:pt x="149041" y="91841"/>
                  </a:cubicBezTo>
                  <a:close/>
                  <a:moveTo>
                    <a:pt x="36961" y="83535"/>
                  </a:moveTo>
                  <a:lnTo>
                    <a:pt x="26853" y="89439"/>
                  </a:lnTo>
                  <a:lnTo>
                    <a:pt x="32224" y="92575"/>
                  </a:lnTo>
                  <a:cubicBezTo>
                    <a:pt x="33959" y="93409"/>
                    <a:pt x="35726" y="94209"/>
                    <a:pt x="37561" y="94977"/>
                  </a:cubicBezTo>
                  <a:lnTo>
                    <a:pt x="47068" y="89439"/>
                  </a:lnTo>
                  <a:lnTo>
                    <a:pt x="36961" y="83535"/>
                  </a:lnTo>
                  <a:close/>
                  <a:moveTo>
                    <a:pt x="142870" y="83568"/>
                  </a:moveTo>
                  <a:lnTo>
                    <a:pt x="132796" y="89439"/>
                  </a:lnTo>
                  <a:lnTo>
                    <a:pt x="142269" y="94977"/>
                  </a:lnTo>
                  <a:cubicBezTo>
                    <a:pt x="144104" y="94209"/>
                    <a:pt x="145872" y="93409"/>
                    <a:pt x="147640" y="92541"/>
                  </a:cubicBezTo>
                  <a:lnTo>
                    <a:pt x="147606" y="92541"/>
                  </a:lnTo>
                  <a:cubicBezTo>
                    <a:pt x="147644" y="92527"/>
                    <a:pt x="147681" y="92511"/>
                    <a:pt x="147718" y="92496"/>
                  </a:cubicBezTo>
                  <a:lnTo>
                    <a:pt x="147718" y="92496"/>
                  </a:lnTo>
                  <a:lnTo>
                    <a:pt x="147640" y="92541"/>
                  </a:lnTo>
                  <a:cubicBezTo>
                    <a:pt x="147692" y="92516"/>
                    <a:pt x="147744" y="92490"/>
                    <a:pt x="147795" y="92464"/>
                  </a:cubicBezTo>
                  <a:lnTo>
                    <a:pt x="147795" y="92464"/>
                  </a:lnTo>
                  <a:cubicBezTo>
                    <a:pt x="147770" y="92475"/>
                    <a:pt x="147744" y="92485"/>
                    <a:pt x="147718" y="92496"/>
                  </a:cubicBezTo>
                  <a:lnTo>
                    <a:pt x="147718" y="92496"/>
                  </a:lnTo>
                  <a:lnTo>
                    <a:pt x="152977" y="89439"/>
                  </a:lnTo>
                  <a:lnTo>
                    <a:pt x="142870" y="83568"/>
                  </a:lnTo>
                  <a:close/>
                  <a:moveTo>
                    <a:pt x="58142" y="83568"/>
                  </a:moveTo>
                  <a:lnTo>
                    <a:pt x="48035" y="89439"/>
                  </a:lnTo>
                  <a:lnTo>
                    <a:pt x="58142" y="95310"/>
                  </a:lnTo>
                  <a:lnTo>
                    <a:pt x="68250" y="89439"/>
                  </a:lnTo>
                  <a:lnTo>
                    <a:pt x="58142" y="83568"/>
                  </a:lnTo>
                  <a:close/>
                  <a:moveTo>
                    <a:pt x="79324" y="83568"/>
                  </a:moveTo>
                  <a:lnTo>
                    <a:pt x="69217" y="89439"/>
                  </a:lnTo>
                  <a:lnTo>
                    <a:pt x="79324" y="95310"/>
                  </a:lnTo>
                  <a:lnTo>
                    <a:pt x="89431" y="89439"/>
                  </a:lnTo>
                  <a:lnTo>
                    <a:pt x="79324" y="83568"/>
                  </a:lnTo>
                  <a:close/>
                  <a:moveTo>
                    <a:pt x="100506" y="83568"/>
                  </a:moveTo>
                  <a:lnTo>
                    <a:pt x="90432" y="89439"/>
                  </a:lnTo>
                  <a:lnTo>
                    <a:pt x="100506" y="95310"/>
                  </a:lnTo>
                  <a:lnTo>
                    <a:pt x="110613" y="89439"/>
                  </a:lnTo>
                  <a:lnTo>
                    <a:pt x="100506" y="83568"/>
                  </a:lnTo>
                  <a:close/>
                  <a:moveTo>
                    <a:pt x="121688" y="83568"/>
                  </a:moveTo>
                  <a:lnTo>
                    <a:pt x="111614" y="89439"/>
                  </a:lnTo>
                  <a:lnTo>
                    <a:pt x="121688" y="95343"/>
                  </a:lnTo>
                  <a:lnTo>
                    <a:pt x="131795" y="89439"/>
                  </a:lnTo>
                  <a:lnTo>
                    <a:pt x="121688" y="83568"/>
                  </a:lnTo>
                  <a:close/>
                  <a:moveTo>
                    <a:pt x="47535" y="89739"/>
                  </a:moveTo>
                  <a:lnTo>
                    <a:pt x="38128" y="95210"/>
                  </a:lnTo>
                  <a:cubicBezTo>
                    <a:pt x="42264" y="96911"/>
                    <a:pt x="46534" y="98379"/>
                    <a:pt x="50837" y="99580"/>
                  </a:cubicBezTo>
                  <a:lnTo>
                    <a:pt x="57642" y="95610"/>
                  </a:lnTo>
                  <a:lnTo>
                    <a:pt x="47535" y="89739"/>
                  </a:lnTo>
                  <a:close/>
                  <a:moveTo>
                    <a:pt x="132295" y="89773"/>
                  </a:moveTo>
                  <a:lnTo>
                    <a:pt x="122188" y="95610"/>
                  </a:lnTo>
                  <a:lnTo>
                    <a:pt x="128993" y="99580"/>
                  </a:lnTo>
                  <a:cubicBezTo>
                    <a:pt x="133296" y="98379"/>
                    <a:pt x="137566" y="96911"/>
                    <a:pt x="141702" y="95210"/>
                  </a:cubicBezTo>
                  <a:lnTo>
                    <a:pt x="132295" y="89773"/>
                  </a:lnTo>
                  <a:close/>
                  <a:moveTo>
                    <a:pt x="68750" y="89773"/>
                  </a:moveTo>
                  <a:lnTo>
                    <a:pt x="58643" y="95644"/>
                  </a:lnTo>
                  <a:lnTo>
                    <a:pt x="68750" y="101515"/>
                  </a:lnTo>
                  <a:lnTo>
                    <a:pt x="78824" y="95610"/>
                  </a:lnTo>
                  <a:lnTo>
                    <a:pt x="68750" y="89773"/>
                  </a:lnTo>
                  <a:close/>
                  <a:moveTo>
                    <a:pt x="89932" y="89773"/>
                  </a:moveTo>
                  <a:lnTo>
                    <a:pt x="79825" y="95644"/>
                  </a:lnTo>
                  <a:lnTo>
                    <a:pt x="89932" y="101515"/>
                  </a:lnTo>
                  <a:lnTo>
                    <a:pt x="100006" y="95610"/>
                  </a:lnTo>
                  <a:lnTo>
                    <a:pt x="89932" y="89773"/>
                  </a:lnTo>
                  <a:close/>
                  <a:moveTo>
                    <a:pt x="111114" y="89773"/>
                  </a:moveTo>
                  <a:lnTo>
                    <a:pt x="101006" y="95644"/>
                  </a:lnTo>
                  <a:lnTo>
                    <a:pt x="111114" y="101515"/>
                  </a:lnTo>
                  <a:lnTo>
                    <a:pt x="121187" y="95610"/>
                  </a:lnTo>
                  <a:lnTo>
                    <a:pt x="111114" y="89773"/>
                  </a:lnTo>
                  <a:close/>
                  <a:moveTo>
                    <a:pt x="58142" y="95911"/>
                  </a:moveTo>
                  <a:lnTo>
                    <a:pt x="51504" y="99780"/>
                  </a:lnTo>
                  <a:cubicBezTo>
                    <a:pt x="56341" y="101081"/>
                    <a:pt x="61278" y="102148"/>
                    <a:pt x="66248" y="102949"/>
                  </a:cubicBezTo>
                  <a:lnTo>
                    <a:pt x="68216" y="101781"/>
                  </a:lnTo>
                  <a:lnTo>
                    <a:pt x="58142" y="95911"/>
                  </a:lnTo>
                  <a:close/>
                  <a:moveTo>
                    <a:pt x="121688" y="95911"/>
                  </a:moveTo>
                  <a:lnTo>
                    <a:pt x="111614" y="101815"/>
                  </a:lnTo>
                  <a:lnTo>
                    <a:pt x="113582" y="102949"/>
                  </a:lnTo>
                  <a:cubicBezTo>
                    <a:pt x="118552" y="102182"/>
                    <a:pt x="123456" y="101114"/>
                    <a:pt x="128326" y="99780"/>
                  </a:cubicBezTo>
                  <a:lnTo>
                    <a:pt x="121688" y="95911"/>
                  </a:lnTo>
                  <a:close/>
                  <a:moveTo>
                    <a:pt x="68717" y="102082"/>
                  </a:moveTo>
                  <a:lnTo>
                    <a:pt x="67049" y="103082"/>
                  </a:lnTo>
                  <a:cubicBezTo>
                    <a:pt x="68517" y="103282"/>
                    <a:pt x="69984" y="103483"/>
                    <a:pt x="71452" y="103683"/>
                  </a:cubicBezTo>
                  <a:lnTo>
                    <a:pt x="68717" y="102082"/>
                  </a:lnTo>
                  <a:close/>
                  <a:moveTo>
                    <a:pt x="111114" y="102082"/>
                  </a:moveTo>
                  <a:lnTo>
                    <a:pt x="108378" y="103683"/>
                  </a:lnTo>
                  <a:cubicBezTo>
                    <a:pt x="109846" y="103516"/>
                    <a:pt x="111314" y="103316"/>
                    <a:pt x="112781" y="103082"/>
                  </a:cubicBezTo>
                  <a:lnTo>
                    <a:pt x="111114" y="102082"/>
                  </a:lnTo>
                  <a:close/>
                  <a:moveTo>
                    <a:pt x="108212" y="103716"/>
                  </a:moveTo>
                  <a:lnTo>
                    <a:pt x="107144" y="103816"/>
                  </a:lnTo>
                  <a:lnTo>
                    <a:pt x="107111" y="103850"/>
                  </a:lnTo>
                  <a:lnTo>
                    <a:pt x="108212" y="103716"/>
                  </a:lnTo>
                  <a:close/>
                  <a:moveTo>
                    <a:pt x="79324" y="95911"/>
                  </a:moveTo>
                  <a:lnTo>
                    <a:pt x="69217" y="101815"/>
                  </a:lnTo>
                  <a:lnTo>
                    <a:pt x="72686" y="103816"/>
                  </a:lnTo>
                  <a:cubicBezTo>
                    <a:pt x="76589" y="104250"/>
                    <a:pt x="80525" y="104550"/>
                    <a:pt x="84461" y="104683"/>
                  </a:cubicBezTo>
                  <a:lnTo>
                    <a:pt x="89431" y="101815"/>
                  </a:lnTo>
                  <a:lnTo>
                    <a:pt x="79324" y="95911"/>
                  </a:lnTo>
                  <a:close/>
                  <a:moveTo>
                    <a:pt x="100506" y="95911"/>
                  </a:moveTo>
                  <a:lnTo>
                    <a:pt x="90399" y="101781"/>
                  </a:lnTo>
                  <a:lnTo>
                    <a:pt x="95369" y="104683"/>
                  </a:lnTo>
                  <a:cubicBezTo>
                    <a:pt x="99305" y="104550"/>
                    <a:pt x="103241" y="104283"/>
                    <a:pt x="107111" y="103816"/>
                  </a:cubicBezTo>
                  <a:lnTo>
                    <a:pt x="110613" y="101781"/>
                  </a:lnTo>
                  <a:lnTo>
                    <a:pt x="100506" y="95911"/>
                  </a:lnTo>
                  <a:close/>
                  <a:moveTo>
                    <a:pt x="89898" y="102082"/>
                  </a:moveTo>
                  <a:lnTo>
                    <a:pt x="85395" y="104717"/>
                  </a:lnTo>
                  <a:cubicBezTo>
                    <a:pt x="86896" y="104767"/>
                    <a:pt x="88406" y="104792"/>
                    <a:pt x="89915" y="104792"/>
                  </a:cubicBezTo>
                  <a:cubicBezTo>
                    <a:pt x="91425" y="104792"/>
                    <a:pt x="92934" y="104767"/>
                    <a:pt x="94435" y="104717"/>
                  </a:cubicBezTo>
                  <a:lnTo>
                    <a:pt x="89898" y="1020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73">
              <a:extLst>
                <a:ext uri="{FF2B5EF4-FFF2-40B4-BE49-F238E27FC236}">
                  <a16:creationId xmlns:a16="http://schemas.microsoft.com/office/drawing/2014/main" id="{82BD1A8A-F57F-B991-D477-64DC402CA1FE}"/>
                </a:ext>
              </a:extLst>
            </p:cNvPr>
            <p:cNvSpPr/>
            <p:nvPr/>
          </p:nvSpPr>
          <p:spPr>
            <a:xfrm>
              <a:off x="5540491" y="3161602"/>
              <a:ext cx="2370548" cy="1086686"/>
            </a:xfrm>
            <a:custGeom>
              <a:avLst/>
              <a:gdLst/>
              <a:ahLst/>
              <a:cxnLst/>
              <a:rect l="l" t="t" r="r" b="b"/>
              <a:pathLst>
                <a:path w="147239" h="67496" extrusionOk="0">
                  <a:moveTo>
                    <a:pt x="77410" y="1"/>
                  </a:moveTo>
                  <a:cubicBezTo>
                    <a:pt x="63809" y="1"/>
                    <a:pt x="50212" y="3004"/>
                    <a:pt x="39829" y="9012"/>
                  </a:cubicBezTo>
                  <a:cubicBezTo>
                    <a:pt x="25118" y="17484"/>
                    <a:pt x="20815" y="29726"/>
                    <a:pt x="26953" y="40401"/>
                  </a:cubicBezTo>
                  <a:cubicBezTo>
                    <a:pt x="26535" y="40388"/>
                    <a:pt x="26116" y="40381"/>
                    <a:pt x="25698" y="40381"/>
                  </a:cubicBezTo>
                  <a:cubicBezTo>
                    <a:pt x="19710" y="40381"/>
                    <a:pt x="13757" y="41718"/>
                    <a:pt x="9174" y="44337"/>
                  </a:cubicBezTo>
                  <a:cubicBezTo>
                    <a:pt x="0" y="49641"/>
                    <a:pt x="0" y="58247"/>
                    <a:pt x="9174" y="63517"/>
                  </a:cubicBezTo>
                  <a:cubicBezTo>
                    <a:pt x="13760" y="66169"/>
                    <a:pt x="19781" y="67495"/>
                    <a:pt x="25802" y="67495"/>
                  </a:cubicBezTo>
                  <a:cubicBezTo>
                    <a:pt x="31823" y="67495"/>
                    <a:pt x="37844" y="66169"/>
                    <a:pt x="42431" y="63517"/>
                  </a:cubicBezTo>
                  <a:cubicBezTo>
                    <a:pt x="45833" y="61549"/>
                    <a:pt x="47968" y="59147"/>
                    <a:pt x="48835" y="56612"/>
                  </a:cubicBezTo>
                  <a:cubicBezTo>
                    <a:pt x="57538" y="59814"/>
                    <a:pt x="67505" y="61417"/>
                    <a:pt x="77470" y="61417"/>
                  </a:cubicBezTo>
                  <a:cubicBezTo>
                    <a:pt x="91073" y="61417"/>
                    <a:pt x="104672" y="58430"/>
                    <a:pt x="115049" y="52443"/>
                  </a:cubicBezTo>
                  <a:cubicBezTo>
                    <a:pt x="126724" y="45704"/>
                    <a:pt x="131828" y="36598"/>
                    <a:pt x="130393" y="27792"/>
                  </a:cubicBezTo>
                  <a:cubicBezTo>
                    <a:pt x="133062" y="27191"/>
                    <a:pt x="135664" y="26191"/>
                    <a:pt x="138066" y="24823"/>
                  </a:cubicBezTo>
                  <a:cubicBezTo>
                    <a:pt x="147239" y="19552"/>
                    <a:pt x="147239" y="10946"/>
                    <a:pt x="138066" y="5642"/>
                  </a:cubicBezTo>
                  <a:cubicBezTo>
                    <a:pt x="133475" y="2997"/>
                    <a:pt x="127476" y="1676"/>
                    <a:pt x="121476" y="1676"/>
                  </a:cubicBezTo>
                  <a:cubicBezTo>
                    <a:pt x="116053" y="1676"/>
                    <a:pt x="110629" y="2755"/>
                    <a:pt x="106243" y="4909"/>
                  </a:cubicBezTo>
                  <a:cubicBezTo>
                    <a:pt x="97489" y="1637"/>
                    <a:pt x="87448" y="1"/>
                    <a:pt x="77410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73">
              <a:extLst>
                <a:ext uri="{FF2B5EF4-FFF2-40B4-BE49-F238E27FC236}">
                  <a16:creationId xmlns:a16="http://schemas.microsoft.com/office/drawing/2014/main" id="{A5216563-73FC-AB6D-F9A1-637359DBCFE8}"/>
                </a:ext>
              </a:extLst>
            </p:cNvPr>
            <p:cNvSpPr/>
            <p:nvPr/>
          </p:nvSpPr>
          <p:spPr>
            <a:xfrm>
              <a:off x="7759039" y="2599519"/>
              <a:ext cx="520416" cy="518001"/>
            </a:xfrm>
            <a:custGeom>
              <a:avLst/>
              <a:gdLst/>
              <a:ahLst/>
              <a:cxnLst/>
              <a:rect l="l" t="t" r="r" b="b"/>
              <a:pathLst>
                <a:path w="32324" h="32174" extrusionOk="0">
                  <a:moveTo>
                    <a:pt x="16166" y="9061"/>
                  </a:moveTo>
                  <a:cubicBezTo>
                    <a:pt x="17102" y="9061"/>
                    <a:pt x="18038" y="9261"/>
                    <a:pt x="18914" y="9666"/>
                  </a:cubicBezTo>
                  <a:cubicBezTo>
                    <a:pt x="24518" y="12134"/>
                    <a:pt x="24485" y="20140"/>
                    <a:pt x="18847" y="22542"/>
                  </a:cubicBezTo>
                  <a:cubicBezTo>
                    <a:pt x="17989" y="22921"/>
                    <a:pt x="17074" y="23113"/>
                    <a:pt x="16158" y="23113"/>
                  </a:cubicBezTo>
                  <a:cubicBezTo>
                    <a:pt x="15223" y="23113"/>
                    <a:pt x="14287" y="22913"/>
                    <a:pt x="13410" y="22508"/>
                  </a:cubicBezTo>
                  <a:cubicBezTo>
                    <a:pt x="10875" y="21374"/>
                    <a:pt x="9241" y="18839"/>
                    <a:pt x="9207" y="16037"/>
                  </a:cubicBezTo>
                  <a:cubicBezTo>
                    <a:pt x="9241" y="13669"/>
                    <a:pt x="10441" y="11467"/>
                    <a:pt x="12443" y="10199"/>
                  </a:cubicBezTo>
                  <a:cubicBezTo>
                    <a:pt x="12776" y="9999"/>
                    <a:pt x="13110" y="9799"/>
                    <a:pt x="13477" y="9632"/>
                  </a:cubicBezTo>
                  <a:cubicBezTo>
                    <a:pt x="14335" y="9253"/>
                    <a:pt x="15250" y="9061"/>
                    <a:pt x="16166" y="9061"/>
                  </a:cubicBezTo>
                  <a:close/>
                  <a:moveTo>
                    <a:pt x="16166" y="8252"/>
                  </a:moveTo>
                  <a:cubicBezTo>
                    <a:pt x="15134" y="8252"/>
                    <a:pt x="14102" y="8469"/>
                    <a:pt x="13143" y="8898"/>
                  </a:cubicBezTo>
                  <a:cubicBezTo>
                    <a:pt x="6872" y="11600"/>
                    <a:pt x="6806" y="20473"/>
                    <a:pt x="13077" y="23242"/>
                  </a:cubicBezTo>
                  <a:cubicBezTo>
                    <a:pt x="14063" y="23684"/>
                    <a:pt x="15127" y="23909"/>
                    <a:pt x="16189" y="23909"/>
                  </a:cubicBezTo>
                  <a:cubicBezTo>
                    <a:pt x="17211" y="23909"/>
                    <a:pt x="18232" y="23701"/>
                    <a:pt x="19181" y="23275"/>
                  </a:cubicBezTo>
                  <a:lnTo>
                    <a:pt x="19181" y="23242"/>
                  </a:lnTo>
                  <a:cubicBezTo>
                    <a:pt x="19581" y="23075"/>
                    <a:pt x="19948" y="22842"/>
                    <a:pt x="20315" y="22608"/>
                  </a:cubicBezTo>
                  <a:cubicBezTo>
                    <a:pt x="22550" y="21207"/>
                    <a:pt x="23884" y="18739"/>
                    <a:pt x="23918" y="16104"/>
                  </a:cubicBezTo>
                  <a:cubicBezTo>
                    <a:pt x="23918" y="13001"/>
                    <a:pt x="22083" y="10199"/>
                    <a:pt x="19248" y="8932"/>
                  </a:cubicBezTo>
                  <a:cubicBezTo>
                    <a:pt x="18271" y="8477"/>
                    <a:pt x="17218" y="8252"/>
                    <a:pt x="16166" y="8252"/>
                  </a:cubicBezTo>
                  <a:close/>
                  <a:moveTo>
                    <a:pt x="16402" y="817"/>
                  </a:moveTo>
                  <a:cubicBezTo>
                    <a:pt x="17198" y="817"/>
                    <a:pt x="17993" y="884"/>
                    <a:pt x="18781" y="1026"/>
                  </a:cubicBezTo>
                  <a:lnTo>
                    <a:pt x="18781" y="3628"/>
                  </a:lnTo>
                  <a:cubicBezTo>
                    <a:pt x="18781" y="3795"/>
                    <a:pt x="18914" y="3962"/>
                    <a:pt x="19114" y="3995"/>
                  </a:cubicBezTo>
                  <a:cubicBezTo>
                    <a:pt x="20382" y="4329"/>
                    <a:pt x="21650" y="4829"/>
                    <a:pt x="22784" y="5563"/>
                  </a:cubicBezTo>
                  <a:cubicBezTo>
                    <a:pt x="22853" y="5590"/>
                    <a:pt x="22928" y="5607"/>
                    <a:pt x="23001" y="5607"/>
                  </a:cubicBezTo>
                  <a:cubicBezTo>
                    <a:pt x="23105" y="5607"/>
                    <a:pt x="23206" y="5574"/>
                    <a:pt x="23284" y="5496"/>
                  </a:cubicBezTo>
                  <a:lnTo>
                    <a:pt x="25085" y="3728"/>
                  </a:lnTo>
                  <a:cubicBezTo>
                    <a:pt x="25786" y="4195"/>
                    <a:pt x="26453" y="4729"/>
                    <a:pt x="27053" y="5363"/>
                  </a:cubicBezTo>
                  <a:cubicBezTo>
                    <a:pt x="27654" y="5930"/>
                    <a:pt x="28188" y="6597"/>
                    <a:pt x="28655" y="7297"/>
                  </a:cubicBezTo>
                  <a:lnTo>
                    <a:pt x="26853" y="9132"/>
                  </a:lnTo>
                  <a:cubicBezTo>
                    <a:pt x="26720" y="9265"/>
                    <a:pt x="26720" y="9466"/>
                    <a:pt x="26787" y="9632"/>
                  </a:cubicBezTo>
                  <a:cubicBezTo>
                    <a:pt x="27487" y="10766"/>
                    <a:pt x="27987" y="12001"/>
                    <a:pt x="28288" y="13302"/>
                  </a:cubicBezTo>
                  <a:cubicBezTo>
                    <a:pt x="28354" y="13468"/>
                    <a:pt x="28488" y="13602"/>
                    <a:pt x="28688" y="13635"/>
                  </a:cubicBezTo>
                  <a:lnTo>
                    <a:pt x="31223" y="13635"/>
                  </a:lnTo>
                  <a:cubicBezTo>
                    <a:pt x="31523" y="15303"/>
                    <a:pt x="31523" y="17004"/>
                    <a:pt x="31223" y="18672"/>
                  </a:cubicBezTo>
                  <a:lnTo>
                    <a:pt x="28655" y="18705"/>
                  </a:lnTo>
                  <a:cubicBezTo>
                    <a:pt x="28554" y="18705"/>
                    <a:pt x="28488" y="18739"/>
                    <a:pt x="28421" y="18772"/>
                  </a:cubicBezTo>
                  <a:cubicBezTo>
                    <a:pt x="28354" y="18839"/>
                    <a:pt x="28288" y="18939"/>
                    <a:pt x="28254" y="19039"/>
                  </a:cubicBezTo>
                  <a:cubicBezTo>
                    <a:pt x="27954" y="20340"/>
                    <a:pt x="27420" y="21574"/>
                    <a:pt x="26720" y="22708"/>
                  </a:cubicBezTo>
                  <a:cubicBezTo>
                    <a:pt x="26620" y="22842"/>
                    <a:pt x="26620" y="23042"/>
                    <a:pt x="26753" y="23209"/>
                  </a:cubicBezTo>
                  <a:lnTo>
                    <a:pt x="28521" y="24977"/>
                  </a:lnTo>
                  <a:cubicBezTo>
                    <a:pt x="28054" y="25711"/>
                    <a:pt x="27487" y="26344"/>
                    <a:pt x="26887" y="26945"/>
                  </a:cubicBezTo>
                  <a:cubicBezTo>
                    <a:pt x="26286" y="27545"/>
                    <a:pt x="25652" y="28079"/>
                    <a:pt x="24952" y="28579"/>
                  </a:cubicBezTo>
                  <a:lnTo>
                    <a:pt x="23117" y="26778"/>
                  </a:lnTo>
                  <a:cubicBezTo>
                    <a:pt x="23036" y="26697"/>
                    <a:pt x="22931" y="26653"/>
                    <a:pt x="22824" y="26653"/>
                  </a:cubicBezTo>
                  <a:cubicBezTo>
                    <a:pt x="22754" y="26653"/>
                    <a:pt x="22683" y="26672"/>
                    <a:pt x="22617" y="26711"/>
                  </a:cubicBezTo>
                  <a:cubicBezTo>
                    <a:pt x="21483" y="27412"/>
                    <a:pt x="20249" y="27912"/>
                    <a:pt x="18948" y="28212"/>
                  </a:cubicBezTo>
                  <a:cubicBezTo>
                    <a:pt x="18747" y="28246"/>
                    <a:pt x="18614" y="28412"/>
                    <a:pt x="18614" y="28613"/>
                  </a:cubicBezTo>
                  <a:lnTo>
                    <a:pt x="18614" y="31148"/>
                  </a:lnTo>
                  <a:cubicBezTo>
                    <a:pt x="17780" y="31298"/>
                    <a:pt x="16938" y="31373"/>
                    <a:pt x="16091" y="31373"/>
                  </a:cubicBezTo>
                  <a:cubicBezTo>
                    <a:pt x="15245" y="31373"/>
                    <a:pt x="14394" y="31298"/>
                    <a:pt x="13544" y="31148"/>
                  </a:cubicBezTo>
                  <a:lnTo>
                    <a:pt x="13544" y="28546"/>
                  </a:lnTo>
                  <a:cubicBezTo>
                    <a:pt x="13544" y="28379"/>
                    <a:pt x="13410" y="28212"/>
                    <a:pt x="13243" y="28179"/>
                  </a:cubicBezTo>
                  <a:cubicBezTo>
                    <a:pt x="11943" y="27845"/>
                    <a:pt x="10675" y="27345"/>
                    <a:pt x="9574" y="26645"/>
                  </a:cubicBezTo>
                  <a:cubicBezTo>
                    <a:pt x="9497" y="26598"/>
                    <a:pt x="9412" y="26573"/>
                    <a:pt x="9330" y="26573"/>
                  </a:cubicBezTo>
                  <a:cubicBezTo>
                    <a:pt x="9236" y="26573"/>
                    <a:pt x="9145" y="26606"/>
                    <a:pt x="9074" y="26678"/>
                  </a:cubicBezTo>
                  <a:lnTo>
                    <a:pt x="7273" y="28479"/>
                  </a:lnTo>
                  <a:lnTo>
                    <a:pt x="7206" y="28479"/>
                  </a:lnTo>
                  <a:cubicBezTo>
                    <a:pt x="6539" y="27979"/>
                    <a:pt x="5872" y="27412"/>
                    <a:pt x="5304" y="26811"/>
                  </a:cubicBezTo>
                  <a:cubicBezTo>
                    <a:pt x="4704" y="26211"/>
                    <a:pt x="4137" y="25577"/>
                    <a:pt x="3670" y="24877"/>
                  </a:cubicBezTo>
                  <a:lnTo>
                    <a:pt x="5471" y="23042"/>
                  </a:lnTo>
                  <a:cubicBezTo>
                    <a:pt x="5605" y="22909"/>
                    <a:pt x="5638" y="22708"/>
                    <a:pt x="5538" y="22542"/>
                  </a:cubicBezTo>
                  <a:cubicBezTo>
                    <a:pt x="4837" y="21407"/>
                    <a:pt x="4337" y="20173"/>
                    <a:pt x="4037" y="18872"/>
                  </a:cubicBezTo>
                  <a:cubicBezTo>
                    <a:pt x="3970" y="18672"/>
                    <a:pt x="3837" y="18572"/>
                    <a:pt x="3637" y="18539"/>
                  </a:cubicBezTo>
                  <a:lnTo>
                    <a:pt x="1101" y="18539"/>
                  </a:lnTo>
                  <a:cubicBezTo>
                    <a:pt x="801" y="16871"/>
                    <a:pt x="801" y="15170"/>
                    <a:pt x="1101" y="13502"/>
                  </a:cubicBezTo>
                  <a:lnTo>
                    <a:pt x="3670" y="13468"/>
                  </a:lnTo>
                  <a:cubicBezTo>
                    <a:pt x="3870" y="13468"/>
                    <a:pt x="4037" y="13335"/>
                    <a:pt x="4070" y="13168"/>
                  </a:cubicBezTo>
                  <a:cubicBezTo>
                    <a:pt x="4370" y="11867"/>
                    <a:pt x="4904" y="10633"/>
                    <a:pt x="5638" y="9499"/>
                  </a:cubicBezTo>
                  <a:cubicBezTo>
                    <a:pt x="5705" y="9332"/>
                    <a:pt x="5705" y="9132"/>
                    <a:pt x="5571" y="8999"/>
                  </a:cubicBezTo>
                  <a:lnTo>
                    <a:pt x="3770" y="7197"/>
                  </a:lnTo>
                  <a:cubicBezTo>
                    <a:pt x="4237" y="6463"/>
                    <a:pt x="4804" y="5830"/>
                    <a:pt x="5405" y="5229"/>
                  </a:cubicBezTo>
                  <a:cubicBezTo>
                    <a:pt x="6005" y="4629"/>
                    <a:pt x="6672" y="4095"/>
                    <a:pt x="7339" y="3595"/>
                  </a:cubicBezTo>
                  <a:lnTo>
                    <a:pt x="9207" y="5429"/>
                  </a:lnTo>
                  <a:cubicBezTo>
                    <a:pt x="9285" y="5487"/>
                    <a:pt x="9385" y="5523"/>
                    <a:pt x="9488" y="5523"/>
                  </a:cubicBezTo>
                  <a:cubicBezTo>
                    <a:pt x="9562" y="5523"/>
                    <a:pt x="9638" y="5505"/>
                    <a:pt x="9708" y="5463"/>
                  </a:cubicBezTo>
                  <a:cubicBezTo>
                    <a:pt x="10842" y="4762"/>
                    <a:pt x="12109" y="4262"/>
                    <a:pt x="13410" y="3995"/>
                  </a:cubicBezTo>
                  <a:cubicBezTo>
                    <a:pt x="13577" y="3928"/>
                    <a:pt x="13710" y="3761"/>
                    <a:pt x="13744" y="3595"/>
                  </a:cubicBezTo>
                  <a:lnTo>
                    <a:pt x="13744" y="1060"/>
                  </a:lnTo>
                  <a:cubicBezTo>
                    <a:pt x="14624" y="901"/>
                    <a:pt x="15513" y="817"/>
                    <a:pt x="16402" y="817"/>
                  </a:cubicBezTo>
                  <a:close/>
                  <a:moveTo>
                    <a:pt x="16229" y="0"/>
                  </a:moveTo>
                  <a:cubicBezTo>
                    <a:pt x="15345" y="0"/>
                    <a:pt x="14461" y="75"/>
                    <a:pt x="13577" y="226"/>
                  </a:cubicBezTo>
                  <a:cubicBezTo>
                    <a:pt x="13177" y="259"/>
                    <a:pt x="12877" y="626"/>
                    <a:pt x="12877" y="1060"/>
                  </a:cubicBezTo>
                  <a:lnTo>
                    <a:pt x="12877" y="3261"/>
                  </a:lnTo>
                  <a:cubicBezTo>
                    <a:pt x="11709" y="3561"/>
                    <a:pt x="10575" y="4028"/>
                    <a:pt x="9541" y="4629"/>
                  </a:cubicBezTo>
                  <a:lnTo>
                    <a:pt x="7973" y="3061"/>
                  </a:lnTo>
                  <a:cubicBezTo>
                    <a:pt x="7801" y="2889"/>
                    <a:pt x="7575" y="2794"/>
                    <a:pt x="7350" y="2794"/>
                  </a:cubicBezTo>
                  <a:cubicBezTo>
                    <a:pt x="7182" y="2794"/>
                    <a:pt x="7015" y="2847"/>
                    <a:pt x="6872" y="2961"/>
                  </a:cubicBezTo>
                  <a:cubicBezTo>
                    <a:pt x="6172" y="3461"/>
                    <a:pt x="5471" y="4028"/>
                    <a:pt x="4837" y="4662"/>
                  </a:cubicBezTo>
                  <a:cubicBezTo>
                    <a:pt x="4204" y="5296"/>
                    <a:pt x="3637" y="5963"/>
                    <a:pt x="3136" y="6664"/>
                  </a:cubicBezTo>
                  <a:cubicBezTo>
                    <a:pt x="2869" y="6997"/>
                    <a:pt x="2903" y="7464"/>
                    <a:pt x="3203" y="7764"/>
                  </a:cubicBezTo>
                  <a:lnTo>
                    <a:pt x="4771" y="9332"/>
                  </a:lnTo>
                  <a:cubicBezTo>
                    <a:pt x="4137" y="10366"/>
                    <a:pt x="3670" y="11467"/>
                    <a:pt x="3370" y="12668"/>
                  </a:cubicBezTo>
                  <a:lnTo>
                    <a:pt x="1135" y="12668"/>
                  </a:lnTo>
                  <a:cubicBezTo>
                    <a:pt x="735" y="12668"/>
                    <a:pt x="401" y="12968"/>
                    <a:pt x="301" y="13368"/>
                  </a:cubicBezTo>
                  <a:cubicBezTo>
                    <a:pt x="1" y="15103"/>
                    <a:pt x="1" y="16904"/>
                    <a:pt x="268" y="18639"/>
                  </a:cubicBezTo>
                  <a:cubicBezTo>
                    <a:pt x="334" y="19072"/>
                    <a:pt x="701" y="19373"/>
                    <a:pt x="1101" y="19373"/>
                  </a:cubicBezTo>
                  <a:lnTo>
                    <a:pt x="3336" y="19373"/>
                  </a:lnTo>
                  <a:cubicBezTo>
                    <a:pt x="3637" y="20540"/>
                    <a:pt x="4104" y="21641"/>
                    <a:pt x="4704" y="22708"/>
                  </a:cubicBezTo>
                  <a:lnTo>
                    <a:pt x="3136" y="24276"/>
                  </a:lnTo>
                  <a:cubicBezTo>
                    <a:pt x="2836" y="24543"/>
                    <a:pt x="2769" y="25010"/>
                    <a:pt x="3036" y="25344"/>
                  </a:cubicBezTo>
                  <a:cubicBezTo>
                    <a:pt x="3537" y="26077"/>
                    <a:pt x="4104" y="26745"/>
                    <a:pt x="4737" y="27378"/>
                  </a:cubicBezTo>
                  <a:cubicBezTo>
                    <a:pt x="5371" y="28012"/>
                    <a:pt x="6038" y="28579"/>
                    <a:pt x="6739" y="29113"/>
                  </a:cubicBezTo>
                  <a:cubicBezTo>
                    <a:pt x="6885" y="29230"/>
                    <a:pt x="7057" y="29283"/>
                    <a:pt x="7229" y="29283"/>
                  </a:cubicBezTo>
                  <a:cubicBezTo>
                    <a:pt x="7450" y="29283"/>
                    <a:pt x="7671" y="29196"/>
                    <a:pt x="7840" y="29046"/>
                  </a:cubicBezTo>
                  <a:lnTo>
                    <a:pt x="9407" y="27512"/>
                  </a:lnTo>
                  <a:cubicBezTo>
                    <a:pt x="10441" y="28112"/>
                    <a:pt x="11576" y="28579"/>
                    <a:pt x="12743" y="28913"/>
                  </a:cubicBezTo>
                  <a:lnTo>
                    <a:pt x="12743" y="31114"/>
                  </a:lnTo>
                  <a:cubicBezTo>
                    <a:pt x="12743" y="31515"/>
                    <a:pt x="13043" y="31882"/>
                    <a:pt x="13444" y="31948"/>
                  </a:cubicBezTo>
                  <a:cubicBezTo>
                    <a:pt x="14328" y="32098"/>
                    <a:pt x="15212" y="32173"/>
                    <a:pt x="16096" y="32173"/>
                  </a:cubicBezTo>
                  <a:cubicBezTo>
                    <a:pt x="16979" y="32173"/>
                    <a:pt x="17863" y="32098"/>
                    <a:pt x="18747" y="31948"/>
                  </a:cubicBezTo>
                  <a:cubicBezTo>
                    <a:pt x="19148" y="31915"/>
                    <a:pt x="19448" y="31548"/>
                    <a:pt x="19448" y="31114"/>
                  </a:cubicBezTo>
                  <a:lnTo>
                    <a:pt x="19448" y="28913"/>
                  </a:lnTo>
                  <a:cubicBezTo>
                    <a:pt x="20615" y="28613"/>
                    <a:pt x="21750" y="28146"/>
                    <a:pt x="22784" y="27545"/>
                  </a:cubicBezTo>
                  <a:lnTo>
                    <a:pt x="24351" y="29113"/>
                  </a:lnTo>
                  <a:cubicBezTo>
                    <a:pt x="24527" y="29288"/>
                    <a:pt x="24747" y="29373"/>
                    <a:pt x="24967" y="29373"/>
                  </a:cubicBezTo>
                  <a:cubicBezTo>
                    <a:pt x="25124" y="29373"/>
                    <a:pt x="25280" y="29330"/>
                    <a:pt x="25419" y="29246"/>
                  </a:cubicBezTo>
                  <a:lnTo>
                    <a:pt x="25452" y="29246"/>
                  </a:lnTo>
                  <a:cubicBezTo>
                    <a:pt x="26887" y="28212"/>
                    <a:pt x="28154" y="26945"/>
                    <a:pt x="29222" y="25510"/>
                  </a:cubicBezTo>
                  <a:cubicBezTo>
                    <a:pt x="29455" y="25177"/>
                    <a:pt x="29422" y="24710"/>
                    <a:pt x="29122" y="24410"/>
                  </a:cubicBezTo>
                  <a:lnTo>
                    <a:pt x="27554" y="22842"/>
                  </a:lnTo>
                  <a:cubicBezTo>
                    <a:pt x="28188" y="21808"/>
                    <a:pt x="28655" y="20674"/>
                    <a:pt x="28955" y="19506"/>
                  </a:cubicBezTo>
                  <a:lnTo>
                    <a:pt x="31190" y="19506"/>
                  </a:lnTo>
                  <a:cubicBezTo>
                    <a:pt x="31590" y="19506"/>
                    <a:pt x="31957" y="19206"/>
                    <a:pt x="32024" y="18806"/>
                  </a:cubicBezTo>
                  <a:cubicBezTo>
                    <a:pt x="32324" y="17038"/>
                    <a:pt x="32324" y="15270"/>
                    <a:pt x="32057" y="13502"/>
                  </a:cubicBezTo>
                  <a:cubicBezTo>
                    <a:pt x="31990" y="13101"/>
                    <a:pt x="31623" y="12801"/>
                    <a:pt x="31223" y="12801"/>
                  </a:cubicBezTo>
                  <a:lnTo>
                    <a:pt x="28988" y="12801"/>
                  </a:lnTo>
                  <a:cubicBezTo>
                    <a:pt x="28688" y="11634"/>
                    <a:pt x="28221" y="10500"/>
                    <a:pt x="27620" y="9466"/>
                  </a:cubicBezTo>
                  <a:lnTo>
                    <a:pt x="29222" y="7898"/>
                  </a:lnTo>
                  <a:cubicBezTo>
                    <a:pt x="29522" y="7598"/>
                    <a:pt x="29589" y="7131"/>
                    <a:pt x="29322" y="6797"/>
                  </a:cubicBezTo>
                  <a:cubicBezTo>
                    <a:pt x="28821" y="6063"/>
                    <a:pt x="28254" y="5396"/>
                    <a:pt x="27620" y="4762"/>
                  </a:cubicBezTo>
                  <a:cubicBezTo>
                    <a:pt x="26987" y="4128"/>
                    <a:pt x="26320" y="3561"/>
                    <a:pt x="25586" y="3028"/>
                  </a:cubicBezTo>
                  <a:cubicBezTo>
                    <a:pt x="25440" y="2925"/>
                    <a:pt x="25268" y="2874"/>
                    <a:pt x="25096" y="2874"/>
                  </a:cubicBezTo>
                  <a:cubicBezTo>
                    <a:pt x="24875" y="2874"/>
                    <a:pt x="24654" y="2959"/>
                    <a:pt x="24485" y="3128"/>
                  </a:cubicBezTo>
                  <a:lnTo>
                    <a:pt x="22917" y="4695"/>
                  </a:lnTo>
                  <a:cubicBezTo>
                    <a:pt x="21883" y="4062"/>
                    <a:pt x="20749" y="3595"/>
                    <a:pt x="19581" y="3294"/>
                  </a:cubicBezTo>
                  <a:lnTo>
                    <a:pt x="19581" y="1060"/>
                  </a:lnTo>
                  <a:cubicBezTo>
                    <a:pt x="19581" y="659"/>
                    <a:pt x="19281" y="292"/>
                    <a:pt x="18881" y="226"/>
                  </a:cubicBezTo>
                  <a:cubicBezTo>
                    <a:pt x="17997" y="75"/>
                    <a:pt x="17113" y="0"/>
                    <a:pt x="16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3">
              <a:extLst>
                <a:ext uri="{FF2B5EF4-FFF2-40B4-BE49-F238E27FC236}">
                  <a16:creationId xmlns:a16="http://schemas.microsoft.com/office/drawing/2014/main" id="{AE917A85-10D9-F066-D690-C621EFCB866D}"/>
                </a:ext>
              </a:extLst>
            </p:cNvPr>
            <p:cNvSpPr/>
            <p:nvPr/>
          </p:nvSpPr>
          <p:spPr>
            <a:xfrm>
              <a:off x="7409959" y="2443945"/>
              <a:ext cx="358772" cy="356856"/>
            </a:xfrm>
            <a:custGeom>
              <a:avLst/>
              <a:gdLst/>
              <a:ahLst/>
              <a:cxnLst/>
              <a:rect l="l" t="t" r="r" b="b"/>
              <a:pathLst>
                <a:path w="22284" h="22165" extrusionOk="0">
                  <a:moveTo>
                    <a:pt x="11085" y="6346"/>
                  </a:moveTo>
                  <a:cubicBezTo>
                    <a:pt x="11633" y="6346"/>
                    <a:pt x="12184" y="6449"/>
                    <a:pt x="12710" y="6653"/>
                  </a:cubicBezTo>
                  <a:cubicBezTo>
                    <a:pt x="16646" y="8054"/>
                    <a:pt x="16946" y="13491"/>
                    <a:pt x="13210" y="15359"/>
                  </a:cubicBezTo>
                  <a:cubicBezTo>
                    <a:pt x="12561" y="15684"/>
                    <a:pt x="11847" y="15855"/>
                    <a:pt x="11129" y="15855"/>
                  </a:cubicBezTo>
                  <a:cubicBezTo>
                    <a:pt x="10593" y="15855"/>
                    <a:pt x="10055" y="15759"/>
                    <a:pt x="9541" y="15559"/>
                  </a:cubicBezTo>
                  <a:cubicBezTo>
                    <a:pt x="7773" y="14892"/>
                    <a:pt x="6539" y="13224"/>
                    <a:pt x="6438" y="11356"/>
                  </a:cubicBezTo>
                  <a:cubicBezTo>
                    <a:pt x="6372" y="9955"/>
                    <a:pt x="6905" y="8621"/>
                    <a:pt x="7906" y="7687"/>
                  </a:cubicBezTo>
                  <a:cubicBezTo>
                    <a:pt x="8040" y="7520"/>
                    <a:pt x="8206" y="7387"/>
                    <a:pt x="8373" y="7253"/>
                  </a:cubicBezTo>
                  <a:cubicBezTo>
                    <a:pt x="8573" y="7120"/>
                    <a:pt x="8807" y="6953"/>
                    <a:pt x="9040" y="6853"/>
                  </a:cubicBezTo>
                  <a:cubicBezTo>
                    <a:pt x="9678" y="6515"/>
                    <a:pt x="10380" y="6346"/>
                    <a:pt x="11085" y="6346"/>
                  </a:cubicBezTo>
                  <a:close/>
                  <a:moveTo>
                    <a:pt x="11085" y="5666"/>
                  </a:moveTo>
                  <a:cubicBezTo>
                    <a:pt x="10273" y="5666"/>
                    <a:pt x="9470" y="5860"/>
                    <a:pt x="8740" y="6253"/>
                  </a:cubicBezTo>
                  <a:cubicBezTo>
                    <a:pt x="6839" y="7220"/>
                    <a:pt x="5671" y="9221"/>
                    <a:pt x="5771" y="11390"/>
                  </a:cubicBezTo>
                  <a:cubicBezTo>
                    <a:pt x="5905" y="13525"/>
                    <a:pt x="7272" y="15393"/>
                    <a:pt x="9307" y="16160"/>
                  </a:cubicBezTo>
                  <a:cubicBezTo>
                    <a:pt x="9890" y="16387"/>
                    <a:pt x="10502" y="16499"/>
                    <a:pt x="11114" y="16499"/>
                  </a:cubicBezTo>
                  <a:cubicBezTo>
                    <a:pt x="11939" y="16499"/>
                    <a:pt x="12763" y="16295"/>
                    <a:pt x="13510" y="15893"/>
                  </a:cubicBezTo>
                  <a:cubicBezTo>
                    <a:pt x="13777" y="15759"/>
                    <a:pt x="14044" y="15593"/>
                    <a:pt x="14277" y="15426"/>
                  </a:cubicBezTo>
                  <a:cubicBezTo>
                    <a:pt x="17747" y="12891"/>
                    <a:pt x="17013" y="7487"/>
                    <a:pt x="12976" y="6019"/>
                  </a:cubicBezTo>
                  <a:cubicBezTo>
                    <a:pt x="12361" y="5785"/>
                    <a:pt x="11720" y="5666"/>
                    <a:pt x="11085" y="5666"/>
                  </a:cubicBezTo>
                  <a:close/>
                  <a:moveTo>
                    <a:pt x="11078" y="682"/>
                  </a:moveTo>
                  <a:cubicBezTo>
                    <a:pt x="11453" y="682"/>
                    <a:pt x="11831" y="704"/>
                    <a:pt x="12209" y="749"/>
                  </a:cubicBezTo>
                  <a:lnTo>
                    <a:pt x="12309" y="2450"/>
                  </a:lnTo>
                  <a:cubicBezTo>
                    <a:pt x="12309" y="2617"/>
                    <a:pt x="12443" y="2717"/>
                    <a:pt x="12576" y="2750"/>
                  </a:cubicBezTo>
                  <a:cubicBezTo>
                    <a:pt x="13477" y="2917"/>
                    <a:pt x="14344" y="3217"/>
                    <a:pt x="15145" y="3651"/>
                  </a:cubicBezTo>
                  <a:cubicBezTo>
                    <a:pt x="15205" y="3681"/>
                    <a:pt x="15271" y="3697"/>
                    <a:pt x="15336" y="3697"/>
                  </a:cubicBezTo>
                  <a:cubicBezTo>
                    <a:pt x="15415" y="3697"/>
                    <a:pt x="15490" y="3673"/>
                    <a:pt x="15545" y="3617"/>
                  </a:cubicBezTo>
                  <a:lnTo>
                    <a:pt x="15545" y="3584"/>
                  </a:lnTo>
                  <a:lnTo>
                    <a:pt x="16646" y="2317"/>
                  </a:lnTo>
                  <a:cubicBezTo>
                    <a:pt x="17146" y="2617"/>
                    <a:pt x="17613" y="2950"/>
                    <a:pt x="18013" y="3317"/>
                  </a:cubicBezTo>
                  <a:cubicBezTo>
                    <a:pt x="18447" y="3718"/>
                    <a:pt x="18847" y="4118"/>
                    <a:pt x="19181" y="4551"/>
                  </a:cubicBezTo>
                  <a:lnTo>
                    <a:pt x="18047" y="5852"/>
                  </a:lnTo>
                  <a:cubicBezTo>
                    <a:pt x="17947" y="5952"/>
                    <a:pt x="17947" y="6119"/>
                    <a:pt x="18047" y="6253"/>
                  </a:cubicBezTo>
                  <a:cubicBezTo>
                    <a:pt x="18547" y="7020"/>
                    <a:pt x="18947" y="7820"/>
                    <a:pt x="19214" y="8688"/>
                  </a:cubicBezTo>
                  <a:cubicBezTo>
                    <a:pt x="19248" y="8855"/>
                    <a:pt x="19381" y="8955"/>
                    <a:pt x="19548" y="8955"/>
                  </a:cubicBezTo>
                  <a:lnTo>
                    <a:pt x="21216" y="8855"/>
                  </a:lnTo>
                  <a:cubicBezTo>
                    <a:pt x="21483" y="9922"/>
                    <a:pt x="21583" y="11056"/>
                    <a:pt x="21449" y="12190"/>
                  </a:cubicBezTo>
                  <a:lnTo>
                    <a:pt x="19748" y="12290"/>
                  </a:lnTo>
                  <a:cubicBezTo>
                    <a:pt x="19681" y="12290"/>
                    <a:pt x="19615" y="12324"/>
                    <a:pt x="19548" y="12357"/>
                  </a:cubicBezTo>
                  <a:cubicBezTo>
                    <a:pt x="19481" y="12424"/>
                    <a:pt x="19448" y="12490"/>
                    <a:pt x="19414" y="12557"/>
                  </a:cubicBezTo>
                  <a:cubicBezTo>
                    <a:pt x="19281" y="13458"/>
                    <a:pt x="18981" y="14325"/>
                    <a:pt x="18514" y="15126"/>
                  </a:cubicBezTo>
                  <a:cubicBezTo>
                    <a:pt x="18447" y="15259"/>
                    <a:pt x="18480" y="15459"/>
                    <a:pt x="18614" y="15559"/>
                  </a:cubicBezTo>
                  <a:lnTo>
                    <a:pt x="19848" y="16660"/>
                  </a:lnTo>
                  <a:cubicBezTo>
                    <a:pt x="19548" y="17160"/>
                    <a:pt x="19214" y="17627"/>
                    <a:pt x="18847" y="18028"/>
                  </a:cubicBezTo>
                  <a:cubicBezTo>
                    <a:pt x="18480" y="18461"/>
                    <a:pt x="18080" y="18862"/>
                    <a:pt x="17646" y="19195"/>
                  </a:cubicBezTo>
                  <a:lnTo>
                    <a:pt x="16346" y="18061"/>
                  </a:lnTo>
                  <a:cubicBezTo>
                    <a:pt x="16272" y="18006"/>
                    <a:pt x="16189" y="17981"/>
                    <a:pt x="16106" y="17981"/>
                  </a:cubicBezTo>
                  <a:cubicBezTo>
                    <a:pt x="16039" y="17981"/>
                    <a:pt x="15972" y="17998"/>
                    <a:pt x="15912" y="18028"/>
                  </a:cubicBezTo>
                  <a:cubicBezTo>
                    <a:pt x="15178" y="18561"/>
                    <a:pt x="14344" y="18962"/>
                    <a:pt x="13477" y="19229"/>
                  </a:cubicBezTo>
                  <a:cubicBezTo>
                    <a:pt x="13343" y="19262"/>
                    <a:pt x="13243" y="19395"/>
                    <a:pt x="13243" y="19562"/>
                  </a:cubicBezTo>
                  <a:lnTo>
                    <a:pt x="13343" y="21230"/>
                  </a:lnTo>
                  <a:cubicBezTo>
                    <a:pt x="12610" y="21408"/>
                    <a:pt x="11861" y="21497"/>
                    <a:pt x="11117" y="21497"/>
                  </a:cubicBezTo>
                  <a:cubicBezTo>
                    <a:pt x="10745" y="21497"/>
                    <a:pt x="10375" y="21475"/>
                    <a:pt x="10008" y="21430"/>
                  </a:cubicBezTo>
                  <a:lnTo>
                    <a:pt x="9874" y="19729"/>
                  </a:lnTo>
                  <a:cubicBezTo>
                    <a:pt x="9874" y="19562"/>
                    <a:pt x="9774" y="19462"/>
                    <a:pt x="9607" y="19429"/>
                  </a:cubicBezTo>
                  <a:cubicBezTo>
                    <a:pt x="8707" y="19262"/>
                    <a:pt x="7873" y="18962"/>
                    <a:pt x="7072" y="18528"/>
                  </a:cubicBezTo>
                  <a:cubicBezTo>
                    <a:pt x="7013" y="18504"/>
                    <a:pt x="6954" y="18493"/>
                    <a:pt x="6898" y="18493"/>
                  </a:cubicBezTo>
                  <a:cubicBezTo>
                    <a:pt x="6796" y="18493"/>
                    <a:pt x="6703" y="18530"/>
                    <a:pt x="6639" y="18595"/>
                  </a:cubicBezTo>
                  <a:lnTo>
                    <a:pt x="5504" y="19862"/>
                  </a:lnTo>
                  <a:cubicBezTo>
                    <a:pt x="5037" y="19562"/>
                    <a:pt x="4570" y="19229"/>
                    <a:pt x="4137" y="18862"/>
                  </a:cubicBezTo>
                  <a:cubicBezTo>
                    <a:pt x="3737" y="18461"/>
                    <a:pt x="3370" y="18061"/>
                    <a:pt x="3036" y="17627"/>
                  </a:cubicBezTo>
                  <a:lnTo>
                    <a:pt x="4137" y="16327"/>
                  </a:lnTo>
                  <a:cubicBezTo>
                    <a:pt x="4270" y="16226"/>
                    <a:pt x="4270" y="16060"/>
                    <a:pt x="4170" y="15926"/>
                  </a:cubicBezTo>
                  <a:cubicBezTo>
                    <a:pt x="3636" y="15159"/>
                    <a:pt x="3270" y="14358"/>
                    <a:pt x="3003" y="13491"/>
                  </a:cubicBezTo>
                  <a:cubicBezTo>
                    <a:pt x="2969" y="13324"/>
                    <a:pt x="2803" y="13224"/>
                    <a:pt x="2669" y="13224"/>
                  </a:cubicBezTo>
                  <a:lnTo>
                    <a:pt x="968" y="13324"/>
                  </a:lnTo>
                  <a:cubicBezTo>
                    <a:pt x="701" y="12257"/>
                    <a:pt x="634" y="11123"/>
                    <a:pt x="768" y="9989"/>
                  </a:cubicBezTo>
                  <a:lnTo>
                    <a:pt x="2469" y="9889"/>
                  </a:lnTo>
                  <a:cubicBezTo>
                    <a:pt x="2636" y="9889"/>
                    <a:pt x="2736" y="9755"/>
                    <a:pt x="2769" y="9622"/>
                  </a:cubicBezTo>
                  <a:cubicBezTo>
                    <a:pt x="2936" y="8721"/>
                    <a:pt x="3236" y="7854"/>
                    <a:pt x="3670" y="7053"/>
                  </a:cubicBezTo>
                  <a:cubicBezTo>
                    <a:pt x="3770" y="6920"/>
                    <a:pt x="3737" y="6753"/>
                    <a:pt x="3603" y="6620"/>
                  </a:cubicBezTo>
                  <a:lnTo>
                    <a:pt x="2369" y="5519"/>
                  </a:lnTo>
                  <a:cubicBezTo>
                    <a:pt x="2636" y="5018"/>
                    <a:pt x="2969" y="4551"/>
                    <a:pt x="3370" y="4151"/>
                  </a:cubicBezTo>
                  <a:cubicBezTo>
                    <a:pt x="3737" y="3718"/>
                    <a:pt x="4137" y="3351"/>
                    <a:pt x="4570" y="2984"/>
                  </a:cubicBezTo>
                  <a:lnTo>
                    <a:pt x="5871" y="4118"/>
                  </a:lnTo>
                  <a:cubicBezTo>
                    <a:pt x="5927" y="4173"/>
                    <a:pt x="6012" y="4198"/>
                    <a:pt x="6094" y="4198"/>
                  </a:cubicBezTo>
                  <a:cubicBezTo>
                    <a:pt x="6162" y="4198"/>
                    <a:pt x="6227" y="4181"/>
                    <a:pt x="6272" y="4151"/>
                  </a:cubicBezTo>
                  <a:cubicBezTo>
                    <a:pt x="7039" y="3617"/>
                    <a:pt x="7839" y="3217"/>
                    <a:pt x="8740" y="2950"/>
                  </a:cubicBezTo>
                  <a:cubicBezTo>
                    <a:pt x="8874" y="2917"/>
                    <a:pt x="8974" y="2784"/>
                    <a:pt x="8974" y="2617"/>
                  </a:cubicBezTo>
                  <a:lnTo>
                    <a:pt x="8874" y="949"/>
                  </a:lnTo>
                  <a:cubicBezTo>
                    <a:pt x="9585" y="771"/>
                    <a:pt x="10326" y="682"/>
                    <a:pt x="11078" y="682"/>
                  </a:cubicBezTo>
                  <a:close/>
                  <a:moveTo>
                    <a:pt x="11133" y="0"/>
                  </a:moveTo>
                  <a:cubicBezTo>
                    <a:pt x="10323" y="0"/>
                    <a:pt x="9507" y="104"/>
                    <a:pt x="8707" y="282"/>
                  </a:cubicBezTo>
                  <a:cubicBezTo>
                    <a:pt x="8407" y="348"/>
                    <a:pt x="8206" y="615"/>
                    <a:pt x="8206" y="916"/>
                  </a:cubicBezTo>
                  <a:lnTo>
                    <a:pt x="8306" y="2417"/>
                  </a:lnTo>
                  <a:cubicBezTo>
                    <a:pt x="7539" y="2650"/>
                    <a:pt x="6805" y="3017"/>
                    <a:pt x="6138" y="3451"/>
                  </a:cubicBezTo>
                  <a:lnTo>
                    <a:pt x="5037" y="2450"/>
                  </a:lnTo>
                  <a:cubicBezTo>
                    <a:pt x="4921" y="2350"/>
                    <a:pt x="4771" y="2300"/>
                    <a:pt x="4621" y="2300"/>
                  </a:cubicBezTo>
                  <a:cubicBezTo>
                    <a:pt x="4470" y="2300"/>
                    <a:pt x="4320" y="2350"/>
                    <a:pt x="4204" y="2450"/>
                  </a:cubicBezTo>
                  <a:cubicBezTo>
                    <a:pt x="3737" y="2817"/>
                    <a:pt x="3270" y="3251"/>
                    <a:pt x="2869" y="3684"/>
                  </a:cubicBezTo>
                  <a:cubicBezTo>
                    <a:pt x="2469" y="4151"/>
                    <a:pt x="2102" y="4618"/>
                    <a:pt x="1768" y="5152"/>
                  </a:cubicBezTo>
                  <a:cubicBezTo>
                    <a:pt x="1602" y="5419"/>
                    <a:pt x="1668" y="5752"/>
                    <a:pt x="1902" y="5952"/>
                  </a:cubicBezTo>
                  <a:lnTo>
                    <a:pt x="3003" y="6953"/>
                  </a:lnTo>
                  <a:cubicBezTo>
                    <a:pt x="2636" y="7654"/>
                    <a:pt x="2369" y="8421"/>
                    <a:pt x="2202" y="9221"/>
                  </a:cubicBezTo>
                  <a:lnTo>
                    <a:pt x="734" y="9288"/>
                  </a:lnTo>
                  <a:cubicBezTo>
                    <a:pt x="434" y="9322"/>
                    <a:pt x="167" y="9555"/>
                    <a:pt x="134" y="9855"/>
                  </a:cubicBezTo>
                  <a:cubicBezTo>
                    <a:pt x="1" y="11089"/>
                    <a:pt x="67" y="12290"/>
                    <a:pt x="334" y="13491"/>
                  </a:cubicBezTo>
                  <a:cubicBezTo>
                    <a:pt x="401" y="13791"/>
                    <a:pt x="668" y="13992"/>
                    <a:pt x="1001" y="13992"/>
                  </a:cubicBezTo>
                  <a:lnTo>
                    <a:pt x="2469" y="13891"/>
                  </a:lnTo>
                  <a:cubicBezTo>
                    <a:pt x="2702" y="14659"/>
                    <a:pt x="3069" y="15393"/>
                    <a:pt x="3503" y="16060"/>
                  </a:cubicBezTo>
                  <a:lnTo>
                    <a:pt x="2536" y="17160"/>
                  </a:lnTo>
                  <a:cubicBezTo>
                    <a:pt x="2302" y="17394"/>
                    <a:pt x="2302" y="17761"/>
                    <a:pt x="2502" y="17994"/>
                  </a:cubicBezTo>
                  <a:cubicBezTo>
                    <a:pt x="2869" y="18495"/>
                    <a:pt x="3303" y="18928"/>
                    <a:pt x="3737" y="19329"/>
                  </a:cubicBezTo>
                  <a:cubicBezTo>
                    <a:pt x="4204" y="19729"/>
                    <a:pt x="4704" y="20096"/>
                    <a:pt x="5204" y="20429"/>
                  </a:cubicBezTo>
                  <a:cubicBezTo>
                    <a:pt x="5313" y="20511"/>
                    <a:pt x="5437" y="20548"/>
                    <a:pt x="5561" y="20548"/>
                  </a:cubicBezTo>
                  <a:cubicBezTo>
                    <a:pt x="5742" y="20548"/>
                    <a:pt x="5919" y="20468"/>
                    <a:pt x="6038" y="20329"/>
                  </a:cubicBezTo>
                  <a:lnTo>
                    <a:pt x="7039" y="19229"/>
                  </a:lnTo>
                  <a:cubicBezTo>
                    <a:pt x="7739" y="19596"/>
                    <a:pt x="8507" y="19862"/>
                    <a:pt x="9307" y="20029"/>
                  </a:cubicBezTo>
                  <a:lnTo>
                    <a:pt x="9374" y="21497"/>
                  </a:lnTo>
                  <a:cubicBezTo>
                    <a:pt x="9374" y="21797"/>
                    <a:pt x="9641" y="22064"/>
                    <a:pt x="9941" y="22097"/>
                  </a:cubicBezTo>
                  <a:cubicBezTo>
                    <a:pt x="10341" y="22142"/>
                    <a:pt x="10745" y="22164"/>
                    <a:pt x="11150" y="22164"/>
                  </a:cubicBezTo>
                  <a:cubicBezTo>
                    <a:pt x="11961" y="22164"/>
                    <a:pt x="12776" y="22075"/>
                    <a:pt x="13577" y="21897"/>
                  </a:cubicBezTo>
                  <a:cubicBezTo>
                    <a:pt x="13877" y="21830"/>
                    <a:pt x="14077" y="21530"/>
                    <a:pt x="14077" y="21230"/>
                  </a:cubicBezTo>
                  <a:lnTo>
                    <a:pt x="13977" y="19762"/>
                  </a:lnTo>
                  <a:cubicBezTo>
                    <a:pt x="14744" y="19495"/>
                    <a:pt x="15478" y="19162"/>
                    <a:pt x="16145" y="18695"/>
                  </a:cubicBezTo>
                  <a:lnTo>
                    <a:pt x="17246" y="19696"/>
                  </a:lnTo>
                  <a:cubicBezTo>
                    <a:pt x="17368" y="19800"/>
                    <a:pt x="17518" y="19850"/>
                    <a:pt x="17666" y="19850"/>
                  </a:cubicBezTo>
                  <a:cubicBezTo>
                    <a:pt x="17801" y="19850"/>
                    <a:pt x="17935" y="19809"/>
                    <a:pt x="18047" y="19729"/>
                  </a:cubicBezTo>
                  <a:cubicBezTo>
                    <a:pt x="18314" y="19529"/>
                    <a:pt x="18580" y="19295"/>
                    <a:pt x="18814" y="19062"/>
                  </a:cubicBezTo>
                  <a:cubicBezTo>
                    <a:pt x="19014" y="18895"/>
                    <a:pt x="19214" y="18662"/>
                    <a:pt x="19381" y="18461"/>
                  </a:cubicBezTo>
                  <a:cubicBezTo>
                    <a:pt x="19781" y="18028"/>
                    <a:pt x="20148" y="17527"/>
                    <a:pt x="20482" y="17027"/>
                  </a:cubicBezTo>
                  <a:cubicBezTo>
                    <a:pt x="20649" y="16760"/>
                    <a:pt x="20615" y="16393"/>
                    <a:pt x="20382" y="16193"/>
                  </a:cubicBezTo>
                  <a:lnTo>
                    <a:pt x="19281" y="15192"/>
                  </a:lnTo>
                  <a:cubicBezTo>
                    <a:pt x="19648" y="14492"/>
                    <a:pt x="19915" y="13725"/>
                    <a:pt x="20082" y="12924"/>
                  </a:cubicBezTo>
                  <a:lnTo>
                    <a:pt x="21549" y="12857"/>
                  </a:lnTo>
                  <a:cubicBezTo>
                    <a:pt x="21849" y="12824"/>
                    <a:pt x="22116" y="12591"/>
                    <a:pt x="22150" y="12290"/>
                  </a:cubicBezTo>
                  <a:cubicBezTo>
                    <a:pt x="22283" y="11089"/>
                    <a:pt x="22216" y="9855"/>
                    <a:pt x="21950" y="8654"/>
                  </a:cubicBezTo>
                  <a:cubicBezTo>
                    <a:pt x="21883" y="8354"/>
                    <a:pt x="21583" y="8154"/>
                    <a:pt x="21282" y="8154"/>
                  </a:cubicBezTo>
                  <a:lnTo>
                    <a:pt x="19815" y="8254"/>
                  </a:lnTo>
                  <a:cubicBezTo>
                    <a:pt x="19548" y="7487"/>
                    <a:pt x="19214" y="6753"/>
                    <a:pt x="18781" y="6086"/>
                  </a:cubicBezTo>
                  <a:lnTo>
                    <a:pt x="19748" y="4985"/>
                  </a:lnTo>
                  <a:cubicBezTo>
                    <a:pt x="19981" y="4752"/>
                    <a:pt x="19981" y="4385"/>
                    <a:pt x="19781" y="4151"/>
                  </a:cubicBezTo>
                  <a:cubicBezTo>
                    <a:pt x="19014" y="3184"/>
                    <a:pt x="18080" y="2350"/>
                    <a:pt x="17046" y="1716"/>
                  </a:cubicBezTo>
                  <a:cubicBezTo>
                    <a:pt x="16935" y="1647"/>
                    <a:pt x="16812" y="1612"/>
                    <a:pt x="16692" y="1612"/>
                  </a:cubicBezTo>
                  <a:cubicBezTo>
                    <a:pt x="16524" y="1612"/>
                    <a:pt x="16362" y="1680"/>
                    <a:pt x="16245" y="1816"/>
                  </a:cubicBezTo>
                  <a:lnTo>
                    <a:pt x="15278" y="2917"/>
                  </a:lnTo>
                  <a:cubicBezTo>
                    <a:pt x="14544" y="2550"/>
                    <a:pt x="13777" y="2317"/>
                    <a:pt x="13010" y="2150"/>
                  </a:cubicBezTo>
                  <a:lnTo>
                    <a:pt x="12910" y="649"/>
                  </a:lnTo>
                  <a:cubicBezTo>
                    <a:pt x="12910" y="348"/>
                    <a:pt x="12643" y="115"/>
                    <a:pt x="12343" y="82"/>
                  </a:cubicBezTo>
                  <a:cubicBezTo>
                    <a:pt x="11942" y="26"/>
                    <a:pt x="11538" y="0"/>
                    <a:pt x="11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3">
              <a:extLst>
                <a:ext uri="{FF2B5EF4-FFF2-40B4-BE49-F238E27FC236}">
                  <a16:creationId xmlns:a16="http://schemas.microsoft.com/office/drawing/2014/main" id="{B6E30819-BDA3-A9AC-EE2D-5789E2142B00}"/>
                </a:ext>
              </a:extLst>
            </p:cNvPr>
            <p:cNvSpPr/>
            <p:nvPr/>
          </p:nvSpPr>
          <p:spPr>
            <a:xfrm>
              <a:off x="7715005" y="2128192"/>
              <a:ext cx="415686" cy="413416"/>
            </a:xfrm>
            <a:custGeom>
              <a:avLst/>
              <a:gdLst/>
              <a:ahLst/>
              <a:cxnLst/>
              <a:rect l="l" t="t" r="r" b="b"/>
              <a:pathLst>
                <a:path w="25819" h="25678" extrusionOk="0">
                  <a:moveTo>
                    <a:pt x="13079" y="7287"/>
                  </a:moveTo>
                  <a:cubicBezTo>
                    <a:pt x="14384" y="7287"/>
                    <a:pt x="15651" y="7783"/>
                    <a:pt x="16612" y="8686"/>
                  </a:cubicBezTo>
                  <a:cubicBezTo>
                    <a:pt x="20215" y="11988"/>
                    <a:pt x="18147" y="17992"/>
                    <a:pt x="13277" y="18359"/>
                  </a:cubicBezTo>
                  <a:cubicBezTo>
                    <a:pt x="13095" y="18380"/>
                    <a:pt x="12913" y="18389"/>
                    <a:pt x="12732" y="18389"/>
                  </a:cubicBezTo>
                  <a:cubicBezTo>
                    <a:pt x="11418" y="18389"/>
                    <a:pt x="10141" y="17867"/>
                    <a:pt x="9174" y="16958"/>
                  </a:cubicBezTo>
                  <a:cubicBezTo>
                    <a:pt x="7572" y="15457"/>
                    <a:pt x="6972" y="13122"/>
                    <a:pt x="7673" y="11054"/>
                  </a:cubicBezTo>
                  <a:cubicBezTo>
                    <a:pt x="8206" y="9520"/>
                    <a:pt x="9374" y="8285"/>
                    <a:pt x="10908" y="7718"/>
                  </a:cubicBezTo>
                  <a:cubicBezTo>
                    <a:pt x="11108" y="7618"/>
                    <a:pt x="11375" y="7552"/>
                    <a:pt x="11609" y="7485"/>
                  </a:cubicBezTo>
                  <a:cubicBezTo>
                    <a:pt x="11909" y="7385"/>
                    <a:pt x="12209" y="7351"/>
                    <a:pt x="12509" y="7318"/>
                  </a:cubicBezTo>
                  <a:cubicBezTo>
                    <a:pt x="12699" y="7297"/>
                    <a:pt x="12889" y="7287"/>
                    <a:pt x="13079" y="7287"/>
                  </a:cubicBezTo>
                  <a:close/>
                  <a:moveTo>
                    <a:pt x="13038" y="6490"/>
                  </a:moveTo>
                  <a:cubicBezTo>
                    <a:pt x="12851" y="6490"/>
                    <a:pt x="12663" y="6499"/>
                    <a:pt x="12476" y="6517"/>
                  </a:cubicBezTo>
                  <a:cubicBezTo>
                    <a:pt x="9941" y="6718"/>
                    <a:pt x="7773" y="8419"/>
                    <a:pt x="6939" y="10787"/>
                  </a:cubicBezTo>
                  <a:cubicBezTo>
                    <a:pt x="6138" y="13189"/>
                    <a:pt x="6805" y="15824"/>
                    <a:pt x="8673" y="17525"/>
                  </a:cubicBezTo>
                  <a:cubicBezTo>
                    <a:pt x="9801" y="18594"/>
                    <a:pt x="11273" y="19187"/>
                    <a:pt x="12806" y="19187"/>
                  </a:cubicBezTo>
                  <a:cubicBezTo>
                    <a:pt x="12995" y="19187"/>
                    <a:pt x="13186" y="19178"/>
                    <a:pt x="13377" y="19160"/>
                  </a:cubicBezTo>
                  <a:cubicBezTo>
                    <a:pt x="13710" y="19127"/>
                    <a:pt x="14077" y="19060"/>
                    <a:pt x="14411" y="18960"/>
                  </a:cubicBezTo>
                  <a:cubicBezTo>
                    <a:pt x="14678" y="18893"/>
                    <a:pt x="14944" y="18826"/>
                    <a:pt x="15211" y="18693"/>
                  </a:cubicBezTo>
                  <a:cubicBezTo>
                    <a:pt x="16946" y="18026"/>
                    <a:pt x="18280" y="16625"/>
                    <a:pt x="18881" y="14890"/>
                  </a:cubicBezTo>
                  <a:cubicBezTo>
                    <a:pt x="19681" y="12488"/>
                    <a:pt x="19014" y="9853"/>
                    <a:pt x="17146" y="8152"/>
                  </a:cubicBezTo>
                  <a:cubicBezTo>
                    <a:pt x="16048" y="7083"/>
                    <a:pt x="14553" y="6490"/>
                    <a:pt x="13038" y="6490"/>
                  </a:cubicBezTo>
                  <a:close/>
                  <a:moveTo>
                    <a:pt x="14944" y="813"/>
                  </a:moveTo>
                  <a:cubicBezTo>
                    <a:pt x="16279" y="980"/>
                    <a:pt x="17546" y="1414"/>
                    <a:pt x="18714" y="2048"/>
                  </a:cubicBezTo>
                  <a:lnTo>
                    <a:pt x="18080" y="3982"/>
                  </a:lnTo>
                  <a:cubicBezTo>
                    <a:pt x="18013" y="4149"/>
                    <a:pt x="18080" y="4316"/>
                    <a:pt x="18213" y="4416"/>
                  </a:cubicBezTo>
                  <a:cubicBezTo>
                    <a:pt x="19147" y="4983"/>
                    <a:pt x="19948" y="5717"/>
                    <a:pt x="20615" y="6551"/>
                  </a:cubicBezTo>
                  <a:cubicBezTo>
                    <a:pt x="20687" y="6623"/>
                    <a:pt x="20811" y="6678"/>
                    <a:pt x="20925" y="6678"/>
                  </a:cubicBezTo>
                  <a:cubicBezTo>
                    <a:pt x="20969" y="6678"/>
                    <a:pt x="21012" y="6670"/>
                    <a:pt x="21049" y="6651"/>
                  </a:cubicBezTo>
                  <a:lnTo>
                    <a:pt x="21082" y="6651"/>
                  </a:lnTo>
                  <a:lnTo>
                    <a:pt x="22850" y="5784"/>
                  </a:lnTo>
                  <a:cubicBezTo>
                    <a:pt x="23250" y="6284"/>
                    <a:pt x="23617" y="6851"/>
                    <a:pt x="23884" y="7451"/>
                  </a:cubicBezTo>
                  <a:cubicBezTo>
                    <a:pt x="24184" y="8052"/>
                    <a:pt x="24418" y="8652"/>
                    <a:pt x="24618" y="9286"/>
                  </a:cubicBezTo>
                  <a:lnTo>
                    <a:pt x="22817" y="10220"/>
                  </a:lnTo>
                  <a:cubicBezTo>
                    <a:pt x="22650" y="10287"/>
                    <a:pt x="22583" y="10454"/>
                    <a:pt x="22617" y="10620"/>
                  </a:cubicBezTo>
                  <a:cubicBezTo>
                    <a:pt x="22850" y="11654"/>
                    <a:pt x="22917" y="12755"/>
                    <a:pt x="22783" y="13823"/>
                  </a:cubicBezTo>
                  <a:cubicBezTo>
                    <a:pt x="22783" y="13990"/>
                    <a:pt x="22883" y="14156"/>
                    <a:pt x="23050" y="14223"/>
                  </a:cubicBezTo>
                  <a:lnTo>
                    <a:pt x="24952" y="14857"/>
                  </a:lnTo>
                  <a:cubicBezTo>
                    <a:pt x="24751" y="16191"/>
                    <a:pt x="24318" y="17459"/>
                    <a:pt x="23684" y="18626"/>
                  </a:cubicBezTo>
                  <a:lnTo>
                    <a:pt x="21783" y="17992"/>
                  </a:lnTo>
                  <a:cubicBezTo>
                    <a:pt x="21733" y="17976"/>
                    <a:pt x="21691" y="17967"/>
                    <a:pt x="21653" y="17967"/>
                  </a:cubicBezTo>
                  <a:cubicBezTo>
                    <a:pt x="21616" y="17967"/>
                    <a:pt x="21582" y="17976"/>
                    <a:pt x="21549" y="17992"/>
                  </a:cubicBezTo>
                  <a:cubicBezTo>
                    <a:pt x="21449" y="18026"/>
                    <a:pt x="21382" y="18059"/>
                    <a:pt x="21316" y="18159"/>
                  </a:cubicBezTo>
                  <a:cubicBezTo>
                    <a:pt x="20749" y="19060"/>
                    <a:pt x="20015" y="19860"/>
                    <a:pt x="19214" y="20561"/>
                  </a:cubicBezTo>
                  <a:cubicBezTo>
                    <a:pt x="19047" y="20661"/>
                    <a:pt x="19014" y="20861"/>
                    <a:pt x="19114" y="21028"/>
                  </a:cubicBezTo>
                  <a:lnTo>
                    <a:pt x="19981" y="22796"/>
                  </a:lnTo>
                  <a:cubicBezTo>
                    <a:pt x="19448" y="23196"/>
                    <a:pt x="18881" y="23563"/>
                    <a:pt x="18280" y="23863"/>
                  </a:cubicBezTo>
                  <a:cubicBezTo>
                    <a:pt x="17680" y="24130"/>
                    <a:pt x="17079" y="24364"/>
                    <a:pt x="16445" y="24564"/>
                  </a:cubicBezTo>
                  <a:lnTo>
                    <a:pt x="15545" y="22762"/>
                  </a:lnTo>
                  <a:cubicBezTo>
                    <a:pt x="15461" y="22623"/>
                    <a:pt x="15332" y="22554"/>
                    <a:pt x="15194" y="22554"/>
                  </a:cubicBezTo>
                  <a:cubicBezTo>
                    <a:pt x="15167" y="22554"/>
                    <a:pt x="15139" y="22557"/>
                    <a:pt x="15111" y="22562"/>
                  </a:cubicBezTo>
                  <a:cubicBezTo>
                    <a:pt x="14387" y="22726"/>
                    <a:pt x="13647" y="22807"/>
                    <a:pt x="12902" y="22807"/>
                  </a:cubicBezTo>
                  <a:cubicBezTo>
                    <a:pt x="12583" y="22807"/>
                    <a:pt x="12263" y="22792"/>
                    <a:pt x="11942" y="22762"/>
                  </a:cubicBezTo>
                  <a:cubicBezTo>
                    <a:pt x="11916" y="22758"/>
                    <a:pt x="11891" y="22756"/>
                    <a:pt x="11867" y="22756"/>
                  </a:cubicBezTo>
                  <a:cubicBezTo>
                    <a:pt x="11701" y="22756"/>
                    <a:pt x="11567" y="22851"/>
                    <a:pt x="11509" y="22996"/>
                  </a:cubicBezTo>
                  <a:lnTo>
                    <a:pt x="10875" y="24897"/>
                  </a:lnTo>
                  <a:cubicBezTo>
                    <a:pt x="9541" y="24697"/>
                    <a:pt x="8273" y="24264"/>
                    <a:pt x="7105" y="23630"/>
                  </a:cubicBezTo>
                  <a:lnTo>
                    <a:pt x="7739" y="21728"/>
                  </a:lnTo>
                  <a:cubicBezTo>
                    <a:pt x="7806" y="21562"/>
                    <a:pt x="7739" y="21361"/>
                    <a:pt x="7572" y="21261"/>
                  </a:cubicBezTo>
                  <a:cubicBezTo>
                    <a:pt x="6672" y="20694"/>
                    <a:pt x="5871" y="19994"/>
                    <a:pt x="5204" y="19160"/>
                  </a:cubicBezTo>
                  <a:cubicBezTo>
                    <a:pt x="5115" y="19071"/>
                    <a:pt x="5011" y="19026"/>
                    <a:pt x="4903" y="19026"/>
                  </a:cubicBezTo>
                  <a:cubicBezTo>
                    <a:pt x="4848" y="19026"/>
                    <a:pt x="4793" y="19038"/>
                    <a:pt x="4737" y="19060"/>
                  </a:cubicBezTo>
                  <a:lnTo>
                    <a:pt x="2936" y="19960"/>
                  </a:lnTo>
                  <a:cubicBezTo>
                    <a:pt x="2536" y="19393"/>
                    <a:pt x="2202" y="18826"/>
                    <a:pt x="1902" y="18226"/>
                  </a:cubicBezTo>
                  <a:cubicBezTo>
                    <a:pt x="1635" y="17625"/>
                    <a:pt x="1368" y="17025"/>
                    <a:pt x="1201" y="16391"/>
                  </a:cubicBezTo>
                  <a:lnTo>
                    <a:pt x="3003" y="15457"/>
                  </a:lnTo>
                  <a:cubicBezTo>
                    <a:pt x="3136" y="15391"/>
                    <a:pt x="3236" y="15224"/>
                    <a:pt x="3203" y="15057"/>
                  </a:cubicBezTo>
                  <a:cubicBezTo>
                    <a:pt x="2969" y="13990"/>
                    <a:pt x="2902" y="12922"/>
                    <a:pt x="3003" y="11855"/>
                  </a:cubicBezTo>
                  <a:cubicBezTo>
                    <a:pt x="3036" y="11688"/>
                    <a:pt x="2936" y="11488"/>
                    <a:pt x="2736" y="11454"/>
                  </a:cubicBezTo>
                  <a:lnTo>
                    <a:pt x="868" y="10821"/>
                  </a:lnTo>
                  <a:cubicBezTo>
                    <a:pt x="1068" y="9486"/>
                    <a:pt x="1468" y="8219"/>
                    <a:pt x="2102" y="7051"/>
                  </a:cubicBezTo>
                  <a:lnTo>
                    <a:pt x="4037" y="7685"/>
                  </a:lnTo>
                  <a:cubicBezTo>
                    <a:pt x="4080" y="7702"/>
                    <a:pt x="4125" y="7711"/>
                    <a:pt x="4170" y="7711"/>
                  </a:cubicBezTo>
                  <a:cubicBezTo>
                    <a:pt x="4300" y="7711"/>
                    <a:pt x="4429" y="7642"/>
                    <a:pt x="4504" y="7518"/>
                  </a:cubicBezTo>
                  <a:cubicBezTo>
                    <a:pt x="5071" y="6618"/>
                    <a:pt x="5771" y="5817"/>
                    <a:pt x="6605" y="5150"/>
                  </a:cubicBezTo>
                  <a:cubicBezTo>
                    <a:pt x="6739" y="5016"/>
                    <a:pt x="6772" y="4816"/>
                    <a:pt x="6705" y="4683"/>
                  </a:cubicBezTo>
                  <a:lnTo>
                    <a:pt x="5838" y="2882"/>
                  </a:lnTo>
                  <a:cubicBezTo>
                    <a:pt x="6372" y="2481"/>
                    <a:pt x="6939" y="2114"/>
                    <a:pt x="7539" y="1847"/>
                  </a:cubicBezTo>
                  <a:cubicBezTo>
                    <a:pt x="8106" y="1547"/>
                    <a:pt x="8740" y="1314"/>
                    <a:pt x="9340" y="1114"/>
                  </a:cubicBezTo>
                  <a:lnTo>
                    <a:pt x="10274" y="2915"/>
                  </a:lnTo>
                  <a:cubicBezTo>
                    <a:pt x="10333" y="3060"/>
                    <a:pt x="10492" y="3155"/>
                    <a:pt x="10642" y="3155"/>
                  </a:cubicBezTo>
                  <a:cubicBezTo>
                    <a:pt x="10664" y="3155"/>
                    <a:pt x="10687" y="3153"/>
                    <a:pt x="10708" y="3148"/>
                  </a:cubicBezTo>
                  <a:cubicBezTo>
                    <a:pt x="11397" y="2971"/>
                    <a:pt x="12102" y="2882"/>
                    <a:pt x="12811" y="2882"/>
                  </a:cubicBezTo>
                  <a:cubicBezTo>
                    <a:pt x="13165" y="2882"/>
                    <a:pt x="13521" y="2904"/>
                    <a:pt x="13877" y="2948"/>
                  </a:cubicBezTo>
                  <a:cubicBezTo>
                    <a:pt x="14077" y="2948"/>
                    <a:pt x="14244" y="2848"/>
                    <a:pt x="14311" y="2681"/>
                  </a:cubicBezTo>
                  <a:lnTo>
                    <a:pt x="14944" y="813"/>
                  </a:lnTo>
                  <a:close/>
                  <a:moveTo>
                    <a:pt x="14904" y="0"/>
                  </a:moveTo>
                  <a:cubicBezTo>
                    <a:pt x="14595" y="0"/>
                    <a:pt x="14327" y="189"/>
                    <a:pt x="14211" y="480"/>
                  </a:cubicBezTo>
                  <a:lnTo>
                    <a:pt x="13677" y="2148"/>
                  </a:lnTo>
                  <a:cubicBezTo>
                    <a:pt x="13436" y="2130"/>
                    <a:pt x="13192" y="2122"/>
                    <a:pt x="12948" y="2122"/>
                  </a:cubicBezTo>
                  <a:cubicBezTo>
                    <a:pt x="12247" y="2122"/>
                    <a:pt x="11543" y="2191"/>
                    <a:pt x="10875" y="2314"/>
                  </a:cubicBezTo>
                  <a:lnTo>
                    <a:pt x="10074" y="780"/>
                  </a:lnTo>
                  <a:cubicBezTo>
                    <a:pt x="9946" y="498"/>
                    <a:pt x="9699" y="334"/>
                    <a:pt x="9441" y="334"/>
                  </a:cubicBezTo>
                  <a:cubicBezTo>
                    <a:pt x="9363" y="334"/>
                    <a:pt x="9284" y="349"/>
                    <a:pt x="9207" y="380"/>
                  </a:cubicBezTo>
                  <a:cubicBezTo>
                    <a:pt x="7806" y="780"/>
                    <a:pt x="6505" y="1414"/>
                    <a:pt x="5338" y="2248"/>
                  </a:cubicBezTo>
                  <a:cubicBezTo>
                    <a:pt x="5037" y="2448"/>
                    <a:pt x="4937" y="2848"/>
                    <a:pt x="5104" y="3182"/>
                  </a:cubicBezTo>
                  <a:lnTo>
                    <a:pt x="5871" y="4750"/>
                  </a:lnTo>
                  <a:cubicBezTo>
                    <a:pt x="5171" y="5350"/>
                    <a:pt x="4537" y="6084"/>
                    <a:pt x="4003" y="6851"/>
                  </a:cubicBezTo>
                  <a:lnTo>
                    <a:pt x="2369" y="6317"/>
                  </a:lnTo>
                  <a:cubicBezTo>
                    <a:pt x="2274" y="6283"/>
                    <a:pt x="2179" y="6266"/>
                    <a:pt x="2088" y="6266"/>
                  </a:cubicBezTo>
                  <a:cubicBezTo>
                    <a:pt x="1826" y="6266"/>
                    <a:pt x="1592" y="6404"/>
                    <a:pt x="1468" y="6651"/>
                  </a:cubicBezTo>
                  <a:cubicBezTo>
                    <a:pt x="768" y="7918"/>
                    <a:pt x="301" y="9286"/>
                    <a:pt x="67" y="10687"/>
                  </a:cubicBezTo>
                  <a:cubicBezTo>
                    <a:pt x="0" y="11054"/>
                    <a:pt x="201" y="11421"/>
                    <a:pt x="567" y="11521"/>
                  </a:cubicBezTo>
                  <a:lnTo>
                    <a:pt x="2202" y="12088"/>
                  </a:lnTo>
                  <a:cubicBezTo>
                    <a:pt x="2135" y="13055"/>
                    <a:pt x="2202" y="13990"/>
                    <a:pt x="2369" y="14924"/>
                  </a:cubicBezTo>
                  <a:lnTo>
                    <a:pt x="801" y="15691"/>
                  </a:lnTo>
                  <a:cubicBezTo>
                    <a:pt x="501" y="15824"/>
                    <a:pt x="334" y="16224"/>
                    <a:pt x="434" y="16558"/>
                  </a:cubicBezTo>
                  <a:cubicBezTo>
                    <a:pt x="634" y="17259"/>
                    <a:pt x="901" y="17926"/>
                    <a:pt x="1201" y="18559"/>
                  </a:cubicBezTo>
                  <a:cubicBezTo>
                    <a:pt x="1535" y="19193"/>
                    <a:pt x="1902" y="19794"/>
                    <a:pt x="2302" y="20394"/>
                  </a:cubicBezTo>
                  <a:cubicBezTo>
                    <a:pt x="2437" y="20597"/>
                    <a:pt x="2663" y="20708"/>
                    <a:pt x="2898" y="20708"/>
                  </a:cubicBezTo>
                  <a:cubicBezTo>
                    <a:pt x="3012" y="20708"/>
                    <a:pt x="3127" y="20682"/>
                    <a:pt x="3236" y="20628"/>
                  </a:cubicBezTo>
                  <a:lnTo>
                    <a:pt x="4804" y="19860"/>
                  </a:lnTo>
                  <a:cubicBezTo>
                    <a:pt x="5438" y="20594"/>
                    <a:pt x="6138" y="21228"/>
                    <a:pt x="6939" y="21728"/>
                  </a:cubicBezTo>
                  <a:lnTo>
                    <a:pt x="6372" y="23396"/>
                  </a:lnTo>
                  <a:cubicBezTo>
                    <a:pt x="6238" y="23730"/>
                    <a:pt x="6372" y="24097"/>
                    <a:pt x="6705" y="24297"/>
                  </a:cubicBezTo>
                  <a:cubicBezTo>
                    <a:pt x="7973" y="24964"/>
                    <a:pt x="9340" y="25431"/>
                    <a:pt x="10775" y="25665"/>
                  </a:cubicBezTo>
                  <a:cubicBezTo>
                    <a:pt x="10818" y="25673"/>
                    <a:pt x="10862" y="25677"/>
                    <a:pt x="10905" y="25677"/>
                  </a:cubicBezTo>
                  <a:cubicBezTo>
                    <a:pt x="11199" y="25677"/>
                    <a:pt x="11493" y="25488"/>
                    <a:pt x="11609" y="25198"/>
                  </a:cubicBezTo>
                  <a:lnTo>
                    <a:pt x="12142" y="23530"/>
                  </a:lnTo>
                  <a:cubicBezTo>
                    <a:pt x="12435" y="23550"/>
                    <a:pt x="12725" y="23561"/>
                    <a:pt x="13013" y="23561"/>
                  </a:cubicBezTo>
                  <a:cubicBezTo>
                    <a:pt x="13675" y="23561"/>
                    <a:pt x="14327" y="23502"/>
                    <a:pt x="14978" y="23363"/>
                  </a:cubicBezTo>
                  <a:lnTo>
                    <a:pt x="15745" y="24931"/>
                  </a:lnTo>
                  <a:cubicBezTo>
                    <a:pt x="15852" y="25199"/>
                    <a:pt x="16111" y="25360"/>
                    <a:pt x="16400" y="25360"/>
                  </a:cubicBezTo>
                  <a:cubicBezTo>
                    <a:pt x="16469" y="25360"/>
                    <a:pt x="16541" y="25350"/>
                    <a:pt x="16612" y="25331"/>
                  </a:cubicBezTo>
                  <a:cubicBezTo>
                    <a:pt x="16979" y="25231"/>
                    <a:pt x="17346" y="25097"/>
                    <a:pt x="17713" y="24964"/>
                  </a:cubicBezTo>
                  <a:cubicBezTo>
                    <a:pt x="18080" y="24797"/>
                    <a:pt x="18313" y="24697"/>
                    <a:pt x="18614" y="24530"/>
                  </a:cubicBezTo>
                  <a:cubicBezTo>
                    <a:pt x="19247" y="24230"/>
                    <a:pt x="19881" y="23863"/>
                    <a:pt x="20448" y="23430"/>
                  </a:cubicBezTo>
                  <a:cubicBezTo>
                    <a:pt x="20749" y="23229"/>
                    <a:pt x="20849" y="22829"/>
                    <a:pt x="20682" y="22496"/>
                  </a:cubicBezTo>
                  <a:lnTo>
                    <a:pt x="19948" y="20961"/>
                  </a:lnTo>
                  <a:cubicBezTo>
                    <a:pt x="20648" y="20327"/>
                    <a:pt x="21282" y="19627"/>
                    <a:pt x="21816" y="18826"/>
                  </a:cubicBezTo>
                  <a:lnTo>
                    <a:pt x="23451" y="19393"/>
                  </a:lnTo>
                  <a:cubicBezTo>
                    <a:pt x="23530" y="19425"/>
                    <a:pt x="23613" y="19440"/>
                    <a:pt x="23696" y="19440"/>
                  </a:cubicBezTo>
                  <a:cubicBezTo>
                    <a:pt x="23961" y="19440"/>
                    <a:pt x="24224" y="19289"/>
                    <a:pt x="24351" y="19060"/>
                  </a:cubicBezTo>
                  <a:cubicBezTo>
                    <a:pt x="25018" y="17792"/>
                    <a:pt x="25519" y="16425"/>
                    <a:pt x="25752" y="14990"/>
                  </a:cubicBezTo>
                  <a:cubicBezTo>
                    <a:pt x="25819" y="14623"/>
                    <a:pt x="25585" y="14290"/>
                    <a:pt x="25252" y="14156"/>
                  </a:cubicBezTo>
                  <a:lnTo>
                    <a:pt x="23617" y="13589"/>
                  </a:lnTo>
                  <a:cubicBezTo>
                    <a:pt x="23651" y="12655"/>
                    <a:pt x="23617" y="11688"/>
                    <a:pt x="23417" y="10787"/>
                  </a:cubicBezTo>
                  <a:lnTo>
                    <a:pt x="24985" y="10020"/>
                  </a:lnTo>
                  <a:cubicBezTo>
                    <a:pt x="25319" y="9853"/>
                    <a:pt x="25485" y="9486"/>
                    <a:pt x="25385" y="9119"/>
                  </a:cubicBezTo>
                  <a:cubicBezTo>
                    <a:pt x="25185" y="8452"/>
                    <a:pt x="24918" y="7785"/>
                    <a:pt x="24618" y="7118"/>
                  </a:cubicBezTo>
                  <a:cubicBezTo>
                    <a:pt x="24284" y="6484"/>
                    <a:pt x="23918" y="5850"/>
                    <a:pt x="23517" y="5283"/>
                  </a:cubicBezTo>
                  <a:cubicBezTo>
                    <a:pt x="23360" y="5081"/>
                    <a:pt x="23127" y="4969"/>
                    <a:pt x="22889" y="4969"/>
                  </a:cubicBezTo>
                  <a:cubicBezTo>
                    <a:pt x="22774" y="4969"/>
                    <a:pt x="22659" y="4995"/>
                    <a:pt x="22550" y="5050"/>
                  </a:cubicBezTo>
                  <a:lnTo>
                    <a:pt x="21015" y="5817"/>
                  </a:lnTo>
                  <a:cubicBezTo>
                    <a:pt x="20382" y="5083"/>
                    <a:pt x="19681" y="4449"/>
                    <a:pt x="18881" y="3949"/>
                  </a:cubicBezTo>
                  <a:lnTo>
                    <a:pt x="19448" y="2281"/>
                  </a:lnTo>
                  <a:cubicBezTo>
                    <a:pt x="19581" y="1948"/>
                    <a:pt x="19414" y="1581"/>
                    <a:pt x="19114" y="1380"/>
                  </a:cubicBezTo>
                  <a:cubicBezTo>
                    <a:pt x="17846" y="713"/>
                    <a:pt x="16479" y="246"/>
                    <a:pt x="15044" y="13"/>
                  </a:cubicBezTo>
                  <a:cubicBezTo>
                    <a:pt x="14997" y="4"/>
                    <a:pt x="14950" y="0"/>
                    <a:pt x="149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73">
              <a:extLst>
                <a:ext uri="{FF2B5EF4-FFF2-40B4-BE49-F238E27FC236}">
                  <a16:creationId xmlns:a16="http://schemas.microsoft.com/office/drawing/2014/main" id="{1F26C32F-999B-16E8-CC73-E35AD00B2C6D}"/>
                </a:ext>
              </a:extLst>
            </p:cNvPr>
            <p:cNvSpPr/>
            <p:nvPr/>
          </p:nvSpPr>
          <p:spPr>
            <a:xfrm>
              <a:off x="7056049" y="2787744"/>
              <a:ext cx="759405" cy="772446"/>
            </a:xfrm>
            <a:custGeom>
              <a:avLst/>
              <a:gdLst/>
              <a:ahLst/>
              <a:cxnLst/>
              <a:rect l="l" t="t" r="r" b="b"/>
              <a:pathLst>
                <a:path w="47168" h="47978" extrusionOk="0">
                  <a:moveTo>
                    <a:pt x="17528" y="0"/>
                  </a:moveTo>
                  <a:cubicBezTo>
                    <a:pt x="15721" y="0"/>
                    <a:pt x="13771" y="272"/>
                    <a:pt x="11642" y="810"/>
                  </a:cubicBezTo>
                  <a:cubicBezTo>
                    <a:pt x="0" y="4046"/>
                    <a:pt x="4603" y="22692"/>
                    <a:pt x="4670" y="37036"/>
                  </a:cubicBezTo>
                  <a:cubicBezTo>
                    <a:pt x="4670" y="43074"/>
                    <a:pt x="13643" y="47977"/>
                    <a:pt x="24651" y="47977"/>
                  </a:cubicBezTo>
                  <a:cubicBezTo>
                    <a:pt x="35425" y="47910"/>
                    <a:pt x="46533" y="43274"/>
                    <a:pt x="47134" y="37036"/>
                  </a:cubicBezTo>
                  <a:cubicBezTo>
                    <a:pt x="47167" y="36469"/>
                    <a:pt x="47067" y="35902"/>
                    <a:pt x="46800" y="35401"/>
                  </a:cubicBezTo>
                  <a:cubicBezTo>
                    <a:pt x="44966" y="31899"/>
                    <a:pt x="36293" y="15354"/>
                    <a:pt x="31656" y="8582"/>
                  </a:cubicBezTo>
                  <a:cubicBezTo>
                    <a:pt x="27662" y="2807"/>
                    <a:pt x="23337" y="0"/>
                    <a:pt x="1752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3">
              <a:extLst>
                <a:ext uri="{FF2B5EF4-FFF2-40B4-BE49-F238E27FC236}">
                  <a16:creationId xmlns:a16="http://schemas.microsoft.com/office/drawing/2014/main" id="{369BBDFB-D863-860C-A918-CE2EE28FC284}"/>
                </a:ext>
              </a:extLst>
            </p:cNvPr>
            <p:cNvSpPr/>
            <p:nvPr/>
          </p:nvSpPr>
          <p:spPr>
            <a:xfrm>
              <a:off x="7056049" y="2787744"/>
              <a:ext cx="759405" cy="772446"/>
            </a:xfrm>
            <a:custGeom>
              <a:avLst/>
              <a:gdLst/>
              <a:ahLst/>
              <a:cxnLst/>
              <a:rect l="l" t="t" r="r" b="b"/>
              <a:pathLst>
                <a:path w="47168" h="47978" extrusionOk="0">
                  <a:moveTo>
                    <a:pt x="17528" y="0"/>
                  </a:moveTo>
                  <a:cubicBezTo>
                    <a:pt x="15721" y="0"/>
                    <a:pt x="13771" y="272"/>
                    <a:pt x="11642" y="810"/>
                  </a:cubicBezTo>
                  <a:cubicBezTo>
                    <a:pt x="0" y="4046"/>
                    <a:pt x="4603" y="22692"/>
                    <a:pt x="4670" y="37036"/>
                  </a:cubicBezTo>
                  <a:cubicBezTo>
                    <a:pt x="4670" y="43074"/>
                    <a:pt x="13643" y="47977"/>
                    <a:pt x="24651" y="47977"/>
                  </a:cubicBezTo>
                  <a:cubicBezTo>
                    <a:pt x="35425" y="47910"/>
                    <a:pt x="46533" y="43274"/>
                    <a:pt x="47134" y="37036"/>
                  </a:cubicBezTo>
                  <a:cubicBezTo>
                    <a:pt x="47167" y="36469"/>
                    <a:pt x="47067" y="35902"/>
                    <a:pt x="46800" y="35401"/>
                  </a:cubicBezTo>
                  <a:cubicBezTo>
                    <a:pt x="44966" y="31899"/>
                    <a:pt x="36293" y="15354"/>
                    <a:pt x="31656" y="8582"/>
                  </a:cubicBezTo>
                  <a:cubicBezTo>
                    <a:pt x="27662" y="2807"/>
                    <a:pt x="23337" y="0"/>
                    <a:pt x="17528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3">
              <a:extLst>
                <a:ext uri="{FF2B5EF4-FFF2-40B4-BE49-F238E27FC236}">
                  <a16:creationId xmlns:a16="http://schemas.microsoft.com/office/drawing/2014/main" id="{F0717975-DEF9-16CD-19B9-FD2DA7201BF4}"/>
                </a:ext>
              </a:extLst>
            </p:cNvPr>
            <p:cNvSpPr/>
            <p:nvPr/>
          </p:nvSpPr>
          <p:spPr>
            <a:xfrm>
              <a:off x="7055501" y="2800238"/>
              <a:ext cx="662209" cy="759952"/>
            </a:xfrm>
            <a:custGeom>
              <a:avLst/>
              <a:gdLst/>
              <a:ahLst/>
              <a:cxnLst/>
              <a:rect l="l" t="t" r="r" b="b"/>
              <a:pathLst>
                <a:path w="41131" h="47202" extrusionOk="0">
                  <a:moveTo>
                    <a:pt x="11642" y="1"/>
                  </a:moveTo>
                  <a:cubicBezTo>
                    <a:pt x="1" y="3236"/>
                    <a:pt x="4637" y="21883"/>
                    <a:pt x="4704" y="36227"/>
                  </a:cubicBezTo>
                  <a:cubicBezTo>
                    <a:pt x="4704" y="42298"/>
                    <a:pt x="13644" y="47201"/>
                    <a:pt x="24685" y="47201"/>
                  </a:cubicBezTo>
                  <a:cubicBezTo>
                    <a:pt x="30689" y="47134"/>
                    <a:pt x="36794" y="45667"/>
                    <a:pt x="41130" y="43332"/>
                  </a:cubicBezTo>
                  <a:cubicBezTo>
                    <a:pt x="37761" y="35226"/>
                    <a:pt x="31757" y="21049"/>
                    <a:pt x="28488" y="14478"/>
                  </a:cubicBezTo>
                  <a:cubicBezTo>
                    <a:pt x="23718" y="5004"/>
                    <a:pt x="19882" y="1"/>
                    <a:pt x="116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3">
              <a:extLst>
                <a:ext uri="{FF2B5EF4-FFF2-40B4-BE49-F238E27FC236}">
                  <a16:creationId xmlns:a16="http://schemas.microsoft.com/office/drawing/2014/main" id="{7EF4B5AB-A921-D47C-4799-B0D65BCA818F}"/>
                </a:ext>
              </a:extLst>
            </p:cNvPr>
            <p:cNvSpPr/>
            <p:nvPr/>
          </p:nvSpPr>
          <p:spPr>
            <a:xfrm>
              <a:off x="7111899" y="2834805"/>
              <a:ext cx="429661" cy="491775"/>
            </a:xfrm>
            <a:custGeom>
              <a:avLst/>
              <a:gdLst/>
              <a:ahLst/>
              <a:cxnLst/>
              <a:rect l="l" t="t" r="r" b="b"/>
              <a:pathLst>
                <a:path w="26687" h="30545" extrusionOk="0">
                  <a:moveTo>
                    <a:pt x="8921" y="1"/>
                  </a:moveTo>
                  <a:cubicBezTo>
                    <a:pt x="7438" y="1"/>
                    <a:pt x="5961" y="615"/>
                    <a:pt x="4337" y="1756"/>
                  </a:cubicBezTo>
                  <a:cubicBezTo>
                    <a:pt x="2769" y="3891"/>
                    <a:pt x="1501" y="6226"/>
                    <a:pt x="534" y="8695"/>
                  </a:cubicBezTo>
                  <a:cubicBezTo>
                    <a:pt x="0" y="12764"/>
                    <a:pt x="234" y="17568"/>
                    <a:pt x="567" y="22471"/>
                  </a:cubicBezTo>
                  <a:cubicBezTo>
                    <a:pt x="968" y="23339"/>
                    <a:pt x="1468" y="24139"/>
                    <a:pt x="2035" y="24906"/>
                  </a:cubicBezTo>
                  <a:cubicBezTo>
                    <a:pt x="4738" y="28640"/>
                    <a:pt x="8909" y="30545"/>
                    <a:pt x="13094" y="30545"/>
                  </a:cubicBezTo>
                  <a:cubicBezTo>
                    <a:pt x="16762" y="30545"/>
                    <a:pt x="20440" y="29083"/>
                    <a:pt x="23150" y="26107"/>
                  </a:cubicBezTo>
                  <a:cubicBezTo>
                    <a:pt x="26686" y="22104"/>
                    <a:pt x="24751" y="15533"/>
                    <a:pt x="19381" y="8395"/>
                  </a:cubicBezTo>
                  <a:cubicBezTo>
                    <a:pt x="14994" y="2553"/>
                    <a:pt x="11944" y="1"/>
                    <a:pt x="892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3">
              <a:extLst>
                <a:ext uri="{FF2B5EF4-FFF2-40B4-BE49-F238E27FC236}">
                  <a16:creationId xmlns:a16="http://schemas.microsoft.com/office/drawing/2014/main" id="{BC480E87-932F-7E3F-886B-C4FA98113D45}"/>
                </a:ext>
              </a:extLst>
            </p:cNvPr>
            <p:cNvSpPr/>
            <p:nvPr/>
          </p:nvSpPr>
          <p:spPr>
            <a:xfrm>
              <a:off x="6029207" y="2807370"/>
              <a:ext cx="1600952" cy="1222650"/>
            </a:xfrm>
            <a:custGeom>
              <a:avLst/>
              <a:gdLst/>
              <a:ahLst/>
              <a:cxnLst/>
              <a:rect l="l" t="t" r="r" b="b"/>
              <a:pathLst>
                <a:path w="99438" h="75941" extrusionOk="0">
                  <a:moveTo>
                    <a:pt x="69425" y="1"/>
                  </a:moveTo>
                  <a:cubicBezTo>
                    <a:pt x="68718" y="1"/>
                    <a:pt x="67983" y="75"/>
                    <a:pt x="67215" y="225"/>
                  </a:cubicBezTo>
                  <a:cubicBezTo>
                    <a:pt x="52905" y="4228"/>
                    <a:pt x="22183" y="8998"/>
                    <a:pt x="12342" y="13835"/>
                  </a:cubicBezTo>
                  <a:cubicBezTo>
                    <a:pt x="10808" y="14602"/>
                    <a:pt x="9340" y="15536"/>
                    <a:pt x="8006" y="16603"/>
                  </a:cubicBezTo>
                  <a:cubicBezTo>
                    <a:pt x="5638" y="18438"/>
                    <a:pt x="4070" y="22040"/>
                    <a:pt x="3636" y="24609"/>
                  </a:cubicBezTo>
                  <a:cubicBezTo>
                    <a:pt x="2269" y="32848"/>
                    <a:pt x="1501" y="40087"/>
                    <a:pt x="1068" y="46224"/>
                  </a:cubicBezTo>
                  <a:cubicBezTo>
                    <a:pt x="968" y="46892"/>
                    <a:pt x="934" y="47559"/>
                    <a:pt x="934" y="48259"/>
                  </a:cubicBezTo>
                  <a:cubicBezTo>
                    <a:pt x="0" y="56298"/>
                    <a:pt x="1968" y="61369"/>
                    <a:pt x="11909" y="67106"/>
                  </a:cubicBezTo>
                  <a:cubicBezTo>
                    <a:pt x="22220" y="73058"/>
                    <a:pt x="35143" y="75940"/>
                    <a:pt x="47861" y="75940"/>
                  </a:cubicBezTo>
                  <a:cubicBezTo>
                    <a:pt x="59664" y="75940"/>
                    <a:pt x="71291" y="73457"/>
                    <a:pt x="80491" y="68640"/>
                  </a:cubicBezTo>
                  <a:cubicBezTo>
                    <a:pt x="90765" y="63237"/>
                    <a:pt x="94001" y="54564"/>
                    <a:pt x="95468" y="49860"/>
                  </a:cubicBezTo>
                  <a:cubicBezTo>
                    <a:pt x="99438" y="32548"/>
                    <a:pt x="90065" y="20273"/>
                    <a:pt x="86762" y="15603"/>
                  </a:cubicBezTo>
                  <a:cubicBezTo>
                    <a:pt x="79756" y="5692"/>
                    <a:pt x="75625" y="1"/>
                    <a:pt x="69425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3">
              <a:extLst>
                <a:ext uri="{FF2B5EF4-FFF2-40B4-BE49-F238E27FC236}">
                  <a16:creationId xmlns:a16="http://schemas.microsoft.com/office/drawing/2014/main" id="{D8565063-561A-E2AA-9E40-C552B5390400}"/>
                </a:ext>
              </a:extLst>
            </p:cNvPr>
            <p:cNvSpPr/>
            <p:nvPr/>
          </p:nvSpPr>
          <p:spPr>
            <a:xfrm>
              <a:off x="6029207" y="2807370"/>
              <a:ext cx="1600952" cy="1222650"/>
            </a:xfrm>
            <a:custGeom>
              <a:avLst/>
              <a:gdLst/>
              <a:ahLst/>
              <a:cxnLst/>
              <a:rect l="l" t="t" r="r" b="b"/>
              <a:pathLst>
                <a:path w="99438" h="75941" extrusionOk="0">
                  <a:moveTo>
                    <a:pt x="69425" y="1"/>
                  </a:moveTo>
                  <a:cubicBezTo>
                    <a:pt x="68718" y="1"/>
                    <a:pt x="67983" y="75"/>
                    <a:pt x="67215" y="225"/>
                  </a:cubicBezTo>
                  <a:cubicBezTo>
                    <a:pt x="52905" y="4228"/>
                    <a:pt x="22183" y="8998"/>
                    <a:pt x="12342" y="13835"/>
                  </a:cubicBezTo>
                  <a:cubicBezTo>
                    <a:pt x="10808" y="14602"/>
                    <a:pt x="9340" y="15536"/>
                    <a:pt x="8006" y="16603"/>
                  </a:cubicBezTo>
                  <a:cubicBezTo>
                    <a:pt x="5638" y="18438"/>
                    <a:pt x="4070" y="22040"/>
                    <a:pt x="3636" y="24609"/>
                  </a:cubicBezTo>
                  <a:cubicBezTo>
                    <a:pt x="2269" y="32848"/>
                    <a:pt x="1501" y="40087"/>
                    <a:pt x="1068" y="46224"/>
                  </a:cubicBezTo>
                  <a:cubicBezTo>
                    <a:pt x="968" y="46892"/>
                    <a:pt x="934" y="47559"/>
                    <a:pt x="934" y="48259"/>
                  </a:cubicBezTo>
                  <a:cubicBezTo>
                    <a:pt x="0" y="56298"/>
                    <a:pt x="1968" y="61369"/>
                    <a:pt x="11909" y="67106"/>
                  </a:cubicBezTo>
                  <a:cubicBezTo>
                    <a:pt x="22220" y="73058"/>
                    <a:pt x="35143" y="75940"/>
                    <a:pt x="47861" y="75940"/>
                  </a:cubicBezTo>
                  <a:cubicBezTo>
                    <a:pt x="59664" y="75940"/>
                    <a:pt x="71291" y="73457"/>
                    <a:pt x="80491" y="68640"/>
                  </a:cubicBezTo>
                  <a:cubicBezTo>
                    <a:pt x="87930" y="64804"/>
                    <a:pt x="93400" y="57966"/>
                    <a:pt x="95468" y="49860"/>
                  </a:cubicBezTo>
                  <a:cubicBezTo>
                    <a:pt x="99438" y="32548"/>
                    <a:pt x="90065" y="20273"/>
                    <a:pt x="86762" y="15603"/>
                  </a:cubicBezTo>
                  <a:cubicBezTo>
                    <a:pt x="79756" y="5692"/>
                    <a:pt x="75625" y="1"/>
                    <a:pt x="69425" y="1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3">
              <a:extLst>
                <a:ext uri="{FF2B5EF4-FFF2-40B4-BE49-F238E27FC236}">
                  <a16:creationId xmlns:a16="http://schemas.microsoft.com/office/drawing/2014/main" id="{F252A2AD-93E3-ACEE-D2F0-5CE87DC01190}"/>
                </a:ext>
              </a:extLst>
            </p:cNvPr>
            <p:cNvSpPr/>
            <p:nvPr/>
          </p:nvSpPr>
          <p:spPr>
            <a:xfrm>
              <a:off x="6029207" y="3059754"/>
              <a:ext cx="729330" cy="969268"/>
            </a:xfrm>
            <a:custGeom>
              <a:avLst/>
              <a:gdLst/>
              <a:ahLst/>
              <a:cxnLst/>
              <a:rect l="l" t="t" r="r" b="b"/>
              <a:pathLst>
                <a:path w="45300" h="60203" extrusionOk="0">
                  <a:moveTo>
                    <a:pt x="11271" y="0"/>
                  </a:moveTo>
                  <a:cubicBezTo>
                    <a:pt x="10117" y="0"/>
                    <a:pt x="9018" y="302"/>
                    <a:pt x="8039" y="927"/>
                  </a:cubicBezTo>
                  <a:cubicBezTo>
                    <a:pt x="5638" y="2762"/>
                    <a:pt x="4070" y="6364"/>
                    <a:pt x="3636" y="8933"/>
                  </a:cubicBezTo>
                  <a:cubicBezTo>
                    <a:pt x="2269" y="17172"/>
                    <a:pt x="1535" y="24411"/>
                    <a:pt x="1068" y="30548"/>
                  </a:cubicBezTo>
                  <a:cubicBezTo>
                    <a:pt x="968" y="31216"/>
                    <a:pt x="934" y="31883"/>
                    <a:pt x="934" y="32583"/>
                  </a:cubicBezTo>
                  <a:cubicBezTo>
                    <a:pt x="0" y="40622"/>
                    <a:pt x="1968" y="45693"/>
                    <a:pt x="11909" y="51430"/>
                  </a:cubicBezTo>
                  <a:cubicBezTo>
                    <a:pt x="21549" y="57001"/>
                    <a:pt x="33424" y="59869"/>
                    <a:pt x="45299" y="60203"/>
                  </a:cubicBezTo>
                  <a:cubicBezTo>
                    <a:pt x="25252" y="58869"/>
                    <a:pt x="23617" y="45659"/>
                    <a:pt x="25719" y="36052"/>
                  </a:cubicBezTo>
                  <a:cubicBezTo>
                    <a:pt x="27787" y="26479"/>
                    <a:pt x="25685" y="17939"/>
                    <a:pt x="22383" y="9834"/>
                  </a:cubicBezTo>
                  <a:cubicBezTo>
                    <a:pt x="19826" y="3557"/>
                    <a:pt x="15229" y="0"/>
                    <a:pt x="1127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3">
              <a:extLst>
                <a:ext uri="{FF2B5EF4-FFF2-40B4-BE49-F238E27FC236}">
                  <a16:creationId xmlns:a16="http://schemas.microsoft.com/office/drawing/2014/main" id="{6BA0157E-90C0-35A1-AC80-31CD4AD78003}"/>
                </a:ext>
              </a:extLst>
            </p:cNvPr>
            <p:cNvSpPr/>
            <p:nvPr/>
          </p:nvSpPr>
          <p:spPr>
            <a:xfrm>
              <a:off x="6029207" y="2807225"/>
              <a:ext cx="1600952" cy="1222344"/>
            </a:xfrm>
            <a:custGeom>
              <a:avLst/>
              <a:gdLst/>
              <a:ahLst/>
              <a:cxnLst/>
              <a:rect l="l" t="t" r="r" b="b"/>
              <a:pathLst>
                <a:path w="99438" h="75922" extrusionOk="0">
                  <a:moveTo>
                    <a:pt x="69450" y="367"/>
                  </a:moveTo>
                  <a:lnTo>
                    <a:pt x="69450" y="401"/>
                  </a:lnTo>
                  <a:cubicBezTo>
                    <a:pt x="75554" y="401"/>
                    <a:pt x="79657" y="6205"/>
                    <a:pt x="86429" y="15845"/>
                  </a:cubicBezTo>
                  <a:lnTo>
                    <a:pt x="86862" y="16412"/>
                  </a:lnTo>
                  <a:cubicBezTo>
                    <a:pt x="90432" y="21449"/>
                    <a:pt x="98871" y="33291"/>
                    <a:pt x="95102" y="49769"/>
                  </a:cubicBezTo>
                  <a:cubicBezTo>
                    <a:pt x="94168" y="54273"/>
                    <a:pt x="90999" y="62679"/>
                    <a:pt x="80291" y="68283"/>
                  </a:cubicBezTo>
                  <a:cubicBezTo>
                    <a:pt x="71385" y="72953"/>
                    <a:pt x="59876" y="75521"/>
                    <a:pt x="47868" y="75521"/>
                  </a:cubicBezTo>
                  <a:cubicBezTo>
                    <a:pt x="34625" y="75521"/>
                    <a:pt x="21949" y="72419"/>
                    <a:pt x="12142" y="66748"/>
                  </a:cubicBezTo>
                  <a:cubicBezTo>
                    <a:pt x="1935" y="60877"/>
                    <a:pt x="467" y="55740"/>
                    <a:pt x="1335" y="48268"/>
                  </a:cubicBezTo>
                  <a:lnTo>
                    <a:pt x="1335" y="48235"/>
                  </a:lnTo>
                  <a:cubicBezTo>
                    <a:pt x="1335" y="47568"/>
                    <a:pt x="1368" y="46901"/>
                    <a:pt x="1468" y="46233"/>
                  </a:cubicBezTo>
                  <a:cubicBezTo>
                    <a:pt x="2002" y="38761"/>
                    <a:pt x="2869" y="31723"/>
                    <a:pt x="4037" y="24651"/>
                  </a:cubicBezTo>
                  <a:cubicBezTo>
                    <a:pt x="4437" y="22150"/>
                    <a:pt x="5938" y="18647"/>
                    <a:pt x="8240" y="16879"/>
                  </a:cubicBezTo>
                  <a:cubicBezTo>
                    <a:pt x="9574" y="15845"/>
                    <a:pt x="11008" y="14944"/>
                    <a:pt x="12509" y="14177"/>
                  </a:cubicBezTo>
                  <a:cubicBezTo>
                    <a:pt x="18647" y="11175"/>
                    <a:pt x="32724" y="8206"/>
                    <a:pt x="46333" y="5371"/>
                  </a:cubicBezTo>
                  <a:cubicBezTo>
                    <a:pt x="54372" y="3703"/>
                    <a:pt x="61945" y="2102"/>
                    <a:pt x="67315" y="601"/>
                  </a:cubicBezTo>
                  <a:cubicBezTo>
                    <a:pt x="68016" y="467"/>
                    <a:pt x="68749" y="401"/>
                    <a:pt x="69450" y="367"/>
                  </a:cubicBezTo>
                  <a:close/>
                  <a:moveTo>
                    <a:pt x="69450" y="0"/>
                  </a:moveTo>
                  <a:cubicBezTo>
                    <a:pt x="68716" y="0"/>
                    <a:pt x="67949" y="67"/>
                    <a:pt x="67215" y="234"/>
                  </a:cubicBezTo>
                  <a:cubicBezTo>
                    <a:pt x="52905" y="4203"/>
                    <a:pt x="22183" y="8973"/>
                    <a:pt x="12342" y="13810"/>
                  </a:cubicBezTo>
                  <a:cubicBezTo>
                    <a:pt x="10808" y="14611"/>
                    <a:pt x="9374" y="15511"/>
                    <a:pt x="8006" y="16579"/>
                  </a:cubicBezTo>
                  <a:cubicBezTo>
                    <a:pt x="5638" y="18414"/>
                    <a:pt x="4070" y="22016"/>
                    <a:pt x="3636" y="24618"/>
                  </a:cubicBezTo>
                  <a:cubicBezTo>
                    <a:pt x="2269" y="32857"/>
                    <a:pt x="1535" y="40096"/>
                    <a:pt x="1068" y="46200"/>
                  </a:cubicBezTo>
                  <a:cubicBezTo>
                    <a:pt x="1001" y="46867"/>
                    <a:pt x="934" y="47568"/>
                    <a:pt x="934" y="48235"/>
                  </a:cubicBezTo>
                  <a:cubicBezTo>
                    <a:pt x="0" y="56307"/>
                    <a:pt x="2002" y="61344"/>
                    <a:pt x="11909" y="67082"/>
                  </a:cubicBezTo>
                  <a:cubicBezTo>
                    <a:pt x="22250" y="73053"/>
                    <a:pt x="35159" y="75921"/>
                    <a:pt x="47868" y="75921"/>
                  </a:cubicBezTo>
                  <a:cubicBezTo>
                    <a:pt x="59676" y="75921"/>
                    <a:pt x="71285" y="73420"/>
                    <a:pt x="80491" y="68616"/>
                  </a:cubicBezTo>
                  <a:cubicBezTo>
                    <a:pt x="90765" y="63212"/>
                    <a:pt x="94368" y="55273"/>
                    <a:pt x="95502" y="49836"/>
                  </a:cubicBezTo>
                  <a:cubicBezTo>
                    <a:pt x="99438" y="32557"/>
                    <a:pt x="90065" y="20248"/>
                    <a:pt x="86762" y="15578"/>
                  </a:cubicBezTo>
                  <a:cubicBezTo>
                    <a:pt x="79791" y="5704"/>
                    <a:pt x="75654" y="0"/>
                    <a:pt x="6945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3">
              <a:extLst>
                <a:ext uri="{FF2B5EF4-FFF2-40B4-BE49-F238E27FC236}">
                  <a16:creationId xmlns:a16="http://schemas.microsoft.com/office/drawing/2014/main" id="{17FDCD3A-EBC2-2BF3-EC03-33CF90D57553}"/>
                </a:ext>
              </a:extLst>
            </p:cNvPr>
            <p:cNvSpPr/>
            <p:nvPr/>
          </p:nvSpPr>
          <p:spPr>
            <a:xfrm>
              <a:off x="7064099" y="3640481"/>
              <a:ext cx="355536" cy="362765"/>
            </a:xfrm>
            <a:custGeom>
              <a:avLst/>
              <a:gdLst/>
              <a:ahLst/>
              <a:cxnLst/>
              <a:rect l="l" t="t" r="r" b="b"/>
              <a:pathLst>
                <a:path w="22083" h="22532" extrusionOk="0">
                  <a:moveTo>
                    <a:pt x="10627" y="0"/>
                  </a:moveTo>
                  <a:cubicBezTo>
                    <a:pt x="10422" y="0"/>
                    <a:pt x="10216" y="59"/>
                    <a:pt x="10008" y="183"/>
                  </a:cubicBezTo>
                  <a:cubicBezTo>
                    <a:pt x="7839" y="1417"/>
                    <a:pt x="8874" y="6120"/>
                    <a:pt x="5004" y="15093"/>
                  </a:cubicBezTo>
                  <a:cubicBezTo>
                    <a:pt x="3803" y="17895"/>
                    <a:pt x="2102" y="20397"/>
                    <a:pt x="1" y="22532"/>
                  </a:cubicBezTo>
                  <a:cubicBezTo>
                    <a:pt x="5638" y="21398"/>
                    <a:pt x="11075" y="19496"/>
                    <a:pt x="16212" y="16894"/>
                  </a:cubicBezTo>
                  <a:cubicBezTo>
                    <a:pt x="18280" y="15794"/>
                    <a:pt x="20248" y="14493"/>
                    <a:pt x="22083" y="12992"/>
                  </a:cubicBezTo>
                  <a:cubicBezTo>
                    <a:pt x="19381" y="11958"/>
                    <a:pt x="17179" y="9289"/>
                    <a:pt x="15578" y="6454"/>
                  </a:cubicBezTo>
                  <a:cubicBezTo>
                    <a:pt x="13424" y="2757"/>
                    <a:pt x="12033" y="0"/>
                    <a:pt x="106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3">
              <a:extLst>
                <a:ext uri="{FF2B5EF4-FFF2-40B4-BE49-F238E27FC236}">
                  <a16:creationId xmlns:a16="http://schemas.microsoft.com/office/drawing/2014/main" id="{0562571B-82CF-DF81-A1DC-C967AC164E5F}"/>
                </a:ext>
              </a:extLst>
            </p:cNvPr>
            <p:cNvSpPr/>
            <p:nvPr/>
          </p:nvSpPr>
          <p:spPr>
            <a:xfrm>
              <a:off x="7202655" y="3640481"/>
              <a:ext cx="216980" cy="236026"/>
            </a:xfrm>
            <a:custGeom>
              <a:avLst/>
              <a:gdLst/>
              <a:ahLst/>
              <a:cxnLst/>
              <a:rect l="l" t="t" r="r" b="b"/>
              <a:pathLst>
                <a:path w="13477" h="14660" extrusionOk="0">
                  <a:moveTo>
                    <a:pt x="2021" y="0"/>
                  </a:moveTo>
                  <a:cubicBezTo>
                    <a:pt x="1816" y="0"/>
                    <a:pt x="1610" y="59"/>
                    <a:pt x="1402" y="183"/>
                  </a:cubicBezTo>
                  <a:cubicBezTo>
                    <a:pt x="668" y="583"/>
                    <a:pt x="301" y="1417"/>
                    <a:pt x="1" y="2651"/>
                  </a:cubicBezTo>
                  <a:cubicBezTo>
                    <a:pt x="2236" y="2951"/>
                    <a:pt x="3603" y="5553"/>
                    <a:pt x="4571" y="7755"/>
                  </a:cubicBezTo>
                  <a:cubicBezTo>
                    <a:pt x="5571" y="9956"/>
                    <a:pt x="8240" y="13826"/>
                    <a:pt x="11242" y="14660"/>
                  </a:cubicBezTo>
                  <a:cubicBezTo>
                    <a:pt x="12043" y="14126"/>
                    <a:pt x="12776" y="13559"/>
                    <a:pt x="13477" y="12992"/>
                  </a:cubicBezTo>
                  <a:cubicBezTo>
                    <a:pt x="10775" y="11958"/>
                    <a:pt x="8573" y="9289"/>
                    <a:pt x="6972" y="6454"/>
                  </a:cubicBezTo>
                  <a:cubicBezTo>
                    <a:pt x="4818" y="2757"/>
                    <a:pt x="3427" y="0"/>
                    <a:pt x="202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3">
              <a:extLst>
                <a:ext uri="{FF2B5EF4-FFF2-40B4-BE49-F238E27FC236}">
                  <a16:creationId xmlns:a16="http://schemas.microsoft.com/office/drawing/2014/main" id="{95B0DD02-9624-71F4-B630-17957209B5CD}"/>
                </a:ext>
              </a:extLst>
            </p:cNvPr>
            <p:cNvSpPr/>
            <p:nvPr/>
          </p:nvSpPr>
          <p:spPr>
            <a:xfrm>
              <a:off x="5924476" y="3102354"/>
              <a:ext cx="483370" cy="553840"/>
            </a:xfrm>
            <a:custGeom>
              <a:avLst/>
              <a:gdLst/>
              <a:ahLst/>
              <a:cxnLst/>
              <a:rect l="l" t="t" r="r" b="b"/>
              <a:pathLst>
                <a:path w="30023" h="34400" extrusionOk="0">
                  <a:moveTo>
                    <a:pt x="16317" y="0"/>
                  </a:moveTo>
                  <a:cubicBezTo>
                    <a:pt x="15269" y="0"/>
                    <a:pt x="14223" y="301"/>
                    <a:pt x="13210" y="950"/>
                  </a:cubicBezTo>
                  <a:cubicBezTo>
                    <a:pt x="4471" y="7188"/>
                    <a:pt x="1" y="15594"/>
                    <a:pt x="2703" y="23933"/>
                  </a:cubicBezTo>
                  <a:cubicBezTo>
                    <a:pt x="4967" y="30868"/>
                    <a:pt x="10934" y="34400"/>
                    <a:pt x="16865" y="34400"/>
                  </a:cubicBezTo>
                  <a:cubicBezTo>
                    <a:pt x="19322" y="34400"/>
                    <a:pt x="21772" y="33794"/>
                    <a:pt x="23951" y="32572"/>
                  </a:cubicBezTo>
                  <a:cubicBezTo>
                    <a:pt x="28988" y="29737"/>
                    <a:pt x="30022" y="22899"/>
                    <a:pt x="27587" y="13492"/>
                  </a:cubicBezTo>
                  <a:cubicBezTo>
                    <a:pt x="25576" y="5827"/>
                    <a:pt x="20929" y="0"/>
                    <a:pt x="16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6" name="Google Shape;4156;p73">
              <a:extLst>
                <a:ext uri="{FF2B5EF4-FFF2-40B4-BE49-F238E27FC236}">
                  <a16:creationId xmlns:a16="http://schemas.microsoft.com/office/drawing/2014/main" id="{88D49E60-AF27-03A9-037A-C29F95BFD2D6}"/>
                </a:ext>
              </a:extLst>
            </p:cNvPr>
            <p:cNvSpPr/>
            <p:nvPr/>
          </p:nvSpPr>
          <p:spPr>
            <a:xfrm>
              <a:off x="5647894" y="3096156"/>
              <a:ext cx="759405" cy="1076430"/>
            </a:xfrm>
            <a:custGeom>
              <a:avLst/>
              <a:gdLst/>
              <a:ahLst/>
              <a:cxnLst/>
              <a:rect l="l" t="t" r="r" b="b"/>
              <a:pathLst>
                <a:path w="47168" h="66859" extrusionOk="0">
                  <a:moveTo>
                    <a:pt x="27751" y="0"/>
                  </a:moveTo>
                  <a:cubicBezTo>
                    <a:pt x="27018" y="0"/>
                    <a:pt x="26288" y="159"/>
                    <a:pt x="25619" y="468"/>
                  </a:cubicBezTo>
                  <a:cubicBezTo>
                    <a:pt x="17180" y="4237"/>
                    <a:pt x="13544" y="8807"/>
                    <a:pt x="9241" y="23217"/>
                  </a:cubicBezTo>
                  <a:cubicBezTo>
                    <a:pt x="6505" y="32257"/>
                    <a:pt x="635" y="54606"/>
                    <a:pt x="334" y="56808"/>
                  </a:cubicBezTo>
                  <a:cubicBezTo>
                    <a:pt x="1" y="58976"/>
                    <a:pt x="2269" y="62412"/>
                    <a:pt x="5605" y="64247"/>
                  </a:cubicBezTo>
                  <a:cubicBezTo>
                    <a:pt x="8743" y="65988"/>
                    <a:pt x="13526" y="66859"/>
                    <a:pt x="18435" y="66859"/>
                  </a:cubicBezTo>
                  <a:cubicBezTo>
                    <a:pt x="23963" y="66859"/>
                    <a:pt x="29650" y="65755"/>
                    <a:pt x="33325" y="63546"/>
                  </a:cubicBezTo>
                  <a:cubicBezTo>
                    <a:pt x="36527" y="61611"/>
                    <a:pt x="37894" y="59143"/>
                    <a:pt x="38328" y="56374"/>
                  </a:cubicBezTo>
                  <a:lnTo>
                    <a:pt x="41163" y="39162"/>
                  </a:lnTo>
                  <a:cubicBezTo>
                    <a:pt x="41163" y="39162"/>
                    <a:pt x="47168" y="8340"/>
                    <a:pt x="29789" y="434"/>
                  </a:cubicBezTo>
                  <a:cubicBezTo>
                    <a:pt x="29140" y="142"/>
                    <a:pt x="28444" y="0"/>
                    <a:pt x="277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3">
              <a:extLst>
                <a:ext uri="{FF2B5EF4-FFF2-40B4-BE49-F238E27FC236}">
                  <a16:creationId xmlns:a16="http://schemas.microsoft.com/office/drawing/2014/main" id="{FB0E8D92-C34A-4BE5-4AB7-B31101EBF5FF}"/>
                </a:ext>
              </a:extLst>
            </p:cNvPr>
            <p:cNvSpPr/>
            <p:nvPr/>
          </p:nvSpPr>
          <p:spPr>
            <a:xfrm>
              <a:off x="5647894" y="3096156"/>
              <a:ext cx="759405" cy="1076430"/>
            </a:xfrm>
            <a:custGeom>
              <a:avLst/>
              <a:gdLst/>
              <a:ahLst/>
              <a:cxnLst/>
              <a:rect l="l" t="t" r="r" b="b"/>
              <a:pathLst>
                <a:path w="47168" h="66859" extrusionOk="0">
                  <a:moveTo>
                    <a:pt x="27751" y="0"/>
                  </a:moveTo>
                  <a:cubicBezTo>
                    <a:pt x="27018" y="0"/>
                    <a:pt x="26288" y="159"/>
                    <a:pt x="25619" y="468"/>
                  </a:cubicBezTo>
                  <a:cubicBezTo>
                    <a:pt x="17180" y="4237"/>
                    <a:pt x="13544" y="8807"/>
                    <a:pt x="9241" y="23217"/>
                  </a:cubicBezTo>
                  <a:cubicBezTo>
                    <a:pt x="6505" y="32257"/>
                    <a:pt x="635" y="54606"/>
                    <a:pt x="334" y="56808"/>
                  </a:cubicBezTo>
                  <a:cubicBezTo>
                    <a:pt x="1" y="58976"/>
                    <a:pt x="2269" y="62412"/>
                    <a:pt x="5605" y="64247"/>
                  </a:cubicBezTo>
                  <a:cubicBezTo>
                    <a:pt x="8743" y="65988"/>
                    <a:pt x="13526" y="66859"/>
                    <a:pt x="18435" y="66859"/>
                  </a:cubicBezTo>
                  <a:cubicBezTo>
                    <a:pt x="23963" y="66859"/>
                    <a:pt x="29650" y="65755"/>
                    <a:pt x="33325" y="63546"/>
                  </a:cubicBezTo>
                  <a:cubicBezTo>
                    <a:pt x="36527" y="61611"/>
                    <a:pt x="37894" y="59143"/>
                    <a:pt x="38328" y="56374"/>
                  </a:cubicBezTo>
                  <a:lnTo>
                    <a:pt x="41163" y="39162"/>
                  </a:lnTo>
                  <a:cubicBezTo>
                    <a:pt x="41163" y="39162"/>
                    <a:pt x="47168" y="8340"/>
                    <a:pt x="29789" y="434"/>
                  </a:cubicBezTo>
                  <a:cubicBezTo>
                    <a:pt x="29140" y="142"/>
                    <a:pt x="28444" y="0"/>
                    <a:pt x="27751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3">
              <a:extLst>
                <a:ext uri="{FF2B5EF4-FFF2-40B4-BE49-F238E27FC236}">
                  <a16:creationId xmlns:a16="http://schemas.microsoft.com/office/drawing/2014/main" id="{533F2F6D-6B30-3617-116F-9FACAF9785DF}"/>
                </a:ext>
              </a:extLst>
            </p:cNvPr>
            <p:cNvSpPr/>
            <p:nvPr/>
          </p:nvSpPr>
          <p:spPr>
            <a:xfrm>
              <a:off x="6126402" y="3123011"/>
              <a:ext cx="272315" cy="1022559"/>
            </a:xfrm>
            <a:custGeom>
              <a:avLst/>
              <a:gdLst/>
              <a:ahLst/>
              <a:cxnLst/>
              <a:rect l="l" t="t" r="r" b="b"/>
              <a:pathLst>
                <a:path w="16914" h="63513" extrusionOk="0">
                  <a:moveTo>
                    <a:pt x="2336" y="0"/>
                  </a:moveTo>
                  <a:lnTo>
                    <a:pt x="2336" y="0"/>
                  </a:lnTo>
                  <a:cubicBezTo>
                    <a:pt x="8507" y="4937"/>
                    <a:pt x="7573" y="16312"/>
                    <a:pt x="5572" y="32123"/>
                  </a:cubicBezTo>
                  <a:cubicBezTo>
                    <a:pt x="4437" y="40963"/>
                    <a:pt x="1836" y="53839"/>
                    <a:pt x="1" y="63513"/>
                  </a:cubicBezTo>
                  <a:cubicBezTo>
                    <a:pt x="1235" y="63079"/>
                    <a:pt x="2469" y="62545"/>
                    <a:pt x="3604" y="61878"/>
                  </a:cubicBezTo>
                  <a:cubicBezTo>
                    <a:pt x="6806" y="59943"/>
                    <a:pt x="8173" y="57475"/>
                    <a:pt x="8607" y="54706"/>
                  </a:cubicBezTo>
                  <a:lnTo>
                    <a:pt x="11442" y="37494"/>
                  </a:lnTo>
                  <a:cubicBezTo>
                    <a:pt x="11442" y="37494"/>
                    <a:pt x="16913" y="9440"/>
                    <a:pt x="233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3">
              <a:extLst>
                <a:ext uri="{FF2B5EF4-FFF2-40B4-BE49-F238E27FC236}">
                  <a16:creationId xmlns:a16="http://schemas.microsoft.com/office/drawing/2014/main" id="{5C1AD673-04E4-4A32-9781-A1B702F0EE2D}"/>
                </a:ext>
              </a:extLst>
            </p:cNvPr>
            <p:cNvSpPr/>
            <p:nvPr/>
          </p:nvSpPr>
          <p:spPr>
            <a:xfrm>
              <a:off x="5647363" y="3096091"/>
              <a:ext cx="760483" cy="1076333"/>
            </a:xfrm>
            <a:custGeom>
              <a:avLst/>
              <a:gdLst/>
              <a:ahLst/>
              <a:cxnLst/>
              <a:rect l="l" t="t" r="r" b="b"/>
              <a:pathLst>
                <a:path w="47235" h="66853" extrusionOk="0">
                  <a:moveTo>
                    <a:pt x="27854" y="371"/>
                  </a:moveTo>
                  <a:cubicBezTo>
                    <a:pt x="28487" y="371"/>
                    <a:pt x="29088" y="505"/>
                    <a:pt x="29688" y="772"/>
                  </a:cubicBezTo>
                  <a:cubicBezTo>
                    <a:pt x="33558" y="2540"/>
                    <a:pt x="36560" y="5642"/>
                    <a:pt x="38595" y="9978"/>
                  </a:cubicBezTo>
                  <a:cubicBezTo>
                    <a:pt x="40229" y="13481"/>
                    <a:pt x="41263" y="17784"/>
                    <a:pt x="41630" y="22788"/>
                  </a:cubicBezTo>
                  <a:cubicBezTo>
                    <a:pt x="41997" y="28225"/>
                    <a:pt x="41730" y="33695"/>
                    <a:pt x="40796" y="39099"/>
                  </a:cubicBezTo>
                  <a:lnTo>
                    <a:pt x="37961" y="56312"/>
                  </a:lnTo>
                  <a:cubicBezTo>
                    <a:pt x="37527" y="59314"/>
                    <a:pt x="35993" y="61515"/>
                    <a:pt x="33157" y="63216"/>
                  </a:cubicBezTo>
                  <a:cubicBezTo>
                    <a:pt x="29788" y="65251"/>
                    <a:pt x="24284" y="66485"/>
                    <a:pt x="18480" y="66485"/>
                  </a:cubicBezTo>
                  <a:cubicBezTo>
                    <a:pt x="13377" y="66485"/>
                    <a:pt x="8773" y="65518"/>
                    <a:pt x="5871" y="63917"/>
                  </a:cubicBezTo>
                  <a:cubicBezTo>
                    <a:pt x="2435" y="62016"/>
                    <a:pt x="434" y="58747"/>
                    <a:pt x="734" y="56845"/>
                  </a:cubicBezTo>
                  <a:cubicBezTo>
                    <a:pt x="1068" y="54577"/>
                    <a:pt x="6972" y="32194"/>
                    <a:pt x="9607" y="23321"/>
                  </a:cubicBezTo>
                  <a:cubicBezTo>
                    <a:pt x="13777" y="9478"/>
                    <a:pt x="17279" y="4641"/>
                    <a:pt x="25785" y="838"/>
                  </a:cubicBezTo>
                  <a:cubicBezTo>
                    <a:pt x="26419" y="538"/>
                    <a:pt x="27120" y="405"/>
                    <a:pt x="27820" y="371"/>
                  </a:cubicBezTo>
                  <a:close/>
                  <a:moveTo>
                    <a:pt x="28025" y="0"/>
                  </a:moveTo>
                  <a:cubicBezTo>
                    <a:pt x="27967" y="0"/>
                    <a:pt x="27910" y="2"/>
                    <a:pt x="27854" y="5"/>
                  </a:cubicBezTo>
                  <a:lnTo>
                    <a:pt x="27820" y="5"/>
                  </a:lnTo>
                  <a:cubicBezTo>
                    <a:pt x="27086" y="5"/>
                    <a:pt x="26319" y="171"/>
                    <a:pt x="25619" y="472"/>
                  </a:cubicBezTo>
                  <a:cubicBezTo>
                    <a:pt x="17213" y="4241"/>
                    <a:pt x="13577" y="8811"/>
                    <a:pt x="9240" y="23221"/>
                  </a:cubicBezTo>
                  <a:cubicBezTo>
                    <a:pt x="6505" y="32261"/>
                    <a:pt x="668" y="54610"/>
                    <a:pt x="334" y="56779"/>
                  </a:cubicBezTo>
                  <a:cubicBezTo>
                    <a:pt x="0" y="58980"/>
                    <a:pt x="2302" y="62416"/>
                    <a:pt x="5638" y="64251"/>
                  </a:cubicBezTo>
                  <a:cubicBezTo>
                    <a:pt x="8773" y="65985"/>
                    <a:pt x="13577" y="66852"/>
                    <a:pt x="18447" y="66852"/>
                  </a:cubicBezTo>
                  <a:cubicBezTo>
                    <a:pt x="23984" y="66852"/>
                    <a:pt x="29688" y="65752"/>
                    <a:pt x="33358" y="63517"/>
                  </a:cubicBezTo>
                  <a:cubicBezTo>
                    <a:pt x="36560" y="61615"/>
                    <a:pt x="37927" y="59147"/>
                    <a:pt x="38361" y="56378"/>
                  </a:cubicBezTo>
                  <a:lnTo>
                    <a:pt x="41196" y="39133"/>
                  </a:lnTo>
                  <a:cubicBezTo>
                    <a:pt x="41196" y="39133"/>
                    <a:pt x="47234" y="8344"/>
                    <a:pt x="29822" y="405"/>
                  </a:cubicBezTo>
                  <a:cubicBezTo>
                    <a:pt x="29272" y="161"/>
                    <a:pt x="28639" y="0"/>
                    <a:pt x="2802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3">
              <a:extLst>
                <a:ext uri="{FF2B5EF4-FFF2-40B4-BE49-F238E27FC236}">
                  <a16:creationId xmlns:a16="http://schemas.microsoft.com/office/drawing/2014/main" id="{08F2B51F-412C-FDE1-8777-977078F02817}"/>
                </a:ext>
              </a:extLst>
            </p:cNvPr>
            <p:cNvSpPr/>
            <p:nvPr/>
          </p:nvSpPr>
          <p:spPr>
            <a:xfrm>
              <a:off x="6220925" y="2491971"/>
              <a:ext cx="995173" cy="825189"/>
            </a:xfrm>
            <a:custGeom>
              <a:avLst/>
              <a:gdLst/>
              <a:ahLst/>
              <a:cxnLst/>
              <a:rect l="l" t="t" r="r" b="b"/>
              <a:pathLst>
                <a:path w="61812" h="51254" extrusionOk="0">
                  <a:moveTo>
                    <a:pt x="15679" y="1"/>
                  </a:moveTo>
                  <a:lnTo>
                    <a:pt x="15645" y="17913"/>
                  </a:lnTo>
                  <a:cubicBezTo>
                    <a:pt x="15845" y="22450"/>
                    <a:pt x="13310" y="26686"/>
                    <a:pt x="9107" y="28921"/>
                  </a:cubicBezTo>
                  <a:lnTo>
                    <a:pt x="1" y="33725"/>
                  </a:lnTo>
                  <a:cubicBezTo>
                    <a:pt x="10275" y="34992"/>
                    <a:pt x="20415" y="36927"/>
                    <a:pt x="30423" y="39562"/>
                  </a:cubicBezTo>
                  <a:cubicBezTo>
                    <a:pt x="38328" y="41630"/>
                    <a:pt x="49403" y="46267"/>
                    <a:pt x="54540" y="49736"/>
                  </a:cubicBezTo>
                  <a:cubicBezTo>
                    <a:pt x="56023" y="50739"/>
                    <a:pt x="57073" y="51254"/>
                    <a:pt x="57899" y="51254"/>
                  </a:cubicBezTo>
                  <a:cubicBezTo>
                    <a:pt x="59135" y="51254"/>
                    <a:pt x="59871" y="50101"/>
                    <a:pt x="60811" y="47701"/>
                  </a:cubicBezTo>
                  <a:cubicBezTo>
                    <a:pt x="61745" y="45233"/>
                    <a:pt x="61812" y="40930"/>
                    <a:pt x="61044" y="35426"/>
                  </a:cubicBezTo>
                  <a:cubicBezTo>
                    <a:pt x="59610" y="25252"/>
                    <a:pt x="55307" y="19848"/>
                    <a:pt x="55307" y="19848"/>
                  </a:cubicBezTo>
                  <a:lnTo>
                    <a:pt x="54373" y="19948"/>
                  </a:lnTo>
                  <a:cubicBezTo>
                    <a:pt x="54210" y="19963"/>
                    <a:pt x="54048" y="19971"/>
                    <a:pt x="53889" y="19971"/>
                  </a:cubicBezTo>
                  <a:cubicBezTo>
                    <a:pt x="51236" y="19971"/>
                    <a:pt x="49073" y="17929"/>
                    <a:pt x="49136" y="15412"/>
                  </a:cubicBezTo>
                  <a:lnTo>
                    <a:pt x="49303" y="10708"/>
                  </a:lnTo>
                  <a:lnTo>
                    <a:pt x="1567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3">
              <a:extLst>
                <a:ext uri="{FF2B5EF4-FFF2-40B4-BE49-F238E27FC236}">
                  <a16:creationId xmlns:a16="http://schemas.microsoft.com/office/drawing/2014/main" id="{D9FE72C0-C8F6-090B-8F08-E6BB94D226A2}"/>
                </a:ext>
              </a:extLst>
            </p:cNvPr>
            <p:cNvSpPr/>
            <p:nvPr/>
          </p:nvSpPr>
          <p:spPr>
            <a:xfrm>
              <a:off x="6527582" y="2508619"/>
              <a:ext cx="584865" cy="792168"/>
            </a:xfrm>
            <a:custGeom>
              <a:avLst/>
              <a:gdLst/>
              <a:ahLst/>
              <a:cxnLst/>
              <a:rect l="l" t="t" r="r" b="b"/>
              <a:pathLst>
                <a:path w="36327" h="49203" extrusionOk="0">
                  <a:moveTo>
                    <a:pt x="1" y="1"/>
                  </a:moveTo>
                  <a:lnTo>
                    <a:pt x="34" y="468"/>
                  </a:lnTo>
                  <a:cubicBezTo>
                    <a:pt x="501" y="9508"/>
                    <a:pt x="3136" y="17447"/>
                    <a:pt x="7840" y="24051"/>
                  </a:cubicBezTo>
                  <a:cubicBezTo>
                    <a:pt x="10508" y="27821"/>
                    <a:pt x="16179" y="33124"/>
                    <a:pt x="21616" y="38295"/>
                  </a:cubicBezTo>
                  <a:cubicBezTo>
                    <a:pt x="24085" y="40596"/>
                    <a:pt x="26453" y="42831"/>
                    <a:pt x="28388" y="44799"/>
                  </a:cubicBezTo>
                  <a:cubicBezTo>
                    <a:pt x="30856" y="45900"/>
                    <a:pt x="33224" y="47201"/>
                    <a:pt x="35493" y="48669"/>
                  </a:cubicBezTo>
                  <a:cubicBezTo>
                    <a:pt x="35793" y="48869"/>
                    <a:pt x="36060" y="49069"/>
                    <a:pt x="36327" y="49203"/>
                  </a:cubicBezTo>
                  <a:lnTo>
                    <a:pt x="34492" y="46701"/>
                  </a:lnTo>
                  <a:cubicBezTo>
                    <a:pt x="32524" y="44132"/>
                    <a:pt x="28288" y="40163"/>
                    <a:pt x="23851" y="35960"/>
                  </a:cubicBezTo>
                  <a:cubicBezTo>
                    <a:pt x="18481" y="30923"/>
                    <a:pt x="12943" y="25686"/>
                    <a:pt x="10475" y="22183"/>
                  </a:cubicBezTo>
                  <a:cubicBezTo>
                    <a:pt x="6272" y="16279"/>
                    <a:pt x="3837" y="9141"/>
                    <a:pt x="3303" y="10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3">
              <a:extLst>
                <a:ext uri="{FF2B5EF4-FFF2-40B4-BE49-F238E27FC236}">
                  <a16:creationId xmlns:a16="http://schemas.microsoft.com/office/drawing/2014/main" id="{AD76A33A-208D-B006-C0BD-82021AAA4A91}"/>
                </a:ext>
              </a:extLst>
            </p:cNvPr>
            <p:cNvSpPr/>
            <p:nvPr/>
          </p:nvSpPr>
          <p:spPr>
            <a:xfrm>
              <a:off x="6527582" y="2508619"/>
              <a:ext cx="584865" cy="792168"/>
            </a:xfrm>
            <a:custGeom>
              <a:avLst/>
              <a:gdLst/>
              <a:ahLst/>
              <a:cxnLst/>
              <a:rect l="l" t="t" r="r" b="b"/>
              <a:pathLst>
                <a:path w="36327" h="49203" extrusionOk="0">
                  <a:moveTo>
                    <a:pt x="1" y="1"/>
                  </a:moveTo>
                  <a:lnTo>
                    <a:pt x="34" y="468"/>
                  </a:lnTo>
                  <a:cubicBezTo>
                    <a:pt x="501" y="9508"/>
                    <a:pt x="3136" y="17447"/>
                    <a:pt x="7840" y="24051"/>
                  </a:cubicBezTo>
                  <a:cubicBezTo>
                    <a:pt x="10508" y="27821"/>
                    <a:pt x="16179" y="33124"/>
                    <a:pt x="21616" y="38295"/>
                  </a:cubicBezTo>
                  <a:cubicBezTo>
                    <a:pt x="24085" y="40596"/>
                    <a:pt x="26453" y="42831"/>
                    <a:pt x="28388" y="44799"/>
                  </a:cubicBezTo>
                  <a:cubicBezTo>
                    <a:pt x="30856" y="45900"/>
                    <a:pt x="33224" y="47201"/>
                    <a:pt x="35493" y="48669"/>
                  </a:cubicBezTo>
                  <a:cubicBezTo>
                    <a:pt x="35793" y="48869"/>
                    <a:pt x="36060" y="49069"/>
                    <a:pt x="36327" y="49203"/>
                  </a:cubicBezTo>
                  <a:lnTo>
                    <a:pt x="34492" y="46701"/>
                  </a:lnTo>
                  <a:cubicBezTo>
                    <a:pt x="32524" y="44132"/>
                    <a:pt x="28288" y="40163"/>
                    <a:pt x="23851" y="35960"/>
                  </a:cubicBezTo>
                  <a:cubicBezTo>
                    <a:pt x="18481" y="30923"/>
                    <a:pt x="12943" y="25686"/>
                    <a:pt x="10475" y="22183"/>
                  </a:cubicBezTo>
                  <a:cubicBezTo>
                    <a:pt x="6272" y="16279"/>
                    <a:pt x="3837" y="9141"/>
                    <a:pt x="3303" y="10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3">
              <a:extLst>
                <a:ext uri="{FF2B5EF4-FFF2-40B4-BE49-F238E27FC236}">
                  <a16:creationId xmlns:a16="http://schemas.microsoft.com/office/drawing/2014/main" id="{3A19EAE5-A194-60FD-69CD-A70F96A301E0}"/>
                </a:ext>
              </a:extLst>
            </p:cNvPr>
            <p:cNvSpPr/>
            <p:nvPr/>
          </p:nvSpPr>
          <p:spPr>
            <a:xfrm>
              <a:off x="6547450" y="2515075"/>
              <a:ext cx="519885" cy="757795"/>
            </a:xfrm>
            <a:custGeom>
              <a:avLst/>
              <a:gdLst/>
              <a:ahLst/>
              <a:cxnLst/>
              <a:rect l="l" t="t" r="r" b="b"/>
              <a:pathLst>
                <a:path w="32291" h="47068" extrusionOk="0">
                  <a:moveTo>
                    <a:pt x="1" y="0"/>
                  </a:moveTo>
                  <a:lnTo>
                    <a:pt x="1" y="0"/>
                  </a:lnTo>
                  <a:cubicBezTo>
                    <a:pt x="468" y="8806"/>
                    <a:pt x="3003" y="16545"/>
                    <a:pt x="7573" y="22983"/>
                  </a:cubicBezTo>
                  <a:cubicBezTo>
                    <a:pt x="10175" y="26619"/>
                    <a:pt x="15779" y="31923"/>
                    <a:pt x="21216" y="37027"/>
                  </a:cubicBezTo>
                  <a:cubicBezTo>
                    <a:pt x="24785" y="40362"/>
                    <a:pt x="28188" y="43598"/>
                    <a:pt x="30356" y="46000"/>
                  </a:cubicBezTo>
                  <a:cubicBezTo>
                    <a:pt x="31056" y="46367"/>
                    <a:pt x="31690" y="46700"/>
                    <a:pt x="32291" y="47067"/>
                  </a:cubicBezTo>
                  <a:cubicBezTo>
                    <a:pt x="30356" y="44532"/>
                    <a:pt x="26186" y="40596"/>
                    <a:pt x="21783" y="36426"/>
                  </a:cubicBezTo>
                  <a:cubicBezTo>
                    <a:pt x="16379" y="31356"/>
                    <a:pt x="10809" y="26119"/>
                    <a:pt x="8240" y="22516"/>
                  </a:cubicBezTo>
                  <a:cubicBezTo>
                    <a:pt x="3770" y="16278"/>
                    <a:pt x="1302" y="8806"/>
                    <a:pt x="802" y="26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3">
              <a:extLst>
                <a:ext uri="{FF2B5EF4-FFF2-40B4-BE49-F238E27FC236}">
                  <a16:creationId xmlns:a16="http://schemas.microsoft.com/office/drawing/2014/main" id="{059220FF-BC4C-0D0E-80C7-4DF9BF60E9BE}"/>
                </a:ext>
              </a:extLst>
            </p:cNvPr>
            <p:cNvSpPr/>
            <p:nvPr/>
          </p:nvSpPr>
          <p:spPr>
            <a:xfrm>
              <a:off x="6473341" y="2491971"/>
              <a:ext cx="552649" cy="291104"/>
            </a:xfrm>
            <a:custGeom>
              <a:avLst/>
              <a:gdLst/>
              <a:ahLst/>
              <a:cxnLst/>
              <a:rect l="l" t="t" r="r" b="b"/>
              <a:pathLst>
                <a:path w="34326" h="18081" extrusionOk="0">
                  <a:moveTo>
                    <a:pt x="1" y="1"/>
                  </a:moveTo>
                  <a:lnTo>
                    <a:pt x="1" y="6305"/>
                  </a:lnTo>
                  <a:cubicBezTo>
                    <a:pt x="935" y="6439"/>
                    <a:pt x="1835" y="6505"/>
                    <a:pt x="2736" y="6539"/>
                  </a:cubicBezTo>
                  <a:cubicBezTo>
                    <a:pt x="8240" y="10475"/>
                    <a:pt x="14311" y="13544"/>
                    <a:pt x="20749" y="15612"/>
                  </a:cubicBezTo>
                  <a:cubicBezTo>
                    <a:pt x="25152" y="17013"/>
                    <a:pt x="29722" y="17847"/>
                    <a:pt x="34325" y="18080"/>
                  </a:cubicBezTo>
                  <a:cubicBezTo>
                    <a:pt x="33725" y="17313"/>
                    <a:pt x="33425" y="16346"/>
                    <a:pt x="33458" y="15378"/>
                  </a:cubicBezTo>
                  <a:lnTo>
                    <a:pt x="33625" y="106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3">
              <a:extLst>
                <a:ext uri="{FF2B5EF4-FFF2-40B4-BE49-F238E27FC236}">
                  <a16:creationId xmlns:a16="http://schemas.microsoft.com/office/drawing/2014/main" id="{564E6857-3118-BBFE-5F0D-DB4D4EE5A624}"/>
                </a:ext>
              </a:extLst>
            </p:cNvPr>
            <p:cNvSpPr/>
            <p:nvPr/>
          </p:nvSpPr>
          <p:spPr>
            <a:xfrm>
              <a:off x="7045841" y="2800785"/>
              <a:ext cx="162207" cy="448449"/>
            </a:xfrm>
            <a:custGeom>
              <a:avLst/>
              <a:gdLst/>
              <a:ahLst/>
              <a:cxnLst/>
              <a:rect l="l" t="t" r="r" b="b"/>
              <a:pathLst>
                <a:path w="10075" h="27854" extrusionOk="0">
                  <a:moveTo>
                    <a:pt x="0" y="0"/>
                  </a:moveTo>
                  <a:lnTo>
                    <a:pt x="0" y="0"/>
                  </a:lnTo>
                  <a:cubicBezTo>
                    <a:pt x="334" y="701"/>
                    <a:pt x="734" y="1468"/>
                    <a:pt x="1135" y="2302"/>
                  </a:cubicBezTo>
                  <a:cubicBezTo>
                    <a:pt x="3036" y="6271"/>
                    <a:pt x="4303" y="10941"/>
                    <a:pt x="5571" y="15444"/>
                  </a:cubicBezTo>
                  <a:cubicBezTo>
                    <a:pt x="6805" y="20014"/>
                    <a:pt x="8006" y="24351"/>
                    <a:pt x="9807" y="27853"/>
                  </a:cubicBezTo>
                  <a:cubicBezTo>
                    <a:pt x="9907" y="27453"/>
                    <a:pt x="10008" y="27053"/>
                    <a:pt x="10074" y="26619"/>
                  </a:cubicBezTo>
                  <a:cubicBezTo>
                    <a:pt x="8573" y="23350"/>
                    <a:pt x="7472" y="19381"/>
                    <a:pt x="6305" y="15211"/>
                  </a:cubicBezTo>
                  <a:cubicBezTo>
                    <a:pt x="5071" y="10674"/>
                    <a:pt x="3770" y="6004"/>
                    <a:pt x="1835" y="1968"/>
                  </a:cubicBezTo>
                  <a:cubicBezTo>
                    <a:pt x="1602" y="1468"/>
                    <a:pt x="1368" y="967"/>
                    <a:pt x="1135" y="534"/>
                  </a:cubicBezTo>
                  <a:cubicBezTo>
                    <a:pt x="734" y="400"/>
                    <a:pt x="367" y="234"/>
                    <a:pt x="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3">
              <a:extLst>
                <a:ext uri="{FF2B5EF4-FFF2-40B4-BE49-F238E27FC236}">
                  <a16:creationId xmlns:a16="http://schemas.microsoft.com/office/drawing/2014/main" id="{40B6E5C2-8941-6342-3F85-19753A5D0D85}"/>
                </a:ext>
              </a:extLst>
            </p:cNvPr>
            <p:cNvSpPr/>
            <p:nvPr/>
          </p:nvSpPr>
          <p:spPr>
            <a:xfrm>
              <a:off x="6996430" y="2746528"/>
              <a:ext cx="215370" cy="527404"/>
            </a:xfrm>
            <a:custGeom>
              <a:avLst/>
              <a:gdLst/>
              <a:ahLst/>
              <a:cxnLst/>
              <a:rect l="l" t="t" r="r" b="b"/>
              <a:pathLst>
                <a:path w="13377" h="32758" extrusionOk="0">
                  <a:moveTo>
                    <a:pt x="1" y="1"/>
                  </a:moveTo>
                  <a:lnTo>
                    <a:pt x="1935" y="3904"/>
                  </a:lnTo>
                  <a:cubicBezTo>
                    <a:pt x="2269" y="4604"/>
                    <a:pt x="2636" y="5338"/>
                    <a:pt x="3069" y="6205"/>
                  </a:cubicBezTo>
                  <a:cubicBezTo>
                    <a:pt x="4904" y="10075"/>
                    <a:pt x="6172" y="14678"/>
                    <a:pt x="7406" y="19115"/>
                  </a:cubicBezTo>
                  <a:cubicBezTo>
                    <a:pt x="8640" y="23585"/>
                    <a:pt x="9908" y="28121"/>
                    <a:pt x="11742" y="31757"/>
                  </a:cubicBezTo>
                  <a:lnTo>
                    <a:pt x="12243" y="32758"/>
                  </a:lnTo>
                  <a:cubicBezTo>
                    <a:pt x="12376" y="32491"/>
                    <a:pt x="12476" y="32191"/>
                    <a:pt x="12610" y="31857"/>
                  </a:cubicBezTo>
                  <a:cubicBezTo>
                    <a:pt x="13110" y="30423"/>
                    <a:pt x="13343" y="28955"/>
                    <a:pt x="13377" y="27454"/>
                  </a:cubicBezTo>
                  <a:cubicBezTo>
                    <a:pt x="12309" y="24685"/>
                    <a:pt x="11442" y="21583"/>
                    <a:pt x="10541" y="18247"/>
                  </a:cubicBezTo>
                  <a:cubicBezTo>
                    <a:pt x="9274" y="13677"/>
                    <a:pt x="7973" y="8941"/>
                    <a:pt x="5971" y="4804"/>
                  </a:cubicBezTo>
                  <a:cubicBezTo>
                    <a:pt x="5871" y="4571"/>
                    <a:pt x="5771" y="4337"/>
                    <a:pt x="5671" y="4137"/>
                  </a:cubicBezTo>
                  <a:cubicBezTo>
                    <a:pt x="5647" y="4138"/>
                    <a:pt x="5622" y="4138"/>
                    <a:pt x="5597" y="4138"/>
                  </a:cubicBezTo>
                  <a:cubicBezTo>
                    <a:pt x="3461" y="4138"/>
                    <a:pt x="1629" y="2713"/>
                    <a:pt x="1068" y="6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3">
              <a:extLst>
                <a:ext uri="{FF2B5EF4-FFF2-40B4-BE49-F238E27FC236}">
                  <a16:creationId xmlns:a16="http://schemas.microsoft.com/office/drawing/2014/main" id="{AAEB94B7-2274-E73D-D199-47AAC3861A48}"/>
                </a:ext>
              </a:extLst>
            </p:cNvPr>
            <p:cNvSpPr/>
            <p:nvPr/>
          </p:nvSpPr>
          <p:spPr>
            <a:xfrm>
              <a:off x="6996430" y="2746528"/>
              <a:ext cx="215370" cy="527404"/>
            </a:xfrm>
            <a:custGeom>
              <a:avLst/>
              <a:gdLst/>
              <a:ahLst/>
              <a:cxnLst/>
              <a:rect l="l" t="t" r="r" b="b"/>
              <a:pathLst>
                <a:path w="13377" h="32758" extrusionOk="0">
                  <a:moveTo>
                    <a:pt x="1" y="1"/>
                  </a:moveTo>
                  <a:lnTo>
                    <a:pt x="1935" y="3904"/>
                  </a:lnTo>
                  <a:cubicBezTo>
                    <a:pt x="2269" y="4604"/>
                    <a:pt x="2636" y="5338"/>
                    <a:pt x="3069" y="6205"/>
                  </a:cubicBezTo>
                  <a:cubicBezTo>
                    <a:pt x="4904" y="10075"/>
                    <a:pt x="6172" y="14678"/>
                    <a:pt x="7406" y="19115"/>
                  </a:cubicBezTo>
                  <a:cubicBezTo>
                    <a:pt x="8640" y="23585"/>
                    <a:pt x="9908" y="28121"/>
                    <a:pt x="11742" y="31757"/>
                  </a:cubicBezTo>
                  <a:lnTo>
                    <a:pt x="12243" y="32758"/>
                  </a:lnTo>
                  <a:cubicBezTo>
                    <a:pt x="12376" y="32491"/>
                    <a:pt x="12476" y="32191"/>
                    <a:pt x="12610" y="31857"/>
                  </a:cubicBezTo>
                  <a:cubicBezTo>
                    <a:pt x="13110" y="30423"/>
                    <a:pt x="13343" y="28955"/>
                    <a:pt x="13377" y="27454"/>
                  </a:cubicBezTo>
                  <a:cubicBezTo>
                    <a:pt x="12309" y="24685"/>
                    <a:pt x="11442" y="21583"/>
                    <a:pt x="10541" y="18247"/>
                  </a:cubicBezTo>
                  <a:cubicBezTo>
                    <a:pt x="9274" y="13677"/>
                    <a:pt x="7973" y="8941"/>
                    <a:pt x="5971" y="4804"/>
                  </a:cubicBezTo>
                  <a:cubicBezTo>
                    <a:pt x="5871" y="4571"/>
                    <a:pt x="5771" y="4337"/>
                    <a:pt x="5671" y="4137"/>
                  </a:cubicBezTo>
                  <a:cubicBezTo>
                    <a:pt x="5647" y="4138"/>
                    <a:pt x="5622" y="4138"/>
                    <a:pt x="5597" y="4138"/>
                  </a:cubicBezTo>
                  <a:cubicBezTo>
                    <a:pt x="3461" y="4138"/>
                    <a:pt x="1629" y="2713"/>
                    <a:pt x="1068" y="6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3">
              <a:extLst>
                <a:ext uri="{FF2B5EF4-FFF2-40B4-BE49-F238E27FC236}">
                  <a16:creationId xmlns:a16="http://schemas.microsoft.com/office/drawing/2014/main" id="{497163EC-C42D-B1A6-ADC9-D5CE6EC4CDB1}"/>
                </a:ext>
              </a:extLst>
            </p:cNvPr>
            <p:cNvSpPr/>
            <p:nvPr/>
          </p:nvSpPr>
          <p:spPr>
            <a:xfrm>
              <a:off x="6611898" y="1438274"/>
              <a:ext cx="561777" cy="189062"/>
            </a:xfrm>
            <a:custGeom>
              <a:avLst/>
              <a:gdLst/>
              <a:ahLst/>
              <a:cxnLst/>
              <a:rect l="l" t="t" r="r" b="b"/>
              <a:pathLst>
                <a:path w="34893" h="11743" extrusionOk="0">
                  <a:moveTo>
                    <a:pt x="13210" y="1"/>
                  </a:moveTo>
                  <a:cubicBezTo>
                    <a:pt x="4104" y="1"/>
                    <a:pt x="201" y="4637"/>
                    <a:pt x="1" y="11743"/>
                  </a:cubicBezTo>
                  <a:lnTo>
                    <a:pt x="34892" y="11609"/>
                  </a:lnTo>
                  <a:cubicBezTo>
                    <a:pt x="34892" y="11609"/>
                    <a:pt x="28655" y="701"/>
                    <a:pt x="1321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3">
              <a:extLst>
                <a:ext uri="{FF2B5EF4-FFF2-40B4-BE49-F238E27FC236}">
                  <a16:creationId xmlns:a16="http://schemas.microsoft.com/office/drawing/2014/main" id="{894E47A8-5D0E-0655-A6AC-CBD57BBBEECF}"/>
                </a:ext>
              </a:extLst>
            </p:cNvPr>
            <p:cNvSpPr/>
            <p:nvPr/>
          </p:nvSpPr>
          <p:spPr>
            <a:xfrm>
              <a:off x="6611898" y="1438274"/>
              <a:ext cx="561777" cy="189062"/>
            </a:xfrm>
            <a:custGeom>
              <a:avLst/>
              <a:gdLst/>
              <a:ahLst/>
              <a:cxnLst/>
              <a:rect l="l" t="t" r="r" b="b"/>
              <a:pathLst>
                <a:path w="34893" h="11743" extrusionOk="0">
                  <a:moveTo>
                    <a:pt x="13210" y="1"/>
                  </a:moveTo>
                  <a:cubicBezTo>
                    <a:pt x="4104" y="1"/>
                    <a:pt x="201" y="4637"/>
                    <a:pt x="1" y="11743"/>
                  </a:cubicBezTo>
                  <a:lnTo>
                    <a:pt x="34892" y="11609"/>
                  </a:lnTo>
                  <a:cubicBezTo>
                    <a:pt x="34892" y="11609"/>
                    <a:pt x="28655" y="701"/>
                    <a:pt x="132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3">
              <a:extLst>
                <a:ext uri="{FF2B5EF4-FFF2-40B4-BE49-F238E27FC236}">
                  <a16:creationId xmlns:a16="http://schemas.microsoft.com/office/drawing/2014/main" id="{53154CFF-9F6F-30F6-C39B-2D73C7F6E09A}"/>
                </a:ext>
              </a:extLst>
            </p:cNvPr>
            <p:cNvSpPr/>
            <p:nvPr/>
          </p:nvSpPr>
          <p:spPr>
            <a:xfrm>
              <a:off x="6265506" y="1437389"/>
              <a:ext cx="1143937" cy="1198194"/>
            </a:xfrm>
            <a:custGeom>
              <a:avLst/>
              <a:gdLst/>
              <a:ahLst/>
              <a:cxnLst/>
              <a:rect l="l" t="t" r="r" b="b"/>
              <a:pathLst>
                <a:path w="71052" h="74422" extrusionOk="0">
                  <a:moveTo>
                    <a:pt x="36446" y="1"/>
                  </a:moveTo>
                  <a:cubicBezTo>
                    <a:pt x="35870" y="1"/>
                    <a:pt x="35292" y="17"/>
                    <a:pt x="34725" y="56"/>
                  </a:cubicBezTo>
                  <a:cubicBezTo>
                    <a:pt x="50170" y="756"/>
                    <a:pt x="56407" y="11664"/>
                    <a:pt x="56407" y="11664"/>
                  </a:cubicBezTo>
                  <a:lnTo>
                    <a:pt x="38995" y="11964"/>
                  </a:lnTo>
                  <a:cubicBezTo>
                    <a:pt x="36373" y="8623"/>
                    <a:pt x="29532" y="5578"/>
                    <a:pt x="22151" y="5578"/>
                  </a:cubicBezTo>
                  <a:cubicBezTo>
                    <a:pt x="19953" y="5578"/>
                    <a:pt x="17708" y="5848"/>
                    <a:pt x="15512" y="6460"/>
                  </a:cubicBezTo>
                  <a:cubicBezTo>
                    <a:pt x="9040" y="10964"/>
                    <a:pt x="4370" y="17568"/>
                    <a:pt x="2903" y="25541"/>
                  </a:cubicBezTo>
                  <a:cubicBezTo>
                    <a:pt x="0" y="41485"/>
                    <a:pt x="4270" y="52226"/>
                    <a:pt x="11375" y="61667"/>
                  </a:cubicBezTo>
                  <a:cubicBezTo>
                    <a:pt x="17079" y="69339"/>
                    <a:pt x="25952" y="74042"/>
                    <a:pt x="35492" y="74409"/>
                  </a:cubicBezTo>
                  <a:lnTo>
                    <a:pt x="35693" y="74409"/>
                  </a:lnTo>
                  <a:cubicBezTo>
                    <a:pt x="36021" y="74418"/>
                    <a:pt x="36349" y="74422"/>
                    <a:pt x="36674" y="74422"/>
                  </a:cubicBezTo>
                  <a:cubicBezTo>
                    <a:pt x="56650" y="74422"/>
                    <a:pt x="70126" y="58402"/>
                    <a:pt x="70651" y="38183"/>
                  </a:cubicBezTo>
                  <a:cubicBezTo>
                    <a:pt x="70918" y="29110"/>
                    <a:pt x="71051" y="20671"/>
                    <a:pt x="65814" y="14066"/>
                  </a:cubicBezTo>
                  <a:cubicBezTo>
                    <a:pt x="58976" y="5426"/>
                    <a:pt x="48669" y="289"/>
                    <a:pt x="37661" y="22"/>
                  </a:cubicBezTo>
                  <a:cubicBezTo>
                    <a:pt x="37260" y="9"/>
                    <a:pt x="36854" y="1"/>
                    <a:pt x="3644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73">
              <a:extLst>
                <a:ext uri="{FF2B5EF4-FFF2-40B4-BE49-F238E27FC236}">
                  <a16:creationId xmlns:a16="http://schemas.microsoft.com/office/drawing/2014/main" id="{DC02BEC2-51B3-230C-E524-69B7A8814C4C}"/>
                </a:ext>
              </a:extLst>
            </p:cNvPr>
            <p:cNvSpPr/>
            <p:nvPr/>
          </p:nvSpPr>
          <p:spPr>
            <a:xfrm>
              <a:off x="6265506" y="1437389"/>
              <a:ext cx="1143937" cy="1198194"/>
            </a:xfrm>
            <a:custGeom>
              <a:avLst/>
              <a:gdLst/>
              <a:ahLst/>
              <a:cxnLst/>
              <a:rect l="l" t="t" r="r" b="b"/>
              <a:pathLst>
                <a:path w="71052" h="74422" extrusionOk="0">
                  <a:moveTo>
                    <a:pt x="36446" y="1"/>
                  </a:moveTo>
                  <a:cubicBezTo>
                    <a:pt x="35870" y="1"/>
                    <a:pt x="35292" y="17"/>
                    <a:pt x="34725" y="56"/>
                  </a:cubicBezTo>
                  <a:cubicBezTo>
                    <a:pt x="50170" y="756"/>
                    <a:pt x="56407" y="11664"/>
                    <a:pt x="56407" y="11664"/>
                  </a:cubicBezTo>
                  <a:lnTo>
                    <a:pt x="38995" y="11964"/>
                  </a:lnTo>
                  <a:cubicBezTo>
                    <a:pt x="36373" y="8623"/>
                    <a:pt x="29532" y="5578"/>
                    <a:pt x="22151" y="5578"/>
                  </a:cubicBezTo>
                  <a:cubicBezTo>
                    <a:pt x="19953" y="5578"/>
                    <a:pt x="17708" y="5848"/>
                    <a:pt x="15512" y="6460"/>
                  </a:cubicBezTo>
                  <a:cubicBezTo>
                    <a:pt x="9040" y="10964"/>
                    <a:pt x="4370" y="17568"/>
                    <a:pt x="2903" y="25541"/>
                  </a:cubicBezTo>
                  <a:cubicBezTo>
                    <a:pt x="0" y="41485"/>
                    <a:pt x="4270" y="52226"/>
                    <a:pt x="11375" y="61667"/>
                  </a:cubicBezTo>
                  <a:cubicBezTo>
                    <a:pt x="17079" y="69339"/>
                    <a:pt x="25952" y="74042"/>
                    <a:pt x="35492" y="74409"/>
                  </a:cubicBezTo>
                  <a:lnTo>
                    <a:pt x="35693" y="74409"/>
                  </a:lnTo>
                  <a:cubicBezTo>
                    <a:pt x="36021" y="74418"/>
                    <a:pt x="36349" y="74422"/>
                    <a:pt x="36674" y="74422"/>
                  </a:cubicBezTo>
                  <a:cubicBezTo>
                    <a:pt x="56650" y="74422"/>
                    <a:pt x="70126" y="58402"/>
                    <a:pt x="70651" y="38183"/>
                  </a:cubicBezTo>
                  <a:cubicBezTo>
                    <a:pt x="70918" y="29110"/>
                    <a:pt x="71051" y="20671"/>
                    <a:pt x="65814" y="14066"/>
                  </a:cubicBezTo>
                  <a:cubicBezTo>
                    <a:pt x="58976" y="5426"/>
                    <a:pt x="48669" y="289"/>
                    <a:pt x="37661" y="22"/>
                  </a:cubicBezTo>
                  <a:cubicBezTo>
                    <a:pt x="37260" y="9"/>
                    <a:pt x="36854" y="1"/>
                    <a:pt x="36446" y="1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73">
              <a:extLst>
                <a:ext uri="{FF2B5EF4-FFF2-40B4-BE49-F238E27FC236}">
                  <a16:creationId xmlns:a16="http://schemas.microsoft.com/office/drawing/2014/main" id="{EC5C070A-059C-3006-5C8F-332B5A08BFE0}"/>
                </a:ext>
              </a:extLst>
            </p:cNvPr>
            <p:cNvSpPr/>
            <p:nvPr/>
          </p:nvSpPr>
          <p:spPr>
            <a:xfrm>
              <a:off x="6265506" y="1598856"/>
              <a:ext cx="776052" cy="1036792"/>
            </a:xfrm>
            <a:custGeom>
              <a:avLst/>
              <a:gdLst/>
              <a:ahLst/>
              <a:cxnLst/>
              <a:rect l="l" t="t" r="r" b="b"/>
              <a:pathLst>
                <a:path w="48202" h="64397" extrusionOk="0">
                  <a:moveTo>
                    <a:pt x="11242" y="1"/>
                  </a:moveTo>
                  <a:cubicBezTo>
                    <a:pt x="6939" y="4170"/>
                    <a:pt x="4003" y="9607"/>
                    <a:pt x="2903" y="15545"/>
                  </a:cubicBezTo>
                  <a:cubicBezTo>
                    <a:pt x="0" y="31490"/>
                    <a:pt x="4270" y="42231"/>
                    <a:pt x="11375" y="51671"/>
                  </a:cubicBezTo>
                  <a:cubicBezTo>
                    <a:pt x="17079" y="59343"/>
                    <a:pt x="25952" y="64013"/>
                    <a:pt x="35492" y="64380"/>
                  </a:cubicBezTo>
                  <a:lnTo>
                    <a:pt x="35693" y="64380"/>
                  </a:lnTo>
                  <a:cubicBezTo>
                    <a:pt x="36047" y="64391"/>
                    <a:pt x="36401" y="64397"/>
                    <a:pt x="36755" y="64397"/>
                  </a:cubicBezTo>
                  <a:cubicBezTo>
                    <a:pt x="40636" y="64397"/>
                    <a:pt x="44503" y="63729"/>
                    <a:pt x="48202" y="62445"/>
                  </a:cubicBezTo>
                  <a:lnTo>
                    <a:pt x="48168" y="1802"/>
                  </a:lnTo>
                  <a:lnTo>
                    <a:pt x="38995" y="1969"/>
                  </a:lnTo>
                  <a:cubicBezTo>
                    <a:pt x="38728" y="1635"/>
                    <a:pt x="38461" y="1335"/>
                    <a:pt x="38194" y="1068"/>
                  </a:cubicBezTo>
                  <a:cubicBezTo>
                    <a:pt x="32390" y="2402"/>
                    <a:pt x="28187" y="5004"/>
                    <a:pt x="24518" y="8173"/>
                  </a:cubicBezTo>
                  <a:cubicBezTo>
                    <a:pt x="19014" y="12943"/>
                    <a:pt x="16913" y="21416"/>
                    <a:pt x="16913" y="27787"/>
                  </a:cubicBezTo>
                  <a:cubicBezTo>
                    <a:pt x="15578" y="25352"/>
                    <a:pt x="10842" y="23384"/>
                    <a:pt x="6972" y="23384"/>
                  </a:cubicBezTo>
                  <a:cubicBezTo>
                    <a:pt x="3136" y="23384"/>
                    <a:pt x="3069" y="8273"/>
                    <a:pt x="112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3">
              <a:extLst>
                <a:ext uri="{FF2B5EF4-FFF2-40B4-BE49-F238E27FC236}">
                  <a16:creationId xmlns:a16="http://schemas.microsoft.com/office/drawing/2014/main" id="{917364CD-BA09-EAE0-0D89-CA69B7CBAFA2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3">
              <a:extLst>
                <a:ext uri="{FF2B5EF4-FFF2-40B4-BE49-F238E27FC236}">
                  <a16:creationId xmlns:a16="http://schemas.microsoft.com/office/drawing/2014/main" id="{3F7EACF5-05BB-60F3-8870-4CE2C2A4226F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3">
              <a:extLst>
                <a:ext uri="{FF2B5EF4-FFF2-40B4-BE49-F238E27FC236}">
                  <a16:creationId xmlns:a16="http://schemas.microsoft.com/office/drawing/2014/main" id="{BC05BB86-CA83-FEEC-3D87-BC65AC6C608A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3">
              <a:extLst>
                <a:ext uri="{FF2B5EF4-FFF2-40B4-BE49-F238E27FC236}">
                  <a16:creationId xmlns:a16="http://schemas.microsoft.com/office/drawing/2014/main" id="{EA65701C-B6D3-7B25-A270-0F4CF57C0954}"/>
                </a:ext>
              </a:extLst>
            </p:cNvPr>
            <p:cNvSpPr/>
            <p:nvPr/>
          </p:nvSpPr>
          <p:spPr>
            <a:xfrm>
              <a:off x="6558736" y="1597133"/>
              <a:ext cx="897430" cy="1176556"/>
            </a:xfrm>
            <a:custGeom>
              <a:avLst/>
              <a:gdLst/>
              <a:ahLst/>
              <a:cxnLst/>
              <a:rect l="l" t="t" r="r" b="b"/>
              <a:pathLst>
                <a:path w="55741" h="73078" extrusionOk="0">
                  <a:moveTo>
                    <a:pt x="34053" y="0"/>
                  </a:moveTo>
                  <a:cubicBezTo>
                    <a:pt x="23350" y="0"/>
                    <a:pt x="8950" y="3071"/>
                    <a:pt x="3870" y="15018"/>
                  </a:cubicBezTo>
                  <a:cubicBezTo>
                    <a:pt x="768" y="22324"/>
                    <a:pt x="0" y="37201"/>
                    <a:pt x="1435" y="47475"/>
                  </a:cubicBezTo>
                  <a:cubicBezTo>
                    <a:pt x="3036" y="58950"/>
                    <a:pt x="4837" y="61085"/>
                    <a:pt x="9174" y="63853"/>
                  </a:cubicBezTo>
                  <a:cubicBezTo>
                    <a:pt x="15373" y="67793"/>
                    <a:pt x="27011" y="73078"/>
                    <a:pt x="35604" y="73078"/>
                  </a:cubicBezTo>
                  <a:cubicBezTo>
                    <a:pt x="37924" y="73078"/>
                    <a:pt x="40022" y="72693"/>
                    <a:pt x="41730" y="71792"/>
                  </a:cubicBezTo>
                  <a:cubicBezTo>
                    <a:pt x="45900" y="69591"/>
                    <a:pt x="49836" y="61952"/>
                    <a:pt x="52538" y="52845"/>
                  </a:cubicBezTo>
                  <a:cubicBezTo>
                    <a:pt x="54239" y="47075"/>
                    <a:pt x="55740" y="40003"/>
                    <a:pt x="55073" y="34332"/>
                  </a:cubicBezTo>
                  <a:cubicBezTo>
                    <a:pt x="54740" y="31563"/>
                    <a:pt x="54273" y="30463"/>
                    <a:pt x="53272" y="27127"/>
                  </a:cubicBezTo>
                  <a:cubicBezTo>
                    <a:pt x="52338" y="23958"/>
                    <a:pt x="54172" y="20989"/>
                    <a:pt x="53138" y="17453"/>
                  </a:cubicBezTo>
                  <a:cubicBezTo>
                    <a:pt x="52204" y="13784"/>
                    <a:pt x="51037" y="9548"/>
                    <a:pt x="49069" y="6179"/>
                  </a:cubicBezTo>
                  <a:cubicBezTo>
                    <a:pt x="47067" y="2876"/>
                    <a:pt x="43632" y="708"/>
                    <a:pt x="39796" y="308"/>
                  </a:cubicBezTo>
                  <a:cubicBezTo>
                    <a:pt x="38086" y="117"/>
                    <a:pt x="36140" y="0"/>
                    <a:pt x="3405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3">
              <a:extLst>
                <a:ext uri="{FF2B5EF4-FFF2-40B4-BE49-F238E27FC236}">
                  <a16:creationId xmlns:a16="http://schemas.microsoft.com/office/drawing/2014/main" id="{305189AA-BD0B-B0B0-EFF5-414FC24E4218}"/>
                </a:ext>
              </a:extLst>
            </p:cNvPr>
            <p:cNvSpPr/>
            <p:nvPr/>
          </p:nvSpPr>
          <p:spPr>
            <a:xfrm>
              <a:off x="6558736" y="1597133"/>
              <a:ext cx="897430" cy="1176556"/>
            </a:xfrm>
            <a:custGeom>
              <a:avLst/>
              <a:gdLst/>
              <a:ahLst/>
              <a:cxnLst/>
              <a:rect l="l" t="t" r="r" b="b"/>
              <a:pathLst>
                <a:path w="55741" h="73078" extrusionOk="0">
                  <a:moveTo>
                    <a:pt x="34053" y="0"/>
                  </a:moveTo>
                  <a:cubicBezTo>
                    <a:pt x="23350" y="0"/>
                    <a:pt x="8950" y="3071"/>
                    <a:pt x="3870" y="15018"/>
                  </a:cubicBezTo>
                  <a:cubicBezTo>
                    <a:pt x="768" y="22324"/>
                    <a:pt x="0" y="37201"/>
                    <a:pt x="1435" y="47475"/>
                  </a:cubicBezTo>
                  <a:cubicBezTo>
                    <a:pt x="3036" y="58950"/>
                    <a:pt x="4837" y="61085"/>
                    <a:pt x="9174" y="63853"/>
                  </a:cubicBezTo>
                  <a:cubicBezTo>
                    <a:pt x="15373" y="67793"/>
                    <a:pt x="27011" y="73078"/>
                    <a:pt x="35604" y="73078"/>
                  </a:cubicBezTo>
                  <a:cubicBezTo>
                    <a:pt x="37924" y="73078"/>
                    <a:pt x="40022" y="72693"/>
                    <a:pt x="41730" y="71792"/>
                  </a:cubicBezTo>
                  <a:cubicBezTo>
                    <a:pt x="45900" y="69591"/>
                    <a:pt x="49836" y="61952"/>
                    <a:pt x="52538" y="52845"/>
                  </a:cubicBezTo>
                  <a:cubicBezTo>
                    <a:pt x="54239" y="47075"/>
                    <a:pt x="55740" y="40003"/>
                    <a:pt x="55073" y="34332"/>
                  </a:cubicBezTo>
                  <a:cubicBezTo>
                    <a:pt x="54740" y="31563"/>
                    <a:pt x="54273" y="30463"/>
                    <a:pt x="53272" y="27127"/>
                  </a:cubicBezTo>
                  <a:cubicBezTo>
                    <a:pt x="52338" y="23958"/>
                    <a:pt x="54172" y="20989"/>
                    <a:pt x="53138" y="17453"/>
                  </a:cubicBezTo>
                  <a:cubicBezTo>
                    <a:pt x="52204" y="13784"/>
                    <a:pt x="51037" y="9548"/>
                    <a:pt x="49069" y="6179"/>
                  </a:cubicBezTo>
                  <a:cubicBezTo>
                    <a:pt x="47067" y="2876"/>
                    <a:pt x="43632" y="708"/>
                    <a:pt x="39796" y="308"/>
                  </a:cubicBezTo>
                  <a:cubicBezTo>
                    <a:pt x="38086" y="117"/>
                    <a:pt x="36140" y="0"/>
                    <a:pt x="34053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3">
              <a:extLst>
                <a:ext uri="{FF2B5EF4-FFF2-40B4-BE49-F238E27FC236}">
                  <a16:creationId xmlns:a16="http://schemas.microsoft.com/office/drawing/2014/main" id="{7AE79A49-AF93-CAD0-3024-EDFF8AB585A2}"/>
                </a:ext>
              </a:extLst>
            </p:cNvPr>
            <p:cNvSpPr/>
            <p:nvPr/>
          </p:nvSpPr>
          <p:spPr>
            <a:xfrm>
              <a:off x="7244547" y="1913724"/>
              <a:ext cx="175088" cy="156138"/>
            </a:xfrm>
            <a:custGeom>
              <a:avLst/>
              <a:gdLst/>
              <a:ahLst/>
              <a:cxnLst/>
              <a:rect l="l" t="t" r="r" b="b"/>
              <a:pathLst>
                <a:path w="10875" h="9698" extrusionOk="0">
                  <a:moveTo>
                    <a:pt x="8833" y="1"/>
                  </a:moveTo>
                  <a:cubicBezTo>
                    <a:pt x="7602" y="1"/>
                    <a:pt x="6095" y="162"/>
                    <a:pt x="4771" y="825"/>
                  </a:cubicBezTo>
                  <a:cubicBezTo>
                    <a:pt x="2636" y="1792"/>
                    <a:pt x="1068" y="3727"/>
                    <a:pt x="501" y="5995"/>
                  </a:cubicBezTo>
                  <a:cubicBezTo>
                    <a:pt x="1" y="8163"/>
                    <a:pt x="534" y="9698"/>
                    <a:pt x="1535" y="9698"/>
                  </a:cubicBezTo>
                  <a:cubicBezTo>
                    <a:pt x="5838" y="9698"/>
                    <a:pt x="10675" y="7463"/>
                    <a:pt x="10675" y="7463"/>
                  </a:cubicBezTo>
                  <a:cubicBezTo>
                    <a:pt x="10208" y="5895"/>
                    <a:pt x="10475" y="4061"/>
                    <a:pt x="10641" y="2860"/>
                  </a:cubicBezTo>
                  <a:cubicBezTo>
                    <a:pt x="10775" y="1625"/>
                    <a:pt x="10875" y="124"/>
                    <a:pt x="10875" y="124"/>
                  </a:cubicBezTo>
                  <a:cubicBezTo>
                    <a:pt x="10445" y="83"/>
                    <a:pt x="9709" y="1"/>
                    <a:pt x="883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3">
              <a:extLst>
                <a:ext uri="{FF2B5EF4-FFF2-40B4-BE49-F238E27FC236}">
                  <a16:creationId xmlns:a16="http://schemas.microsoft.com/office/drawing/2014/main" id="{BB2438AA-D448-7764-8028-07F724D532AA}"/>
                </a:ext>
              </a:extLst>
            </p:cNvPr>
            <p:cNvSpPr/>
            <p:nvPr/>
          </p:nvSpPr>
          <p:spPr>
            <a:xfrm>
              <a:off x="7278921" y="1960494"/>
              <a:ext cx="129975" cy="55239"/>
            </a:xfrm>
            <a:custGeom>
              <a:avLst/>
              <a:gdLst/>
              <a:ahLst/>
              <a:cxnLst/>
              <a:rect l="l" t="t" r="r" b="b"/>
              <a:pathLst>
                <a:path w="8073" h="3431" extrusionOk="0">
                  <a:moveTo>
                    <a:pt x="5490" y="0"/>
                  </a:moveTo>
                  <a:cubicBezTo>
                    <a:pt x="4899" y="0"/>
                    <a:pt x="4313" y="104"/>
                    <a:pt x="3770" y="322"/>
                  </a:cubicBezTo>
                  <a:cubicBezTo>
                    <a:pt x="2202" y="855"/>
                    <a:pt x="868" y="1923"/>
                    <a:pt x="0" y="3357"/>
                  </a:cubicBezTo>
                  <a:cubicBezTo>
                    <a:pt x="0" y="3357"/>
                    <a:pt x="0" y="3431"/>
                    <a:pt x="21" y="3431"/>
                  </a:cubicBezTo>
                  <a:cubicBezTo>
                    <a:pt x="25" y="3431"/>
                    <a:pt x="29" y="3429"/>
                    <a:pt x="34" y="3424"/>
                  </a:cubicBezTo>
                  <a:cubicBezTo>
                    <a:pt x="1101" y="2423"/>
                    <a:pt x="2335" y="1589"/>
                    <a:pt x="3703" y="1022"/>
                  </a:cubicBezTo>
                  <a:cubicBezTo>
                    <a:pt x="4315" y="744"/>
                    <a:pt x="4972" y="605"/>
                    <a:pt x="5638" y="605"/>
                  </a:cubicBezTo>
                  <a:cubicBezTo>
                    <a:pt x="5771" y="605"/>
                    <a:pt x="5905" y="611"/>
                    <a:pt x="6038" y="622"/>
                  </a:cubicBezTo>
                  <a:cubicBezTo>
                    <a:pt x="6405" y="689"/>
                    <a:pt x="6805" y="855"/>
                    <a:pt x="7139" y="1089"/>
                  </a:cubicBezTo>
                  <a:cubicBezTo>
                    <a:pt x="7372" y="1222"/>
                    <a:pt x="7539" y="1489"/>
                    <a:pt x="7806" y="1623"/>
                  </a:cubicBezTo>
                  <a:cubicBezTo>
                    <a:pt x="7826" y="1632"/>
                    <a:pt x="7851" y="1636"/>
                    <a:pt x="7877" y="1636"/>
                  </a:cubicBezTo>
                  <a:cubicBezTo>
                    <a:pt x="7939" y="1636"/>
                    <a:pt x="8006" y="1613"/>
                    <a:pt x="8006" y="1589"/>
                  </a:cubicBezTo>
                  <a:cubicBezTo>
                    <a:pt x="8073" y="1189"/>
                    <a:pt x="7639" y="755"/>
                    <a:pt x="7372" y="555"/>
                  </a:cubicBezTo>
                  <a:cubicBezTo>
                    <a:pt x="7105" y="322"/>
                    <a:pt x="6772" y="155"/>
                    <a:pt x="6438" y="88"/>
                  </a:cubicBezTo>
                  <a:cubicBezTo>
                    <a:pt x="6124" y="30"/>
                    <a:pt x="5807" y="0"/>
                    <a:pt x="549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3">
              <a:extLst>
                <a:ext uri="{FF2B5EF4-FFF2-40B4-BE49-F238E27FC236}">
                  <a16:creationId xmlns:a16="http://schemas.microsoft.com/office/drawing/2014/main" id="{DFB469E1-6F82-7A02-365D-31D1D11010CA}"/>
                </a:ext>
              </a:extLst>
            </p:cNvPr>
            <p:cNvSpPr/>
            <p:nvPr/>
          </p:nvSpPr>
          <p:spPr>
            <a:xfrm>
              <a:off x="6809541" y="1929180"/>
              <a:ext cx="326540" cy="162707"/>
            </a:xfrm>
            <a:custGeom>
              <a:avLst/>
              <a:gdLst/>
              <a:ahLst/>
              <a:cxnLst/>
              <a:rect l="l" t="t" r="r" b="b"/>
              <a:pathLst>
                <a:path w="20282" h="10106" extrusionOk="0">
                  <a:moveTo>
                    <a:pt x="14510" y="0"/>
                  </a:moveTo>
                  <a:cubicBezTo>
                    <a:pt x="13971" y="0"/>
                    <a:pt x="13383" y="32"/>
                    <a:pt x="12743" y="98"/>
                  </a:cubicBezTo>
                  <a:cubicBezTo>
                    <a:pt x="6972" y="699"/>
                    <a:pt x="1635" y="4635"/>
                    <a:pt x="0" y="7437"/>
                  </a:cubicBezTo>
                  <a:cubicBezTo>
                    <a:pt x="1802" y="9472"/>
                    <a:pt x="2702" y="10106"/>
                    <a:pt x="3903" y="10106"/>
                  </a:cubicBezTo>
                  <a:cubicBezTo>
                    <a:pt x="5711" y="9760"/>
                    <a:pt x="9870" y="9351"/>
                    <a:pt x="12447" y="9351"/>
                  </a:cubicBezTo>
                  <a:cubicBezTo>
                    <a:pt x="13103" y="9351"/>
                    <a:pt x="13657" y="9377"/>
                    <a:pt x="14044" y="9438"/>
                  </a:cubicBezTo>
                  <a:cubicBezTo>
                    <a:pt x="16779" y="9705"/>
                    <a:pt x="16479" y="10072"/>
                    <a:pt x="17980" y="10106"/>
                  </a:cubicBezTo>
                  <a:cubicBezTo>
                    <a:pt x="19481" y="10106"/>
                    <a:pt x="20281" y="6136"/>
                    <a:pt x="20148" y="3934"/>
                  </a:cubicBezTo>
                  <a:cubicBezTo>
                    <a:pt x="20000" y="2007"/>
                    <a:pt x="18823" y="0"/>
                    <a:pt x="1451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3">
              <a:extLst>
                <a:ext uri="{FF2B5EF4-FFF2-40B4-BE49-F238E27FC236}">
                  <a16:creationId xmlns:a16="http://schemas.microsoft.com/office/drawing/2014/main" id="{45F63ECD-C18B-023F-E2E9-7E0B85337D68}"/>
                </a:ext>
              </a:extLst>
            </p:cNvPr>
            <p:cNvSpPr/>
            <p:nvPr/>
          </p:nvSpPr>
          <p:spPr>
            <a:xfrm>
              <a:off x="6877210" y="1990633"/>
              <a:ext cx="180996" cy="49153"/>
            </a:xfrm>
            <a:custGeom>
              <a:avLst/>
              <a:gdLst/>
              <a:ahLst/>
              <a:cxnLst/>
              <a:rect l="l" t="t" r="r" b="b"/>
              <a:pathLst>
                <a:path w="11242" h="3053" extrusionOk="0">
                  <a:moveTo>
                    <a:pt x="7086" y="0"/>
                  </a:moveTo>
                  <a:cubicBezTo>
                    <a:pt x="5583" y="0"/>
                    <a:pt x="4098" y="343"/>
                    <a:pt x="2769" y="1051"/>
                  </a:cubicBezTo>
                  <a:cubicBezTo>
                    <a:pt x="1668" y="1485"/>
                    <a:pt x="734" y="2186"/>
                    <a:pt x="0" y="3053"/>
                  </a:cubicBezTo>
                  <a:cubicBezTo>
                    <a:pt x="234" y="3020"/>
                    <a:pt x="501" y="2886"/>
                    <a:pt x="701" y="2753"/>
                  </a:cubicBezTo>
                  <a:cubicBezTo>
                    <a:pt x="1935" y="1952"/>
                    <a:pt x="3269" y="1352"/>
                    <a:pt x="4704" y="1018"/>
                  </a:cubicBezTo>
                  <a:cubicBezTo>
                    <a:pt x="5504" y="818"/>
                    <a:pt x="6304" y="678"/>
                    <a:pt x="7093" y="678"/>
                  </a:cubicBezTo>
                  <a:cubicBezTo>
                    <a:pt x="7752" y="678"/>
                    <a:pt x="8403" y="775"/>
                    <a:pt x="9040" y="1018"/>
                  </a:cubicBezTo>
                  <a:cubicBezTo>
                    <a:pt x="9407" y="1152"/>
                    <a:pt x="9741" y="1318"/>
                    <a:pt x="10074" y="1518"/>
                  </a:cubicBezTo>
                  <a:cubicBezTo>
                    <a:pt x="10508" y="1785"/>
                    <a:pt x="10875" y="2119"/>
                    <a:pt x="11142" y="2519"/>
                  </a:cubicBezTo>
                  <a:cubicBezTo>
                    <a:pt x="11163" y="2551"/>
                    <a:pt x="11180" y="2563"/>
                    <a:pt x="11195" y="2563"/>
                  </a:cubicBezTo>
                  <a:cubicBezTo>
                    <a:pt x="11226" y="2563"/>
                    <a:pt x="11242" y="2509"/>
                    <a:pt x="11242" y="2486"/>
                  </a:cubicBezTo>
                  <a:cubicBezTo>
                    <a:pt x="11108" y="2152"/>
                    <a:pt x="10908" y="1852"/>
                    <a:pt x="10708" y="1585"/>
                  </a:cubicBezTo>
                  <a:cubicBezTo>
                    <a:pt x="10474" y="1285"/>
                    <a:pt x="10174" y="1018"/>
                    <a:pt x="9874" y="785"/>
                  </a:cubicBezTo>
                  <a:cubicBezTo>
                    <a:pt x="9207" y="351"/>
                    <a:pt x="8440" y="84"/>
                    <a:pt x="7672" y="17"/>
                  </a:cubicBezTo>
                  <a:cubicBezTo>
                    <a:pt x="7477" y="6"/>
                    <a:pt x="7282" y="0"/>
                    <a:pt x="708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3">
              <a:extLst>
                <a:ext uri="{FF2B5EF4-FFF2-40B4-BE49-F238E27FC236}">
                  <a16:creationId xmlns:a16="http://schemas.microsoft.com/office/drawing/2014/main" id="{BA95729F-DEC0-1838-3C3F-DEF8267B7261}"/>
                </a:ext>
              </a:extLst>
            </p:cNvPr>
            <p:cNvSpPr/>
            <p:nvPr/>
          </p:nvSpPr>
          <p:spPr>
            <a:xfrm>
              <a:off x="7138207" y="2241584"/>
              <a:ext cx="177712" cy="93750"/>
            </a:xfrm>
            <a:custGeom>
              <a:avLst/>
              <a:gdLst/>
              <a:ahLst/>
              <a:cxnLst/>
              <a:rect l="l" t="t" r="r" b="b"/>
              <a:pathLst>
                <a:path w="11038" h="5823" extrusionOk="0">
                  <a:moveTo>
                    <a:pt x="8040" y="0"/>
                  </a:moveTo>
                  <a:cubicBezTo>
                    <a:pt x="7975" y="0"/>
                    <a:pt x="7908" y="3"/>
                    <a:pt x="7840" y="8"/>
                  </a:cubicBezTo>
                  <a:cubicBezTo>
                    <a:pt x="4671" y="275"/>
                    <a:pt x="1" y="3511"/>
                    <a:pt x="434" y="4978"/>
                  </a:cubicBezTo>
                  <a:cubicBezTo>
                    <a:pt x="608" y="5580"/>
                    <a:pt x="1894" y="5822"/>
                    <a:pt x="3466" y="5822"/>
                  </a:cubicBezTo>
                  <a:cubicBezTo>
                    <a:pt x="5820" y="5822"/>
                    <a:pt x="8814" y="5278"/>
                    <a:pt x="9674" y="4578"/>
                  </a:cubicBezTo>
                  <a:cubicBezTo>
                    <a:pt x="11038" y="3442"/>
                    <a:pt x="10411" y="0"/>
                    <a:pt x="804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3">
              <a:extLst>
                <a:ext uri="{FF2B5EF4-FFF2-40B4-BE49-F238E27FC236}">
                  <a16:creationId xmlns:a16="http://schemas.microsoft.com/office/drawing/2014/main" id="{DCB0DD98-F10F-2181-165C-EA0FA353E8E9}"/>
                </a:ext>
              </a:extLst>
            </p:cNvPr>
            <p:cNvSpPr/>
            <p:nvPr/>
          </p:nvSpPr>
          <p:spPr>
            <a:xfrm>
              <a:off x="7017376" y="2403196"/>
              <a:ext cx="290557" cy="95892"/>
            </a:xfrm>
            <a:custGeom>
              <a:avLst/>
              <a:gdLst/>
              <a:ahLst/>
              <a:cxnLst/>
              <a:rect l="l" t="t" r="r" b="b"/>
              <a:pathLst>
                <a:path w="18047" h="5956" extrusionOk="0">
                  <a:moveTo>
                    <a:pt x="15656" y="1"/>
                  </a:moveTo>
                  <a:cubicBezTo>
                    <a:pt x="14821" y="1"/>
                    <a:pt x="14103" y="784"/>
                    <a:pt x="13443" y="911"/>
                  </a:cubicBezTo>
                  <a:cubicBezTo>
                    <a:pt x="13265" y="943"/>
                    <a:pt x="13096" y="956"/>
                    <a:pt x="12936" y="956"/>
                  </a:cubicBezTo>
                  <a:cubicBezTo>
                    <a:pt x="11993" y="956"/>
                    <a:pt x="11339" y="487"/>
                    <a:pt x="10479" y="487"/>
                  </a:cubicBezTo>
                  <a:cubicBezTo>
                    <a:pt x="10098" y="487"/>
                    <a:pt x="9678" y="579"/>
                    <a:pt x="9174" y="845"/>
                  </a:cubicBezTo>
                  <a:cubicBezTo>
                    <a:pt x="7339" y="1812"/>
                    <a:pt x="4871" y="4180"/>
                    <a:pt x="0" y="5615"/>
                  </a:cubicBezTo>
                  <a:cubicBezTo>
                    <a:pt x="954" y="5858"/>
                    <a:pt x="1843" y="5956"/>
                    <a:pt x="2668" y="5956"/>
                  </a:cubicBezTo>
                  <a:cubicBezTo>
                    <a:pt x="6139" y="5956"/>
                    <a:pt x="8483" y="4221"/>
                    <a:pt x="9732" y="4221"/>
                  </a:cubicBezTo>
                  <a:cubicBezTo>
                    <a:pt x="9818" y="4221"/>
                    <a:pt x="9899" y="4230"/>
                    <a:pt x="9974" y="4247"/>
                  </a:cubicBezTo>
                  <a:cubicBezTo>
                    <a:pt x="11029" y="4507"/>
                    <a:pt x="11695" y="4636"/>
                    <a:pt x="12259" y="4636"/>
                  </a:cubicBezTo>
                  <a:cubicBezTo>
                    <a:pt x="12996" y="4636"/>
                    <a:pt x="13556" y="4415"/>
                    <a:pt x="14578" y="3980"/>
                  </a:cubicBezTo>
                  <a:cubicBezTo>
                    <a:pt x="14799" y="3883"/>
                    <a:pt x="15018" y="3847"/>
                    <a:pt x="15238" y="3847"/>
                  </a:cubicBezTo>
                  <a:cubicBezTo>
                    <a:pt x="15911" y="3847"/>
                    <a:pt x="16596" y="4187"/>
                    <a:pt x="17412" y="4187"/>
                  </a:cubicBezTo>
                  <a:cubicBezTo>
                    <a:pt x="17615" y="4187"/>
                    <a:pt x="17826" y="4166"/>
                    <a:pt x="18047" y="4114"/>
                  </a:cubicBezTo>
                  <a:cubicBezTo>
                    <a:pt x="17346" y="3447"/>
                    <a:pt x="17580" y="1011"/>
                    <a:pt x="16479" y="278"/>
                  </a:cubicBezTo>
                  <a:cubicBezTo>
                    <a:pt x="16192" y="78"/>
                    <a:pt x="15918" y="1"/>
                    <a:pt x="156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3">
              <a:extLst>
                <a:ext uri="{FF2B5EF4-FFF2-40B4-BE49-F238E27FC236}">
                  <a16:creationId xmlns:a16="http://schemas.microsoft.com/office/drawing/2014/main" id="{2A3C0B08-BEB9-3EFF-B12D-BA1204F09E81}"/>
                </a:ext>
              </a:extLst>
            </p:cNvPr>
            <p:cNvSpPr/>
            <p:nvPr/>
          </p:nvSpPr>
          <p:spPr>
            <a:xfrm>
              <a:off x="7017376" y="2465326"/>
              <a:ext cx="290557" cy="96246"/>
            </a:xfrm>
            <a:custGeom>
              <a:avLst/>
              <a:gdLst/>
              <a:ahLst/>
              <a:cxnLst/>
              <a:rect l="l" t="t" r="r" b="b"/>
              <a:pathLst>
                <a:path w="18047" h="5978" extrusionOk="0">
                  <a:moveTo>
                    <a:pt x="15176" y="0"/>
                  </a:moveTo>
                  <a:cubicBezTo>
                    <a:pt x="14976" y="0"/>
                    <a:pt x="14777" y="34"/>
                    <a:pt x="14578" y="121"/>
                  </a:cubicBezTo>
                  <a:cubicBezTo>
                    <a:pt x="13536" y="581"/>
                    <a:pt x="12408" y="830"/>
                    <a:pt x="11280" y="830"/>
                  </a:cubicBezTo>
                  <a:cubicBezTo>
                    <a:pt x="10854" y="830"/>
                    <a:pt x="10428" y="795"/>
                    <a:pt x="10008" y="722"/>
                  </a:cubicBezTo>
                  <a:cubicBezTo>
                    <a:pt x="9952" y="714"/>
                    <a:pt x="9894" y="710"/>
                    <a:pt x="9833" y="710"/>
                  </a:cubicBezTo>
                  <a:cubicBezTo>
                    <a:pt x="8619" y="710"/>
                    <a:pt x="6343" y="2142"/>
                    <a:pt x="3003" y="2142"/>
                  </a:cubicBezTo>
                  <a:cubicBezTo>
                    <a:pt x="2083" y="2142"/>
                    <a:pt x="1082" y="2033"/>
                    <a:pt x="0" y="1756"/>
                  </a:cubicBezTo>
                  <a:lnTo>
                    <a:pt x="0" y="1756"/>
                  </a:lnTo>
                  <a:cubicBezTo>
                    <a:pt x="2623" y="2747"/>
                    <a:pt x="3948" y="5978"/>
                    <a:pt x="9334" y="5978"/>
                  </a:cubicBezTo>
                  <a:cubicBezTo>
                    <a:pt x="10113" y="5978"/>
                    <a:pt x="10977" y="5910"/>
                    <a:pt x="11942" y="5759"/>
                  </a:cubicBezTo>
                  <a:cubicBezTo>
                    <a:pt x="16812" y="4958"/>
                    <a:pt x="17013" y="1155"/>
                    <a:pt x="18047" y="255"/>
                  </a:cubicBezTo>
                  <a:lnTo>
                    <a:pt x="18047" y="255"/>
                  </a:lnTo>
                  <a:cubicBezTo>
                    <a:pt x="17791" y="342"/>
                    <a:pt x="17546" y="376"/>
                    <a:pt x="17311" y="376"/>
                  </a:cubicBezTo>
                  <a:cubicBezTo>
                    <a:pt x="16526" y="376"/>
                    <a:pt x="15844" y="0"/>
                    <a:pt x="1517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3">
              <a:extLst>
                <a:ext uri="{FF2B5EF4-FFF2-40B4-BE49-F238E27FC236}">
                  <a16:creationId xmlns:a16="http://schemas.microsoft.com/office/drawing/2014/main" id="{1A46D6D4-9500-4778-22AC-A32C392F6AE3}"/>
                </a:ext>
              </a:extLst>
            </p:cNvPr>
            <p:cNvSpPr/>
            <p:nvPr/>
          </p:nvSpPr>
          <p:spPr>
            <a:xfrm>
              <a:off x="7083048" y="2518230"/>
              <a:ext cx="102444" cy="34309"/>
            </a:xfrm>
            <a:custGeom>
              <a:avLst/>
              <a:gdLst/>
              <a:ahLst/>
              <a:cxnLst/>
              <a:rect l="l" t="t" r="r" b="b"/>
              <a:pathLst>
                <a:path w="6363" h="2131" extrusionOk="0">
                  <a:moveTo>
                    <a:pt x="308" y="1"/>
                  </a:moveTo>
                  <a:cubicBezTo>
                    <a:pt x="106" y="1"/>
                    <a:pt x="1" y="188"/>
                    <a:pt x="124" y="404"/>
                  </a:cubicBezTo>
                  <a:cubicBezTo>
                    <a:pt x="225" y="538"/>
                    <a:pt x="325" y="671"/>
                    <a:pt x="458" y="738"/>
                  </a:cubicBezTo>
                  <a:cubicBezTo>
                    <a:pt x="1058" y="1172"/>
                    <a:pt x="1726" y="1505"/>
                    <a:pt x="2393" y="1705"/>
                  </a:cubicBezTo>
                  <a:cubicBezTo>
                    <a:pt x="2926" y="1919"/>
                    <a:pt x="3503" y="2026"/>
                    <a:pt x="4071" y="2026"/>
                  </a:cubicBezTo>
                  <a:cubicBezTo>
                    <a:pt x="4213" y="2026"/>
                    <a:pt x="4354" y="2019"/>
                    <a:pt x="4494" y="2006"/>
                  </a:cubicBezTo>
                  <a:cubicBezTo>
                    <a:pt x="4694" y="1972"/>
                    <a:pt x="4961" y="1772"/>
                    <a:pt x="4828" y="1539"/>
                  </a:cubicBezTo>
                  <a:cubicBezTo>
                    <a:pt x="4694" y="1338"/>
                    <a:pt x="4494" y="1205"/>
                    <a:pt x="4261" y="1172"/>
                  </a:cubicBezTo>
                  <a:lnTo>
                    <a:pt x="4161" y="1172"/>
                  </a:lnTo>
                  <a:cubicBezTo>
                    <a:pt x="3494" y="1038"/>
                    <a:pt x="2926" y="938"/>
                    <a:pt x="2259" y="738"/>
                  </a:cubicBezTo>
                  <a:cubicBezTo>
                    <a:pt x="1926" y="605"/>
                    <a:pt x="1559" y="471"/>
                    <a:pt x="1192" y="304"/>
                  </a:cubicBezTo>
                  <a:cubicBezTo>
                    <a:pt x="958" y="171"/>
                    <a:pt x="658" y="71"/>
                    <a:pt x="358" y="4"/>
                  </a:cubicBezTo>
                  <a:cubicBezTo>
                    <a:pt x="341" y="2"/>
                    <a:pt x="324" y="1"/>
                    <a:pt x="308" y="1"/>
                  </a:cubicBezTo>
                  <a:close/>
                  <a:moveTo>
                    <a:pt x="5868" y="1279"/>
                  </a:moveTo>
                  <a:cubicBezTo>
                    <a:pt x="5724" y="1279"/>
                    <a:pt x="5584" y="1341"/>
                    <a:pt x="5462" y="1439"/>
                  </a:cubicBezTo>
                  <a:cubicBezTo>
                    <a:pt x="5395" y="1505"/>
                    <a:pt x="5362" y="1605"/>
                    <a:pt x="5328" y="1672"/>
                  </a:cubicBezTo>
                  <a:cubicBezTo>
                    <a:pt x="5295" y="1805"/>
                    <a:pt x="5328" y="1906"/>
                    <a:pt x="5395" y="2006"/>
                  </a:cubicBezTo>
                  <a:cubicBezTo>
                    <a:pt x="5495" y="2089"/>
                    <a:pt x="5628" y="2131"/>
                    <a:pt x="5762" y="2131"/>
                  </a:cubicBezTo>
                  <a:cubicBezTo>
                    <a:pt x="5895" y="2131"/>
                    <a:pt x="6029" y="2089"/>
                    <a:pt x="6129" y="2006"/>
                  </a:cubicBezTo>
                  <a:cubicBezTo>
                    <a:pt x="6362" y="1772"/>
                    <a:pt x="6296" y="1439"/>
                    <a:pt x="6029" y="1305"/>
                  </a:cubicBezTo>
                  <a:cubicBezTo>
                    <a:pt x="5975" y="1287"/>
                    <a:pt x="5921" y="1279"/>
                    <a:pt x="5868" y="1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3">
              <a:extLst>
                <a:ext uri="{FF2B5EF4-FFF2-40B4-BE49-F238E27FC236}">
                  <a16:creationId xmlns:a16="http://schemas.microsoft.com/office/drawing/2014/main" id="{288DE250-E702-82B2-0CD4-B14DCF21C9F1}"/>
                </a:ext>
              </a:extLst>
            </p:cNvPr>
            <p:cNvSpPr/>
            <p:nvPr/>
          </p:nvSpPr>
          <p:spPr>
            <a:xfrm>
              <a:off x="7106522" y="2583178"/>
              <a:ext cx="145560" cy="34486"/>
            </a:xfrm>
            <a:custGeom>
              <a:avLst/>
              <a:gdLst/>
              <a:ahLst/>
              <a:cxnLst/>
              <a:rect l="l" t="t" r="r" b="b"/>
              <a:pathLst>
                <a:path w="9041" h="2142" extrusionOk="0">
                  <a:moveTo>
                    <a:pt x="5698" y="1"/>
                  </a:moveTo>
                  <a:cubicBezTo>
                    <a:pt x="3550" y="1"/>
                    <a:pt x="1320" y="749"/>
                    <a:pt x="1" y="2141"/>
                  </a:cubicBezTo>
                  <a:cubicBezTo>
                    <a:pt x="1863" y="1175"/>
                    <a:pt x="4209" y="591"/>
                    <a:pt x="6413" y="591"/>
                  </a:cubicBezTo>
                  <a:cubicBezTo>
                    <a:pt x="7328" y="591"/>
                    <a:pt x="8219" y="692"/>
                    <a:pt x="9041" y="907"/>
                  </a:cubicBezTo>
                  <a:cubicBezTo>
                    <a:pt x="8740" y="640"/>
                    <a:pt x="8373" y="440"/>
                    <a:pt x="7973" y="307"/>
                  </a:cubicBezTo>
                  <a:cubicBezTo>
                    <a:pt x="7258" y="101"/>
                    <a:pt x="6484" y="1"/>
                    <a:pt x="569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3">
              <a:extLst>
                <a:ext uri="{FF2B5EF4-FFF2-40B4-BE49-F238E27FC236}">
                  <a16:creationId xmlns:a16="http://schemas.microsoft.com/office/drawing/2014/main" id="{1D58B916-B17F-E82B-EE6A-8D93DC20BA4E}"/>
                </a:ext>
              </a:extLst>
            </p:cNvPr>
            <p:cNvSpPr/>
            <p:nvPr/>
          </p:nvSpPr>
          <p:spPr>
            <a:xfrm>
              <a:off x="6571084" y="1650408"/>
              <a:ext cx="876484" cy="1119771"/>
            </a:xfrm>
            <a:custGeom>
              <a:avLst/>
              <a:gdLst/>
              <a:ahLst/>
              <a:cxnLst/>
              <a:rect l="l" t="t" r="r" b="b"/>
              <a:pathLst>
                <a:path w="54440" h="69551" extrusionOk="0">
                  <a:moveTo>
                    <a:pt x="12676" y="1569"/>
                  </a:moveTo>
                  <a:cubicBezTo>
                    <a:pt x="16846" y="4604"/>
                    <a:pt x="22850" y="6272"/>
                    <a:pt x="29855" y="6272"/>
                  </a:cubicBezTo>
                  <a:cubicBezTo>
                    <a:pt x="31223" y="6272"/>
                    <a:pt x="32657" y="6205"/>
                    <a:pt x="34125" y="6072"/>
                  </a:cubicBezTo>
                  <a:cubicBezTo>
                    <a:pt x="34258" y="6572"/>
                    <a:pt x="34692" y="6906"/>
                    <a:pt x="35226" y="6906"/>
                  </a:cubicBezTo>
                  <a:cubicBezTo>
                    <a:pt x="35326" y="6906"/>
                    <a:pt x="35426" y="6906"/>
                    <a:pt x="35526" y="6872"/>
                  </a:cubicBezTo>
                  <a:cubicBezTo>
                    <a:pt x="38428" y="11976"/>
                    <a:pt x="40029" y="15779"/>
                    <a:pt x="39362" y="18714"/>
                  </a:cubicBezTo>
                  <a:cubicBezTo>
                    <a:pt x="39062" y="19782"/>
                    <a:pt x="38895" y="20883"/>
                    <a:pt x="38762" y="21950"/>
                  </a:cubicBezTo>
                  <a:cubicBezTo>
                    <a:pt x="38228" y="22050"/>
                    <a:pt x="37828" y="22517"/>
                    <a:pt x="37828" y="23084"/>
                  </a:cubicBezTo>
                  <a:cubicBezTo>
                    <a:pt x="37828" y="23184"/>
                    <a:pt x="37828" y="23318"/>
                    <a:pt x="37861" y="23418"/>
                  </a:cubicBezTo>
                  <a:cubicBezTo>
                    <a:pt x="37761" y="23551"/>
                    <a:pt x="37628" y="23718"/>
                    <a:pt x="37494" y="23918"/>
                  </a:cubicBezTo>
                  <a:cubicBezTo>
                    <a:pt x="36960" y="24619"/>
                    <a:pt x="36360" y="25286"/>
                    <a:pt x="35693" y="25853"/>
                  </a:cubicBezTo>
                  <a:cubicBezTo>
                    <a:pt x="34547" y="26898"/>
                    <a:pt x="34019" y="27289"/>
                    <a:pt x="33051" y="27289"/>
                  </a:cubicBezTo>
                  <a:cubicBezTo>
                    <a:pt x="32412" y="27289"/>
                    <a:pt x="31582" y="27119"/>
                    <a:pt x="30256" y="26853"/>
                  </a:cubicBezTo>
                  <a:lnTo>
                    <a:pt x="29689" y="26720"/>
                  </a:lnTo>
                  <a:cubicBezTo>
                    <a:pt x="28733" y="26525"/>
                    <a:pt x="27665" y="26449"/>
                    <a:pt x="26567" y="26449"/>
                  </a:cubicBezTo>
                  <a:cubicBezTo>
                    <a:pt x="24292" y="26449"/>
                    <a:pt x="21893" y="26773"/>
                    <a:pt x="20115" y="27020"/>
                  </a:cubicBezTo>
                  <a:cubicBezTo>
                    <a:pt x="19548" y="27120"/>
                    <a:pt x="19081" y="27187"/>
                    <a:pt x="18681" y="27220"/>
                  </a:cubicBezTo>
                  <a:cubicBezTo>
                    <a:pt x="18615" y="27228"/>
                    <a:pt x="18549" y="27231"/>
                    <a:pt x="18483" y="27231"/>
                  </a:cubicBezTo>
                  <a:cubicBezTo>
                    <a:pt x="16703" y="27231"/>
                    <a:pt x="14769" y="24671"/>
                    <a:pt x="12743" y="21583"/>
                  </a:cubicBezTo>
                  <a:cubicBezTo>
                    <a:pt x="12943" y="21383"/>
                    <a:pt x="13077" y="21116"/>
                    <a:pt x="13077" y="20816"/>
                  </a:cubicBezTo>
                  <a:cubicBezTo>
                    <a:pt x="13077" y="20215"/>
                    <a:pt x="12576" y="19715"/>
                    <a:pt x="11943" y="19715"/>
                  </a:cubicBezTo>
                  <a:cubicBezTo>
                    <a:pt x="11842" y="19715"/>
                    <a:pt x="11742" y="19715"/>
                    <a:pt x="11642" y="19748"/>
                  </a:cubicBezTo>
                  <a:cubicBezTo>
                    <a:pt x="10675" y="17580"/>
                    <a:pt x="11009" y="14878"/>
                    <a:pt x="12043" y="6672"/>
                  </a:cubicBezTo>
                  <a:cubicBezTo>
                    <a:pt x="12243" y="5171"/>
                    <a:pt x="12443" y="3470"/>
                    <a:pt x="12676" y="1569"/>
                  </a:cubicBezTo>
                  <a:close/>
                  <a:moveTo>
                    <a:pt x="41964" y="30456"/>
                  </a:moveTo>
                  <a:cubicBezTo>
                    <a:pt x="43031" y="30956"/>
                    <a:pt x="43832" y="31957"/>
                    <a:pt x="44499" y="32791"/>
                  </a:cubicBezTo>
                  <a:cubicBezTo>
                    <a:pt x="44733" y="33125"/>
                    <a:pt x="44999" y="33425"/>
                    <a:pt x="45300" y="33725"/>
                  </a:cubicBezTo>
                  <a:cubicBezTo>
                    <a:pt x="46065" y="34490"/>
                    <a:pt x="48047" y="36138"/>
                    <a:pt x="50899" y="36138"/>
                  </a:cubicBezTo>
                  <a:cubicBezTo>
                    <a:pt x="51032" y="36138"/>
                    <a:pt x="51167" y="36134"/>
                    <a:pt x="51304" y="36127"/>
                  </a:cubicBezTo>
                  <a:cubicBezTo>
                    <a:pt x="51371" y="36560"/>
                    <a:pt x="51671" y="36894"/>
                    <a:pt x="52138" y="37027"/>
                  </a:cubicBezTo>
                  <a:cubicBezTo>
                    <a:pt x="51704" y="41064"/>
                    <a:pt x="47501" y="46001"/>
                    <a:pt x="46334" y="49069"/>
                  </a:cubicBezTo>
                  <a:cubicBezTo>
                    <a:pt x="46200" y="49370"/>
                    <a:pt x="46100" y="49636"/>
                    <a:pt x="46000" y="49903"/>
                  </a:cubicBezTo>
                  <a:lnTo>
                    <a:pt x="45933" y="49903"/>
                  </a:lnTo>
                  <a:cubicBezTo>
                    <a:pt x="45466" y="49903"/>
                    <a:pt x="45066" y="50204"/>
                    <a:pt x="44899" y="50637"/>
                  </a:cubicBezTo>
                  <a:cubicBezTo>
                    <a:pt x="44666" y="50570"/>
                    <a:pt x="44399" y="50537"/>
                    <a:pt x="44065" y="50437"/>
                  </a:cubicBezTo>
                  <a:cubicBezTo>
                    <a:pt x="43800" y="50368"/>
                    <a:pt x="43549" y="50339"/>
                    <a:pt x="43310" y="50339"/>
                  </a:cubicBezTo>
                  <a:cubicBezTo>
                    <a:pt x="42620" y="50339"/>
                    <a:pt x="42025" y="50581"/>
                    <a:pt x="41430" y="50804"/>
                  </a:cubicBezTo>
                  <a:cubicBezTo>
                    <a:pt x="41030" y="51004"/>
                    <a:pt x="40630" y="51138"/>
                    <a:pt x="40229" y="51238"/>
                  </a:cubicBezTo>
                  <a:cubicBezTo>
                    <a:pt x="40963" y="50337"/>
                    <a:pt x="42564" y="48102"/>
                    <a:pt x="41230" y="46167"/>
                  </a:cubicBezTo>
                  <a:cubicBezTo>
                    <a:pt x="40096" y="44566"/>
                    <a:pt x="42131" y="42064"/>
                    <a:pt x="42631" y="40497"/>
                  </a:cubicBezTo>
                  <a:cubicBezTo>
                    <a:pt x="43031" y="39129"/>
                    <a:pt x="44166" y="37895"/>
                    <a:pt x="43532" y="35726"/>
                  </a:cubicBezTo>
                  <a:cubicBezTo>
                    <a:pt x="43265" y="34792"/>
                    <a:pt x="42965" y="34259"/>
                    <a:pt x="42331" y="32658"/>
                  </a:cubicBezTo>
                  <a:cubicBezTo>
                    <a:pt x="42097" y="32057"/>
                    <a:pt x="41931" y="31457"/>
                    <a:pt x="41630" y="30856"/>
                  </a:cubicBezTo>
                  <a:cubicBezTo>
                    <a:pt x="41764" y="30756"/>
                    <a:pt x="41864" y="30623"/>
                    <a:pt x="41964" y="30456"/>
                  </a:cubicBezTo>
                  <a:close/>
                  <a:moveTo>
                    <a:pt x="39963" y="30289"/>
                  </a:moveTo>
                  <a:cubicBezTo>
                    <a:pt x="40096" y="30756"/>
                    <a:pt x="40530" y="31056"/>
                    <a:pt x="40997" y="31056"/>
                  </a:cubicBezTo>
                  <a:cubicBezTo>
                    <a:pt x="41097" y="31056"/>
                    <a:pt x="41197" y="31023"/>
                    <a:pt x="41297" y="31023"/>
                  </a:cubicBezTo>
                  <a:cubicBezTo>
                    <a:pt x="41564" y="31624"/>
                    <a:pt x="41797" y="32257"/>
                    <a:pt x="42031" y="32824"/>
                  </a:cubicBezTo>
                  <a:cubicBezTo>
                    <a:pt x="42731" y="34659"/>
                    <a:pt x="42865" y="34926"/>
                    <a:pt x="43131" y="35760"/>
                  </a:cubicBezTo>
                  <a:cubicBezTo>
                    <a:pt x="43765" y="37828"/>
                    <a:pt x="42664" y="39096"/>
                    <a:pt x="42264" y="40330"/>
                  </a:cubicBezTo>
                  <a:cubicBezTo>
                    <a:pt x="41764" y="41998"/>
                    <a:pt x="39696" y="44600"/>
                    <a:pt x="40930" y="46367"/>
                  </a:cubicBezTo>
                  <a:cubicBezTo>
                    <a:pt x="42331" y="48369"/>
                    <a:pt x="40063" y="50871"/>
                    <a:pt x="39662" y="51271"/>
                  </a:cubicBezTo>
                  <a:cubicBezTo>
                    <a:pt x="39362" y="51238"/>
                    <a:pt x="39062" y="51204"/>
                    <a:pt x="38762" y="51138"/>
                  </a:cubicBezTo>
                  <a:cubicBezTo>
                    <a:pt x="38476" y="51075"/>
                    <a:pt x="38199" y="51013"/>
                    <a:pt x="37825" y="51013"/>
                  </a:cubicBezTo>
                  <a:cubicBezTo>
                    <a:pt x="37194" y="51013"/>
                    <a:pt x="36287" y="51189"/>
                    <a:pt x="34592" y="51838"/>
                  </a:cubicBezTo>
                  <a:cubicBezTo>
                    <a:pt x="33337" y="52315"/>
                    <a:pt x="32006" y="52546"/>
                    <a:pt x="30671" y="52546"/>
                  </a:cubicBezTo>
                  <a:cubicBezTo>
                    <a:pt x="30232" y="52546"/>
                    <a:pt x="29792" y="52521"/>
                    <a:pt x="29355" y="52472"/>
                  </a:cubicBezTo>
                  <a:cubicBezTo>
                    <a:pt x="29388" y="52405"/>
                    <a:pt x="29388" y="52338"/>
                    <a:pt x="29388" y="52272"/>
                  </a:cubicBezTo>
                  <a:cubicBezTo>
                    <a:pt x="29388" y="51638"/>
                    <a:pt x="28888" y="51138"/>
                    <a:pt x="28254" y="51138"/>
                  </a:cubicBezTo>
                  <a:cubicBezTo>
                    <a:pt x="28021" y="51138"/>
                    <a:pt x="27821" y="51204"/>
                    <a:pt x="27620" y="51338"/>
                  </a:cubicBezTo>
                  <a:cubicBezTo>
                    <a:pt x="25252" y="48002"/>
                    <a:pt x="25385" y="44800"/>
                    <a:pt x="24385" y="41664"/>
                  </a:cubicBezTo>
                  <a:cubicBezTo>
                    <a:pt x="24685" y="41464"/>
                    <a:pt x="24885" y="41097"/>
                    <a:pt x="24885" y="40730"/>
                  </a:cubicBezTo>
                  <a:cubicBezTo>
                    <a:pt x="24885" y="40697"/>
                    <a:pt x="24885" y="40630"/>
                    <a:pt x="24885" y="40597"/>
                  </a:cubicBezTo>
                  <a:cubicBezTo>
                    <a:pt x="28554" y="39462"/>
                    <a:pt x="31923" y="37428"/>
                    <a:pt x="34659" y="34726"/>
                  </a:cubicBezTo>
                  <a:lnTo>
                    <a:pt x="35259" y="34159"/>
                  </a:lnTo>
                  <a:cubicBezTo>
                    <a:pt x="37427" y="32024"/>
                    <a:pt x="38762" y="30723"/>
                    <a:pt x="39963" y="30289"/>
                  </a:cubicBezTo>
                  <a:close/>
                  <a:moveTo>
                    <a:pt x="46134" y="1"/>
                  </a:moveTo>
                  <a:cubicBezTo>
                    <a:pt x="46034" y="201"/>
                    <a:pt x="45933" y="401"/>
                    <a:pt x="45833" y="601"/>
                  </a:cubicBezTo>
                  <a:cubicBezTo>
                    <a:pt x="44366" y="3070"/>
                    <a:pt x="41097" y="4738"/>
                    <a:pt x="36293" y="5438"/>
                  </a:cubicBezTo>
                  <a:cubicBezTo>
                    <a:pt x="36110" y="4919"/>
                    <a:pt x="35669" y="4673"/>
                    <a:pt x="35231" y="4673"/>
                  </a:cubicBezTo>
                  <a:cubicBezTo>
                    <a:pt x="34712" y="4673"/>
                    <a:pt x="34197" y="5020"/>
                    <a:pt x="34125" y="5672"/>
                  </a:cubicBezTo>
                  <a:cubicBezTo>
                    <a:pt x="32680" y="5798"/>
                    <a:pt x="31271" y="5860"/>
                    <a:pt x="29901" y="5860"/>
                  </a:cubicBezTo>
                  <a:cubicBezTo>
                    <a:pt x="22925" y="5860"/>
                    <a:pt x="17003" y="4247"/>
                    <a:pt x="12877" y="1235"/>
                  </a:cubicBezTo>
                  <a:cubicBezTo>
                    <a:pt x="12676" y="1335"/>
                    <a:pt x="12476" y="1435"/>
                    <a:pt x="12276" y="1569"/>
                  </a:cubicBezTo>
                  <a:cubicBezTo>
                    <a:pt x="12043" y="3437"/>
                    <a:pt x="11842" y="5138"/>
                    <a:pt x="11642" y="6606"/>
                  </a:cubicBezTo>
                  <a:cubicBezTo>
                    <a:pt x="10608" y="14945"/>
                    <a:pt x="10241" y="17680"/>
                    <a:pt x="11275" y="19915"/>
                  </a:cubicBezTo>
                  <a:cubicBezTo>
                    <a:pt x="11009" y="20115"/>
                    <a:pt x="10842" y="20482"/>
                    <a:pt x="10842" y="20816"/>
                  </a:cubicBezTo>
                  <a:cubicBezTo>
                    <a:pt x="10842" y="20849"/>
                    <a:pt x="10842" y="20883"/>
                    <a:pt x="10842" y="20916"/>
                  </a:cubicBezTo>
                  <a:cubicBezTo>
                    <a:pt x="6238" y="22917"/>
                    <a:pt x="2369" y="27521"/>
                    <a:pt x="1" y="30923"/>
                  </a:cubicBezTo>
                  <a:lnTo>
                    <a:pt x="1" y="31657"/>
                  </a:lnTo>
                  <a:cubicBezTo>
                    <a:pt x="2302" y="28254"/>
                    <a:pt x="6238" y="23351"/>
                    <a:pt x="10942" y="21316"/>
                  </a:cubicBezTo>
                  <a:cubicBezTo>
                    <a:pt x="11142" y="21683"/>
                    <a:pt x="11542" y="21950"/>
                    <a:pt x="11943" y="21950"/>
                  </a:cubicBezTo>
                  <a:cubicBezTo>
                    <a:pt x="12143" y="21950"/>
                    <a:pt x="12309" y="21917"/>
                    <a:pt x="12443" y="21817"/>
                  </a:cubicBezTo>
                  <a:cubicBezTo>
                    <a:pt x="14535" y="25003"/>
                    <a:pt x="16535" y="27631"/>
                    <a:pt x="18530" y="27631"/>
                  </a:cubicBezTo>
                  <a:cubicBezTo>
                    <a:pt x="18603" y="27631"/>
                    <a:pt x="18675" y="27628"/>
                    <a:pt x="18747" y="27621"/>
                  </a:cubicBezTo>
                  <a:cubicBezTo>
                    <a:pt x="19114" y="27554"/>
                    <a:pt x="19615" y="27487"/>
                    <a:pt x="20182" y="27421"/>
                  </a:cubicBezTo>
                  <a:cubicBezTo>
                    <a:pt x="21937" y="27173"/>
                    <a:pt x="24314" y="26850"/>
                    <a:pt x="26556" y="26850"/>
                  </a:cubicBezTo>
                  <a:cubicBezTo>
                    <a:pt x="27638" y="26850"/>
                    <a:pt x="28688" y="26925"/>
                    <a:pt x="29622" y="27120"/>
                  </a:cubicBezTo>
                  <a:lnTo>
                    <a:pt x="30189" y="27220"/>
                  </a:lnTo>
                  <a:cubicBezTo>
                    <a:pt x="31123" y="27487"/>
                    <a:pt x="32057" y="27621"/>
                    <a:pt x="33024" y="27687"/>
                  </a:cubicBezTo>
                  <a:cubicBezTo>
                    <a:pt x="34058" y="27687"/>
                    <a:pt x="34725" y="27287"/>
                    <a:pt x="35960" y="26153"/>
                  </a:cubicBezTo>
                  <a:cubicBezTo>
                    <a:pt x="36627" y="25553"/>
                    <a:pt x="37227" y="24885"/>
                    <a:pt x="37761" y="24152"/>
                  </a:cubicBezTo>
                  <a:lnTo>
                    <a:pt x="38061" y="23785"/>
                  </a:lnTo>
                  <a:cubicBezTo>
                    <a:pt x="38261" y="24018"/>
                    <a:pt x="38562" y="24185"/>
                    <a:pt x="38862" y="24185"/>
                  </a:cubicBezTo>
                  <a:cubicBezTo>
                    <a:pt x="39029" y="25252"/>
                    <a:pt x="39295" y="26286"/>
                    <a:pt x="39662" y="27287"/>
                  </a:cubicBezTo>
                  <a:cubicBezTo>
                    <a:pt x="39862" y="27888"/>
                    <a:pt x="40063" y="28455"/>
                    <a:pt x="40329" y="29022"/>
                  </a:cubicBezTo>
                  <a:cubicBezTo>
                    <a:pt x="40063" y="29222"/>
                    <a:pt x="39896" y="29555"/>
                    <a:pt x="39862" y="29889"/>
                  </a:cubicBezTo>
                  <a:cubicBezTo>
                    <a:pt x="38595" y="30323"/>
                    <a:pt x="37194" y="31657"/>
                    <a:pt x="34959" y="33858"/>
                  </a:cubicBezTo>
                  <a:lnTo>
                    <a:pt x="34392" y="34459"/>
                  </a:lnTo>
                  <a:cubicBezTo>
                    <a:pt x="31690" y="37127"/>
                    <a:pt x="28388" y="39096"/>
                    <a:pt x="24785" y="40230"/>
                  </a:cubicBezTo>
                  <a:cubicBezTo>
                    <a:pt x="24568" y="39796"/>
                    <a:pt x="24180" y="39599"/>
                    <a:pt x="23793" y="39599"/>
                  </a:cubicBezTo>
                  <a:cubicBezTo>
                    <a:pt x="23230" y="39599"/>
                    <a:pt x="22670" y="40018"/>
                    <a:pt x="22650" y="40730"/>
                  </a:cubicBezTo>
                  <a:cubicBezTo>
                    <a:pt x="21588" y="40916"/>
                    <a:pt x="20505" y="41017"/>
                    <a:pt x="19418" y="41017"/>
                  </a:cubicBezTo>
                  <a:cubicBezTo>
                    <a:pt x="19139" y="41017"/>
                    <a:pt x="18860" y="41011"/>
                    <a:pt x="18581" y="40997"/>
                  </a:cubicBezTo>
                  <a:cubicBezTo>
                    <a:pt x="10542" y="40663"/>
                    <a:pt x="5004" y="38428"/>
                    <a:pt x="1" y="35259"/>
                  </a:cubicBezTo>
                  <a:lnTo>
                    <a:pt x="1" y="35726"/>
                  </a:lnTo>
                  <a:cubicBezTo>
                    <a:pt x="5004" y="38862"/>
                    <a:pt x="10542" y="41030"/>
                    <a:pt x="18547" y="41397"/>
                  </a:cubicBezTo>
                  <a:lnTo>
                    <a:pt x="19381" y="41397"/>
                  </a:lnTo>
                  <a:cubicBezTo>
                    <a:pt x="20515" y="41397"/>
                    <a:pt x="21616" y="41297"/>
                    <a:pt x="22717" y="41097"/>
                  </a:cubicBezTo>
                  <a:cubicBezTo>
                    <a:pt x="22884" y="41531"/>
                    <a:pt x="23317" y="41797"/>
                    <a:pt x="23784" y="41797"/>
                  </a:cubicBezTo>
                  <a:lnTo>
                    <a:pt x="24018" y="41797"/>
                  </a:lnTo>
                  <a:cubicBezTo>
                    <a:pt x="25019" y="45000"/>
                    <a:pt x="24918" y="48202"/>
                    <a:pt x="27354" y="51605"/>
                  </a:cubicBezTo>
                  <a:cubicBezTo>
                    <a:pt x="26953" y="52205"/>
                    <a:pt x="27187" y="53006"/>
                    <a:pt x="27854" y="53272"/>
                  </a:cubicBezTo>
                  <a:cubicBezTo>
                    <a:pt x="27821" y="55741"/>
                    <a:pt x="27287" y="60044"/>
                    <a:pt x="20415" y="60411"/>
                  </a:cubicBezTo>
                  <a:cubicBezTo>
                    <a:pt x="20182" y="60430"/>
                    <a:pt x="19379" y="60441"/>
                    <a:pt x="18255" y="60441"/>
                  </a:cubicBezTo>
                  <a:cubicBezTo>
                    <a:pt x="15518" y="60441"/>
                    <a:pt x="10882" y="60376"/>
                    <a:pt x="7973" y="60211"/>
                  </a:cubicBezTo>
                  <a:lnTo>
                    <a:pt x="7973" y="60211"/>
                  </a:lnTo>
                  <a:lnTo>
                    <a:pt x="8407" y="60511"/>
                  </a:lnTo>
                  <a:lnTo>
                    <a:pt x="8707" y="60678"/>
                  </a:lnTo>
                  <a:cubicBezTo>
                    <a:pt x="10969" y="60802"/>
                    <a:pt x="14637" y="60836"/>
                    <a:pt x="17280" y="60836"/>
                  </a:cubicBezTo>
                  <a:cubicBezTo>
                    <a:pt x="18886" y="60836"/>
                    <a:pt x="20113" y="60824"/>
                    <a:pt x="20415" y="60811"/>
                  </a:cubicBezTo>
                  <a:cubicBezTo>
                    <a:pt x="27554" y="60377"/>
                    <a:pt x="28087" y="55908"/>
                    <a:pt x="28221" y="53339"/>
                  </a:cubicBezTo>
                  <a:lnTo>
                    <a:pt x="28254" y="53339"/>
                  </a:lnTo>
                  <a:cubicBezTo>
                    <a:pt x="28388" y="53339"/>
                    <a:pt x="28521" y="53306"/>
                    <a:pt x="28654" y="53272"/>
                  </a:cubicBezTo>
                  <a:cubicBezTo>
                    <a:pt x="30322" y="55407"/>
                    <a:pt x="33058" y="58843"/>
                    <a:pt x="32190" y="61745"/>
                  </a:cubicBezTo>
                  <a:cubicBezTo>
                    <a:pt x="31323" y="64781"/>
                    <a:pt x="30689" y="67716"/>
                    <a:pt x="31523" y="69484"/>
                  </a:cubicBezTo>
                  <a:lnTo>
                    <a:pt x="31990" y="69551"/>
                  </a:lnTo>
                  <a:cubicBezTo>
                    <a:pt x="31023" y="67916"/>
                    <a:pt x="31723" y="64814"/>
                    <a:pt x="32557" y="61879"/>
                  </a:cubicBezTo>
                  <a:cubicBezTo>
                    <a:pt x="33458" y="58843"/>
                    <a:pt x="30589" y="55341"/>
                    <a:pt x="28955" y="53072"/>
                  </a:cubicBezTo>
                  <a:cubicBezTo>
                    <a:pt x="29055" y="53006"/>
                    <a:pt x="29155" y="52905"/>
                    <a:pt x="29188" y="52805"/>
                  </a:cubicBezTo>
                  <a:cubicBezTo>
                    <a:pt x="29618" y="52886"/>
                    <a:pt x="30085" y="52922"/>
                    <a:pt x="30566" y="52922"/>
                  </a:cubicBezTo>
                  <a:cubicBezTo>
                    <a:pt x="32063" y="52922"/>
                    <a:pt x="33690" y="52576"/>
                    <a:pt x="34725" y="52172"/>
                  </a:cubicBezTo>
                  <a:cubicBezTo>
                    <a:pt x="36363" y="51533"/>
                    <a:pt x="37215" y="51370"/>
                    <a:pt x="37807" y="51370"/>
                  </a:cubicBezTo>
                  <a:cubicBezTo>
                    <a:pt x="38143" y="51370"/>
                    <a:pt x="38396" y="51423"/>
                    <a:pt x="38662" y="51471"/>
                  </a:cubicBezTo>
                  <a:cubicBezTo>
                    <a:pt x="39029" y="51571"/>
                    <a:pt x="39362" y="51605"/>
                    <a:pt x="39729" y="51605"/>
                  </a:cubicBezTo>
                  <a:cubicBezTo>
                    <a:pt x="40396" y="51571"/>
                    <a:pt x="41030" y="51404"/>
                    <a:pt x="41597" y="51138"/>
                  </a:cubicBezTo>
                  <a:cubicBezTo>
                    <a:pt x="42172" y="50912"/>
                    <a:pt x="42710" y="50687"/>
                    <a:pt x="43323" y="50687"/>
                  </a:cubicBezTo>
                  <a:cubicBezTo>
                    <a:pt x="43528" y="50687"/>
                    <a:pt x="43740" y="50712"/>
                    <a:pt x="43965" y="50771"/>
                  </a:cubicBezTo>
                  <a:cubicBezTo>
                    <a:pt x="44299" y="50871"/>
                    <a:pt x="44566" y="50937"/>
                    <a:pt x="44799" y="50971"/>
                  </a:cubicBezTo>
                  <a:lnTo>
                    <a:pt x="44799" y="51004"/>
                  </a:lnTo>
                  <a:cubicBezTo>
                    <a:pt x="44799" y="51338"/>
                    <a:pt x="44966" y="51671"/>
                    <a:pt x="45233" y="51871"/>
                  </a:cubicBezTo>
                  <a:cubicBezTo>
                    <a:pt x="44666" y="53239"/>
                    <a:pt x="44099" y="54473"/>
                    <a:pt x="43365" y="56008"/>
                  </a:cubicBezTo>
                  <a:lnTo>
                    <a:pt x="42731" y="57242"/>
                  </a:lnTo>
                  <a:cubicBezTo>
                    <a:pt x="42031" y="58743"/>
                    <a:pt x="44633" y="61245"/>
                    <a:pt x="44532" y="63046"/>
                  </a:cubicBezTo>
                  <a:lnTo>
                    <a:pt x="44532" y="63213"/>
                  </a:lnTo>
                  <a:cubicBezTo>
                    <a:pt x="44466" y="64113"/>
                    <a:pt x="44266" y="65014"/>
                    <a:pt x="43999" y="65848"/>
                  </a:cubicBezTo>
                  <a:cubicBezTo>
                    <a:pt x="44199" y="65615"/>
                    <a:pt x="44399" y="65348"/>
                    <a:pt x="44633" y="65081"/>
                  </a:cubicBezTo>
                  <a:cubicBezTo>
                    <a:pt x="44766" y="64480"/>
                    <a:pt x="44866" y="63847"/>
                    <a:pt x="44933" y="63246"/>
                  </a:cubicBezTo>
                  <a:lnTo>
                    <a:pt x="44933" y="63079"/>
                  </a:lnTo>
                  <a:cubicBezTo>
                    <a:pt x="45033" y="61311"/>
                    <a:pt x="42431" y="58843"/>
                    <a:pt x="43098" y="57409"/>
                  </a:cubicBezTo>
                  <a:lnTo>
                    <a:pt x="43699" y="56174"/>
                  </a:lnTo>
                  <a:cubicBezTo>
                    <a:pt x="44432" y="54640"/>
                    <a:pt x="45033" y="53439"/>
                    <a:pt x="45600" y="52072"/>
                  </a:cubicBezTo>
                  <a:cubicBezTo>
                    <a:pt x="45700" y="52105"/>
                    <a:pt x="45800" y="52105"/>
                    <a:pt x="45933" y="52105"/>
                  </a:cubicBezTo>
                  <a:cubicBezTo>
                    <a:pt x="46234" y="52105"/>
                    <a:pt x="46534" y="51971"/>
                    <a:pt x="46767" y="51738"/>
                  </a:cubicBezTo>
                  <a:cubicBezTo>
                    <a:pt x="47935" y="52372"/>
                    <a:pt x="49603" y="53406"/>
                    <a:pt x="50170" y="54340"/>
                  </a:cubicBezTo>
                  <a:lnTo>
                    <a:pt x="50337" y="53873"/>
                  </a:lnTo>
                  <a:cubicBezTo>
                    <a:pt x="49770" y="52872"/>
                    <a:pt x="48035" y="51971"/>
                    <a:pt x="46968" y="51371"/>
                  </a:cubicBezTo>
                  <a:cubicBezTo>
                    <a:pt x="47034" y="51238"/>
                    <a:pt x="47034" y="51138"/>
                    <a:pt x="47034" y="51004"/>
                  </a:cubicBezTo>
                  <a:cubicBezTo>
                    <a:pt x="47034" y="50570"/>
                    <a:pt x="46801" y="50170"/>
                    <a:pt x="46400" y="49970"/>
                  </a:cubicBezTo>
                  <a:lnTo>
                    <a:pt x="46634" y="49370"/>
                  </a:lnTo>
                  <a:lnTo>
                    <a:pt x="46601" y="49403"/>
                  </a:lnTo>
                  <a:lnTo>
                    <a:pt x="46601" y="49403"/>
                  </a:lnTo>
                  <a:lnTo>
                    <a:pt x="46701" y="49169"/>
                  </a:lnTo>
                  <a:cubicBezTo>
                    <a:pt x="47868" y="46067"/>
                    <a:pt x="52038" y="41130"/>
                    <a:pt x="52538" y="36994"/>
                  </a:cubicBezTo>
                  <a:cubicBezTo>
                    <a:pt x="53105" y="36927"/>
                    <a:pt x="53539" y="36460"/>
                    <a:pt x="53539" y="35893"/>
                  </a:cubicBezTo>
                  <a:cubicBezTo>
                    <a:pt x="53539" y="35793"/>
                    <a:pt x="53539" y="35693"/>
                    <a:pt x="53506" y="35593"/>
                  </a:cubicBezTo>
                  <a:cubicBezTo>
                    <a:pt x="53839" y="35460"/>
                    <a:pt x="54139" y="35326"/>
                    <a:pt x="54440" y="35159"/>
                  </a:cubicBezTo>
                  <a:lnTo>
                    <a:pt x="54440" y="34792"/>
                  </a:lnTo>
                  <a:cubicBezTo>
                    <a:pt x="54073" y="34959"/>
                    <a:pt x="53706" y="35126"/>
                    <a:pt x="53339" y="35259"/>
                  </a:cubicBezTo>
                  <a:cubicBezTo>
                    <a:pt x="53112" y="34939"/>
                    <a:pt x="52768" y="34790"/>
                    <a:pt x="52426" y="34790"/>
                  </a:cubicBezTo>
                  <a:cubicBezTo>
                    <a:pt x="51912" y="34790"/>
                    <a:pt x="51404" y="35126"/>
                    <a:pt x="51304" y="35726"/>
                  </a:cubicBezTo>
                  <a:cubicBezTo>
                    <a:pt x="51138" y="35739"/>
                    <a:pt x="50974" y="35744"/>
                    <a:pt x="50813" y="35744"/>
                  </a:cubicBezTo>
                  <a:cubicBezTo>
                    <a:pt x="48299" y="35744"/>
                    <a:pt x="46476" y="34334"/>
                    <a:pt x="45567" y="33425"/>
                  </a:cubicBezTo>
                  <a:cubicBezTo>
                    <a:pt x="45300" y="33125"/>
                    <a:pt x="45066" y="32824"/>
                    <a:pt x="44799" y="32524"/>
                  </a:cubicBezTo>
                  <a:cubicBezTo>
                    <a:pt x="44099" y="31624"/>
                    <a:pt x="43265" y="30589"/>
                    <a:pt x="42097" y="30056"/>
                  </a:cubicBezTo>
                  <a:lnTo>
                    <a:pt x="42097" y="29922"/>
                  </a:lnTo>
                  <a:cubicBezTo>
                    <a:pt x="42097" y="29340"/>
                    <a:pt x="41626" y="28820"/>
                    <a:pt x="41020" y="28820"/>
                  </a:cubicBezTo>
                  <a:cubicBezTo>
                    <a:pt x="41001" y="28820"/>
                    <a:pt x="40982" y="28821"/>
                    <a:pt x="40963" y="28822"/>
                  </a:cubicBezTo>
                  <a:cubicBezTo>
                    <a:pt x="40863" y="28822"/>
                    <a:pt x="40763" y="28822"/>
                    <a:pt x="40663" y="28855"/>
                  </a:cubicBezTo>
                  <a:cubicBezTo>
                    <a:pt x="40396" y="28288"/>
                    <a:pt x="40196" y="27754"/>
                    <a:pt x="39996" y="27154"/>
                  </a:cubicBezTo>
                  <a:cubicBezTo>
                    <a:pt x="39662" y="26186"/>
                    <a:pt x="39395" y="25186"/>
                    <a:pt x="39229" y="24152"/>
                  </a:cubicBezTo>
                  <a:cubicBezTo>
                    <a:pt x="39462" y="24085"/>
                    <a:pt x="39662" y="23918"/>
                    <a:pt x="39829" y="23718"/>
                  </a:cubicBezTo>
                  <a:cubicBezTo>
                    <a:pt x="39963" y="23885"/>
                    <a:pt x="40129" y="24051"/>
                    <a:pt x="40296" y="24252"/>
                  </a:cubicBezTo>
                  <a:cubicBezTo>
                    <a:pt x="41030" y="25086"/>
                    <a:pt x="41997" y="26120"/>
                    <a:pt x="43332" y="26220"/>
                  </a:cubicBezTo>
                  <a:cubicBezTo>
                    <a:pt x="43798" y="26268"/>
                    <a:pt x="44265" y="26293"/>
                    <a:pt x="44729" y="26293"/>
                  </a:cubicBezTo>
                  <a:cubicBezTo>
                    <a:pt x="47123" y="26293"/>
                    <a:pt x="49470" y="25653"/>
                    <a:pt x="51537" y="24452"/>
                  </a:cubicBezTo>
                  <a:cubicBezTo>
                    <a:pt x="51871" y="24252"/>
                    <a:pt x="52205" y="24018"/>
                    <a:pt x="52505" y="23818"/>
                  </a:cubicBezTo>
                  <a:cubicBezTo>
                    <a:pt x="52471" y="23685"/>
                    <a:pt x="52438" y="23518"/>
                    <a:pt x="52405" y="23384"/>
                  </a:cubicBezTo>
                  <a:cubicBezTo>
                    <a:pt x="52071" y="23651"/>
                    <a:pt x="51704" y="23885"/>
                    <a:pt x="51337" y="24085"/>
                  </a:cubicBezTo>
                  <a:cubicBezTo>
                    <a:pt x="49306" y="25298"/>
                    <a:pt x="47013" y="25914"/>
                    <a:pt x="44679" y="25914"/>
                  </a:cubicBezTo>
                  <a:cubicBezTo>
                    <a:pt x="44253" y="25914"/>
                    <a:pt x="43826" y="25894"/>
                    <a:pt x="43398" y="25853"/>
                  </a:cubicBezTo>
                  <a:cubicBezTo>
                    <a:pt x="42197" y="25753"/>
                    <a:pt x="41297" y="24785"/>
                    <a:pt x="40596" y="23985"/>
                  </a:cubicBezTo>
                  <a:cubicBezTo>
                    <a:pt x="40396" y="23785"/>
                    <a:pt x="40196" y="23551"/>
                    <a:pt x="40029" y="23384"/>
                  </a:cubicBezTo>
                  <a:cubicBezTo>
                    <a:pt x="40029" y="23284"/>
                    <a:pt x="40063" y="23184"/>
                    <a:pt x="40063" y="23084"/>
                  </a:cubicBezTo>
                  <a:cubicBezTo>
                    <a:pt x="40063" y="22550"/>
                    <a:pt x="39696" y="22083"/>
                    <a:pt x="39162" y="21983"/>
                  </a:cubicBezTo>
                  <a:cubicBezTo>
                    <a:pt x="39262" y="20916"/>
                    <a:pt x="39462" y="19848"/>
                    <a:pt x="39729" y="18814"/>
                  </a:cubicBezTo>
                  <a:cubicBezTo>
                    <a:pt x="40430" y="15746"/>
                    <a:pt x="38795" y="11876"/>
                    <a:pt x="35893" y="6706"/>
                  </a:cubicBezTo>
                  <a:cubicBezTo>
                    <a:pt x="36193" y="6506"/>
                    <a:pt x="36360" y="6172"/>
                    <a:pt x="36360" y="5805"/>
                  </a:cubicBezTo>
                  <a:cubicBezTo>
                    <a:pt x="41263" y="5105"/>
                    <a:pt x="44633" y="3370"/>
                    <a:pt x="46167" y="768"/>
                  </a:cubicBezTo>
                  <a:cubicBezTo>
                    <a:pt x="46267" y="635"/>
                    <a:pt x="46334" y="468"/>
                    <a:pt x="46434" y="301"/>
                  </a:cubicBezTo>
                  <a:cubicBezTo>
                    <a:pt x="46334" y="201"/>
                    <a:pt x="46234" y="101"/>
                    <a:pt x="46134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3">
              <a:extLst>
                <a:ext uri="{FF2B5EF4-FFF2-40B4-BE49-F238E27FC236}">
                  <a16:creationId xmlns:a16="http://schemas.microsoft.com/office/drawing/2014/main" id="{662F7547-9C65-E114-28A0-3643A6D856E6}"/>
                </a:ext>
              </a:extLst>
            </p:cNvPr>
            <p:cNvSpPr/>
            <p:nvPr/>
          </p:nvSpPr>
          <p:spPr>
            <a:xfrm>
              <a:off x="6571084" y="1650408"/>
              <a:ext cx="876484" cy="1119771"/>
            </a:xfrm>
            <a:custGeom>
              <a:avLst/>
              <a:gdLst/>
              <a:ahLst/>
              <a:cxnLst/>
              <a:rect l="l" t="t" r="r" b="b"/>
              <a:pathLst>
                <a:path w="54440" h="69551" extrusionOk="0">
                  <a:moveTo>
                    <a:pt x="12676" y="1569"/>
                  </a:moveTo>
                  <a:cubicBezTo>
                    <a:pt x="16846" y="4604"/>
                    <a:pt x="22850" y="6272"/>
                    <a:pt x="29855" y="6272"/>
                  </a:cubicBezTo>
                  <a:cubicBezTo>
                    <a:pt x="31223" y="6272"/>
                    <a:pt x="32657" y="6205"/>
                    <a:pt x="34125" y="6072"/>
                  </a:cubicBezTo>
                  <a:cubicBezTo>
                    <a:pt x="34258" y="6572"/>
                    <a:pt x="34692" y="6906"/>
                    <a:pt x="35226" y="6906"/>
                  </a:cubicBezTo>
                  <a:cubicBezTo>
                    <a:pt x="35326" y="6906"/>
                    <a:pt x="35426" y="6906"/>
                    <a:pt x="35526" y="6872"/>
                  </a:cubicBezTo>
                  <a:cubicBezTo>
                    <a:pt x="38428" y="11976"/>
                    <a:pt x="40029" y="15779"/>
                    <a:pt x="39362" y="18714"/>
                  </a:cubicBezTo>
                  <a:cubicBezTo>
                    <a:pt x="39062" y="19782"/>
                    <a:pt x="38895" y="20883"/>
                    <a:pt x="38762" y="21950"/>
                  </a:cubicBezTo>
                  <a:cubicBezTo>
                    <a:pt x="38228" y="22050"/>
                    <a:pt x="37828" y="22517"/>
                    <a:pt x="37828" y="23084"/>
                  </a:cubicBezTo>
                  <a:cubicBezTo>
                    <a:pt x="37828" y="23184"/>
                    <a:pt x="37828" y="23318"/>
                    <a:pt x="37861" y="23418"/>
                  </a:cubicBezTo>
                  <a:cubicBezTo>
                    <a:pt x="37761" y="23551"/>
                    <a:pt x="37628" y="23718"/>
                    <a:pt x="37494" y="23918"/>
                  </a:cubicBezTo>
                  <a:cubicBezTo>
                    <a:pt x="36960" y="24619"/>
                    <a:pt x="36360" y="25286"/>
                    <a:pt x="35693" y="25853"/>
                  </a:cubicBezTo>
                  <a:cubicBezTo>
                    <a:pt x="34547" y="26898"/>
                    <a:pt x="34019" y="27289"/>
                    <a:pt x="33051" y="27289"/>
                  </a:cubicBezTo>
                  <a:cubicBezTo>
                    <a:pt x="32412" y="27289"/>
                    <a:pt x="31582" y="27119"/>
                    <a:pt x="30256" y="26853"/>
                  </a:cubicBezTo>
                  <a:lnTo>
                    <a:pt x="29689" y="26720"/>
                  </a:lnTo>
                  <a:cubicBezTo>
                    <a:pt x="28733" y="26525"/>
                    <a:pt x="27665" y="26449"/>
                    <a:pt x="26567" y="26449"/>
                  </a:cubicBezTo>
                  <a:cubicBezTo>
                    <a:pt x="24292" y="26449"/>
                    <a:pt x="21893" y="26773"/>
                    <a:pt x="20115" y="27020"/>
                  </a:cubicBezTo>
                  <a:cubicBezTo>
                    <a:pt x="19548" y="27120"/>
                    <a:pt x="19081" y="27187"/>
                    <a:pt x="18681" y="27220"/>
                  </a:cubicBezTo>
                  <a:cubicBezTo>
                    <a:pt x="18615" y="27228"/>
                    <a:pt x="18549" y="27231"/>
                    <a:pt x="18483" y="27231"/>
                  </a:cubicBezTo>
                  <a:cubicBezTo>
                    <a:pt x="16703" y="27231"/>
                    <a:pt x="14769" y="24671"/>
                    <a:pt x="12743" y="21583"/>
                  </a:cubicBezTo>
                  <a:cubicBezTo>
                    <a:pt x="12943" y="21383"/>
                    <a:pt x="13077" y="21116"/>
                    <a:pt x="13077" y="20816"/>
                  </a:cubicBezTo>
                  <a:cubicBezTo>
                    <a:pt x="13077" y="20215"/>
                    <a:pt x="12576" y="19715"/>
                    <a:pt x="11943" y="19715"/>
                  </a:cubicBezTo>
                  <a:cubicBezTo>
                    <a:pt x="11842" y="19715"/>
                    <a:pt x="11742" y="19715"/>
                    <a:pt x="11642" y="19748"/>
                  </a:cubicBezTo>
                  <a:cubicBezTo>
                    <a:pt x="10675" y="17580"/>
                    <a:pt x="11009" y="14878"/>
                    <a:pt x="12043" y="6672"/>
                  </a:cubicBezTo>
                  <a:cubicBezTo>
                    <a:pt x="12243" y="5171"/>
                    <a:pt x="12443" y="3470"/>
                    <a:pt x="12676" y="1569"/>
                  </a:cubicBezTo>
                  <a:close/>
                  <a:moveTo>
                    <a:pt x="41964" y="30456"/>
                  </a:moveTo>
                  <a:cubicBezTo>
                    <a:pt x="43031" y="30956"/>
                    <a:pt x="43832" y="31957"/>
                    <a:pt x="44499" y="32791"/>
                  </a:cubicBezTo>
                  <a:cubicBezTo>
                    <a:pt x="44733" y="33125"/>
                    <a:pt x="44999" y="33425"/>
                    <a:pt x="45300" y="33725"/>
                  </a:cubicBezTo>
                  <a:cubicBezTo>
                    <a:pt x="46065" y="34490"/>
                    <a:pt x="48047" y="36138"/>
                    <a:pt x="50899" y="36138"/>
                  </a:cubicBezTo>
                  <a:cubicBezTo>
                    <a:pt x="51032" y="36138"/>
                    <a:pt x="51167" y="36134"/>
                    <a:pt x="51304" y="36127"/>
                  </a:cubicBezTo>
                  <a:cubicBezTo>
                    <a:pt x="51371" y="36560"/>
                    <a:pt x="51671" y="36894"/>
                    <a:pt x="52138" y="37027"/>
                  </a:cubicBezTo>
                  <a:cubicBezTo>
                    <a:pt x="51704" y="41064"/>
                    <a:pt x="47501" y="46001"/>
                    <a:pt x="46334" y="49069"/>
                  </a:cubicBezTo>
                  <a:cubicBezTo>
                    <a:pt x="46200" y="49370"/>
                    <a:pt x="46100" y="49636"/>
                    <a:pt x="46000" y="49903"/>
                  </a:cubicBezTo>
                  <a:lnTo>
                    <a:pt x="45933" y="49903"/>
                  </a:lnTo>
                  <a:cubicBezTo>
                    <a:pt x="45466" y="49903"/>
                    <a:pt x="45066" y="50204"/>
                    <a:pt x="44899" y="50637"/>
                  </a:cubicBezTo>
                  <a:cubicBezTo>
                    <a:pt x="44666" y="50570"/>
                    <a:pt x="44399" y="50537"/>
                    <a:pt x="44065" y="50437"/>
                  </a:cubicBezTo>
                  <a:cubicBezTo>
                    <a:pt x="43800" y="50368"/>
                    <a:pt x="43549" y="50339"/>
                    <a:pt x="43310" y="50339"/>
                  </a:cubicBezTo>
                  <a:cubicBezTo>
                    <a:pt x="42620" y="50339"/>
                    <a:pt x="42025" y="50581"/>
                    <a:pt x="41430" y="50804"/>
                  </a:cubicBezTo>
                  <a:cubicBezTo>
                    <a:pt x="41030" y="51004"/>
                    <a:pt x="40630" y="51138"/>
                    <a:pt x="40229" y="51238"/>
                  </a:cubicBezTo>
                  <a:cubicBezTo>
                    <a:pt x="40963" y="50337"/>
                    <a:pt x="42564" y="48102"/>
                    <a:pt x="41230" y="46167"/>
                  </a:cubicBezTo>
                  <a:cubicBezTo>
                    <a:pt x="40096" y="44566"/>
                    <a:pt x="42131" y="42064"/>
                    <a:pt x="42631" y="40497"/>
                  </a:cubicBezTo>
                  <a:cubicBezTo>
                    <a:pt x="43031" y="39129"/>
                    <a:pt x="44166" y="37895"/>
                    <a:pt x="43532" y="35726"/>
                  </a:cubicBezTo>
                  <a:cubicBezTo>
                    <a:pt x="43265" y="34792"/>
                    <a:pt x="42965" y="34259"/>
                    <a:pt x="42331" y="32658"/>
                  </a:cubicBezTo>
                  <a:cubicBezTo>
                    <a:pt x="42097" y="32057"/>
                    <a:pt x="41931" y="31457"/>
                    <a:pt x="41630" y="30856"/>
                  </a:cubicBezTo>
                  <a:cubicBezTo>
                    <a:pt x="41764" y="30756"/>
                    <a:pt x="41864" y="30623"/>
                    <a:pt x="41964" y="30456"/>
                  </a:cubicBezTo>
                  <a:close/>
                  <a:moveTo>
                    <a:pt x="39963" y="30289"/>
                  </a:moveTo>
                  <a:cubicBezTo>
                    <a:pt x="40096" y="30756"/>
                    <a:pt x="40530" y="31056"/>
                    <a:pt x="40997" y="31056"/>
                  </a:cubicBezTo>
                  <a:cubicBezTo>
                    <a:pt x="41097" y="31056"/>
                    <a:pt x="41197" y="31023"/>
                    <a:pt x="41297" y="31023"/>
                  </a:cubicBezTo>
                  <a:cubicBezTo>
                    <a:pt x="41564" y="31624"/>
                    <a:pt x="41797" y="32257"/>
                    <a:pt x="42031" y="32824"/>
                  </a:cubicBezTo>
                  <a:cubicBezTo>
                    <a:pt x="42731" y="34659"/>
                    <a:pt x="42865" y="34926"/>
                    <a:pt x="43131" y="35760"/>
                  </a:cubicBezTo>
                  <a:cubicBezTo>
                    <a:pt x="43765" y="37828"/>
                    <a:pt x="42664" y="39096"/>
                    <a:pt x="42264" y="40330"/>
                  </a:cubicBezTo>
                  <a:cubicBezTo>
                    <a:pt x="41764" y="41998"/>
                    <a:pt x="39696" y="44600"/>
                    <a:pt x="40930" y="46367"/>
                  </a:cubicBezTo>
                  <a:cubicBezTo>
                    <a:pt x="42331" y="48369"/>
                    <a:pt x="40063" y="50871"/>
                    <a:pt x="39662" y="51271"/>
                  </a:cubicBezTo>
                  <a:cubicBezTo>
                    <a:pt x="39362" y="51238"/>
                    <a:pt x="39062" y="51204"/>
                    <a:pt x="38762" y="51138"/>
                  </a:cubicBezTo>
                  <a:cubicBezTo>
                    <a:pt x="38476" y="51075"/>
                    <a:pt x="38199" y="51013"/>
                    <a:pt x="37825" y="51013"/>
                  </a:cubicBezTo>
                  <a:cubicBezTo>
                    <a:pt x="37194" y="51013"/>
                    <a:pt x="36287" y="51189"/>
                    <a:pt x="34592" y="51838"/>
                  </a:cubicBezTo>
                  <a:cubicBezTo>
                    <a:pt x="33337" y="52315"/>
                    <a:pt x="32006" y="52546"/>
                    <a:pt x="30671" y="52546"/>
                  </a:cubicBezTo>
                  <a:cubicBezTo>
                    <a:pt x="30232" y="52546"/>
                    <a:pt x="29792" y="52521"/>
                    <a:pt x="29355" y="52472"/>
                  </a:cubicBezTo>
                  <a:cubicBezTo>
                    <a:pt x="29388" y="52405"/>
                    <a:pt x="29388" y="52338"/>
                    <a:pt x="29388" y="52272"/>
                  </a:cubicBezTo>
                  <a:cubicBezTo>
                    <a:pt x="29388" y="51638"/>
                    <a:pt x="28888" y="51138"/>
                    <a:pt x="28254" y="51138"/>
                  </a:cubicBezTo>
                  <a:cubicBezTo>
                    <a:pt x="28021" y="51138"/>
                    <a:pt x="27821" y="51204"/>
                    <a:pt x="27620" y="51338"/>
                  </a:cubicBezTo>
                  <a:cubicBezTo>
                    <a:pt x="25252" y="48002"/>
                    <a:pt x="25385" y="44800"/>
                    <a:pt x="24385" y="41664"/>
                  </a:cubicBezTo>
                  <a:cubicBezTo>
                    <a:pt x="24685" y="41464"/>
                    <a:pt x="24885" y="41097"/>
                    <a:pt x="24885" y="40730"/>
                  </a:cubicBezTo>
                  <a:cubicBezTo>
                    <a:pt x="24885" y="40697"/>
                    <a:pt x="24885" y="40630"/>
                    <a:pt x="24885" y="40597"/>
                  </a:cubicBezTo>
                  <a:cubicBezTo>
                    <a:pt x="28554" y="39462"/>
                    <a:pt x="31923" y="37428"/>
                    <a:pt x="34659" y="34726"/>
                  </a:cubicBezTo>
                  <a:lnTo>
                    <a:pt x="35259" y="34159"/>
                  </a:lnTo>
                  <a:cubicBezTo>
                    <a:pt x="37427" y="32024"/>
                    <a:pt x="38762" y="30723"/>
                    <a:pt x="39963" y="30289"/>
                  </a:cubicBezTo>
                  <a:close/>
                  <a:moveTo>
                    <a:pt x="46134" y="1"/>
                  </a:moveTo>
                  <a:cubicBezTo>
                    <a:pt x="46034" y="201"/>
                    <a:pt x="45933" y="401"/>
                    <a:pt x="45833" y="601"/>
                  </a:cubicBezTo>
                  <a:cubicBezTo>
                    <a:pt x="44366" y="3070"/>
                    <a:pt x="41097" y="4738"/>
                    <a:pt x="36293" y="5438"/>
                  </a:cubicBezTo>
                  <a:cubicBezTo>
                    <a:pt x="36110" y="4919"/>
                    <a:pt x="35669" y="4673"/>
                    <a:pt x="35231" y="4673"/>
                  </a:cubicBezTo>
                  <a:cubicBezTo>
                    <a:pt x="34712" y="4673"/>
                    <a:pt x="34197" y="5020"/>
                    <a:pt x="34125" y="5672"/>
                  </a:cubicBezTo>
                  <a:cubicBezTo>
                    <a:pt x="32680" y="5798"/>
                    <a:pt x="31271" y="5860"/>
                    <a:pt x="29901" y="5860"/>
                  </a:cubicBezTo>
                  <a:cubicBezTo>
                    <a:pt x="22925" y="5860"/>
                    <a:pt x="17003" y="4247"/>
                    <a:pt x="12877" y="1235"/>
                  </a:cubicBezTo>
                  <a:cubicBezTo>
                    <a:pt x="12676" y="1335"/>
                    <a:pt x="12476" y="1435"/>
                    <a:pt x="12276" y="1569"/>
                  </a:cubicBezTo>
                  <a:cubicBezTo>
                    <a:pt x="12043" y="3437"/>
                    <a:pt x="11842" y="5138"/>
                    <a:pt x="11642" y="6606"/>
                  </a:cubicBezTo>
                  <a:cubicBezTo>
                    <a:pt x="10608" y="14945"/>
                    <a:pt x="10241" y="17680"/>
                    <a:pt x="11275" y="19915"/>
                  </a:cubicBezTo>
                  <a:cubicBezTo>
                    <a:pt x="11009" y="20115"/>
                    <a:pt x="10842" y="20482"/>
                    <a:pt x="10842" y="20816"/>
                  </a:cubicBezTo>
                  <a:cubicBezTo>
                    <a:pt x="10842" y="20849"/>
                    <a:pt x="10842" y="20883"/>
                    <a:pt x="10842" y="20916"/>
                  </a:cubicBezTo>
                  <a:cubicBezTo>
                    <a:pt x="6238" y="22917"/>
                    <a:pt x="2369" y="27521"/>
                    <a:pt x="1" y="30923"/>
                  </a:cubicBezTo>
                  <a:lnTo>
                    <a:pt x="1" y="31657"/>
                  </a:lnTo>
                  <a:cubicBezTo>
                    <a:pt x="2302" y="28254"/>
                    <a:pt x="6238" y="23351"/>
                    <a:pt x="10942" y="21316"/>
                  </a:cubicBezTo>
                  <a:cubicBezTo>
                    <a:pt x="11142" y="21683"/>
                    <a:pt x="11542" y="21950"/>
                    <a:pt x="11943" y="21950"/>
                  </a:cubicBezTo>
                  <a:cubicBezTo>
                    <a:pt x="12143" y="21950"/>
                    <a:pt x="12309" y="21917"/>
                    <a:pt x="12443" y="21817"/>
                  </a:cubicBezTo>
                  <a:cubicBezTo>
                    <a:pt x="14535" y="25003"/>
                    <a:pt x="16535" y="27631"/>
                    <a:pt x="18530" y="27631"/>
                  </a:cubicBezTo>
                  <a:cubicBezTo>
                    <a:pt x="18603" y="27631"/>
                    <a:pt x="18675" y="27628"/>
                    <a:pt x="18747" y="27621"/>
                  </a:cubicBezTo>
                  <a:cubicBezTo>
                    <a:pt x="19114" y="27554"/>
                    <a:pt x="19615" y="27487"/>
                    <a:pt x="20182" y="27421"/>
                  </a:cubicBezTo>
                  <a:cubicBezTo>
                    <a:pt x="21937" y="27173"/>
                    <a:pt x="24314" y="26850"/>
                    <a:pt x="26556" y="26850"/>
                  </a:cubicBezTo>
                  <a:cubicBezTo>
                    <a:pt x="27638" y="26850"/>
                    <a:pt x="28688" y="26925"/>
                    <a:pt x="29622" y="27120"/>
                  </a:cubicBezTo>
                  <a:lnTo>
                    <a:pt x="30189" y="27220"/>
                  </a:lnTo>
                  <a:cubicBezTo>
                    <a:pt x="31123" y="27487"/>
                    <a:pt x="32057" y="27621"/>
                    <a:pt x="33024" y="27687"/>
                  </a:cubicBezTo>
                  <a:cubicBezTo>
                    <a:pt x="34058" y="27687"/>
                    <a:pt x="34725" y="27287"/>
                    <a:pt x="35960" y="26153"/>
                  </a:cubicBezTo>
                  <a:cubicBezTo>
                    <a:pt x="36627" y="25553"/>
                    <a:pt x="37227" y="24885"/>
                    <a:pt x="37761" y="24152"/>
                  </a:cubicBezTo>
                  <a:lnTo>
                    <a:pt x="38061" y="23785"/>
                  </a:lnTo>
                  <a:cubicBezTo>
                    <a:pt x="38261" y="24018"/>
                    <a:pt x="38562" y="24185"/>
                    <a:pt x="38862" y="24185"/>
                  </a:cubicBezTo>
                  <a:cubicBezTo>
                    <a:pt x="39029" y="25252"/>
                    <a:pt x="39295" y="26286"/>
                    <a:pt x="39662" y="27287"/>
                  </a:cubicBezTo>
                  <a:cubicBezTo>
                    <a:pt x="39862" y="27888"/>
                    <a:pt x="40063" y="28455"/>
                    <a:pt x="40329" y="29022"/>
                  </a:cubicBezTo>
                  <a:cubicBezTo>
                    <a:pt x="40063" y="29222"/>
                    <a:pt x="39896" y="29555"/>
                    <a:pt x="39862" y="29889"/>
                  </a:cubicBezTo>
                  <a:cubicBezTo>
                    <a:pt x="38595" y="30323"/>
                    <a:pt x="37194" y="31657"/>
                    <a:pt x="34959" y="33858"/>
                  </a:cubicBezTo>
                  <a:lnTo>
                    <a:pt x="34392" y="34459"/>
                  </a:lnTo>
                  <a:cubicBezTo>
                    <a:pt x="31690" y="37127"/>
                    <a:pt x="28388" y="39096"/>
                    <a:pt x="24785" y="40230"/>
                  </a:cubicBezTo>
                  <a:cubicBezTo>
                    <a:pt x="24568" y="39796"/>
                    <a:pt x="24180" y="39599"/>
                    <a:pt x="23793" y="39599"/>
                  </a:cubicBezTo>
                  <a:cubicBezTo>
                    <a:pt x="23230" y="39599"/>
                    <a:pt x="22670" y="40018"/>
                    <a:pt x="22650" y="40730"/>
                  </a:cubicBezTo>
                  <a:cubicBezTo>
                    <a:pt x="21588" y="40916"/>
                    <a:pt x="20505" y="41017"/>
                    <a:pt x="19418" y="41017"/>
                  </a:cubicBezTo>
                  <a:cubicBezTo>
                    <a:pt x="19139" y="41017"/>
                    <a:pt x="18860" y="41011"/>
                    <a:pt x="18581" y="40997"/>
                  </a:cubicBezTo>
                  <a:cubicBezTo>
                    <a:pt x="10542" y="40663"/>
                    <a:pt x="5004" y="38428"/>
                    <a:pt x="1" y="35259"/>
                  </a:cubicBezTo>
                  <a:lnTo>
                    <a:pt x="1" y="35726"/>
                  </a:lnTo>
                  <a:cubicBezTo>
                    <a:pt x="5004" y="38862"/>
                    <a:pt x="10542" y="41030"/>
                    <a:pt x="18547" y="41397"/>
                  </a:cubicBezTo>
                  <a:lnTo>
                    <a:pt x="19381" y="41397"/>
                  </a:lnTo>
                  <a:cubicBezTo>
                    <a:pt x="20515" y="41397"/>
                    <a:pt x="21616" y="41297"/>
                    <a:pt x="22717" y="41097"/>
                  </a:cubicBezTo>
                  <a:cubicBezTo>
                    <a:pt x="22884" y="41531"/>
                    <a:pt x="23317" y="41797"/>
                    <a:pt x="23784" y="41797"/>
                  </a:cubicBezTo>
                  <a:lnTo>
                    <a:pt x="24018" y="41797"/>
                  </a:lnTo>
                  <a:cubicBezTo>
                    <a:pt x="25019" y="45000"/>
                    <a:pt x="24918" y="48202"/>
                    <a:pt x="27354" y="51605"/>
                  </a:cubicBezTo>
                  <a:cubicBezTo>
                    <a:pt x="26953" y="52205"/>
                    <a:pt x="27187" y="53006"/>
                    <a:pt x="27854" y="53272"/>
                  </a:cubicBezTo>
                  <a:cubicBezTo>
                    <a:pt x="27821" y="55741"/>
                    <a:pt x="27287" y="60044"/>
                    <a:pt x="20415" y="60411"/>
                  </a:cubicBezTo>
                  <a:cubicBezTo>
                    <a:pt x="20182" y="60430"/>
                    <a:pt x="19379" y="60441"/>
                    <a:pt x="18255" y="60441"/>
                  </a:cubicBezTo>
                  <a:cubicBezTo>
                    <a:pt x="15518" y="60441"/>
                    <a:pt x="10882" y="60376"/>
                    <a:pt x="7973" y="60211"/>
                  </a:cubicBezTo>
                  <a:lnTo>
                    <a:pt x="7973" y="60211"/>
                  </a:lnTo>
                  <a:lnTo>
                    <a:pt x="8407" y="60511"/>
                  </a:lnTo>
                  <a:lnTo>
                    <a:pt x="8707" y="60678"/>
                  </a:lnTo>
                  <a:cubicBezTo>
                    <a:pt x="10969" y="60802"/>
                    <a:pt x="14637" y="60836"/>
                    <a:pt x="17280" y="60836"/>
                  </a:cubicBezTo>
                  <a:cubicBezTo>
                    <a:pt x="18886" y="60836"/>
                    <a:pt x="20113" y="60824"/>
                    <a:pt x="20415" y="60811"/>
                  </a:cubicBezTo>
                  <a:cubicBezTo>
                    <a:pt x="27554" y="60377"/>
                    <a:pt x="28087" y="55908"/>
                    <a:pt x="28221" y="53339"/>
                  </a:cubicBezTo>
                  <a:lnTo>
                    <a:pt x="28254" y="53339"/>
                  </a:lnTo>
                  <a:cubicBezTo>
                    <a:pt x="28388" y="53339"/>
                    <a:pt x="28521" y="53306"/>
                    <a:pt x="28654" y="53272"/>
                  </a:cubicBezTo>
                  <a:cubicBezTo>
                    <a:pt x="30322" y="55407"/>
                    <a:pt x="33058" y="58843"/>
                    <a:pt x="32190" y="61745"/>
                  </a:cubicBezTo>
                  <a:cubicBezTo>
                    <a:pt x="31323" y="64781"/>
                    <a:pt x="30689" y="67716"/>
                    <a:pt x="31523" y="69484"/>
                  </a:cubicBezTo>
                  <a:lnTo>
                    <a:pt x="31990" y="69551"/>
                  </a:lnTo>
                  <a:cubicBezTo>
                    <a:pt x="31023" y="67916"/>
                    <a:pt x="31723" y="64814"/>
                    <a:pt x="32557" y="61879"/>
                  </a:cubicBezTo>
                  <a:cubicBezTo>
                    <a:pt x="33458" y="58843"/>
                    <a:pt x="30589" y="55341"/>
                    <a:pt x="28955" y="53072"/>
                  </a:cubicBezTo>
                  <a:cubicBezTo>
                    <a:pt x="29055" y="53006"/>
                    <a:pt x="29155" y="52905"/>
                    <a:pt x="29188" y="52805"/>
                  </a:cubicBezTo>
                  <a:cubicBezTo>
                    <a:pt x="29618" y="52886"/>
                    <a:pt x="30085" y="52922"/>
                    <a:pt x="30566" y="52922"/>
                  </a:cubicBezTo>
                  <a:cubicBezTo>
                    <a:pt x="32063" y="52922"/>
                    <a:pt x="33690" y="52576"/>
                    <a:pt x="34725" y="52172"/>
                  </a:cubicBezTo>
                  <a:cubicBezTo>
                    <a:pt x="36363" y="51533"/>
                    <a:pt x="37215" y="51370"/>
                    <a:pt x="37807" y="51370"/>
                  </a:cubicBezTo>
                  <a:cubicBezTo>
                    <a:pt x="38143" y="51370"/>
                    <a:pt x="38396" y="51423"/>
                    <a:pt x="38662" y="51471"/>
                  </a:cubicBezTo>
                  <a:cubicBezTo>
                    <a:pt x="39029" y="51571"/>
                    <a:pt x="39362" y="51605"/>
                    <a:pt x="39729" y="51605"/>
                  </a:cubicBezTo>
                  <a:cubicBezTo>
                    <a:pt x="40396" y="51571"/>
                    <a:pt x="41030" y="51404"/>
                    <a:pt x="41597" y="51138"/>
                  </a:cubicBezTo>
                  <a:cubicBezTo>
                    <a:pt x="42172" y="50912"/>
                    <a:pt x="42710" y="50687"/>
                    <a:pt x="43323" y="50687"/>
                  </a:cubicBezTo>
                  <a:cubicBezTo>
                    <a:pt x="43528" y="50687"/>
                    <a:pt x="43740" y="50712"/>
                    <a:pt x="43965" y="50771"/>
                  </a:cubicBezTo>
                  <a:cubicBezTo>
                    <a:pt x="44299" y="50871"/>
                    <a:pt x="44566" y="50937"/>
                    <a:pt x="44799" y="50971"/>
                  </a:cubicBezTo>
                  <a:lnTo>
                    <a:pt x="44799" y="51004"/>
                  </a:lnTo>
                  <a:cubicBezTo>
                    <a:pt x="44799" y="51338"/>
                    <a:pt x="44966" y="51671"/>
                    <a:pt x="45233" y="51871"/>
                  </a:cubicBezTo>
                  <a:cubicBezTo>
                    <a:pt x="44666" y="53239"/>
                    <a:pt x="44099" y="54473"/>
                    <a:pt x="43365" y="56008"/>
                  </a:cubicBezTo>
                  <a:lnTo>
                    <a:pt x="42731" y="57242"/>
                  </a:lnTo>
                  <a:cubicBezTo>
                    <a:pt x="42031" y="58743"/>
                    <a:pt x="44633" y="61245"/>
                    <a:pt x="44532" y="63046"/>
                  </a:cubicBezTo>
                  <a:lnTo>
                    <a:pt x="44532" y="63213"/>
                  </a:lnTo>
                  <a:cubicBezTo>
                    <a:pt x="44466" y="64113"/>
                    <a:pt x="44266" y="65014"/>
                    <a:pt x="43999" y="65848"/>
                  </a:cubicBezTo>
                  <a:cubicBezTo>
                    <a:pt x="44199" y="65615"/>
                    <a:pt x="44399" y="65348"/>
                    <a:pt x="44633" y="65081"/>
                  </a:cubicBezTo>
                  <a:cubicBezTo>
                    <a:pt x="44766" y="64480"/>
                    <a:pt x="44866" y="63847"/>
                    <a:pt x="44933" y="63246"/>
                  </a:cubicBezTo>
                  <a:lnTo>
                    <a:pt x="44933" y="63079"/>
                  </a:lnTo>
                  <a:cubicBezTo>
                    <a:pt x="45033" y="61311"/>
                    <a:pt x="42431" y="58843"/>
                    <a:pt x="43098" y="57409"/>
                  </a:cubicBezTo>
                  <a:lnTo>
                    <a:pt x="43699" y="56174"/>
                  </a:lnTo>
                  <a:cubicBezTo>
                    <a:pt x="44432" y="54640"/>
                    <a:pt x="45033" y="53439"/>
                    <a:pt x="45600" y="52072"/>
                  </a:cubicBezTo>
                  <a:cubicBezTo>
                    <a:pt x="45700" y="52105"/>
                    <a:pt x="45800" y="52105"/>
                    <a:pt x="45933" y="52105"/>
                  </a:cubicBezTo>
                  <a:cubicBezTo>
                    <a:pt x="46234" y="52105"/>
                    <a:pt x="46534" y="51971"/>
                    <a:pt x="46767" y="51738"/>
                  </a:cubicBezTo>
                  <a:cubicBezTo>
                    <a:pt x="47935" y="52372"/>
                    <a:pt x="49603" y="53406"/>
                    <a:pt x="50170" y="54340"/>
                  </a:cubicBezTo>
                  <a:lnTo>
                    <a:pt x="50337" y="53873"/>
                  </a:lnTo>
                  <a:cubicBezTo>
                    <a:pt x="49770" y="52872"/>
                    <a:pt x="48035" y="51971"/>
                    <a:pt x="46968" y="51371"/>
                  </a:cubicBezTo>
                  <a:cubicBezTo>
                    <a:pt x="47034" y="51238"/>
                    <a:pt x="47034" y="51138"/>
                    <a:pt x="47034" y="51004"/>
                  </a:cubicBezTo>
                  <a:cubicBezTo>
                    <a:pt x="47034" y="50570"/>
                    <a:pt x="46801" y="50170"/>
                    <a:pt x="46400" y="49970"/>
                  </a:cubicBezTo>
                  <a:lnTo>
                    <a:pt x="46634" y="49370"/>
                  </a:lnTo>
                  <a:lnTo>
                    <a:pt x="46601" y="49403"/>
                  </a:lnTo>
                  <a:lnTo>
                    <a:pt x="46601" y="49403"/>
                  </a:lnTo>
                  <a:lnTo>
                    <a:pt x="46701" y="49169"/>
                  </a:lnTo>
                  <a:cubicBezTo>
                    <a:pt x="47868" y="46067"/>
                    <a:pt x="52038" y="41130"/>
                    <a:pt x="52538" y="36994"/>
                  </a:cubicBezTo>
                  <a:cubicBezTo>
                    <a:pt x="53105" y="36927"/>
                    <a:pt x="53539" y="36460"/>
                    <a:pt x="53539" y="35893"/>
                  </a:cubicBezTo>
                  <a:cubicBezTo>
                    <a:pt x="53539" y="35793"/>
                    <a:pt x="53539" y="35693"/>
                    <a:pt x="53506" y="35593"/>
                  </a:cubicBezTo>
                  <a:cubicBezTo>
                    <a:pt x="53839" y="35460"/>
                    <a:pt x="54139" y="35326"/>
                    <a:pt x="54440" y="35159"/>
                  </a:cubicBezTo>
                  <a:lnTo>
                    <a:pt x="54440" y="34792"/>
                  </a:lnTo>
                  <a:cubicBezTo>
                    <a:pt x="54073" y="34959"/>
                    <a:pt x="53706" y="35126"/>
                    <a:pt x="53339" y="35259"/>
                  </a:cubicBezTo>
                  <a:cubicBezTo>
                    <a:pt x="53112" y="34939"/>
                    <a:pt x="52768" y="34790"/>
                    <a:pt x="52426" y="34790"/>
                  </a:cubicBezTo>
                  <a:cubicBezTo>
                    <a:pt x="51912" y="34790"/>
                    <a:pt x="51404" y="35126"/>
                    <a:pt x="51304" y="35726"/>
                  </a:cubicBezTo>
                  <a:cubicBezTo>
                    <a:pt x="51138" y="35739"/>
                    <a:pt x="50974" y="35744"/>
                    <a:pt x="50813" y="35744"/>
                  </a:cubicBezTo>
                  <a:cubicBezTo>
                    <a:pt x="48299" y="35744"/>
                    <a:pt x="46476" y="34334"/>
                    <a:pt x="45567" y="33425"/>
                  </a:cubicBezTo>
                  <a:cubicBezTo>
                    <a:pt x="45300" y="33125"/>
                    <a:pt x="45066" y="32824"/>
                    <a:pt x="44799" y="32524"/>
                  </a:cubicBezTo>
                  <a:cubicBezTo>
                    <a:pt x="44099" y="31624"/>
                    <a:pt x="43265" y="30589"/>
                    <a:pt x="42097" y="30056"/>
                  </a:cubicBezTo>
                  <a:lnTo>
                    <a:pt x="42097" y="29922"/>
                  </a:lnTo>
                  <a:cubicBezTo>
                    <a:pt x="42097" y="29340"/>
                    <a:pt x="41626" y="28820"/>
                    <a:pt x="41020" y="28820"/>
                  </a:cubicBezTo>
                  <a:cubicBezTo>
                    <a:pt x="41001" y="28820"/>
                    <a:pt x="40982" y="28821"/>
                    <a:pt x="40963" y="28822"/>
                  </a:cubicBezTo>
                  <a:cubicBezTo>
                    <a:pt x="40863" y="28822"/>
                    <a:pt x="40763" y="28822"/>
                    <a:pt x="40663" y="28855"/>
                  </a:cubicBezTo>
                  <a:cubicBezTo>
                    <a:pt x="40396" y="28288"/>
                    <a:pt x="40196" y="27754"/>
                    <a:pt x="39996" y="27154"/>
                  </a:cubicBezTo>
                  <a:cubicBezTo>
                    <a:pt x="39662" y="26186"/>
                    <a:pt x="39395" y="25186"/>
                    <a:pt x="39229" y="24152"/>
                  </a:cubicBezTo>
                  <a:cubicBezTo>
                    <a:pt x="39462" y="24085"/>
                    <a:pt x="39662" y="23918"/>
                    <a:pt x="39829" y="23718"/>
                  </a:cubicBezTo>
                  <a:cubicBezTo>
                    <a:pt x="39963" y="23885"/>
                    <a:pt x="40129" y="24051"/>
                    <a:pt x="40296" y="24252"/>
                  </a:cubicBezTo>
                  <a:cubicBezTo>
                    <a:pt x="41030" y="25086"/>
                    <a:pt x="41997" y="26120"/>
                    <a:pt x="43332" y="26220"/>
                  </a:cubicBezTo>
                  <a:cubicBezTo>
                    <a:pt x="43798" y="26268"/>
                    <a:pt x="44265" y="26293"/>
                    <a:pt x="44729" y="26293"/>
                  </a:cubicBezTo>
                  <a:cubicBezTo>
                    <a:pt x="47123" y="26293"/>
                    <a:pt x="49470" y="25653"/>
                    <a:pt x="51537" y="24452"/>
                  </a:cubicBezTo>
                  <a:cubicBezTo>
                    <a:pt x="51871" y="24252"/>
                    <a:pt x="52205" y="24018"/>
                    <a:pt x="52505" y="23818"/>
                  </a:cubicBezTo>
                  <a:cubicBezTo>
                    <a:pt x="52471" y="23685"/>
                    <a:pt x="52438" y="23518"/>
                    <a:pt x="52405" y="23384"/>
                  </a:cubicBezTo>
                  <a:cubicBezTo>
                    <a:pt x="52071" y="23651"/>
                    <a:pt x="51704" y="23885"/>
                    <a:pt x="51337" y="24085"/>
                  </a:cubicBezTo>
                  <a:cubicBezTo>
                    <a:pt x="49306" y="25298"/>
                    <a:pt x="47013" y="25914"/>
                    <a:pt x="44679" y="25914"/>
                  </a:cubicBezTo>
                  <a:cubicBezTo>
                    <a:pt x="44253" y="25914"/>
                    <a:pt x="43826" y="25894"/>
                    <a:pt x="43398" y="25853"/>
                  </a:cubicBezTo>
                  <a:cubicBezTo>
                    <a:pt x="42197" y="25753"/>
                    <a:pt x="41297" y="24785"/>
                    <a:pt x="40596" y="23985"/>
                  </a:cubicBezTo>
                  <a:cubicBezTo>
                    <a:pt x="40396" y="23785"/>
                    <a:pt x="40196" y="23551"/>
                    <a:pt x="40029" y="23384"/>
                  </a:cubicBezTo>
                  <a:cubicBezTo>
                    <a:pt x="40029" y="23284"/>
                    <a:pt x="40063" y="23184"/>
                    <a:pt x="40063" y="23084"/>
                  </a:cubicBezTo>
                  <a:cubicBezTo>
                    <a:pt x="40063" y="22550"/>
                    <a:pt x="39696" y="22083"/>
                    <a:pt x="39162" y="21983"/>
                  </a:cubicBezTo>
                  <a:cubicBezTo>
                    <a:pt x="39262" y="20916"/>
                    <a:pt x="39462" y="19848"/>
                    <a:pt x="39729" y="18814"/>
                  </a:cubicBezTo>
                  <a:cubicBezTo>
                    <a:pt x="40430" y="15746"/>
                    <a:pt x="38795" y="11876"/>
                    <a:pt x="35893" y="6706"/>
                  </a:cubicBezTo>
                  <a:cubicBezTo>
                    <a:pt x="36193" y="6506"/>
                    <a:pt x="36360" y="6172"/>
                    <a:pt x="36360" y="5805"/>
                  </a:cubicBezTo>
                  <a:cubicBezTo>
                    <a:pt x="41263" y="5105"/>
                    <a:pt x="44633" y="3370"/>
                    <a:pt x="46167" y="768"/>
                  </a:cubicBezTo>
                  <a:cubicBezTo>
                    <a:pt x="46267" y="635"/>
                    <a:pt x="46334" y="468"/>
                    <a:pt x="46434" y="301"/>
                  </a:cubicBezTo>
                  <a:cubicBezTo>
                    <a:pt x="46334" y="201"/>
                    <a:pt x="46234" y="101"/>
                    <a:pt x="46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3">
              <a:extLst>
                <a:ext uri="{FF2B5EF4-FFF2-40B4-BE49-F238E27FC236}">
                  <a16:creationId xmlns:a16="http://schemas.microsoft.com/office/drawing/2014/main" id="{4C76CC0B-5135-91A7-9DF6-0D63CE401E12}"/>
                </a:ext>
              </a:extLst>
            </p:cNvPr>
            <p:cNvSpPr/>
            <p:nvPr/>
          </p:nvSpPr>
          <p:spPr>
            <a:xfrm>
              <a:off x="6558204" y="1601545"/>
              <a:ext cx="626210" cy="1172000"/>
            </a:xfrm>
            <a:custGeom>
              <a:avLst/>
              <a:gdLst/>
              <a:ahLst/>
              <a:cxnLst/>
              <a:rect l="l" t="t" r="r" b="b"/>
              <a:pathLst>
                <a:path w="38895" h="72795" extrusionOk="0">
                  <a:moveTo>
                    <a:pt x="28520" y="0"/>
                  </a:moveTo>
                  <a:cubicBezTo>
                    <a:pt x="18847" y="968"/>
                    <a:pt x="8106" y="4737"/>
                    <a:pt x="3870" y="14744"/>
                  </a:cubicBezTo>
                  <a:cubicBezTo>
                    <a:pt x="767" y="22050"/>
                    <a:pt x="0" y="36927"/>
                    <a:pt x="1434" y="47201"/>
                  </a:cubicBezTo>
                  <a:cubicBezTo>
                    <a:pt x="3036" y="58676"/>
                    <a:pt x="4837" y="60811"/>
                    <a:pt x="9207" y="63579"/>
                  </a:cubicBezTo>
                  <a:cubicBezTo>
                    <a:pt x="15403" y="67515"/>
                    <a:pt x="27004" y="72794"/>
                    <a:pt x="35586" y="72794"/>
                  </a:cubicBezTo>
                  <a:cubicBezTo>
                    <a:pt x="36751" y="72794"/>
                    <a:pt x="37861" y="72697"/>
                    <a:pt x="38895" y="72486"/>
                  </a:cubicBezTo>
                  <a:lnTo>
                    <a:pt x="38861" y="72319"/>
                  </a:lnTo>
                  <a:cubicBezTo>
                    <a:pt x="38280" y="72394"/>
                    <a:pt x="37677" y="72430"/>
                    <a:pt x="37055" y="72430"/>
                  </a:cubicBezTo>
                  <a:cubicBezTo>
                    <a:pt x="32678" y="72430"/>
                    <a:pt x="27377" y="70648"/>
                    <a:pt x="22383" y="68049"/>
                  </a:cubicBezTo>
                  <a:cubicBezTo>
                    <a:pt x="16645" y="65080"/>
                    <a:pt x="11208" y="61811"/>
                    <a:pt x="9073" y="54840"/>
                  </a:cubicBezTo>
                  <a:cubicBezTo>
                    <a:pt x="6938" y="47835"/>
                    <a:pt x="6738" y="33825"/>
                    <a:pt x="8439" y="21249"/>
                  </a:cubicBezTo>
                  <a:cubicBezTo>
                    <a:pt x="10141" y="8673"/>
                    <a:pt x="17880" y="2969"/>
                    <a:pt x="28520" y="201"/>
                  </a:cubicBezTo>
                  <a:lnTo>
                    <a:pt x="28520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73">
              <a:extLst>
                <a:ext uri="{FF2B5EF4-FFF2-40B4-BE49-F238E27FC236}">
                  <a16:creationId xmlns:a16="http://schemas.microsoft.com/office/drawing/2014/main" id="{6E34F4FC-E05C-940C-0640-C0D63DC89046}"/>
                </a:ext>
              </a:extLst>
            </p:cNvPr>
            <p:cNvSpPr/>
            <p:nvPr/>
          </p:nvSpPr>
          <p:spPr>
            <a:xfrm>
              <a:off x="7174303" y="2058656"/>
              <a:ext cx="80468" cy="192942"/>
            </a:xfrm>
            <a:custGeom>
              <a:avLst/>
              <a:gdLst/>
              <a:ahLst/>
              <a:cxnLst/>
              <a:rect l="l" t="t" r="r" b="b"/>
              <a:pathLst>
                <a:path w="4998" h="11984" extrusionOk="0">
                  <a:moveTo>
                    <a:pt x="449" y="0"/>
                  </a:moveTo>
                  <a:cubicBezTo>
                    <a:pt x="0" y="0"/>
                    <a:pt x="634" y="9583"/>
                    <a:pt x="828" y="11103"/>
                  </a:cubicBezTo>
                  <a:cubicBezTo>
                    <a:pt x="861" y="11437"/>
                    <a:pt x="961" y="11837"/>
                    <a:pt x="1295" y="11971"/>
                  </a:cubicBezTo>
                  <a:cubicBezTo>
                    <a:pt x="1345" y="11979"/>
                    <a:pt x="1397" y="11983"/>
                    <a:pt x="1450" y="11983"/>
                  </a:cubicBezTo>
                  <a:cubicBezTo>
                    <a:pt x="1610" y="11983"/>
                    <a:pt x="1778" y="11946"/>
                    <a:pt x="1928" y="11871"/>
                  </a:cubicBezTo>
                  <a:lnTo>
                    <a:pt x="4464" y="10937"/>
                  </a:lnTo>
                  <a:cubicBezTo>
                    <a:pt x="4864" y="10870"/>
                    <a:pt x="4997" y="10403"/>
                    <a:pt x="4764" y="10136"/>
                  </a:cubicBezTo>
                  <a:cubicBezTo>
                    <a:pt x="3463" y="7234"/>
                    <a:pt x="2329" y="4298"/>
                    <a:pt x="1161" y="1330"/>
                  </a:cubicBezTo>
                  <a:cubicBezTo>
                    <a:pt x="994" y="863"/>
                    <a:pt x="761" y="429"/>
                    <a:pt x="494" y="29"/>
                  </a:cubicBezTo>
                  <a:cubicBezTo>
                    <a:pt x="478" y="10"/>
                    <a:pt x="463" y="0"/>
                    <a:pt x="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73">
              <a:extLst>
                <a:ext uri="{FF2B5EF4-FFF2-40B4-BE49-F238E27FC236}">
                  <a16:creationId xmlns:a16="http://schemas.microsoft.com/office/drawing/2014/main" id="{3EE3253E-D71F-87B7-016B-C903881046F3}"/>
                </a:ext>
              </a:extLst>
            </p:cNvPr>
            <p:cNvSpPr/>
            <p:nvPr/>
          </p:nvSpPr>
          <p:spPr>
            <a:xfrm>
              <a:off x="6757973" y="2094993"/>
              <a:ext cx="265328" cy="145818"/>
            </a:xfrm>
            <a:custGeom>
              <a:avLst/>
              <a:gdLst/>
              <a:ahLst/>
              <a:cxnLst/>
              <a:rect l="l" t="t" r="r" b="b"/>
              <a:pathLst>
                <a:path w="16480" h="9057" extrusionOk="0">
                  <a:moveTo>
                    <a:pt x="2747" y="0"/>
                  </a:moveTo>
                  <a:cubicBezTo>
                    <a:pt x="2317" y="0"/>
                    <a:pt x="1910" y="99"/>
                    <a:pt x="1502" y="274"/>
                  </a:cubicBezTo>
                  <a:cubicBezTo>
                    <a:pt x="1235" y="407"/>
                    <a:pt x="1035" y="640"/>
                    <a:pt x="902" y="907"/>
                  </a:cubicBezTo>
                  <a:cubicBezTo>
                    <a:pt x="1" y="2475"/>
                    <a:pt x="1" y="4376"/>
                    <a:pt x="835" y="5944"/>
                  </a:cubicBezTo>
                  <a:cubicBezTo>
                    <a:pt x="1869" y="7846"/>
                    <a:pt x="4471" y="8680"/>
                    <a:pt x="6472" y="8913"/>
                  </a:cubicBezTo>
                  <a:cubicBezTo>
                    <a:pt x="7156" y="9003"/>
                    <a:pt x="7871" y="9056"/>
                    <a:pt x="8593" y="9056"/>
                  </a:cubicBezTo>
                  <a:cubicBezTo>
                    <a:pt x="11072" y="9056"/>
                    <a:pt x="13632" y="8431"/>
                    <a:pt x="15312" y="6545"/>
                  </a:cubicBezTo>
                  <a:cubicBezTo>
                    <a:pt x="15779" y="6011"/>
                    <a:pt x="16479" y="4877"/>
                    <a:pt x="15545" y="4410"/>
                  </a:cubicBezTo>
                  <a:cubicBezTo>
                    <a:pt x="15326" y="4327"/>
                    <a:pt x="15106" y="4268"/>
                    <a:pt x="14887" y="4268"/>
                  </a:cubicBezTo>
                  <a:cubicBezTo>
                    <a:pt x="14839" y="4268"/>
                    <a:pt x="14792" y="4270"/>
                    <a:pt x="14745" y="4276"/>
                  </a:cubicBezTo>
                  <a:cubicBezTo>
                    <a:pt x="12944" y="4210"/>
                    <a:pt x="11176" y="3876"/>
                    <a:pt x="9508" y="3209"/>
                  </a:cubicBezTo>
                  <a:cubicBezTo>
                    <a:pt x="8040" y="2542"/>
                    <a:pt x="6572" y="1775"/>
                    <a:pt x="5205" y="874"/>
                  </a:cubicBezTo>
                  <a:cubicBezTo>
                    <a:pt x="4538" y="407"/>
                    <a:pt x="3770" y="107"/>
                    <a:pt x="2936" y="7"/>
                  </a:cubicBezTo>
                  <a:cubicBezTo>
                    <a:pt x="2873" y="2"/>
                    <a:pt x="2810" y="0"/>
                    <a:pt x="27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3">
              <a:extLst>
                <a:ext uri="{FF2B5EF4-FFF2-40B4-BE49-F238E27FC236}">
                  <a16:creationId xmlns:a16="http://schemas.microsoft.com/office/drawing/2014/main" id="{B4C582A3-0577-A8A3-B576-5A0983850F39}"/>
                </a:ext>
              </a:extLst>
            </p:cNvPr>
            <p:cNvSpPr/>
            <p:nvPr/>
          </p:nvSpPr>
          <p:spPr>
            <a:xfrm>
              <a:off x="7309527" y="2075754"/>
              <a:ext cx="137510" cy="107097"/>
            </a:xfrm>
            <a:custGeom>
              <a:avLst/>
              <a:gdLst/>
              <a:ahLst/>
              <a:cxnLst/>
              <a:rect l="l" t="t" r="r" b="b"/>
              <a:pathLst>
                <a:path w="8541" h="6652" extrusionOk="0">
                  <a:moveTo>
                    <a:pt x="7439" y="1"/>
                  </a:moveTo>
                  <a:cubicBezTo>
                    <a:pt x="6806" y="801"/>
                    <a:pt x="5972" y="1469"/>
                    <a:pt x="5004" y="1869"/>
                  </a:cubicBezTo>
                  <a:cubicBezTo>
                    <a:pt x="3904" y="2336"/>
                    <a:pt x="2736" y="2636"/>
                    <a:pt x="1535" y="2769"/>
                  </a:cubicBezTo>
                  <a:cubicBezTo>
                    <a:pt x="1202" y="2769"/>
                    <a:pt x="901" y="2836"/>
                    <a:pt x="601" y="2970"/>
                  </a:cubicBezTo>
                  <a:cubicBezTo>
                    <a:pt x="468" y="3036"/>
                    <a:pt x="334" y="3170"/>
                    <a:pt x="234" y="3303"/>
                  </a:cubicBezTo>
                  <a:cubicBezTo>
                    <a:pt x="1" y="3770"/>
                    <a:pt x="334" y="4337"/>
                    <a:pt x="735" y="4738"/>
                  </a:cubicBezTo>
                  <a:cubicBezTo>
                    <a:pt x="1872" y="5851"/>
                    <a:pt x="3854" y="6652"/>
                    <a:pt x="5645" y="6652"/>
                  </a:cubicBezTo>
                  <a:cubicBezTo>
                    <a:pt x="6270" y="6652"/>
                    <a:pt x="6871" y="6554"/>
                    <a:pt x="7406" y="6339"/>
                  </a:cubicBezTo>
                  <a:cubicBezTo>
                    <a:pt x="7806" y="6205"/>
                    <a:pt x="8173" y="5972"/>
                    <a:pt x="8540" y="5738"/>
                  </a:cubicBezTo>
                  <a:cubicBezTo>
                    <a:pt x="8507" y="5338"/>
                    <a:pt x="8473" y="4971"/>
                    <a:pt x="8440" y="4604"/>
                  </a:cubicBezTo>
                  <a:cubicBezTo>
                    <a:pt x="8240" y="3036"/>
                    <a:pt x="7906" y="1502"/>
                    <a:pt x="74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3">
              <a:extLst>
                <a:ext uri="{FF2B5EF4-FFF2-40B4-BE49-F238E27FC236}">
                  <a16:creationId xmlns:a16="http://schemas.microsoft.com/office/drawing/2014/main" id="{9E71D221-E64C-261D-1649-3A693A1C5FE8}"/>
                </a:ext>
              </a:extLst>
            </p:cNvPr>
            <p:cNvSpPr/>
            <p:nvPr/>
          </p:nvSpPr>
          <p:spPr>
            <a:xfrm>
              <a:off x="6556594" y="1594412"/>
              <a:ext cx="903323" cy="1182207"/>
            </a:xfrm>
            <a:custGeom>
              <a:avLst/>
              <a:gdLst/>
              <a:ahLst/>
              <a:cxnLst/>
              <a:rect l="l" t="t" r="r" b="b"/>
              <a:pathLst>
                <a:path w="56107" h="73429" extrusionOk="0">
                  <a:moveTo>
                    <a:pt x="34158" y="377"/>
                  </a:moveTo>
                  <a:cubicBezTo>
                    <a:pt x="36026" y="377"/>
                    <a:pt x="37927" y="477"/>
                    <a:pt x="39795" y="677"/>
                  </a:cubicBezTo>
                  <a:cubicBezTo>
                    <a:pt x="43765" y="1077"/>
                    <a:pt x="47267" y="3379"/>
                    <a:pt x="49235" y="6815"/>
                  </a:cubicBezTo>
                  <a:cubicBezTo>
                    <a:pt x="51003" y="9950"/>
                    <a:pt x="52104" y="13920"/>
                    <a:pt x="53071" y="17656"/>
                  </a:cubicBezTo>
                  <a:cubicBezTo>
                    <a:pt x="53572" y="19424"/>
                    <a:pt x="53371" y="21092"/>
                    <a:pt x="53171" y="22659"/>
                  </a:cubicBezTo>
                  <a:cubicBezTo>
                    <a:pt x="52971" y="24260"/>
                    <a:pt x="52771" y="25728"/>
                    <a:pt x="53238" y="27329"/>
                  </a:cubicBezTo>
                  <a:cubicBezTo>
                    <a:pt x="53438" y="28030"/>
                    <a:pt x="53605" y="28630"/>
                    <a:pt x="53772" y="29164"/>
                  </a:cubicBezTo>
                  <a:cubicBezTo>
                    <a:pt x="54372" y="30899"/>
                    <a:pt x="54772" y="32666"/>
                    <a:pt x="55006" y="34501"/>
                  </a:cubicBezTo>
                  <a:cubicBezTo>
                    <a:pt x="55706" y="40405"/>
                    <a:pt x="54005" y="47777"/>
                    <a:pt x="52471" y="52948"/>
                  </a:cubicBezTo>
                  <a:cubicBezTo>
                    <a:pt x="49569" y="62721"/>
                    <a:pt x="45566" y="69726"/>
                    <a:pt x="41763" y="71761"/>
                  </a:cubicBezTo>
                  <a:cubicBezTo>
                    <a:pt x="40083" y="72653"/>
                    <a:pt x="38024" y="73031"/>
                    <a:pt x="35752" y="73031"/>
                  </a:cubicBezTo>
                  <a:cubicBezTo>
                    <a:pt x="26969" y="73031"/>
                    <a:pt x="14998" y="67380"/>
                    <a:pt x="9407" y="63855"/>
                  </a:cubicBezTo>
                  <a:cubicBezTo>
                    <a:pt x="5104" y="61120"/>
                    <a:pt x="3336" y="59019"/>
                    <a:pt x="1768" y="47611"/>
                  </a:cubicBezTo>
                  <a:cubicBezTo>
                    <a:pt x="434" y="37970"/>
                    <a:pt x="967" y="22859"/>
                    <a:pt x="4170" y="15254"/>
                  </a:cubicBezTo>
                  <a:cubicBezTo>
                    <a:pt x="9307" y="3145"/>
                    <a:pt x="23784" y="377"/>
                    <a:pt x="34158" y="377"/>
                  </a:cubicBezTo>
                  <a:close/>
                  <a:moveTo>
                    <a:pt x="34158" y="0"/>
                  </a:moveTo>
                  <a:cubicBezTo>
                    <a:pt x="23678" y="0"/>
                    <a:pt x="9039" y="2802"/>
                    <a:pt x="3803" y="15121"/>
                  </a:cubicBezTo>
                  <a:cubicBezTo>
                    <a:pt x="567" y="22759"/>
                    <a:pt x="0" y="37970"/>
                    <a:pt x="1368" y="47677"/>
                  </a:cubicBezTo>
                  <a:cubicBezTo>
                    <a:pt x="2935" y="59219"/>
                    <a:pt x="4803" y="61387"/>
                    <a:pt x="9207" y="64189"/>
                  </a:cubicBezTo>
                  <a:cubicBezTo>
                    <a:pt x="14811" y="67758"/>
                    <a:pt x="26886" y="73429"/>
                    <a:pt x="35792" y="73429"/>
                  </a:cubicBezTo>
                  <a:cubicBezTo>
                    <a:pt x="38094" y="73429"/>
                    <a:pt x="40229" y="73062"/>
                    <a:pt x="41963" y="72128"/>
                  </a:cubicBezTo>
                  <a:cubicBezTo>
                    <a:pt x="45866" y="70060"/>
                    <a:pt x="49969" y="62921"/>
                    <a:pt x="52871" y="53081"/>
                  </a:cubicBezTo>
                  <a:cubicBezTo>
                    <a:pt x="54439" y="47877"/>
                    <a:pt x="56107" y="40439"/>
                    <a:pt x="55406" y="34468"/>
                  </a:cubicBezTo>
                  <a:cubicBezTo>
                    <a:pt x="55206" y="32633"/>
                    <a:pt x="54772" y="30832"/>
                    <a:pt x="54172" y="29064"/>
                  </a:cubicBezTo>
                  <a:cubicBezTo>
                    <a:pt x="54005" y="28530"/>
                    <a:pt x="53805" y="27930"/>
                    <a:pt x="53605" y="27229"/>
                  </a:cubicBezTo>
                  <a:cubicBezTo>
                    <a:pt x="53171" y="25728"/>
                    <a:pt x="53371" y="24260"/>
                    <a:pt x="53572" y="22726"/>
                  </a:cubicBezTo>
                  <a:cubicBezTo>
                    <a:pt x="53772" y="21092"/>
                    <a:pt x="54005" y="19424"/>
                    <a:pt x="53472" y="17556"/>
                  </a:cubicBezTo>
                  <a:cubicBezTo>
                    <a:pt x="52437" y="13553"/>
                    <a:pt x="51203" y="9283"/>
                    <a:pt x="49235" y="6047"/>
                  </a:cubicBezTo>
                  <a:cubicBezTo>
                    <a:pt x="47234" y="2812"/>
                    <a:pt x="43865" y="677"/>
                    <a:pt x="40095" y="310"/>
                  </a:cubicBezTo>
                  <a:cubicBezTo>
                    <a:pt x="38385" y="124"/>
                    <a:pt x="36363" y="0"/>
                    <a:pt x="3415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3">
              <a:extLst>
                <a:ext uri="{FF2B5EF4-FFF2-40B4-BE49-F238E27FC236}">
                  <a16:creationId xmlns:a16="http://schemas.microsoft.com/office/drawing/2014/main" id="{FECAB3E1-3D3A-A23F-4532-B4F1835B3B19}"/>
                </a:ext>
              </a:extLst>
            </p:cNvPr>
            <p:cNvSpPr/>
            <p:nvPr/>
          </p:nvSpPr>
          <p:spPr>
            <a:xfrm>
              <a:off x="6866471" y="2030819"/>
              <a:ext cx="201411" cy="107467"/>
            </a:xfrm>
            <a:custGeom>
              <a:avLst/>
              <a:gdLst/>
              <a:ahLst/>
              <a:cxnLst/>
              <a:rect l="l" t="t" r="r" b="b"/>
              <a:pathLst>
                <a:path w="12510" h="6675" extrusionOk="0">
                  <a:moveTo>
                    <a:pt x="7192" y="0"/>
                  </a:moveTo>
                  <a:cubicBezTo>
                    <a:pt x="3711" y="0"/>
                    <a:pt x="779" y="1510"/>
                    <a:pt x="0" y="3659"/>
                  </a:cubicBezTo>
                  <a:cubicBezTo>
                    <a:pt x="636" y="4773"/>
                    <a:pt x="2699" y="6675"/>
                    <a:pt x="6303" y="6675"/>
                  </a:cubicBezTo>
                  <a:cubicBezTo>
                    <a:pt x="6478" y="6675"/>
                    <a:pt x="6656" y="6671"/>
                    <a:pt x="6838" y="6661"/>
                  </a:cubicBezTo>
                  <a:cubicBezTo>
                    <a:pt x="10975" y="6461"/>
                    <a:pt x="12509" y="4426"/>
                    <a:pt x="12476" y="3426"/>
                  </a:cubicBezTo>
                  <a:cubicBezTo>
                    <a:pt x="12476" y="2425"/>
                    <a:pt x="11742" y="290"/>
                    <a:pt x="7939" y="23"/>
                  </a:cubicBezTo>
                  <a:cubicBezTo>
                    <a:pt x="7688" y="8"/>
                    <a:pt x="7439" y="0"/>
                    <a:pt x="719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3">
              <a:extLst>
                <a:ext uri="{FF2B5EF4-FFF2-40B4-BE49-F238E27FC236}">
                  <a16:creationId xmlns:a16="http://schemas.microsoft.com/office/drawing/2014/main" id="{E4655028-591E-EB6A-8C09-94CE0FF3695B}"/>
                </a:ext>
              </a:extLst>
            </p:cNvPr>
            <p:cNvSpPr/>
            <p:nvPr/>
          </p:nvSpPr>
          <p:spPr>
            <a:xfrm>
              <a:off x="6885260" y="2031189"/>
              <a:ext cx="115485" cy="96407"/>
            </a:xfrm>
            <a:custGeom>
              <a:avLst/>
              <a:gdLst/>
              <a:ahLst/>
              <a:cxnLst/>
              <a:rect l="l" t="t" r="r" b="b"/>
              <a:pathLst>
                <a:path w="7173" h="5988" extrusionOk="0">
                  <a:moveTo>
                    <a:pt x="5771" y="0"/>
                  </a:moveTo>
                  <a:cubicBezTo>
                    <a:pt x="4070" y="0"/>
                    <a:pt x="2369" y="434"/>
                    <a:pt x="901" y="1301"/>
                  </a:cubicBezTo>
                  <a:cubicBezTo>
                    <a:pt x="1" y="3202"/>
                    <a:pt x="1101" y="5471"/>
                    <a:pt x="3170" y="5904"/>
                  </a:cubicBezTo>
                  <a:cubicBezTo>
                    <a:pt x="3414" y="5960"/>
                    <a:pt x="3657" y="5987"/>
                    <a:pt x="3896" y="5987"/>
                  </a:cubicBezTo>
                  <a:cubicBezTo>
                    <a:pt x="5649" y="5987"/>
                    <a:pt x="7172" y="4551"/>
                    <a:pt x="7172" y="2702"/>
                  </a:cubicBezTo>
                  <a:cubicBezTo>
                    <a:pt x="7172" y="1601"/>
                    <a:pt x="6639" y="601"/>
                    <a:pt x="57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73">
              <a:extLst>
                <a:ext uri="{FF2B5EF4-FFF2-40B4-BE49-F238E27FC236}">
                  <a16:creationId xmlns:a16="http://schemas.microsoft.com/office/drawing/2014/main" id="{4948A61B-CA21-8AC6-279F-52E05EC5827A}"/>
                </a:ext>
              </a:extLst>
            </p:cNvPr>
            <p:cNvSpPr/>
            <p:nvPr/>
          </p:nvSpPr>
          <p:spPr>
            <a:xfrm>
              <a:off x="6916413" y="2051057"/>
              <a:ext cx="54257" cy="46545"/>
            </a:xfrm>
            <a:custGeom>
              <a:avLst/>
              <a:gdLst/>
              <a:ahLst/>
              <a:cxnLst/>
              <a:rect l="l" t="t" r="r" b="b"/>
              <a:pathLst>
                <a:path w="3370" h="2891" extrusionOk="0">
                  <a:moveTo>
                    <a:pt x="1935" y="0"/>
                  </a:moveTo>
                  <a:cubicBezTo>
                    <a:pt x="667" y="0"/>
                    <a:pt x="0" y="1568"/>
                    <a:pt x="934" y="2469"/>
                  </a:cubicBezTo>
                  <a:cubicBezTo>
                    <a:pt x="1225" y="2760"/>
                    <a:pt x="1582" y="2891"/>
                    <a:pt x="1932" y="2891"/>
                  </a:cubicBezTo>
                  <a:cubicBezTo>
                    <a:pt x="2666" y="2891"/>
                    <a:pt x="3369" y="2316"/>
                    <a:pt x="3369" y="1435"/>
                  </a:cubicBezTo>
                  <a:cubicBezTo>
                    <a:pt x="3369" y="634"/>
                    <a:pt x="2736" y="0"/>
                    <a:pt x="193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73">
              <a:extLst>
                <a:ext uri="{FF2B5EF4-FFF2-40B4-BE49-F238E27FC236}">
                  <a16:creationId xmlns:a16="http://schemas.microsoft.com/office/drawing/2014/main" id="{31E89572-EC68-5204-032C-27A535249560}"/>
                </a:ext>
              </a:extLst>
            </p:cNvPr>
            <p:cNvSpPr/>
            <p:nvPr/>
          </p:nvSpPr>
          <p:spPr>
            <a:xfrm>
              <a:off x="6916413" y="2051057"/>
              <a:ext cx="54257" cy="46545"/>
            </a:xfrm>
            <a:custGeom>
              <a:avLst/>
              <a:gdLst/>
              <a:ahLst/>
              <a:cxnLst/>
              <a:rect l="l" t="t" r="r" b="b"/>
              <a:pathLst>
                <a:path w="3370" h="2891" extrusionOk="0">
                  <a:moveTo>
                    <a:pt x="1935" y="0"/>
                  </a:moveTo>
                  <a:cubicBezTo>
                    <a:pt x="667" y="0"/>
                    <a:pt x="0" y="1568"/>
                    <a:pt x="934" y="2469"/>
                  </a:cubicBezTo>
                  <a:cubicBezTo>
                    <a:pt x="1225" y="2760"/>
                    <a:pt x="1582" y="2891"/>
                    <a:pt x="1932" y="2891"/>
                  </a:cubicBezTo>
                  <a:cubicBezTo>
                    <a:pt x="2666" y="2891"/>
                    <a:pt x="3369" y="2316"/>
                    <a:pt x="3369" y="1435"/>
                  </a:cubicBezTo>
                  <a:cubicBezTo>
                    <a:pt x="3369" y="634"/>
                    <a:pt x="2736" y="0"/>
                    <a:pt x="19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3">
              <a:extLst>
                <a:ext uri="{FF2B5EF4-FFF2-40B4-BE49-F238E27FC236}">
                  <a16:creationId xmlns:a16="http://schemas.microsoft.com/office/drawing/2014/main" id="{4F749712-AC6A-BA38-62F7-081C9B83F03C}"/>
                </a:ext>
              </a:extLst>
            </p:cNvPr>
            <p:cNvSpPr/>
            <p:nvPr/>
          </p:nvSpPr>
          <p:spPr>
            <a:xfrm>
              <a:off x="6952928" y="2052667"/>
              <a:ext cx="25261" cy="21574"/>
            </a:xfrm>
            <a:custGeom>
              <a:avLst/>
              <a:gdLst/>
              <a:ahLst/>
              <a:cxnLst/>
              <a:rect l="l" t="t" r="r" b="b"/>
              <a:pathLst>
                <a:path w="1569" h="1340" extrusionOk="0">
                  <a:moveTo>
                    <a:pt x="901" y="0"/>
                  </a:moveTo>
                  <a:cubicBezTo>
                    <a:pt x="301" y="0"/>
                    <a:pt x="1" y="734"/>
                    <a:pt x="434" y="1135"/>
                  </a:cubicBezTo>
                  <a:cubicBezTo>
                    <a:pt x="576" y="1276"/>
                    <a:pt x="746" y="1340"/>
                    <a:pt x="912" y="1340"/>
                  </a:cubicBezTo>
                  <a:cubicBezTo>
                    <a:pt x="1251" y="1340"/>
                    <a:pt x="1568" y="1072"/>
                    <a:pt x="1568" y="668"/>
                  </a:cubicBezTo>
                  <a:cubicBezTo>
                    <a:pt x="1568" y="301"/>
                    <a:pt x="1268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3">
              <a:extLst>
                <a:ext uri="{FF2B5EF4-FFF2-40B4-BE49-F238E27FC236}">
                  <a16:creationId xmlns:a16="http://schemas.microsoft.com/office/drawing/2014/main" id="{EEC97064-C795-7F53-B025-62BFC42D4840}"/>
                </a:ext>
              </a:extLst>
            </p:cNvPr>
            <p:cNvSpPr/>
            <p:nvPr/>
          </p:nvSpPr>
          <p:spPr>
            <a:xfrm>
              <a:off x="7274622" y="1997975"/>
              <a:ext cx="147701" cy="102299"/>
            </a:xfrm>
            <a:custGeom>
              <a:avLst/>
              <a:gdLst/>
              <a:ahLst/>
              <a:cxnLst/>
              <a:rect l="l" t="t" r="r" b="b"/>
              <a:pathLst>
                <a:path w="9174" h="6354" extrusionOk="0">
                  <a:moveTo>
                    <a:pt x="6045" y="0"/>
                  </a:moveTo>
                  <a:cubicBezTo>
                    <a:pt x="5865" y="0"/>
                    <a:pt x="5674" y="9"/>
                    <a:pt x="5471" y="28"/>
                  </a:cubicBezTo>
                  <a:cubicBezTo>
                    <a:pt x="3169" y="229"/>
                    <a:pt x="1" y="1930"/>
                    <a:pt x="267" y="4465"/>
                  </a:cubicBezTo>
                  <a:cubicBezTo>
                    <a:pt x="403" y="5629"/>
                    <a:pt x="2076" y="6354"/>
                    <a:pt x="3896" y="6354"/>
                  </a:cubicBezTo>
                  <a:cubicBezTo>
                    <a:pt x="4319" y="6354"/>
                    <a:pt x="4750" y="6315"/>
                    <a:pt x="5171" y="6233"/>
                  </a:cubicBezTo>
                  <a:cubicBezTo>
                    <a:pt x="8040" y="5632"/>
                    <a:pt x="9174" y="3998"/>
                    <a:pt x="8740" y="1830"/>
                  </a:cubicBezTo>
                  <a:cubicBezTo>
                    <a:pt x="8618" y="1126"/>
                    <a:pt x="8046" y="0"/>
                    <a:pt x="604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3">
              <a:extLst>
                <a:ext uri="{FF2B5EF4-FFF2-40B4-BE49-F238E27FC236}">
                  <a16:creationId xmlns:a16="http://schemas.microsoft.com/office/drawing/2014/main" id="{EE56926D-85ED-03E8-BC12-4F4FC474495F}"/>
                </a:ext>
              </a:extLst>
            </p:cNvPr>
            <p:cNvSpPr/>
            <p:nvPr/>
          </p:nvSpPr>
          <p:spPr>
            <a:xfrm>
              <a:off x="7287518" y="2000036"/>
              <a:ext cx="106340" cy="92076"/>
            </a:xfrm>
            <a:custGeom>
              <a:avLst/>
              <a:gdLst/>
              <a:ahLst/>
              <a:cxnLst/>
              <a:rect l="l" t="t" r="r" b="b"/>
              <a:pathLst>
                <a:path w="6605" h="5719" extrusionOk="0">
                  <a:moveTo>
                    <a:pt x="4403" y="0"/>
                  </a:moveTo>
                  <a:cubicBezTo>
                    <a:pt x="2869" y="167"/>
                    <a:pt x="901" y="1035"/>
                    <a:pt x="0" y="2369"/>
                  </a:cubicBezTo>
                  <a:lnTo>
                    <a:pt x="0" y="2669"/>
                  </a:lnTo>
                  <a:cubicBezTo>
                    <a:pt x="0" y="4447"/>
                    <a:pt x="1448" y="5718"/>
                    <a:pt x="3032" y="5718"/>
                  </a:cubicBezTo>
                  <a:cubicBezTo>
                    <a:pt x="3557" y="5718"/>
                    <a:pt x="4097" y="5578"/>
                    <a:pt x="4603" y="5271"/>
                  </a:cubicBezTo>
                  <a:cubicBezTo>
                    <a:pt x="6605" y="4037"/>
                    <a:pt x="6505" y="1068"/>
                    <a:pt x="4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3">
              <a:extLst>
                <a:ext uri="{FF2B5EF4-FFF2-40B4-BE49-F238E27FC236}">
                  <a16:creationId xmlns:a16="http://schemas.microsoft.com/office/drawing/2014/main" id="{EECA76C5-0B4E-9E7E-BD80-28A33630746F}"/>
                </a:ext>
              </a:extLst>
            </p:cNvPr>
            <p:cNvSpPr/>
            <p:nvPr/>
          </p:nvSpPr>
          <p:spPr>
            <a:xfrm>
              <a:off x="7307386" y="2022592"/>
              <a:ext cx="49958" cy="42794"/>
            </a:xfrm>
            <a:custGeom>
              <a:avLst/>
              <a:gdLst/>
              <a:ahLst/>
              <a:cxnLst/>
              <a:rect l="l" t="t" r="r" b="b"/>
              <a:pathLst>
                <a:path w="3103" h="2658" extrusionOk="0">
                  <a:moveTo>
                    <a:pt x="1768" y="0"/>
                  </a:moveTo>
                  <a:cubicBezTo>
                    <a:pt x="601" y="0"/>
                    <a:pt x="0" y="1435"/>
                    <a:pt x="834" y="2269"/>
                  </a:cubicBezTo>
                  <a:cubicBezTo>
                    <a:pt x="1103" y="2537"/>
                    <a:pt x="1434" y="2657"/>
                    <a:pt x="1759" y="2657"/>
                  </a:cubicBezTo>
                  <a:cubicBezTo>
                    <a:pt x="2443" y="2657"/>
                    <a:pt x="3103" y="2126"/>
                    <a:pt x="3103" y="1335"/>
                  </a:cubicBezTo>
                  <a:cubicBezTo>
                    <a:pt x="3103" y="601"/>
                    <a:pt x="2502" y="0"/>
                    <a:pt x="176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3">
              <a:extLst>
                <a:ext uri="{FF2B5EF4-FFF2-40B4-BE49-F238E27FC236}">
                  <a16:creationId xmlns:a16="http://schemas.microsoft.com/office/drawing/2014/main" id="{85442DB8-744A-6837-6CE5-2D5008CF99F5}"/>
                </a:ext>
              </a:extLst>
            </p:cNvPr>
            <p:cNvSpPr/>
            <p:nvPr/>
          </p:nvSpPr>
          <p:spPr>
            <a:xfrm>
              <a:off x="7307386" y="2022592"/>
              <a:ext cx="49958" cy="42794"/>
            </a:xfrm>
            <a:custGeom>
              <a:avLst/>
              <a:gdLst/>
              <a:ahLst/>
              <a:cxnLst/>
              <a:rect l="l" t="t" r="r" b="b"/>
              <a:pathLst>
                <a:path w="3103" h="2658" extrusionOk="0">
                  <a:moveTo>
                    <a:pt x="1768" y="0"/>
                  </a:moveTo>
                  <a:cubicBezTo>
                    <a:pt x="601" y="0"/>
                    <a:pt x="0" y="1435"/>
                    <a:pt x="834" y="2269"/>
                  </a:cubicBezTo>
                  <a:cubicBezTo>
                    <a:pt x="1103" y="2537"/>
                    <a:pt x="1434" y="2657"/>
                    <a:pt x="1759" y="2657"/>
                  </a:cubicBezTo>
                  <a:cubicBezTo>
                    <a:pt x="2443" y="2657"/>
                    <a:pt x="3103" y="2126"/>
                    <a:pt x="3103" y="1335"/>
                  </a:cubicBezTo>
                  <a:cubicBezTo>
                    <a:pt x="3103" y="601"/>
                    <a:pt x="2502" y="0"/>
                    <a:pt x="1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3">
              <a:extLst>
                <a:ext uri="{FF2B5EF4-FFF2-40B4-BE49-F238E27FC236}">
                  <a16:creationId xmlns:a16="http://schemas.microsoft.com/office/drawing/2014/main" id="{0161B420-07E5-4715-BDC9-6BE8B2FCC59B}"/>
                </a:ext>
              </a:extLst>
            </p:cNvPr>
            <p:cNvSpPr/>
            <p:nvPr/>
          </p:nvSpPr>
          <p:spPr>
            <a:xfrm>
              <a:off x="7338539" y="2020450"/>
              <a:ext cx="25245" cy="21574"/>
            </a:xfrm>
            <a:custGeom>
              <a:avLst/>
              <a:gdLst/>
              <a:ahLst/>
              <a:cxnLst/>
              <a:rect l="l" t="t" r="r" b="b"/>
              <a:pathLst>
                <a:path w="1568" h="1340" extrusionOk="0">
                  <a:moveTo>
                    <a:pt x="901" y="0"/>
                  </a:moveTo>
                  <a:cubicBezTo>
                    <a:pt x="300" y="0"/>
                    <a:pt x="0" y="701"/>
                    <a:pt x="400" y="1134"/>
                  </a:cubicBezTo>
                  <a:cubicBezTo>
                    <a:pt x="542" y="1276"/>
                    <a:pt x="716" y="1339"/>
                    <a:pt x="886" y="1339"/>
                  </a:cubicBezTo>
                  <a:cubicBezTo>
                    <a:pt x="1236" y="1339"/>
                    <a:pt x="1568" y="1071"/>
                    <a:pt x="1568" y="667"/>
                  </a:cubicBezTo>
                  <a:cubicBezTo>
                    <a:pt x="1568" y="300"/>
                    <a:pt x="1268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3">
              <a:extLst>
                <a:ext uri="{FF2B5EF4-FFF2-40B4-BE49-F238E27FC236}">
                  <a16:creationId xmlns:a16="http://schemas.microsoft.com/office/drawing/2014/main" id="{9BFDE7B3-B604-E329-37E6-1C45F9CBA5A8}"/>
                </a:ext>
              </a:extLst>
            </p:cNvPr>
            <p:cNvSpPr/>
            <p:nvPr/>
          </p:nvSpPr>
          <p:spPr>
            <a:xfrm>
              <a:off x="7041542" y="2458274"/>
              <a:ext cx="252432" cy="45193"/>
            </a:xfrm>
            <a:custGeom>
              <a:avLst/>
              <a:gdLst/>
              <a:ahLst/>
              <a:cxnLst/>
              <a:rect l="l" t="t" r="r" b="b"/>
              <a:pathLst>
                <a:path w="15679" h="2807" extrusionOk="0">
                  <a:moveTo>
                    <a:pt x="13735" y="0"/>
                  </a:moveTo>
                  <a:cubicBezTo>
                    <a:pt x="13360" y="0"/>
                    <a:pt x="12985" y="76"/>
                    <a:pt x="12610" y="226"/>
                  </a:cubicBezTo>
                  <a:cubicBezTo>
                    <a:pt x="12209" y="392"/>
                    <a:pt x="11809" y="659"/>
                    <a:pt x="11375" y="826"/>
                  </a:cubicBezTo>
                  <a:cubicBezTo>
                    <a:pt x="11188" y="864"/>
                    <a:pt x="11000" y="882"/>
                    <a:pt x="10812" y="882"/>
                  </a:cubicBezTo>
                  <a:cubicBezTo>
                    <a:pt x="10500" y="882"/>
                    <a:pt x="10187" y="830"/>
                    <a:pt x="9874" y="726"/>
                  </a:cubicBezTo>
                  <a:cubicBezTo>
                    <a:pt x="9407" y="593"/>
                    <a:pt x="8874" y="526"/>
                    <a:pt x="8373" y="526"/>
                  </a:cubicBezTo>
                  <a:cubicBezTo>
                    <a:pt x="7873" y="559"/>
                    <a:pt x="7372" y="659"/>
                    <a:pt x="6872" y="826"/>
                  </a:cubicBezTo>
                  <a:cubicBezTo>
                    <a:pt x="5871" y="1126"/>
                    <a:pt x="4904" y="1560"/>
                    <a:pt x="3903" y="1860"/>
                  </a:cubicBezTo>
                  <a:cubicBezTo>
                    <a:pt x="3336" y="1994"/>
                    <a:pt x="2769" y="2094"/>
                    <a:pt x="2202" y="2194"/>
                  </a:cubicBezTo>
                  <a:cubicBezTo>
                    <a:pt x="1702" y="2269"/>
                    <a:pt x="1183" y="2306"/>
                    <a:pt x="659" y="2306"/>
                  </a:cubicBezTo>
                  <a:cubicBezTo>
                    <a:pt x="484" y="2306"/>
                    <a:pt x="309" y="2302"/>
                    <a:pt x="134" y="2294"/>
                  </a:cubicBezTo>
                  <a:cubicBezTo>
                    <a:pt x="101" y="2427"/>
                    <a:pt x="67" y="2527"/>
                    <a:pt x="1" y="2661"/>
                  </a:cubicBezTo>
                  <a:cubicBezTo>
                    <a:pt x="485" y="2763"/>
                    <a:pt x="969" y="2806"/>
                    <a:pt x="1468" y="2806"/>
                  </a:cubicBezTo>
                  <a:cubicBezTo>
                    <a:pt x="1622" y="2806"/>
                    <a:pt x="1778" y="2802"/>
                    <a:pt x="1935" y="2794"/>
                  </a:cubicBezTo>
                  <a:cubicBezTo>
                    <a:pt x="2469" y="2761"/>
                    <a:pt x="3003" y="2694"/>
                    <a:pt x="3503" y="2561"/>
                  </a:cubicBezTo>
                  <a:cubicBezTo>
                    <a:pt x="4537" y="2327"/>
                    <a:pt x="5538" y="2060"/>
                    <a:pt x="6539" y="1693"/>
                  </a:cubicBezTo>
                  <a:cubicBezTo>
                    <a:pt x="7039" y="1493"/>
                    <a:pt x="7539" y="1360"/>
                    <a:pt x="8073" y="1260"/>
                  </a:cubicBezTo>
                  <a:cubicBezTo>
                    <a:pt x="8240" y="1237"/>
                    <a:pt x="8407" y="1226"/>
                    <a:pt x="8573" y="1226"/>
                  </a:cubicBezTo>
                  <a:cubicBezTo>
                    <a:pt x="8907" y="1226"/>
                    <a:pt x="9240" y="1271"/>
                    <a:pt x="9574" y="1360"/>
                  </a:cubicBezTo>
                  <a:cubicBezTo>
                    <a:pt x="9963" y="1499"/>
                    <a:pt x="10376" y="1568"/>
                    <a:pt x="10792" y="1568"/>
                  </a:cubicBezTo>
                  <a:cubicBezTo>
                    <a:pt x="10875" y="1568"/>
                    <a:pt x="10958" y="1566"/>
                    <a:pt x="11042" y="1560"/>
                  </a:cubicBezTo>
                  <a:cubicBezTo>
                    <a:pt x="11475" y="1460"/>
                    <a:pt x="11909" y="1293"/>
                    <a:pt x="12276" y="1060"/>
                  </a:cubicBezTo>
                  <a:cubicBezTo>
                    <a:pt x="12743" y="793"/>
                    <a:pt x="13243" y="626"/>
                    <a:pt x="13777" y="593"/>
                  </a:cubicBezTo>
                  <a:cubicBezTo>
                    <a:pt x="13851" y="585"/>
                    <a:pt x="13921" y="582"/>
                    <a:pt x="13990" y="582"/>
                  </a:cubicBezTo>
                  <a:cubicBezTo>
                    <a:pt x="14543" y="582"/>
                    <a:pt x="14955" y="796"/>
                    <a:pt x="15578" y="826"/>
                  </a:cubicBezTo>
                  <a:cubicBezTo>
                    <a:pt x="15578" y="693"/>
                    <a:pt x="15612" y="559"/>
                    <a:pt x="15678" y="426"/>
                  </a:cubicBezTo>
                  <a:cubicBezTo>
                    <a:pt x="15145" y="259"/>
                    <a:pt x="14644" y="126"/>
                    <a:pt x="14111" y="26"/>
                  </a:cubicBezTo>
                  <a:cubicBezTo>
                    <a:pt x="13986" y="9"/>
                    <a:pt x="13860" y="0"/>
                    <a:pt x="1373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73">
              <a:extLst>
                <a:ext uri="{FF2B5EF4-FFF2-40B4-BE49-F238E27FC236}">
                  <a16:creationId xmlns:a16="http://schemas.microsoft.com/office/drawing/2014/main" id="{A0B813CD-F954-6EDC-6B3C-42B897FD3C02}"/>
                </a:ext>
              </a:extLst>
            </p:cNvPr>
            <p:cNvSpPr/>
            <p:nvPr/>
          </p:nvSpPr>
          <p:spPr>
            <a:xfrm>
              <a:off x="6241872" y="2036728"/>
              <a:ext cx="402275" cy="478991"/>
            </a:xfrm>
            <a:custGeom>
              <a:avLst/>
              <a:gdLst/>
              <a:ahLst/>
              <a:cxnLst/>
              <a:rect l="l" t="t" r="r" b="b"/>
              <a:pathLst>
                <a:path w="24986" h="29751" extrusionOk="0">
                  <a:moveTo>
                    <a:pt x="9446" y="0"/>
                  </a:moveTo>
                  <a:cubicBezTo>
                    <a:pt x="8400" y="0"/>
                    <a:pt x="7452" y="247"/>
                    <a:pt x="6639" y="724"/>
                  </a:cubicBezTo>
                  <a:lnTo>
                    <a:pt x="3136" y="2725"/>
                  </a:lnTo>
                  <a:cubicBezTo>
                    <a:pt x="1202" y="3859"/>
                    <a:pt x="1" y="6261"/>
                    <a:pt x="1" y="9697"/>
                  </a:cubicBezTo>
                  <a:cubicBezTo>
                    <a:pt x="1" y="16535"/>
                    <a:pt x="4804" y="24874"/>
                    <a:pt x="10742" y="28277"/>
                  </a:cubicBezTo>
                  <a:cubicBezTo>
                    <a:pt x="12464" y="29283"/>
                    <a:pt x="14086" y="29751"/>
                    <a:pt x="15522" y="29751"/>
                  </a:cubicBezTo>
                  <a:cubicBezTo>
                    <a:pt x="16560" y="29751"/>
                    <a:pt x="17502" y="29506"/>
                    <a:pt x="18314" y="29044"/>
                  </a:cubicBezTo>
                  <a:lnTo>
                    <a:pt x="21816" y="27009"/>
                  </a:lnTo>
                  <a:cubicBezTo>
                    <a:pt x="23784" y="25908"/>
                    <a:pt x="24985" y="23473"/>
                    <a:pt x="24985" y="20071"/>
                  </a:cubicBezTo>
                  <a:cubicBezTo>
                    <a:pt x="24985" y="13199"/>
                    <a:pt x="20148" y="4893"/>
                    <a:pt x="14244" y="1457"/>
                  </a:cubicBezTo>
                  <a:cubicBezTo>
                    <a:pt x="12523" y="471"/>
                    <a:pt x="10891" y="0"/>
                    <a:pt x="94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73">
              <a:extLst>
                <a:ext uri="{FF2B5EF4-FFF2-40B4-BE49-F238E27FC236}">
                  <a16:creationId xmlns:a16="http://schemas.microsoft.com/office/drawing/2014/main" id="{AD0EE5A8-EBB6-E656-93A2-3B0847BE6095}"/>
                </a:ext>
              </a:extLst>
            </p:cNvPr>
            <p:cNvSpPr/>
            <p:nvPr/>
          </p:nvSpPr>
          <p:spPr>
            <a:xfrm>
              <a:off x="6241872" y="2069217"/>
              <a:ext cx="345876" cy="446501"/>
            </a:xfrm>
            <a:custGeom>
              <a:avLst/>
              <a:gdLst/>
              <a:ahLst/>
              <a:cxnLst/>
              <a:rect l="l" t="t" r="r" b="b"/>
              <a:pathLst>
                <a:path w="21483" h="27733" extrusionOk="0">
                  <a:moveTo>
                    <a:pt x="5941" y="0"/>
                  </a:moveTo>
                  <a:cubicBezTo>
                    <a:pt x="4896" y="0"/>
                    <a:pt x="3948" y="245"/>
                    <a:pt x="3136" y="707"/>
                  </a:cubicBezTo>
                  <a:cubicBezTo>
                    <a:pt x="1202" y="1841"/>
                    <a:pt x="1" y="4243"/>
                    <a:pt x="1" y="7679"/>
                  </a:cubicBezTo>
                  <a:cubicBezTo>
                    <a:pt x="1" y="14517"/>
                    <a:pt x="4804" y="22856"/>
                    <a:pt x="10742" y="26259"/>
                  </a:cubicBezTo>
                  <a:cubicBezTo>
                    <a:pt x="12464" y="27265"/>
                    <a:pt x="14086" y="27733"/>
                    <a:pt x="15522" y="27733"/>
                  </a:cubicBezTo>
                  <a:cubicBezTo>
                    <a:pt x="16560" y="27733"/>
                    <a:pt x="17502" y="27488"/>
                    <a:pt x="18314" y="27026"/>
                  </a:cubicBezTo>
                  <a:cubicBezTo>
                    <a:pt x="20282" y="25892"/>
                    <a:pt x="21483" y="23490"/>
                    <a:pt x="21483" y="20054"/>
                  </a:cubicBezTo>
                  <a:cubicBezTo>
                    <a:pt x="21483" y="13216"/>
                    <a:pt x="16679" y="4877"/>
                    <a:pt x="10742" y="1474"/>
                  </a:cubicBezTo>
                  <a:cubicBezTo>
                    <a:pt x="9019" y="468"/>
                    <a:pt x="7386" y="0"/>
                    <a:pt x="59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3">
              <a:extLst>
                <a:ext uri="{FF2B5EF4-FFF2-40B4-BE49-F238E27FC236}">
                  <a16:creationId xmlns:a16="http://schemas.microsoft.com/office/drawing/2014/main" id="{8AE93E0A-084D-21A8-A591-1D8ADEBA12F5}"/>
                </a:ext>
              </a:extLst>
            </p:cNvPr>
            <p:cNvSpPr/>
            <p:nvPr/>
          </p:nvSpPr>
          <p:spPr>
            <a:xfrm>
              <a:off x="6273556" y="2108807"/>
              <a:ext cx="281975" cy="367611"/>
            </a:xfrm>
            <a:custGeom>
              <a:avLst/>
              <a:gdLst/>
              <a:ahLst/>
              <a:cxnLst/>
              <a:rect l="l" t="t" r="r" b="b"/>
              <a:pathLst>
                <a:path w="17514" h="22833" extrusionOk="0">
                  <a:moveTo>
                    <a:pt x="4655" y="258"/>
                  </a:moveTo>
                  <a:cubicBezTo>
                    <a:pt x="5814" y="258"/>
                    <a:pt x="7123" y="683"/>
                    <a:pt x="8507" y="1517"/>
                  </a:cubicBezTo>
                  <a:cubicBezTo>
                    <a:pt x="13177" y="4352"/>
                    <a:pt x="17080" y="11124"/>
                    <a:pt x="17213" y="16595"/>
                  </a:cubicBezTo>
                  <a:cubicBezTo>
                    <a:pt x="17246" y="19230"/>
                    <a:pt x="16446" y="21164"/>
                    <a:pt x="14911" y="22032"/>
                  </a:cubicBezTo>
                  <a:cubicBezTo>
                    <a:pt x="14313" y="22383"/>
                    <a:pt x="13628" y="22557"/>
                    <a:pt x="12883" y="22557"/>
                  </a:cubicBezTo>
                  <a:cubicBezTo>
                    <a:pt x="11717" y="22557"/>
                    <a:pt x="10404" y="22132"/>
                    <a:pt x="9041" y="21298"/>
                  </a:cubicBezTo>
                  <a:cubicBezTo>
                    <a:pt x="4337" y="18463"/>
                    <a:pt x="434" y="11691"/>
                    <a:pt x="334" y="6220"/>
                  </a:cubicBezTo>
                  <a:cubicBezTo>
                    <a:pt x="268" y="3619"/>
                    <a:pt x="1102" y="1650"/>
                    <a:pt x="2636" y="783"/>
                  </a:cubicBezTo>
                  <a:cubicBezTo>
                    <a:pt x="3235" y="432"/>
                    <a:pt x="3914" y="258"/>
                    <a:pt x="4655" y="258"/>
                  </a:cubicBezTo>
                  <a:close/>
                  <a:moveTo>
                    <a:pt x="4656" y="1"/>
                  </a:moveTo>
                  <a:cubicBezTo>
                    <a:pt x="3870" y="1"/>
                    <a:pt x="3145" y="182"/>
                    <a:pt x="2503" y="550"/>
                  </a:cubicBezTo>
                  <a:cubicBezTo>
                    <a:pt x="868" y="1484"/>
                    <a:pt x="1" y="3518"/>
                    <a:pt x="68" y="6220"/>
                  </a:cubicBezTo>
                  <a:cubicBezTo>
                    <a:pt x="168" y="11791"/>
                    <a:pt x="4137" y="18663"/>
                    <a:pt x="8907" y="21531"/>
                  </a:cubicBezTo>
                  <a:cubicBezTo>
                    <a:pt x="10075" y="22299"/>
                    <a:pt x="11476" y="22766"/>
                    <a:pt x="12877" y="22832"/>
                  </a:cubicBezTo>
                  <a:cubicBezTo>
                    <a:pt x="13644" y="22832"/>
                    <a:pt x="14378" y="22632"/>
                    <a:pt x="15045" y="22265"/>
                  </a:cubicBezTo>
                  <a:cubicBezTo>
                    <a:pt x="16646" y="21331"/>
                    <a:pt x="17513" y="19296"/>
                    <a:pt x="17480" y="16595"/>
                  </a:cubicBezTo>
                  <a:cubicBezTo>
                    <a:pt x="17347" y="11024"/>
                    <a:pt x="13377" y="4152"/>
                    <a:pt x="8640" y="1284"/>
                  </a:cubicBezTo>
                  <a:cubicBezTo>
                    <a:pt x="7223" y="433"/>
                    <a:pt x="5868" y="1"/>
                    <a:pt x="46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3">
              <a:extLst>
                <a:ext uri="{FF2B5EF4-FFF2-40B4-BE49-F238E27FC236}">
                  <a16:creationId xmlns:a16="http://schemas.microsoft.com/office/drawing/2014/main" id="{701E612A-35F8-9845-9300-3D451CF4AF5E}"/>
                </a:ext>
              </a:extLst>
            </p:cNvPr>
            <p:cNvSpPr/>
            <p:nvPr/>
          </p:nvSpPr>
          <p:spPr>
            <a:xfrm>
              <a:off x="6266585" y="2153775"/>
              <a:ext cx="250806" cy="303372"/>
            </a:xfrm>
            <a:custGeom>
              <a:avLst/>
              <a:gdLst/>
              <a:ahLst/>
              <a:cxnLst/>
              <a:rect l="l" t="t" r="r" b="b"/>
              <a:pathLst>
                <a:path w="15578" h="18843" extrusionOk="0">
                  <a:moveTo>
                    <a:pt x="5559" y="0"/>
                  </a:moveTo>
                  <a:cubicBezTo>
                    <a:pt x="4897" y="0"/>
                    <a:pt x="4293" y="155"/>
                    <a:pt x="3770" y="459"/>
                  </a:cubicBezTo>
                  <a:lnTo>
                    <a:pt x="2035" y="1459"/>
                  </a:lnTo>
                  <a:cubicBezTo>
                    <a:pt x="801" y="2193"/>
                    <a:pt x="0" y="3728"/>
                    <a:pt x="0" y="5929"/>
                  </a:cubicBezTo>
                  <a:cubicBezTo>
                    <a:pt x="0" y="10332"/>
                    <a:pt x="3102" y="15703"/>
                    <a:pt x="6905" y="17904"/>
                  </a:cubicBezTo>
                  <a:cubicBezTo>
                    <a:pt x="8004" y="18541"/>
                    <a:pt x="9047" y="18842"/>
                    <a:pt x="9976" y="18842"/>
                  </a:cubicBezTo>
                  <a:cubicBezTo>
                    <a:pt x="10655" y="18842"/>
                    <a:pt x="11273" y="18681"/>
                    <a:pt x="11809" y="18371"/>
                  </a:cubicBezTo>
                  <a:lnTo>
                    <a:pt x="13543" y="17371"/>
                  </a:lnTo>
                  <a:cubicBezTo>
                    <a:pt x="14811" y="16670"/>
                    <a:pt x="15578" y="15102"/>
                    <a:pt x="15578" y="12901"/>
                  </a:cubicBezTo>
                  <a:cubicBezTo>
                    <a:pt x="15578" y="8498"/>
                    <a:pt x="12476" y="3161"/>
                    <a:pt x="8673" y="959"/>
                  </a:cubicBezTo>
                  <a:cubicBezTo>
                    <a:pt x="7557" y="313"/>
                    <a:pt x="6499" y="0"/>
                    <a:pt x="5559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73">
              <a:extLst>
                <a:ext uri="{FF2B5EF4-FFF2-40B4-BE49-F238E27FC236}">
                  <a16:creationId xmlns:a16="http://schemas.microsoft.com/office/drawing/2014/main" id="{8F1F4AE7-7FD9-193D-B09A-64CB6BB1B840}"/>
                </a:ext>
              </a:extLst>
            </p:cNvPr>
            <p:cNvSpPr/>
            <p:nvPr/>
          </p:nvSpPr>
          <p:spPr>
            <a:xfrm>
              <a:off x="6266585" y="2153775"/>
              <a:ext cx="250806" cy="303372"/>
            </a:xfrm>
            <a:custGeom>
              <a:avLst/>
              <a:gdLst/>
              <a:ahLst/>
              <a:cxnLst/>
              <a:rect l="l" t="t" r="r" b="b"/>
              <a:pathLst>
                <a:path w="15578" h="18843" extrusionOk="0">
                  <a:moveTo>
                    <a:pt x="5559" y="0"/>
                  </a:moveTo>
                  <a:cubicBezTo>
                    <a:pt x="4897" y="0"/>
                    <a:pt x="4293" y="155"/>
                    <a:pt x="3770" y="459"/>
                  </a:cubicBezTo>
                  <a:lnTo>
                    <a:pt x="2035" y="1459"/>
                  </a:lnTo>
                  <a:cubicBezTo>
                    <a:pt x="801" y="2193"/>
                    <a:pt x="0" y="3728"/>
                    <a:pt x="0" y="5929"/>
                  </a:cubicBezTo>
                  <a:cubicBezTo>
                    <a:pt x="0" y="10332"/>
                    <a:pt x="3102" y="15703"/>
                    <a:pt x="6905" y="17904"/>
                  </a:cubicBezTo>
                  <a:cubicBezTo>
                    <a:pt x="8004" y="18541"/>
                    <a:pt x="9047" y="18842"/>
                    <a:pt x="9976" y="18842"/>
                  </a:cubicBezTo>
                  <a:cubicBezTo>
                    <a:pt x="10655" y="18842"/>
                    <a:pt x="11273" y="18681"/>
                    <a:pt x="11809" y="18371"/>
                  </a:cubicBezTo>
                  <a:lnTo>
                    <a:pt x="13543" y="17371"/>
                  </a:lnTo>
                  <a:cubicBezTo>
                    <a:pt x="14811" y="16670"/>
                    <a:pt x="15578" y="15102"/>
                    <a:pt x="15578" y="12901"/>
                  </a:cubicBezTo>
                  <a:cubicBezTo>
                    <a:pt x="15578" y="8498"/>
                    <a:pt x="12476" y="3161"/>
                    <a:pt x="8673" y="959"/>
                  </a:cubicBezTo>
                  <a:cubicBezTo>
                    <a:pt x="7557" y="313"/>
                    <a:pt x="6499" y="0"/>
                    <a:pt x="5559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73">
              <a:extLst>
                <a:ext uri="{FF2B5EF4-FFF2-40B4-BE49-F238E27FC236}">
                  <a16:creationId xmlns:a16="http://schemas.microsoft.com/office/drawing/2014/main" id="{75CE5943-A936-D745-4CBB-DE7BC6EA1FEC}"/>
                </a:ext>
              </a:extLst>
            </p:cNvPr>
            <p:cNvSpPr/>
            <p:nvPr/>
          </p:nvSpPr>
          <p:spPr>
            <a:xfrm>
              <a:off x="6260676" y="2173610"/>
              <a:ext cx="244913" cy="288528"/>
            </a:xfrm>
            <a:custGeom>
              <a:avLst/>
              <a:gdLst/>
              <a:ahLst/>
              <a:cxnLst/>
              <a:rect l="l" t="t" r="r" b="b"/>
              <a:pathLst>
                <a:path w="15212" h="17921" extrusionOk="0">
                  <a:moveTo>
                    <a:pt x="4493" y="0"/>
                  </a:moveTo>
                  <a:cubicBezTo>
                    <a:pt x="3847" y="0"/>
                    <a:pt x="3241" y="148"/>
                    <a:pt x="2702" y="461"/>
                  </a:cubicBezTo>
                  <a:cubicBezTo>
                    <a:pt x="0" y="2029"/>
                    <a:pt x="0" y="7099"/>
                    <a:pt x="2669" y="11802"/>
                  </a:cubicBezTo>
                  <a:cubicBezTo>
                    <a:pt x="4836" y="15548"/>
                    <a:pt x="8098" y="17921"/>
                    <a:pt x="10699" y="17921"/>
                  </a:cubicBezTo>
                  <a:cubicBezTo>
                    <a:pt x="11340" y="17921"/>
                    <a:pt x="11941" y="17777"/>
                    <a:pt x="12476" y="17473"/>
                  </a:cubicBezTo>
                  <a:cubicBezTo>
                    <a:pt x="15178" y="15905"/>
                    <a:pt x="15211" y="10835"/>
                    <a:pt x="12509" y="6132"/>
                  </a:cubicBezTo>
                  <a:cubicBezTo>
                    <a:pt x="10346" y="2392"/>
                    <a:pt x="7091" y="0"/>
                    <a:pt x="449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73">
              <a:extLst>
                <a:ext uri="{FF2B5EF4-FFF2-40B4-BE49-F238E27FC236}">
                  <a16:creationId xmlns:a16="http://schemas.microsoft.com/office/drawing/2014/main" id="{82486E17-D6BB-7BBE-E4C0-F23EE00FA1D9}"/>
                </a:ext>
              </a:extLst>
            </p:cNvPr>
            <p:cNvSpPr/>
            <p:nvPr/>
          </p:nvSpPr>
          <p:spPr>
            <a:xfrm>
              <a:off x="6278934" y="2204876"/>
              <a:ext cx="189062" cy="222969"/>
            </a:xfrm>
            <a:custGeom>
              <a:avLst/>
              <a:gdLst/>
              <a:ahLst/>
              <a:cxnLst/>
              <a:rect l="l" t="t" r="r" b="b"/>
              <a:pathLst>
                <a:path w="11743" h="13849" extrusionOk="0">
                  <a:moveTo>
                    <a:pt x="3458" y="1"/>
                  </a:moveTo>
                  <a:cubicBezTo>
                    <a:pt x="2957" y="1"/>
                    <a:pt x="2487" y="114"/>
                    <a:pt x="2069" y="353"/>
                  </a:cubicBezTo>
                  <a:cubicBezTo>
                    <a:pt x="0" y="1554"/>
                    <a:pt x="0" y="5490"/>
                    <a:pt x="2069" y="9126"/>
                  </a:cubicBezTo>
                  <a:cubicBezTo>
                    <a:pt x="3752" y="12012"/>
                    <a:pt x="6269" y="13849"/>
                    <a:pt x="8285" y="13849"/>
                  </a:cubicBezTo>
                  <a:cubicBezTo>
                    <a:pt x="8786" y="13849"/>
                    <a:pt x="9256" y="13735"/>
                    <a:pt x="9674" y="13496"/>
                  </a:cubicBezTo>
                  <a:cubicBezTo>
                    <a:pt x="11742" y="12295"/>
                    <a:pt x="11742" y="8359"/>
                    <a:pt x="9674" y="4723"/>
                  </a:cubicBezTo>
                  <a:cubicBezTo>
                    <a:pt x="7991" y="1838"/>
                    <a:pt x="5473" y="1"/>
                    <a:pt x="34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73">
              <a:extLst>
                <a:ext uri="{FF2B5EF4-FFF2-40B4-BE49-F238E27FC236}">
                  <a16:creationId xmlns:a16="http://schemas.microsoft.com/office/drawing/2014/main" id="{CA2057C0-7FD8-EF69-174C-9F9D896F75FA}"/>
                </a:ext>
              </a:extLst>
            </p:cNvPr>
            <p:cNvSpPr/>
            <p:nvPr/>
          </p:nvSpPr>
          <p:spPr>
            <a:xfrm>
              <a:off x="6308477" y="2207339"/>
              <a:ext cx="112249" cy="111187"/>
            </a:xfrm>
            <a:custGeom>
              <a:avLst/>
              <a:gdLst/>
              <a:ahLst/>
              <a:cxnLst/>
              <a:rect l="l" t="t" r="r" b="b"/>
              <a:pathLst>
                <a:path w="6972" h="6906" extrusionOk="0">
                  <a:moveTo>
                    <a:pt x="1412" y="0"/>
                  </a:moveTo>
                  <a:cubicBezTo>
                    <a:pt x="886" y="0"/>
                    <a:pt x="410" y="127"/>
                    <a:pt x="0" y="367"/>
                  </a:cubicBezTo>
                  <a:lnTo>
                    <a:pt x="3803" y="6905"/>
                  </a:lnTo>
                  <a:lnTo>
                    <a:pt x="6972" y="3736"/>
                  </a:lnTo>
                  <a:cubicBezTo>
                    <a:pt x="6138" y="2535"/>
                    <a:pt x="5037" y="1501"/>
                    <a:pt x="3803" y="734"/>
                  </a:cubicBezTo>
                  <a:cubicBezTo>
                    <a:pt x="2938" y="234"/>
                    <a:pt x="2128" y="0"/>
                    <a:pt x="141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73">
              <a:extLst>
                <a:ext uri="{FF2B5EF4-FFF2-40B4-BE49-F238E27FC236}">
                  <a16:creationId xmlns:a16="http://schemas.microsoft.com/office/drawing/2014/main" id="{50CD5B28-9B38-79CD-1D5A-1D3CE5FF5C5C}"/>
                </a:ext>
              </a:extLst>
            </p:cNvPr>
            <p:cNvSpPr/>
            <p:nvPr/>
          </p:nvSpPr>
          <p:spPr>
            <a:xfrm>
              <a:off x="6369689" y="2268020"/>
              <a:ext cx="86489" cy="156299"/>
            </a:xfrm>
            <a:custGeom>
              <a:avLst/>
              <a:gdLst/>
              <a:ahLst/>
              <a:cxnLst/>
              <a:rect l="l" t="t" r="r" b="b"/>
              <a:pathLst>
                <a:path w="5372" h="9708" extrusionOk="0">
                  <a:moveTo>
                    <a:pt x="3170" y="1"/>
                  </a:moveTo>
                  <a:lnTo>
                    <a:pt x="1" y="3170"/>
                  </a:lnTo>
                  <a:lnTo>
                    <a:pt x="3770" y="9708"/>
                  </a:lnTo>
                  <a:cubicBezTo>
                    <a:pt x="4771" y="9174"/>
                    <a:pt x="5371" y="7973"/>
                    <a:pt x="5371" y="6272"/>
                  </a:cubicBezTo>
                  <a:cubicBezTo>
                    <a:pt x="5371" y="4170"/>
                    <a:pt x="4504" y="1869"/>
                    <a:pt x="317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73">
              <a:extLst>
                <a:ext uri="{FF2B5EF4-FFF2-40B4-BE49-F238E27FC236}">
                  <a16:creationId xmlns:a16="http://schemas.microsoft.com/office/drawing/2014/main" id="{F5F21D1B-55A4-202C-65B4-8F8422DF2331}"/>
                </a:ext>
              </a:extLst>
            </p:cNvPr>
            <p:cNvSpPr/>
            <p:nvPr/>
          </p:nvSpPr>
          <p:spPr>
            <a:xfrm>
              <a:off x="6318669" y="2318510"/>
              <a:ext cx="111734" cy="111557"/>
            </a:xfrm>
            <a:custGeom>
              <a:avLst/>
              <a:gdLst/>
              <a:ahLst/>
              <a:cxnLst/>
              <a:rect l="l" t="t" r="r" b="b"/>
              <a:pathLst>
                <a:path w="6940" h="6929" extrusionOk="0">
                  <a:moveTo>
                    <a:pt x="3170" y="0"/>
                  </a:moveTo>
                  <a:lnTo>
                    <a:pt x="1" y="3169"/>
                  </a:lnTo>
                  <a:cubicBezTo>
                    <a:pt x="835" y="4403"/>
                    <a:pt x="1902" y="5438"/>
                    <a:pt x="3170" y="6205"/>
                  </a:cubicBezTo>
                  <a:cubicBezTo>
                    <a:pt x="4026" y="6691"/>
                    <a:pt x="4838" y="6928"/>
                    <a:pt x="5557" y="6928"/>
                  </a:cubicBezTo>
                  <a:cubicBezTo>
                    <a:pt x="6070" y="6928"/>
                    <a:pt x="6536" y="6808"/>
                    <a:pt x="6939" y="6572"/>
                  </a:cubicBezTo>
                  <a:lnTo>
                    <a:pt x="317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73">
              <a:extLst>
                <a:ext uri="{FF2B5EF4-FFF2-40B4-BE49-F238E27FC236}">
                  <a16:creationId xmlns:a16="http://schemas.microsoft.com/office/drawing/2014/main" id="{F207F5D3-D01B-C0B1-4E3D-DDAA18BC4031}"/>
                </a:ext>
              </a:extLst>
            </p:cNvPr>
            <p:cNvSpPr/>
            <p:nvPr/>
          </p:nvSpPr>
          <p:spPr>
            <a:xfrm>
              <a:off x="6283232" y="2213248"/>
              <a:ext cx="86473" cy="156299"/>
            </a:xfrm>
            <a:custGeom>
              <a:avLst/>
              <a:gdLst/>
              <a:ahLst/>
              <a:cxnLst/>
              <a:rect l="l" t="t" r="r" b="b"/>
              <a:pathLst>
                <a:path w="5371" h="9708" extrusionOk="0">
                  <a:moveTo>
                    <a:pt x="1568" y="0"/>
                  </a:moveTo>
                  <a:cubicBezTo>
                    <a:pt x="601" y="534"/>
                    <a:pt x="0" y="1735"/>
                    <a:pt x="0" y="3469"/>
                  </a:cubicBezTo>
                  <a:cubicBezTo>
                    <a:pt x="0" y="5504"/>
                    <a:pt x="868" y="7806"/>
                    <a:pt x="2202" y="9707"/>
                  </a:cubicBezTo>
                  <a:lnTo>
                    <a:pt x="5371" y="6538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73">
              <a:extLst>
                <a:ext uri="{FF2B5EF4-FFF2-40B4-BE49-F238E27FC236}">
                  <a16:creationId xmlns:a16="http://schemas.microsoft.com/office/drawing/2014/main" id="{86F8B1B8-3B7C-257B-3DC9-F14D12087E8A}"/>
                </a:ext>
              </a:extLst>
            </p:cNvPr>
            <p:cNvSpPr/>
            <p:nvPr/>
          </p:nvSpPr>
          <p:spPr>
            <a:xfrm>
              <a:off x="6333175" y="2270483"/>
              <a:ext cx="73062" cy="93911"/>
            </a:xfrm>
            <a:custGeom>
              <a:avLst/>
              <a:gdLst/>
              <a:ahLst/>
              <a:cxnLst/>
              <a:rect l="l" t="t" r="r" b="b"/>
              <a:pathLst>
                <a:path w="4538" h="5833" extrusionOk="0">
                  <a:moveTo>
                    <a:pt x="1248" y="1"/>
                  </a:moveTo>
                  <a:cubicBezTo>
                    <a:pt x="504" y="1"/>
                    <a:pt x="0" y="598"/>
                    <a:pt x="0" y="1616"/>
                  </a:cubicBezTo>
                  <a:cubicBezTo>
                    <a:pt x="101" y="3183"/>
                    <a:pt x="934" y="4651"/>
                    <a:pt x="2269" y="5518"/>
                  </a:cubicBezTo>
                  <a:cubicBezTo>
                    <a:pt x="2628" y="5732"/>
                    <a:pt x="2970" y="5832"/>
                    <a:pt x="3274" y="5832"/>
                  </a:cubicBezTo>
                  <a:cubicBezTo>
                    <a:pt x="4017" y="5832"/>
                    <a:pt x="4537" y="5235"/>
                    <a:pt x="4537" y="4217"/>
                  </a:cubicBezTo>
                  <a:cubicBezTo>
                    <a:pt x="4437" y="2616"/>
                    <a:pt x="3603" y="1182"/>
                    <a:pt x="2269" y="315"/>
                  </a:cubicBezTo>
                  <a:cubicBezTo>
                    <a:pt x="1900" y="101"/>
                    <a:pt x="1554" y="1"/>
                    <a:pt x="124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73">
              <a:extLst>
                <a:ext uri="{FF2B5EF4-FFF2-40B4-BE49-F238E27FC236}">
                  <a16:creationId xmlns:a16="http://schemas.microsoft.com/office/drawing/2014/main" id="{CC0D3CC6-1904-1176-B1A9-8C3A1C0F1902}"/>
                </a:ext>
              </a:extLst>
            </p:cNvPr>
            <p:cNvSpPr/>
            <p:nvPr/>
          </p:nvSpPr>
          <p:spPr>
            <a:xfrm>
              <a:off x="5967978" y="1939355"/>
              <a:ext cx="215917" cy="210540"/>
            </a:xfrm>
            <a:custGeom>
              <a:avLst/>
              <a:gdLst/>
              <a:ahLst/>
              <a:cxnLst/>
              <a:rect l="l" t="t" r="r" b="b"/>
              <a:pathLst>
                <a:path w="13411" h="13077" extrusionOk="0">
                  <a:moveTo>
                    <a:pt x="8173" y="0"/>
                  </a:moveTo>
                  <a:lnTo>
                    <a:pt x="1" y="867"/>
                  </a:lnTo>
                  <a:lnTo>
                    <a:pt x="1" y="10574"/>
                  </a:lnTo>
                  <a:lnTo>
                    <a:pt x="4270" y="13076"/>
                  </a:lnTo>
                  <a:lnTo>
                    <a:pt x="13077" y="3803"/>
                  </a:lnTo>
                  <a:cubicBezTo>
                    <a:pt x="13410" y="3436"/>
                    <a:pt x="13343" y="2869"/>
                    <a:pt x="12910" y="2602"/>
                  </a:cubicBezTo>
                  <a:lnTo>
                    <a:pt x="8640" y="100"/>
                  </a:lnTo>
                  <a:cubicBezTo>
                    <a:pt x="8473" y="33"/>
                    <a:pt x="8307" y="0"/>
                    <a:pt x="817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73">
              <a:extLst>
                <a:ext uri="{FF2B5EF4-FFF2-40B4-BE49-F238E27FC236}">
                  <a16:creationId xmlns:a16="http://schemas.microsoft.com/office/drawing/2014/main" id="{50176447-63CC-4A2D-34D9-772FD3D8F752}"/>
                </a:ext>
              </a:extLst>
            </p:cNvPr>
            <p:cNvSpPr/>
            <p:nvPr/>
          </p:nvSpPr>
          <p:spPr>
            <a:xfrm>
              <a:off x="5555529" y="1729765"/>
              <a:ext cx="499470" cy="790816"/>
            </a:xfrm>
            <a:custGeom>
              <a:avLst/>
              <a:gdLst/>
              <a:ahLst/>
              <a:cxnLst/>
              <a:rect l="l" t="t" r="r" b="b"/>
              <a:pathLst>
                <a:path w="31023" h="49119" extrusionOk="0">
                  <a:moveTo>
                    <a:pt x="25856" y="0"/>
                  </a:moveTo>
                  <a:cubicBezTo>
                    <a:pt x="25619" y="0"/>
                    <a:pt x="25385" y="59"/>
                    <a:pt x="25185" y="176"/>
                  </a:cubicBezTo>
                  <a:lnTo>
                    <a:pt x="667" y="14286"/>
                  </a:lnTo>
                  <a:cubicBezTo>
                    <a:pt x="267" y="14553"/>
                    <a:pt x="0" y="14986"/>
                    <a:pt x="0" y="15453"/>
                  </a:cubicBezTo>
                  <a:lnTo>
                    <a:pt x="0" y="45541"/>
                  </a:lnTo>
                  <a:cubicBezTo>
                    <a:pt x="34" y="46008"/>
                    <a:pt x="267" y="46442"/>
                    <a:pt x="667" y="46709"/>
                  </a:cubicBezTo>
                  <a:lnTo>
                    <a:pt x="4470" y="48944"/>
                  </a:lnTo>
                  <a:cubicBezTo>
                    <a:pt x="4687" y="49061"/>
                    <a:pt x="4920" y="49119"/>
                    <a:pt x="5154" y="49119"/>
                  </a:cubicBezTo>
                  <a:cubicBezTo>
                    <a:pt x="5387" y="49119"/>
                    <a:pt x="5621" y="49061"/>
                    <a:pt x="5838" y="48944"/>
                  </a:cubicBezTo>
                  <a:lnTo>
                    <a:pt x="30355" y="34834"/>
                  </a:lnTo>
                  <a:cubicBezTo>
                    <a:pt x="30756" y="34567"/>
                    <a:pt x="30989" y="34133"/>
                    <a:pt x="31022" y="33633"/>
                  </a:cubicBezTo>
                  <a:lnTo>
                    <a:pt x="31022" y="3611"/>
                  </a:lnTo>
                  <a:cubicBezTo>
                    <a:pt x="30989" y="3111"/>
                    <a:pt x="30756" y="2677"/>
                    <a:pt x="30355" y="2410"/>
                  </a:cubicBezTo>
                  <a:lnTo>
                    <a:pt x="26553" y="176"/>
                  </a:lnTo>
                  <a:cubicBezTo>
                    <a:pt x="26336" y="59"/>
                    <a:pt x="26094" y="0"/>
                    <a:pt x="2585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73">
              <a:extLst>
                <a:ext uri="{FF2B5EF4-FFF2-40B4-BE49-F238E27FC236}">
                  <a16:creationId xmlns:a16="http://schemas.microsoft.com/office/drawing/2014/main" id="{2808F5DA-AB87-503D-AD94-05FA928820D4}"/>
                </a:ext>
              </a:extLst>
            </p:cNvPr>
            <p:cNvSpPr/>
            <p:nvPr/>
          </p:nvSpPr>
          <p:spPr>
            <a:xfrm>
              <a:off x="5555529" y="1968351"/>
              <a:ext cx="92382" cy="552439"/>
            </a:xfrm>
            <a:custGeom>
              <a:avLst/>
              <a:gdLst/>
              <a:ahLst/>
              <a:cxnLst/>
              <a:rect l="l" t="t" r="r" b="b"/>
              <a:pathLst>
                <a:path w="5738" h="34313" extrusionOk="0">
                  <a:moveTo>
                    <a:pt x="167" y="0"/>
                  </a:moveTo>
                  <a:cubicBezTo>
                    <a:pt x="67" y="201"/>
                    <a:pt x="0" y="434"/>
                    <a:pt x="0" y="668"/>
                  </a:cubicBezTo>
                  <a:lnTo>
                    <a:pt x="0" y="30722"/>
                  </a:lnTo>
                  <a:cubicBezTo>
                    <a:pt x="0" y="31189"/>
                    <a:pt x="267" y="31623"/>
                    <a:pt x="667" y="31890"/>
                  </a:cubicBezTo>
                  <a:lnTo>
                    <a:pt x="4470" y="34158"/>
                  </a:lnTo>
                  <a:cubicBezTo>
                    <a:pt x="4679" y="34263"/>
                    <a:pt x="4907" y="34313"/>
                    <a:pt x="5134" y="34313"/>
                  </a:cubicBezTo>
                  <a:cubicBezTo>
                    <a:pt x="5340" y="34313"/>
                    <a:pt x="5547" y="34271"/>
                    <a:pt x="5738" y="34192"/>
                  </a:cubicBezTo>
                  <a:lnTo>
                    <a:pt x="5738" y="34192"/>
                  </a:lnTo>
                  <a:cubicBezTo>
                    <a:pt x="5667" y="34220"/>
                    <a:pt x="5601" y="34233"/>
                    <a:pt x="5541" y="34233"/>
                  </a:cubicBezTo>
                  <a:cubicBezTo>
                    <a:pt x="5316" y="34233"/>
                    <a:pt x="5171" y="34047"/>
                    <a:pt x="5171" y="33758"/>
                  </a:cubicBezTo>
                  <a:lnTo>
                    <a:pt x="5171" y="3736"/>
                  </a:lnTo>
                  <a:cubicBezTo>
                    <a:pt x="5171" y="3470"/>
                    <a:pt x="5237" y="3236"/>
                    <a:pt x="5371" y="3036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73">
              <a:extLst>
                <a:ext uri="{FF2B5EF4-FFF2-40B4-BE49-F238E27FC236}">
                  <a16:creationId xmlns:a16="http://schemas.microsoft.com/office/drawing/2014/main" id="{1DF798FD-E5A6-5EF2-F7ED-FD44DC188FF7}"/>
                </a:ext>
              </a:extLst>
            </p:cNvPr>
            <p:cNvSpPr/>
            <p:nvPr/>
          </p:nvSpPr>
          <p:spPr>
            <a:xfrm>
              <a:off x="5638766" y="1779900"/>
              <a:ext cx="548302" cy="739473"/>
            </a:xfrm>
            <a:custGeom>
              <a:avLst/>
              <a:gdLst/>
              <a:ahLst/>
              <a:cxnLst/>
              <a:rect l="l" t="t" r="r" b="b"/>
              <a:pathLst>
                <a:path w="34056" h="45930" extrusionOk="0">
                  <a:moveTo>
                    <a:pt x="25451" y="0"/>
                  </a:moveTo>
                  <a:cubicBezTo>
                    <a:pt x="25369" y="0"/>
                    <a:pt x="25279" y="21"/>
                    <a:pt x="25185" y="64"/>
                  </a:cubicBezTo>
                  <a:lnTo>
                    <a:pt x="668" y="14207"/>
                  </a:lnTo>
                  <a:cubicBezTo>
                    <a:pt x="268" y="14474"/>
                    <a:pt x="1" y="14908"/>
                    <a:pt x="1" y="15408"/>
                  </a:cubicBezTo>
                  <a:lnTo>
                    <a:pt x="1" y="45463"/>
                  </a:lnTo>
                  <a:cubicBezTo>
                    <a:pt x="1" y="45746"/>
                    <a:pt x="151" y="45929"/>
                    <a:pt x="369" y="45929"/>
                  </a:cubicBezTo>
                  <a:cubicBezTo>
                    <a:pt x="459" y="45929"/>
                    <a:pt x="561" y="45898"/>
                    <a:pt x="668" y="45830"/>
                  </a:cubicBezTo>
                  <a:lnTo>
                    <a:pt x="25185" y="31720"/>
                  </a:lnTo>
                  <a:cubicBezTo>
                    <a:pt x="25586" y="31453"/>
                    <a:pt x="25819" y="31019"/>
                    <a:pt x="25852" y="30552"/>
                  </a:cubicBezTo>
                  <a:lnTo>
                    <a:pt x="25852" y="21779"/>
                  </a:lnTo>
                  <a:lnTo>
                    <a:pt x="33558" y="13707"/>
                  </a:lnTo>
                  <a:cubicBezTo>
                    <a:pt x="34056" y="13209"/>
                    <a:pt x="33683" y="12393"/>
                    <a:pt x="33036" y="12393"/>
                  </a:cubicBezTo>
                  <a:cubicBezTo>
                    <a:pt x="32989" y="12393"/>
                    <a:pt x="32940" y="12397"/>
                    <a:pt x="32891" y="12406"/>
                  </a:cubicBezTo>
                  <a:lnTo>
                    <a:pt x="25852" y="13140"/>
                  </a:lnTo>
                  <a:lnTo>
                    <a:pt x="25852" y="497"/>
                  </a:lnTo>
                  <a:cubicBezTo>
                    <a:pt x="25852" y="175"/>
                    <a:pt x="25687" y="0"/>
                    <a:pt x="254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73">
              <a:extLst>
                <a:ext uri="{FF2B5EF4-FFF2-40B4-BE49-F238E27FC236}">
                  <a16:creationId xmlns:a16="http://schemas.microsoft.com/office/drawing/2014/main" id="{A2C31628-49D5-ECC5-9CD0-84CDB576FD2D}"/>
                </a:ext>
              </a:extLst>
            </p:cNvPr>
            <p:cNvSpPr/>
            <p:nvPr/>
          </p:nvSpPr>
          <p:spPr>
            <a:xfrm>
              <a:off x="5638766" y="1779900"/>
              <a:ext cx="548302" cy="739473"/>
            </a:xfrm>
            <a:custGeom>
              <a:avLst/>
              <a:gdLst/>
              <a:ahLst/>
              <a:cxnLst/>
              <a:rect l="l" t="t" r="r" b="b"/>
              <a:pathLst>
                <a:path w="34056" h="45930" extrusionOk="0">
                  <a:moveTo>
                    <a:pt x="25451" y="0"/>
                  </a:moveTo>
                  <a:cubicBezTo>
                    <a:pt x="25369" y="0"/>
                    <a:pt x="25279" y="21"/>
                    <a:pt x="25185" y="64"/>
                  </a:cubicBezTo>
                  <a:lnTo>
                    <a:pt x="668" y="14207"/>
                  </a:lnTo>
                  <a:cubicBezTo>
                    <a:pt x="268" y="14474"/>
                    <a:pt x="1" y="14908"/>
                    <a:pt x="1" y="15408"/>
                  </a:cubicBezTo>
                  <a:lnTo>
                    <a:pt x="1" y="45463"/>
                  </a:lnTo>
                  <a:cubicBezTo>
                    <a:pt x="1" y="45746"/>
                    <a:pt x="151" y="45929"/>
                    <a:pt x="369" y="45929"/>
                  </a:cubicBezTo>
                  <a:cubicBezTo>
                    <a:pt x="459" y="45929"/>
                    <a:pt x="561" y="45898"/>
                    <a:pt x="668" y="45830"/>
                  </a:cubicBezTo>
                  <a:lnTo>
                    <a:pt x="25185" y="31720"/>
                  </a:lnTo>
                  <a:cubicBezTo>
                    <a:pt x="25586" y="31453"/>
                    <a:pt x="25819" y="31019"/>
                    <a:pt x="25852" y="30552"/>
                  </a:cubicBezTo>
                  <a:lnTo>
                    <a:pt x="25852" y="21779"/>
                  </a:lnTo>
                  <a:lnTo>
                    <a:pt x="33558" y="13707"/>
                  </a:lnTo>
                  <a:cubicBezTo>
                    <a:pt x="34056" y="13209"/>
                    <a:pt x="33683" y="12393"/>
                    <a:pt x="33036" y="12393"/>
                  </a:cubicBezTo>
                  <a:cubicBezTo>
                    <a:pt x="32989" y="12393"/>
                    <a:pt x="32940" y="12397"/>
                    <a:pt x="32891" y="12406"/>
                  </a:cubicBezTo>
                  <a:lnTo>
                    <a:pt x="25852" y="13140"/>
                  </a:lnTo>
                  <a:lnTo>
                    <a:pt x="25852" y="497"/>
                  </a:lnTo>
                  <a:cubicBezTo>
                    <a:pt x="25852" y="175"/>
                    <a:pt x="25687" y="0"/>
                    <a:pt x="25451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73">
              <a:extLst>
                <a:ext uri="{FF2B5EF4-FFF2-40B4-BE49-F238E27FC236}">
                  <a16:creationId xmlns:a16="http://schemas.microsoft.com/office/drawing/2014/main" id="{E9D20DD2-BD0B-D95A-CBD8-E91652BD5921}"/>
                </a:ext>
              </a:extLst>
            </p:cNvPr>
            <p:cNvSpPr/>
            <p:nvPr/>
          </p:nvSpPr>
          <p:spPr>
            <a:xfrm>
              <a:off x="5783778" y="2300252"/>
              <a:ext cx="23635" cy="87278"/>
            </a:xfrm>
            <a:custGeom>
              <a:avLst/>
              <a:gdLst/>
              <a:ahLst/>
              <a:cxnLst/>
              <a:rect l="l" t="t" r="r" b="b"/>
              <a:pathLst>
                <a:path w="1468" h="5421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73">
              <a:extLst>
                <a:ext uri="{FF2B5EF4-FFF2-40B4-BE49-F238E27FC236}">
                  <a16:creationId xmlns:a16="http://schemas.microsoft.com/office/drawing/2014/main" id="{2D038BD2-C26D-3B92-046A-F597A66C8769}"/>
                </a:ext>
              </a:extLst>
            </p:cNvPr>
            <p:cNvSpPr/>
            <p:nvPr/>
          </p:nvSpPr>
          <p:spPr>
            <a:xfrm>
              <a:off x="5828890" y="2273929"/>
              <a:ext cx="23635" cy="87826"/>
            </a:xfrm>
            <a:custGeom>
              <a:avLst/>
              <a:gdLst/>
              <a:ahLst/>
              <a:cxnLst/>
              <a:rect l="l" t="t" r="r" b="b"/>
              <a:pathLst>
                <a:path w="1468" h="5455" extrusionOk="0">
                  <a:moveTo>
                    <a:pt x="0" y="1"/>
                  </a:moveTo>
                  <a:lnTo>
                    <a:pt x="0" y="4704"/>
                  </a:lnTo>
                  <a:cubicBezTo>
                    <a:pt x="0" y="5204"/>
                    <a:pt x="367" y="5455"/>
                    <a:pt x="734" y="5455"/>
                  </a:cubicBezTo>
                  <a:cubicBezTo>
                    <a:pt x="1101" y="5455"/>
                    <a:pt x="1468" y="5204"/>
                    <a:pt x="1468" y="4704"/>
                  </a:cubicBez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73">
              <a:extLst>
                <a:ext uri="{FF2B5EF4-FFF2-40B4-BE49-F238E27FC236}">
                  <a16:creationId xmlns:a16="http://schemas.microsoft.com/office/drawing/2014/main" id="{867D041C-5530-8063-B950-DF1F71B2A040}"/>
                </a:ext>
              </a:extLst>
            </p:cNvPr>
            <p:cNvSpPr/>
            <p:nvPr/>
          </p:nvSpPr>
          <p:spPr>
            <a:xfrm>
              <a:off x="5874003" y="2248153"/>
              <a:ext cx="23635" cy="87294"/>
            </a:xfrm>
            <a:custGeom>
              <a:avLst/>
              <a:gdLst/>
              <a:ahLst/>
              <a:cxnLst/>
              <a:rect l="l" t="t" r="r" b="b"/>
              <a:pathLst>
                <a:path w="1468" h="5422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73">
              <a:extLst>
                <a:ext uri="{FF2B5EF4-FFF2-40B4-BE49-F238E27FC236}">
                  <a16:creationId xmlns:a16="http://schemas.microsoft.com/office/drawing/2014/main" id="{0F5E3EC1-E327-2BF8-CED8-7ACA58A0DC3E}"/>
                </a:ext>
              </a:extLst>
            </p:cNvPr>
            <p:cNvSpPr/>
            <p:nvPr/>
          </p:nvSpPr>
          <p:spPr>
            <a:xfrm>
              <a:off x="5918567" y="2221829"/>
              <a:ext cx="24182" cy="87826"/>
            </a:xfrm>
            <a:custGeom>
              <a:avLst/>
              <a:gdLst/>
              <a:ahLst/>
              <a:cxnLst/>
              <a:rect l="l" t="t" r="r" b="b"/>
              <a:pathLst>
                <a:path w="1502" h="5455" extrusionOk="0">
                  <a:moveTo>
                    <a:pt x="1" y="1"/>
                  </a:moveTo>
                  <a:lnTo>
                    <a:pt x="1" y="4704"/>
                  </a:lnTo>
                  <a:cubicBezTo>
                    <a:pt x="1" y="5205"/>
                    <a:pt x="376" y="5455"/>
                    <a:pt x="751" y="5455"/>
                  </a:cubicBezTo>
                  <a:cubicBezTo>
                    <a:pt x="1127" y="5455"/>
                    <a:pt x="1502" y="5205"/>
                    <a:pt x="1502" y="4704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73">
              <a:extLst>
                <a:ext uri="{FF2B5EF4-FFF2-40B4-BE49-F238E27FC236}">
                  <a16:creationId xmlns:a16="http://schemas.microsoft.com/office/drawing/2014/main" id="{139BD4D7-8B3A-DF96-D2DC-89E2C531C233}"/>
                </a:ext>
              </a:extLst>
            </p:cNvPr>
            <p:cNvSpPr/>
            <p:nvPr/>
          </p:nvSpPr>
          <p:spPr>
            <a:xfrm>
              <a:off x="5783778" y="2300252"/>
              <a:ext cx="23635" cy="87278"/>
            </a:xfrm>
            <a:custGeom>
              <a:avLst/>
              <a:gdLst/>
              <a:ahLst/>
              <a:cxnLst/>
              <a:rect l="l" t="t" r="r" b="b"/>
              <a:pathLst>
                <a:path w="1468" h="5421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73">
              <a:extLst>
                <a:ext uri="{FF2B5EF4-FFF2-40B4-BE49-F238E27FC236}">
                  <a16:creationId xmlns:a16="http://schemas.microsoft.com/office/drawing/2014/main" id="{1F54CA70-69DD-09D0-F77E-9397846CC435}"/>
                </a:ext>
              </a:extLst>
            </p:cNvPr>
            <p:cNvSpPr/>
            <p:nvPr/>
          </p:nvSpPr>
          <p:spPr>
            <a:xfrm>
              <a:off x="5828890" y="2273929"/>
              <a:ext cx="23635" cy="87826"/>
            </a:xfrm>
            <a:custGeom>
              <a:avLst/>
              <a:gdLst/>
              <a:ahLst/>
              <a:cxnLst/>
              <a:rect l="l" t="t" r="r" b="b"/>
              <a:pathLst>
                <a:path w="1468" h="5455" extrusionOk="0">
                  <a:moveTo>
                    <a:pt x="0" y="1"/>
                  </a:moveTo>
                  <a:lnTo>
                    <a:pt x="0" y="4704"/>
                  </a:lnTo>
                  <a:cubicBezTo>
                    <a:pt x="0" y="5204"/>
                    <a:pt x="367" y="5455"/>
                    <a:pt x="734" y="5455"/>
                  </a:cubicBezTo>
                  <a:cubicBezTo>
                    <a:pt x="1101" y="5455"/>
                    <a:pt x="1468" y="5204"/>
                    <a:pt x="1468" y="4704"/>
                  </a:cubicBezTo>
                  <a:lnTo>
                    <a:pt x="14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73">
              <a:extLst>
                <a:ext uri="{FF2B5EF4-FFF2-40B4-BE49-F238E27FC236}">
                  <a16:creationId xmlns:a16="http://schemas.microsoft.com/office/drawing/2014/main" id="{474EE99C-3A7C-BE0C-EAA6-A35A6C03E3E3}"/>
                </a:ext>
              </a:extLst>
            </p:cNvPr>
            <p:cNvSpPr/>
            <p:nvPr/>
          </p:nvSpPr>
          <p:spPr>
            <a:xfrm>
              <a:off x="5874003" y="2248153"/>
              <a:ext cx="23635" cy="87294"/>
            </a:xfrm>
            <a:custGeom>
              <a:avLst/>
              <a:gdLst/>
              <a:ahLst/>
              <a:cxnLst/>
              <a:rect l="l" t="t" r="r" b="b"/>
              <a:pathLst>
                <a:path w="1468" h="5422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73">
              <a:extLst>
                <a:ext uri="{FF2B5EF4-FFF2-40B4-BE49-F238E27FC236}">
                  <a16:creationId xmlns:a16="http://schemas.microsoft.com/office/drawing/2014/main" id="{415480C1-CB66-1245-ED8A-5CB597CC2B90}"/>
                </a:ext>
              </a:extLst>
            </p:cNvPr>
            <p:cNvSpPr/>
            <p:nvPr/>
          </p:nvSpPr>
          <p:spPr>
            <a:xfrm>
              <a:off x="5918567" y="2221829"/>
              <a:ext cx="24182" cy="87826"/>
            </a:xfrm>
            <a:custGeom>
              <a:avLst/>
              <a:gdLst/>
              <a:ahLst/>
              <a:cxnLst/>
              <a:rect l="l" t="t" r="r" b="b"/>
              <a:pathLst>
                <a:path w="1502" h="5455" extrusionOk="0">
                  <a:moveTo>
                    <a:pt x="1" y="1"/>
                  </a:moveTo>
                  <a:lnTo>
                    <a:pt x="1" y="4704"/>
                  </a:lnTo>
                  <a:cubicBezTo>
                    <a:pt x="1" y="5205"/>
                    <a:pt x="376" y="5455"/>
                    <a:pt x="751" y="5455"/>
                  </a:cubicBezTo>
                  <a:cubicBezTo>
                    <a:pt x="1127" y="5455"/>
                    <a:pt x="1502" y="5205"/>
                    <a:pt x="1502" y="4704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73">
              <a:extLst>
                <a:ext uri="{FF2B5EF4-FFF2-40B4-BE49-F238E27FC236}">
                  <a16:creationId xmlns:a16="http://schemas.microsoft.com/office/drawing/2014/main" id="{C8326CBC-5742-444E-A733-E9BC6F0AC5FC}"/>
                </a:ext>
              </a:extLst>
            </p:cNvPr>
            <p:cNvSpPr/>
            <p:nvPr/>
          </p:nvSpPr>
          <p:spPr>
            <a:xfrm>
              <a:off x="5783778" y="2300252"/>
              <a:ext cx="23635" cy="63917"/>
            </a:xfrm>
            <a:custGeom>
              <a:avLst/>
              <a:gdLst/>
              <a:ahLst/>
              <a:cxnLst/>
              <a:rect l="l" t="t" r="r" b="b"/>
              <a:pathLst>
                <a:path w="1468" h="3970" extrusionOk="0">
                  <a:moveTo>
                    <a:pt x="0" y="0"/>
                  </a:moveTo>
                  <a:lnTo>
                    <a:pt x="0" y="3970"/>
                  </a:lnTo>
                  <a:lnTo>
                    <a:pt x="1468" y="3136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73">
              <a:extLst>
                <a:ext uri="{FF2B5EF4-FFF2-40B4-BE49-F238E27FC236}">
                  <a16:creationId xmlns:a16="http://schemas.microsoft.com/office/drawing/2014/main" id="{A1B6300B-729E-D57C-DA89-1664EC5223AD}"/>
                </a:ext>
              </a:extLst>
            </p:cNvPr>
            <p:cNvSpPr/>
            <p:nvPr/>
          </p:nvSpPr>
          <p:spPr>
            <a:xfrm>
              <a:off x="5919115" y="2221829"/>
              <a:ext cx="23635" cy="64464"/>
            </a:xfrm>
            <a:custGeom>
              <a:avLst/>
              <a:gdLst/>
              <a:ahLst/>
              <a:cxnLst/>
              <a:rect l="l" t="t" r="r" b="b"/>
              <a:pathLst>
                <a:path w="1468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468" y="3137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73">
              <a:extLst>
                <a:ext uri="{FF2B5EF4-FFF2-40B4-BE49-F238E27FC236}">
                  <a16:creationId xmlns:a16="http://schemas.microsoft.com/office/drawing/2014/main" id="{5796EE0B-E616-5254-1741-3D98D59039C1}"/>
                </a:ext>
              </a:extLst>
            </p:cNvPr>
            <p:cNvSpPr/>
            <p:nvPr/>
          </p:nvSpPr>
          <p:spPr>
            <a:xfrm>
              <a:off x="5874003" y="2248153"/>
              <a:ext cx="23635" cy="63917"/>
            </a:xfrm>
            <a:custGeom>
              <a:avLst/>
              <a:gdLst/>
              <a:ahLst/>
              <a:cxnLst/>
              <a:rect l="l" t="t" r="r" b="b"/>
              <a:pathLst>
                <a:path w="1468" h="3970" extrusionOk="0">
                  <a:moveTo>
                    <a:pt x="0" y="0"/>
                  </a:moveTo>
                  <a:lnTo>
                    <a:pt x="0" y="3970"/>
                  </a:lnTo>
                  <a:lnTo>
                    <a:pt x="1468" y="3136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73">
              <a:extLst>
                <a:ext uri="{FF2B5EF4-FFF2-40B4-BE49-F238E27FC236}">
                  <a16:creationId xmlns:a16="http://schemas.microsoft.com/office/drawing/2014/main" id="{03E995F2-C4EC-1893-79A7-360B8E369AD1}"/>
                </a:ext>
              </a:extLst>
            </p:cNvPr>
            <p:cNvSpPr/>
            <p:nvPr/>
          </p:nvSpPr>
          <p:spPr>
            <a:xfrm>
              <a:off x="5828890" y="2273929"/>
              <a:ext cx="23635" cy="64464"/>
            </a:xfrm>
            <a:custGeom>
              <a:avLst/>
              <a:gdLst/>
              <a:ahLst/>
              <a:cxnLst/>
              <a:rect l="l" t="t" r="r" b="b"/>
              <a:pathLst>
                <a:path w="1468" h="4004" extrusionOk="0">
                  <a:moveTo>
                    <a:pt x="0" y="1"/>
                  </a:moveTo>
                  <a:lnTo>
                    <a:pt x="0" y="4003"/>
                  </a:lnTo>
                  <a:lnTo>
                    <a:pt x="1468" y="3136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73">
              <a:extLst>
                <a:ext uri="{FF2B5EF4-FFF2-40B4-BE49-F238E27FC236}">
                  <a16:creationId xmlns:a16="http://schemas.microsoft.com/office/drawing/2014/main" id="{2EC8789C-EEC0-FF16-E7BC-382DA67712C2}"/>
                </a:ext>
              </a:extLst>
            </p:cNvPr>
            <p:cNvSpPr/>
            <p:nvPr/>
          </p:nvSpPr>
          <p:spPr>
            <a:xfrm>
              <a:off x="5943812" y="1983501"/>
              <a:ext cx="88325" cy="60053"/>
            </a:xfrm>
            <a:custGeom>
              <a:avLst/>
              <a:gdLst/>
              <a:ahLst/>
              <a:cxnLst/>
              <a:rect l="l" t="t" r="r" b="b"/>
              <a:pathLst>
                <a:path w="5486" h="3730" extrusionOk="0">
                  <a:moveTo>
                    <a:pt x="4407" y="1"/>
                  </a:moveTo>
                  <a:cubicBezTo>
                    <a:pt x="4290" y="1"/>
                    <a:pt x="4165" y="29"/>
                    <a:pt x="4037" y="93"/>
                  </a:cubicBezTo>
                  <a:lnTo>
                    <a:pt x="1" y="2428"/>
                  </a:lnTo>
                  <a:lnTo>
                    <a:pt x="734" y="3729"/>
                  </a:lnTo>
                  <a:lnTo>
                    <a:pt x="4804" y="1361"/>
                  </a:lnTo>
                  <a:cubicBezTo>
                    <a:pt x="5486" y="935"/>
                    <a:pt x="5079" y="1"/>
                    <a:pt x="440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73">
              <a:extLst>
                <a:ext uri="{FF2B5EF4-FFF2-40B4-BE49-F238E27FC236}">
                  <a16:creationId xmlns:a16="http://schemas.microsoft.com/office/drawing/2014/main" id="{7891CDD9-175A-4362-CA66-81006DE9AF6F}"/>
                </a:ext>
              </a:extLst>
            </p:cNvPr>
            <p:cNvSpPr/>
            <p:nvPr/>
          </p:nvSpPr>
          <p:spPr>
            <a:xfrm>
              <a:off x="5943812" y="2035279"/>
              <a:ext cx="88679" cy="60375"/>
            </a:xfrm>
            <a:custGeom>
              <a:avLst/>
              <a:gdLst/>
              <a:ahLst/>
              <a:cxnLst/>
              <a:rect l="l" t="t" r="r" b="b"/>
              <a:pathLst>
                <a:path w="5508" h="3750" extrusionOk="0">
                  <a:moveTo>
                    <a:pt x="4450" y="0"/>
                  </a:moveTo>
                  <a:cubicBezTo>
                    <a:pt x="4329" y="0"/>
                    <a:pt x="4201" y="35"/>
                    <a:pt x="4070" y="113"/>
                  </a:cubicBezTo>
                  <a:lnTo>
                    <a:pt x="1" y="2448"/>
                  </a:lnTo>
                  <a:lnTo>
                    <a:pt x="734" y="3749"/>
                  </a:lnTo>
                  <a:lnTo>
                    <a:pt x="4804" y="1381"/>
                  </a:lnTo>
                  <a:cubicBezTo>
                    <a:pt x="5507" y="987"/>
                    <a:pt x="5096" y="0"/>
                    <a:pt x="445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73">
              <a:extLst>
                <a:ext uri="{FF2B5EF4-FFF2-40B4-BE49-F238E27FC236}">
                  <a16:creationId xmlns:a16="http://schemas.microsoft.com/office/drawing/2014/main" id="{FB9B2783-A319-CD0E-0E12-860C1C1280A8}"/>
                </a:ext>
              </a:extLst>
            </p:cNvPr>
            <p:cNvSpPr/>
            <p:nvPr/>
          </p:nvSpPr>
          <p:spPr>
            <a:xfrm>
              <a:off x="5943812" y="2087378"/>
              <a:ext cx="89130" cy="60359"/>
            </a:xfrm>
            <a:custGeom>
              <a:avLst/>
              <a:gdLst/>
              <a:ahLst/>
              <a:cxnLst/>
              <a:rect l="l" t="t" r="r" b="b"/>
              <a:pathLst>
                <a:path w="5536" h="3749" extrusionOk="0">
                  <a:moveTo>
                    <a:pt x="4451" y="0"/>
                  </a:moveTo>
                  <a:cubicBezTo>
                    <a:pt x="4330" y="0"/>
                    <a:pt x="4201" y="34"/>
                    <a:pt x="4070" y="113"/>
                  </a:cubicBezTo>
                  <a:lnTo>
                    <a:pt x="1" y="2481"/>
                  </a:lnTo>
                  <a:lnTo>
                    <a:pt x="734" y="3749"/>
                  </a:lnTo>
                  <a:lnTo>
                    <a:pt x="4804" y="1414"/>
                  </a:lnTo>
                  <a:cubicBezTo>
                    <a:pt x="5535" y="992"/>
                    <a:pt x="5104" y="0"/>
                    <a:pt x="44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73">
              <a:extLst>
                <a:ext uri="{FF2B5EF4-FFF2-40B4-BE49-F238E27FC236}">
                  <a16:creationId xmlns:a16="http://schemas.microsoft.com/office/drawing/2014/main" id="{B1EB72E8-2626-091D-6043-6EFF35A2AD3C}"/>
                </a:ext>
              </a:extLst>
            </p:cNvPr>
            <p:cNvSpPr/>
            <p:nvPr/>
          </p:nvSpPr>
          <p:spPr>
            <a:xfrm>
              <a:off x="5943812" y="2139091"/>
              <a:ext cx="89436" cy="60745"/>
            </a:xfrm>
            <a:custGeom>
              <a:avLst/>
              <a:gdLst/>
              <a:ahLst/>
              <a:cxnLst/>
              <a:rect l="l" t="t" r="r" b="b"/>
              <a:pathLst>
                <a:path w="5555" h="3773" extrusionOk="0">
                  <a:moveTo>
                    <a:pt x="4489" y="1"/>
                  </a:moveTo>
                  <a:cubicBezTo>
                    <a:pt x="4357" y="1"/>
                    <a:pt x="4215" y="42"/>
                    <a:pt x="4070" y="136"/>
                  </a:cubicBezTo>
                  <a:lnTo>
                    <a:pt x="1" y="2471"/>
                  </a:lnTo>
                  <a:lnTo>
                    <a:pt x="734" y="3772"/>
                  </a:lnTo>
                  <a:lnTo>
                    <a:pt x="4804" y="1404"/>
                  </a:lnTo>
                  <a:cubicBezTo>
                    <a:pt x="5554" y="1015"/>
                    <a:pt x="5147" y="1"/>
                    <a:pt x="4489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73">
              <a:extLst>
                <a:ext uri="{FF2B5EF4-FFF2-40B4-BE49-F238E27FC236}">
                  <a16:creationId xmlns:a16="http://schemas.microsoft.com/office/drawing/2014/main" id="{36BD9541-DE4F-F917-BC75-7AAA9267AA16}"/>
                </a:ext>
              </a:extLst>
            </p:cNvPr>
            <p:cNvSpPr/>
            <p:nvPr/>
          </p:nvSpPr>
          <p:spPr>
            <a:xfrm>
              <a:off x="5943812" y="1983501"/>
              <a:ext cx="88325" cy="60053"/>
            </a:xfrm>
            <a:custGeom>
              <a:avLst/>
              <a:gdLst/>
              <a:ahLst/>
              <a:cxnLst/>
              <a:rect l="l" t="t" r="r" b="b"/>
              <a:pathLst>
                <a:path w="5486" h="3730" extrusionOk="0">
                  <a:moveTo>
                    <a:pt x="4407" y="1"/>
                  </a:moveTo>
                  <a:cubicBezTo>
                    <a:pt x="4290" y="1"/>
                    <a:pt x="4165" y="29"/>
                    <a:pt x="4037" y="93"/>
                  </a:cubicBezTo>
                  <a:lnTo>
                    <a:pt x="1" y="2428"/>
                  </a:lnTo>
                  <a:lnTo>
                    <a:pt x="734" y="3729"/>
                  </a:lnTo>
                  <a:lnTo>
                    <a:pt x="4804" y="1361"/>
                  </a:lnTo>
                  <a:cubicBezTo>
                    <a:pt x="5486" y="935"/>
                    <a:pt x="5079" y="1"/>
                    <a:pt x="4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73">
              <a:extLst>
                <a:ext uri="{FF2B5EF4-FFF2-40B4-BE49-F238E27FC236}">
                  <a16:creationId xmlns:a16="http://schemas.microsoft.com/office/drawing/2014/main" id="{F4ED54BE-ECB8-1B47-4408-3276D3D4DE53}"/>
                </a:ext>
              </a:extLst>
            </p:cNvPr>
            <p:cNvSpPr/>
            <p:nvPr/>
          </p:nvSpPr>
          <p:spPr>
            <a:xfrm>
              <a:off x="5943812" y="2035279"/>
              <a:ext cx="88679" cy="60375"/>
            </a:xfrm>
            <a:custGeom>
              <a:avLst/>
              <a:gdLst/>
              <a:ahLst/>
              <a:cxnLst/>
              <a:rect l="l" t="t" r="r" b="b"/>
              <a:pathLst>
                <a:path w="5508" h="3750" extrusionOk="0">
                  <a:moveTo>
                    <a:pt x="4450" y="0"/>
                  </a:moveTo>
                  <a:cubicBezTo>
                    <a:pt x="4329" y="0"/>
                    <a:pt x="4201" y="35"/>
                    <a:pt x="4070" y="113"/>
                  </a:cubicBezTo>
                  <a:lnTo>
                    <a:pt x="1" y="2448"/>
                  </a:lnTo>
                  <a:lnTo>
                    <a:pt x="734" y="3749"/>
                  </a:lnTo>
                  <a:lnTo>
                    <a:pt x="4804" y="1381"/>
                  </a:lnTo>
                  <a:cubicBezTo>
                    <a:pt x="5507" y="987"/>
                    <a:pt x="5096" y="0"/>
                    <a:pt x="4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73">
              <a:extLst>
                <a:ext uri="{FF2B5EF4-FFF2-40B4-BE49-F238E27FC236}">
                  <a16:creationId xmlns:a16="http://schemas.microsoft.com/office/drawing/2014/main" id="{9C9727B5-BC28-E9CA-E8D2-3921D282CD02}"/>
                </a:ext>
              </a:extLst>
            </p:cNvPr>
            <p:cNvSpPr/>
            <p:nvPr/>
          </p:nvSpPr>
          <p:spPr>
            <a:xfrm>
              <a:off x="5943812" y="2087378"/>
              <a:ext cx="89130" cy="60359"/>
            </a:xfrm>
            <a:custGeom>
              <a:avLst/>
              <a:gdLst/>
              <a:ahLst/>
              <a:cxnLst/>
              <a:rect l="l" t="t" r="r" b="b"/>
              <a:pathLst>
                <a:path w="5536" h="3749" extrusionOk="0">
                  <a:moveTo>
                    <a:pt x="4451" y="0"/>
                  </a:moveTo>
                  <a:cubicBezTo>
                    <a:pt x="4330" y="0"/>
                    <a:pt x="4201" y="34"/>
                    <a:pt x="4070" y="113"/>
                  </a:cubicBezTo>
                  <a:lnTo>
                    <a:pt x="1" y="2481"/>
                  </a:lnTo>
                  <a:lnTo>
                    <a:pt x="734" y="3749"/>
                  </a:lnTo>
                  <a:lnTo>
                    <a:pt x="4804" y="1414"/>
                  </a:lnTo>
                  <a:cubicBezTo>
                    <a:pt x="5535" y="992"/>
                    <a:pt x="5104" y="0"/>
                    <a:pt x="4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73">
              <a:extLst>
                <a:ext uri="{FF2B5EF4-FFF2-40B4-BE49-F238E27FC236}">
                  <a16:creationId xmlns:a16="http://schemas.microsoft.com/office/drawing/2014/main" id="{D8E776BD-0D34-2524-AC07-E40E511A608F}"/>
                </a:ext>
              </a:extLst>
            </p:cNvPr>
            <p:cNvSpPr/>
            <p:nvPr/>
          </p:nvSpPr>
          <p:spPr>
            <a:xfrm>
              <a:off x="5943812" y="2139091"/>
              <a:ext cx="89436" cy="60745"/>
            </a:xfrm>
            <a:custGeom>
              <a:avLst/>
              <a:gdLst/>
              <a:ahLst/>
              <a:cxnLst/>
              <a:rect l="l" t="t" r="r" b="b"/>
              <a:pathLst>
                <a:path w="5555" h="3773" extrusionOk="0">
                  <a:moveTo>
                    <a:pt x="4489" y="1"/>
                  </a:moveTo>
                  <a:cubicBezTo>
                    <a:pt x="4357" y="1"/>
                    <a:pt x="4215" y="42"/>
                    <a:pt x="4070" y="136"/>
                  </a:cubicBezTo>
                  <a:lnTo>
                    <a:pt x="1" y="2471"/>
                  </a:lnTo>
                  <a:lnTo>
                    <a:pt x="734" y="3772"/>
                  </a:lnTo>
                  <a:lnTo>
                    <a:pt x="4804" y="1404"/>
                  </a:lnTo>
                  <a:cubicBezTo>
                    <a:pt x="5554" y="1015"/>
                    <a:pt x="5147" y="1"/>
                    <a:pt x="4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73">
              <a:extLst>
                <a:ext uri="{FF2B5EF4-FFF2-40B4-BE49-F238E27FC236}">
                  <a16:creationId xmlns:a16="http://schemas.microsoft.com/office/drawing/2014/main" id="{EBE6046C-9DB8-45AE-404C-9CE33C30EEB0}"/>
                </a:ext>
              </a:extLst>
            </p:cNvPr>
            <p:cNvSpPr/>
            <p:nvPr/>
          </p:nvSpPr>
          <p:spPr>
            <a:xfrm>
              <a:off x="5943812" y="1990907"/>
              <a:ext cx="55336" cy="52647"/>
            </a:xfrm>
            <a:custGeom>
              <a:avLst/>
              <a:gdLst/>
              <a:ahLst/>
              <a:cxnLst/>
              <a:rect l="l" t="t" r="r" b="b"/>
              <a:pathLst>
                <a:path w="3437" h="3270" extrusionOk="0">
                  <a:moveTo>
                    <a:pt x="3436" y="0"/>
                  </a:moveTo>
                  <a:lnTo>
                    <a:pt x="1" y="1968"/>
                  </a:lnTo>
                  <a:lnTo>
                    <a:pt x="734" y="3269"/>
                  </a:lnTo>
                  <a:lnTo>
                    <a:pt x="3436" y="170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73">
              <a:extLst>
                <a:ext uri="{FF2B5EF4-FFF2-40B4-BE49-F238E27FC236}">
                  <a16:creationId xmlns:a16="http://schemas.microsoft.com/office/drawing/2014/main" id="{D1F33DC4-F92A-FF2C-0682-1E336825B4D0}"/>
                </a:ext>
              </a:extLst>
            </p:cNvPr>
            <p:cNvSpPr/>
            <p:nvPr/>
          </p:nvSpPr>
          <p:spPr>
            <a:xfrm>
              <a:off x="5943812" y="2146642"/>
              <a:ext cx="55336" cy="53194"/>
            </a:xfrm>
            <a:custGeom>
              <a:avLst/>
              <a:gdLst/>
              <a:ahLst/>
              <a:cxnLst/>
              <a:rect l="l" t="t" r="r" b="b"/>
              <a:pathLst>
                <a:path w="3437" h="3304" extrusionOk="0">
                  <a:moveTo>
                    <a:pt x="3436" y="1"/>
                  </a:moveTo>
                  <a:lnTo>
                    <a:pt x="1" y="2002"/>
                  </a:lnTo>
                  <a:lnTo>
                    <a:pt x="734" y="3303"/>
                  </a:lnTo>
                  <a:lnTo>
                    <a:pt x="3436" y="1736"/>
                  </a:lnTo>
                  <a:lnTo>
                    <a:pt x="3436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73">
              <a:extLst>
                <a:ext uri="{FF2B5EF4-FFF2-40B4-BE49-F238E27FC236}">
                  <a16:creationId xmlns:a16="http://schemas.microsoft.com/office/drawing/2014/main" id="{67C8717A-5D9B-62A2-39AD-CB4D4D1CA040}"/>
                </a:ext>
              </a:extLst>
            </p:cNvPr>
            <p:cNvSpPr/>
            <p:nvPr/>
          </p:nvSpPr>
          <p:spPr>
            <a:xfrm>
              <a:off x="5943812" y="2094559"/>
              <a:ext cx="55336" cy="53178"/>
            </a:xfrm>
            <a:custGeom>
              <a:avLst/>
              <a:gdLst/>
              <a:ahLst/>
              <a:cxnLst/>
              <a:rect l="l" t="t" r="r" b="b"/>
              <a:pathLst>
                <a:path w="3437" h="3303" extrusionOk="0">
                  <a:moveTo>
                    <a:pt x="3436" y="0"/>
                  </a:moveTo>
                  <a:lnTo>
                    <a:pt x="1" y="2002"/>
                  </a:lnTo>
                  <a:lnTo>
                    <a:pt x="734" y="3303"/>
                  </a:lnTo>
                  <a:lnTo>
                    <a:pt x="3436" y="17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73">
              <a:extLst>
                <a:ext uri="{FF2B5EF4-FFF2-40B4-BE49-F238E27FC236}">
                  <a16:creationId xmlns:a16="http://schemas.microsoft.com/office/drawing/2014/main" id="{CE1FE12B-EC4A-9F3C-A93C-3FEDC7EDF6F0}"/>
                </a:ext>
              </a:extLst>
            </p:cNvPr>
            <p:cNvSpPr/>
            <p:nvPr/>
          </p:nvSpPr>
          <p:spPr>
            <a:xfrm>
              <a:off x="5943812" y="2043007"/>
              <a:ext cx="55336" cy="52647"/>
            </a:xfrm>
            <a:custGeom>
              <a:avLst/>
              <a:gdLst/>
              <a:ahLst/>
              <a:cxnLst/>
              <a:rect l="l" t="t" r="r" b="b"/>
              <a:pathLst>
                <a:path w="3437" h="3270" extrusionOk="0">
                  <a:moveTo>
                    <a:pt x="3436" y="0"/>
                  </a:moveTo>
                  <a:lnTo>
                    <a:pt x="1" y="1968"/>
                  </a:lnTo>
                  <a:lnTo>
                    <a:pt x="734" y="3269"/>
                  </a:lnTo>
                  <a:lnTo>
                    <a:pt x="3436" y="1701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73">
              <a:extLst>
                <a:ext uri="{FF2B5EF4-FFF2-40B4-BE49-F238E27FC236}">
                  <a16:creationId xmlns:a16="http://schemas.microsoft.com/office/drawing/2014/main" id="{315B857E-B0A1-7FBE-7A01-9E761EE9640B}"/>
                </a:ext>
              </a:extLst>
            </p:cNvPr>
            <p:cNvSpPr/>
            <p:nvPr/>
          </p:nvSpPr>
          <p:spPr>
            <a:xfrm>
              <a:off x="5731679" y="1962442"/>
              <a:ext cx="243835" cy="138573"/>
            </a:xfrm>
            <a:custGeom>
              <a:avLst/>
              <a:gdLst/>
              <a:ahLst/>
              <a:cxnLst/>
              <a:rect l="l" t="t" r="r" b="b"/>
              <a:pathLst>
                <a:path w="15145" h="8607" extrusionOk="0">
                  <a:moveTo>
                    <a:pt x="13210" y="0"/>
                  </a:moveTo>
                  <a:cubicBezTo>
                    <a:pt x="12901" y="0"/>
                    <a:pt x="12593" y="67"/>
                    <a:pt x="12309" y="201"/>
                  </a:cubicBezTo>
                  <a:lnTo>
                    <a:pt x="634" y="6972"/>
                  </a:lnTo>
                  <a:cubicBezTo>
                    <a:pt x="367" y="7106"/>
                    <a:pt x="134" y="7339"/>
                    <a:pt x="0" y="7639"/>
                  </a:cubicBezTo>
                  <a:lnTo>
                    <a:pt x="1668" y="8607"/>
                  </a:lnTo>
                  <a:cubicBezTo>
                    <a:pt x="1802" y="8306"/>
                    <a:pt x="2035" y="8073"/>
                    <a:pt x="2302" y="7939"/>
                  </a:cubicBezTo>
                  <a:lnTo>
                    <a:pt x="14511" y="868"/>
                  </a:lnTo>
                  <a:cubicBezTo>
                    <a:pt x="14632" y="787"/>
                    <a:pt x="14765" y="743"/>
                    <a:pt x="14896" y="743"/>
                  </a:cubicBezTo>
                  <a:cubicBezTo>
                    <a:pt x="14982" y="743"/>
                    <a:pt x="15066" y="762"/>
                    <a:pt x="15145" y="801"/>
                  </a:cubicBezTo>
                  <a:lnTo>
                    <a:pt x="14111" y="201"/>
                  </a:lnTo>
                  <a:cubicBezTo>
                    <a:pt x="13827" y="67"/>
                    <a:pt x="13518" y="0"/>
                    <a:pt x="1321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73">
              <a:extLst>
                <a:ext uri="{FF2B5EF4-FFF2-40B4-BE49-F238E27FC236}">
                  <a16:creationId xmlns:a16="http://schemas.microsoft.com/office/drawing/2014/main" id="{8C04FBF6-16E8-56C5-B0FA-2CB54ABADEA7}"/>
                </a:ext>
              </a:extLst>
            </p:cNvPr>
            <p:cNvSpPr/>
            <p:nvPr/>
          </p:nvSpPr>
          <p:spPr>
            <a:xfrm>
              <a:off x="5754235" y="1974630"/>
              <a:ext cx="225577" cy="377690"/>
            </a:xfrm>
            <a:custGeom>
              <a:avLst/>
              <a:gdLst/>
              <a:ahLst/>
              <a:cxnLst/>
              <a:rect l="l" t="t" r="r" b="b"/>
              <a:pathLst>
                <a:path w="14011" h="23459" extrusionOk="0">
                  <a:moveTo>
                    <a:pt x="13485" y="1"/>
                  </a:moveTo>
                  <a:cubicBezTo>
                    <a:pt x="13368" y="1"/>
                    <a:pt x="13240" y="36"/>
                    <a:pt x="13110" y="111"/>
                  </a:cubicBezTo>
                  <a:lnTo>
                    <a:pt x="901" y="7182"/>
                  </a:lnTo>
                  <a:cubicBezTo>
                    <a:pt x="367" y="7516"/>
                    <a:pt x="34" y="8083"/>
                    <a:pt x="0" y="8717"/>
                  </a:cubicBezTo>
                  <a:lnTo>
                    <a:pt x="0" y="22827"/>
                  </a:lnTo>
                  <a:cubicBezTo>
                    <a:pt x="0" y="23225"/>
                    <a:pt x="214" y="23459"/>
                    <a:pt x="503" y="23459"/>
                  </a:cubicBezTo>
                  <a:cubicBezTo>
                    <a:pt x="626" y="23459"/>
                    <a:pt x="762" y="23417"/>
                    <a:pt x="901" y="23327"/>
                  </a:cubicBezTo>
                  <a:lnTo>
                    <a:pt x="13110" y="16289"/>
                  </a:lnTo>
                  <a:cubicBezTo>
                    <a:pt x="13644" y="15922"/>
                    <a:pt x="13977" y="15355"/>
                    <a:pt x="14010" y="14721"/>
                  </a:cubicBezTo>
                  <a:lnTo>
                    <a:pt x="14010" y="644"/>
                  </a:lnTo>
                  <a:cubicBezTo>
                    <a:pt x="14010" y="236"/>
                    <a:pt x="13785" y="1"/>
                    <a:pt x="1348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73">
              <a:extLst>
                <a:ext uri="{FF2B5EF4-FFF2-40B4-BE49-F238E27FC236}">
                  <a16:creationId xmlns:a16="http://schemas.microsoft.com/office/drawing/2014/main" id="{9CF00BAF-630C-499C-9472-E6FA70434948}"/>
                </a:ext>
              </a:extLst>
            </p:cNvPr>
            <p:cNvSpPr/>
            <p:nvPr/>
          </p:nvSpPr>
          <p:spPr>
            <a:xfrm>
              <a:off x="5727380" y="2085430"/>
              <a:ext cx="31170" cy="265859"/>
            </a:xfrm>
            <a:custGeom>
              <a:avLst/>
              <a:gdLst/>
              <a:ahLst/>
              <a:cxnLst/>
              <a:rect l="l" t="t" r="r" b="b"/>
              <a:pathLst>
                <a:path w="1936" h="16513" extrusionOk="0">
                  <a:moveTo>
                    <a:pt x="267" y="0"/>
                  </a:moveTo>
                  <a:cubicBezTo>
                    <a:pt x="101" y="234"/>
                    <a:pt x="1" y="567"/>
                    <a:pt x="1" y="868"/>
                  </a:cubicBezTo>
                  <a:lnTo>
                    <a:pt x="1" y="14377"/>
                  </a:lnTo>
                  <a:cubicBezTo>
                    <a:pt x="34" y="15011"/>
                    <a:pt x="368" y="15578"/>
                    <a:pt x="901" y="15945"/>
                  </a:cubicBezTo>
                  <a:lnTo>
                    <a:pt x="1902" y="16512"/>
                  </a:lnTo>
                  <a:cubicBezTo>
                    <a:pt x="1735" y="16379"/>
                    <a:pt x="1635" y="16145"/>
                    <a:pt x="1668" y="15945"/>
                  </a:cubicBezTo>
                  <a:lnTo>
                    <a:pt x="1668" y="1835"/>
                  </a:lnTo>
                  <a:cubicBezTo>
                    <a:pt x="1668" y="1535"/>
                    <a:pt x="1769" y="1234"/>
                    <a:pt x="1935" y="968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73">
              <a:extLst>
                <a:ext uri="{FF2B5EF4-FFF2-40B4-BE49-F238E27FC236}">
                  <a16:creationId xmlns:a16="http://schemas.microsoft.com/office/drawing/2014/main" id="{F793C8D2-05C0-C199-04D0-C2418CB21378}"/>
                </a:ext>
              </a:extLst>
            </p:cNvPr>
            <p:cNvSpPr/>
            <p:nvPr/>
          </p:nvSpPr>
          <p:spPr>
            <a:xfrm>
              <a:off x="5778932" y="2017005"/>
              <a:ext cx="176182" cy="292617"/>
            </a:xfrm>
            <a:custGeom>
              <a:avLst/>
              <a:gdLst/>
              <a:ahLst/>
              <a:cxnLst/>
              <a:rect l="l" t="t" r="r" b="b"/>
              <a:pathLst>
                <a:path w="10943" h="18175" extrusionOk="0">
                  <a:moveTo>
                    <a:pt x="10475" y="247"/>
                  </a:moveTo>
                  <a:cubicBezTo>
                    <a:pt x="10508" y="247"/>
                    <a:pt x="10542" y="247"/>
                    <a:pt x="10575" y="281"/>
                  </a:cubicBezTo>
                  <a:cubicBezTo>
                    <a:pt x="10642" y="314"/>
                    <a:pt x="10675" y="414"/>
                    <a:pt x="10675" y="514"/>
                  </a:cubicBezTo>
                  <a:lnTo>
                    <a:pt x="10675" y="11522"/>
                  </a:lnTo>
                  <a:cubicBezTo>
                    <a:pt x="10642" y="11856"/>
                    <a:pt x="10442" y="12189"/>
                    <a:pt x="10175" y="12389"/>
                  </a:cubicBezTo>
                  <a:lnTo>
                    <a:pt x="668" y="17860"/>
                  </a:lnTo>
                  <a:cubicBezTo>
                    <a:pt x="616" y="17912"/>
                    <a:pt x="552" y="17935"/>
                    <a:pt x="489" y="17935"/>
                  </a:cubicBezTo>
                  <a:cubicBezTo>
                    <a:pt x="350" y="17935"/>
                    <a:pt x="222" y="17821"/>
                    <a:pt x="268" y="17660"/>
                  </a:cubicBezTo>
                  <a:lnTo>
                    <a:pt x="268" y="6685"/>
                  </a:lnTo>
                  <a:cubicBezTo>
                    <a:pt x="301" y="6318"/>
                    <a:pt x="468" y="5985"/>
                    <a:pt x="768" y="5785"/>
                  </a:cubicBezTo>
                  <a:lnTo>
                    <a:pt x="10275" y="314"/>
                  </a:lnTo>
                  <a:cubicBezTo>
                    <a:pt x="10342" y="281"/>
                    <a:pt x="10408" y="247"/>
                    <a:pt x="10475" y="247"/>
                  </a:cubicBezTo>
                  <a:close/>
                  <a:moveTo>
                    <a:pt x="10445" y="1"/>
                  </a:moveTo>
                  <a:cubicBezTo>
                    <a:pt x="10342" y="1"/>
                    <a:pt x="10248" y="26"/>
                    <a:pt x="10175" y="81"/>
                  </a:cubicBezTo>
                  <a:lnTo>
                    <a:pt x="668" y="5585"/>
                  </a:lnTo>
                  <a:cubicBezTo>
                    <a:pt x="268" y="5818"/>
                    <a:pt x="34" y="6218"/>
                    <a:pt x="34" y="6685"/>
                  </a:cubicBezTo>
                  <a:lnTo>
                    <a:pt x="34" y="17660"/>
                  </a:lnTo>
                  <a:cubicBezTo>
                    <a:pt x="1" y="17827"/>
                    <a:pt x="101" y="18027"/>
                    <a:pt x="268" y="18127"/>
                  </a:cubicBezTo>
                  <a:cubicBezTo>
                    <a:pt x="315" y="18150"/>
                    <a:pt x="362" y="18174"/>
                    <a:pt x="409" y="18174"/>
                  </a:cubicBezTo>
                  <a:cubicBezTo>
                    <a:pt x="429" y="18174"/>
                    <a:pt x="448" y="18170"/>
                    <a:pt x="468" y="18160"/>
                  </a:cubicBezTo>
                  <a:cubicBezTo>
                    <a:pt x="495" y="18169"/>
                    <a:pt x="522" y="18173"/>
                    <a:pt x="548" y="18173"/>
                  </a:cubicBezTo>
                  <a:cubicBezTo>
                    <a:pt x="622" y="18173"/>
                    <a:pt x="695" y="18142"/>
                    <a:pt x="768" y="18093"/>
                  </a:cubicBezTo>
                  <a:lnTo>
                    <a:pt x="10308" y="12590"/>
                  </a:lnTo>
                  <a:cubicBezTo>
                    <a:pt x="10675" y="12356"/>
                    <a:pt x="10909" y="11956"/>
                    <a:pt x="10909" y="11522"/>
                  </a:cubicBezTo>
                  <a:lnTo>
                    <a:pt x="10909" y="514"/>
                  </a:lnTo>
                  <a:cubicBezTo>
                    <a:pt x="10942" y="347"/>
                    <a:pt x="10842" y="147"/>
                    <a:pt x="10709" y="47"/>
                  </a:cubicBezTo>
                  <a:cubicBezTo>
                    <a:pt x="10619" y="17"/>
                    <a:pt x="10529" y="1"/>
                    <a:pt x="1044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73">
              <a:extLst>
                <a:ext uri="{FF2B5EF4-FFF2-40B4-BE49-F238E27FC236}">
                  <a16:creationId xmlns:a16="http://schemas.microsoft.com/office/drawing/2014/main" id="{EB9DBCA0-3D08-3442-8410-93117A414346}"/>
                </a:ext>
              </a:extLst>
            </p:cNvPr>
            <p:cNvSpPr/>
            <p:nvPr/>
          </p:nvSpPr>
          <p:spPr>
            <a:xfrm>
              <a:off x="5810617" y="2068461"/>
              <a:ext cx="112652" cy="188837"/>
            </a:xfrm>
            <a:custGeom>
              <a:avLst/>
              <a:gdLst/>
              <a:ahLst/>
              <a:cxnLst/>
              <a:rect l="l" t="t" r="r" b="b"/>
              <a:pathLst>
                <a:path w="6997" h="11729" extrusionOk="0">
                  <a:moveTo>
                    <a:pt x="6739" y="220"/>
                  </a:moveTo>
                  <a:cubicBezTo>
                    <a:pt x="6739" y="254"/>
                    <a:pt x="6772" y="254"/>
                    <a:pt x="6772" y="287"/>
                  </a:cubicBezTo>
                  <a:lnTo>
                    <a:pt x="6739" y="7559"/>
                  </a:lnTo>
                  <a:cubicBezTo>
                    <a:pt x="6739" y="7659"/>
                    <a:pt x="6672" y="7792"/>
                    <a:pt x="6572" y="7859"/>
                  </a:cubicBezTo>
                  <a:lnTo>
                    <a:pt x="301" y="11462"/>
                  </a:lnTo>
                  <a:lnTo>
                    <a:pt x="268" y="11462"/>
                  </a:lnTo>
                  <a:cubicBezTo>
                    <a:pt x="234" y="11428"/>
                    <a:pt x="234" y="11428"/>
                    <a:pt x="268" y="11395"/>
                  </a:cubicBezTo>
                  <a:lnTo>
                    <a:pt x="268" y="4190"/>
                  </a:lnTo>
                  <a:cubicBezTo>
                    <a:pt x="268" y="4056"/>
                    <a:pt x="335" y="3956"/>
                    <a:pt x="435" y="3890"/>
                  </a:cubicBezTo>
                  <a:lnTo>
                    <a:pt x="6706" y="220"/>
                  </a:lnTo>
                  <a:close/>
                  <a:moveTo>
                    <a:pt x="6723" y="1"/>
                  </a:moveTo>
                  <a:cubicBezTo>
                    <a:pt x="6671" y="1"/>
                    <a:pt x="6618" y="17"/>
                    <a:pt x="6572" y="54"/>
                  </a:cubicBezTo>
                  <a:lnTo>
                    <a:pt x="301" y="3689"/>
                  </a:lnTo>
                  <a:cubicBezTo>
                    <a:pt x="134" y="3823"/>
                    <a:pt x="1" y="3990"/>
                    <a:pt x="1" y="4223"/>
                  </a:cubicBezTo>
                  <a:lnTo>
                    <a:pt x="1" y="11428"/>
                  </a:lnTo>
                  <a:cubicBezTo>
                    <a:pt x="1" y="11528"/>
                    <a:pt x="34" y="11628"/>
                    <a:pt x="134" y="11695"/>
                  </a:cubicBezTo>
                  <a:cubicBezTo>
                    <a:pt x="168" y="11695"/>
                    <a:pt x="201" y="11729"/>
                    <a:pt x="234" y="11729"/>
                  </a:cubicBezTo>
                  <a:cubicBezTo>
                    <a:pt x="301" y="11729"/>
                    <a:pt x="368" y="11695"/>
                    <a:pt x="401" y="11662"/>
                  </a:cubicBezTo>
                  <a:lnTo>
                    <a:pt x="6672" y="8059"/>
                  </a:lnTo>
                  <a:cubicBezTo>
                    <a:pt x="6839" y="7959"/>
                    <a:pt x="6939" y="7759"/>
                    <a:pt x="6973" y="7559"/>
                  </a:cubicBezTo>
                  <a:lnTo>
                    <a:pt x="6973" y="287"/>
                  </a:lnTo>
                  <a:cubicBezTo>
                    <a:pt x="6997" y="117"/>
                    <a:pt x="6863" y="1"/>
                    <a:pt x="672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73">
              <a:extLst>
                <a:ext uri="{FF2B5EF4-FFF2-40B4-BE49-F238E27FC236}">
                  <a16:creationId xmlns:a16="http://schemas.microsoft.com/office/drawing/2014/main" id="{1E5432E2-98C4-B6CC-F212-E8C618BCC7AA}"/>
                </a:ext>
              </a:extLst>
            </p:cNvPr>
            <p:cNvSpPr/>
            <p:nvPr/>
          </p:nvSpPr>
          <p:spPr>
            <a:xfrm>
              <a:off x="5782700" y="1972376"/>
              <a:ext cx="24182" cy="91448"/>
            </a:xfrm>
            <a:custGeom>
              <a:avLst/>
              <a:gdLst/>
              <a:ahLst/>
              <a:cxnLst/>
              <a:rect l="l" t="t" r="r" b="b"/>
              <a:pathLst>
                <a:path w="1502" h="5680" extrusionOk="0">
                  <a:moveTo>
                    <a:pt x="751" y="1"/>
                  </a:moveTo>
                  <a:cubicBezTo>
                    <a:pt x="376" y="1"/>
                    <a:pt x="0" y="251"/>
                    <a:pt x="0" y="751"/>
                  </a:cubicBezTo>
                  <a:lnTo>
                    <a:pt x="0" y="5254"/>
                  </a:lnTo>
                  <a:cubicBezTo>
                    <a:pt x="0" y="5388"/>
                    <a:pt x="100" y="5488"/>
                    <a:pt x="234" y="5555"/>
                  </a:cubicBezTo>
                  <a:cubicBezTo>
                    <a:pt x="401" y="5638"/>
                    <a:pt x="576" y="5680"/>
                    <a:pt x="751" y="5680"/>
                  </a:cubicBezTo>
                  <a:cubicBezTo>
                    <a:pt x="926" y="5680"/>
                    <a:pt x="1101" y="5638"/>
                    <a:pt x="1268" y="5555"/>
                  </a:cubicBezTo>
                  <a:cubicBezTo>
                    <a:pt x="1401" y="5488"/>
                    <a:pt x="1468" y="5388"/>
                    <a:pt x="1501" y="5254"/>
                  </a:cubicBezTo>
                  <a:lnTo>
                    <a:pt x="1501" y="751"/>
                  </a:lnTo>
                  <a:cubicBezTo>
                    <a:pt x="1501" y="251"/>
                    <a:pt x="1126" y="1"/>
                    <a:pt x="7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73">
              <a:extLst>
                <a:ext uri="{FF2B5EF4-FFF2-40B4-BE49-F238E27FC236}">
                  <a16:creationId xmlns:a16="http://schemas.microsoft.com/office/drawing/2014/main" id="{8D6D3385-4118-A7BD-BAC0-1B0F49D4C43F}"/>
                </a:ext>
              </a:extLst>
            </p:cNvPr>
            <p:cNvSpPr/>
            <p:nvPr/>
          </p:nvSpPr>
          <p:spPr>
            <a:xfrm>
              <a:off x="5827812" y="1946471"/>
              <a:ext cx="24182" cy="91174"/>
            </a:xfrm>
            <a:custGeom>
              <a:avLst/>
              <a:gdLst/>
              <a:ahLst/>
              <a:cxnLst/>
              <a:rect l="l" t="t" r="r" b="b"/>
              <a:pathLst>
                <a:path w="1502" h="5663" extrusionOk="0">
                  <a:moveTo>
                    <a:pt x="751" y="0"/>
                  </a:moveTo>
                  <a:cubicBezTo>
                    <a:pt x="376" y="0"/>
                    <a:pt x="0" y="242"/>
                    <a:pt x="0" y="726"/>
                  </a:cubicBezTo>
                  <a:lnTo>
                    <a:pt x="0" y="5229"/>
                  </a:lnTo>
                  <a:cubicBezTo>
                    <a:pt x="0" y="5362"/>
                    <a:pt x="100" y="5496"/>
                    <a:pt x="234" y="5562"/>
                  </a:cubicBezTo>
                  <a:cubicBezTo>
                    <a:pt x="401" y="5629"/>
                    <a:pt x="576" y="5662"/>
                    <a:pt x="751" y="5662"/>
                  </a:cubicBezTo>
                  <a:cubicBezTo>
                    <a:pt x="926" y="5662"/>
                    <a:pt x="1101" y="5629"/>
                    <a:pt x="1268" y="5562"/>
                  </a:cubicBezTo>
                  <a:cubicBezTo>
                    <a:pt x="1401" y="5496"/>
                    <a:pt x="1468" y="5362"/>
                    <a:pt x="1501" y="5229"/>
                  </a:cubicBezTo>
                  <a:lnTo>
                    <a:pt x="1501" y="726"/>
                  </a:lnTo>
                  <a:cubicBezTo>
                    <a:pt x="1501" y="242"/>
                    <a:pt x="1126" y="0"/>
                    <a:pt x="7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73">
              <a:extLst>
                <a:ext uri="{FF2B5EF4-FFF2-40B4-BE49-F238E27FC236}">
                  <a16:creationId xmlns:a16="http://schemas.microsoft.com/office/drawing/2014/main" id="{4038F54C-5473-49CF-A195-0810893FEC6D}"/>
                </a:ext>
              </a:extLst>
            </p:cNvPr>
            <p:cNvSpPr/>
            <p:nvPr/>
          </p:nvSpPr>
          <p:spPr>
            <a:xfrm>
              <a:off x="5872924" y="1921081"/>
              <a:ext cx="24182" cy="90643"/>
            </a:xfrm>
            <a:custGeom>
              <a:avLst/>
              <a:gdLst/>
              <a:ahLst/>
              <a:cxnLst/>
              <a:rect l="l" t="t" r="r" b="b"/>
              <a:pathLst>
                <a:path w="1502" h="5630" extrusionOk="0">
                  <a:moveTo>
                    <a:pt x="751" y="1"/>
                  </a:moveTo>
                  <a:cubicBezTo>
                    <a:pt x="392" y="1"/>
                    <a:pt x="34" y="234"/>
                    <a:pt x="0" y="701"/>
                  </a:cubicBezTo>
                  <a:lnTo>
                    <a:pt x="0" y="5205"/>
                  </a:lnTo>
                  <a:cubicBezTo>
                    <a:pt x="0" y="5338"/>
                    <a:pt x="100" y="5438"/>
                    <a:pt x="234" y="5505"/>
                  </a:cubicBezTo>
                  <a:cubicBezTo>
                    <a:pt x="384" y="5588"/>
                    <a:pt x="559" y="5630"/>
                    <a:pt x="738" y="5630"/>
                  </a:cubicBezTo>
                  <a:cubicBezTo>
                    <a:pt x="918" y="5630"/>
                    <a:pt x="1101" y="5588"/>
                    <a:pt x="1268" y="5505"/>
                  </a:cubicBezTo>
                  <a:cubicBezTo>
                    <a:pt x="1401" y="5438"/>
                    <a:pt x="1468" y="5338"/>
                    <a:pt x="1501" y="5205"/>
                  </a:cubicBezTo>
                  <a:lnTo>
                    <a:pt x="1501" y="701"/>
                  </a:lnTo>
                  <a:cubicBezTo>
                    <a:pt x="1468" y="234"/>
                    <a:pt x="1110" y="1"/>
                    <a:pt x="7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73">
              <a:extLst>
                <a:ext uri="{FF2B5EF4-FFF2-40B4-BE49-F238E27FC236}">
                  <a16:creationId xmlns:a16="http://schemas.microsoft.com/office/drawing/2014/main" id="{E0904347-8C97-301C-0902-12A813A887E8}"/>
                </a:ext>
              </a:extLst>
            </p:cNvPr>
            <p:cNvSpPr/>
            <p:nvPr/>
          </p:nvSpPr>
          <p:spPr>
            <a:xfrm>
              <a:off x="5918036" y="1894243"/>
              <a:ext cx="24182" cy="91706"/>
            </a:xfrm>
            <a:custGeom>
              <a:avLst/>
              <a:gdLst/>
              <a:ahLst/>
              <a:cxnLst/>
              <a:rect l="l" t="t" r="r" b="b"/>
              <a:pathLst>
                <a:path w="1502" h="5696" extrusionOk="0">
                  <a:moveTo>
                    <a:pt x="734" y="0"/>
                  </a:moveTo>
                  <a:cubicBezTo>
                    <a:pt x="334" y="0"/>
                    <a:pt x="0" y="334"/>
                    <a:pt x="0" y="767"/>
                  </a:cubicBezTo>
                  <a:lnTo>
                    <a:pt x="0" y="5271"/>
                  </a:lnTo>
                  <a:cubicBezTo>
                    <a:pt x="0" y="5404"/>
                    <a:pt x="100" y="5504"/>
                    <a:pt x="234" y="5571"/>
                  </a:cubicBezTo>
                  <a:cubicBezTo>
                    <a:pt x="384" y="5654"/>
                    <a:pt x="559" y="5696"/>
                    <a:pt x="738" y="5696"/>
                  </a:cubicBezTo>
                  <a:cubicBezTo>
                    <a:pt x="918" y="5696"/>
                    <a:pt x="1101" y="5654"/>
                    <a:pt x="1268" y="5571"/>
                  </a:cubicBezTo>
                  <a:cubicBezTo>
                    <a:pt x="1401" y="5504"/>
                    <a:pt x="1468" y="5404"/>
                    <a:pt x="1501" y="5271"/>
                  </a:cubicBezTo>
                  <a:lnTo>
                    <a:pt x="1501" y="767"/>
                  </a:lnTo>
                  <a:cubicBezTo>
                    <a:pt x="1501" y="334"/>
                    <a:pt x="1168" y="0"/>
                    <a:pt x="734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73">
              <a:extLst>
                <a:ext uri="{FF2B5EF4-FFF2-40B4-BE49-F238E27FC236}">
                  <a16:creationId xmlns:a16="http://schemas.microsoft.com/office/drawing/2014/main" id="{00391861-8345-4201-FD9B-5B282EC3FEBD}"/>
                </a:ext>
              </a:extLst>
            </p:cNvPr>
            <p:cNvSpPr/>
            <p:nvPr/>
          </p:nvSpPr>
          <p:spPr>
            <a:xfrm>
              <a:off x="5658375" y="2131396"/>
              <a:ext cx="89436" cy="59345"/>
            </a:xfrm>
            <a:custGeom>
              <a:avLst/>
              <a:gdLst/>
              <a:ahLst/>
              <a:cxnLst/>
              <a:rect l="l" t="t" r="r" b="b"/>
              <a:pathLst>
                <a:path w="5555" h="3686" extrusionOk="0">
                  <a:moveTo>
                    <a:pt x="4830" y="1"/>
                  </a:moveTo>
                  <a:cubicBezTo>
                    <a:pt x="4773" y="1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5"/>
                    <a:pt x="1485" y="3550"/>
                  </a:cubicBezTo>
                  <a:lnTo>
                    <a:pt x="5387" y="1315"/>
                  </a:lnTo>
                  <a:cubicBezTo>
                    <a:pt x="5521" y="1248"/>
                    <a:pt x="5554" y="1115"/>
                    <a:pt x="5554" y="981"/>
                  </a:cubicBezTo>
                  <a:cubicBezTo>
                    <a:pt x="5521" y="614"/>
                    <a:pt x="5321" y="281"/>
                    <a:pt x="5020" y="81"/>
                  </a:cubicBezTo>
                  <a:cubicBezTo>
                    <a:pt x="4965" y="26"/>
                    <a:pt x="4900" y="1"/>
                    <a:pt x="483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73">
              <a:extLst>
                <a:ext uri="{FF2B5EF4-FFF2-40B4-BE49-F238E27FC236}">
                  <a16:creationId xmlns:a16="http://schemas.microsoft.com/office/drawing/2014/main" id="{FF295BF8-CB53-9CAC-AA7E-0AEEA7D46567}"/>
                </a:ext>
              </a:extLst>
            </p:cNvPr>
            <p:cNvSpPr/>
            <p:nvPr/>
          </p:nvSpPr>
          <p:spPr>
            <a:xfrm>
              <a:off x="5658681" y="2183656"/>
              <a:ext cx="89130" cy="59345"/>
            </a:xfrm>
            <a:custGeom>
              <a:avLst/>
              <a:gdLst/>
              <a:ahLst/>
              <a:cxnLst/>
              <a:rect l="l" t="t" r="r" b="b"/>
              <a:pathLst>
                <a:path w="5536" h="3686" extrusionOk="0">
                  <a:moveTo>
                    <a:pt x="4786" y="1"/>
                  </a:moveTo>
                  <a:cubicBezTo>
                    <a:pt x="4736" y="1"/>
                    <a:pt x="4685" y="11"/>
                    <a:pt x="4635" y="37"/>
                  </a:cubicBezTo>
                  <a:lnTo>
                    <a:pt x="732" y="2272"/>
                  </a:lnTo>
                  <a:cubicBezTo>
                    <a:pt x="0" y="2694"/>
                    <a:pt x="431" y="3685"/>
                    <a:pt x="1085" y="3685"/>
                  </a:cubicBezTo>
                  <a:cubicBezTo>
                    <a:pt x="1206" y="3685"/>
                    <a:pt x="1335" y="3651"/>
                    <a:pt x="1466" y="3573"/>
                  </a:cubicBezTo>
                  <a:lnTo>
                    <a:pt x="5368" y="1305"/>
                  </a:lnTo>
                  <a:cubicBezTo>
                    <a:pt x="5502" y="1238"/>
                    <a:pt x="5535" y="1104"/>
                    <a:pt x="5535" y="971"/>
                  </a:cubicBezTo>
                  <a:cubicBezTo>
                    <a:pt x="5502" y="604"/>
                    <a:pt x="5302" y="270"/>
                    <a:pt x="5001" y="70"/>
                  </a:cubicBezTo>
                  <a:cubicBezTo>
                    <a:pt x="4940" y="29"/>
                    <a:pt x="4865" y="1"/>
                    <a:pt x="478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73">
              <a:extLst>
                <a:ext uri="{FF2B5EF4-FFF2-40B4-BE49-F238E27FC236}">
                  <a16:creationId xmlns:a16="http://schemas.microsoft.com/office/drawing/2014/main" id="{7957DC64-C2FB-D391-E9C7-A0BFAC08D357}"/>
                </a:ext>
              </a:extLst>
            </p:cNvPr>
            <p:cNvSpPr/>
            <p:nvPr/>
          </p:nvSpPr>
          <p:spPr>
            <a:xfrm>
              <a:off x="5658375" y="2235595"/>
              <a:ext cx="89436" cy="59328"/>
            </a:xfrm>
            <a:custGeom>
              <a:avLst/>
              <a:gdLst/>
              <a:ahLst/>
              <a:cxnLst/>
              <a:rect l="l" t="t" r="r" b="b"/>
              <a:pathLst>
                <a:path w="5555" h="3685" extrusionOk="0">
                  <a:moveTo>
                    <a:pt x="4830" y="0"/>
                  </a:moveTo>
                  <a:cubicBezTo>
                    <a:pt x="4773" y="0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4"/>
                    <a:pt x="1485" y="3549"/>
                  </a:cubicBezTo>
                  <a:lnTo>
                    <a:pt x="5387" y="1314"/>
                  </a:lnTo>
                  <a:cubicBezTo>
                    <a:pt x="5521" y="1247"/>
                    <a:pt x="5554" y="1114"/>
                    <a:pt x="5554" y="981"/>
                  </a:cubicBezTo>
                  <a:cubicBezTo>
                    <a:pt x="5521" y="614"/>
                    <a:pt x="5321" y="280"/>
                    <a:pt x="5020" y="80"/>
                  </a:cubicBezTo>
                  <a:cubicBezTo>
                    <a:pt x="4965" y="25"/>
                    <a:pt x="4900" y="0"/>
                    <a:pt x="48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73">
              <a:extLst>
                <a:ext uri="{FF2B5EF4-FFF2-40B4-BE49-F238E27FC236}">
                  <a16:creationId xmlns:a16="http://schemas.microsoft.com/office/drawing/2014/main" id="{1EB52EFC-F889-91AF-C6A0-BB57798F993C}"/>
                </a:ext>
              </a:extLst>
            </p:cNvPr>
            <p:cNvSpPr/>
            <p:nvPr/>
          </p:nvSpPr>
          <p:spPr>
            <a:xfrm>
              <a:off x="5662932" y="2287678"/>
              <a:ext cx="84879" cy="58668"/>
            </a:xfrm>
            <a:custGeom>
              <a:avLst/>
              <a:gdLst/>
              <a:ahLst/>
              <a:cxnLst/>
              <a:rect l="l" t="t" r="r" b="b"/>
              <a:pathLst>
                <a:path w="5272" h="3644" extrusionOk="0">
                  <a:moveTo>
                    <a:pt x="4547" y="1"/>
                  </a:moveTo>
                  <a:cubicBezTo>
                    <a:pt x="4490" y="1"/>
                    <a:pt x="4430" y="17"/>
                    <a:pt x="4371" y="47"/>
                  </a:cubicBezTo>
                  <a:lnTo>
                    <a:pt x="468" y="2282"/>
                  </a:lnTo>
                  <a:cubicBezTo>
                    <a:pt x="134" y="2482"/>
                    <a:pt x="1" y="2916"/>
                    <a:pt x="201" y="3283"/>
                  </a:cubicBezTo>
                  <a:cubicBezTo>
                    <a:pt x="337" y="3510"/>
                    <a:pt x="596" y="3644"/>
                    <a:pt x="853" y="3644"/>
                  </a:cubicBezTo>
                  <a:cubicBezTo>
                    <a:pt x="974" y="3644"/>
                    <a:pt x="1095" y="3614"/>
                    <a:pt x="1202" y="3550"/>
                  </a:cubicBezTo>
                  <a:lnTo>
                    <a:pt x="5104" y="1315"/>
                  </a:lnTo>
                  <a:cubicBezTo>
                    <a:pt x="5238" y="1248"/>
                    <a:pt x="5271" y="1115"/>
                    <a:pt x="5271" y="981"/>
                  </a:cubicBezTo>
                  <a:cubicBezTo>
                    <a:pt x="5238" y="614"/>
                    <a:pt x="5038" y="281"/>
                    <a:pt x="4737" y="81"/>
                  </a:cubicBezTo>
                  <a:cubicBezTo>
                    <a:pt x="4682" y="26"/>
                    <a:pt x="4617" y="1"/>
                    <a:pt x="454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73">
              <a:extLst>
                <a:ext uri="{FF2B5EF4-FFF2-40B4-BE49-F238E27FC236}">
                  <a16:creationId xmlns:a16="http://schemas.microsoft.com/office/drawing/2014/main" id="{458EFC67-F3FF-AAA2-6334-C8B259C3A0F9}"/>
                </a:ext>
              </a:extLst>
            </p:cNvPr>
            <p:cNvSpPr/>
            <p:nvPr/>
          </p:nvSpPr>
          <p:spPr>
            <a:xfrm>
              <a:off x="5782700" y="1972376"/>
              <a:ext cx="24182" cy="91448"/>
            </a:xfrm>
            <a:custGeom>
              <a:avLst/>
              <a:gdLst/>
              <a:ahLst/>
              <a:cxnLst/>
              <a:rect l="l" t="t" r="r" b="b"/>
              <a:pathLst>
                <a:path w="1502" h="5680" extrusionOk="0">
                  <a:moveTo>
                    <a:pt x="751" y="1"/>
                  </a:moveTo>
                  <a:cubicBezTo>
                    <a:pt x="376" y="1"/>
                    <a:pt x="0" y="251"/>
                    <a:pt x="0" y="751"/>
                  </a:cubicBezTo>
                  <a:lnTo>
                    <a:pt x="0" y="5254"/>
                  </a:lnTo>
                  <a:cubicBezTo>
                    <a:pt x="0" y="5388"/>
                    <a:pt x="100" y="5488"/>
                    <a:pt x="234" y="5555"/>
                  </a:cubicBezTo>
                  <a:cubicBezTo>
                    <a:pt x="401" y="5638"/>
                    <a:pt x="576" y="5680"/>
                    <a:pt x="751" y="5680"/>
                  </a:cubicBezTo>
                  <a:cubicBezTo>
                    <a:pt x="926" y="5680"/>
                    <a:pt x="1101" y="5638"/>
                    <a:pt x="1268" y="5555"/>
                  </a:cubicBezTo>
                  <a:cubicBezTo>
                    <a:pt x="1401" y="5488"/>
                    <a:pt x="1468" y="5388"/>
                    <a:pt x="1501" y="5254"/>
                  </a:cubicBezTo>
                  <a:lnTo>
                    <a:pt x="1501" y="751"/>
                  </a:lnTo>
                  <a:cubicBezTo>
                    <a:pt x="1501" y="251"/>
                    <a:pt x="1126" y="1"/>
                    <a:pt x="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73">
              <a:extLst>
                <a:ext uri="{FF2B5EF4-FFF2-40B4-BE49-F238E27FC236}">
                  <a16:creationId xmlns:a16="http://schemas.microsoft.com/office/drawing/2014/main" id="{248E8788-2E14-0D9A-AE94-2407C0E4031E}"/>
                </a:ext>
              </a:extLst>
            </p:cNvPr>
            <p:cNvSpPr/>
            <p:nvPr/>
          </p:nvSpPr>
          <p:spPr>
            <a:xfrm>
              <a:off x="5827812" y="1946471"/>
              <a:ext cx="24182" cy="91174"/>
            </a:xfrm>
            <a:custGeom>
              <a:avLst/>
              <a:gdLst/>
              <a:ahLst/>
              <a:cxnLst/>
              <a:rect l="l" t="t" r="r" b="b"/>
              <a:pathLst>
                <a:path w="1502" h="5663" extrusionOk="0">
                  <a:moveTo>
                    <a:pt x="751" y="0"/>
                  </a:moveTo>
                  <a:cubicBezTo>
                    <a:pt x="376" y="0"/>
                    <a:pt x="0" y="242"/>
                    <a:pt x="0" y="726"/>
                  </a:cubicBezTo>
                  <a:lnTo>
                    <a:pt x="0" y="5229"/>
                  </a:lnTo>
                  <a:cubicBezTo>
                    <a:pt x="0" y="5362"/>
                    <a:pt x="100" y="5496"/>
                    <a:pt x="234" y="5562"/>
                  </a:cubicBezTo>
                  <a:cubicBezTo>
                    <a:pt x="401" y="5629"/>
                    <a:pt x="576" y="5662"/>
                    <a:pt x="751" y="5662"/>
                  </a:cubicBezTo>
                  <a:cubicBezTo>
                    <a:pt x="926" y="5662"/>
                    <a:pt x="1101" y="5629"/>
                    <a:pt x="1268" y="5562"/>
                  </a:cubicBezTo>
                  <a:cubicBezTo>
                    <a:pt x="1401" y="5496"/>
                    <a:pt x="1468" y="5362"/>
                    <a:pt x="1501" y="5229"/>
                  </a:cubicBezTo>
                  <a:lnTo>
                    <a:pt x="1501" y="726"/>
                  </a:lnTo>
                  <a:cubicBezTo>
                    <a:pt x="1501" y="242"/>
                    <a:pt x="112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73">
              <a:extLst>
                <a:ext uri="{FF2B5EF4-FFF2-40B4-BE49-F238E27FC236}">
                  <a16:creationId xmlns:a16="http://schemas.microsoft.com/office/drawing/2014/main" id="{559BB829-F226-6CA6-A32A-5A659F9E2014}"/>
                </a:ext>
              </a:extLst>
            </p:cNvPr>
            <p:cNvSpPr/>
            <p:nvPr/>
          </p:nvSpPr>
          <p:spPr>
            <a:xfrm>
              <a:off x="5872924" y="1921081"/>
              <a:ext cx="24182" cy="90643"/>
            </a:xfrm>
            <a:custGeom>
              <a:avLst/>
              <a:gdLst/>
              <a:ahLst/>
              <a:cxnLst/>
              <a:rect l="l" t="t" r="r" b="b"/>
              <a:pathLst>
                <a:path w="1502" h="5630" extrusionOk="0">
                  <a:moveTo>
                    <a:pt x="751" y="1"/>
                  </a:moveTo>
                  <a:cubicBezTo>
                    <a:pt x="392" y="1"/>
                    <a:pt x="34" y="234"/>
                    <a:pt x="0" y="701"/>
                  </a:cubicBezTo>
                  <a:lnTo>
                    <a:pt x="0" y="5205"/>
                  </a:lnTo>
                  <a:cubicBezTo>
                    <a:pt x="0" y="5338"/>
                    <a:pt x="100" y="5438"/>
                    <a:pt x="234" y="5505"/>
                  </a:cubicBezTo>
                  <a:cubicBezTo>
                    <a:pt x="384" y="5588"/>
                    <a:pt x="559" y="5630"/>
                    <a:pt x="738" y="5630"/>
                  </a:cubicBezTo>
                  <a:cubicBezTo>
                    <a:pt x="918" y="5630"/>
                    <a:pt x="1101" y="5588"/>
                    <a:pt x="1268" y="5505"/>
                  </a:cubicBezTo>
                  <a:cubicBezTo>
                    <a:pt x="1401" y="5438"/>
                    <a:pt x="1468" y="5338"/>
                    <a:pt x="1501" y="5205"/>
                  </a:cubicBezTo>
                  <a:lnTo>
                    <a:pt x="1501" y="701"/>
                  </a:lnTo>
                  <a:cubicBezTo>
                    <a:pt x="1468" y="234"/>
                    <a:pt x="1110" y="1"/>
                    <a:pt x="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73">
              <a:extLst>
                <a:ext uri="{FF2B5EF4-FFF2-40B4-BE49-F238E27FC236}">
                  <a16:creationId xmlns:a16="http://schemas.microsoft.com/office/drawing/2014/main" id="{93A6C2A2-B537-21BB-A92A-ECC8D8A71701}"/>
                </a:ext>
              </a:extLst>
            </p:cNvPr>
            <p:cNvSpPr/>
            <p:nvPr/>
          </p:nvSpPr>
          <p:spPr>
            <a:xfrm>
              <a:off x="5918036" y="1894243"/>
              <a:ext cx="24182" cy="91706"/>
            </a:xfrm>
            <a:custGeom>
              <a:avLst/>
              <a:gdLst/>
              <a:ahLst/>
              <a:cxnLst/>
              <a:rect l="l" t="t" r="r" b="b"/>
              <a:pathLst>
                <a:path w="1502" h="5696" extrusionOk="0">
                  <a:moveTo>
                    <a:pt x="734" y="0"/>
                  </a:moveTo>
                  <a:cubicBezTo>
                    <a:pt x="334" y="0"/>
                    <a:pt x="0" y="334"/>
                    <a:pt x="0" y="767"/>
                  </a:cubicBezTo>
                  <a:lnTo>
                    <a:pt x="0" y="5271"/>
                  </a:lnTo>
                  <a:cubicBezTo>
                    <a:pt x="0" y="5404"/>
                    <a:pt x="100" y="5504"/>
                    <a:pt x="234" y="5571"/>
                  </a:cubicBezTo>
                  <a:cubicBezTo>
                    <a:pt x="384" y="5654"/>
                    <a:pt x="559" y="5696"/>
                    <a:pt x="738" y="5696"/>
                  </a:cubicBezTo>
                  <a:cubicBezTo>
                    <a:pt x="918" y="5696"/>
                    <a:pt x="1101" y="5654"/>
                    <a:pt x="1268" y="5571"/>
                  </a:cubicBezTo>
                  <a:cubicBezTo>
                    <a:pt x="1401" y="5504"/>
                    <a:pt x="1468" y="5404"/>
                    <a:pt x="1501" y="5271"/>
                  </a:cubicBezTo>
                  <a:lnTo>
                    <a:pt x="1501" y="767"/>
                  </a:lnTo>
                  <a:cubicBezTo>
                    <a:pt x="1501" y="334"/>
                    <a:pt x="1168" y="0"/>
                    <a:pt x="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73">
              <a:extLst>
                <a:ext uri="{FF2B5EF4-FFF2-40B4-BE49-F238E27FC236}">
                  <a16:creationId xmlns:a16="http://schemas.microsoft.com/office/drawing/2014/main" id="{9956B360-0FE0-07AB-2973-F307980F3494}"/>
                </a:ext>
              </a:extLst>
            </p:cNvPr>
            <p:cNvSpPr/>
            <p:nvPr/>
          </p:nvSpPr>
          <p:spPr>
            <a:xfrm>
              <a:off x="5658375" y="2131396"/>
              <a:ext cx="89436" cy="59345"/>
            </a:xfrm>
            <a:custGeom>
              <a:avLst/>
              <a:gdLst/>
              <a:ahLst/>
              <a:cxnLst/>
              <a:rect l="l" t="t" r="r" b="b"/>
              <a:pathLst>
                <a:path w="5555" h="3686" extrusionOk="0">
                  <a:moveTo>
                    <a:pt x="4830" y="1"/>
                  </a:moveTo>
                  <a:cubicBezTo>
                    <a:pt x="4773" y="1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5"/>
                    <a:pt x="1485" y="3550"/>
                  </a:cubicBezTo>
                  <a:lnTo>
                    <a:pt x="5387" y="1315"/>
                  </a:lnTo>
                  <a:cubicBezTo>
                    <a:pt x="5521" y="1248"/>
                    <a:pt x="5554" y="1115"/>
                    <a:pt x="5554" y="981"/>
                  </a:cubicBezTo>
                  <a:cubicBezTo>
                    <a:pt x="5521" y="614"/>
                    <a:pt x="5321" y="281"/>
                    <a:pt x="5020" y="81"/>
                  </a:cubicBezTo>
                  <a:cubicBezTo>
                    <a:pt x="4965" y="26"/>
                    <a:pt x="4900" y="1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73">
              <a:extLst>
                <a:ext uri="{FF2B5EF4-FFF2-40B4-BE49-F238E27FC236}">
                  <a16:creationId xmlns:a16="http://schemas.microsoft.com/office/drawing/2014/main" id="{DB6289FD-7A04-C98C-4035-2245BC916CA1}"/>
                </a:ext>
              </a:extLst>
            </p:cNvPr>
            <p:cNvSpPr/>
            <p:nvPr/>
          </p:nvSpPr>
          <p:spPr>
            <a:xfrm>
              <a:off x="5658681" y="2183656"/>
              <a:ext cx="89130" cy="59345"/>
            </a:xfrm>
            <a:custGeom>
              <a:avLst/>
              <a:gdLst/>
              <a:ahLst/>
              <a:cxnLst/>
              <a:rect l="l" t="t" r="r" b="b"/>
              <a:pathLst>
                <a:path w="5536" h="3686" extrusionOk="0">
                  <a:moveTo>
                    <a:pt x="4786" y="1"/>
                  </a:moveTo>
                  <a:cubicBezTo>
                    <a:pt x="4736" y="1"/>
                    <a:pt x="4685" y="11"/>
                    <a:pt x="4635" y="37"/>
                  </a:cubicBezTo>
                  <a:lnTo>
                    <a:pt x="732" y="2272"/>
                  </a:lnTo>
                  <a:cubicBezTo>
                    <a:pt x="0" y="2694"/>
                    <a:pt x="431" y="3685"/>
                    <a:pt x="1085" y="3685"/>
                  </a:cubicBezTo>
                  <a:cubicBezTo>
                    <a:pt x="1206" y="3685"/>
                    <a:pt x="1335" y="3651"/>
                    <a:pt x="1466" y="3573"/>
                  </a:cubicBezTo>
                  <a:lnTo>
                    <a:pt x="5368" y="1305"/>
                  </a:lnTo>
                  <a:cubicBezTo>
                    <a:pt x="5502" y="1238"/>
                    <a:pt x="5535" y="1104"/>
                    <a:pt x="5535" y="971"/>
                  </a:cubicBezTo>
                  <a:cubicBezTo>
                    <a:pt x="5502" y="604"/>
                    <a:pt x="5302" y="270"/>
                    <a:pt x="5001" y="70"/>
                  </a:cubicBezTo>
                  <a:cubicBezTo>
                    <a:pt x="4940" y="29"/>
                    <a:pt x="4865" y="1"/>
                    <a:pt x="4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73">
              <a:extLst>
                <a:ext uri="{FF2B5EF4-FFF2-40B4-BE49-F238E27FC236}">
                  <a16:creationId xmlns:a16="http://schemas.microsoft.com/office/drawing/2014/main" id="{DCAD5A84-4C67-447D-F406-BCFFF3FFE828}"/>
                </a:ext>
              </a:extLst>
            </p:cNvPr>
            <p:cNvSpPr/>
            <p:nvPr/>
          </p:nvSpPr>
          <p:spPr>
            <a:xfrm>
              <a:off x="5658375" y="2235595"/>
              <a:ext cx="89436" cy="59328"/>
            </a:xfrm>
            <a:custGeom>
              <a:avLst/>
              <a:gdLst/>
              <a:ahLst/>
              <a:cxnLst/>
              <a:rect l="l" t="t" r="r" b="b"/>
              <a:pathLst>
                <a:path w="5555" h="3685" extrusionOk="0">
                  <a:moveTo>
                    <a:pt x="4830" y="0"/>
                  </a:moveTo>
                  <a:cubicBezTo>
                    <a:pt x="4773" y="0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4"/>
                    <a:pt x="1485" y="3549"/>
                  </a:cubicBezTo>
                  <a:lnTo>
                    <a:pt x="5387" y="1314"/>
                  </a:lnTo>
                  <a:cubicBezTo>
                    <a:pt x="5521" y="1247"/>
                    <a:pt x="5554" y="1114"/>
                    <a:pt x="5554" y="981"/>
                  </a:cubicBezTo>
                  <a:cubicBezTo>
                    <a:pt x="5521" y="614"/>
                    <a:pt x="5321" y="280"/>
                    <a:pt x="5020" y="80"/>
                  </a:cubicBezTo>
                  <a:cubicBezTo>
                    <a:pt x="4965" y="25"/>
                    <a:pt x="4900" y="0"/>
                    <a:pt x="4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73">
              <a:extLst>
                <a:ext uri="{FF2B5EF4-FFF2-40B4-BE49-F238E27FC236}">
                  <a16:creationId xmlns:a16="http://schemas.microsoft.com/office/drawing/2014/main" id="{7177895D-2822-79FC-520D-8347BFDE19ED}"/>
                </a:ext>
              </a:extLst>
            </p:cNvPr>
            <p:cNvSpPr/>
            <p:nvPr/>
          </p:nvSpPr>
          <p:spPr>
            <a:xfrm>
              <a:off x="5662932" y="2287678"/>
              <a:ext cx="84879" cy="58668"/>
            </a:xfrm>
            <a:custGeom>
              <a:avLst/>
              <a:gdLst/>
              <a:ahLst/>
              <a:cxnLst/>
              <a:rect l="l" t="t" r="r" b="b"/>
              <a:pathLst>
                <a:path w="5272" h="3644" extrusionOk="0">
                  <a:moveTo>
                    <a:pt x="4547" y="1"/>
                  </a:moveTo>
                  <a:cubicBezTo>
                    <a:pt x="4490" y="1"/>
                    <a:pt x="4430" y="17"/>
                    <a:pt x="4371" y="47"/>
                  </a:cubicBezTo>
                  <a:lnTo>
                    <a:pt x="468" y="2282"/>
                  </a:lnTo>
                  <a:cubicBezTo>
                    <a:pt x="134" y="2482"/>
                    <a:pt x="1" y="2916"/>
                    <a:pt x="201" y="3283"/>
                  </a:cubicBezTo>
                  <a:cubicBezTo>
                    <a:pt x="337" y="3510"/>
                    <a:pt x="596" y="3644"/>
                    <a:pt x="853" y="3644"/>
                  </a:cubicBezTo>
                  <a:cubicBezTo>
                    <a:pt x="974" y="3644"/>
                    <a:pt x="1095" y="3614"/>
                    <a:pt x="1202" y="3550"/>
                  </a:cubicBezTo>
                  <a:lnTo>
                    <a:pt x="5104" y="1315"/>
                  </a:lnTo>
                  <a:cubicBezTo>
                    <a:pt x="5238" y="1248"/>
                    <a:pt x="5271" y="1115"/>
                    <a:pt x="5271" y="981"/>
                  </a:cubicBezTo>
                  <a:cubicBezTo>
                    <a:pt x="5238" y="614"/>
                    <a:pt x="5038" y="281"/>
                    <a:pt x="4737" y="81"/>
                  </a:cubicBezTo>
                  <a:cubicBezTo>
                    <a:pt x="4682" y="26"/>
                    <a:pt x="4617" y="1"/>
                    <a:pt x="45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7" name="Google Shape;4267;p73">
            <a:extLst>
              <a:ext uri="{FF2B5EF4-FFF2-40B4-BE49-F238E27FC236}">
                <a16:creationId xmlns:a16="http://schemas.microsoft.com/office/drawing/2014/main" id="{9B0BCE50-A2F3-9BEC-825A-C43D757A7A3F}"/>
              </a:ext>
            </a:extLst>
          </p:cNvPr>
          <p:cNvSpPr/>
          <p:nvPr/>
        </p:nvSpPr>
        <p:spPr>
          <a:xfrm>
            <a:off x="1091823" y="3731321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9" name="Google Shape;4269;p73">
            <a:extLst>
              <a:ext uri="{FF2B5EF4-FFF2-40B4-BE49-F238E27FC236}">
                <a16:creationId xmlns:a16="http://schemas.microsoft.com/office/drawing/2014/main" id="{0F411E2C-506D-F646-7CCB-DF6FCA65C61B}"/>
              </a:ext>
            </a:extLst>
          </p:cNvPr>
          <p:cNvSpPr/>
          <p:nvPr/>
        </p:nvSpPr>
        <p:spPr>
          <a:xfrm rot="2502782">
            <a:off x="6504568" y="3161854"/>
            <a:ext cx="474715" cy="6632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0" name="Google Shape;4270;p73">
            <a:extLst>
              <a:ext uri="{FF2B5EF4-FFF2-40B4-BE49-F238E27FC236}">
                <a16:creationId xmlns:a16="http://schemas.microsoft.com/office/drawing/2014/main" id="{81A4EA1E-936C-6281-6CB9-9DA5DA4C589D}"/>
              </a:ext>
            </a:extLst>
          </p:cNvPr>
          <p:cNvSpPr/>
          <p:nvPr/>
        </p:nvSpPr>
        <p:spPr>
          <a:xfrm>
            <a:off x="358216" y="4445689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2" name="Google Shape;4272;p73">
            <a:extLst>
              <a:ext uri="{FF2B5EF4-FFF2-40B4-BE49-F238E27FC236}">
                <a16:creationId xmlns:a16="http://schemas.microsoft.com/office/drawing/2014/main" id="{8624F14F-3DBC-F352-4600-115BABB3011C}"/>
              </a:ext>
            </a:extLst>
          </p:cNvPr>
          <p:cNvSpPr/>
          <p:nvPr/>
        </p:nvSpPr>
        <p:spPr>
          <a:xfrm>
            <a:off x="5927832" y="312385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3" name="Google Shape;4273;p73">
            <a:extLst>
              <a:ext uri="{FF2B5EF4-FFF2-40B4-BE49-F238E27FC236}">
                <a16:creationId xmlns:a16="http://schemas.microsoft.com/office/drawing/2014/main" id="{F3E2544D-7B34-F19A-4E87-458133C8D3DE}"/>
              </a:ext>
            </a:extLst>
          </p:cNvPr>
          <p:cNvSpPr/>
          <p:nvPr/>
        </p:nvSpPr>
        <p:spPr>
          <a:xfrm rot="2502814">
            <a:off x="5163526" y="3542362"/>
            <a:ext cx="314354" cy="43927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4" name="Google Shape;4274;p73">
            <a:extLst>
              <a:ext uri="{FF2B5EF4-FFF2-40B4-BE49-F238E27FC236}">
                <a16:creationId xmlns:a16="http://schemas.microsoft.com/office/drawing/2014/main" id="{A658C95D-8890-7EC6-E62C-6CEA9E2762BA}"/>
              </a:ext>
            </a:extLst>
          </p:cNvPr>
          <p:cNvSpPr/>
          <p:nvPr/>
        </p:nvSpPr>
        <p:spPr>
          <a:xfrm>
            <a:off x="3253703" y="4655817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5" name="Google Shape;4275;p73">
            <a:extLst>
              <a:ext uri="{FF2B5EF4-FFF2-40B4-BE49-F238E27FC236}">
                <a16:creationId xmlns:a16="http://schemas.microsoft.com/office/drawing/2014/main" id="{EF635CFD-8B3B-0717-D843-07B7C8D48F41}"/>
              </a:ext>
            </a:extLst>
          </p:cNvPr>
          <p:cNvSpPr/>
          <p:nvPr/>
        </p:nvSpPr>
        <p:spPr>
          <a:xfrm>
            <a:off x="603249" y="390661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9C36E5-8FE9-901F-81F5-1F5D6ADD89DA}"/>
              </a:ext>
            </a:extLst>
          </p:cNvPr>
          <p:cNvSpPr txBox="1"/>
          <p:nvPr/>
        </p:nvSpPr>
        <p:spPr>
          <a:xfrm>
            <a:off x="556433" y="886285"/>
            <a:ext cx="4435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Smart Skill Assessment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18F87A-CF9F-742C-F52F-97CD4698314C}"/>
              </a:ext>
            </a:extLst>
          </p:cNvPr>
          <p:cNvSpPr txBox="1"/>
          <p:nvPr/>
        </p:nvSpPr>
        <p:spPr>
          <a:xfrm>
            <a:off x="561796" y="133512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Dynamic Path Generation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1473A5-8D25-2BA2-7C92-8A39096FE70E}"/>
              </a:ext>
            </a:extLst>
          </p:cNvPr>
          <p:cNvSpPr txBox="1"/>
          <p:nvPr/>
        </p:nvSpPr>
        <p:spPr>
          <a:xfrm>
            <a:off x="561796" y="178396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RAG-Powered AI mentor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EA0C6-3444-741B-908A-4EFE1E204A7A}"/>
              </a:ext>
            </a:extLst>
          </p:cNvPr>
          <p:cNvSpPr txBox="1"/>
          <p:nvPr/>
        </p:nvSpPr>
        <p:spPr>
          <a:xfrm rot="5824092">
            <a:off x="-5427524" y="237939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Architectural Reasoning Evaluator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FD26115-BFCC-2B85-ADC8-FCF537CF7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12" y="-555612"/>
            <a:ext cx="6064466" cy="606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732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A0D0-EFEB-F54A-BD08-97D17F39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670935-A751-3232-2A6B-C630B4A4B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312385"/>
            <a:ext cx="4968070" cy="573900"/>
          </a:xfrm>
        </p:spPr>
        <p:txBody>
          <a:bodyPr/>
          <a:lstStyle/>
          <a:p>
            <a:r>
              <a:rPr lang="en-US" dirty="0"/>
              <a:t>THREE PILLAR AI ARCHITECTURE</a:t>
            </a:r>
          </a:p>
        </p:txBody>
      </p:sp>
      <p:grpSp>
        <p:nvGrpSpPr>
          <p:cNvPr id="4139" name="Google Shape;4139;p73">
            <a:extLst>
              <a:ext uri="{FF2B5EF4-FFF2-40B4-BE49-F238E27FC236}">
                <a16:creationId xmlns:a16="http://schemas.microsoft.com/office/drawing/2014/main" id="{33AA64D4-4933-33E9-0C7B-3005F64E8052}"/>
              </a:ext>
            </a:extLst>
          </p:cNvPr>
          <p:cNvGrpSpPr/>
          <p:nvPr/>
        </p:nvGrpSpPr>
        <p:grpSpPr>
          <a:xfrm>
            <a:off x="1054732" y="2823386"/>
            <a:ext cx="2113341" cy="2300665"/>
            <a:chOff x="5306864" y="1437389"/>
            <a:chExt cx="2972591" cy="3106801"/>
          </a:xfrm>
        </p:grpSpPr>
        <p:sp>
          <p:nvSpPr>
            <p:cNvPr id="4140" name="Google Shape;4140;p73">
              <a:extLst>
                <a:ext uri="{FF2B5EF4-FFF2-40B4-BE49-F238E27FC236}">
                  <a16:creationId xmlns:a16="http://schemas.microsoft.com/office/drawing/2014/main" id="{8CFD77B5-5EC6-4F49-8AF1-7CEFA0C3A337}"/>
                </a:ext>
              </a:extLst>
            </p:cNvPr>
            <p:cNvSpPr/>
            <p:nvPr/>
          </p:nvSpPr>
          <p:spPr>
            <a:xfrm>
              <a:off x="5306864" y="2857039"/>
              <a:ext cx="2895263" cy="1687151"/>
            </a:xfrm>
            <a:custGeom>
              <a:avLst/>
              <a:gdLst/>
              <a:ahLst/>
              <a:cxnLst/>
              <a:rect l="l" t="t" r="r" b="b"/>
              <a:pathLst>
                <a:path w="179830" h="104792" extrusionOk="0">
                  <a:moveTo>
                    <a:pt x="71485" y="1143"/>
                  </a:moveTo>
                  <a:lnTo>
                    <a:pt x="71485" y="1143"/>
                  </a:lnTo>
                  <a:cubicBezTo>
                    <a:pt x="69984" y="1309"/>
                    <a:pt x="68517" y="1510"/>
                    <a:pt x="67049" y="1743"/>
                  </a:cubicBezTo>
                  <a:lnTo>
                    <a:pt x="68750" y="2710"/>
                  </a:lnTo>
                  <a:lnTo>
                    <a:pt x="71485" y="1143"/>
                  </a:lnTo>
                  <a:close/>
                  <a:moveTo>
                    <a:pt x="89932" y="0"/>
                  </a:moveTo>
                  <a:cubicBezTo>
                    <a:pt x="88422" y="0"/>
                    <a:pt x="86913" y="25"/>
                    <a:pt x="85395" y="75"/>
                  </a:cubicBezTo>
                  <a:lnTo>
                    <a:pt x="89932" y="2710"/>
                  </a:lnTo>
                  <a:lnTo>
                    <a:pt x="94468" y="75"/>
                  </a:lnTo>
                  <a:cubicBezTo>
                    <a:pt x="92951" y="25"/>
                    <a:pt x="91441" y="0"/>
                    <a:pt x="89932" y="0"/>
                  </a:cubicBezTo>
                  <a:close/>
                  <a:moveTo>
                    <a:pt x="108378" y="1143"/>
                  </a:moveTo>
                  <a:lnTo>
                    <a:pt x="111114" y="2710"/>
                  </a:lnTo>
                  <a:lnTo>
                    <a:pt x="112815" y="1743"/>
                  </a:lnTo>
                  <a:cubicBezTo>
                    <a:pt x="111347" y="1510"/>
                    <a:pt x="109846" y="1309"/>
                    <a:pt x="108378" y="1143"/>
                  </a:cubicBezTo>
                  <a:close/>
                  <a:moveTo>
                    <a:pt x="66248" y="1877"/>
                  </a:moveTo>
                  <a:cubicBezTo>
                    <a:pt x="61278" y="2644"/>
                    <a:pt x="56375" y="3711"/>
                    <a:pt x="51504" y="5012"/>
                  </a:cubicBezTo>
                  <a:lnTo>
                    <a:pt x="58142" y="8882"/>
                  </a:lnTo>
                  <a:lnTo>
                    <a:pt x="68250" y="3044"/>
                  </a:lnTo>
                  <a:lnTo>
                    <a:pt x="66248" y="1877"/>
                  </a:lnTo>
                  <a:close/>
                  <a:moveTo>
                    <a:pt x="84461" y="109"/>
                  </a:moveTo>
                  <a:cubicBezTo>
                    <a:pt x="80525" y="242"/>
                    <a:pt x="76589" y="542"/>
                    <a:pt x="72720" y="976"/>
                  </a:cubicBezTo>
                  <a:lnTo>
                    <a:pt x="69217" y="3044"/>
                  </a:lnTo>
                  <a:lnTo>
                    <a:pt x="79358" y="8882"/>
                  </a:lnTo>
                  <a:lnTo>
                    <a:pt x="89431" y="3044"/>
                  </a:lnTo>
                  <a:lnTo>
                    <a:pt x="84461" y="109"/>
                  </a:lnTo>
                  <a:close/>
                  <a:moveTo>
                    <a:pt x="95369" y="142"/>
                  </a:moveTo>
                  <a:lnTo>
                    <a:pt x="90432" y="3044"/>
                  </a:lnTo>
                  <a:lnTo>
                    <a:pt x="100506" y="8882"/>
                  </a:lnTo>
                  <a:lnTo>
                    <a:pt x="110613" y="3044"/>
                  </a:lnTo>
                  <a:lnTo>
                    <a:pt x="107111" y="1009"/>
                  </a:lnTo>
                  <a:cubicBezTo>
                    <a:pt x="103241" y="576"/>
                    <a:pt x="99305" y="275"/>
                    <a:pt x="95369" y="142"/>
                  </a:cubicBezTo>
                  <a:close/>
                  <a:moveTo>
                    <a:pt x="113582" y="1843"/>
                  </a:moveTo>
                  <a:lnTo>
                    <a:pt x="111614" y="3044"/>
                  </a:lnTo>
                  <a:lnTo>
                    <a:pt x="121688" y="8882"/>
                  </a:lnTo>
                  <a:lnTo>
                    <a:pt x="128326" y="5012"/>
                  </a:lnTo>
                  <a:cubicBezTo>
                    <a:pt x="123456" y="3678"/>
                    <a:pt x="118552" y="2644"/>
                    <a:pt x="113582" y="1843"/>
                  </a:cubicBezTo>
                  <a:close/>
                  <a:moveTo>
                    <a:pt x="50837" y="5212"/>
                  </a:moveTo>
                  <a:cubicBezTo>
                    <a:pt x="46534" y="6413"/>
                    <a:pt x="42264" y="7881"/>
                    <a:pt x="38128" y="9582"/>
                  </a:cubicBezTo>
                  <a:lnTo>
                    <a:pt x="47568" y="15053"/>
                  </a:lnTo>
                  <a:lnTo>
                    <a:pt x="57642" y="9182"/>
                  </a:lnTo>
                  <a:lnTo>
                    <a:pt x="50837" y="5212"/>
                  </a:lnTo>
                  <a:close/>
                  <a:moveTo>
                    <a:pt x="68750" y="3311"/>
                  </a:moveTo>
                  <a:lnTo>
                    <a:pt x="58643" y="9182"/>
                  </a:lnTo>
                  <a:lnTo>
                    <a:pt x="68750" y="15053"/>
                  </a:lnTo>
                  <a:lnTo>
                    <a:pt x="78824" y="9182"/>
                  </a:lnTo>
                  <a:lnTo>
                    <a:pt x="68750" y="3311"/>
                  </a:lnTo>
                  <a:close/>
                  <a:moveTo>
                    <a:pt x="89898" y="3311"/>
                  </a:moveTo>
                  <a:lnTo>
                    <a:pt x="79825" y="9182"/>
                  </a:lnTo>
                  <a:lnTo>
                    <a:pt x="89898" y="15053"/>
                  </a:lnTo>
                  <a:lnTo>
                    <a:pt x="100006" y="9182"/>
                  </a:lnTo>
                  <a:lnTo>
                    <a:pt x="89898" y="3311"/>
                  </a:lnTo>
                  <a:close/>
                  <a:moveTo>
                    <a:pt x="111114" y="3311"/>
                  </a:moveTo>
                  <a:lnTo>
                    <a:pt x="101006" y="9182"/>
                  </a:lnTo>
                  <a:lnTo>
                    <a:pt x="111114" y="15053"/>
                  </a:lnTo>
                  <a:lnTo>
                    <a:pt x="121187" y="9182"/>
                  </a:lnTo>
                  <a:lnTo>
                    <a:pt x="111114" y="3311"/>
                  </a:lnTo>
                  <a:close/>
                  <a:moveTo>
                    <a:pt x="128993" y="5212"/>
                  </a:moveTo>
                  <a:lnTo>
                    <a:pt x="122188" y="9182"/>
                  </a:lnTo>
                  <a:lnTo>
                    <a:pt x="132295" y="15053"/>
                  </a:lnTo>
                  <a:lnTo>
                    <a:pt x="141702" y="9582"/>
                  </a:lnTo>
                  <a:cubicBezTo>
                    <a:pt x="137566" y="7881"/>
                    <a:pt x="133296" y="6413"/>
                    <a:pt x="128993" y="5212"/>
                  </a:cubicBezTo>
                  <a:close/>
                  <a:moveTo>
                    <a:pt x="37561" y="9816"/>
                  </a:moveTo>
                  <a:cubicBezTo>
                    <a:pt x="35726" y="10583"/>
                    <a:pt x="33959" y="11383"/>
                    <a:pt x="32224" y="12251"/>
                  </a:cubicBezTo>
                  <a:lnTo>
                    <a:pt x="26853" y="15353"/>
                  </a:lnTo>
                  <a:lnTo>
                    <a:pt x="36961" y="21224"/>
                  </a:lnTo>
                  <a:lnTo>
                    <a:pt x="47068" y="15353"/>
                  </a:lnTo>
                  <a:lnTo>
                    <a:pt x="37561" y="9816"/>
                  </a:lnTo>
                  <a:close/>
                  <a:moveTo>
                    <a:pt x="121688" y="9482"/>
                  </a:moveTo>
                  <a:lnTo>
                    <a:pt x="111614" y="15353"/>
                  </a:lnTo>
                  <a:lnTo>
                    <a:pt x="121688" y="21224"/>
                  </a:lnTo>
                  <a:lnTo>
                    <a:pt x="131795" y="15353"/>
                  </a:lnTo>
                  <a:lnTo>
                    <a:pt x="121688" y="9482"/>
                  </a:lnTo>
                  <a:close/>
                  <a:moveTo>
                    <a:pt x="142269" y="9816"/>
                  </a:moveTo>
                  <a:lnTo>
                    <a:pt x="132762" y="15353"/>
                  </a:lnTo>
                  <a:lnTo>
                    <a:pt x="142870" y="21224"/>
                  </a:lnTo>
                  <a:lnTo>
                    <a:pt x="152977" y="15353"/>
                  </a:lnTo>
                  <a:lnTo>
                    <a:pt x="147606" y="12217"/>
                  </a:lnTo>
                  <a:cubicBezTo>
                    <a:pt x="145872" y="11383"/>
                    <a:pt x="144104" y="10583"/>
                    <a:pt x="142269" y="9816"/>
                  </a:cubicBezTo>
                  <a:close/>
                  <a:moveTo>
                    <a:pt x="58142" y="9482"/>
                  </a:moveTo>
                  <a:lnTo>
                    <a:pt x="48069" y="15353"/>
                  </a:lnTo>
                  <a:lnTo>
                    <a:pt x="58142" y="21257"/>
                  </a:lnTo>
                  <a:lnTo>
                    <a:pt x="68250" y="15353"/>
                  </a:lnTo>
                  <a:lnTo>
                    <a:pt x="58142" y="9482"/>
                  </a:lnTo>
                  <a:close/>
                  <a:moveTo>
                    <a:pt x="79324" y="9482"/>
                  </a:moveTo>
                  <a:lnTo>
                    <a:pt x="69250" y="15353"/>
                  </a:lnTo>
                  <a:lnTo>
                    <a:pt x="79324" y="21257"/>
                  </a:lnTo>
                  <a:lnTo>
                    <a:pt x="89431" y="15353"/>
                  </a:lnTo>
                  <a:lnTo>
                    <a:pt x="79324" y="9482"/>
                  </a:lnTo>
                  <a:close/>
                  <a:moveTo>
                    <a:pt x="100506" y="9482"/>
                  </a:moveTo>
                  <a:lnTo>
                    <a:pt x="90432" y="15353"/>
                  </a:lnTo>
                  <a:lnTo>
                    <a:pt x="100506" y="21257"/>
                  </a:lnTo>
                  <a:lnTo>
                    <a:pt x="110613" y="15353"/>
                  </a:lnTo>
                  <a:lnTo>
                    <a:pt x="100506" y="9482"/>
                  </a:lnTo>
                  <a:close/>
                  <a:moveTo>
                    <a:pt x="26353" y="15653"/>
                  </a:moveTo>
                  <a:lnTo>
                    <a:pt x="21016" y="18789"/>
                  </a:lnTo>
                  <a:cubicBezTo>
                    <a:pt x="19548" y="19789"/>
                    <a:pt x="18181" y="20823"/>
                    <a:pt x="16880" y="21891"/>
                  </a:cubicBezTo>
                  <a:lnTo>
                    <a:pt x="26353" y="27428"/>
                  </a:lnTo>
                  <a:lnTo>
                    <a:pt x="36460" y="21524"/>
                  </a:lnTo>
                  <a:lnTo>
                    <a:pt x="26353" y="15653"/>
                  </a:lnTo>
                  <a:close/>
                  <a:moveTo>
                    <a:pt x="47568" y="15653"/>
                  </a:moveTo>
                  <a:lnTo>
                    <a:pt x="37461" y="21524"/>
                  </a:lnTo>
                  <a:lnTo>
                    <a:pt x="47568" y="27428"/>
                  </a:lnTo>
                  <a:lnTo>
                    <a:pt x="57642" y="21524"/>
                  </a:lnTo>
                  <a:lnTo>
                    <a:pt x="47568" y="15653"/>
                  </a:lnTo>
                  <a:close/>
                  <a:moveTo>
                    <a:pt x="68750" y="15653"/>
                  </a:moveTo>
                  <a:lnTo>
                    <a:pt x="58643" y="21524"/>
                  </a:lnTo>
                  <a:lnTo>
                    <a:pt x="68750" y="27428"/>
                  </a:lnTo>
                  <a:lnTo>
                    <a:pt x="78824" y="21524"/>
                  </a:lnTo>
                  <a:lnTo>
                    <a:pt x="68750" y="15653"/>
                  </a:lnTo>
                  <a:close/>
                  <a:moveTo>
                    <a:pt x="89932" y="15653"/>
                  </a:moveTo>
                  <a:lnTo>
                    <a:pt x="79825" y="21524"/>
                  </a:lnTo>
                  <a:lnTo>
                    <a:pt x="89932" y="27428"/>
                  </a:lnTo>
                  <a:lnTo>
                    <a:pt x="100006" y="21524"/>
                  </a:lnTo>
                  <a:lnTo>
                    <a:pt x="89932" y="15653"/>
                  </a:lnTo>
                  <a:close/>
                  <a:moveTo>
                    <a:pt x="111114" y="15653"/>
                  </a:moveTo>
                  <a:lnTo>
                    <a:pt x="101006" y="21524"/>
                  </a:lnTo>
                  <a:lnTo>
                    <a:pt x="111114" y="27428"/>
                  </a:lnTo>
                  <a:lnTo>
                    <a:pt x="121187" y="21524"/>
                  </a:lnTo>
                  <a:lnTo>
                    <a:pt x="111114" y="15653"/>
                  </a:lnTo>
                  <a:close/>
                  <a:moveTo>
                    <a:pt x="132295" y="15653"/>
                  </a:moveTo>
                  <a:lnTo>
                    <a:pt x="122188" y="21524"/>
                  </a:lnTo>
                  <a:lnTo>
                    <a:pt x="132295" y="27428"/>
                  </a:lnTo>
                  <a:lnTo>
                    <a:pt x="142369" y="21524"/>
                  </a:lnTo>
                  <a:lnTo>
                    <a:pt x="132295" y="15653"/>
                  </a:lnTo>
                  <a:close/>
                  <a:moveTo>
                    <a:pt x="153477" y="15653"/>
                  </a:moveTo>
                  <a:lnTo>
                    <a:pt x="143370" y="21524"/>
                  </a:lnTo>
                  <a:lnTo>
                    <a:pt x="153477" y="27428"/>
                  </a:lnTo>
                  <a:lnTo>
                    <a:pt x="162951" y="21891"/>
                  </a:lnTo>
                  <a:cubicBezTo>
                    <a:pt x="161650" y="20823"/>
                    <a:pt x="160282" y="19789"/>
                    <a:pt x="158814" y="18789"/>
                  </a:cubicBezTo>
                  <a:lnTo>
                    <a:pt x="153477" y="15653"/>
                  </a:lnTo>
                  <a:close/>
                  <a:moveTo>
                    <a:pt x="8974" y="29630"/>
                  </a:moveTo>
                  <a:lnTo>
                    <a:pt x="8857" y="29763"/>
                  </a:lnTo>
                  <a:lnTo>
                    <a:pt x="8857" y="29763"/>
                  </a:lnTo>
                  <a:cubicBezTo>
                    <a:pt x="8899" y="29722"/>
                    <a:pt x="8941" y="29680"/>
                    <a:pt x="8974" y="29630"/>
                  </a:cubicBezTo>
                  <a:close/>
                  <a:moveTo>
                    <a:pt x="8857" y="29763"/>
                  </a:moveTo>
                  <a:cubicBezTo>
                    <a:pt x="8816" y="29805"/>
                    <a:pt x="8774" y="29847"/>
                    <a:pt x="8741" y="29897"/>
                  </a:cubicBezTo>
                  <a:lnTo>
                    <a:pt x="8857" y="29763"/>
                  </a:lnTo>
                  <a:close/>
                  <a:moveTo>
                    <a:pt x="142870" y="21824"/>
                  </a:moveTo>
                  <a:lnTo>
                    <a:pt x="132762" y="27695"/>
                  </a:lnTo>
                  <a:lnTo>
                    <a:pt x="142870" y="33566"/>
                  </a:lnTo>
                  <a:lnTo>
                    <a:pt x="152977" y="27695"/>
                  </a:lnTo>
                  <a:lnTo>
                    <a:pt x="142870" y="21824"/>
                  </a:lnTo>
                  <a:close/>
                  <a:moveTo>
                    <a:pt x="16446" y="22224"/>
                  </a:moveTo>
                  <a:cubicBezTo>
                    <a:pt x="13744" y="24426"/>
                    <a:pt x="11242" y="26928"/>
                    <a:pt x="8974" y="29630"/>
                  </a:cubicBezTo>
                  <a:lnTo>
                    <a:pt x="15779" y="33599"/>
                  </a:lnTo>
                  <a:lnTo>
                    <a:pt x="25853" y="27728"/>
                  </a:lnTo>
                  <a:lnTo>
                    <a:pt x="16446" y="22224"/>
                  </a:lnTo>
                  <a:close/>
                  <a:moveTo>
                    <a:pt x="36961" y="21824"/>
                  </a:moveTo>
                  <a:lnTo>
                    <a:pt x="26853" y="27728"/>
                  </a:lnTo>
                  <a:lnTo>
                    <a:pt x="36961" y="33599"/>
                  </a:lnTo>
                  <a:lnTo>
                    <a:pt x="47068" y="27728"/>
                  </a:lnTo>
                  <a:lnTo>
                    <a:pt x="36961" y="21824"/>
                  </a:lnTo>
                  <a:close/>
                  <a:moveTo>
                    <a:pt x="58142" y="21824"/>
                  </a:moveTo>
                  <a:lnTo>
                    <a:pt x="48035" y="27695"/>
                  </a:lnTo>
                  <a:lnTo>
                    <a:pt x="58142" y="33599"/>
                  </a:lnTo>
                  <a:lnTo>
                    <a:pt x="68250" y="27695"/>
                  </a:lnTo>
                  <a:lnTo>
                    <a:pt x="58142" y="21824"/>
                  </a:lnTo>
                  <a:close/>
                  <a:moveTo>
                    <a:pt x="79324" y="21824"/>
                  </a:moveTo>
                  <a:lnTo>
                    <a:pt x="69250" y="27728"/>
                  </a:lnTo>
                  <a:lnTo>
                    <a:pt x="79324" y="33599"/>
                  </a:lnTo>
                  <a:lnTo>
                    <a:pt x="89431" y="27728"/>
                  </a:lnTo>
                  <a:lnTo>
                    <a:pt x="79324" y="21824"/>
                  </a:lnTo>
                  <a:close/>
                  <a:moveTo>
                    <a:pt x="100506" y="21824"/>
                  </a:moveTo>
                  <a:lnTo>
                    <a:pt x="90432" y="27728"/>
                  </a:lnTo>
                  <a:lnTo>
                    <a:pt x="100506" y="33599"/>
                  </a:lnTo>
                  <a:lnTo>
                    <a:pt x="110613" y="27728"/>
                  </a:lnTo>
                  <a:lnTo>
                    <a:pt x="100506" y="21824"/>
                  </a:lnTo>
                  <a:close/>
                  <a:moveTo>
                    <a:pt x="121688" y="21824"/>
                  </a:moveTo>
                  <a:lnTo>
                    <a:pt x="111614" y="27728"/>
                  </a:lnTo>
                  <a:lnTo>
                    <a:pt x="121688" y="33599"/>
                  </a:lnTo>
                  <a:lnTo>
                    <a:pt x="131795" y="27728"/>
                  </a:lnTo>
                  <a:lnTo>
                    <a:pt x="121688" y="21824"/>
                  </a:lnTo>
                  <a:close/>
                  <a:moveTo>
                    <a:pt x="163351" y="22224"/>
                  </a:moveTo>
                  <a:lnTo>
                    <a:pt x="153944" y="27695"/>
                  </a:lnTo>
                  <a:lnTo>
                    <a:pt x="164051" y="33599"/>
                  </a:lnTo>
                  <a:lnTo>
                    <a:pt x="170856" y="29630"/>
                  </a:lnTo>
                  <a:cubicBezTo>
                    <a:pt x="168621" y="26928"/>
                    <a:pt x="166086" y="24459"/>
                    <a:pt x="163351" y="22224"/>
                  </a:cubicBezTo>
                  <a:close/>
                  <a:moveTo>
                    <a:pt x="3203" y="38603"/>
                  </a:moveTo>
                  <a:lnTo>
                    <a:pt x="3203" y="38603"/>
                  </a:lnTo>
                  <a:cubicBezTo>
                    <a:pt x="3103" y="38770"/>
                    <a:pt x="3036" y="38936"/>
                    <a:pt x="2970" y="39070"/>
                  </a:cubicBezTo>
                  <a:cubicBezTo>
                    <a:pt x="3036" y="38936"/>
                    <a:pt x="3137" y="38770"/>
                    <a:pt x="3203" y="38603"/>
                  </a:cubicBezTo>
                  <a:close/>
                  <a:moveTo>
                    <a:pt x="8640" y="30030"/>
                  </a:moveTo>
                  <a:cubicBezTo>
                    <a:pt x="6506" y="32665"/>
                    <a:pt x="4671" y="35534"/>
                    <a:pt x="3237" y="38603"/>
                  </a:cubicBezTo>
                  <a:lnTo>
                    <a:pt x="5205" y="39770"/>
                  </a:lnTo>
                  <a:lnTo>
                    <a:pt x="15279" y="33899"/>
                  </a:lnTo>
                  <a:lnTo>
                    <a:pt x="8640" y="30030"/>
                  </a:lnTo>
                  <a:close/>
                  <a:moveTo>
                    <a:pt x="26353" y="27995"/>
                  </a:moveTo>
                  <a:lnTo>
                    <a:pt x="16279" y="33899"/>
                  </a:lnTo>
                  <a:lnTo>
                    <a:pt x="26353" y="39770"/>
                  </a:lnTo>
                  <a:lnTo>
                    <a:pt x="36460" y="33899"/>
                  </a:lnTo>
                  <a:lnTo>
                    <a:pt x="26353" y="27995"/>
                  </a:lnTo>
                  <a:close/>
                  <a:moveTo>
                    <a:pt x="47568" y="27995"/>
                  </a:moveTo>
                  <a:lnTo>
                    <a:pt x="37461" y="33899"/>
                  </a:lnTo>
                  <a:lnTo>
                    <a:pt x="47568" y="39770"/>
                  </a:lnTo>
                  <a:lnTo>
                    <a:pt x="57642" y="33899"/>
                  </a:lnTo>
                  <a:lnTo>
                    <a:pt x="47568" y="27995"/>
                  </a:lnTo>
                  <a:close/>
                  <a:moveTo>
                    <a:pt x="68750" y="27995"/>
                  </a:moveTo>
                  <a:lnTo>
                    <a:pt x="58643" y="33899"/>
                  </a:lnTo>
                  <a:lnTo>
                    <a:pt x="68750" y="39770"/>
                  </a:lnTo>
                  <a:lnTo>
                    <a:pt x="78824" y="33899"/>
                  </a:lnTo>
                  <a:lnTo>
                    <a:pt x="68750" y="27995"/>
                  </a:lnTo>
                  <a:close/>
                  <a:moveTo>
                    <a:pt x="89898" y="27995"/>
                  </a:moveTo>
                  <a:lnTo>
                    <a:pt x="79825" y="33899"/>
                  </a:lnTo>
                  <a:lnTo>
                    <a:pt x="89898" y="39770"/>
                  </a:lnTo>
                  <a:lnTo>
                    <a:pt x="100006" y="33899"/>
                  </a:lnTo>
                  <a:lnTo>
                    <a:pt x="89898" y="27995"/>
                  </a:lnTo>
                  <a:close/>
                  <a:moveTo>
                    <a:pt x="111114" y="27995"/>
                  </a:moveTo>
                  <a:lnTo>
                    <a:pt x="101006" y="33899"/>
                  </a:lnTo>
                  <a:lnTo>
                    <a:pt x="111114" y="39770"/>
                  </a:lnTo>
                  <a:lnTo>
                    <a:pt x="121187" y="33899"/>
                  </a:lnTo>
                  <a:lnTo>
                    <a:pt x="111114" y="27995"/>
                  </a:lnTo>
                  <a:close/>
                  <a:moveTo>
                    <a:pt x="132295" y="27995"/>
                  </a:moveTo>
                  <a:lnTo>
                    <a:pt x="122188" y="33899"/>
                  </a:lnTo>
                  <a:lnTo>
                    <a:pt x="132295" y="39770"/>
                  </a:lnTo>
                  <a:lnTo>
                    <a:pt x="142369" y="33899"/>
                  </a:lnTo>
                  <a:lnTo>
                    <a:pt x="132295" y="27995"/>
                  </a:lnTo>
                  <a:close/>
                  <a:moveTo>
                    <a:pt x="153477" y="27995"/>
                  </a:moveTo>
                  <a:lnTo>
                    <a:pt x="143370" y="33899"/>
                  </a:lnTo>
                  <a:lnTo>
                    <a:pt x="153477" y="39770"/>
                  </a:lnTo>
                  <a:lnTo>
                    <a:pt x="163551" y="33899"/>
                  </a:lnTo>
                  <a:lnTo>
                    <a:pt x="153477" y="27995"/>
                  </a:lnTo>
                  <a:close/>
                  <a:moveTo>
                    <a:pt x="171223" y="29997"/>
                  </a:moveTo>
                  <a:lnTo>
                    <a:pt x="164552" y="33899"/>
                  </a:lnTo>
                  <a:lnTo>
                    <a:pt x="174659" y="39770"/>
                  </a:lnTo>
                  <a:lnTo>
                    <a:pt x="176627" y="38603"/>
                  </a:lnTo>
                  <a:cubicBezTo>
                    <a:pt x="175193" y="35534"/>
                    <a:pt x="173358" y="32632"/>
                    <a:pt x="171223" y="29997"/>
                  </a:cubicBezTo>
                  <a:close/>
                  <a:moveTo>
                    <a:pt x="3003" y="39070"/>
                  </a:moveTo>
                  <a:cubicBezTo>
                    <a:pt x="2603" y="39937"/>
                    <a:pt x="2269" y="40771"/>
                    <a:pt x="1936" y="41638"/>
                  </a:cubicBezTo>
                  <a:lnTo>
                    <a:pt x="4671" y="40071"/>
                  </a:lnTo>
                  <a:lnTo>
                    <a:pt x="3003" y="39070"/>
                  </a:lnTo>
                  <a:close/>
                  <a:moveTo>
                    <a:pt x="176827" y="39070"/>
                  </a:moveTo>
                  <a:lnTo>
                    <a:pt x="175159" y="40071"/>
                  </a:lnTo>
                  <a:lnTo>
                    <a:pt x="177861" y="41638"/>
                  </a:lnTo>
                  <a:cubicBezTo>
                    <a:pt x="177561" y="40771"/>
                    <a:pt x="177228" y="39937"/>
                    <a:pt x="176827" y="39070"/>
                  </a:cubicBezTo>
                  <a:close/>
                  <a:moveTo>
                    <a:pt x="177895" y="41638"/>
                  </a:moveTo>
                  <a:lnTo>
                    <a:pt x="177895" y="41638"/>
                  </a:lnTo>
                  <a:cubicBezTo>
                    <a:pt x="177911" y="41705"/>
                    <a:pt x="177936" y="41780"/>
                    <a:pt x="177961" y="41855"/>
                  </a:cubicBezTo>
                  <a:lnTo>
                    <a:pt x="177895" y="41638"/>
                  </a:lnTo>
                  <a:close/>
                  <a:moveTo>
                    <a:pt x="177961" y="41855"/>
                  </a:moveTo>
                  <a:lnTo>
                    <a:pt x="178028" y="42072"/>
                  </a:lnTo>
                  <a:cubicBezTo>
                    <a:pt x="178011" y="42005"/>
                    <a:pt x="177986" y="41930"/>
                    <a:pt x="177961" y="41855"/>
                  </a:cubicBezTo>
                  <a:close/>
                  <a:moveTo>
                    <a:pt x="1936" y="41638"/>
                  </a:moveTo>
                  <a:lnTo>
                    <a:pt x="1936" y="41638"/>
                  </a:lnTo>
                  <a:cubicBezTo>
                    <a:pt x="1869" y="41905"/>
                    <a:pt x="1769" y="42139"/>
                    <a:pt x="1702" y="42372"/>
                  </a:cubicBezTo>
                  <a:cubicBezTo>
                    <a:pt x="1769" y="42139"/>
                    <a:pt x="1902" y="41905"/>
                    <a:pt x="1936" y="41638"/>
                  </a:cubicBezTo>
                  <a:close/>
                  <a:moveTo>
                    <a:pt x="15779" y="34166"/>
                  </a:moveTo>
                  <a:lnTo>
                    <a:pt x="5672" y="40071"/>
                  </a:lnTo>
                  <a:lnTo>
                    <a:pt x="15779" y="45941"/>
                  </a:lnTo>
                  <a:lnTo>
                    <a:pt x="25886" y="40071"/>
                  </a:lnTo>
                  <a:lnTo>
                    <a:pt x="15779" y="34166"/>
                  </a:lnTo>
                  <a:close/>
                  <a:moveTo>
                    <a:pt x="36961" y="34166"/>
                  </a:moveTo>
                  <a:lnTo>
                    <a:pt x="26853" y="40071"/>
                  </a:lnTo>
                  <a:lnTo>
                    <a:pt x="36961" y="45941"/>
                  </a:lnTo>
                  <a:lnTo>
                    <a:pt x="47068" y="40071"/>
                  </a:lnTo>
                  <a:lnTo>
                    <a:pt x="36961" y="34166"/>
                  </a:lnTo>
                  <a:close/>
                  <a:moveTo>
                    <a:pt x="58142" y="34166"/>
                  </a:moveTo>
                  <a:lnTo>
                    <a:pt x="48035" y="40071"/>
                  </a:lnTo>
                  <a:lnTo>
                    <a:pt x="58142" y="45941"/>
                  </a:lnTo>
                  <a:lnTo>
                    <a:pt x="68250" y="40071"/>
                  </a:lnTo>
                  <a:lnTo>
                    <a:pt x="58142" y="34166"/>
                  </a:lnTo>
                  <a:close/>
                  <a:moveTo>
                    <a:pt x="79324" y="34166"/>
                  </a:moveTo>
                  <a:lnTo>
                    <a:pt x="69217" y="40071"/>
                  </a:lnTo>
                  <a:lnTo>
                    <a:pt x="79324" y="45941"/>
                  </a:lnTo>
                  <a:lnTo>
                    <a:pt x="89431" y="40071"/>
                  </a:lnTo>
                  <a:lnTo>
                    <a:pt x="79324" y="34166"/>
                  </a:lnTo>
                  <a:close/>
                  <a:moveTo>
                    <a:pt x="100506" y="34166"/>
                  </a:moveTo>
                  <a:lnTo>
                    <a:pt x="90432" y="40071"/>
                  </a:lnTo>
                  <a:lnTo>
                    <a:pt x="100506" y="45941"/>
                  </a:lnTo>
                  <a:lnTo>
                    <a:pt x="110613" y="40071"/>
                  </a:lnTo>
                  <a:lnTo>
                    <a:pt x="100506" y="34166"/>
                  </a:lnTo>
                  <a:close/>
                  <a:moveTo>
                    <a:pt x="121688" y="34166"/>
                  </a:moveTo>
                  <a:lnTo>
                    <a:pt x="111614" y="40071"/>
                  </a:lnTo>
                  <a:lnTo>
                    <a:pt x="121688" y="45941"/>
                  </a:lnTo>
                  <a:lnTo>
                    <a:pt x="131795" y="40071"/>
                  </a:lnTo>
                  <a:lnTo>
                    <a:pt x="121688" y="34166"/>
                  </a:lnTo>
                  <a:close/>
                  <a:moveTo>
                    <a:pt x="142870" y="34166"/>
                  </a:moveTo>
                  <a:lnTo>
                    <a:pt x="132796" y="40071"/>
                  </a:lnTo>
                  <a:lnTo>
                    <a:pt x="142870" y="45941"/>
                  </a:lnTo>
                  <a:lnTo>
                    <a:pt x="152977" y="40071"/>
                  </a:lnTo>
                  <a:lnTo>
                    <a:pt x="142870" y="34166"/>
                  </a:lnTo>
                  <a:close/>
                  <a:moveTo>
                    <a:pt x="164085" y="34166"/>
                  </a:moveTo>
                  <a:lnTo>
                    <a:pt x="153978" y="40071"/>
                  </a:lnTo>
                  <a:lnTo>
                    <a:pt x="164051" y="45941"/>
                  </a:lnTo>
                  <a:lnTo>
                    <a:pt x="174159" y="40071"/>
                  </a:lnTo>
                  <a:lnTo>
                    <a:pt x="164085" y="34166"/>
                  </a:lnTo>
                  <a:close/>
                  <a:moveTo>
                    <a:pt x="201" y="49210"/>
                  </a:moveTo>
                  <a:cubicBezTo>
                    <a:pt x="201" y="49411"/>
                    <a:pt x="134" y="49577"/>
                    <a:pt x="134" y="49778"/>
                  </a:cubicBezTo>
                  <a:lnTo>
                    <a:pt x="168" y="49778"/>
                  </a:lnTo>
                  <a:cubicBezTo>
                    <a:pt x="168" y="49577"/>
                    <a:pt x="234" y="49411"/>
                    <a:pt x="201" y="49210"/>
                  </a:cubicBezTo>
                  <a:close/>
                  <a:moveTo>
                    <a:pt x="5171" y="40337"/>
                  </a:moveTo>
                  <a:lnTo>
                    <a:pt x="1702" y="42372"/>
                  </a:lnTo>
                  <a:cubicBezTo>
                    <a:pt x="968" y="44607"/>
                    <a:pt x="468" y="46909"/>
                    <a:pt x="234" y="49210"/>
                  </a:cubicBezTo>
                  <a:lnTo>
                    <a:pt x="5205" y="52113"/>
                  </a:lnTo>
                  <a:lnTo>
                    <a:pt x="15279" y="46242"/>
                  </a:lnTo>
                  <a:lnTo>
                    <a:pt x="5171" y="40337"/>
                  </a:lnTo>
                  <a:close/>
                  <a:moveTo>
                    <a:pt x="26353" y="40337"/>
                  </a:moveTo>
                  <a:lnTo>
                    <a:pt x="16279" y="46242"/>
                  </a:lnTo>
                  <a:lnTo>
                    <a:pt x="26353" y="52113"/>
                  </a:lnTo>
                  <a:lnTo>
                    <a:pt x="36460" y="46242"/>
                  </a:lnTo>
                  <a:lnTo>
                    <a:pt x="26353" y="40337"/>
                  </a:lnTo>
                  <a:close/>
                  <a:moveTo>
                    <a:pt x="47568" y="40337"/>
                  </a:moveTo>
                  <a:lnTo>
                    <a:pt x="37461" y="46242"/>
                  </a:lnTo>
                  <a:lnTo>
                    <a:pt x="47568" y="52113"/>
                  </a:lnTo>
                  <a:lnTo>
                    <a:pt x="57642" y="46242"/>
                  </a:lnTo>
                  <a:lnTo>
                    <a:pt x="47568" y="40337"/>
                  </a:lnTo>
                  <a:close/>
                  <a:moveTo>
                    <a:pt x="68750" y="40337"/>
                  </a:moveTo>
                  <a:lnTo>
                    <a:pt x="58643" y="46242"/>
                  </a:lnTo>
                  <a:lnTo>
                    <a:pt x="68750" y="52113"/>
                  </a:lnTo>
                  <a:lnTo>
                    <a:pt x="78824" y="46242"/>
                  </a:lnTo>
                  <a:lnTo>
                    <a:pt x="68750" y="40337"/>
                  </a:lnTo>
                  <a:close/>
                  <a:moveTo>
                    <a:pt x="89932" y="40337"/>
                  </a:moveTo>
                  <a:lnTo>
                    <a:pt x="79825" y="46242"/>
                  </a:lnTo>
                  <a:lnTo>
                    <a:pt x="89932" y="52113"/>
                  </a:lnTo>
                  <a:lnTo>
                    <a:pt x="100006" y="46242"/>
                  </a:lnTo>
                  <a:lnTo>
                    <a:pt x="89932" y="40337"/>
                  </a:lnTo>
                  <a:close/>
                  <a:moveTo>
                    <a:pt x="111080" y="40337"/>
                  </a:moveTo>
                  <a:lnTo>
                    <a:pt x="101006" y="46242"/>
                  </a:lnTo>
                  <a:lnTo>
                    <a:pt x="111080" y="52113"/>
                  </a:lnTo>
                  <a:lnTo>
                    <a:pt x="121187" y="46242"/>
                  </a:lnTo>
                  <a:lnTo>
                    <a:pt x="111080" y="40337"/>
                  </a:lnTo>
                  <a:close/>
                  <a:moveTo>
                    <a:pt x="132295" y="40337"/>
                  </a:moveTo>
                  <a:lnTo>
                    <a:pt x="122188" y="46242"/>
                  </a:lnTo>
                  <a:lnTo>
                    <a:pt x="132295" y="52113"/>
                  </a:lnTo>
                  <a:lnTo>
                    <a:pt x="142369" y="46242"/>
                  </a:lnTo>
                  <a:lnTo>
                    <a:pt x="132295" y="40337"/>
                  </a:lnTo>
                  <a:close/>
                  <a:moveTo>
                    <a:pt x="153477" y="40337"/>
                  </a:moveTo>
                  <a:lnTo>
                    <a:pt x="143370" y="46208"/>
                  </a:lnTo>
                  <a:lnTo>
                    <a:pt x="153477" y="52113"/>
                  </a:lnTo>
                  <a:lnTo>
                    <a:pt x="163551" y="46208"/>
                  </a:lnTo>
                  <a:lnTo>
                    <a:pt x="153477" y="40337"/>
                  </a:lnTo>
                  <a:close/>
                  <a:moveTo>
                    <a:pt x="174659" y="40337"/>
                  </a:moveTo>
                  <a:lnTo>
                    <a:pt x="164552" y="46242"/>
                  </a:lnTo>
                  <a:lnTo>
                    <a:pt x="174659" y="52113"/>
                  </a:lnTo>
                  <a:lnTo>
                    <a:pt x="179629" y="49210"/>
                  </a:lnTo>
                  <a:cubicBezTo>
                    <a:pt x="179362" y="46875"/>
                    <a:pt x="178862" y="44574"/>
                    <a:pt x="178128" y="42372"/>
                  </a:cubicBezTo>
                  <a:lnTo>
                    <a:pt x="174659" y="40337"/>
                  </a:lnTo>
                  <a:close/>
                  <a:moveTo>
                    <a:pt x="168" y="49778"/>
                  </a:moveTo>
                  <a:cubicBezTo>
                    <a:pt x="1" y="51512"/>
                    <a:pt x="1" y="53280"/>
                    <a:pt x="168" y="55048"/>
                  </a:cubicBezTo>
                  <a:lnTo>
                    <a:pt x="4671" y="52413"/>
                  </a:lnTo>
                  <a:lnTo>
                    <a:pt x="168" y="49778"/>
                  </a:lnTo>
                  <a:close/>
                  <a:moveTo>
                    <a:pt x="179663" y="49778"/>
                  </a:moveTo>
                  <a:lnTo>
                    <a:pt x="175159" y="52413"/>
                  </a:lnTo>
                  <a:lnTo>
                    <a:pt x="179663" y="55048"/>
                  </a:lnTo>
                  <a:cubicBezTo>
                    <a:pt x="179829" y="53280"/>
                    <a:pt x="179829" y="51512"/>
                    <a:pt x="179663" y="49778"/>
                  </a:cubicBezTo>
                  <a:close/>
                  <a:moveTo>
                    <a:pt x="201" y="55281"/>
                  </a:moveTo>
                  <a:cubicBezTo>
                    <a:pt x="201" y="55382"/>
                    <a:pt x="234" y="55482"/>
                    <a:pt x="234" y="55582"/>
                  </a:cubicBezTo>
                  <a:cubicBezTo>
                    <a:pt x="234" y="55482"/>
                    <a:pt x="234" y="55382"/>
                    <a:pt x="201" y="55281"/>
                  </a:cubicBezTo>
                  <a:close/>
                  <a:moveTo>
                    <a:pt x="36961" y="46509"/>
                  </a:moveTo>
                  <a:lnTo>
                    <a:pt x="26853" y="52413"/>
                  </a:lnTo>
                  <a:lnTo>
                    <a:pt x="36961" y="58284"/>
                  </a:lnTo>
                  <a:lnTo>
                    <a:pt x="47068" y="52413"/>
                  </a:lnTo>
                  <a:lnTo>
                    <a:pt x="36961" y="46509"/>
                  </a:lnTo>
                  <a:close/>
                  <a:moveTo>
                    <a:pt x="58142" y="46509"/>
                  </a:moveTo>
                  <a:lnTo>
                    <a:pt x="48035" y="52413"/>
                  </a:lnTo>
                  <a:lnTo>
                    <a:pt x="58142" y="58284"/>
                  </a:lnTo>
                  <a:lnTo>
                    <a:pt x="68250" y="52413"/>
                  </a:lnTo>
                  <a:lnTo>
                    <a:pt x="58142" y="46509"/>
                  </a:lnTo>
                  <a:close/>
                  <a:moveTo>
                    <a:pt x="79324" y="46509"/>
                  </a:moveTo>
                  <a:lnTo>
                    <a:pt x="69217" y="52413"/>
                  </a:lnTo>
                  <a:lnTo>
                    <a:pt x="79324" y="58284"/>
                  </a:lnTo>
                  <a:lnTo>
                    <a:pt x="89398" y="52413"/>
                  </a:lnTo>
                  <a:lnTo>
                    <a:pt x="79324" y="46509"/>
                  </a:lnTo>
                  <a:close/>
                  <a:moveTo>
                    <a:pt x="100506" y="46509"/>
                  </a:moveTo>
                  <a:lnTo>
                    <a:pt x="90399" y="52413"/>
                  </a:lnTo>
                  <a:lnTo>
                    <a:pt x="100506" y="58284"/>
                  </a:lnTo>
                  <a:lnTo>
                    <a:pt x="110580" y="52413"/>
                  </a:lnTo>
                  <a:lnTo>
                    <a:pt x="100506" y="46509"/>
                  </a:lnTo>
                  <a:close/>
                  <a:moveTo>
                    <a:pt x="121688" y="46542"/>
                  </a:moveTo>
                  <a:lnTo>
                    <a:pt x="111614" y="52413"/>
                  </a:lnTo>
                  <a:lnTo>
                    <a:pt x="121688" y="58284"/>
                  </a:lnTo>
                  <a:lnTo>
                    <a:pt x="131795" y="52413"/>
                  </a:lnTo>
                  <a:lnTo>
                    <a:pt x="121688" y="46542"/>
                  </a:lnTo>
                  <a:close/>
                  <a:moveTo>
                    <a:pt x="142870" y="46509"/>
                  </a:moveTo>
                  <a:lnTo>
                    <a:pt x="132796" y="52379"/>
                  </a:lnTo>
                  <a:lnTo>
                    <a:pt x="142870" y="58284"/>
                  </a:lnTo>
                  <a:lnTo>
                    <a:pt x="152977" y="52379"/>
                  </a:lnTo>
                  <a:lnTo>
                    <a:pt x="142870" y="46509"/>
                  </a:lnTo>
                  <a:close/>
                  <a:moveTo>
                    <a:pt x="164085" y="46509"/>
                  </a:moveTo>
                  <a:lnTo>
                    <a:pt x="154011" y="52413"/>
                  </a:lnTo>
                  <a:lnTo>
                    <a:pt x="164085" y="58284"/>
                  </a:lnTo>
                  <a:lnTo>
                    <a:pt x="174192" y="52413"/>
                  </a:lnTo>
                  <a:lnTo>
                    <a:pt x="164085" y="46509"/>
                  </a:lnTo>
                  <a:close/>
                  <a:moveTo>
                    <a:pt x="15779" y="46509"/>
                  </a:moveTo>
                  <a:lnTo>
                    <a:pt x="5672" y="52413"/>
                  </a:lnTo>
                  <a:lnTo>
                    <a:pt x="15779" y="58317"/>
                  </a:lnTo>
                  <a:lnTo>
                    <a:pt x="25886" y="52413"/>
                  </a:lnTo>
                  <a:lnTo>
                    <a:pt x="15779" y="46509"/>
                  </a:lnTo>
                  <a:close/>
                  <a:moveTo>
                    <a:pt x="1702" y="62453"/>
                  </a:moveTo>
                  <a:lnTo>
                    <a:pt x="1702" y="62453"/>
                  </a:lnTo>
                  <a:cubicBezTo>
                    <a:pt x="1707" y="62464"/>
                    <a:pt x="1712" y="62474"/>
                    <a:pt x="1717" y="62484"/>
                  </a:cubicBezTo>
                  <a:lnTo>
                    <a:pt x="1717" y="62484"/>
                  </a:lnTo>
                  <a:cubicBezTo>
                    <a:pt x="1715" y="62475"/>
                    <a:pt x="1713" y="62467"/>
                    <a:pt x="1710" y="62458"/>
                  </a:cubicBezTo>
                  <a:lnTo>
                    <a:pt x="1710" y="62458"/>
                  </a:lnTo>
                  <a:lnTo>
                    <a:pt x="1702" y="62453"/>
                  </a:lnTo>
                  <a:close/>
                  <a:moveTo>
                    <a:pt x="1717" y="62484"/>
                  </a:moveTo>
                  <a:lnTo>
                    <a:pt x="1717" y="62484"/>
                  </a:lnTo>
                  <a:cubicBezTo>
                    <a:pt x="1753" y="62622"/>
                    <a:pt x="1811" y="62738"/>
                    <a:pt x="1869" y="62854"/>
                  </a:cubicBezTo>
                  <a:cubicBezTo>
                    <a:pt x="1807" y="62730"/>
                    <a:pt x="1774" y="62607"/>
                    <a:pt x="1717" y="62484"/>
                  </a:cubicBezTo>
                  <a:close/>
                  <a:moveTo>
                    <a:pt x="5171" y="52680"/>
                  </a:moveTo>
                  <a:lnTo>
                    <a:pt x="234" y="55582"/>
                  </a:lnTo>
                  <a:cubicBezTo>
                    <a:pt x="468" y="57917"/>
                    <a:pt x="968" y="60218"/>
                    <a:pt x="1702" y="62453"/>
                  </a:cubicBezTo>
                  <a:lnTo>
                    <a:pt x="1702" y="62420"/>
                  </a:lnTo>
                  <a:cubicBezTo>
                    <a:pt x="1705" y="62433"/>
                    <a:pt x="1708" y="62446"/>
                    <a:pt x="1710" y="62458"/>
                  </a:cubicBezTo>
                  <a:lnTo>
                    <a:pt x="1710" y="62458"/>
                  </a:lnTo>
                  <a:lnTo>
                    <a:pt x="5171" y="64455"/>
                  </a:lnTo>
                  <a:lnTo>
                    <a:pt x="15279" y="58584"/>
                  </a:lnTo>
                  <a:lnTo>
                    <a:pt x="5171" y="52680"/>
                  </a:lnTo>
                  <a:close/>
                  <a:moveTo>
                    <a:pt x="26353" y="52680"/>
                  </a:moveTo>
                  <a:lnTo>
                    <a:pt x="16279" y="58584"/>
                  </a:lnTo>
                  <a:lnTo>
                    <a:pt x="26353" y="64455"/>
                  </a:lnTo>
                  <a:lnTo>
                    <a:pt x="36460" y="58584"/>
                  </a:lnTo>
                  <a:lnTo>
                    <a:pt x="26353" y="52680"/>
                  </a:lnTo>
                  <a:close/>
                  <a:moveTo>
                    <a:pt x="47568" y="52680"/>
                  </a:moveTo>
                  <a:lnTo>
                    <a:pt x="37461" y="58584"/>
                  </a:lnTo>
                  <a:lnTo>
                    <a:pt x="47568" y="64455"/>
                  </a:lnTo>
                  <a:lnTo>
                    <a:pt x="57642" y="58584"/>
                  </a:lnTo>
                  <a:lnTo>
                    <a:pt x="47568" y="52680"/>
                  </a:lnTo>
                  <a:close/>
                  <a:moveTo>
                    <a:pt x="68717" y="52680"/>
                  </a:moveTo>
                  <a:lnTo>
                    <a:pt x="58643" y="58584"/>
                  </a:lnTo>
                  <a:lnTo>
                    <a:pt x="68717" y="64455"/>
                  </a:lnTo>
                  <a:lnTo>
                    <a:pt x="78824" y="58584"/>
                  </a:lnTo>
                  <a:lnTo>
                    <a:pt x="68717" y="52680"/>
                  </a:lnTo>
                  <a:close/>
                  <a:moveTo>
                    <a:pt x="89898" y="52680"/>
                  </a:moveTo>
                  <a:lnTo>
                    <a:pt x="79825" y="58584"/>
                  </a:lnTo>
                  <a:lnTo>
                    <a:pt x="89898" y="64455"/>
                  </a:lnTo>
                  <a:lnTo>
                    <a:pt x="100006" y="58584"/>
                  </a:lnTo>
                  <a:lnTo>
                    <a:pt x="89898" y="52680"/>
                  </a:lnTo>
                  <a:close/>
                  <a:moveTo>
                    <a:pt x="111080" y="52680"/>
                  </a:moveTo>
                  <a:lnTo>
                    <a:pt x="101006" y="58584"/>
                  </a:lnTo>
                  <a:lnTo>
                    <a:pt x="111080" y="64455"/>
                  </a:lnTo>
                  <a:lnTo>
                    <a:pt x="121187" y="58584"/>
                  </a:lnTo>
                  <a:lnTo>
                    <a:pt x="111080" y="52680"/>
                  </a:lnTo>
                  <a:close/>
                  <a:moveTo>
                    <a:pt x="132295" y="52680"/>
                  </a:moveTo>
                  <a:lnTo>
                    <a:pt x="122188" y="58584"/>
                  </a:lnTo>
                  <a:lnTo>
                    <a:pt x="132295" y="64455"/>
                  </a:lnTo>
                  <a:lnTo>
                    <a:pt x="142369" y="58584"/>
                  </a:lnTo>
                  <a:lnTo>
                    <a:pt x="132295" y="52680"/>
                  </a:lnTo>
                  <a:close/>
                  <a:moveTo>
                    <a:pt x="153477" y="52680"/>
                  </a:moveTo>
                  <a:lnTo>
                    <a:pt x="143370" y="58584"/>
                  </a:lnTo>
                  <a:lnTo>
                    <a:pt x="153477" y="64455"/>
                  </a:lnTo>
                  <a:lnTo>
                    <a:pt x="163551" y="58584"/>
                  </a:lnTo>
                  <a:lnTo>
                    <a:pt x="153477" y="52680"/>
                  </a:lnTo>
                  <a:close/>
                  <a:moveTo>
                    <a:pt x="174659" y="52680"/>
                  </a:moveTo>
                  <a:lnTo>
                    <a:pt x="164552" y="58584"/>
                  </a:lnTo>
                  <a:lnTo>
                    <a:pt x="174659" y="64455"/>
                  </a:lnTo>
                  <a:lnTo>
                    <a:pt x="178128" y="62420"/>
                  </a:lnTo>
                  <a:cubicBezTo>
                    <a:pt x="178895" y="60218"/>
                    <a:pt x="179362" y="57917"/>
                    <a:pt x="179629" y="55582"/>
                  </a:cubicBezTo>
                  <a:lnTo>
                    <a:pt x="174659" y="52680"/>
                  </a:lnTo>
                  <a:close/>
                  <a:moveTo>
                    <a:pt x="1936" y="63154"/>
                  </a:moveTo>
                  <a:cubicBezTo>
                    <a:pt x="2269" y="64021"/>
                    <a:pt x="2603" y="64888"/>
                    <a:pt x="3003" y="65722"/>
                  </a:cubicBezTo>
                  <a:lnTo>
                    <a:pt x="4671" y="64755"/>
                  </a:lnTo>
                  <a:lnTo>
                    <a:pt x="1936" y="63154"/>
                  </a:lnTo>
                  <a:close/>
                  <a:moveTo>
                    <a:pt x="177895" y="63154"/>
                  </a:moveTo>
                  <a:lnTo>
                    <a:pt x="175159" y="64755"/>
                  </a:lnTo>
                  <a:lnTo>
                    <a:pt x="176827" y="65722"/>
                  </a:lnTo>
                  <a:cubicBezTo>
                    <a:pt x="177228" y="64888"/>
                    <a:pt x="177561" y="64021"/>
                    <a:pt x="177895" y="63154"/>
                  </a:cubicBezTo>
                  <a:close/>
                  <a:moveTo>
                    <a:pt x="176827" y="65756"/>
                  </a:moveTo>
                  <a:lnTo>
                    <a:pt x="176827" y="65756"/>
                  </a:lnTo>
                  <a:cubicBezTo>
                    <a:pt x="176794" y="65822"/>
                    <a:pt x="176761" y="65897"/>
                    <a:pt x="176727" y="65972"/>
                  </a:cubicBezTo>
                  <a:lnTo>
                    <a:pt x="176727" y="65972"/>
                  </a:lnTo>
                  <a:lnTo>
                    <a:pt x="176827" y="65756"/>
                  </a:lnTo>
                  <a:close/>
                  <a:moveTo>
                    <a:pt x="3003" y="65722"/>
                  </a:moveTo>
                  <a:lnTo>
                    <a:pt x="3003" y="65756"/>
                  </a:lnTo>
                  <a:cubicBezTo>
                    <a:pt x="3070" y="65889"/>
                    <a:pt x="3137" y="66056"/>
                    <a:pt x="3203" y="66189"/>
                  </a:cubicBezTo>
                  <a:cubicBezTo>
                    <a:pt x="3137" y="66056"/>
                    <a:pt x="3070" y="65889"/>
                    <a:pt x="3003" y="65722"/>
                  </a:cubicBezTo>
                  <a:close/>
                  <a:moveTo>
                    <a:pt x="176727" y="65972"/>
                  </a:moveTo>
                  <a:lnTo>
                    <a:pt x="176627" y="66189"/>
                  </a:lnTo>
                  <a:lnTo>
                    <a:pt x="176627" y="66189"/>
                  </a:lnTo>
                  <a:cubicBezTo>
                    <a:pt x="176660" y="66123"/>
                    <a:pt x="176694" y="66048"/>
                    <a:pt x="176727" y="65972"/>
                  </a:cubicBezTo>
                  <a:close/>
                  <a:moveTo>
                    <a:pt x="15779" y="58884"/>
                  </a:moveTo>
                  <a:lnTo>
                    <a:pt x="5672" y="64755"/>
                  </a:lnTo>
                  <a:lnTo>
                    <a:pt x="15779" y="70626"/>
                  </a:lnTo>
                  <a:lnTo>
                    <a:pt x="25886" y="64755"/>
                  </a:lnTo>
                  <a:lnTo>
                    <a:pt x="15779" y="58884"/>
                  </a:lnTo>
                  <a:close/>
                  <a:moveTo>
                    <a:pt x="36961" y="58851"/>
                  </a:moveTo>
                  <a:lnTo>
                    <a:pt x="26853" y="64755"/>
                  </a:lnTo>
                  <a:lnTo>
                    <a:pt x="36961" y="70626"/>
                  </a:lnTo>
                  <a:lnTo>
                    <a:pt x="47068" y="64755"/>
                  </a:lnTo>
                  <a:lnTo>
                    <a:pt x="36961" y="58851"/>
                  </a:lnTo>
                  <a:close/>
                  <a:moveTo>
                    <a:pt x="58142" y="58884"/>
                  </a:moveTo>
                  <a:lnTo>
                    <a:pt x="48035" y="64755"/>
                  </a:lnTo>
                  <a:lnTo>
                    <a:pt x="58142" y="70626"/>
                  </a:lnTo>
                  <a:lnTo>
                    <a:pt x="68216" y="64755"/>
                  </a:lnTo>
                  <a:lnTo>
                    <a:pt x="58142" y="58884"/>
                  </a:lnTo>
                  <a:close/>
                  <a:moveTo>
                    <a:pt x="79324" y="58884"/>
                  </a:moveTo>
                  <a:lnTo>
                    <a:pt x="69217" y="64755"/>
                  </a:lnTo>
                  <a:lnTo>
                    <a:pt x="79324" y="70626"/>
                  </a:lnTo>
                  <a:lnTo>
                    <a:pt x="89398" y="64755"/>
                  </a:lnTo>
                  <a:lnTo>
                    <a:pt x="79324" y="58884"/>
                  </a:lnTo>
                  <a:close/>
                  <a:moveTo>
                    <a:pt x="100506" y="58884"/>
                  </a:moveTo>
                  <a:lnTo>
                    <a:pt x="90432" y="64755"/>
                  </a:lnTo>
                  <a:lnTo>
                    <a:pt x="100506" y="70626"/>
                  </a:lnTo>
                  <a:lnTo>
                    <a:pt x="110580" y="64755"/>
                  </a:lnTo>
                  <a:lnTo>
                    <a:pt x="100506" y="58884"/>
                  </a:lnTo>
                  <a:close/>
                  <a:moveTo>
                    <a:pt x="121688" y="58851"/>
                  </a:moveTo>
                  <a:lnTo>
                    <a:pt x="111614" y="64755"/>
                  </a:lnTo>
                  <a:lnTo>
                    <a:pt x="121688" y="70626"/>
                  </a:lnTo>
                  <a:lnTo>
                    <a:pt x="131795" y="64755"/>
                  </a:lnTo>
                  <a:lnTo>
                    <a:pt x="121688" y="58851"/>
                  </a:lnTo>
                  <a:close/>
                  <a:moveTo>
                    <a:pt x="142870" y="58851"/>
                  </a:moveTo>
                  <a:lnTo>
                    <a:pt x="132796" y="64755"/>
                  </a:lnTo>
                  <a:lnTo>
                    <a:pt x="142870" y="70626"/>
                  </a:lnTo>
                  <a:lnTo>
                    <a:pt x="152977" y="64755"/>
                  </a:lnTo>
                  <a:lnTo>
                    <a:pt x="142870" y="58851"/>
                  </a:lnTo>
                  <a:close/>
                  <a:moveTo>
                    <a:pt x="164051" y="58851"/>
                  </a:moveTo>
                  <a:lnTo>
                    <a:pt x="153978" y="64755"/>
                  </a:lnTo>
                  <a:lnTo>
                    <a:pt x="164051" y="70626"/>
                  </a:lnTo>
                  <a:lnTo>
                    <a:pt x="174159" y="64755"/>
                  </a:lnTo>
                  <a:lnTo>
                    <a:pt x="164051" y="58851"/>
                  </a:lnTo>
                  <a:close/>
                  <a:moveTo>
                    <a:pt x="5171" y="65055"/>
                  </a:moveTo>
                  <a:lnTo>
                    <a:pt x="3203" y="66189"/>
                  </a:lnTo>
                  <a:cubicBezTo>
                    <a:pt x="4638" y="69291"/>
                    <a:pt x="6472" y="72160"/>
                    <a:pt x="8607" y="74795"/>
                  </a:cubicBezTo>
                  <a:lnTo>
                    <a:pt x="15245" y="70926"/>
                  </a:lnTo>
                  <a:lnTo>
                    <a:pt x="5171" y="65055"/>
                  </a:lnTo>
                  <a:close/>
                  <a:moveTo>
                    <a:pt x="174626" y="65055"/>
                  </a:moveTo>
                  <a:lnTo>
                    <a:pt x="164552" y="70926"/>
                  </a:lnTo>
                  <a:lnTo>
                    <a:pt x="171190" y="74795"/>
                  </a:lnTo>
                  <a:cubicBezTo>
                    <a:pt x="173325" y="72160"/>
                    <a:pt x="175159" y="69258"/>
                    <a:pt x="176594" y="66189"/>
                  </a:cubicBezTo>
                  <a:lnTo>
                    <a:pt x="174626" y="65055"/>
                  </a:lnTo>
                  <a:close/>
                  <a:moveTo>
                    <a:pt x="26353" y="65055"/>
                  </a:moveTo>
                  <a:lnTo>
                    <a:pt x="16279" y="70926"/>
                  </a:lnTo>
                  <a:lnTo>
                    <a:pt x="26353" y="76830"/>
                  </a:lnTo>
                  <a:lnTo>
                    <a:pt x="36460" y="70926"/>
                  </a:lnTo>
                  <a:lnTo>
                    <a:pt x="26353" y="65055"/>
                  </a:lnTo>
                  <a:close/>
                  <a:moveTo>
                    <a:pt x="47535" y="65055"/>
                  </a:moveTo>
                  <a:lnTo>
                    <a:pt x="37461" y="70959"/>
                  </a:lnTo>
                  <a:lnTo>
                    <a:pt x="47568" y="76830"/>
                  </a:lnTo>
                  <a:lnTo>
                    <a:pt x="57642" y="70959"/>
                  </a:lnTo>
                  <a:lnTo>
                    <a:pt x="47535" y="65055"/>
                  </a:lnTo>
                  <a:close/>
                  <a:moveTo>
                    <a:pt x="68750" y="65055"/>
                  </a:moveTo>
                  <a:lnTo>
                    <a:pt x="58643" y="70926"/>
                  </a:lnTo>
                  <a:lnTo>
                    <a:pt x="68750" y="76830"/>
                  </a:lnTo>
                  <a:lnTo>
                    <a:pt x="78824" y="70926"/>
                  </a:lnTo>
                  <a:lnTo>
                    <a:pt x="68750" y="65055"/>
                  </a:lnTo>
                  <a:close/>
                  <a:moveTo>
                    <a:pt x="89898" y="65055"/>
                  </a:moveTo>
                  <a:lnTo>
                    <a:pt x="79825" y="70926"/>
                  </a:lnTo>
                  <a:lnTo>
                    <a:pt x="89932" y="76830"/>
                  </a:lnTo>
                  <a:lnTo>
                    <a:pt x="100006" y="70926"/>
                  </a:lnTo>
                  <a:lnTo>
                    <a:pt x="89898" y="65055"/>
                  </a:lnTo>
                  <a:close/>
                  <a:moveTo>
                    <a:pt x="111114" y="65022"/>
                  </a:moveTo>
                  <a:lnTo>
                    <a:pt x="101006" y="70926"/>
                  </a:lnTo>
                  <a:lnTo>
                    <a:pt x="111114" y="76830"/>
                  </a:lnTo>
                  <a:lnTo>
                    <a:pt x="121187" y="70926"/>
                  </a:lnTo>
                  <a:lnTo>
                    <a:pt x="111114" y="65022"/>
                  </a:lnTo>
                  <a:close/>
                  <a:moveTo>
                    <a:pt x="132295" y="65022"/>
                  </a:moveTo>
                  <a:lnTo>
                    <a:pt x="122188" y="70926"/>
                  </a:lnTo>
                  <a:lnTo>
                    <a:pt x="132295" y="76830"/>
                  </a:lnTo>
                  <a:lnTo>
                    <a:pt x="142369" y="70926"/>
                  </a:lnTo>
                  <a:lnTo>
                    <a:pt x="132295" y="65022"/>
                  </a:lnTo>
                  <a:close/>
                  <a:moveTo>
                    <a:pt x="153477" y="65022"/>
                  </a:moveTo>
                  <a:lnTo>
                    <a:pt x="143370" y="70926"/>
                  </a:lnTo>
                  <a:lnTo>
                    <a:pt x="153477" y="76830"/>
                  </a:lnTo>
                  <a:lnTo>
                    <a:pt x="163551" y="70926"/>
                  </a:lnTo>
                  <a:lnTo>
                    <a:pt x="153477" y="65022"/>
                  </a:lnTo>
                  <a:close/>
                  <a:moveTo>
                    <a:pt x="15779" y="71226"/>
                  </a:moveTo>
                  <a:lnTo>
                    <a:pt x="8974" y="75196"/>
                  </a:lnTo>
                  <a:cubicBezTo>
                    <a:pt x="11242" y="77898"/>
                    <a:pt x="13744" y="80366"/>
                    <a:pt x="16479" y="82601"/>
                  </a:cubicBezTo>
                  <a:lnTo>
                    <a:pt x="25886" y="77097"/>
                  </a:lnTo>
                  <a:lnTo>
                    <a:pt x="15779" y="71226"/>
                  </a:lnTo>
                  <a:close/>
                  <a:moveTo>
                    <a:pt x="164051" y="71226"/>
                  </a:moveTo>
                  <a:lnTo>
                    <a:pt x="153978" y="77097"/>
                  </a:lnTo>
                  <a:lnTo>
                    <a:pt x="163384" y="82601"/>
                  </a:lnTo>
                  <a:cubicBezTo>
                    <a:pt x="166120" y="80366"/>
                    <a:pt x="168621" y="77898"/>
                    <a:pt x="170856" y="75196"/>
                  </a:cubicBezTo>
                  <a:lnTo>
                    <a:pt x="164051" y="71226"/>
                  </a:lnTo>
                  <a:close/>
                  <a:moveTo>
                    <a:pt x="36961" y="71193"/>
                  </a:moveTo>
                  <a:lnTo>
                    <a:pt x="26853" y="77097"/>
                  </a:lnTo>
                  <a:lnTo>
                    <a:pt x="36961" y="82968"/>
                  </a:lnTo>
                  <a:lnTo>
                    <a:pt x="47068" y="77097"/>
                  </a:lnTo>
                  <a:lnTo>
                    <a:pt x="36961" y="71193"/>
                  </a:lnTo>
                  <a:close/>
                  <a:moveTo>
                    <a:pt x="58142" y="71193"/>
                  </a:moveTo>
                  <a:lnTo>
                    <a:pt x="48035" y="77097"/>
                  </a:lnTo>
                  <a:lnTo>
                    <a:pt x="58142" y="82968"/>
                  </a:lnTo>
                  <a:lnTo>
                    <a:pt x="68250" y="77097"/>
                  </a:lnTo>
                  <a:lnTo>
                    <a:pt x="58142" y="71193"/>
                  </a:lnTo>
                  <a:close/>
                  <a:moveTo>
                    <a:pt x="121688" y="71193"/>
                  </a:moveTo>
                  <a:lnTo>
                    <a:pt x="111614" y="77097"/>
                  </a:lnTo>
                  <a:lnTo>
                    <a:pt x="121688" y="82968"/>
                  </a:lnTo>
                  <a:lnTo>
                    <a:pt x="131795" y="77097"/>
                  </a:lnTo>
                  <a:lnTo>
                    <a:pt x="121688" y="71193"/>
                  </a:lnTo>
                  <a:close/>
                  <a:moveTo>
                    <a:pt x="79324" y="71226"/>
                  </a:moveTo>
                  <a:lnTo>
                    <a:pt x="69217" y="77097"/>
                  </a:lnTo>
                  <a:lnTo>
                    <a:pt x="79324" y="83001"/>
                  </a:lnTo>
                  <a:lnTo>
                    <a:pt x="89431" y="77097"/>
                  </a:lnTo>
                  <a:lnTo>
                    <a:pt x="79324" y="71226"/>
                  </a:lnTo>
                  <a:close/>
                  <a:moveTo>
                    <a:pt x="100506" y="71226"/>
                  </a:moveTo>
                  <a:lnTo>
                    <a:pt x="90432" y="77097"/>
                  </a:lnTo>
                  <a:lnTo>
                    <a:pt x="100506" y="83001"/>
                  </a:lnTo>
                  <a:lnTo>
                    <a:pt x="110613" y="77097"/>
                  </a:lnTo>
                  <a:lnTo>
                    <a:pt x="100506" y="71226"/>
                  </a:lnTo>
                  <a:close/>
                  <a:moveTo>
                    <a:pt x="142870" y="71226"/>
                  </a:moveTo>
                  <a:lnTo>
                    <a:pt x="132762" y="77097"/>
                  </a:lnTo>
                  <a:lnTo>
                    <a:pt x="142870" y="83001"/>
                  </a:lnTo>
                  <a:lnTo>
                    <a:pt x="152977" y="77097"/>
                  </a:lnTo>
                  <a:lnTo>
                    <a:pt x="142870" y="71226"/>
                  </a:lnTo>
                  <a:close/>
                  <a:moveTo>
                    <a:pt x="47568" y="77397"/>
                  </a:moveTo>
                  <a:lnTo>
                    <a:pt x="37461" y="83268"/>
                  </a:lnTo>
                  <a:lnTo>
                    <a:pt x="47568" y="89139"/>
                  </a:lnTo>
                  <a:lnTo>
                    <a:pt x="57642" y="83268"/>
                  </a:lnTo>
                  <a:lnTo>
                    <a:pt x="47568" y="77397"/>
                  </a:lnTo>
                  <a:close/>
                  <a:moveTo>
                    <a:pt x="68750" y="77397"/>
                  </a:moveTo>
                  <a:lnTo>
                    <a:pt x="58643" y="83268"/>
                  </a:lnTo>
                  <a:lnTo>
                    <a:pt x="68750" y="89139"/>
                  </a:lnTo>
                  <a:lnTo>
                    <a:pt x="78824" y="83268"/>
                  </a:lnTo>
                  <a:lnTo>
                    <a:pt x="68750" y="77397"/>
                  </a:lnTo>
                  <a:close/>
                  <a:moveTo>
                    <a:pt x="111114" y="77397"/>
                  </a:moveTo>
                  <a:lnTo>
                    <a:pt x="101006" y="83268"/>
                  </a:lnTo>
                  <a:lnTo>
                    <a:pt x="111114" y="89139"/>
                  </a:lnTo>
                  <a:lnTo>
                    <a:pt x="121187" y="83268"/>
                  </a:lnTo>
                  <a:lnTo>
                    <a:pt x="111114" y="77397"/>
                  </a:lnTo>
                  <a:close/>
                  <a:moveTo>
                    <a:pt x="26353" y="77397"/>
                  </a:moveTo>
                  <a:lnTo>
                    <a:pt x="16913" y="82935"/>
                  </a:lnTo>
                  <a:cubicBezTo>
                    <a:pt x="18214" y="84002"/>
                    <a:pt x="19582" y="85003"/>
                    <a:pt x="21016" y="86037"/>
                  </a:cubicBezTo>
                  <a:lnTo>
                    <a:pt x="26386" y="89172"/>
                  </a:lnTo>
                  <a:lnTo>
                    <a:pt x="36460" y="83268"/>
                  </a:lnTo>
                  <a:lnTo>
                    <a:pt x="26353" y="77397"/>
                  </a:lnTo>
                  <a:close/>
                  <a:moveTo>
                    <a:pt x="89932" y="77397"/>
                  </a:moveTo>
                  <a:lnTo>
                    <a:pt x="79825" y="83268"/>
                  </a:lnTo>
                  <a:lnTo>
                    <a:pt x="89932" y="89172"/>
                  </a:lnTo>
                  <a:lnTo>
                    <a:pt x="100006" y="83268"/>
                  </a:lnTo>
                  <a:lnTo>
                    <a:pt x="89932" y="77397"/>
                  </a:lnTo>
                  <a:close/>
                  <a:moveTo>
                    <a:pt x="132262" y="77397"/>
                  </a:moveTo>
                  <a:lnTo>
                    <a:pt x="122188" y="83268"/>
                  </a:lnTo>
                  <a:lnTo>
                    <a:pt x="132262" y="89172"/>
                  </a:lnTo>
                  <a:lnTo>
                    <a:pt x="142369" y="83268"/>
                  </a:lnTo>
                  <a:lnTo>
                    <a:pt x="132262" y="77397"/>
                  </a:lnTo>
                  <a:close/>
                  <a:moveTo>
                    <a:pt x="153477" y="77397"/>
                  </a:moveTo>
                  <a:lnTo>
                    <a:pt x="143370" y="83268"/>
                  </a:lnTo>
                  <a:lnTo>
                    <a:pt x="153477" y="89172"/>
                  </a:lnTo>
                  <a:lnTo>
                    <a:pt x="158814" y="86037"/>
                  </a:lnTo>
                  <a:cubicBezTo>
                    <a:pt x="160282" y="85036"/>
                    <a:pt x="161650" y="84002"/>
                    <a:pt x="162984" y="82935"/>
                  </a:cubicBezTo>
                  <a:lnTo>
                    <a:pt x="153477" y="77397"/>
                  </a:lnTo>
                  <a:close/>
                  <a:moveTo>
                    <a:pt x="149041" y="91841"/>
                  </a:moveTo>
                  <a:lnTo>
                    <a:pt x="149041" y="91841"/>
                  </a:lnTo>
                  <a:cubicBezTo>
                    <a:pt x="148626" y="92049"/>
                    <a:pt x="148211" y="92256"/>
                    <a:pt x="147795" y="92464"/>
                  </a:cubicBezTo>
                  <a:lnTo>
                    <a:pt x="147795" y="92464"/>
                  </a:lnTo>
                  <a:cubicBezTo>
                    <a:pt x="148225" y="92281"/>
                    <a:pt x="148633" y="92074"/>
                    <a:pt x="149041" y="91841"/>
                  </a:cubicBezTo>
                  <a:close/>
                  <a:moveTo>
                    <a:pt x="36961" y="83535"/>
                  </a:moveTo>
                  <a:lnTo>
                    <a:pt x="26853" y="89439"/>
                  </a:lnTo>
                  <a:lnTo>
                    <a:pt x="32224" y="92575"/>
                  </a:lnTo>
                  <a:cubicBezTo>
                    <a:pt x="33959" y="93409"/>
                    <a:pt x="35726" y="94209"/>
                    <a:pt x="37561" y="94977"/>
                  </a:cubicBezTo>
                  <a:lnTo>
                    <a:pt x="47068" y="89439"/>
                  </a:lnTo>
                  <a:lnTo>
                    <a:pt x="36961" y="83535"/>
                  </a:lnTo>
                  <a:close/>
                  <a:moveTo>
                    <a:pt x="142870" y="83568"/>
                  </a:moveTo>
                  <a:lnTo>
                    <a:pt x="132796" y="89439"/>
                  </a:lnTo>
                  <a:lnTo>
                    <a:pt x="142269" y="94977"/>
                  </a:lnTo>
                  <a:cubicBezTo>
                    <a:pt x="144104" y="94209"/>
                    <a:pt x="145872" y="93409"/>
                    <a:pt x="147640" y="92541"/>
                  </a:cubicBezTo>
                  <a:lnTo>
                    <a:pt x="147606" y="92541"/>
                  </a:lnTo>
                  <a:cubicBezTo>
                    <a:pt x="147644" y="92527"/>
                    <a:pt x="147681" y="92511"/>
                    <a:pt x="147718" y="92496"/>
                  </a:cubicBezTo>
                  <a:lnTo>
                    <a:pt x="147718" y="92496"/>
                  </a:lnTo>
                  <a:lnTo>
                    <a:pt x="147640" y="92541"/>
                  </a:lnTo>
                  <a:cubicBezTo>
                    <a:pt x="147692" y="92516"/>
                    <a:pt x="147744" y="92490"/>
                    <a:pt x="147795" y="92464"/>
                  </a:cubicBezTo>
                  <a:lnTo>
                    <a:pt x="147795" y="92464"/>
                  </a:lnTo>
                  <a:cubicBezTo>
                    <a:pt x="147770" y="92475"/>
                    <a:pt x="147744" y="92485"/>
                    <a:pt x="147718" y="92496"/>
                  </a:cubicBezTo>
                  <a:lnTo>
                    <a:pt x="147718" y="92496"/>
                  </a:lnTo>
                  <a:lnTo>
                    <a:pt x="152977" y="89439"/>
                  </a:lnTo>
                  <a:lnTo>
                    <a:pt x="142870" y="83568"/>
                  </a:lnTo>
                  <a:close/>
                  <a:moveTo>
                    <a:pt x="58142" y="83568"/>
                  </a:moveTo>
                  <a:lnTo>
                    <a:pt x="48035" y="89439"/>
                  </a:lnTo>
                  <a:lnTo>
                    <a:pt x="58142" y="95310"/>
                  </a:lnTo>
                  <a:lnTo>
                    <a:pt x="68250" y="89439"/>
                  </a:lnTo>
                  <a:lnTo>
                    <a:pt x="58142" y="83568"/>
                  </a:lnTo>
                  <a:close/>
                  <a:moveTo>
                    <a:pt x="79324" y="83568"/>
                  </a:moveTo>
                  <a:lnTo>
                    <a:pt x="69217" y="89439"/>
                  </a:lnTo>
                  <a:lnTo>
                    <a:pt x="79324" y="95310"/>
                  </a:lnTo>
                  <a:lnTo>
                    <a:pt x="89431" y="89439"/>
                  </a:lnTo>
                  <a:lnTo>
                    <a:pt x="79324" y="83568"/>
                  </a:lnTo>
                  <a:close/>
                  <a:moveTo>
                    <a:pt x="100506" y="83568"/>
                  </a:moveTo>
                  <a:lnTo>
                    <a:pt x="90432" y="89439"/>
                  </a:lnTo>
                  <a:lnTo>
                    <a:pt x="100506" y="95310"/>
                  </a:lnTo>
                  <a:lnTo>
                    <a:pt x="110613" y="89439"/>
                  </a:lnTo>
                  <a:lnTo>
                    <a:pt x="100506" y="83568"/>
                  </a:lnTo>
                  <a:close/>
                  <a:moveTo>
                    <a:pt x="121688" y="83568"/>
                  </a:moveTo>
                  <a:lnTo>
                    <a:pt x="111614" y="89439"/>
                  </a:lnTo>
                  <a:lnTo>
                    <a:pt x="121688" y="95343"/>
                  </a:lnTo>
                  <a:lnTo>
                    <a:pt x="131795" y="89439"/>
                  </a:lnTo>
                  <a:lnTo>
                    <a:pt x="121688" y="83568"/>
                  </a:lnTo>
                  <a:close/>
                  <a:moveTo>
                    <a:pt x="47535" y="89739"/>
                  </a:moveTo>
                  <a:lnTo>
                    <a:pt x="38128" y="95210"/>
                  </a:lnTo>
                  <a:cubicBezTo>
                    <a:pt x="42264" y="96911"/>
                    <a:pt x="46534" y="98379"/>
                    <a:pt x="50837" y="99580"/>
                  </a:cubicBezTo>
                  <a:lnTo>
                    <a:pt x="57642" y="95610"/>
                  </a:lnTo>
                  <a:lnTo>
                    <a:pt x="47535" y="89739"/>
                  </a:lnTo>
                  <a:close/>
                  <a:moveTo>
                    <a:pt x="132295" y="89773"/>
                  </a:moveTo>
                  <a:lnTo>
                    <a:pt x="122188" y="95610"/>
                  </a:lnTo>
                  <a:lnTo>
                    <a:pt x="128993" y="99580"/>
                  </a:lnTo>
                  <a:cubicBezTo>
                    <a:pt x="133296" y="98379"/>
                    <a:pt x="137566" y="96911"/>
                    <a:pt x="141702" y="95210"/>
                  </a:cubicBezTo>
                  <a:lnTo>
                    <a:pt x="132295" y="89773"/>
                  </a:lnTo>
                  <a:close/>
                  <a:moveTo>
                    <a:pt x="68750" y="89773"/>
                  </a:moveTo>
                  <a:lnTo>
                    <a:pt x="58643" y="95644"/>
                  </a:lnTo>
                  <a:lnTo>
                    <a:pt x="68750" y="101515"/>
                  </a:lnTo>
                  <a:lnTo>
                    <a:pt x="78824" y="95610"/>
                  </a:lnTo>
                  <a:lnTo>
                    <a:pt x="68750" y="89773"/>
                  </a:lnTo>
                  <a:close/>
                  <a:moveTo>
                    <a:pt x="89932" y="89773"/>
                  </a:moveTo>
                  <a:lnTo>
                    <a:pt x="79825" y="95644"/>
                  </a:lnTo>
                  <a:lnTo>
                    <a:pt x="89932" y="101515"/>
                  </a:lnTo>
                  <a:lnTo>
                    <a:pt x="100006" y="95610"/>
                  </a:lnTo>
                  <a:lnTo>
                    <a:pt x="89932" y="89773"/>
                  </a:lnTo>
                  <a:close/>
                  <a:moveTo>
                    <a:pt x="111114" y="89773"/>
                  </a:moveTo>
                  <a:lnTo>
                    <a:pt x="101006" y="95644"/>
                  </a:lnTo>
                  <a:lnTo>
                    <a:pt x="111114" y="101515"/>
                  </a:lnTo>
                  <a:lnTo>
                    <a:pt x="121187" y="95610"/>
                  </a:lnTo>
                  <a:lnTo>
                    <a:pt x="111114" y="89773"/>
                  </a:lnTo>
                  <a:close/>
                  <a:moveTo>
                    <a:pt x="58142" y="95911"/>
                  </a:moveTo>
                  <a:lnTo>
                    <a:pt x="51504" y="99780"/>
                  </a:lnTo>
                  <a:cubicBezTo>
                    <a:pt x="56341" y="101081"/>
                    <a:pt x="61278" y="102148"/>
                    <a:pt x="66248" y="102949"/>
                  </a:cubicBezTo>
                  <a:lnTo>
                    <a:pt x="68216" y="101781"/>
                  </a:lnTo>
                  <a:lnTo>
                    <a:pt x="58142" y="95911"/>
                  </a:lnTo>
                  <a:close/>
                  <a:moveTo>
                    <a:pt x="121688" y="95911"/>
                  </a:moveTo>
                  <a:lnTo>
                    <a:pt x="111614" y="101815"/>
                  </a:lnTo>
                  <a:lnTo>
                    <a:pt x="113582" y="102949"/>
                  </a:lnTo>
                  <a:cubicBezTo>
                    <a:pt x="118552" y="102182"/>
                    <a:pt x="123456" y="101114"/>
                    <a:pt x="128326" y="99780"/>
                  </a:cubicBezTo>
                  <a:lnTo>
                    <a:pt x="121688" y="95911"/>
                  </a:lnTo>
                  <a:close/>
                  <a:moveTo>
                    <a:pt x="68717" y="102082"/>
                  </a:moveTo>
                  <a:lnTo>
                    <a:pt x="67049" y="103082"/>
                  </a:lnTo>
                  <a:cubicBezTo>
                    <a:pt x="68517" y="103282"/>
                    <a:pt x="69984" y="103483"/>
                    <a:pt x="71452" y="103683"/>
                  </a:cubicBezTo>
                  <a:lnTo>
                    <a:pt x="68717" y="102082"/>
                  </a:lnTo>
                  <a:close/>
                  <a:moveTo>
                    <a:pt x="111114" y="102082"/>
                  </a:moveTo>
                  <a:lnTo>
                    <a:pt x="108378" y="103683"/>
                  </a:lnTo>
                  <a:cubicBezTo>
                    <a:pt x="109846" y="103516"/>
                    <a:pt x="111314" y="103316"/>
                    <a:pt x="112781" y="103082"/>
                  </a:cubicBezTo>
                  <a:lnTo>
                    <a:pt x="111114" y="102082"/>
                  </a:lnTo>
                  <a:close/>
                  <a:moveTo>
                    <a:pt x="108212" y="103716"/>
                  </a:moveTo>
                  <a:lnTo>
                    <a:pt x="107144" y="103816"/>
                  </a:lnTo>
                  <a:lnTo>
                    <a:pt x="107111" y="103850"/>
                  </a:lnTo>
                  <a:lnTo>
                    <a:pt x="108212" y="103716"/>
                  </a:lnTo>
                  <a:close/>
                  <a:moveTo>
                    <a:pt x="79324" y="95911"/>
                  </a:moveTo>
                  <a:lnTo>
                    <a:pt x="69217" y="101815"/>
                  </a:lnTo>
                  <a:lnTo>
                    <a:pt x="72686" y="103816"/>
                  </a:lnTo>
                  <a:cubicBezTo>
                    <a:pt x="76589" y="104250"/>
                    <a:pt x="80525" y="104550"/>
                    <a:pt x="84461" y="104683"/>
                  </a:cubicBezTo>
                  <a:lnTo>
                    <a:pt x="89431" y="101815"/>
                  </a:lnTo>
                  <a:lnTo>
                    <a:pt x="79324" y="95911"/>
                  </a:lnTo>
                  <a:close/>
                  <a:moveTo>
                    <a:pt x="100506" y="95911"/>
                  </a:moveTo>
                  <a:lnTo>
                    <a:pt x="90399" y="101781"/>
                  </a:lnTo>
                  <a:lnTo>
                    <a:pt x="95369" y="104683"/>
                  </a:lnTo>
                  <a:cubicBezTo>
                    <a:pt x="99305" y="104550"/>
                    <a:pt x="103241" y="104283"/>
                    <a:pt x="107111" y="103816"/>
                  </a:cubicBezTo>
                  <a:lnTo>
                    <a:pt x="110613" y="101781"/>
                  </a:lnTo>
                  <a:lnTo>
                    <a:pt x="100506" y="95911"/>
                  </a:lnTo>
                  <a:close/>
                  <a:moveTo>
                    <a:pt x="89898" y="102082"/>
                  </a:moveTo>
                  <a:lnTo>
                    <a:pt x="85395" y="104717"/>
                  </a:lnTo>
                  <a:cubicBezTo>
                    <a:pt x="86896" y="104767"/>
                    <a:pt x="88406" y="104792"/>
                    <a:pt x="89915" y="104792"/>
                  </a:cubicBezTo>
                  <a:cubicBezTo>
                    <a:pt x="91425" y="104792"/>
                    <a:pt x="92934" y="104767"/>
                    <a:pt x="94435" y="104717"/>
                  </a:cubicBezTo>
                  <a:lnTo>
                    <a:pt x="89898" y="1020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73">
              <a:extLst>
                <a:ext uri="{FF2B5EF4-FFF2-40B4-BE49-F238E27FC236}">
                  <a16:creationId xmlns:a16="http://schemas.microsoft.com/office/drawing/2014/main" id="{90F1793A-28A5-96ED-111E-546895732572}"/>
                </a:ext>
              </a:extLst>
            </p:cNvPr>
            <p:cNvSpPr/>
            <p:nvPr/>
          </p:nvSpPr>
          <p:spPr>
            <a:xfrm>
              <a:off x="5540491" y="3161602"/>
              <a:ext cx="2370548" cy="1086686"/>
            </a:xfrm>
            <a:custGeom>
              <a:avLst/>
              <a:gdLst/>
              <a:ahLst/>
              <a:cxnLst/>
              <a:rect l="l" t="t" r="r" b="b"/>
              <a:pathLst>
                <a:path w="147239" h="67496" extrusionOk="0">
                  <a:moveTo>
                    <a:pt x="77410" y="1"/>
                  </a:moveTo>
                  <a:cubicBezTo>
                    <a:pt x="63809" y="1"/>
                    <a:pt x="50212" y="3004"/>
                    <a:pt x="39829" y="9012"/>
                  </a:cubicBezTo>
                  <a:cubicBezTo>
                    <a:pt x="25118" y="17484"/>
                    <a:pt x="20815" y="29726"/>
                    <a:pt x="26953" y="40401"/>
                  </a:cubicBezTo>
                  <a:cubicBezTo>
                    <a:pt x="26535" y="40388"/>
                    <a:pt x="26116" y="40381"/>
                    <a:pt x="25698" y="40381"/>
                  </a:cubicBezTo>
                  <a:cubicBezTo>
                    <a:pt x="19710" y="40381"/>
                    <a:pt x="13757" y="41718"/>
                    <a:pt x="9174" y="44337"/>
                  </a:cubicBezTo>
                  <a:cubicBezTo>
                    <a:pt x="0" y="49641"/>
                    <a:pt x="0" y="58247"/>
                    <a:pt x="9174" y="63517"/>
                  </a:cubicBezTo>
                  <a:cubicBezTo>
                    <a:pt x="13760" y="66169"/>
                    <a:pt x="19781" y="67495"/>
                    <a:pt x="25802" y="67495"/>
                  </a:cubicBezTo>
                  <a:cubicBezTo>
                    <a:pt x="31823" y="67495"/>
                    <a:pt x="37844" y="66169"/>
                    <a:pt x="42431" y="63517"/>
                  </a:cubicBezTo>
                  <a:cubicBezTo>
                    <a:pt x="45833" y="61549"/>
                    <a:pt x="47968" y="59147"/>
                    <a:pt x="48835" y="56612"/>
                  </a:cubicBezTo>
                  <a:cubicBezTo>
                    <a:pt x="57538" y="59814"/>
                    <a:pt x="67505" y="61417"/>
                    <a:pt x="77470" y="61417"/>
                  </a:cubicBezTo>
                  <a:cubicBezTo>
                    <a:pt x="91073" y="61417"/>
                    <a:pt x="104672" y="58430"/>
                    <a:pt x="115049" y="52443"/>
                  </a:cubicBezTo>
                  <a:cubicBezTo>
                    <a:pt x="126724" y="45704"/>
                    <a:pt x="131828" y="36598"/>
                    <a:pt x="130393" y="27792"/>
                  </a:cubicBezTo>
                  <a:cubicBezTo>
                    <a:pt x="133062" y="27191"/>
                    <a:pt x="135664" y="26191"/>
                    <a:pt x="138066" y="24823"/>
                  </a:cubicBezTo>
                  <a:cubicBezTo>
                    <a:pt x="147239" y="19552"/>
                    <a:pt x="147239" y="10946"/>
                    <a:pt x="138066" y="5642"/>
                  </a:cubicBezTo>
                  <a:cubicBezTo>
                    <a:pt x="133475" y="2997"/>
                    <a:pt x="127476" y="1676"/>
                    <a:pt x="121476" y="1676"/>
                  </a:cubicBezTo>
                  <a:cubicBezTo>
                    <a:pt x="116053" y="1676"/>
                    <a:pt x="110629" y="2755"/>
                    <a:pt x="106243" y="4909"/>
                  </a:cubicBezTo>
                  <a:cubicBezTo>
                    <a:pt x="97489" y="1637"/>
                    <a:pt x="87448" y="1"/>
                    <a:pt x="77410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73">
              <a:extLst>
                <a:ext uri="{FF2B5EF4-FFF2-40B4-BE49-F238E27FC236}">
                  <a16:creationId xmlns:a16="http://schemas.microsoft.com/office/drawing/2014/main" id="{8C6908B8-9AA6-D01D-082E-10328CCAB11B}"/>
                </a:ext>
              </a:extLst>
            </p:cNvPr>
            <p:cNvSpPr/>
            <p:nvPr/>
          </p:nvSpPr>
          <p:spPr>
            <a:xfrm>
              <a:off x="7759039" y="2599519"/>
              <a:ext cx="520416" cy="518001"/>
            </a:xfrm>
            <a:custGeom>
              <a:avLst/>
              <a:gdLst/>
              <a:ahLst/>
              <a:cxnLst/>
              <a:rect l="l" t="t" r="r" b="b"/>
              <a:pathLst>
                <a:path w="32324" h="32174" extrusionOk="0">
                  <a:moveTo>
                    <a:pt x="16166" y="9061"/>
                  </a:moveTo>
                  <a:cubicBezTo>
                    <a:pt x="17102" y="9061"/>
                    <a:pt x="18038" y="9261"/>
                    <a:pt x="18914" y="9666"/>
                  </a:cubicBezTo>
                  <a:cubicBezTo>
                    <a:pt x="24518" y="12134"/>
                    <a:pt x="24485" y="20140"/>
                    <a:pt x="18847" y="22542"/>
                  </a:cubicBezTo>
                  <a:cubicBezTo>
                    <a:pt x="17989" y="22921"/>
                    <a:pt x="17074" y="23113"/>
                    <a:pt x="16158" y="23113"/>
                  </a:cubicBezTo>
                  <a:cubicBezTo>
                    <a:pt x="15223" y="23113"/>
                    <a:pt x="14287" y="22913"/>
                    <a:pt x="13410" y="22508"/>
                  </a:cubicBezTo>
                  <a:cubicBezTo>
                    <a:pt x="10875" y="21374"/>
                    <a:pt x="9241" y="18839"/>
                    <a:pt x="9207" y="16037"/>
                  </a:cubicBezTo>
                  <a:cubicBezTo>
                    <a:pt x="9241" y="13669"/>
                    <a:pt x="10441" y="11467"/>
                    <a:pt x="12443" y="10199"/>
                  </a:cubicBezTo>
                  <a:cubicBezTo>
                    <a:pt x="12776" y="9999"/>
                    <a:pt x="13110" y="9799"/>
                    <a:pt x="13477" y="9632"/>
                  </a:cubicBezTo>
                  <a:cubicBezTo>
                    <a:pt x="14335" y="9253"/>
                    <a:pt x="15250" y="9061"/>
                    <a:pt x="16166" y="9061"/>
                  </a:cubicBezTo>
                  <a:close/>
                  <a:moveTo>
                    <a:pt x="16166" y="8252"/>
                  </a:moveTo>
                  <a:cubicBezTo>
                    <a:pt x="15134" y="8252"/>
                    <a:pt x="14102" y="8469"/>
                    <a:pt x="13143" y="8898"/>
                  </a:cubicBezTo>
                  <a:cubicBezTo>
                    <a:pt x="6872" y="11600"/>
                    <a:pt x="6806" y="20473"/>
                    <a:pt x="13077" y="23242"/>
                  </a:cubicBezTo>
                  <a:cubicBezTo>
                    <a:pt x="14063" y="23684"/>
                    <a:pt x="15127" y="23909"/>
                    <a:pt x="16189" y="23909"/>
                  </a:cubicBezTo>
                  <a:cubicBezTo>
                    <a:pt x="17211" y="23909"/>
                    <a:pt x="18232" y="23701"/>
                    <a:pt x="19181" y="23275"/>
                  </a:cubicBezTo>
                  <a:lnTo>
                    <a:pt x="19181" y="23242"/>
                  </a:lnTo>
                  <a:cubicBezTo>
                    <a:pt x="19581" y="23075"/>
                    <a:pt x="19948" y="22842"/>
                    <a:pt x="20315" y="22608"/>
                  </a:cubicBezTo>
                  <a:cubicBezTo>
                    <a:pt x="22550" y="21207"/>
                    <a:pt x="23884" y="18739"/>
                    <a:pt x="23918" y="16104"/>
                  </a:cubicBezTo>
                  <a:cubicBezTo>
                    <a:pt x="23918" y="13001"/>
                    <a:pt x="22083" y="10199"/>
                    <a:pt x="19248" y="8932"/>
                  </a:cubicBezTo>
                  <a:cubicBezTo>
                    <a:pt x="18271" y="8477"/>
                    <a:pt x="17218" y="8252"/>
                    <a:pt x="16166" y="8252"/>
                  </a:cubicBezTo>
                  <a:close/>
                  <a:moveTo>
                    <a:pt x="16402" y="817"/>
                  </a:moveTo>
                  <a:cubicBezTo>
                    <a:pt x="17198" y="817"/>
                    <a:pt x="17993" y="884"/>
                    <a:pt x="18781" y="1026"/>
                  </a:cubicBezTo>
                  <a:lnTo>
                    <a:pt x="18781" y="3628"/>
                  </a:lnTo>
                  <a:cubicBezTo>
                    <a:pt x="18781" y="3795"/>
                    <a:pt x="18914" y="3962"/>
                    <a:pt x="19114" y="3995"/>
                  </a:cubicBezTo>
                  <a:cubicBezTo>
                    <a:pt x="20382" y="4329"/>
                    <a:pt x="21650" y="4829"/>
                    <a:pt x="22784" y="5563"/>
                  </a:cubicBezTo>
                  <a:cubicBezTo>
                    <a:pt x="22853" y="5590"/>
                    <a:pt x="22928" y="5607"/>
                    <a:pt x="23001" y="5607"/>
                  </a:cubicBezTo>
                  <a:cubicBezTo>
                    <a:pt x="23105" y="5607"/>
                    <a:pt x="23206" y="5574"/>
                    <a:pt x="23284" y="5496"/>
                  </a:cubicBezTo>
                  <a:lnTo>
                    <a:pt x="25085" y="3728"/>
                  </a:lnTo>
                  <a:cubicBezTo>
                    <a:pt x="25786" y="4195"/>
                    <a:pt x="26453" y="4729"/>
                    <a:pt x="27053" y="5363"/>
                  </a:cubicBezTo>
                  <a:cubicBezTo>
                    <a:pt x="27654" y="5930"/>
                    <a:pt x="28188" y="6597"/>
                    <a:pt x="28655" y="7297"/>
                  </a:cubicBezTo>
                  <a:lnTo>
                    <a:pt x="26853" y="9132"/>
                  </a:lnTo>
                  <a:cubicBezTo>
                    <a:pt x="26720" y="9265"/>
                    <a:pt x="26720" y="9466"/>
                    <a:pt x="26787" y="9632"/>
                  </a:cubicBezTo>
                  <a:cubicBezTo>
                    <a:pt x="27487" y="10766"/>
                    <a:pt x="27987" y="12001"/>
                    <a:pt x="28288" y="13302"/>
                  </a:cubicBezTo>
                  <a:cubicBezTo>
                    <a:pt x="28354" y="13468"/>
                    <a:pt x="28488" y="13602"/>
                    <a:pt x="28688" y="13635"/>
                  </a:cubicBezTo>
                  <a:lnTo>
                    <a:pt x="31223" y="13635"/>
                  </a:lnTo>
                  <a:cubicBezTo>
                    <a:pt x="31523" y="15303"/>
                    <a:pt x="31523" y="17004"/>
                    <a:pt x="31223" y="18672"/>
                  </a:cubicBezTo>
                  <a:lnTo>
                    <a:pt x="28655" y="18705"/>
                  </a:lnTo>
                  <a:cubicBezTo>
                    <a:pt x="28554" y="18705"/>
                    <a:pt x="28488" y="18739"/>
                    <a:pt x="28421" y="18772"/>
                  </a:cubicBezTo>
                  <a:cubicBezTo>
                    <a:pt x="28354" y="18839"/>
                    <a:pt x="28288" y="18939"/>
                    <a:pt x="28254" y="19039"/>
                  </a:cubicBezTo>
                  <a:cubicBezTo>
                    <a:pt x="27954" y="20340"/>
                    <a:pt x="27420" y="21574"/>
                    <a:pt x="26720" y="22708"/>
                  </a:cubicBezTo>
                  <a:cubicBezTo>
                    <a:pt x="26620" y="22842"/>
                    <a:pt x="26620" y="23042"/>
                    <a:pt x="26753" y="23209"/>
                  </a:cubicBezTo>
                  <a:lnTo>
                    <a:pt x="28521" y="24977"/>
                  </a:lnTo>
                  <a:cubicBezTo>
                    <a:pt x="28054" y="25711"/>
                    <a:pt x="27487" y="26344"/>
                    <a:pt x="26887" y="26945"/>
                  </a:cubicBezTo>
                  <a:cubicBezTo>
                    <a:pt x="26286" y="27545"/>
                    <a:pt x="25652" y="28079"/>
                    <a:pt x="24952" y="28579"/>
                  </a:cubicBezTo>
                  <a:lnTo>
                    <a:pt x="23117" y="26778"/>
                  </a:lnTo>
                  <a:cubicBezTo>
                    <a:pt x="23036" y="26697"/>
                    <a:pt x="22931" y="26653"/>
                    <a:pt x="22824" y="26653"/>
                  </a:cubicBezTo>
                  <a:cubicBezTo>
                    <a:pt x="22754" y="26653"/>
                    <a:pt x="22683" y="26672"/>
                    <a:pt x="22617" y="26711"/>
                  </a:cubicBezTo>
                  <a:cubicBezTo>
                    <a:pt x="21483" y="27412"/>
                    <a:pt x="20249" y="27912"/>
                    <a:pt x="18948" y="28212"/>
                  </a:cubicBezTo>
                  <a:cubicBezTo>
                    <a:pt x="18747" y="28246"/>
                    <a:pt x="18614" y="28412"/>
                    <a:pt x="18614" y="28613"/>
                  </a:cubicBezTo>
                  <a:lnTo>
                    <a:pt x="18614" y="31148"/>
                  </a:lnTo>
                  <a:cubicBezTo>
                    <a:pt x="17780" y="31298"/>
                    <a:pt x="16938" y="31373"/>
                    <a:pt x="16091" y="31373"/>
                  </a:cubicBezTo>
                  <a:cubicBezTo>
                    <a:pt x="15245" y="31373"/>
                    <a:pt x="14394" y="31298"/>
                    <a:pt x="13544" y="31148"/>
                  </a:cubicBezTo>
                  <a:lnTo>
                    <a:pt x="13544" y="28546"/>
                  </a:lnTo>
                  <a:cubicBezTo>
                    <a:pt x="13544" y="28379"/>
                    <a:pt x="13410" y="28212"/>
                    <a:pt x="13243" y="28179"/>
                  </a:cubicBezTo>
                  <a:cubicBezTo>
                    <a:pt x="11943" y="27845"/>
                    <a:pt x="10675" y="27345"/>
                    <a:pt x="9574" y="26645"/>
                  </a:cubicBezTo>
                  <a:cubicBezTo>
                    <a:pt x="9497" y="26598"/>
                    <a:pt x="9412" y="26573"/>
                    <a:pt x="9330" y="26573"/>
                  </a:cubicBezTo>
                  <a:cubicBezTo>
                    <a:pt x="9236" y="26573"/>
                    <a:pt x="9145" y="26606"/>
                    <a:pt x="9074" y="26678"/>
                  </a:cubicBezTo>
                  <a:lnTo>
                    <a:pt x="7273" y="28479"/>
                  </a:lnTo>
                  <a:lnTo>
                    <a:pt x="7206" y="28479"/>
                  </a:lnTo>
                  <a:cubicBezTo>
                    <a:pt x="6539" y="27979"/>
                    <a:pt x="5872" y="27412"/>
                    <a:pt x="5304" y="26811"/>
                  </a:cubicBezTo>
                  <a:cubicBezTo>
                    <a:pt x="4704" y="26211"/>
                    <a:pt x="4137" y="25577"/>
                    <a:pt x="3670" y="24877"/>
                  </a:cubicBezTo>
                  <a:lnTo>
                    <a:pt x="5471" y="23042"/>
                  </a:lnTo>
                  <a:cubicBezTo>
                    <a:pt x="5605" y="22909"/>
                    <a:pt x="5638" y="22708"/>
                    <a:pt x="5538" y="22542"/>
                  </a:cubicBezTo>
                  <a:cubicBezTo>
                    <a:pt x="4837" y="21407"/>
                    <a:pt x="4337" y="20173"/>
                    <a:pt x="4037" y="18872"/>
                  </a:cubicBezTo>
                  <a:cubicBezTo>
                    <a:pt x="3970" y="18672"/>
                    <a:pt x="3837" y="18572"/>
                    <a:pt x="3637" y="18539"/>
                  </a:cubicBezTo>
                  <a:lnTo>
                    <a:pt x="1101" y="18539"/>
                  </a:lnTo>
                  <a:cubicBezTo>
                    <a:pt x="801" y="16871"/>
                    <a:pt x="801" y="15170"/>
                    <a:pt x="1101" y="13502"/>
                  </a:cubicBezTo>
                  <a:lnTo>
                    <a:pt x="3670" y="13468"/>
                  </a:lnTo>
                  <a:cubicBezTo>
                    <a:pt x="3870" y="13468"/>
                    <a:pt x="4037" y="13335"/>
                    <a:pt x="4070" y="13168"/>
                  </a:cubicBezTo>
                  <a:cubicBezTo>
                    <a:pt x="4370" y="11867"/>
                    <a:pt x="4904" y="10633"/>
                    <a:pt x="5638" y="9499"/>
                  </a:cubicBezTo>
                  <a:cubicBezTo>
                    <a:pt x="5705" y="9332"/>
                    <a:pt x="5705" y="9132"/>
                    <a:pt x="5571" y="8999"/>
                  </a:cubicBezTo>
                  <a:lnTo>
                    <a:pt x="3770" y="7197"/>
                  </a:lnTo>
                  <a:cubicBezTo>
                    <a:pt x="4237" y="6463"/>
                    <a:pt x="4804" y="5830"/>
                    <a:pt x="5405" y="5229"/>
                  </a:cubicBezTo>
                  <a:cubicBezTo>
                    <a:pt x="6005" y="4629"/>
                    <a:pt x="6672" y="4095"/>
                    <a:pt x="7339" y="3595"/>
                  </a:cubicBezTo>
                  <a:lnTo>
                    <a:pt x="9207" y="5429"/>
                  </a:lnTo>
                  <a:cubicBezTo>
                    <a:pt x="9285" y="5487"/>
                    <a:pt x="9385" y="5523"/>
                    <a:pt x="9488" y="5523"/>
                  </a:cubicBezTo>
                  <a:cubicBezTo>
                    <a:pt x="9562" y="5523"/>
                    <a:pt x="9638" y="5505"/>
                    <a:pt x="9708" y="5463"/>
                  </a:cubicBezTo>
                  <a:cubicBezTo>
                    <a:pt x="10842" y="4762"/>
                    <a:pt x="12109" y="4262"/>
                    <a:pt x="13410" y="3995"/>
                  </a:cubicBezTo>
                  <a:cubicBezTo>
                    <a:pt x="13577" y="3928"/>
                    <a:pt x="13710" y="3761"/>
                    <a:pt x="13744" y="3595"/>
                  </a:cubicBezTo>
                  <a:lnTo>
                    <a:pt x="13744" y="1060"/>
                  </a:lnTo>
                  <a:cubicBezTo>
                    <a:pt x="14624" y="901"/>
                    <a:pt x="15513" y="817"/>
                    <a:pt x="16402" y="817"/>
                  </a:cubicBezTo>
                  <a:close/>
                  <a:moveTo>
                    <a:pt x="16229" y="0"/>
                  </a:moveTo>
                  <a:cubicBezTo>
                    <a:pt x="15345" y="0"/>
                    <a:pt x="14461" y="75"/>
                    <a:pt x="13577" y="226"/>
                  </a:cubicBezTo>
                  <a:cubicBezTo>
                    <a:pt x="13177" y="259"/>
                    <a:pt x="12877" y="626"/>
                    <a:pt x="12877" y="1060"/>
                  </a:cubicBezTo>
                  <a:lnTo>
                    <a:pt x="12877" y="3261"/>
                  </a:lnTo>
                  <a:cubicBezTo>
                    <a:pt x="11709" y="3561"/>
                    <a:pt x="10575" y="4028"/>
                    <a:pt x="9541" y="4629"/>
                  </a:cubicBezTo>
                  <a:lnTo>
                    <a:pt x="7973" y="3061"/>
                  </a:lnTo>
                  <a:cubicBezTo>
                    <a:pt x="7801" y="2889"/>
                    <a:pt x="7575" y="2794"/>
                    <a:pt x="7350" y="2794"/>
                  </a:cubicBezTo>
                  <a:cubicBezTo>
                    <a:pt x="7182" y="2794"/>
                    <a:pt x="7015" y="2847"/>
                    <a:pt x="6872" y="2961"/>
                  </a:cubicBezTo>
                  <a:cubicBezTo>
                    <a:pt x="6172" y="3461"/>
                    <a:pt x="5471" y="4028"/>
                    <a:pt x="4837" y="4662"/>
                  </a:cubicBezTo>
                  <a:cubicBezTo>
                    <a:pt x="4204" y="5296"/>
                    <a:pt x="3637" y="5963"/>
                    <a:pt x="3136" y="6664"/>
                  </a:cubicBezTo>
                  <a:cubicBezTo>
                    <a:pt x="2869" y="6997"/>
                    <a:pt x="2903" y="7464"/>
                    <a:pt x="3203" y="7764"/>
                  </a:cubicBezTo>
                  <a:lnTo>
                    <a:pt x="4771" y="9332"/>
                  </a:lnTo>
                  <a:cubicBezTo>
                    <a:pt x="4137" y="10366"/>
                    <a:pt x="3670" y="11467"/>
                    <a:pt x="3370" y="12668"/>
                  </a:cubicBezTo>
                  <a:lnTo>
                    <a:pt x="1135" y="12668"/>
                  </a:lnTo>
                  <a:cubicBezTo>
                    <a:pt x="735" y="12668"/>
                    <a:pt x="401" y="12968"/>
                    <a:pt x="301" y="13368"/>
                  </a:cubicBezTo>
                  <a:cubicBezTo>
                    <a:pt x="1" y="15103"/>
                    <a:pt x="1" y="16904"/>
                    <a:pt x="268" y="18639"/>
                  </a:cubicBezTo>
                  <a:cubicBezTo>
                    <a:pt x="334" y="19072"/>
                    <a:pt x="701" y="19373"/>
                    <a:pt x="1101" y="19373"/>
                  </a:cubicBezTo>
                  <a:lnTo>
                    <a:pt x="3336" y="19373"/>
                  </a:lnTo>
                  <a:cubicBezTo>
                    <a:pt x="3637" y="20540"/>
                    <a:pt x="4104" y="21641"/>
                    <a:pt x="4704" y="22708"/>
                  </a:cubicBezTo>
                  <a:lnTo>
                    <a:pt x="3136" y="24276"/>
                  </a:lnTo>
                  <a:cubicBezTo>
                    <a:pt x="2836" y="24543"/>
                    <a:pt x="2769" y="25010"/>
                    <a:pt x="3036" y="25344"/>
                  </a:cubicBezTo>
                  <a:cubicBezTo>
                    <a:pt x="3537" y="26077"/>
                    <a:pt x="4104" y="26745"/>
                    <a:pt x="4737" y="27378"/>
                  </a:cubicBezTo>
                  <a:cubicBezTo>
                    <a:pt x="5371" y="28012"/>
                    <a:pt x="6038" y="28579"/>
                    <a:pt x="6739" y="29113"/>
                  </a:cubicBezTo>
                  <a:cubicBezTo>
                    <a:pt x="6885" y="29230"/>
                    <a:pt x="7057" y="29283"/>
                    <a:pt x="7229" y="29283"/>
                  </a:cubicBezTo>
                  <a:cubicBezTo>
                    <a:pt x="7450" y="29283"/>
                    <a:pt x="7671" y="29196"/>
                    <a:pt x="7840" y="29046"/>
                  </a:cubicBezTo>
                  <a:lnTo>
                    <a:pt x="9407" y="27512"/>
                  </a:lnTo>
                  <a:cubicBezTo>
                    <a:pt x="10441" y="28112"/>
                    <a:pt x="11576" y="28579"/>
                    <a:pt x="12743" y="28913"/>
                  </a:cubicBezTo>
                  <a:lnTo>
                    <a:pt x="12743" y="31114"/>
                  </a:lnTo>
                  <a:cubicBezTo>
                    <a:pt x="12743" y="31515"/>
                    <a:pt x="13043" y="31882"/>
                    <a:pt x="13444" y="31948"/>
                  </a:cubicBezTo>
                  <a:cubicBezTo>
                    <a:pt x="14328" y="32098"/>
                    <a:pt x="15212" y="32173"/>
                    <a:pt x="16096" y="32173"/>
                  </a:cubicBezTo>
                  <a:cubicBezTo>
                    <a:pt x="16979" y="32173"/>
                    <a:pt x="17863" y="32098"/>
                    <a:pt x="18747" y="31948"/>
                  </a:cubicBezTo>
                  <a:cubicBezTo>
                    <a:pt x="19148" y="31915"/>
                    <a:pt x="19448" y="31548"/>
                    <a:pt x="19448" y="31114"/>
                  </a:cubicBezTo>
                  <a:lnTo>
                    <a:pt x="19448" y="28913"/>
                  </a:lnTo>
                  <a:cubicBezTo>
                    <a:pt x="20615" y="28613"/>
                    <a:pt x="21750" y="28146"/>
                    <a:pt x="22784" y="27545"/>
                  </a:cubicBezTo>
                  <a:lnTo>
                    <a:pt x="24351" y="29113"/>
                  </a:lnTo>
                  <a:cubicBezTo>
                    <a:pt x="24527" y="29288"/>
                    <a:pt x="24747" y="29373"/>
                    <a:pt x="24967" y="29373"/>
                  </a:cubicBezTo>
                  <a:cubicBezTo>
                    <a:pt x="25124" y="29373"/>
                    <a:pt x="25280" y="29330"/>
                    <a:pt x="25419" y="29246"/>
                  </a:cubicBezTo>
                  <a:lnTo>
                    <a:pt x="25452" y="29246"/>
                  </a:lnTo>
                  <a:cubicBezTo>
                    <a:pt x="26887" y="28212"/>
                    <a:pt x="28154" y="26945"/>
                    <a:pt x="29222" y="25510"/>
                  </a:cubicBezTo>
                  <a:cubicBezTo>
                    <a:pt x="29455" y="25177"/>
                    <a:pt x="29422" y="24710"/>
                    <a:pt x="29122" y="24410"/>
                  </a:cubicBezTo>
                  <a:lnTo>
                    <a:pt x="27554" y="22842"/>
                  </a:lnTo>
                  <a:cubicBezTo>
                    <a:pt x="28188" y="21808"/>
                    <a:pt x="28655" y="20674"/>
                    <a:pt x="28955" y="19506"/>
                  </a:cubicBezTo>
                  <a:lnTo>
                    <a:pt x="31190" y="19506"/>
                  </a:lnTo>
                  <a:cubicBezTo>
                    <a:pt x="31590" y="19506"/>
                    <a:pt x="31957" y="19206"/>
                    <a:pt x="32024" y="18806"/>
                  </a:cubicBezTo>
                  <a:cubicBezTo>
                    <a:pt x="32324" y="17038"/>
                    <a:pt x="32324" y="15270"/>
                    <a:pt x="32057" y="13502"/>
                  </a:cubicBezTo>
                  <a:cubicBezTo>
                    <a:pt x="31990" y="13101"/>
                    <a:pt x="31623" y="12801"/>
                    <a:pt x="31223" y="12801"/>
                  </a:cubicBezTo>
                  <a:lnTo>
                    <a:pt x="28988" y="12801"/>
                  </a:lnTo>
                  <a:cubicBezTo>
                    <a:pt x="28688" y="11634"/>
                    <a:pt x="28221" y="10500"/>
                    <a:pt x="27620" y="9466"/>
                  </a:cubicBezTo>
                  <a:lnTo>
                    <a:pt x="29222" y="7898"/>
                  </a:lnTo>
                  <a:cubicBezTo>
                    <a:pt x="29522" y="7598"/>
                    <a:pt x="29589" y="7131"/>
                    <a:pt x="29322" y="6797"/>
                  </a:cubicBezTo>
                  <a:cubicBezTo>
                    <a:pt x="28821" y="6063"/>
                    <a:pt x="28254" y="5396"/>
                    <a:pt x="27620" y="4762"/>
                  </a:cubicBezTo>
                  <a:cubicBezTo>
                    <a:pt x="26987" y="4128"/>
                    <a:pt x="26320" y="3561"/>
                    <a:pt x="25586" y="3028"/>
                  </a:cubicBezTo>
                  <a:cubicBezTo>
                    <a:pt x="25440" y="2925"/>
                    <a:pt x="25268" y="2874"/>
                    <a:pt x="25096" y="2874"/>
                  </a:cubicBezTo>
                  <a:cubicBezTo>
                    <a:pt x="24875" y="2874"/>
                    <a:pt x="24654" y="2959"/>
                    <a:pt x="24485" y="3128"/>
                  </a:cubicBezTo>
                  <a:lnTo>
                    <a:pt x="22917" y="4695"/>
                  </a:lnTo>
                  <a:cubicBezTo>
                    <a:pt x="21883" y="4062"/>
                    <a:pt x="20749" y="3595"/>
                    <a:pt x="19581" y="3294"/>
                  </a:cubicBezTo>
                  <a:lnTo>
                    <a:pt x="19581" y="1060"/>
                  </a:lnTo>
                  <a:cubicBezTo>
                    <a:pt x="19581" y="659"/>
                    <a:pt x="19281" y="292"/>
                    <a:pt x="18881" y="226"/>
                  </a:cubicBezTo>
                  <a:cubicBezTo>
                    <a:pt x="17997" y="75"/>
                    <a:pt x="17113" y="0"/>
                    <a:pt x="162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3">
              <a:extLst>
                <a:ext uri="{FF2B5EF4-FFF2-40B4-BE49-F238E27FC236}">
                  <a16:creationId xmlns:a16="http://schemas.microsoft.com/office/drawing/2014/main" id="{ECC2BFA0-C99E-85AB-4030-C6E8DDE967BA}"/>
                </a:ext>
              </a:extLst>
            </p:cNvPr>
            <p:cNvSpPr/>
            <p:nvPr/>
          </p:nvSpPr>
          <p:spPr>
            <a:xfrm>
              <a:off x="7409959" y="2443945"/>
              <a:ext cx="358772" cy="356856"/>
            </a:xfrm>
            <a:custGeom>
              <a:avLst/>
              <a:gdLst/>
              <a:ahLst/>
              <a:cxnLst/>
              <a:rect l="l" t="t" r="r" b="b"/>
              <a:pathLst>
                <a:path w="22284" h="22165" extrusionOk="0">
                  <a:moveTo>
                    <a:pt x="11085" y="6346"/>
                  </a:moveTo>
                  <a:cubicBezTo>
                    <a:pt x="11633" y="6346"/>
                    <a:pt x="12184" y="6449"/>
                    <a:pt x="12710" y="6653"/>
                  </a:cubicBezTo>
                  <a:cubicBezTo>
                    <a:pt x="16646" y="8054"/>
                    <a:pt x="16946" y="13491"/>
                    <a:pt x="13210" y="15359"/>
                  </a:cubicBezTo>
                  <a:cubicBezTo>
                    <a:pt x="12561" y="15684"/>
                    <a:pt x="11847" y="15855"/>
                    <a:pt x="11129" y="15855"/>
                  </a:cubicBezTo>
                  <a:cubicBezTo>
                    <a:pt x="10593" y="15855"/>
                    <a:pt x="10055" y="15759"/>
                    <a:pt x="9541" y="15559"/>
                  </a:cubicBezTo>
                  <a:cubicBezTo>
                    <a:pt x="7773" y="14892"/>
                    <a:pt x="6539" y="13224"/>
                    <a:pt x="6438" y="11356"/>
                  </a:cubicBezTo>
                  <a:cubicBezTo>
                    <a:pt x="6372" y="9955"/>
                    <a:pt x="6905" y="8621"/>
                    <a:pt x="7906" y="7687"/>
                  </a:cubicBezTo>
                  <a:cubicBezTo>
                    <a:pt x="8040" y="7520"/>
                    <a:pt x="8206" y="7387"/>
                    <a:pt x="8373" y="7253"/>
                  </a:cubicBezTo>
                  <a:cubicBezTo>
                    <a:pt x="8573" y="7120"/>
                    <a:pt x="8807" y="6953"/>
                    <a:pt x="9040" y="6853"/>
                  </a:cubicBezTo>
                  <a:cubicBezTo>
                    <a:pt x="9678" y="6515"/>
                    <a:pt x="10380" y="6346"/>
                    <a:pt x="11085" y="6346"/>
                  </a:cubicBezTo>
                  <a:close/>
                  <a:moveTo>
                    <a:pt x="11085" y="5666"/>
                  </a:moveTo>
                  <a:cubicBezTo>
                    <a:pt x="10273" y="5666"/>
                    <a:pt x="9470" y="5860"/>
                    <a:pt x="8740" y="6253"/>
                  </a:cubicBezTo>
                  <a:cubicBezTo>
                    <a:pt x="6839" y="7220"/>
                    <a:pt x="5671" y="9221"/>
                    <a:pt x="5771" y="11390"/>
                  </a:cubicBezTo>
                  <a:cubicBezTo>
                    <a:pt x="5905" y="13525"/>
                    <a:pt x="7272" y="15393"/>
                    <a:pt x="9307" y="16160"/>
                  </a:cubicBezTo>
                  <a:cubicBezTo>
                    <a:pt x="9890" y="16387"/>
                    <a:pt x="10502" y="16499"/>
                    <a:pt x="11114" y="16499"/>
                  </a:cubicBezTo>
                  <a:cubicBezTo>
                    <a:pt x="11939" y="16499"/>
                    <a:pt x="12763" y="16295"/>
                    <a:pt x="13510" y="15893"/>
                  </a:cubicBezTo>
                  <a:cubicBezTo>
                    <a:pt x="13777" y="15759"/>
                    <a:pt x="14044" y="15593"/>
                    <a:pt x="14277" y="15426"/>
                  </a:cubicBezTo>
                  <a:cubicBezTo>
                    <a:pt x="17747" y="12891"/>
                    <a:pt x="17013" y="7487"/>
                    <a:pt x="12976" y="6019"/>
                  </a:cubicBezTo>
                  <a:cubicBezTo>
                    <a:pt x="12361" y="5785"/>
                    <a:pt x="11720" y="5666"/>
                    <a:pt x="11085" y="5666"/>
                  </a:cubicBezTo>
                  <a:close/>
                  <a:moveTo>
                    <a:pt x="11078" y="682"/>
                  </a:moveTo>
                  <a:cubicBezTo>
                    <a:pt x="11453" y="682"/>
                    <a:pt x="11831" y="704"/>
                    <a:pt x="12209" y="749"/>
                  </a:cubicBezTo>
                  <a:lnTo>
                    <a:pt x="12309" y="2450"/>
                  </a:lnTo>
                  <a:cubicBezTo>
                    <a:pt x="12309" y="2617"/>
                    <a:pt x="12443" y="2717"/>
                    <a:pt x="12576" y="2750"/>
                  </a:cubicBezTo>
                  <a:cubicBezTo>
                    <a:pt x="13477" y="2917"/>
                    <a:pt x="14344" y="3217"/>
                    <a:pt x="15145" y="3651"/>
                  </a:cubicBezTo>
                  <a:cubicBezTo>
                    <a:pt x="15205" y="3681"/>
                    <a:pt x="15271" y="3697"/>
                    <a:pt x="15336" y="3697"/>
                  </a:cubicBezTo>
                  <a:cubicBezTo>
                    <a:pt x="15415" y="3697"/>
                    <a:pt x="15490" y="3673"/>
                    <a:pt x="15545" y="3617"/>
                  </a:cubicBezTo>
                  <a:lnTo>
                    <a:pt x="15545" y="3584"/>
                  </a:lnTo>
                  <a:lnTo>
                    <a:pt x="16646" y="2317"/>
                  </a:lnTo>
                  <a:cubicBezTo>
                    <a:pt x="17146" y="2617"/>
                    <a:pt x="17613" y="2950"/>
                    <a:pt x="18013" y="3317"/>
                  </a:cubicBezTo>
                  <a:cubicBezTo>
                    <a:pt x="18447" y="3718"/>
                    <a:pt x="18847" y="4118"/>
                    <a:pt x="19181" y="4551"/>
                  </a:cubicBezTo>
                  <a:lnTo>
                    <a:pt x="18047" y="5852"/>
                  </a:lnTo>
                  <a:cubicBezTo>
                    <a:pt x="17947" y="5952"/>
                    <a:pt x="17947" y="6119"/>
                    <a:pt x="18047" y="6253"/>
                  </a:cubicBezTo>
                  <a:cubicBezTo>
                    <a:pt x="18547" y="7020"/>
                    <a:pt x="18947" y="7820"/>
                    <a:pt x="19214" y="8688"/>
                  </a:cubicBezTo>
                  <a:cubicBezTo>
                    <a:pt x="19248" y="8855"/>
                    <a:pt x="19381" y="8955"/>
                    <a:pt x="19548" y="8955"/>
                  </a:cubicBezTo>
                  <a:lnTo>
                    <a:pt x="21216" y="8855"/>
                  </a:lnTo>
                  <a:cubicBezTo>
                    <a:pt x="21483" y="9922"/>
                    <a:pt x="21583" y="11056"/>
                    <a:pt x="21449" y="12190"/>
                  </a:cubicBezTo>
                  <a:lnTo>
                    <a:pt x="19748" y="12290"/>
                  </a:lnTo>
                  <a:cubicBezTo>
                    <a:pt x="19681" y="12290"/>
                    <a:pt x="19615" y="12324"/>
                    <a:pt x="19548" y="12357"/>
                  </a:cubicBezTo>
                  <a:cubicBezTo>
                    <a:pt x="19481" y="12424"/>
                    <a:pt x="19448" y="12490"/>
                    <a:pt x="19414" y="12557"/>
                  </a:cubicBezTo>
                  <a:cubicBezTo>
                    <a:pt x="19281" y="13458"/>
                    <a:pt x="18981" y="14325"/>
                    <a:pt x="18514" y="15126"/>
                  </a:cubicBezTo>
                  <a:cubicBezTo>
                    <a:pt x="18447" y="15259"/>
                    <a:pt x="18480" y="15459"/>
                    <a:pt x="18614" y="15559"/>
                  </a:cubicBezTo>
                  <a:lnTo>
                    <a:pt x="19848" y="16660"/>
                  </a:lnTo>
                  <a:cubicBezTo>
                    <a:pt x="19548" y="17160"/>
                    <a:pt x="19214" y="17627"/>
                    <a:pt x="18847" y="18028"/>
                  </a:cubicBezTo>
                  <a:cubicBezTo>
                    <a:pt x="18480" y="18461"/>
                    <a:pt x="18080" y="18862"/>
                    <a:pt x="17646" y="19195"/>
                  </a:cubicBezTo>
                  <a:lnTo>
                    <a:pt x="16346" y="18061"/>
                  </a:lnTo>
                  <a:cubicBezTo>
                    <a:pt x="16272" y="18006"/>
                    <a:pt x="16189" y="17981"/>
                    <a:pt x="16106" y="17981"/>
                  </a:cubicBezTo>
                  <a:cubicBezTo>
                    <a:pt x="16039" y="17981"/>
                    <a:pt x="15972" y="17998"/>
                    <a:pt x="15912" y="18028"/>
                  </a:cubicBezTo>
                  <a:cubicBezTo>
                    <a:pt x="15178" y="18561"/>
                    <a:pt x="14344" y="18962"/>
                    <a:pt x="13477" y="19229"/>
                  </a:cubicBezTo>
                  <a:cubicBezTo>
                    <a:pt x="13343" y="19262"/>
                    <a:pt x="13243" y="19395"/>
                    <a:pt x="13243" y="19562"/>
                  </a:cubicBezTo>
                  <a:lnTo>
                    <a:pt x="13343" y="21230"/>
                  </a:lnTo>
                  <a:cubicBezTo>
                    <a:pt x="12610" y="21408"/>
                    <a:pt x="11861" y="21497"/>
                    <a:pt x="11117" y="21497"/>
                  </a:cubicBezTo>
                  <a:cubicBezTo>
                    <a:pt x="10745" y="21497"/>
                    <a:pt x="10375" y="21475"/>
                    <a:pt x="10008" y="21430"/>
                  </a:cubicBezTo>
                  <a:lnTo>
                    <a:pt x="9874" y="19729"/>
                  </a:lnTo>
                  <a:cubicBezTo>
                    <a:pt x="9874" y="19562"/>
                    <a:pt x="9774" y="19462"/>
                    <a:pt x="9607" y="19429"/>
                  </a:cubicBezTo>
                  <a:cubicBezTo>
                    <a:pt x="8707" y="19262"/>
                    <a:pt x="7873" y="18962"/>
                    <a:pt x="7072" y="18528"/>
                  </a:cubicBezTo>
                  <a:cubicBezTo>
                    <a:pt x="7013" y="18504"/>
                    <a:pt x="6954" y="18493"/>
                    <a:pt x="6898" y="18493"/>
                  </a:cubicBezTo>
                  <a:cubicBezTo>
                    <a:pt x="6796" y="18493"/>
                    <a:pt x="6703" y="18530"/>
                    <a:pt x="6639" y="18595"/>
                  </a:cubicBezTo>
                  <a:lnTo>
                    <a:pt x="5504" y="19862"/>
                  </a:lnTo>
                  <a:cubicBezTo>
                    <a:pt x="5037" y="19562"/>
                    <a:pt x="4570" y="19229"/>
                    <a:pt x="4137" y="18862"/>
                  </a:cubicBezTo>
                  <a:cubicBezTo>
                    <a:pt x="3737" y="18461"/>
                    <a:pt x="3370" y="18061"/>
                    <a:pt x="3036" y="17627"/>
                  </a:cubicBezTo>
                  <a:lnTo>
                    <a:pt x="4137" y="16327"/>
                  </a:lnTo>
                  <a:cubicBezTo>
                    <a:pt x="4270" y="16226"/>
                    <a:pt x="4270" y="16060"/>
                    <a:pt x="4170" y="15926"/>
                  </a:cubicBezTo>
                  <a:cubicBezTo>
                    <a:pt x="3636" y="15159"/>
                    <a:pt x="3270" y="14358"/>
                    <a:pt x="3003" y="13491"/>
                  </a:cubicBezTo>
                  <a:cubicBezTo>
                    <a:pt x="2969" y="13324"/>
                    <a:pt x="2803" y="13224"/>
                    <a:pt x="2669" y="13224"/>
                  </a:cubicBezTo>
                  <a:lnTo>
                    <a:pt x="968" y="13324"/>
                  </a:lnTo>
                  <a:cubicBezTo>
                    <a:pt x="701" y="12257"/>
                    <a:pt x="634" y="11123"/>
                    <a:pt x="768" y="9989"/>
                  </a:cubicBezTo>
                  <a:lnTo>
                    <a:pt x="2469" y="9889"/>
                  </a:lnTo>
                  <a:cubicBezTo>
                    <a:pt x="2636" y="9889"/>
                    <a:pt x="2736" y="9755"/>
                    <a:pt x="2769" y="9622"/>
                  </a:cubicBezTo>
                  <a:cubicBezTo>
                    <a:pt x="2936" y="8721"/>
                    <a:pt x="3236" y="7854"/>
                    <a:pt x="3670" y="7053"/>
                  </a:cubicBezTo>
                  <a:cubicBezTo>
                    <a:pt x="3770" y="6920"/>
                    <a:pt x="3737" y="6753"/>
                    <a:pt x="3603" y="6620"/>
                  </a:cubicBezTo>
                  <a:lnTo>
                    <a:pt x="2369" y="5519"/>
                  </a:lnTo>
                  <a:cubicBezTo>
                    <a:pt x="2636" y="5018"/>
                    <a:pt x="2969" y="4551"/>
                    <a:pt x="3370" y="4151"/>
                  </a:cubicBezTo>
                  <a:cubicBezTo>
                    <a:pt x="3737" y="3718"/>
                    <a:pt x="4137" y="3351"/>
                    <a:pt x="4570" y="2984"/>
                  </a:cubicBezTo>
                  <a:lnTo>
                    <a:pt x="5871" y="4118"/>
                  </a:lnTo>
                  <a:cubicBezTo>
                    <a:pt x="5927" y="4173"/>
                    <a:pt x="6012" y="4198"/>
                    <a:pt x="6094" y="4198"/>
                  </a:cubicBezTo>
                  <a:cubicBezTo>
                    <a:pt x="6162" y="4198"/>
                    <a:pt x="6227" y="4181"/>
                    <a:pt x="6272" y="4151"/>
                  </a:cubicBezTo>
                  <a:cubicBezTo>
                    <a:pt x="7039" y="3617"/>
                    <a:pt x="7839" y="3217"/>
                    <a:pt x="8740" y="2950"/>
                  </a:cubicBezTo>
                  <a:cubicBezTo>
                    <a:pt x="8874" y="2917"/>
                    <a:pt x="8974" y="2784"/>
                    <a:pt x="8974" y="2617"/>
                  </a:cubicBezTo>
                  <a:lnTo>
                    <a:pt x="8874" y="949"/>
                  </a:lnTo>
                  <a:cubicBezTo>
                    <a:pt x="9585" y="771"/>
                    <a:pt x="10326" y="682"/>
                    <a:pt x="11078" y="682"/>
                  </a:cubicBezTo>
                  <a:close/>
                  <a:moveTo>
                    <a:pt x="11133" y="0"/>
                  </a:moveTo>
                  <a:cubicBezTo>
                    <a:pt x="10323" y="0"/>
                    <a:pt x="9507" y="104"/>
                    <a:pt x="8707" y="282"/>
                  </a:cubicBezTo>
                  <a:cubicBezTo>
                    <a:pt x="8407" y="348"/>
                    <a:pt x="8206" y="615"/>
                    <a:pt x="8206" y="916"/>
                  </a:cubicBezTo>
                  <a:lnTo>
                    <a:pt x="8306" y="2417"/>
                  </a:lnTo>
                  <a:cubicBezTo>
                    <a:pt x="7539" y="2650"/>
                    <a:pt x="6805" y="3017"/>
                    <a:pt x="6138" y="3451"/>
                  </a:cubicBezTo>
                  <a:lnTo>
                    <a:pt x="5037" y="2450"/>
                  </a:lnTo>
                  <a:cubicBezTo>
                    <a:pt x="4921" y="2350"/>
                    <a:pt x="4771" y="2300"/>
                    <a:pt x="4621" y="2300"/>
                  </a:cubicBezTo>
                  <a:cubicBezTo>
                    <a:pt x="4470" y="2300"/>
                    <a:pt x="4320" y="2350"/>
                    <a:pt x="4204" y="2450"/>
                  </a:cubicBezTo>
                  <a:cubicBezTo>
                    <a:pt x="3737" y="2817"/>
                    <a:pt x="3270" y="3251"/>
                    <a:pt x="2869" y="3684"/>
                  </a:cubicBezTo>
                  <a:cubicBezTo>
                    <a:pt x="2469" y="4151"/>
                    <a:pt x="2102" y="4618"/>
                    <a:pt x="1768" y="5152"/>
                  </a:cubicBezTo>
                  <a:cubicBezTo>
                    <a:pt x="1602" y="5419"/>
                    <a:pt x="1668" y="5752"/>
                    <a:pt x="1902" y="5952"/>
                  </a:cubicBezTo>
                  <a:lnTo>
                    <a:pt x="3003" y="6953"/>
                  </a:lnTo>
                  <a:cubicBezTo>
                    <a:pt x="2636" y="7654"/>
                    <a:pt x="2369" y="8421"/>
                    <a:pt x="2202" y="9221"/>
                  </a:cubicBezTo>
                  <a:lnTo>
                    <a:pt x="734" y="9288"/>
                  </a:lnTo>
                  <a:cubicBezTo>
                    <a:pt x="434" y="9322"/>
                    <a:pt x="167" y="9555"/>
                    <a:pt x="134" y="9855"/>
                  </a:cubicBezTo>
                  <a:cubicBezTo>
                    <a:pt x="1" y="11089"/>
                    <a:pt x="67" y="12290"/>
                    <a:pt x="334" y="13491"/>
                  </a:cubicBezTo>
                  <a:cubicBezTo>
                    <a:pt x="401" y="13791"/>
                    <a:pt x="668" y="13992"/>
                    <a:pt x="1001" y="13992"/>
                  </a:cubicBezTo>
                  <a:lnTo>
                    <a:pt x="2469" y="13891"/>
                  </a:lnTo>
                  <a:cubicBezTo>
                    <a:pt x="2702" y="14659"/>
                    <a:pt x="3069" y="15393"/>
                    <a:pt x="3503" y="16060"/>
                  </a:cubicBezTo>
                  <a:lnTo>
                    <a:pt x="2536" y="17160"/>
                  </a:lnTo>
                  <a:cubicBezTo>
                    <a:pt x="2302" y="17394"/>
                    <a:pt x="2302" y="17761"/>
                    <a:pt x="2502" y="17994"/>
                  </a:cubicBezTo>
                  <a:cubicBezTo>
                    <a:pt x="2869" y="18495"/>
                    <a:pt x="3303" y="18928"/>
                    <a:pt x="3737" y="19329"/>
                  </a:cubicBezTo>
                  <a:cubicBezTo>
                    <a:pt x="4204" y="19729"/>
                    <a:pt x="4704" y="20096"/>
                    <a:pt x="5204" y="20429"/>
                  </a:cubicBezTo>
                  <a:cubicBezTo>
                    <a:pt x="5313" y="20511"/>
                    <a:pt x="5437" y="20548"/>
                    <a:pt x="5561" y="20548"/>
                  </a:cubicBezTo>
                  <a:cubicBezTo>
                    <a:pt x="5742" y="20548"/>
                    <a:pt x="5919" y="20468"/>
                    <a:pt x="6038" y="20329"/>
                  </a:cubicBezTo>
                  <a:lnTo>
                    <a:pt x="7039" y="19229"/>
                  </a:lnTo>
                  <a:cubicBezTo>
                    <a:pt x="7739" y="19596"/>
                    <a:pt x="8507" y="19862"/>
                    <a:pt x="9307" y="20029"/>
                  </a:cubicBezTo>
                  <a:lnTo>
                    <a:pt x="9374" y="21497"/>
                  </a:lnTo>
                  <a:cubicBezTo>
                    <a:pt x="9374" y="21797"/>
                    <a:pt x="9641" y="22064"/>
                    <a:pt x="9941" y="22097"/>
                  </a:cubicBezTo>
                  <a:cubicBezTo>
                    <a:pt x="10341" y="22142"/>
                    <a:pt x="10745" y="22164"/>
                    <a:pt x="11150" y="22164"/>
                  </a:cubicBezTo>
                  <a:cubicBezTo>
                    <a:pt x="11961" y="22164"/>
                    <a:pt x="12776" y="22075"/>
                    <a:pt x="13577" y="21897"/>
                  </a:cubicBezTo>
                  <a:cubicBezTo>
                    <a:pt x="13877" y="21830"/>
                    <a:pt x="14077" y="21530"/>
                    <a:pt x="14077" y="21230"/>
                  </a:cubicBezTo>
                  <a:lnTo>
                    <a:pt x="13977" y="19762"/>
                  </a:lnTo>
                  <a:cubicBezTo>
                    <a:pt x="14744" y="19495"/>
                    <a:pt x="15478" y="19162"/>
                    <a:pt x="16145" y="18695"/>
                  </a:cubicBezTo>
                  <a:lnTo>
                    <a:pt x="17246" y="19696"/>
                  </a:lnTo>
                  <a:cubicBezTo>
                    <a:pt x="17368" y="19800"/>
                    <a:pt x="17518" y="19850"/>
                    <a:pt x="17666" y="19850"/>
                  </a:cubicBezTo>
                  <a:cubicBezTo>
                    <a:pt x="17801" y="19850"/>
                    <a:pt x="17935" y="19809"/>
                    <a:pt x="18047" y="19729"/>
                  </a:cubicBezTo>
                  <a:cubicBezTo>
                    <a:pt x="18314" y="19529"/>
                    <a:pt x="18580" y="19295"/>
                    <a:pt x="18814" y="19062"/>
                  </a:cubicBezTo>
                  <a:cubicBezTo>
                    <a:pt x="19014" y="18895"/>
                    <a:pt x="19214" y="18662"/>
                    <a:pt x="19381" y="18461"/>
                  </a:cubicBezTo>
                  <a:cubicBezTo>
                    <a:pt x="19781" y="18028"/>
                    <a:pt x="20148" y="17527"/>
                    <a:pt x="20482" y="17027"/>
                  </a:cubicBezTo>
                  <a:cubicBezTo>
                    <a:pt x="20649" y="16760"/>
                    <a:pt x="20615" y="16393"/>
                    <a:pt x="20382" y="16193"/>
                  </a:cubicBezTo>
                  <a:lnTo>
                    <a:pt x="19281" y="15192"/>
                  </a:lnTo>
                  <a:cubicBezTo>
                    <a:pt x="19648" y="14492"/>
                    <a:pt x="19915" y="13725"/>
                    <a:pt x="20082" y="12924"/>
                  </a:cubicBezTo>
                  <a:lnTo>
                    <a:pt x="21549" y="12857"/>
                  </a:lnTo>
                  <a:cubicBezTo>
                    <a:pt x="21849" y="12824"/>
                    <a:pt x="22116" y="12591"/>
                    <a:pt x="22150" y="12290"/>
                  </a:cubicBezTo>
                  <a:cubicBezTo>
                    <a:pt x="22283" y="11089"/>
                    <a:pt x="22216" y="9855"/>
                    <a:pt x="21950" y="8654"/>
                  </a:cubicBezTo>
                  <a:cubicBezTo>
                    <a:pt x="21883" y="8354"/>
                    <a:pt x="21583" y="8154"/>
                    <a:pt x="21282" y="8154"/>
                  </a:cubicBezTo>
                  <a:lnTo>
                    <a:pt x="19815" y="8254"/>
                  </a:lnTo>
                  <a:cubicBezTo>
                    <a:pt x="19548" y="7487"/>
                    <a:pt x="19214" y="6753"/>
                    <a:pt x="18781" y="6086"/>
                  </a:cubicBezTo>
                  <a:lnTo>
                    <a:pt x="19748" y="4985"/>
                  </a:lnTo>
                  <a:cubicBezTo>
                    <a:pt x="19981" y="4752"/>
                    <a:pt x="19981" y="4385"/>
                    <a:pt x="19781" y="4151"/>
                  </a:cubicBezTo>
                  <a:cubicBezTo>
                    <a:pt x="19014" y="3184"/>
                    <a:pt x="18080" y="2350"/>
                    <a:pt x="17046" y="1716"/>
                  </a:cubicBezTo>
                  <a:cubicBezTo>
                    <a:pt x="16935" y="1647"/>
                    <a:pt x="16812" y="1612"/>
                    <a:pt x="16692" y="1612"/>
                  </a:cubicBezTo>
                  <a:cubicBezTo>
                    <a:pt x="16524" y="1612"/>
                    <a:pt x="16362" y="1680"/>
                    <a:pt x="16245" y="1816"/>
                  </a:cubicBezTo>
                  <a:lnTo>
                    <a:pt x="15278" y="2917"/>
                  </a:lnTo>
                  <a:cubicBezTo>
                    <a:pt x="14544" y="2550"/>
                    <a:pt x="13777" y="2317"/>
                    <a:pt x="13010" y="2150"/>
                  </a:cubicBezTo>
                  <a:lnTo>
                    <a:pt x="12910" y="649"/>
                  </a:lnTo>
                  <a:cubicBezTo>
                    <a:pt x="12910" y="348"/>
                    <a:pt x="12643" y="115"/>
                    <a:pt x="12343" y="82"/>
                  </a:cubicBezTo>
                  <a:cubicBezTo>
                    <a:pt x="11942" y="26"/>
                    <a:pt x="11538" y="0"/>
                    <a:pt x="11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3">
              <a:extLst>
                <a:ext uri="{FF2B5EF4-FFF2-40B4-BE49-F238E27FC236}">
                  <a16:creationId xmlns:a16="http://schemas.microsoft.com/office/drawing/2014/main" id="{847F7DAD-B36E-E144-60D4-7E329DB674E2}"/>
                </a:ext>
              </a:extLst>
            </p:cNvPr>
            <p:cNvSpPr/>
            <p:nvPr/>
          </p:nvSpPr>
          <p:spPr>
            <a:xfrm>
              <a:off x="7715005" y="2128192"/>
              <a:ext cx="415686" cy="413416"/>
            </a:xfrm>
            <a:custGeom>
              <a:avLst/>
              <a:gdLst/>
              <a:ahLst/>
              <a:cxnLst/>
              <a:rect l="l" t="t" r="r" b="b"/>
              <a:pathLst>
                <a:path w="25819" h="25678" extrusionOk="0">
                  <a:moveTo>
                    <a:pt x="13079" y="7287"/>
                  </a:moveTo>
                  <a:cubicBezTo>
                    <a:pt x="14384" y="7287"/>
                    <a:pt x="15651" y="7783"/>
                    <a:pt x="16612" y="8686"/>
                  </a:cubicBezTo>
                  <a:cubicBezTo>
                    <a:pt x="20215" y="11988"/>
                    <a:pt x="18147" y="17992"/>
                    <a:pt x="13277" y="18359"/>
                  </a:cubicBezTo>
                  <a:cubicBezTo>
                    <a:pt x="13095" y="18380"/>
                    <a:pt x="12913" y="18389"/>
                    <a:pt x="12732" y="18389"/>
                  </a:cubicBezTo>
                  <a:cubicBezTo>
                    <a:pt x="11418" y="18389"/>
                    <a:pt x="10141" y="17867"/>
                    <a:pt x="9174" y="16958"/>
                  </a:cubicBezTo>
                  <a:cubicBezTo>
                    <a:pt x="7572" y="15457"/>
                    <a:pt x="6972" y="13122"/>
                    <a:pt x="7673" y="11054"/>
                  </a:cubicBezTo>
                  <a:cubicBezTo>
                    <a:pt x="8206" y="9520"/>
                    <a:pt x="9374" y="8285"/>
                    <a:pt x="10908" y="7718"/>
                  </a:cubicBezTo>
                  <a:cubicBezTo>
                    <a:pt x="11108" y="7618"/>
                    <a:pt x="11375" y="7552"/>
                    <a:pt x="11609" y="7485"/>
                  </a:cubicBezTo>
                  <a:cubicBezTo>
                    <a:pt x="11909" y="7385"/>
                    <a:pt x="12209" y="7351"/>
                    <a:pt x="12509" y="7318"/>
                  </a:cubicBezTo>
                  <a:cubicBezTo>
                    <a:pt x="12699" y="7297"/>
                    <a:pt x="12889" y="7287"/>
                    <a:pt x="13079" y="7287"/>
                  </a:cubicBezTo>
                  <a:close/>
                  <a:moveTo>
                    <a:pt x="13038" y="6490"/>
                  </a:moveTo>
                  <a:cubicBezTo>
                    <a:pt x="12851" y="6490"/>
                    <a:pt x="12663" y="6499"/>
                    <a:pt x="12476" y="6517"/>
                  </a:cubicBezTo>
                  <a:cubicBezTo>
                    <a:pt x="9941" y="6718"/>
                    <a:pt x="7773" y="8419"/>
                    <a:pt x="6939" y="10787"/>
                  </a:cubicBezTo>
                  <a:cubicBezTo>
                    <a:pt x="6138" y="13189"/>
                    <a:pt x="6805" y="15824"/>
                    <a:pt x="8673" y="17525"/>
                  </a:cubicBezTo>
                  <a:cubicBezTo>
                    <a:pt x="9801" y="18594"/>
                    <a:pt x="11273" y="19187"/>
                    <a:pt x="12806" y="19187"/>
                  </a:cubicBezTo>
                  <a:cubicBezTo>
                    <a:pt x="12995" y="19187"/>
                    <a:pt x="13186" y="19178"/>
                    <a:pt x="13377" y="19160"/>
                  </a:cubicBezTo>
                  <a:cubicBezTo>
                    <a:pt x="13710" y="19127"/>
                    <a:pt x="14077" y="19060"/>
                    <a:pt x="14411" y="18960"/>
                  </a:cubicBezTo>
                  <a:cubicBezTo>
                    <a:pt x="14678" y="18893"/>
                    <a:pt x="14944" y="18826"/>
                    <a:pt x="15211" y="18693"/>
                  </a:cubicBezTo>
                  <a:cubicBezTo>
                    <a:pt x="16946" y="18026"/>
                    <a:pt x="18280" y="16625"/>
                    <a:pt x="18881" y="14890"/>
                  </a:cubicBezTo>
                  <a:cubicBezTo>
                    <a:pt x="19681" y="12488"/>
                    <a:pt x="19014" y="9853"/>
                    <a:pt x="17146" y="8152"/>
                  </a:cubicBezTo>
                  <a:cubicBezTo>
                    <a:pt x="16048" y="7083"/>
                    <a:pt x="14553" y="6490"/>
                    <a:pt x="13038" y="6490"/>
                  </a:cubicBezTo>
                  <a:close/>
                  <a:moveTo>
                    <a:pt x="14944" y="813"/>
                  </a:moveTo>
                  <a:cubicBezTo>
                    <a:pt x="16279" y="980"/>
                    <a:pt x="17546" y="1414"/>
                    <a:pt x="18714" y="2048"/>
                  </a:cubicBezTo>
                  <a:lnTo>
                    <a:pt x="18080" y="3982"/>
                  </a:lnTo>
                  <a:cubicBezTo>
                    <a:pt x="18013" y="4149"/>
                    <a:pt x="18080" y="4316"/>
                    <a:pt x="18213" y="4416"/>
                  </a:cubicBezTo>
                  <a:cubicBezTo>
                    <a:pt x="19147" y="4983"/>
                    <a:pt x="19948" y="5717"/>
                    <a:pt x="20615" y="6551"/>
                  </a:cubicBezTo>
                  <a:cubicBezTo>
                    <a:pt x="20687" y="6623"/>
                    <a:pt x="20811" y="6678"/>
                    <a:pt x="20925" y="6678"/>
                  </a:cubicBezTo>
                  <a:cubicBezTo>
                    <a:pt x="20969" y="6678"/>
                    <a:pt x="21012" y="6670"/>
                    <a:pt x="21049" y="6651"/>
                  </a:cubicBezTo>
                  <a:lnTo>
                    <a:pt x="21082" y="6651"/>
                  </a:lnTo>
                  <a:lnTo>
                    <a:pt x="22850" y="5784"/>
                  </a:lnTo>
                  <a:cubicBezTo>
                    <a:pt x="23250" y="6284"/>
                    <a:pt x="23617" y="6851"/>
                    <a:pt x="23884" y="7451"/>
                  </a:cubicBezTo>
                  <a:cubicBezTo>
                    <a:pt x="24184" y="8052"/>
                    <a:pt x="24418" y="8652"/>
                    <a:pt x="24618" y="9286"/>
                  </a:cubicBezTo>
                  <a:lnTo>
                    <a:pt x="22817" y="10220"/>
                  </a:lnTo>
                  <a:cubicBezTo>
                    <a:pt x="22650" y="10287"/>
                    <a:pt x="22583" y="10454"/>
                    <a:pt x="22617" y="10620"/>
                  </a:cubicBezTo>
                  <a:cubicBezTo>
                    <a:pt x="22850" y="11654"/>
                    <a:pt x="22917" y="12755"/>
                    <a:pt x="22783" y="13823"/>
                  </a:cubicBezTo>
                  <a:cubicBezTo>
                    <a:pt x="22783" y="13990"/>
                    <a:pt x="22883" y="14156"/>
                    <a:pt x="23050" y="14223"/>
                  </a:cubicBezTo>
                  <a:lnTo>
                    <a:pt x="24952" y="14857"/>
                  </a:lnTo>
                  <a:cubicBezTo>
                    <a:pt x="24751" y="16191"/>
                    <a:pt x="24318" y="17459"/>
                    <a:pt x="23684" y="18626"/>
                  </a:cubicBezTo>
                  <a:lnTo>
                    <a:pt x="21783" y="17992"/>
                  </a:lnTo>
                  <a:cubicBezTo>
                    <a:pt x="21733" y="17976"/>
                    <a:pt x="21691" y="17967"/>
                    <a:pt x="21653" y="17967"/>
                  </a:cubicBezTo>
                  <a:cubicBezTo>
                    <a:pt x="21616" y="17967"/>
                    <a:pt x="21582" y="17976"/>
                    <a:pt x="21549" y="17992"/>
                  </a:cubicBezTo>
                  <a:cubicBezTo>
                    <a:pt x="21449" y="18026"/>
                    <a:pt x="21382" y="18059"/>
                    <a:pt x="21316" y="18159"/>
                  </a:cubicBezTo>
                  <a:cubicBezTo>
                    <a:pt x="20749" y="19060"/>
                    <a:pt x="20015" y="19860"/>
                    <a:pt x="19214" y="20561"/>
                  </a:cubicBezTo>
                  <a:cubicBezTo>
                    <a:pt x="19047" y="20661"/>
                    <a:pt x="19014" y="20861"/>
                    <a:pt x="19114" y="21028"/>
                  </a:cubicBezTo>
                  <a:lnTo>
                    <a:pt x="19981" y="22796"/>
                  </a:lnTo>
                  <a:cubicBezTo>
                    <a:pt x="19448" y="23196"/>
                    <a:pt x="18881" y="23563"/>
                    <a:pt x="18280" y="23863"/>
                  </a:cubicBezTo>
                  <a:cubicBezTo>
                    <a:pt x="17680" y="24130"/>
                    <a:pt x="17079" y="24364"/>
                    <a:pt x="16445" y="24564"/>
                  </a:cubicBezTo>
                  <a:lnTo>
                    <a:pt x="15545" y="22762"/>
                  </a:lnTo>
                  <a:cubicBezTo>
                    <a:pt x="15461" y="22623"/>
                    <a:pt x="15332" y="22554"/>
                    <a:pt x="15194" y="22554"/>
                  </a:cubicBezTo>
                  <a:cubicBezTo>
                    <a:pt x="15167" y="22554"/>
                    <a:pt x="15139" y="22557"/>
                    <a:pt x="15111" y="22562"/>
                  </a:cubicBezTo>
                  <a:cubicBezTo>
                    <a:pt x="14387" y="22726"/>
                    <a:pt x="13647" y="22807"/>
                    <a:pt x="12902" y="22807"/>
                  </a:cubicBezTo>
                  <a:cubicBezTo>
                    <a:pt x="12583" y="22807"/>
                    <a:pt x="12263" y="22792"/>
                    <a:pt x="11942" y="22762"/>
                  </a:cubicBezTo>
                  <a:cubicBezTo>
                    <a:pt x="11916" y="22758"/>
                    <a:pt x="11891" y="22756"/>
                    <a:pt x="11867" y="22756"/>
                  </a:cubicBezTo>
                  <a:cubicBezTo>
                    <a:pt x="11701" y="22756"/>
                    <a:pt x="11567" y="22851"/>
                    <a:pt x="11509" y="22996"/>
                  </a:cubicBezTo>
                  <a:lnTo>
                    <a:pt x="10875" y="24897"/>
                  </a:lnTo>
                  <a:cubicBezTo>
                    <a:pt x="9541" y="24697"/>
                    <a:pt x="8273" y="24264"/>
                    <a:pt x="7105" y="23630"/>
                  </a:cubicBezTo>
                  <a:lnTo>
                    <a:pt x="7739" y="21728"/>
                  </a:lnTo>
                  <a:cubicBezTo>
                    <a:pt x="7806" y="21562"/>
                    <a:pt x="7739" y="21361"/>
                    <a:pt x="7572" y="21261"/>
                  </a:cubicBezTo>
                  <a:cubicBezTo>
                    <a:pt x="6672" y="20694"/>
                    <a:pt x="5871" y="19994"/>
                    <a:pt x="5204" y="19160"/>
                  </a:cubicBezTo>
                  <a:cubicBezTo>
                    <a:pt x="5115" y="19071"/>
                    <a:pt x="5011" y="19026"/>
                    <a:pt x="4903" y="19026"/>
                  </a:cubicBezTo>
                  <a:cubicBezTo>
                    <a:pt x="4848" y="19026"/>
                    <a:pt x="4793" y="19038"/>
                    <a:pt x="4737" y="19060"/>
                  </a:cubicBezTo>
                  <a:lnTo>
                    <a:pt x="2936" y="19960"/>
                  </a:lnTo>
                  <a:cubicBezTo>
                    <a:pt x="2536" y="19393"/>
                    <a:pt x="2202" y="18826"/>
                    <a:pt x="1902" y="18226"/>
                  </a:cubicBezTo>
                  <a:cubicBezTo>
                    <a:pt x="1635" y="17625"/>
                    <a:pt x="1368" y="17025"/>
                    <a:pt x="1201" y="16391"/>
                  </a:cubicBezTo>
                  <a:lnTo>
                    <a:pt x="3003" y="15457"/>
                  </a:lnTo>
                  <a:cubicBezTo>
                    <a:pt x="3136" y="15391"/>
                    <a:pt x="3236" y="15224"/>
                    <a:pt x="3203" y="15057"/>
                  </a:cubicBezTo>
                  <a:cubicBezTo>
                    <a:pt x="2969" y="13990"/>
                    <a:pt x="2902" y="12922"/>
                    <a:pt x="3003" y="11855"/>
                  </a:cubicBezTo>
                  <a:cubicBezTo>
                    <a:pt x="3036" y="11688"/>
                    <a:pt x="2936" y="11488"/>
                    <a:pt x="2736" y="11454"/>
                  </a:cubicBezTo>
                  <a:lnTo>
                    <a:pt x="868" y="10821"/>
                  </a:lnTo>
                  <a:cubicBezTo>
                    <a:pt x="1068" y="9486"/>
                    <a:pt x="1468" y="8219"/>
                    <a:pt x="2102" y="7051"/>
                  </a:cubicBezTo>
                  <a:lnTo>
                    <a:pt x="4037" y="7685"/>
                  </a:lnTo>
                  <a:cubicBezTo>
                    <a:pt x="4080" y="7702"/>
                    <a:pt x="4125" y="7711"/>
                    <a:pt x="4170" y="7711"/>
                  </a:cubicBezTo>
                  <a:cubicBezTo>
                    <a:pt x="4300" y="7711"/>
                    <a:pt x="4429" y="7642"/>
                    <a:pt x="4504" y="7518"/>
                  </a:cubicBezTo>
                  <a:cubicBezTo>
                    <a:pt x="5071" y="6618"/>
                    <a:pt x="5771" y="5817"/>
                    <a:pt x="6605" y="5150"/>
                  </a:cubicBezTo>
                  <a:cubicBezTo>
                    <a:pt x="6739" y="5016"/>
                    <a:pt x="6772" y="4816"/>
                    <a:pt x="6705" y="4683"/>
                  </a:cubicBezTo>
                  <a:lnTo>
                    <a:pt x="5838" y="2882"/>
                  </a:lnTo>
                  <a:cubicBezTo>
                    <a:pt x="6372" y="2481"/>
                    <a:pt x="6939" y="2114"/>
                    <a:pt x="7539" y="1847"/>
                  </a:cubicBezTo>
                  <a:cubicBezTo>
                    <a:pt x="8106" y="1547"/>
                    <a:pt x="8740" y="1314"/>
                    <a:pt x="9340" y="1114"/>
                  </a:cubicBezTo>
                  <a:lnTo>
                    <a:pt x="10274" y="2915"/>
                  </a:lnTo>
                  <a:cubicBezTo>
                    <a:pt x="10333" y="3060"/>
                    <a:pt x="10492" y="3155"/>
                    <a:pt x="10642" y="3155"/>
                  </a:cubicBezTo>
                  <a:cubicBezTo>
                    <a:pt x="10664" y="3155"/>
                    <a:pt x="10687" y="3153"/>
                    <a:pt x="10708" y="3148"/>
                  </a:cubicBezTo>
                  <a:cubicBezTo>
                    <a:pt x="11397" y="2971"/>
                    <a:pt x="12102" y="2882"/>
                    <a:pt x="12811" y="2882"/>
                  </a:cubicBezTo>
                  <a:cubicBezTo>
                    <a:pt x="13165" y="2882"/>
                    <a:pt x="13521" y="2904"/>
                    <a:pt x="13877" y="2948"/>
                  </a:cubicBezTo>
                  <a:cubicBezTo>
                    <a:pt x="14077" y="2948"/>
                    <a:pt x="14244" y="2848"/>
                    <a:pt x="14311" y="2681"/>
                  </a:cubicBezTo>
                  <a:lnTo>
                    <a:pt x="14944" y="813"/>
                  </a:lnTo>
                  <a:close/>
                  <a:moveTo>
                    <a:pt x="14904" y="0"/>
                  </a:moveTo>
                  <a:cubicBezTo>
                    <a:pt x="14595" y="0"/>
                    <a:pt x="14327" y="189"/>
                    <a:pt x="14211" y="480"/>
                  </a:cubicBezTo>
                  <a:lnTo>
                    <a:pt x="13677" y="2148"/>
                  </a:lnTo>
                  <a:cubicBezTo>
                    <a:pt x="13436" y="2130"/>
                    <a:pt x="13192" y="2122"/>
                    <a:pt x="12948" y="2122"/>
                  </a:cubicBezTo>
                  <a:cubicBezTo>
                    <a:pt x="12247" y="2122"/>
                    <a:pt x="11543" y="2191"/>
                    <a:pt x="10875" y="2314"/>
                  </a:cubicBezTo>
                  <a:lnTo>
                    <a:pt x="10074" y="780"/>
                  </a:lnTo>
                  <a:cubicBezTo>
                    <a:pt x="9946" y="498"/>
                    <a:pt x="9699" y="334"/>
                    <a:pt x="9441" y="334"/>
                  </a:cubicBezTo>
                  <a:cubicBezTo>
                    <a:pt x="9363" y="334"/>
                    <a:pt x="9284" y="349"/>
                    <a:pt x="9207" y="380"/>
                  </a:cubicBezTo>
                  <a:cubicBezTo>
                    <a:pt x="7806" y="780"/>
                    <a:pt x="6505" y="1414"/>
                    <a:pt x="5338" y="2248"/>
                  </a:cubicBezTo>
                  <a:cubicBezTo>
                    <a:pt x="5037" y="2448"/>
                    <a:pt x="4937" y="2848"/>
                    <a:pt x="5104" y="3182"/>
                  </a:cubicBezTo>
                  <a:lnTo>
                    <a:pt x="5871" y="4750"/>
                  </a:lnTo>
                  <a:cubicBezTo>
                    <a:pt x="5171" y="5350"/>
                    <a:pt x="4537" y="6084"/>
                    <a:pt x="4003" y="6851"/>
                  </a:cubicBezTo>
                  <a:lnTo>
                    <a:pt x="2369" y="6317"/>
                  </a:lnTo>
                  <a:cubicBezTo>
                    <a:pt x="2274" y="6283"/>
                    <a:pt x="2179" y="6266"/>
                    <a:pt x="2088" y="6266"/>
                  </a:cubicBezTo>
                  <a:cubicBezTo>
                    <a:pt x="1826" y="6266"/>
                    <a:pt x="1592" y="6404"/>
                    <a:pt x="1468" y="6651"/>
                  </a:cubicBezTo>
                  <a:cubicBezTo>
                    <a:pt x="768" y="7918"/>
                    <a:pt x="301" y="9286"/>
                    <a:pt x="67" y="10687"/>
                  </a:cubicBezTo>
                  <a:cubicBezTo>
                    <a:pt x="0" y="11054"/>
                    <a:pt x="201" y="11421"/>
                    <a:pt x="567" y="11521"/>
                  </a:cubicBezTo>
                  <a:lnTo>
                    <a:pt x="2202" y="12088"/>
                  </a:lnTo>
                  <a:cubicBezTo>
                    <a:pt x="2135" y="13055"/>
                    <a:pt x="2202" y="13990"/>
                    <a:pt x="2369" y="14924"/>
                  </a:cubicBezTo>
                  <a:lnTo>
                    <a:pt x="801" y="15691"/>
                  </a:lnTo>
                  <a:cubicBezTo>
                    <a:pt x="501" y="15824"/>
                    <a:pt x="334" y="16224"/>
                    <a:pt x="434" y="16558"/>
                  </a:cubicBezTo>
                  <a:cubicBezTo>
                    <a:pt x="634" y="17259"/>
                    <a:pt x="901" y="17926"/>
                    <a:pt x="1201" y="18559"/>
                  </a:cubicBezTo>
                  <a:cubicBezTo>
                    <a:pt x="1535" y="19193"/>
                    <a:pt x="1902" y="19794"/>
                    <a:pt x="2302" y="20394"/>
                  </a:cubicBezTo>
                  <a:cubicBezTo>
                    <a:pt x="2437" y="20597"/>
                    <a:pt x="2663" y="20708"/>
                    <a:pt x="2898" y="20708"/>
                  </a:cubicBezTo>
                  <a:cubicBezTo>
                    <a:pt x="3012" y="20708"/>
                    <a:pt x="3127" y="20682"/>
                    <a:pt x="3236" y="20628"/>
                  </a:cubicBezTo>
                  <a:lnTo>
                    <a:pt x="4804" y="19860"/>
                  </a:lnTo>
                  <a:cubicBezTo>
                    <a:pt x="5438" y="20594"/>
                    <a:pt x="6138" y="21228"/>
                    <a:pt x="6939" y="21728"/>
                  </a:cubicBezTo>
                  <a:lnTo>
                    <a:pt x="6372" y="23396"/>
                  </a:lnTo>
                  <a:cubicBezTo>
                    <a:pt x="6238" y="23730"/>
                    <a:pt x="6372" y="24097"/>
                    <a:pt x="6705" y="24297"/>
                  </a:cubicBezTo>
                  <a:cubicBezTo>
                    <a:pt x="7973" y="24964"/>
                    <a:pt x="9340" y="25431"/>
                    <a:pt x="10775" y="25665"/>
                  </a:cubicBezTo>
                  <a:cubicBezTo>
                    <a:pt x="10818" y="25673"/>
                    <a:pt x="10862" y="25677"/>
                    <a:pt x="10905" y="25677"/>
                  </a:cubicBezTo>
                  <a:cubicBezTo>
                    <a:pt x="11199" y="25677"/>
                    <a:pt x="11493" y="25488"/>
                    <a:pt x="11609" y="25198"/>
                  </a:cubicBezTo>
                  <a:lnTo>
                    <a:pt x="12142" y="23530"/>
                  </a:lnTo>
                  <a:cubicBezTo>
                    <a:pt x="12435" y="23550"/>
                    <a:pt x="12725" y="23561"/>
                    <a:pt x="13013" y="23561"/>
                  </a:cubicBezTo>
                  <a:cubicBezTo>
                    <a:pt x="13675" y="23561"/>
                    <a:pt x="14327" y="23502"/>
                    <a:pt x="14978" y="23363"/>
                  </a:cubicBezTo>
                  <a:lnTo>
                    <a:pt x="15745" y="24931"/>
                  </a:lnTo>
                  <a:cubicBezTo>
                    <a:pt x="15852" y="25199"/>
                    <a:pt x="16111" y="25360"/>
                    <a:pt x="16400" y="25360"/>
                  </a:cubicBezTo>
                  <a:cubicBezTo>
                    <a:pt x="16469" y="25360"/>
                    <a:pt x="16541" y="25350"/>
                    <a:pt x="16612" y="25331"/>
                  </a:cubicBezTo>
                  <a:cubicBezTo>
                    <a:pt x="16979" y="25231"/>
                    <a:pt x="17346" y="25097"/>
                    <a:pt x="17713" y="24964"/>
                  </a:cubicBezTo>
                  <a:cubicBezTo>
                    <a:pt x="18080" y="24797"/>
                    <a:pt x="18313" y="24697"/>
                    <a:pt x="18614" y="24530"/>
                  </a:cubicBezTo>
                  <a:cubicBezTo>
                    <a:pt x="19247" y="24230"/>
                    <a:pt x="19881" y="23863"/>
                    <a:pt x="20448" y="23430"/>
                  </a:cubicBezTo>
                  <a:cubicBezTo>
                    <a:pt x="20749" y="23229"/>
                    <a:pt x="20849" y="22829"/>
                    <a:pt x="20682" y="22496"/>
                  </a:cubicBezTo>
                  <a:lnTo>
                    <a:pt x="19948" y="20961"/>
                  </a:lnTo>
                  <a:cubicBezTo>
                    <a:pt x="20648" y="20327"/>
                    <a:pt x="21282" y="19627"/>
                    <a:pt x="21816" y="18826"/>
                  </a:cubicBezTo>
                  <a:lnTo>
                    <a:pt x="23451" y="19393"/>
                  </a:lnTo>
                  <a:cubicBezTo>
                    <a:pt x="23530" y="19425"/>
                    <a:pt x="23613" y="19440"/>
                    <a:pt x="23696" y="19440"/>
                  </a:cubicBezTo>
                  <a:cubicBezTo>
                    <a:pt x="23961" y="19440"/>
                    <a:pt x="24224" y="19289"/>
                    <a:pt x="24351" y="19060"/>
                  </a:cubicBezTo>
                  <a:cubicBezTo>
                    <a:pt x="25018" y="17792"/>
                    <a:pt x="25519" y="16425"/>
                    <a:pt x="25752" y="14990"/>
                  </a:cubicBezTo>
                  <a:cubicBezTo>
                    <a:pt x="25819" y="14623"/>
                    <a:pt x="25585" y="14290"/>
                    <a:pt x="25252" y="14156"/>
                  </a:cubicBezTo>
                  <a:lnTo>
                    <a:pt x="23617" y="13589"/>
                  </a:lnTo>
                  <a:cubicBezTo>
                    <a:pt x="23651" y="12655"/>
                    <a:pt x="23617" y="11688"/>
                    <a:pt x="23417" y="10787"/>
                  </a:cubicBezTo>
                  <a:lnTo>
                    <a:pt x="24985" y="10020"/>
                  </a:lnTo>
                  <a:cubicBezTo>
                    <a:pt x="25319" y="9853"/>
                    <a:pt x="25485" y="9486"/>
                    <a:pt x="25385" y="9119"/>
                  </a:cubicBezTo>
                  <a:cubicBezTo>
                    <a:pt x="25185" y="8452"/>
                    <a:pt x="24918" y="7785"/>
                    <a:pt x="24618" y="7118"/>
                  </a:cubicBezTo>
                  <a:cubicBezTo>
                    <a:pt x="24284" y="6484"/>
                    <a:pt x="23918" y="5850"/>
                    <a:pt x="23517" y="5283"/>
                  </a:cubicBezTo>
                  <a:cubicBezTo>
                    <a:pt x="23360" y="5081"/>
                    <a:pt x="23127" y="4969"/>
                    <a:pt x="22889" y="4969"/>
                  </a:cubicBezTo>
                  <a:cubicBezTo>
                    <a:pt x="22774" y="4969"/>
                    <a:pt x="22659" y="4995"/>
                    <a:pt x="22550" y="5050"/>
                  </a:cubicBezTo>
                  <a:lnTo>
                    <a:pt x="21015" y="5817"/>
                  </a:lnTo>
                  <a:cubicBezTo>
                    <a:pt x="20382" y="5083"/>
                    <a:pt x="19681" y="4449"/>
                    <a:pt x="18881" y="3949"/>
                  </a:cubicBezTo>
                  <a:lnTo>
                    <a:pt x="19448" y="2281"/>
                  </a:lnTo>
                  <a:cubicBezTo>
                    <a:pt x="19581" y="1948"/>
                    <a:pt x="19414" y="1581"/>
                    <a:pt x="19114" y="1380"/>
                  </a:cubicBezTo>
                  <a:cubicBezTo>
                    <a:pt x="17846" y="713"/>
                    <a:pt x="16479" y="246"/>
                    <a:pt x="15044" y="13"/>
                  </a:cubicBezTo>
                  <a:cubicBezTo>
                    <a:pt x="14997" y="4"/>
                    <a:pt x="14950" y="0"/>
                    <a:pt x="149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73">
              <a:extLst>
                <a:ext uri="{FF2B5EF4-FFF2-40B4-BE49-F238E27FC236}">
                  <a16:creationId xmlns:a16="http://schemas.microsoft.com/office/drawing/2014/main" id="{A8EB841A-7BF7-0043-2534-2CD044F9121C}"/>
                </a:ext>
              </a:extLst>
            </p:cNvPr>
            <p:cNvSpPr/>
            <p:nvPr/>
          </p:nvSpPr>
          <p:spPr>
            <a:xfrm>
              <a:off x="7056049" y="2787744"/>
              <a:ext cx="759405" cy="772446"/>
            </a:xfrm>
            <a:custGeom>
              <a:avLst/>
              <a:gdLst/>
              <a:ahLst/>
              <a:cxnLst/>
              <a:rect l="l" t="t" r="r" b="b"/>
              <a:pathLst>
                <a:path w="47168" h="47978" extrusionOk="0">
                  <a:moveTo>
                    <a:pt x="17528" y="0"/>
                  </a:moveTo>
                  <a:cubicBezTo>
                    <a:pt x="15721" y="0"/>
                    <a:pt x="13771" y="272"/>
                    <a:pt x="11642" y="810"/>
                  </a:cubicBezTo>
                  <a:cubicBezTo>
                    <a:pt x="0" y="4046"/>
                    <a:pt x="4603" y="22692"/>
                    <a:pt x="4670" y="37036"/>
                  </a:cubicBezTo>
                  <a:cubicBezTo>
                    <a:pt x="4670" y="43074"/>
                    <a:pt x="13643" y="47977"/>
                    <a:pt x="24651" y="47977"/>
                  </a:cubicBezTo>
                  <a:cubicBezTo>
                    <a:pt x="35425" y="47910"/>
                    <a:pt x="46533" y="43274"/>
                    <a:pt x="47134" y="37036"/>
                  </a:cubicBezTo>
                  <a:cubicBezTo>
                    <a:pt x="47167" y="36469"/>
                    <a:pt x="47067" y="35902"/>
                    <a:pt x="46800" y="35401"/>
                  </a:cubicBezTo>
                  <a:cubicBezTo>
                    <a:pt x="44966" y="31899"/>
                    <a:pt x="36293" y="15354"/>
                    <a:pt x="31656" y="8582"/>
                  </a:cubicBezTo>
                  <a:cubicBezTo>
                    <a:pt x="27662" y="2807"/>
                    <a:pt x="23337" y="0"/>
                    <a:pt x="1752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3">
              <a:extLst>
                <a:ext uri="{FF2B5EF4-FFF2-40B4-BE49-F238E27FC236}">
                  <a16:creationId xmlns:a16="http://schemas.microsoft.com/office/drawing/2014/main" id="{CBEF4208-DFB6-B417-7D42-DC5389C1198C}"/>
                </a:ext>
              </a:extLst>
            </p:cNvPr>
            <p:cNvSpPr/>
            <p:nvPr/>
          </p:nvSpPr>
          <p:spPr>
            <a:xfrm>
              <a:off x="7056049" y="2787744"/>
              <a:ext cx="759405" cy="772446"/>
            </a:xfrm>
            <a:custGeom>
              <a:avLst/>
              <a:gdLst/>
              <a:ahLst/>
              <a:cxnLst/>
              <a:rect l="l" t="t" r="r" b="b"/>
              <a:pathLst>
                <a:path w="47168" h="47978" extrusionOk="0">
                  <a:moveTo>
                    <a:pt x="17528" y="0"/>
                  </a:moveTo>
                  <a:cubicBezTo>
                    <a:pt x="15721" y="0"/>
                    <a:pt x="13771" y="272"/>
                    <a:pt x="11642" y="810"/>
                  </a:cubicBezTo>
                  <a:cubicBezTo>
                    <a:pt x="0" y="4046"/>
                    <a:pt x="4603" y="22692"/>
                    <a:pt x="4670" y="37036"/>
                  </a:cubicBezTo>
                  <a:cubicBezTo>
                    <a:pt x="4670" y="43074"/>
                    <a:pt x="13643" y="47977"/>
                    <a:pt x="24651" y="47977"/>
                  </a:cubicBezTo>
                  <a:cubicBezTo>
                    <a:pt x="35425" y="47910"/>
                    <a:pt x="46533" y="43274"/>
                    <a:pt x="47134" y="37036"/>
                  </a:cubicBezTo>
                  <a:cubicBezTo>
                    <a:pt x="47167" y="36469"/>
                    <a:pt x="47067" y="35902"/>
                    <a:pt x="46800" y="35401"/>
                  </a:cubicBezTo>
                  <a:cubicBezTo>
                    <a:pt x="44966" y="31899"/>
                    <a:pt x="36293" y="15354"/>
                    <a:pt x="31656" y="8582"/>
                  </a:cubicBezTo>
                  <a:cubicBezTo>
                    <a:pt x="27662" y="2807"/>
                    <a:pt x="23337" y="0"/>
                    <a:pt x="17528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3">
              <a:extLst>
                <a:ext uri="{FF2B5EF4-FFF2-40B4-BE49-F238E27FC236}">
                  <a16:creationId xmlns:a16="http://schemas.microsoft.com/office/drawing/2014/main" id="{B9F1FB00-7794-4041-6DE6-CD2F5E66907B}"/>
                </a:ext>
              </a:extLst>
            </p:cNvPr>
            <p:cNvSpPr/>
            <p:nvPr/>
          </p:nvSpPr>
          <p:spPr>
            <a:xfrm>
              <a:off x="7055501" y="2800238"/>
              <a:ext cx="662209" cy="759952"/>
            </a:xfrm>
            <a:custGeom>
              <a:avLst/>
              <a:gdLst/>
              <a:ahLst/>
              <a:cxnLst/>
              <a:rect l="l" t="t" r="r" b="b"/>
              <a:pathLst>
                <a:path w="41131" h="47202" extrusionOk="0">
                  <a:moveTo>
                    <a:pt x="11642" y="1"/>
                  </a:moveTo>
                  <a:cubicBezTo>
                    <a:pt x="1" y="3236"/>
                    <a:pt x="4637" y="21883"/>
                    <a:pt x="4704" y="36227"/>
                  </a:cubicBezTo>
                  <a:cubicBezTo>
                    <a:pt x="4704" y="42298"/>
                    <a:pt x="13644" y="47201"/>
                    <a:pt x="24685" y="47201"/>
                  </a:cubicBezTo>
                  <a:cubicBezTo>
                    <a:pt x="30689" y="47134"/>
                    <a:pt x="36794" y="45667"/>
                    <a:pt x="41130" y="43332"/>
                  </a:cubicBezTo>
                  <a:cubicBezTo>
                    <a:pt x="37761" y="35226"/>
                    <a:pt x="31757" y="21049"/>
                    <a:pt x="28488" y="14478"/>
                  </a:cubicBezTo>
                  <a:cubicBezTo>
                    <a:pt x="23718" y="5004"/>
                    <a:pt x="19882" y="1"/>
                    <a:pt x="116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3">
              <a:extLst>
                <a:ext uri="{FF2B5EF4-FFF2-40B4-BE49-F238E27FC236}">
                  <a16:creationId xmlns:a16="http://schemas.microsoft.com/office/drawing/2014/main" id="{DD7547D5-8A34-E371-99B4-E66710E755BC}"/>
                </a:ext>
              </a:extLst>
            </p:cNvPr>
            <p:cNvSpPr/>
            <p:nvPr/>
          </p:nvSpPr>
          <p:spPr>
            <a:xfrm>
              <a:off x="7111899" y="2834805"/>
              <a:ext cx="429661" cy="491775"/>
            </a:xfrm>
            <a:custGeom>
              <a:avLst/>
              <a:gdLst/>
              <a:ahLst/>
              <a:cxnLst/>
              <a:rect l="l" t="t" r="r" b="b"/>
              <a:pathLst>
                <a:path w="26687" h="30545" extrusionOk="0">
                  <a:moveTo>
                    <a:pt x="8921" y="1"/>
                  </a:moveTo>
                  <a:cubicBezTo>
                    <a:pt x="7438" y="1"/>
                    <a:pt x="5961" y="615"/>
                    <a:pt x="4337" y="1756"/>
                  </a:cubicBezTo>
                  <a:cubicBezTo>
                    <a:pt x="2769" y="3891"/>
                    <a:pt x="1501" y="6226"/>
                    <a:pt x="534" y="8695"/>
                  </a:cubicBezTo>
                  <a:cubicBezTo>
                    <a:pt x="0" y="12764"/>
                    <a:pt x="234" y="17568"/>
                    <a:pt x="567" y="22471"/>
                  </a:cubicBezTo>
                  <a:cubicBezTo>
                    <a:pt x="968" y="23339"/>
                    <a:pt x="1468" y="24139"/>
                    <a:pt x="2035" y="24906"/>
                  </a:cubicBezTo>
                  <a:cubicBezTo>
                    <a:pt x="4738" y="28640"/>
                    <a:pt x="8909" y="30545"/>
                    <a:pt x="13094" y="30545"/>
                  </a:cubicBezTo>
                  <a:cubicBezTo>
                    <a:pt x="16762" y="30545"/>
                    <a:pt x="20440" y="29083"/>
                    <a:pt x="23150" y="26107"/>
                  </a:cubicBezTo>
                  <a:cubicBezTo>
                    <a:pt x="26686" y="22104"/>
                    <a:pt x="24751" y="15533"/>
                    <a:pt x="19381" y="8395"/>
                  </a:cubicBezTo>
                  <a:cubicBezTo>
                    <a:pt x="14994" y="2553"/>
                    <a:pt x="11944" y="1"/>
                    <a:pt x="8921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3">
              <a:extLst>
                <a:ext uri="{FF2B5EF4-FFF2-40B4-BE49-F238E27FC236}">
                  <a16:creationId xmlns:a16="http://schemas.microsoft.com/office/drawing/2014/main" id="{03D6B25B-D3E2-9268-4024-0D10FF8BCD36}"/>
                </a:ext>
              </a:extLst>
            </p:cNvPr>
            <p:cNvSpPr/>
            <p:nvPr/>
          </p:nvSpPr>
          <p:spPr>
            <a:xfrm>
              <a:off x="6029207" y="2807370"/>
              <a:ext cx="1600952" cy="1222650"/>
            </a:xfrm>
            <a:custGeom>
              <a:avLst/>
              <a:gdLst/>
              <a:ahLst/>
              <a:cxnLst/>
              <a:rect l="l" t="t" r="r" b="b"/>
              <a:pathLst>
                <a:path w="99438" h="75941" extrusionOk="0">
                  <a:moveTo>
                    <a:pt x="69425" y="1"/>
                  </a:moveTo>
                  <a:cubicBezTo>
                    <a:pt x="68718" y="1"/>
                    <a:pt x="67983" y="75"/>
                    <a:pt x="67215" y="225"/>
                  </a:cubicBezTo>
                  <a:cubicBezTo>
                    <a:pt x="52905" y="4228"/>
                    <a:pt x="22183" y="8998"/>
                    <a:pt x="12342" y="13835"/>
                  </a:cubicBezTo>
                  <a:cubicBezTo>
                    <a:pt x="10808" y="14602"/>
                    <a:pt x="9340" y="15536"/>
                    <a:pt x="8006" y="16603"/>
                  </a:cubicBezTo>
                  <a:cubicBezTo>
                    <a:pt x="5638" y="18438"/>
                    <a:pt x="4070" y="22040"/>
                    <a:pt x="3636" y="24609"/>
                  </a:cubicBezTo>
                  <a:cubicBezTo>
                    <a:pt x="2269" y="32848"/>
                    <a:pt x="1501" y="40087"/>
                    <a:pt x="1068" y="46224"/>
                  </a:cubicBezTo>
                  <a:cubicBezTo>
                    <a:pt x="968" y="46892"/>
                    <a:pt x="934" y="47559"/>
                    <a:pt x="934" y="48259"/>
                  </a:cubicBezTo>
                  <a:cubicBezTo>
                    <a:pt x="0" y="56298"/>
                    <a:pt x="1968" y="61369"/>
                    <a:pt x="11909" y="67106"/>
                  </a:cubicBezTo>
                  <a:cubicBezTo>
                    <a:pt x="22220" y="73058"/>
                    <a:pt x="35143" y="75940"/>
                    <a:pt x="47861" y="75940"/>
                  </a:cubicBezTo>
                  <a:cubicBezTo>
                    <a:pt x="59664" y="75940"/>
                    <a:pt x="71291" y="73457"/>
                    <a:pt x="80491" y="68640"/>
                  </a:cubicBezTo>
                  <a:cubicBezTo>
                    <a:pt x="90765" y="63237"/>
                    <a:pt x="94001" y="54564"/>
                    <a:pt x="95468" y="49860"/>
                  </a:cubicBezTo>
                  <a:cubicBezTo>
                    <a:pt x="99438" y="32548"/>
                    <a:pt x="90065" y="20273"/>
                    <a:pt x="86762" y="15603"/>
                  </a:cubicBezTo>
                  <a:cubicBezTo>
                    <a:pt x="79756" y="5692"/>
                    <a:pt x="75625" y="1"/>
                    <a:pt x="69425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3">
              <a:extLst>
                <a:ext uri="{FF2B5EF4-FFF2-40B4-BE49-F238E27FC236}">
                  <a16:creationId xmlns:a16="http://schemas.microsoft.com/office/drawing/2014/main" id="{F5974F49-D485-E828-D078-81DACD5D77D7}"/>
                </a:ext>
              </a:extLst>
            </p:cNvPr>
            <p:cNvSpPr/>
            <p:nvPr/>
          </p:nvSpPr>
          <p:spPr>
            <a:xfrm>
              <a:off x="6029207" y="2807370"/>
              <a:ext cx="1600952" cy="1222650"/>
            </a:xfrm>
            <a:custGeom>
              <a:avLst/>
              <a:gdLst/>
              <a:ahLst/>
              <a:cxnLst/>
              <a:rect l="l" t="t" r="r" b="b"/>
              <a:pathLst>
                <a:path w="99438" h="75941" extrusionOk="0">
                  <a:moveTo>
                    <a:pt x="69425" y="1"/>
                  </a:moveTo>
                  <a:cubicBezTo>
                    <a:pt x="68718" y="1"/>
                    <a:pt x="67983" y="75"/>
                    <a:pt x="67215" y="225"/>
                  </a:cubicBezTo>
                  <a:cubicBezTo>
                    <a:pt x="52905" y="4228"/>
                    <a:pt x="22183" y="8998"/>
                    <a:pt x="12342" y="13835"/>
                  </a:cubicBezTo>
                  <a:cubicBezTo>
                    <a:pt x="10808" y="14602"/>
                    <a:pt x="9340" y="15536"/>
                    <a:pt x="8006" y="16603"/>
                  </a:cubicBezTo>
                  <a:cubicBezTo>
                    <a:pt x="5638" y="18438"/>
                    <a:pt x="4070" y="22040"/>
                    <a:pt x="3636" y="24609"/>
                  </a:cubicBezTo>
                  <a:cubicBezTo>
                    <a:pt x="2269" y="32848"/>
                    <a:pt x="1501" y="40087"/>
                    <a:pt x="1068" y="46224"/>
                  </a:cubicBezTo>
                  <a:cubicBezTo>
                    <a:pt x="968" y="46892"/>
                    <a:pt x="934" y="47559"/>
                    <a:pt x="934" y="48259"/>
                  </a:cubicBezTo>
                  <a:cubicBezTo>
                    <a:pt x="0" y="56298"/>
                    <a:pt x="1968" y="61369"/>
                    <a:pt x="11909" y="67106"/>
                  </a:cubicBezTo>
                  <a:cubicBezTo>
                    <a:pt x="22220" y="73058"/>
                    <a:pt x="35143" y="75940"/>
                    <a:pt x="47861" y="75940"/>
                  </a:cubicBezTo>
                  <a:cubicBezTo>
                    <a:pt x="59664" y="75940"/>
                    <a:pt x="71291" y="73457"/>
                    <a:pt x="80491" y="68640"/>
                  </a:cubicBezTo>
                  <a:cubicBezTo>
                    <a:pt x="87930" y="64804"/>
                    <a:pt x="93400" y="57966"/>
                    <a:pt x="95468" y="49860"/>
                  </a:cubicBezTo>
                  <a:cubicBezTo>
                    <a:pt x="99438" y="32548"/>
                    <a:pt x="90065" y="20273"/>
                    <a:pt x="86762" y="15603"/>
                  </a:cubicBezTo>
                  <a:cubicBezTo>
                    <a:pt x="79756" y="5692"/>
                    <a:pt x="75625" y="1"/>
                    <a:pt x="69425" y="1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3">
              <a:extLst>
                <a:ext uri="{FF2B5EF4-FFF2-40B4-BE49-F238E27FC236}">
                  <a16:creationId xmlns:a16="http://schemas.microsoft.com/office/drawing/2014/main" id="{F08284D7-B3E6-4FF0-28C3-104A7026C0F0}"/>
                </a:ext>
              </a:extLst>
            </p:cNvPr>
            <p:cNvSpPr/>
            <p:nvPr/>
          </p:nvSpPr>
          <p:spPr>
            <a:xfrm>
              <a:off x="6029207" y="3059754"/>
              <a:ext cx="729330" cy="969268"/>
            </a:xfrm>
            <a:custGeom>
              <a:avLst/>
              <a:gdLst/>
              <a:ahLst/>
              <a:cxnLst/>
              <a:rect l="l" t="t" r="r" b="b"/>
              <a:pathLst>
                <a:path w="45300" h="60203" extrusionOk="0">
                  <a:moveTo>
                    <a:pt x="11271" y="0"/>
                  </a:moveTo>
                  <a:cubicBezTo>
                    <a:pt x="10117" y="0"/>
                    <a:pt x="9018" y="302"/>
                    <a:pt x="8039" y="927"/>
                  </a:cubicBezTo>
                  <a:cubicBezTo>
                    <a:pt x="5638" y="2762"/>
                    <a:pt x="4070" y="6364"/>
                    <a:pt x="3636" y="8933"/>
                  </a:cubicBezTo>
                  <a:cubicBezTo>
                    <a:pt x="2269" y="17172"/>
                    <a:pt x="1535" y="24411"/>
                    <a:pt x="1068" y="30548"/>
                  </a:cubicBezTo>
                  <a:cubicBezTo>
                    <a:pt x="968" y="31216"/>
                    <a:pt x="934" y="31883"/>
                    <a:pt x="934" y="32583"/>
                  </a:cubicBezTo>
                  <a:cubicBezTo>
                    <a:pt x="0" y="40622"/>
                    <a:pt x="1968" y="45693"/>
                    <a:pt x="11909" y="51430"/>
                  </a:cubicBezTo>
                  <a:cubicBezTo>
                    <a:pt x="21549" y="57001"/>
                    <a:pt x="33424" y="59869"/>
                    <a:pt x="45299" y="60203"/>
                  </a:cubicBezTo>
                  <a:cubicBezTo>
                    <a:pt x="25252" y="58869"/>
                    <a:pt x="23617" y="45659"/>
                    <a:pt x="25719" y="36052"/>
                  </a:cubicBezTo>
                  <a:cubicBezTo>
                    <a:pt x="27787" y="26479"/>
                    <a:pt x="25685" y="17939"/>
                    <a:pt x="22383" y="9834"/>
                  </a:cubicBezTo>
                  <a:cubicBezTo>
                    <a:pt x="19826" y="3557"/>
                    <a:pt x="15229" y="0"/>
                    <a:pt x="1127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3">
              <a:extLst>
                <a:ext uri="{FF2B5EF4-FFF2-40B4-BE49-F238E27FC236}">
                  <a16:creationId xmlns:a16="http://schemas.microsoft.com/office/drawing/2014/main" id="{A0267DF8-84C6-37AC-D14F-14EB391CDAF3}"/>
                </a:ext>
              </a:extLst>
            </p:cNvPr>
            <p:cNvSpPr/>
            <p:nvPr/>
          </p:nvSpPr>
          <p:spPr>
            <a:xfrm>
              <a:off x="6029207" y="2807225"/>
              <a:ext cx="1600952" cy="1222344"/>
            </a:xfrm>
            <a:custGeom>
              <a:avLst/>
              <a:gdLst/>
              <a:ahLst/>
              <a:cxnLst/>
              <a:rect l="l" t="t" r="r" b="b"/>
              <a:pathLst>
                <a:path w="99438" h="75922" extrusionOk="0">
                  <a:moveTo>
                    <a:pt x="69450" y="367"/>
                  </a:moveTo>
                  <a:lnTo>
                    <a:pt x="69450" y="401"/>
                  </a:lnTo>
                  <a:cubicBezTo>
                    <a:pt x="75554" y="401"/>
                    <a:pt x="79657" y="6205"/>
                    <a:pt x="86429" y="15845"/>
                  </a:cubicBezTo>
                  <a:lnTo>
                    <a:pt x="86862" y="16412"/>
                  </a:lnTo>
                  <a:cubicBezTo>
                    <a:pt x="90432" y="21449"/>
                    <a:pt x="98871" y="33291"/>
                    <a:pt x="95102" y="49769"/>
                  </a:cubicBezTo>
                  <a:cubicBezTo>
                    <a:pt x="94168" y="54273"/>
                    <a:pt x="90999" y="62679"/>
                    <a:pt x="80291" y="68283"/>
                  </a:cubicBezTo>
                  <a:cubicBezTo>
                    <a:pt x="71385" y="72953"/>
                    <a:pt x="59876" y="75521"/>
                    <a:pt x="47868" y="75521"/>
                  </a:cubicBezTo>
                  <a:cubicBezTo>
                    <a:pt x="34625" y="75521"/>
                    <a:pt x="21949" y="72419"/>
                    <a:pt x="12142" y="66748"/>
                  </a:cubicBezTo>
                  <a:cubicBezTo>
                    <a:pt x="1935" y="60877"/>
                    <a:pt x="467" y="55740"/>
                    <a:pt x="1335" y="48268"/>
                  </a:cubicBezTo>
                  <a:lnTo>
                    <a:pt x="1335" y="48235"/>
                  </a:lnTo>
                  <a:cubicBezTo>
                    <a:pt x="1335" y="47568"/>
                    <a:pt x="1368" y="46901"/>
                    <a:pt x="1468" y="46233"/>
                  </a:cubicBezTo>
                  <a:cubicBezTo>
                    <a:pt x="2002" y="38761"/>
                    <a:pt x="2869" y="31723"/>
                    <a:pt x="4037" y="24651"/>
                  </a:cubicBezTo>
                  <a:cubicBezTo>
                    <a:pt x="4437" y="22150"/>
                    <a:pt x="5938" y="18647"/>
                    <a:pt x="8240" y="16879"/>
                  </a:cubicBezTo>
                  <a:cubicBezTo>
                    <a:pt x="9574" y="15845"/>
                    <a:pt x="11008" y="14944"/>
                    <a:pt x="12509" y="14177"/>
                  </a:cubicBezTo>
                  <a:cubicBezTo>
                    <a:pt x="18647" y="11175"/>
                    <a:pt x="32724" y="8206"/>
                    <a:pt x="46333" y="5371"/>
                  </a:cubicBezTo>
                  <a:cubicBezTo>
                    <a:pt x="54372" y="3703"/>
                    <a:pt x="61945" y="2102"/>
                    <a:pt x="67315" y="601"/>
                  </a:cubicBezTo>
                  <a:cubicBezTo>
                    <a:pt x="68016" y="467"/>
                    <a:pt x="68749" y="401"/>
                    <a:pt x="69450" y="367"/>
                  </a:cubicBezTo>
                  <a:close/>
                  <a:moveTo>
                    <a:pt x="69450" y="0"/>
                  </a:moveTo>
                  <a:cubicBezTo>
                    <a:pt x="68716" y="0"/>
                    <a:pt x="67949" y="67"/>
                    <a:pt x="67215" y="234"/>
                  </a:cubicBezTo>
                  <a:cubicBezTo>
                    <a:pt x="52905" y="4203"/>
                    <a:pt x="22183" y="8973"/>
                    <a:pt x="12342" y="13810"/>
                  </a:cubicBezTo>
                  <a:cubicBezTo>
                    <a:pt x="10808" y="14611"/>
                    <a:pt x="9374" y="15511"/>
                    <a:pt x="8006" y="16579"/>
                  </a:cubicBezTo>
                  <a:cubicBezTo>
                    <a:pt x="5638" y="18414"/>
                    <a:pt x="4070" y="22016"/>
                    <a:pt x="3636" y="24618"/>
                  </a:cubicBezTo>
                  <a:cubicBezTo>
                    <a:pt x="2269" y="32857"/>
                    <a:pt x="1535" y="40096"/>
                    <a:pt x="1068" y="46200"/>
                  </a:cubicBezTo>
                  <a:cubicBezTo>
                    <a:pt x="1001" y="46867"/>
                    <a:pt x="934" y="47568"/>
                    <a:pt x="934" y="48235"/>
                  </a:cubicBezTo>
                  <a:cubicBezTo>
                    <a:pt x="0" y="56307"/>
                    <a:pt x="2002" y="61344"/>
                    <a:pt x="11909" y="67082"/>
                  </a:cubicBezTo>
                  <a:cubicBezTo>
                    <a:pt x="22250" y="73053"/>
                    <a:pt x="35159" y="75921"/>
                    <a:pt x="47868" y="75921"/>
                  </a:cubicBezTo>
                  <a:cubicBezTo>
                    <a:pt x="59676" y="75921"/>
                    <a:pt x="71285" y="73420"/>
                    <a:pt x="80491" y="68616"/>
                  </a:cubicBezTo>
                  <a:cubicBezTo>
                    <a:pt x="90765" y="63212"/>
                    <a:pt x="94368" y="55273"/>
                    <a:pt x="95502" y="49836"/>
                  </a:cubicBezTo>
                  <a:cubicBezTo>
                    <a:pt x="99438" y="32557"/>
                    <a:pt x="90065" y="20248"/>
                    <a:pt x="86762" y="15578"/>
                  </a:cubicBezTo>
                  <a:cubicBezTo>
                    <a:pt x="79791" y="5704"/>
                    <a:pt x="75654" y="0"/>
                    <a:pt x="6945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3">
              <a:extLst>
                <a:ext uri="{FF2B5EF4-FFF2-40B4-BE49-F238E27FC236}">
                  <a16:creationId xmlns:a16="http://schemas.microsoft.com/office/drawing/2014/main" id="{790ED203-8A49-E26B-3C3E-4EAE9767F932}"/>
                </a:ext>
              </a:extLst>
            </p:cNvPr>
            <p:cNvSpPr/>
            <p:nvPr/>
          </p:nvSpPr>
          <p:spPr>
            <a:xfrm>
              <a:off x="7064099" y="3640481"/>
              <a:ext cx="355536" cy="362765"/>
            </a:xfrm>
            <a:custGeom>
              <a:avLst/>
              <a:gdLst/>
              <a:ahLst/>
              <a:cxnLst/>
              <a:rect l="l" t="t" r="r" b="b"/>
              <a:pathLst>
                <a:path w="22083" h="22532" extrusionOk="0">
                  <a:moveTo>
                    <a:pt x="10627" y="0"/>
                  </a:moveTo>
                  <a:cubicBezTo>
                    <a:pt x="10422" y="0"/>
                    <a:pt x="10216" y="59"/>
                    <a:pt x="10008" y="183"/>
                  </a:cubicBezTo>
                  <a:cubicBezTo>
                    <a:pt x="7839" y="1417"/>
                    <a:pt x="8874" y="6120"/>
                    <a:pt x="5004" y="15093"/>
                  </a:cubicBezTo>
                  <a:cubicBezTo>
                    <a:pt x="3803" y="17895"/>
                    <a:pt x="2102" y="20397"/>
                    <a:pt x="1" y="22532"/>
                  </a:cubicBezTo>
                  <a:cubicBezTo>
                    <a:pt x="5638" y="21398"/>
                    <a:pt x="11075" y="19496"/>
                    <a:pt x="16212" y="16894"/>
                  </a:cubicBezTo>
                  <a:cubicBezTo>
                    <a:pt x="18280" y="15794"/>
                    <a:pt x="20248" y="14493"/>
                    <a:pt x="22083" y="12992"/>
                  </a:cubicBezTo>
                  <a:cubicBezTo>
                    <a:pt x="19381" y="11958"/>
                    <a:pt x="17179" y="9289"/>
                    <a:pt x="15578" y="6454"/>
                  </a:cubicBezTo>
                  <a:cubicBezTo>
                    <a:pt x="13424" y="2757"/>
                    <a:pt x="12033" y="0"/>
                    <a:pt x="1062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3">
              <a:extLst>
                <a:ext uri="{FF2B5EF4-FFF2-40B4-BE49-F238E27FC236}">
                  <a16:creationId xmlns:a16="http://schemas.microsoft.com/office/drawing/2014/main" id="{4F353CB3-D8B6-08F5-0212-7F96D69FF36C}"/>
                </a:ext>
              </a:extLst>
            </p:cNvPr>
            <p:cNvSpPr/>
            <p:nvPr/>
          </p:nvSpPr>
          <p:spPr>
            <a:xfrm>
              <a:off x="7202655" y="3640481"/>
              <a:ext cx="216980" cy="236026"/>
            </a:xfrm>
            <a:custGeom>
              <a:avLst/>
              <a:gdLst/>
              <a:ahLst/>
              <a:cxnLst/>
              <a:rect l="l" t="t" r="r" b="b"/>
              <a:pathLst>
                <a:path w="13477" h="14660" extrusionOk="0">
                  <a:moveTo>
                    <a:pt x="2021" y="0"/>
                  </a:moveTo>
                  <a:cubicBezTo>
                    <a:pt x="1816" y="0"/>
                    <a:pt x="1610" y="59"/>
                    <a:pt x="1402" y="183"/>
                  </a:cubicBezTo>
                  <a:cubicBezTo>
                    <a:pt x="668" y="583"/>
                    <a:pt x="301" y="1417"/>
                    <a:pt x="1" y="2651"/>
                  </a:cubicBezTo>
                  <a:cubicBezTo>
                    <a:pt x="2236" y="2951"/>
                    <a:pt x="3603" y="5553"/>
                    <a:pt x="4571" y="7755"/>
                  </a:cubicBezTo>
                  <a:cubicBezTo>
                    <a:pt x="5571" y="9956"/>
                    <a:pt x="8240" y="13826"/>
                    <a:pt x="11242" y="14660"/>
                  </a:cubicBezTo>
                  <a:cubicBezTo>
                    <a:pt x="12043" y="14126"/>
                    <a:pt x="12776" y="13559"/>
                    <a:pt x="13477" y="12992"/>
                  </a:cubicBezTo>
                  <a:cubicBezTo>
                    <a:pt x="10775" y="11958"/>
                    <a:pt x="8573" y="9289"/>
                    <a:pt x="6972" y="6454"/>
                  </a:cubicBezTo>
                  <a:cubicBezTo>
                    <a:pt x="4818" y="2757"/>
                    <a:pt x="3427" y="0"/>
                    <a:pt x="2021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3">
              <a:extLst>
                <a:ext uri="{FF2B5EF4-FFF2-40B4-BE49-F238E27FC236}">
                  <a16:creationId xmlns:a16="http://schemas.microsoft.com/office/drawing/2014/main" id="{1C891EE9-3C27-28D5-4BD5-0661B022363B}"/>
                </a:ext>
              </a:extLst>
            </p:cNvPr>
            <p:cNvSpPr/>
            <p:nvPr/>
          </p:nvSpPr>
          <p:spPr>
            <a:xfrm>
              <a:off x="5924476" y="3102354"/>
              <a:ext cx="483370" cy="553840"/>
            </a:xfrm>
            <a:custGeom>
              <a:avLst/>
              <a:gdLst/>
              <a:ahLst/>
              <a:cxnLst/>
              <a:rect l="l" t="t" r="r" b="b"/>
              <a:pathLst>
                <a:path w="30023" h="34400" extrusionOk="0">
                  <a:moveTo>
                    <a:pt x="16317" y="0"/>
                  </a:moveTo>
                  <a:cubicBezTo>
                    <a:pt x="15269" y="0"/>
                    <a:pt x="14223" y="301"/>
                    <a:pt x="13210" y="950"/>
                  </a:cubicBezTo>
                  <a:cubicBezTo>
                    <a:pt x="4471" y="7188"/>
                    <a:pt x="1" y="15594"/>
                    <a:pt x="2703" y="23933"/>
                  </a:cubicBezTo>
                  <a:cubicBezTo>
                    <a:pt x="4967" y="30868"/>
                    <a:pt x="10934" y="34400"/>
                    <a:pt x="16865" y="34400"/>
                  </a:cubicBezTo>
                  <a:cubicBezTo>
                    <a:pt x="19322" y="34400"/>
                    <a:pt x="21772" y="33794"/>
                    <a:pt x="23951" y="32572"/>
                  </a:cubicBezTo>
                  <a:cubicBezTo>
                    <a:pt x="28988" y="29737"/>
                    <a:pt x="30022" y="22899"/>
                    <a:pt x="27587" y="13492"/>
                  </a:cubicBezTo>
                  <a:cubicBezTo>
                    <a:pt x="25576" y="5827"/>
                    <a:pt x="20929" y="0"/>
                    <a:pt x="16317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6" name="Google Shape;4156;p73">
              <a:extLst>
                <a:ext uri="{FF2B5EF4-FFF2-40B4-BE49-F238E27FC236}">
                  <a16:creationId xmlns:a16="http://schemas.microsoft.com/office/drawing/2014/main" id="{E82D7B9A-8E4E-9988-40E5-96468B9CBB96}"/>
                </a:ext>
              </a:extLst>
            </p:cNvPr>
            <p:cNvSpPr/>
            <p:nvPr/>
          </p:nvSpPr>
          <p:spPr>
            <a:xfrm>
              <a:off x="5647894" y="3096156"/>
              <a:ext cx="759405" cy="1076430"/>
            </a:xfrm>
            <a:custGeom>
              <a:avLst/>
              <a:gdLst/>
              <a:ahLst/>
              <a:cxnLst/>
              <a:rect l="l" t="t" r="r" b="b"/>
              <a:pathLst>
                <a:path w="47168" h="66859" extrusionOk="0">
                  <a:moveTo>
                    <a:pt x="27751" y="0"/>
                  </a:moveTo>
                  <a:cubicBezTo>
                    <a:pt x="27018" y="0"/>
                    <a:pt x="26288" y="159"/>
                    <a:pt x="25619" y="468"/>
                  </a:cubicBezTo>
                  <a:cubicBezTo>
                    <a:pt x="17180" y="4237"/>
                    <a:pt x="13544" y="8807"/>
                    <a:pt x="9241" y="23217"/>
                  </a:cubicBezTo>
                  <a:cubicBezTo>
                    <a:pt x="6505" y="32257"/>
                    <a:pt x="635" y="54606"/>
                    <a:pt x="334" y="56808"/>
                  </a:cubicBezTo>
                  <a:cubicBezTo>
                    <a:pt x="1" y="58976"/>
                    <a:pt x="2269" y="62412"/>
                    <a:pt x="5605" y="64247"/>
                  </a:cubicBezTo>
                  <a:cubicBezTo>
                    <a:pt x="8743" y="65988"/>
                    <a:pt x="13526" y="66859"/>
                    <a:pt x="18435" y="66859"/>
                  </a:cubicBezTo>
                  <a:cubicBezTo>
                    <a:pt x="23963" y="66859"/>
                    <a:pt x="29650" y="65755"/>
                    <a:pt x="33325" y="63546"/>
                  </a:cubicBezTo>
                  <a:cubicBezTo>
                    <a:pt x="36527" y="61611"/>
                    <a:pt x="37894" y="59143"/>
                    <a:pt x="38328" y="56374"/>
                  </a:cubicBezTo>
                  <a:lnTo>
                    <a:pt x="41163" y="39162"/>
                  </a:lnTo>
                  <a:cubicBezTo>
                    <a:pt x="41163" y="39162"/>
                    <a:pt x="47168" y="8340"/>
                    <a:pt x="29789" y="434"/>
                  </a:cubicBezTo>
                  <a:cubicBezTo>
                    <a:pt x="29140" y="142"/>
                    <a:pt x="28444" y="0"/>
                    <a:pt x="277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3">
              <a:extLst>
                <a:ext uri="{FF2B5EF4-FFF2-40B4-BE49-F238E27FC236}">
                  <a16:creationId xmlns:a16="http://schemas.microsoft.com/office/drawing/2014/main" id="{1BAE7D8F-794A-F50A-7709-B4E26AA29392}"/>
                </a:ext>
              </a:extLst>
            </p:cNvPr>
            <p:cNvSpPr/>
            <p:nvPr/>
          </p:nvSpPr>
          <p:spPr>
            <a:xfrm>
              <a:off x="5647894" y="3096156"/>
              <a:ext cx="759405" cy="1076430"/>
            </a:xfrm>
            <a:custGeom>
              <a:avLst/>
              <a:gdLst/>
              <a:ahLst/>
              <a:cxnLst/>
              <a:rect l="l" t="t" r="r" b="b"/>
              <a:pathLst>
                <a:path w="47168" h="66859" extrusionOk="0">
                  <a:moveTo>
                    <a:pt x="27751" y="0"/>
                  </a:moveTo>
                  <a:cubicBezTo>
                    <a:pt x="27018" y="0"/>
                    <a:pt x="26288" y="159"/>
                    <a:pt x="25619" y="468"/>
                  </a:cubicBezTo>
                  <a:cubicBezTo>
                    <a:pt x="17180" y="4237"/>
                    <a:pt x="13544" y="8807"/>
                    <a:pt x="9241" y="23217"/>
                  </a:cubicBezTo>
                  <a:cubicBezTo>
                    <a:pt x="6505" y="32257"/>
                    <a:pt x="635" y="54606"/>
                    <a:pt x="334" y="56808"/>
                  </a:cubicBezTo>
                  <a:cubicBezTo>
                    <a:pt x="1" y="58976"/>
                    <a:pt x="2269" y="62412"/>
                    <a:pt x="5605" y="64247"/>
                  </a:cubicBezTo>
                  <a:cubicBezTo>
                    <a:pt x="8743" y="65988"/>
                    <a:pt x="13526" y="66859"/>
                    <a:pt x="18435" y="66859"/>
                  </a:cubicBezTo>
                  <a:cubicBezTo>
                    <a:pt x="23963" y="66859"/>
                    <a:pt x="29650" y="65755"/>
                    <a:pt x="33325" y="63546"/>
                  </a:cubicBezTo>
                  <a:cubicBezTo>
                    <a:pt x="36527" y="61611"/>
                    <a:pt x="37894" y="59143"/>
                    <a:pt x="38328" y="56374"/>
                  </a:cubicBezTo>
                  <a:lnTo>
                    <a:pt x="41163" y="39162"/>
                  </a:lnTo>
                  <a:cubicBezTo>
                    <a:pt x="41163" y="39162"/>
                    <a:pt x="47168" y="8340"/>
                    <a:pt x="29789" y="434"/>
                  </a:cubicBezTo>
                  <a:cubicBezTo>
                    <a:pt x="29140" y="142"/>
                    <a:pt x="28444" y="0"/>
                    <a:pt x="27751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3">
              <a:extLst>
                <a:ext uri="{FF2B5EF4-FFF2-40B4-BE49-F238E27FC236}">
                  <a16:creationId xmlns:a16="http://schemas.microsoft.com/office/drawing/2014/main" id="{B6FD5EA4-4F08-DDE9-169E-2F04812D0C5C}"/>
                </a:ext>
              </a:extLst>
            </p:cNvPr>
            <p:cNvSpPr/>
            <p:nvPr/>
          </p:nvSpPr>
          <p:spPr>
            <a:xfrm>
              <a:off x="6126402" y="3123011"/>
              <a:ext cx="272315" cy="1022559"/>
            </a:xfrm>
            <a:custGeom>
              <a:avLst/>
              <a:gdLst/>
              <a:ahLst/>
              <a:cxnLst/>
              <a:rect l="l" t="t" r="r" b="b"/>
              <a:pathLst>
                <a:path w="16914" h="63513" extrusionOk="0">
                  <a:moveTo>
                    <a:pt x="2336" y="0"/>
                  </a:moveTo>
                  <a:lnTo>
                    <a:pt x="2336" y="0"/>
                  </a:lnTo>
                  <a:cubicBezTo>
                    <a:pt x="8507" y="4937"/>
                    <a:pt x="7573" y="16312"/>
                    <a:pt x="5572" y="32123"/>
                  </a:cubicBezTo>
                  <a:cubicBezTo>
                    <a:pt x="4437" y="40963"/>
                    <a:pt x="1836" y="53839"/>
                    <a:pt x="1" y="63513"/>
                  </a:cubicBezTo>
                  <a:cubicBezTo>
                    <a:pt x="1235" y="63079"/>
                    <a:pt x="2469" y="62545"/>
                    <a:pt x="3604" y="61878"/>
                  </a:cubicBezTo>
                  <a:cubicBezTo>
                    <a:pt x="6806" y="59943"/>
                    <a:pt x="8173" y="57475"/>
                    <a:pt x="8607" y="54706"/>
                  </a:cubicBezTo>
                  <a:lnTo>
                    <a:pt x="11442" y="37494"/>
                  </a:lnTo>
                  <a:cubicBezTo>
                    <a:pt x="11442" y="37494"/>
                    <a:pt x="16913" y="9440"/>
                    <a:pt x="233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3">
              <a:extLst>
                <a:ext uri="{FF2B5EF4-FFF2-40B4-BE49-F238E27FC236}">
                  <a16:creationId xmlns:a16="http://schemas.microsoft.com/office/drawing/2014/main" id="{C4085EAC-D8DE-792B-1326-DA294C7B7A99}"/>
                </a:ext>
              </a:extLst>
            </p:cNvPr>
            <p:cNvSpPr/>
            <p:nvPr/>
          </p:nvSpPr>
          <p:spPr>
            <a:xfrm>
              <a:off x="5647363" y="3096091"/>
              <a:ext cx="760483" cy="1076333"/>
            </a:xfrm>
            <a:custGeom>
              <a:avLst/>
              <a:gdLst/>
              <a:ahLst/>
              <a:cxnLst/>
              <a:rect l="l" t="t" r="r" b="b"/>
              <a:pathLst>
                <a:path w="47235" h="66853" extrusionOk="0">
                  <a:moveTo>
                    <a:pt x="27854" y="371"/>
                  </a:moveTo>
                  <a:cubicBezTo>
                    <a:pt x="28487" y="371"/>
                    <a:pt x="29088" y="505"/>
                    <a:pt x="29688" y="772"/>
                  </a:cubicBezTo>
                  <a:cubicBezTo>
                    <a:pt x="33558" y="2540"/>
                    <a:pt x="36560" y="5642"/>
                    <a:pt x="38595" y="9978"/>
                  </a:cubicBezTo>
                  <a:cubicBezTo>
                    <a:pt x="40229" y="13481"/>
                    <a:pt x="41263" y="17784"/>
                    <a:pt x="41630" y="22788"/>
                  </a:cubicBezTo>
                  <a:cubicBezTo>
                    <a:pt x="41997" y="28225"/>
                    <a:pt x="41730" y="33695"/>
                    <a:pt x="40796" y="39099"/>
                  </a:cubicBezTo>
                  <a:lnTo>
                    <a:pt x="37961" y="56312"/>
                  </a:lnTo>
                  <a:cubicBezTo>
                    <a:pt x="37527" y="59314"/>
                    <a:pt x="35993" y="61515"/>
                    <a:pt x="33157" y="63216"/>
                  </a:cubicBezTo>
                  <a:cubicBezTo>
                    <a:pt x="29788" y="65251"/>
                    <a:pt x="24284" y="66485"/>
                    <a:pt x="18480" y="66485"/>
                  </a:cubicBezTo>
                  <a:cubicBezTo>
                    <a:pt x="13377" y="66485"/>
                    <a:pt x="8773" y="65518"/>
                    <a:pt x="5871" y="63917"/>
                  </a:cubicBezTo>
                  <a:cubicBezTo>
                    <a:pt x="2435" y="62016"/>
                    <a:pt x="434" y="58747"/>
                    <a:pt x="734" y="56845"/>
                  </a:cubicBezTo>
                  <a:cubicBezTo>
                    <a:pt x="1068" y="54577"/>
                    <a:pt x="6972" y="32194"/>
                    <a:pt x="9607" y="23321"/>
                  </a:cubicBezTo>
                  <a:cubicBezTo>
                    <a:pt x="13777" y="9478"/>
                    <a:pt x="17279" y="4641"/>
                    <a:pt x="25785" y="838"/>
                  </a:cubicBezTo>
                  <a:cubicBezTo>
                    <a:pt x="26419" y="538"/>
                    <a:pt x="27120" y="405"/>
                    <a:pt x="27820" y="371"/>
                  </a:cubicBezTo>
                  <a:close/>
                  <a:moveTo>
                    <a:pt x="28025" y="0"/>
                  </a:moveTo>
                  <a:cubicBezTo>
                    <a:pt x="27967" y="0"/>
                    <a:pt x="27910" y="2"/>
                    <a:pt x="27854" y="5"/>
                  </a:cubicBezTo>
                  <a:lnTo>
                    <a:pt x="27820" y="5"/>
                  </a:lnTo>
                  <a:cubicBezTo>
                    <a:pt x="27086" y="5"/>
                    <a:pt x="26319" y="171"/>
                    <a:pt x="25619" y="472"/>
                  </a:cubicBezTo>
                  <a:cubicBezTo>
                    <a:pt x="17213" y="4241"/>
                    <a:pt x="13577" y="8811"/>
                    <a:pt x="9240" y="23221"/>
                  </a:cubicBezTo>
                  <a:cubicBezTo>
                    <a:pt x="6505" y="32261"/>
                    <a:pt x="668" y="54610"/>
                    <a:pt x="334" y="56779"/>
                  </a:cubicBezTo>
                  <a:cubicBezTo>
                    <a:pt x="0" y="58980"/>
                    <a:pt x="2302" y="62416"/>
                    <a:pt x="5638" y="64251"/>
                  </a:cubicBezTo>
                  <a:cubicBezTo>
                    <a:pt x="8773" y="65985"/>
                    <a:pt x="13577" y="66852"/>
                    <a:pt x="18447" y="66852"/>
                  </a:cubicBezTo>
                  <a:cubicBezTo>
                    <a:pt x="23984" y="66852"/>
                    <a:pt x="29688" y="65752"/>
                    <a:pt x="33358" y="63517"/>
                  </a:cubicBezTo>
                  <a:cubicBezTo>
                    <a:pt x="36560" y="61615"/>
                    <a:pt x="37927" y="59147"/>
                    <a:pt x="38361" y="56378"/>
                  </a:cubicBezTo>
                  <a:lnTo>
                    <a:pt x="41196" y="39133"/>
                  </a:lnTo>
                  <a:cubicBezTo>
                    <a:pt x="41196" y="39133"/>
                    <a:pt x="47234" y="8344"/>
                    <a:pt x="29822" y="405"/>
                  </a:cubicBezTo>
                  <a:cubicBezTo>
                    <a:pt x="29272" y="161"/>
                    <a:pt x="28639" y="0"/>
                    <a:pt x="2802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3">
              <a:extLst>
                <a:ext uri="{FF2B5EF4-FFF2-40B4-BE49-F238E27FC236}">
                  <a16:creationId xmlns:a16="http://schemas.microsoft.com/office/drawing/2014/main" id="{EFD7D1D9-9B53-76A6-8C12-1E4C89716FC6}"/>
                </a:ext>
              </a:extLst>
            </p:cNvPr>
            <p:cNvSpPr/>
            <p:nvPr/>
          </p:nvSpPr>
          <p:spPr>
            <a:xfrm>
              <a:off x="6220925" y="2491971"/>
              <a:ext cx="995173" cy="825189"/>
            </a:xfrm>
            <a:custGeom>
              <a:avLst/>
              <a:gdLst/>
              <a:ahLst/>
              <a:cxnLst/>
              <a:rect l="l" t="t" r="r" b="b"/>
              <a:pathLst>
                <a:path w="61812" h="51254" extrusionOk="0">
                  <a:moveTo>
                    <a:pt x="15679" y="1"/>
                  </a:moveTo>
                  <a:lnTo>
                    <a:pt x="15645" y="17913"/>
                  </a:lnTo>
                  <a:cubicBezTo>
                    <a:pt x="15845" y="22450"/>
                    <a:pt x="13310" y="26686"/>
                    <a:pt x="9107" y="28921"/>
                  </a:cubicBezTo>
                  <a:lnTo>
                    <a:pt x="1" y="33725"/>
                  </a:lnTo>
                  <a:cubicBezTo>
                    <a:pt x="10275" y="34992"/>
                    <a:pt x="20415" y="36927"/>
                    <a:pt x="30423" y="39562"/>
                  </a:cubicBezTo>
                  <a:cubicBezTo>
                    <a:pt x="38328" y="41630"/>
                    <a:pt x="49403" y="46267"/>
                    <a:pt x="54540" y="49736"/>
                  </a:cubicBezTo>
                  <a:cubicBezTo>
                    <a:pt x="56023" y="50739"/>
                    <a:pt x="57073" y="51254"/>
                    <a:pt x="57899" y="51254"/>
                  </a:cubicBezTo>
                  <a:cubicBezTo>
                    <a:pt x="59135" y="51254"/>
                    <a:pt x="59871" y="50101"/>
                    <a:pt x="60811" y="47701"/>
                  </a:cubicBezTo>
                  <a:cubicBezTo>
                    <a:pt x="61745" y="45233"/>
                    <a:pt x="61812" y="40930"/>
                    <a:pt x="61044" y="35426"/>
                  </a:cubicBezTo>
                  <a:cubicBezTo>
                    <a:pt x="59610" y="25252"/>
                    <a:pt x="55307" y="19848"/>
                    <a:pt x="55307" y="19848"/>
                  </a:cubicBezTo>
                  <a:lnTo>
                    <a:pt x="54373" y="19948"/>
                  </a:lnTo>
                  <a:cubicBezTo>
                    <a:pt x="54210" y="19963"/>
                    <a:pt x="54048" y="19971"/>
                    <a:pt x="53889" y="19971"/>
                  </a:cubicBezTo>
                  <a:cubicBezTo>
                    <a:pt x="51236" y="19971"/>
                    <a:pt x="49073" y="17929"/>
                    <a:pt x="49136" y="15412"/>
                  </a:cubicBezTo>
                  <a:lnTo>
                    <a:pt x="49303" y="10708"/>
                  </a:lnTo>
                  <a:lnTo>
                    <a:pt x="1567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3">
              <a:extLst>
                <a:ext uri="{FF2B5EF4-FFF2-40B4-BE49-F238E27FC236}">
                  <a16:creationId xmlns:a16="http://schemas.microsoft.com/office/drawing/2014/main" id="{C423CAF7-1166-5406-3CD3-3110EC6D99F0}"/>
                </a:ext>
              </a:extLst>
            </p:cNvPr>
            <p:cNvSpPr/>
            <p:nvPr/>
          </p:nvSpPr>
          <p:spPr>
            <a:xfrm>
              <a:off x="6527582" y="2508619"/>
              <a:ext cx="584865" cy="792168"/>
            </a:xfrm>
            <a:custGeom>
              <a:avLst/>
              <a:gdLst/>
              <a:ahLst/>
              <a:cxnLst/>
              <a:rect l="l" t="t" r="r" b="b"/>
              <a:pathLst>
                <a:path w="36327" h="49203" extrusionOk="0">
                  <a:moveTo>
                    <a:pt x="1" y="1"/>
                  </a:moveTo>
                  <a:lnTo>
                    <a:pt x="34" y="468"/>
                  </a:lnTo>
                  <a:cubicBezTo>
                    <a:pt x="501" y="9508"/>
                    <a:pt x="3136" y="17447"/>
                    <a:pt x="7840" y="24051"/>
                  </a:cubicBezTo>
                  <a:cubicBezTo>
                    <a:pt x="10508" y="27821"/>
                    <a:pt x="16179" y="33124"/>
                    <a:pt x="21616" y="38295"/>
                  </a:cubicBezTo>
                  <a:cubicBezTo>
                    <a:pt x="24085" y="40596"/>
                    <a:pt x="26453" y="42831"/>
                    <a:pt x="28388" y="44799"/>
                  </a:cubicBezTo>
                  <a:cubicBezTo>
                    <a:pt x="30856" y="45900"/>
                    <a:pt x="33224" y="47201"/>
                    <a:pt x="35493" y="48669"/>
                  </a:cubicBezTo>
                  <a:cubicBezTo>
                    <a:pt x="35793" y="48869"/>
                    <a:pt x="36060" y="49069"/>
                    <a:pt x="36327" y="49203"/>
                  </a:cubicBezTo>
                  <a:lnTo>
                    <a:pt x="34492" y="46701"/>
                  </a:lnTo>
                  <a:cubicBezTo>
                    <a:pt x="32524" y="44132"/>
                    <a:pt x="28288" y="40163"/>
                    <a:pt x="23851" y="35960"/>
                  </a:cubicBezTo>
                  <a:cubicBezTo>
                    <a:pt x="18481" y="30923"/>
                    <a:pt x="12943" y="25686"/>
                    <a:pt x="10475" y="22183"/>
                  </a:cubicBezTo>
                  <a:cubicBezTo>
                    <a:pt x="6272" y="16279"/>
                    <a:pt x="3837" y="9141"/>
                    <a:pt x="3303" y="10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3">
              <a:extLst>
                <a:ext uri="{FF2B5EF4-FFF2-40B4-BE49-F238E27FC236}">
                  <a16:creationId xmlns:a16="http://schemas.microsoft.com/office/drawing/2014/main" id="{7E2EDDD1-E9DE-DB24-D937-68487F18F266}"/>
                </a:ext>
              </a:extLst>
            </p:cNvPr>
            <p:cNvSpPr/>
            <p:nvPr/>
          </p:nvSpPr>
          <p:spPr>
            <a:xfrm>
              <a:off x="6527582" y="2508619"/>
              <a:ext cx="584865" cy="792168"/>
            </a:xfrm>
            <a:custGeom>
              <a:avLst/>
              <a:gdLst/>
              <a:ahLst/>
              <a:cxnLst/>
              <a:rect l="l" t="t" r="r" b="b"/>
              <a:pathLst>
                <a:path w="36327" h="49203" extrusionOk="0">
                  <a:moveTo>
                    <a:pt x="1" y="1"/>
                  </a:moveTo>
                  <a:lnTo>
                    <a:pt x="34" y="468"/>
                  </a:lnTo>
                  <a:cubicBezTo>
                    <a:pt x="501" y="9508"/>
                    <a:pt x="3136" y="17447"/>
                    <a:pt x="7840" y="24051"/>
                  </a:cubicBezTo>
                  <a:cubicBezTo>
                    <a:pt x="10508" y="27821"/>
                    <a:pt x="16179" y="33124"/>
                    <a:pt x="21616" y="38295"/>
                  </a:cubicBezTo>
                  <a:cubicBezTo>
                    <a:pt x="24085" y="40596"/>
                    <a:pt x="26453" y="42831"/>
                    <a:pt x="28388" y="44799"/>
                  </a:cubicBezTo>
                  <a:cubicBezTo>
                    <a:pt x="30856" y="45900"/>
                    <a:pt x="33224" y="47201"/>
                    <a:pt x="35493" y="48669"/>
                  </a:cubicBezTo>
                  <a:cubicBezTo>
                    <a:pt x="35793" y="48869"/>
                    <a:pt x="36060" y="49069"/>
                    <a:pt x="36327" y="49203"/>
                  </a:cubicBezTo>
                  <a:lnTo>
                    <a:pt x="34492" y="46701"/>
                  </a:lnTo>
                  <a:cubicBezTo>
                    <a:pt x="32524" y="44132"/>
                    <a:pt x="28288" y="40163"/>
                    <a:pt x="23851" y="35960"/>
                  </a:cubicBezTo>
                  <a:cubicBezTo>
                    <a:pt x="18481" y="30923"/>
                    <a:pt x="12943" y="25686"/>
                    <a:pt x="10475" y="22183"/>
                  </a:cubicBezTo>
                  <a:cubicBezTo>
                    <a:pt x="6272" y="16279"/>
                    <a:pt x="3837" y="9141"/>
                    <a:pt x="3303" y="103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3">
              <a:extLst>
                <a:ext uri="{FF2B5EF4-FFF2-40B4-BE49-F238E27FC236}">
                  <a16:creationId xmlns:a16="http://schemas.microsoft.com/office/drawing/2014/main" id="{8CE5883D-2136-D24E-670D-2F408C8A1D0E}"/>
                </a:ext>
              </a:extLst>
            </p:cNvPr>
            <p:cNvSpPr/>
            <p:nvPr/>
          </p:nvSpPr>
          <p:spPr>
            <a:xfrm>
              <a:off x="6547450" y="2515075"/>
              <a:ext cx="519885" cy="757795"/>
            </a:xfrm>
            <a:custGeom>
              <a:avLst/>
              <a:gdLst/>
              <a:ahLst/>
              <a:cxnLst/>
              <a:rect l="l" t="t" r="r" b="b"/>
              <a:pathLst>
                <a:path w="32291" h="47068" extrusionOk="0">
                  <a:moveTo>
                    <a:pt x="1" y="0"/>
                  </a:moveTo>
                  <a:lnTo>
                    <a:pt x="1" y="0"/>
                  </a:lnTo>
                  <a:cubicBezTo>
                    <a:pt x="468" y="8806"/>
                    <a:pt x="3003" y="16545"/>
                    <a:pt x="7573" y="22983"/>
                  </a:cubicBezTo>
                  <a:cubicBezTo>
                    <a:pt x="10175" y="26619"/>
                    <a:pt x="15779" y="31923"/>
                    <a:pt x="21216" y="37027"/>
                  </a:cubicBezTo>
                  <a:cubicBezTo>
                    <a:pt x="24785" y="40362"/>
                    <a:pt x="28188" y="43598"/>
                    <a:pt x="30356" y="46000"/>
                  </a:cubicBezTo>
                  <a:cubicBezTo>
                    <a:pt x="31056" y="46367"/>
                    <a:pt x="31690" y="46700"/>
                    <a:pt x="32291" y="47067"/>
                  </a:cubicBezTo>
                  <a:cubicBezTo>
                    <a:pt x="30356" y="44532"/>
                    <a:pt x="26186" y="40596"/>
                    <a:pt x="21783" y="36426"/>
                  </a:cubicBezTo>
                  <a:cubicBezTo>
                    <a:pt x="16379" y="31356"/>
                    <a:pt x="10809" y="26119"/>
                    <a:pt x="8240" y="22516"/>
                  </a:cubicBezTo>
                  <a:cubicBezTo>
                    <a:pt x="3770" y="16278"/>
                    <a:pt x="1302" y="8806"/>
                    <a:pt x="802" y="26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3">
              <a:extLst>
                <a:ext uri="{FF2B5EF4-FFF2-40B4-BE49-F238E27FC236}">
                  <a16:creationId xmlns:a16="http://schemas.microsoft.com/office/drawing/2014/main" id="{6B717B9E-6206-840E-468A-A6E776234DE1}"/>
                </a:ext>
              </a:extLst>
            </p:cNvPr>
            <p:cNvSpPr/>
            <p:nvPr/>
          </p:nvSpPr>
          <p:spPr>
            <a:xfrm>
              <a:off x="6473341" y="2491971"/>
              <a:ext cx="552649" cy="291104"/>
            </a:xfrm>
            <a:custGeom>
              <a:avLst/>
              <a:gdLst/>
              <a:ahLst/>
              <a:cxnLst/>
              <a:rect l="l" t="t" r="r" b="b"/>
              <a:pathLst>
                <a:path w="34326" h="18081" extrusionOk="0">
                  <a:moveTo>
                    <a:pt x="1" y="1"/>
                  </a:moveTo>
                  <a:lnTo>
                    <a:pt x="1" y="6305"/>
                  </a:lnTo>
                  <a:cubicBezTo>
                    <a:pt x="935" y="6439"/>
                    <a:pt x="1835" y="6505"/>
                    <a:pt x="2736" y="6539"/>
                  </a:cubicBezTo>
                  <a:cubicBezTo>
                    <a:pt x="8240" y="10475"/>
                    <a:pt x="14311" y="13544"/>
                    <a:pt x="20749" y="15612"/>
                  </a:cubicBezTo>
                  <a:cubicBezTo>
                    <a:pt x="25152" y="17013"/>
                    <a:pt x="29722" y="17847"/>
                    <a:pt x="34325" y="18080"/>
                  </a:cubicBezTo>
                  <a:cubicBezTo>
                    <a:pt x="33725" y="17313"/>
                    <a:pt x="33425" y="16346"/>
                    <a:pt x="33458" y="15378"/>
                  </a:cubicBezTo>
                  <a:lnTo>
                    <a:pt x="33625" y="106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3">
              <a:extLst>
                <a:ext uri="{FF2B5EF4-FFF2-40B4-BE49-F238E27FC236}">
                  <a16:creationId xmlns:a16="http://schemas.microsoft.com/office/drawing/2014/main" id="{1376604E-02FE-FD7D-E1A2-09ECB2A91905}"/>
                </a:ext>
              </a:extLst>
            </p:cNvPr>
            <p:cNvSpPr/>
            <p:nvPr/>
          </p:nvSpPr>
          <p:spPr>
            <a:xfrm>
              <a:off x="7045841" y="2800785"/>
              <a:ext cx="162207" cy="448449"/>
            </a:xfrm>
            <a:custGeom>
              <a:avLst/>
              <a:gdLst/>
              <a:ahLst/>
              <a:cxnLst/>
              <a:rect l="l" t="t" r="r" b="b"/>
              <a:pathLst>
                <a:path w="10075" h="27854" extrusionOk="0">
                  <a:moveTo>
                    <a:pt x="0" y="0"/>
                  </a:moveTo>
                  <a:lnTo>
                    <a:pt x="0" y="0"/>
                  </a:lnTo>
                  <a:cubicBezTo>
                    <a:pt x="334" y="701"/>
                    <a:pt x="734" y="1468"/>
                    <a:pt x="1135" y="2302"/>
                  </a:cubicBezTo>
                  <a:cubicBezTo>
                    <a:pt x="3036" y="6271"/>
                    <a:pt x="4303" y="10941"/>
                    <a:pt x="5571" y="15444"/>
                  </a:cubicBezTo>
                  <a:cubicBezTo>
                    <a:pt x="6805" y="20014"/>
                    <a:pt x="8006" y="24351"/>
                    <a:pt x="9807" y="27853"/>
                  </a:cubicBezTo>
                  <a:cubicBezTo>
                    <a:pt x="9907" y="27453"/>
                    <a:pt x="10008" y="27053"/>
                    <a:pt x="10074" y="26619"/>
                  </a:cubicBezTo>
                  <a:cubicBezTo>
                    <a:pt x="8573" y="23350"/>
                    <a:pt x="7472" y="19381"/>
                    <a:pt x="6305" y="15211"/>
                  </a:cubicBezTo>
                  <a:cubicBezTo>
                    <a:pt x="5071" y="10674"/>
                    <a:pt x="3770" y="6004"/>
                    <a:pt x="1835" y="1968"/>
                  </a:cubicBezTo>
                  <a:cubicBezTo>
                    <a:pt x="1602" y="1468"/>
                    <a:pt x="1368" y="967"/>
                    <a:pt x="1135" y="534"/>
                  </a:cubicBezTo>
                  <a:cubicBezTo>
                    <a:pt x="734" y="400"/>
                    <a:pt x="367" y="234"/>
                    <a:pt x="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3">
              <a:extLst>
                <a:ext uri="{FF2B5EF4-FFF2-40B4-BE49-F238E27FC236}">
                  <a16:creationId xmlns:a16="http://schemas.microsoft.com/office/drawing/2014/main" id="{B41A9328-30E2-C6AE-D601-C25BB404F30E}"/>
                </a:ext>
              </a:extLst>
            </p:cNvPr>
            <p:cNvSpPr/>
            <p:nvPr/>
          </p:nvSpPr>
          <p:spPr>
            <a:xfrm>
              <a:off x="6996430" y="2746528"/>
              <a:ext cx="215370" cy="527404"/>
            </a:xfrm>
            <a:custGeom>
              <a:avLst/>
              <a:gdLst/>
              <a:ahLst/>
              <a:cxnLst/>
              <a:rect l="l" t="t" r="r" b="b"/>
              <a:pathLst>
                <a:path w="13377" h="32758" extrusionOk="0">
                  <a:moveTo>
                    <a:pt x="1" y="1"/>
                  </a:moveTo>
                  <a:lnTo>
                    <a:pt x="1935" y="3904"/>
                  </a:lnTo>
                  <a:cubicBezTo>
                    <a:pt x="2269" y="4604"/>
                    <a:pt x="2636" y="5338"/>
                    <a:pt x="3069" y="6205"/>
                  </a:cubicBezTo>
                  <a:cubicBezTo>
                    <a:pt x="4904" y="10075"/>
                    <a:pt x="6172" y="14678"/>
                    <a:pt x="7406" y="19115"/>
                  </a:cubicBezTo>
                  <a:cubicBezTo>
                    <a:pt x="8640" y="23585"/>
                    <a:pt x="9908" y="28121"/>
                    <a:pt x="11742" y="31757"/>
                  </a:cubicBezTo>
                  <a:lnTo>
                    <a:pt x="12243" y="32758"/>
                  </a:lnTo>
                  <a:cubicBezTo>
                    <a:pt x="12376" y="32491"/>
                    <a:pt x="12476" y="32191"/>
                    <a:pt x="12610" y="31857"/>
                  </a:cubicBezTo>
                  <a:cubicBezTo>
                    <a:pt x="13110" y="30423"/>
                    <a:pt x="13343" y="28955"/>
                    <a:pt x="13377" y="27454"/>
                  </a:cubicBezTo>
                  <a:cubicBezTo>
                    <a:pt x="12309" y="24685"/>
                    <a:pt x="11442" y="21583"/>
                    <a:pt x="10541" y="18247"/>
                  </a:cubicBezTo>
                  <a:cubicBezTo>
                    <a:pt x="9274" y="13677"/>
                    <a:pt x="7973" y="8941"/>
                    <a:pt x="5971" y="4804"/>
                  </a:cubicBezTo>
                  <a:cubicBezTo>
                    <a:pt x="5871" y="4571"/>
                    <a:pt x="5771" y="4337"/>
                    <a:pt x="5671" y="4137"/>
                  </a:cubicBezTo>
                  <a:cubicBezTo>
                    <a:pt x="5647" y="4138"/>
                    <a:pt x="5622" y="4138"/>
                    <a:pt x="5597" y="4138"/>
                  </a:cubicBezTo>
                  <a:cubicBezTo>
                    <a:pt x="3461" y="4138"/>
                    <a:pt x="1629" y="2713"/>
                    <a:pt x="1068" y="6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3">
              <a:extLst>
                <a:ext uri="{FF2B5EF4-FFF2-40B4-BE49-F238E27FC236}">
                  <a16:creationId xmlns:a16="http://schemas.microsoft.com/office/drawing/2014/main" id="{DC841397-83EE-8E48-9BDB-89CAFB46B2EC}"/>
                </a:ext>
              </a:extLst>
            </p:cNvPr>
            <p:cNvSpPr/>
            <p:nvPr/>
          </p:nvSpPr>
          <p:spPr>
            <a:xfrm>
              <a:off x="6996430" y="2746528"/>
              <a:ext cx="215370" cy="527404"/>
            </a:xfrm>
            <a:custGeom>
              <a:avLst/>
              <a:gdLst/>
              <a:ahLst/>
              <a:cxnLst/>
              <a:rect l="l" t="t" r="r" b="b"/>
              <a:pathLst>
                <a:path w="13377" h="32758" extrusionOk="0">
                  <a:moveTo>
                    <a:pt x="1" y="1"/>
                  </a:moveTo>
                  <a:lnTo>
                    <a:pt x="1935" y="3904"/>
                  </a:lnTo>
                  <a:cubicBezTo>
                    <a:pt x="2269" y="4604"/>
                    <a:pt x="2636" y="5338"/>
                    <a:pt x="3069" y="6205"/>
                  </a:cubicBezTo>
                  <a:cubicBezTo>
                    <a:pt x="4904" y="10075"/>
                    <a:pt x="6172" y="14678"/>
                    <a:pt x="7406" y="19115"/>
                  </a:cubicBezTo>
                  <a:cubicBezTo>
                    <a:pt x="8640" y="23585"/>
                    <a:pt x="9908" y="28121"/>
                    <a:pt x="11742" y="31757"/>
                  </a:cubicBezTo>
                  <a:lnTo>
                    <a:pt x="12243" y="32758"/>
                  </a:lnTo>
                  <a:cubicBezTo>
                    <a:pt x="12376" y="32491"/>
                    <a:pt x="12476" y="32191"/>
                    <a:pt x="12610" y="31857"/>
                  </a:cubicBezTo>
                  <a:cubicBezTo>
                    <a:pt x="13110" y="30423"/>
                    <a:pt x="13343" y="28955"/>
                    <a:pt x="13377" y="27454"/>
                  </a:cubicBezTo>
                  <a:cubicBezTo>
                    <a:pt x="12309" y="24685"/>
                    <a:pt x="11442" y="21583"/>
                    <a:pt x="10541" y="18247"/>
                  </a:cubicBezTo>
                  <a:cubicBezTo>
                    <a:pt x="9274" y="13677"/>
                    <a:pt x="7973" y="8941"/>
                    <a:pt x="5971" y="4804"/>
                  </a:cubicBezTo>
                  <a:cubicBezTo>
                    <a:pt x="5871" y="4571"/>
                    <a:pt x="5771" y="4337"/>
                    <a:pt x="5671" y="4137"/>
                  </a:cubicBezTo>
                  <a:cubicBezTo>
                    <a:pt x="5647" y="4138"/>
                    <a:pt x="5622" y="4138"/>
                    <a:pt x="5597" y="4138"/>
                  </a:cubicBezTo>
                  <a:cubicBezTo>
                    <a:pt x="3461" y="4138"/>
                    <a:pt x="1629" y="2713"/>
                    <a:pt x="1068" y="6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3">
              <a:extLst>
                <a:ext uri="{FF2B5EF4-FFF2-40B4-BE49-F238E27FC236}">
                  <a16:creationId xmlns:a16="http://schemas.microsoft.com/office/drawing/2014/main" id="{7290A531-87B7-9CD0-8FBD-A01435D10376}"/>
                </a:ext>
              </a:extLst>
            </p:cNvPr>
            <p:cNvSpPr/>
            <p:nvPr/>
          </p:nvSpPr>
          <p:spPr>
            <a:xfrm>
              <a:off x="6611898" y="1438274"/>
              <a:ext cx="561777" cy="189062"/>
            </a:xfrm>
            <a:custGeom>
              <a:avLst/>
              <a:gdLst/>
              <a:ahLst/>
              <a:cxnLst/>
              <a:rect l="l" t="t" r="r" b="b"/>
              <a:pathLst>
                <a:path w="34893" h="11743" extrusionOk="0">
                  <a:moveTo>
                    <a:pt x="13210" y="1"/>
                  </a:moveTo>
                  <a:cubicBezTo>
                    <a:pt x="4104" y="1"/>
                    <a:pt x="201" y="4637"/>
                    <a:pt x="1" y="11743"/>
                  </a:cubicBezTo>
                  <a:lnTo>
                    <a:pt x="34892" y="11609"/>
                  </a:lnTo>
                  <a:cubicBezTo>
                    <a:pt x="34892" y="11609"/>
                    <a:pt x="28655" y="701"/>
                    <a:pt x="1321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3">
              <a:extLst>
                <a:ext uri="{FF2B5EF4-FFF2-40B4-BE49-F238E27FC236}">
                  <a16:creationId xmlns:a16="http://schemas.microsoft.com/office/drawing/2014/main" id="{B4B9F422-9885-A9C3-313D-8E75AFD1D4CF}"/>
                </a:ext>
              </a:extLst>
            </p:cNvPr>
            <p:cNvSpPr/>
            <p:nvPr/>
          </p:nvSpPr>
          <p:spPr>
            <a:xfrm>
              <a:off x="6611898" y="1438274"/>
              <a:ext cx="561777" cy="189062"/>
            </a:xfrm>
            <a:custGeom>
              <a:avLst/>
              <a:gdLst/>
              <a:ahLst/>
              <a:cxnLst/>
              <a:rect l="l" t="t" r="r" b="b"/>
              <a:pathLst>
                <a:path w="34893" h="11743" extrusionOk="0">
                  <a:moveTo>
                    <a:pt x="13210" y="1"/>
                  </a:moveTo>
                  <a:cubicBezTo>
                    <a:pt x="4104" y="1"/>
                    <a:pt x="201" y="4637"/>
                    <a:pt x="1" y="11743"/>
                  </a:cubicBezTo>
                  <a:lnTo>
                    <a:pt x="34892" y="11609"/>
                  </a:lnTo>
                  <a:cubicBezTo>
                    <a:pt x="34892" y="11609"/>
                    <a:pt x="28655" y="701"/>
                    <a:pt x="132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3">
              <a:extLst>
                <a:ext uri="{FF2B5EF4-FFF2-40B4-BE49-F238E27FC236}">
                  <a16:creationId xmlns:a16="http://schemas.microsoft.com/office/drawing/2014/main" id="{08791A7F-1D38-2DFE-0F5A-B49734100D98}"/>
                </a:ext>
              </a:extLst>
            </p:cNvPr>
            <p:cNvSpPr/>
            <p:nvPr/>
          </p:nvSpPr>
          <p:spPr>
            <a:xfrm>
              <a:off x="6265506" y="1437389"/>
              <a:ext cx="1143937" cy="1198194"/>
            </a:xfrm>
            <a:custGeom>
              <a:avLst/>
              <a:gdLst/>
              <a:ahLst/>
              <a:cxnLst/>
              <a:rect l="l" t="t" r="r" b="b"/>
              <a:pathLst>
                <a:path w="71052" h="74422" extrusionOk="0">
                  <a:moveTo>
                    <a:pt x="36446" y="1"/>
                  </a:moveTo>
                  <a:cubicBezTo>
                    <a:pt x="35870" y="1"/>
                    <a:pt x="35292" y="17"/>
                    <a:pt x="34725" y="56"/>
                  </a:cubicBezTo>
                  <a:cubicBezTo>
                    <a:pt x="50170" y="756"/>
                    <a:pt x="56407" y="11664"/>
                    <a:pt x="56407" y="11664"/>
                  </a:cubicBezTo>
                  <a:lnTo>
                    <a:pt x="38995" y="11964"/>
                  </a:lnTo>
                  <a:cubicBezTo>
                    <a:pt x="36373" y="8623"/>
                    <a:pt x="29532" y="5578"/>
                    <a:pt x="22151" y="5578"/>
                  </a:cubicBezTo>
                  <a:cubicBezTo>
                    <a:pt x="19953" y="5578"/>
                    <a:pt x="17708" y="5848"/>
                    <a:pt x="15512" y="6460"/>
                  </a:cubicBezTo>
                  <a:cubicBezTo>
                    <a:pt x="9040" y="10964"/>
                    <a:pt x="4370" y="17568"/>
                    <a:pt x="2903" y="25541"/>
                  </a:cubicBezTo>
                  <a:cubicBezTo>
                    <a:pt x="0" y="41485"/>
                    <a:pt x="4270" y="52226"/>
                    <a:pt x="11375" y="61667"/>
                  </a:cubicBezTo>
                  <a:cubicBezTo>
                    <a:pt x="17079" y="69339"/>
                    <a:pt x="25952" y="74042"/>
                    <a:pt x="35492" y="74409"/>
                  </a:cubicBezTo>
                  <a:lnTo>
                    <a:pt x="35693" y="74409"/>
                  </a:lnTo>
                  <a:cubicBezTo>
                    <a:pt x="36021" y="74418"/>
                    <a:pt x="36349" y="74422"/>
                    <a:pt x="36674" y="74422"/>
                  </a:cubicBezTo>
                  <a:cubicBezTo>
                    <a:pt x="56650" y="74422"/>
                    <a:pt x="70126" y="58402"/>
                    <a:pt x="70651" y="38183"/>
                  </a:cubicBezTo>
                  <a:cubicBezTo>
                    <a:pt x="70918" y="29110"/>
                    <a:pt x="71051" y="20671"/>
                    <a:pt x="65814" y="14066"/>
                  </a:cubicBezTo>
                  <a:cubicBezTo>
                    <a:pt x="58976" y="5426"/>
                    <a:pt x="48669" y="289"/>
                    <a:pt x="37661" y="22"/>
                  </a:cubicBezTo>
                  <a:cubicBezTo>
                    <a:pt x="37260" y="9"/>
                    <a:pt x="36854" y="1"/>
                    <a:pt x="3644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73">
              <a:extLst>
                <a:ext uri="{FF2B5EF4-FFF2-40B4-BE49-F238E27FC236}">
                  <a16:creationId xmlns:a16="http://schemas.microsoft.com/office/drawing/2014/main" id="{17CF8F38-3020-C72F-A975-6F23C15FD3AA}"/>
                </a:ext>
              </a:extLst>
            </p:cNvPr>
            <p:cNvSpPr/>
            <p:nvPr/>
          </p:nvSpPr>
          <p:spPr>
            <a:xfrm>
              <a:off x="6265506" y="1437389"/>
              <a:ext cx="1143937" cy="1198194"/>
            </a:xfrm>
            <a:custGeom>
              <a:avLst/>
              <a:gdLst/>
              <a:ahLst/>
              <a:cxnLst/>
              <a:rect l="l" t="t" r="r" b="b"/>
              <a:pathLst>
                <a:path w="71052" h="74422" extrusionOk="0">
                  <a:moveTo>
                    <a:pt x="36446" y="1"/>
                  </a:moveTo>
                  <a:cubicBezTo>
                    <a:pt x="35870" y="1"/>
                    <a:pt x="35292" y="17"/>
                    <a:pt x="34725" y="56"/>
                  </a:cubicBezTo>
                  <a:cubicBezTo>
                    <a:pt x="50170" y="756"/>
                    <a:pt x="56407" y="11664"/>
                    <a:pt x="56407" y="11664"/>
                  </a:cubicBezTo>
                  <a:lnTo>
                    <a:pt x="38995" y="11964"/>
                  </a:lnTo>
                  <a:cubicBezTo>
                    <a:pt x="36373" y="8623"/>
                    <a:pt x="29532" y="5578"/>
                    <a:pt x="22151" y="5578"/>
                  </a:cubicBezTo>
                  <a:cubicBezTo>
                    <a:pt x="19953" y="5578"/>
                    <a:pt x="17708" y="5848"/>
                    <a:pt x="15512" y="6460"/>
                  </a:cubicBezTo>
                  <a:cubicBezTo>
                    <a:pt x="9040" y="10964"/>
                    <a:pt x="4370" y="17568"/>
                    <a:pt x="2903" y="25541"/>
                  </a:cubicBezTo>
                  <a:cubicBezTo>
                    <a:pt x="0" y="41485"/>
                    <a:pt x="4270" y="52226"/>
                    <a:pt x="11375" y="61667"/>
                  </a:cubicBezTo>
                  <a:cubicBezTo>
                    <a:pt x="17079" y="69339"/>
                    <a:pt x="25952" y="74042"/>
                    <a:pt x="35492" y="74409"/>
                  </a:cubicBezTo>
                  <a:lnTo>
                    <a:pt x="35693" y="74409"/>
                  </a:lnTo>
                  <a:cubicBezTo>
                    <a:pt x="36021" y="74418"/>
                    <a:pt x="36349" y="74422"/>
                    <a:pt x="36674" y="74422"/>
                  </a:cubicBezTo>
                  <a:cubicBezTo>
                    <a:pt x="56650" y="74422"/>
                    <a:pt x="70126" y="58402"/>
                    <a:pt x="70651" y="38183"/>
                  </a:cubicBezTo>
                  <a:cubicBezTo>
                    <a:pt x="70918" y="29110"/>
                    <a:pt x="71051" y="20671"/>
                    <a:pt x="65814" y="14066"/>
                  </a:cubicBezTo>
                  <a:cubicBezTo>
                    <a:pt x="58976" y="5426"/>
                    <a:pt x="48669" y="289"/>
                    <a:pt x="37661" y="22"/>
                  </a:cubicBezTo>
                  <a:cubicBezTo>
                    <a:pt x="37260" y="9"/>
                    <a:pt x="36854" y="1"/>
                    <a:pt x="36446" y="1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73">
              <a:extLst>
                <a:ext uri="{FF2B5EF4-FFF2-40B4-BE49-F238E27FC236}">
                  <a16:creationId xmlns:a16="http://schemas.microsoft.com/office/drawing/2014/main" id="{52BBFCE3-5C4D-64AA-FC4A-BECF775B286C}"/>
                </a:ext>
              </a:extLst>
            </p:cNvPr>
            <p:cNvSpPr/>
            <p:nvPr/>
          </p:nvSpPr>
          <p:spPr>
            <a:xfrm>
              <a:off x="6265506" y="1598856"/>
              <a:ext cx="776052" cy="1036792"/>
            </a:xfrm>
            <a:custGeom>
              <a:avLst/>
              <a:gdLst/>
              <a:ahLst/>
              <a:cxnLst/>
              <a:rect l="l" t="t" r="r" b="b"/>
              <a:pathLst>
                <a:path w="48202" h="64397" extrusionOk="0">
                  <a:moveTo>
                    <a:pt x="11242" y="1"/>
                  </a:moveTo>
                  <a:cubicBezTo>
                    <a:pt x="6939" y="4170"/>
                    <a:pt x="4003" y="9607"/>
                    <a:pt x="2903" y="15545"/>
                  </a:cubicBezTo>
                  <a:cubicBezTo>
                    <a:pt x="0" y="31490"/>
                    <a:pt x="4270" y="42231"/>
                    <a:pt x="11375" y="51671"/>
                  </a:cubicBezTo>
                  <a:cubicBezTo>
                    <a:pt x="17079" y="59343"/>
                    <a:pt x="25952" y="64013"/>
                    <a:pt x="35492" y="64380"/>
                  </a:cubicBezTo>
                  <a:lnTo>
                    <a:pt x="35693" y="64380"/>
                  </a:lnTo>
                  <a:cubicBezTo>
                    <a:pt x="36047" y="64391"/>
                    <a:pt x="36401" y="64397"/>
                    <a:pt x="36755" y="64397"/>
                  </a:cubicBezTo>
                  <a:cubicBezTo>
                    <a:pt x="40636" y="64397"/>
                    <a:pt x="44503" y="63729"/>
                    <a:pt x="48202" y="62445"/>
                  </a:cubicBezTo>
                  <a:lnTo>
                    <a:pt x="48168" y="1802"/>
                  </a:lnTo>
                  <a:lnTo>
                    <a:pt x="38995" y="1969"/>
                  </a:lnTo>
                  <a:cubicBezTo>
                    <a:pt x="38728" y="1635"/>
                    <a:pt x="38461" y="1335"/>
                    <a:pt x="38194" y="1068"/>
                  </a:cubicBezTo>
                  <a:cubicBezTo>
                    <a:pt x="32390" y="2402"/>
                    <a:pt x="28187" y="5004"/>
                    <a:pt x="24518" y="8173"/>
                  </a:cubicBezTo>
                  <a:cubicBezTo>
                    <a:pt x="19014" y="12943"/>
                    <a:pt x="16913" y="21416"/>
                    <a:pt x="16913" y="27787"/>
                  </a:cubicBezTo>
                  <a:cubicBezTo>
                    <a:pt x="15578" y="25352"/>
                    <a:pt x="10842" y="23384"/>
                    <a:pt x="6972" y="23384"/>
                  </a:cubicBezTo>
                  <a:cubicBezTo>
                    <a:pt x="3136" y="23384"/>
                    <a:pt x="3069" y="8273"/>
                    <a:pt x="112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3">
              <a:extLst>
                <a:ext uri="{FF2B5EF4-FFF2-40B4-BE49-F238E27FC236}">
                  <a16:creationId xmlns:a16="http://schemas.microsoft.com/office/drawing/2014/main" id="{6C6D6E93-5A70-FBB0-01C6-5FD657911C0B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3">
              <a:extLst>
                <a:ext uri="{FF2B5EF4-FFF2-40B4-BE49-F238E27FC236}">
                  <a16:creationId xmlns:a16="http://schemas.microsoft.com/office/drawing/2014/main" id="{8499FF73-375B-FA37-88D8-D57EE7BAFD36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3">
              <a:extLst>
                <a:ext uri="{FF2B5EF4-FFF2-40B4-BE49-F238E27FC236}">
                  <a16:creationId xmlns:a16="http://schemas.microsoft.com/office/drawing/2014/main" id="{8A40BEDF-F442-3A6B-794A-9A6F990543A6}"/>
                </a:ext>
              </a:extLst>
            </p:cNvPr>
            <p:cNvSpPr/>
            <p:nvPr/>
          </p:nvSpPr>
          <p:spPr>
            <a:xfrm>
              <a:off x="6563566" y="1461603"/>
              <a:ext cx="596682" cy="168953"/>
            </a:xfrm>
            <a:custGeom>
              <a:avLst/>
              <a:gdLst/>
              <a:ahLst/>
              <a:cxnLst/>
              <a:rect l="l" t="t" r="r" b="b"/>
              <a:pathLst>
                <a:path w="37061" h="10494" extrusionOk="0">
                  <a:moveTo>
                    <a:pt x="16030" y="0"/>
                  </a:moveTo>
                  <a:cubicBezTo>
                    <a:pt x="13579" y="0"/>
                    <a:pt x="11116" y="314"/>
                    <a:pt x="8707" y="920"/>
                  </a:cubicBezTo>
                  <a:cubicBezTo>
                    <a:pt x="5671" y="1687"/>
                    <a:pt x="2736" y="2822"/>
                    <a:pt x="1" y="4356"/>
                  </a:cubicBezTo>
                  <a:cubicBezTo>
                    <a:pt x="1233" y="4176"/>
                    <a:pt x="2467" y="4092"/>
                    <a:pt x="3686" y="4092"/>
                  </a:cubicBezTo>
                  <a:cubicBezTo>
                    <a:pt x="11043" y="4092"/>
                    <a:pt x="17849" y="7146"/>
                    <a:pt x="20482" y="10494"/>
                  </a:cubicBezTo>
                  <a:lnTo>
                    <a:pt x="37060" y="10193"/>
                  </a:lnTo>
                  <a:cubicBezTo>
                    <a:pt x="34158" y="6424"/>
                    <a:pt x="30289" y="3522"/>
                    <a:pt x="25852" y="1821"/>
                  </a:cubicBezTo>
                  <a:cubicBezTo>
                    <a:pt x="22712" y="588"/>
                    <a:pt x="19382" y="0"/>
                    <a:pt x="16030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3">
              <a:extLst>
                <a:ext uri="{FF2B5EF4-FFF2-40B4-BE49-F238E27FC236}">
                  <a16:creationId xmlns:a16="http://schemas.microsoft.com/office/drawing/2014/main" id="{E6B483D5-E0CB-18A2-F49C-53A7742BD254}"/>
                </a:ext>
              </a:extLst>
            </p:cNvPr>
            <p:cNvSpPr/>
            <p:nvPr/>
          </p:nvSpPr>
          <p:spPr>
            <a:xfrm>
              <a:off x="6558736" y="1597133"/>
              <a:ext cx="897430" cy="1176556"/>
            </a:xfrm>
            <a:custGeom>
              <a:avLst/>
              <a:gdLst/>
              <a:ahLst/>
              <a:cxnLst/>
              <a:rect l="l" t="t" r="r" b="b"/>
              <a:pathLst>
                <a:path w="55741" h="73078" extrusionOk="0">
                  <a:moveTo>
                    <a:pt x="34053" y="0"/>
                  </a:moveTo>
                  <a:cubicBezTo>
                    <a:pt x="23350" y="0"/>
                    <a:pt x="8950" y="3071"/>
                    <a:pt x="3870" y="15018"/>
                  </a:cubicBezTo>
                  <a:cubicBezTo>
                    <a:pt x="768" y="22324"/>
                    <a:pt x="0" y="37201"/>
                    <a:pt x="1435" y="47475"/>
                  </a:cubicBezTo>
                  <a:cubicBezTo>
                    <a:pt x="3036" y="58950"/>
                    <a:pt x="4837" y="61085"/>
                    <a:pt x="9174" y="63853"/>
                  </a:cubicBezTo>
                  <a:cubicBezTo>
                    <a:pt x="15373" y="67793"/>
                    <a:pt x="27011" y="73078"/>
                    <a:pt x="35604" y="73078"/>
                  </a:cubicBezTo>
                  <a:cubicBezTo>
                    <a:pt x="37924" y="73078"/>
                    <a:pt x="40022" y="72693"/>
                    <a:pt x="41730" y="71792"/>
                  </a:cubicBezTo>
                  <a:cubicBezTo>
                    <a:pt x="45900" y="69591"/>
                    <a:pt x="49836" y="61952"/>
                    <a:pt x="52538" y="52845"/>
                  </a:cubicBezTo>
                  <a:cubicBezTo>
                    <a:pt x="54239" y="47075"/>
                    <a:pt x="55740" y="40003"/>
                    <a:pt x="55073" y="34332"/>
                  </a:cubicBezTo>
                  <a:cubicBezTo>
                    <a:pt x="54740" y="31563"/>
                    <a:pt x="54273" y="30463"/>
                    <a:pt x="53272" y="27127"/>
                  </a:cubicBezTo>
                  <a:cubicBezTo>
                    <a:pt x="52338" y="23958"/>
                    <a:pt x="54172" y="20989"/>
                    <a:pt x="53138" y="17453"/>
                  </a:cubicBezTo>
                  <a:cubicBezTo>
                    <a:pt x="52204" y="13784"/>
                    <a:pt x="51037" y="9548"/>
                    <a:pt x="49069" y="6179"/>
                  </a:cubicBezTo>
                  <a:cubicBezTo>
                    <a:pt x="47067" y="2876"/>
                    <a:pt x="43632" y="708"/>
                    <a:pt x="39796" y="308"/>
                  </a:cubicBezTo>
                  <a:cubicBezTo>
                    <a:pt x="38086" y="117"/>
                    <a:pt x="36140" y="0"/>
                    <a:pt x="3405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3">
              <a:extLst>
                <a:ext uri="{FF2B5EF4-FFF2-40B4-BE49-F238E27FC236}">
                  <a16:creationId xmlns:a16="http://schemas.microsoft.com/office/drawing/2014/main" id="{93E0BF6D-EEE0-5F61-8CBE-84AE3E926DE9}"/>
                </a:ext>
              </a:extLst>
            </p:cNvPr>
            <p:cNvSpPr/>
            <p:nvPr/>
          </p:nvSpPr>
          <p:spPr>
            <a:xfrm>
              <a:off x="6558736" y="1597133"/>
              <a:ext cx="897430" cy="1176556"/>
            </a:xfrm>
            <a:custGeom>
              <a:avLst/>
              <a:gdLst/>
              <a:ahLst/>
              <a:cxnLst/>
              <a:rect l="l" t="t" r="r" b="b"/>
              <a:pathLst>
                <a:path w="55741" h="73078" extrusionOk="0">
                  <a:moveTo>
                    <a:pt x="34053" y="0"/>
                  </a:moveTo>
                  <a:cubicBezTo>
                    <a:pt x="23350" y="0"/>
                    <a:pt x="8950" y="3071"/>
                    <a:pt x="3870" y="15018"/>
                  </a:cubicBezTo>
                  <a:cubicBezTo>
                    <a:pt x="768" y="22324"/>
                    <a:pt x="0" y="37201"/>
                    <a:pt x="1435" y="47475"/>
                  </a:cubicBezTo>
                  <a:cubicBezTo>
                    <a:pt x="3036" y="58950"/>
                    <a:pt x="4837" y="61085"/>
                    <a:pt x="9174" y="63853"/>
                  </a:cubicBezTo>
                  <a:cubicBezTo>
                    <a:pt x="15373" y="67793"/>
                    <a:pt x="27011" y="73078"/>
                    <a:pt x="35604" y="73078"/>
                  </a:cubicBezTo>
                  <a:cubicBezTo>
                    <a:pt x="37924" y="73078"/>
                    <a:pt x="40022" y="72693"/>
                    <a:pt x="41730" y="71792"/>
                  </a:cubicBezTo>
                  <a:cubicBezTo>
                    <a:pt x="45900" y="69591"/>
                    <a:pt x="49836" y="61952"/>
                    <a:pt x="52538" y="52845"/>
                  </a:cubicBezTo>
                  <a:cubicBezTo>
                    <a:pt x="54239" y="47075"/>
                    <a:pt x="55740" y="40003"/>
                    <a:pt x="55073" y="34332"/>
                  </a:cubicBezTo>
                  <a:cubicBezTo>
                    <a:pt x="54740" y="31563"/>
                    <a:pt x="54273" y="30463"/>
                    <a:pt x="53272" y="27127"/>
                  </a:cubicBezTo>
                  <a:cubicBezTo>
                    <a:pt x="52338" y="23958"/>
                    <a:pt x="54172" y="20989"/>
                    <a:pt x="53138" y="17453"/>
                  </a:cubicBezTo>
                  <a:cubicBezTo>
                    <a:pt x="52204" y="13784"/>
                    <a:pt x="51037" y="9548"/>
                    <a:pt x="49069" y="6179"/>
                  </a:cubicBezTo>
                  <a:cubicBezTo>
                    <a:pt x="47067" y="2876"/>
                    <a:pt x="43632" y="708"/>
                    <a:pt x="39796" y="308"/>
                  </a:cubicBezTo>
                  <a:cubicBezTo>
                    <a:pt x="38086" y="117"/>
                    <a:pt x="36140" y="0"/>
                    <a:pt x="34053" y="0"/>
                  </a:cubicBezTo>
                  <a:close/>
                </a:path>
              </a:pathLst>
            </a:custGeom>
            <a:solidFill>
              <a:srgbClr val="FEFEFE">
                <a:alpha val="576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3">
              <a:extLst>
                <a:ext uri="{FF2B5EF4-FFF2-40B4-BE49-F238E27FC236}">
                  <a16:creationId xmlns:a16="http://schemas.microsoft.com/office/drawing/2014/main" id="{5F879280-A590-A5D2-6798-523957D94D40}"/>
                </a:ext>
              </a:extLst>
            </p:cNvPr>
            <p:cNvSpPr/>
            <p:nvPr/>
          </p:nvSpPr>
          <p:spPr>
            <a:xfrm>
              <a:off x="7244547" y="1913724"/>
              <a:ext cx="175088" cy="156138"/>
            </a:xfrm>
            <a:custGeom>
              <a:avLst/>
              <a:gdLst/>
              <a:ahLst/>
              <a:cxnLst/>
              <a:rect l="l" t="t" r="r" b="b"/>
              <a:pathLst>
                <a:path w="10875" h="9698" extrusionOk="0">
                  <a:moveTo>
                    <a:pt x="8833" y="1"/>
                  </a:moveTo>
                  <a:cubicBezTo>
                    <a:pt x="7602" y="1"/>
                    <a:pt x="6095" y="162"/>
                    <a:pt x="4771" y="825"/>
                  </a:cubicBezTo>
                  <a:cubicBezTo>
                    <a:pt x="2636" y="1792"/>
                    <a:pt x="1068" y="3727"/>
                    <a:pt x="501" y="5995"/>
                  </a:cubicBezTo>
                  <a:cubicBezTo>
                    <a:pt x="1" y="8163"/>
                    <a:pt x="534" y="9698"/>
                    <a:pt x="1535" y="9698"/>
                  </a:cubicBezTo>
                  <a:cubicBezTo>
                    <a:pt x="5838" y="9698"/>
                    <a:pt x="10675" y="7463"/>
                    <a:pt x="10675" y="7463"/>
                  </a:cubicBezTo>
                  <a:cubicBezTo>
                    <a:pt x="10208" y="5895"/>
                    <a:pt x="10475" y="4061"/>
                    <a:pt x="10641" y="2860"/>
                  </a:cubicBezTo>
                  <a:cubicBezTo>
                    <a:pt x="10775" y="1625"/>
                    <a:pt x="10875" y="124"/>
                    <a:pt x="10875" y="124"/>
                  </a:cubicBezTo>
                  <a:cubicBezTo>
                    <a:pt x="10445" y="83"/>
                    <a:pt x="9709" y="1"/>
                    <a:pt x="883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3">
              <a:extLst>
                <a:ext uri="{FF2B5EF4-FFF2-40B4-BE49-F238E27FC236}">
                  <a16:creationId xmlns:a16="http://schemas.microsoft.com/office/drawing/2014/main" id="{41E18ACB-0515-BFF5-CD82-1C283B309595}"/>
                </a:ext>
              </a:extLst>
            </p:cNvPr>
            <p:cNvSpPr/>
            <p:nvPr/>
          </p:nvSpPr>
          <p:spPr>
            <a:xfrm>
              <a:off x="7278921" y="1960494"/>
              <a:ext cx="129975" cy="55239"/>
            </a:xfrm>
            <a:custGeom>
              <a:avLst/>
              <a:gdLst/>
              <a:ahLst/>
              <a:cxnLst/>
              <a:rect l="l" t="t" r="r" b="b"/>
              <a:pathLst>
                <a:path w="8073" h="3431" extrusionOk="0">
                  <a:moveTo>
                    <a:pt x="5490" y="0"/>
                  </a:moveTo>
                  <a:cubicBezTo>
                    <a:pt x="4899" y="0"/>
                    <a:pt x="4313" y="104"/>
                    <a:pt x="3770" y="322"/>
                  </a:cubicBezTo>
                  <a:cubicBezTo>
                    <a:pt x="2202" y="855"/>
                    <a:pt x="868" y="1923"/>
                    <a:pt x="0" y="3357"/>
                  </a:cubicBezTo>
                  <a:cubicBezTo>
                    <a:pt x="0" y="3357"/>
                    <a:pt x="0" y="3431"/>
                    <a:pt x="21" y="3431"/>
                  </a:cubicBezTo>
                  <a:cubicBezTo>
                    <a:pt x="25" y="3431"/>
                    <a:pt x="29" y="3429"/>
                    <a:pt x="34" y="3424"/>
                  </a:cubicBezTo>
                  <a:cubicBezTo>
                    <a:pt x="1101" y="2423"/>
                    <a:pt x="2335" y="1589"/>
                    <a:pt x="3703" y="1022"/>
                  </a:cubicBezTo>
                  <a:cubicBezTo>
                    <a:pt x="4315" y="744"/>
                    <a:pt x="4972" y="605"/>
                    <a:pt x="5638" y="605"/>
                  </a:cubicBezTo>
                  <a:cubicBezTo>
                    <a:pt x="5771" y="605"/>
                    <a:pt x="5905" y="611"/>
                    <a:pt x="6038" y="622"/>
                  </a:cubicBezTo>
                  <a:cubicBezTo>
                    <a:pt x="6405" y="689"/>
                    <a:pt x="6805" y="855"/>
                    <a:pt x="7139" y="1089"/>
                  </a:cubicBezTo>
                  <a:cubicBezTo>
                    <a:pt x="7372" y="1222"/>
                    <a:pt x="7539" y="1489"/>
                    <a:pt x="7806" y="1623"/>
                  </a:cubicBezTo>
                  <a:cubicBezTo>
                    <a:pt x="7826" y="1632"/>
                    <a:pt x="7851" y="1636"/>
                    <a:pt x="7877" y="1636"/>
                  </a:cubicBezTo>
                  <a:cubicBezTo>
                    <a:pt x="7939" y="1636"/>
                    <a:pt x="8006" y="1613"/>
                    <a:pt x="8006" y="1589"/>
                  </a:cubicBezTo>
                  <a:cubicBezTo>
                    <a:pt x="8073" y="1189"/>
                    <a:pt x="7639" y="755"/>
                    <a:pt x="7372" y="555"/>
                  </a:cubicBezTo>
                  <a:cubicBezTo>
                    <a:pt x="7105" y="322"/>
                    <a:pt x="6772" y="155"/>
                    <a:pt x="6438" y="88"/>
                  </a:cubicBezTo>
                  <a:cubicBezTo>
                    <a:pt x="6124" y="30"/>
                    <a:pt x="5807" y="0"/>
                    <a:pt x="549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3">
              <a:extLst>
                <a:ext uri="{FF2B5EF4-FFF2-40B4-BE49-F238E27FC236}">
                  <a16:creationId xmlns:a16="http://schemas.microsoft.com/office/drawing/2014/main" id="{BA2900D8-712B-B943-8973-E5E0504F3504}"/>
                </a:ext>
              </a:extLst>
            </p:cNvPr>
            <p:cNvSpPr/>
            <p:nvPr/>
          </p:nvSpPr>
          <p:spPr>
            <a:xfrm>
              <a:off x="6809541" y="1929180"/>
              <a:ext cx="326540" cy="162707"/>
            </a:xfrm>
            <a:custGeom>
              <a:avLst/>
              <a:gdLst/>
              <a:ahLst/>
              <a:cxnLst/>
              <a:rect l="l" t="t" r="r" b="b"/>
              <a:pathLst>
                <a:path w="20282" h="10106" extrusionOk="0">
                  <a:moveTo>
                    <a:pt x="14510" y="0"/>
                  </a:moveTo>
                  <a:cubicBezTo>
                    <a:pt x="13971" y="0"/>
                    <a:pt x="13383" y="32"/>
                    <a:pt x="12743" y="98"/>
                  </a:cubicBezTo>
                  <a:cubicBezTo>
                    <a:pt x="6972" y="699"/>
                    <a:pt x="1635" y="4635"/>
                    <a:pt x="0" y="7437"/>
                  </a:cubicBezTo>
                  <a:cubicBezTo>
                    <a:pt x="1802" y="9472"/>
                    <a:pt x="2702" y="10106"/>
                    <a:pt x="3903" y="10106"/>
                  </a:cubicBezTo>
                  <a:cubicBezTo>
                    <a:pt x="5711" y="9760"/>
                    <a:pt x="9870" y="9351"/>
                    <a:pt x="12447" y="9351"/>
                  </a:cubicBezTo>
                  <a:cubicBezTo>
                    <a:pt x="13103" y="9351"/>
                    <a:pt x="13657" y="9377"/>
                    <a:pt x="14044" y="9438"/>
                  </a:cubicBezTo>
                  <a:cubicBezTo>
                    <a:pt x="16779" y="9705"/>
                    <a:pt x="16479" y="10072"/>
                    <a:pt x="17980" y="10106"/>
                  </a:cubicBezTo>
                  <a:cubicBezTo>
                    <a:pt x="19481" y="10106"/>
                    <a:pt x="20281" y="6136"/>
                    <a:pt x="20148" y="3934"/>
                  </a:cubicBezTo>
                  <a:cubicBezTo>
                    <a:pt x="20000" y="2007"/>
                    <a:pt x="18823" y="0"/>
                    <a:pt x="1451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3">
              <a:extLst>
                <a:ext uri="{FF2B5EF4-FFF2-40B4-BE49-F238E27FC236}">
                  <a16:creationId xmlns:a16="http://schemas.microsoft.com/office/drawing/2014/main" id="{980E957A-4E20-5108-1D5D-5BC58DA60F84}"/>
                </a:ext>
              </a:extLst>
            </p:cNvPr>
            <p:cNvSpPr/>
            <p:nvPr/>
          </p:nvSpPr>
          <p:spPr>
            <a:xfrm>
              <a:off x="6877210" y="1990633"/>
              <a:ext cx="180996" cy="49153"/>
            </a:xfrm>
            <a:custGeom>
              <a:avLst/>
              <a:gdLst/>
              <a:ahLst/>
              <a:cxnLst/>
              <a:rect l="l" t="t" r="r" b="b"/>
              <a:pathLst>
                <a:path w="11242" h="3053" extrusionOk="0">
                  <a:moveTo>
                    <a:pt x="7086" y="0"/>
                  </a:moveTo>
                  <a:cubicBezTo>
                    <a:pt x="5583" y="0"/>
                    <a:pt x="4098" y="343"/>
                    <a:pt x="2769" y="1051"/>
                  </a:cubicBezTo>
                  <a:cubicBezTo>
                    <a:pt x="1668" y="1485"/>
                    <a:pt x="734" y="2186"/>
                    <a:pt x="0" y="3053"/>
                  </a:cubicBezTo>
                  <a:cubicBezTo>
                    <a:pt x="234" y="3020"/>
                    <a:pt x="501" y="2886"/>
                    <a:pt x="701" y="2753"/>
                  </a:cubicBezTo>
                  <a:cubicBezTo>
                    <a:pt x="1935" y="1952"/>
                    <a:pt x="3269" y="1352"/>
                    <a:pt x="4704" y="1018"/>
                  </a:cubicBezTo>
                  <a:cubicBezTo>
                    <a:pt x="5504" y="818"/>
                    <a:pt x="6304" y="678"/>
                    <a:pt x="7093" y="678"/>
                  </a:cubicBezTo>
                  <a:cubicBezTo>
                    <a:pt x="7752" y="678"/>
                    <a:pt x="8403" y="775"/>
                    <a:pt x="9040" y="1018"/>
                  </a:cubicBezTo>
                  <a:cubicBezTo>
                    <a:pt x="9407" y="1152"/>
                    <a:pt x="9741" y="1318"/>
                    <a:pt x="10074" y="1518"/>
                  </a:cubicBezTo>
                  <a:cubicBezTo>
                    <a:pt x="10508" y="1785"/>
                    <a:pt x="10875" y="2119"/>
                    <a:pt x="11142" y="2519"/>
                  </a:cubicBezTo>
                  <a:cubicBezTo>
                    <a:pt x="11163" y="2551"/>
                    <a:pt x="11180" y="2563"/>
                    <a:pt x="11195" y="2563"/>
                  </a:cubicBezTo>
                  <a:cubicBezTo>
                    <a:pt x="11226" y="2563"/>
                    <a:pt x="11242" y="2509"/>
                    <a:pt x="11242" y="2486"/>
                  </a:cubicBezTo>
                  <a:cubicBezTo>
                    <a:pt x="11108" y="2152"/>
                    <a:pt x="10908" y="1852"/>
                    <a:pt x="10708" y="1585"/>
                  </a:cubicBezTo>
                  <a:cubicBezTo>
                    <a:pt x="10474" y="1285"/>
                    <a:pt x="10174" y="1018"/>
                    <a:pt x="9874" y="785"/>
                  </a:cubicBezTo>
                  <a:cubicBezTo>
                    <a:pt x="9207" y="351"/>
                    <a:pt x="8440" y="84"/>
                    <a:pt x="7672" y="17"/>
                  </a:cubicBezTo>
                  <a:cubicBezTo>
                    <a:pt x="7477" y="6"/>
                    <a:pt x="7282" y="0"/>
                    <a:pt x="708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3">
              <a:extLst>
                <a:ext uri="{FF2B5EF4-FFF2-40B4-BE49-F238E27FC236}">
                  <a16:creationId xmlns:a16="http://schemas.microsoft.com/office/drawing/2014/main" id="{D75EF032-5744-E709-828A-A1B6D9B4D011}"/>
                </a:ext>
              </a:extLst>
            </p:cNvPr>
            <p:cNvSpPr/>
            <p:nvPr/>
          </p:nvSpPr>
          <p:spPr>
            <a:xfrm>
              <a:off x="7138207" y="2241584"/>
              <a:ext cx="177712" cy="93750"/>
            </a:xfrm>
            <a:custGeom>
              <a:avLst/>
              <a:gdLst/>
              <a:ahLst/>
              <a:cxnLst/>
              <a:rect l="l" t="t" r="r" b="b"/>
              <a:pathLst>
                <a:path w="11038" h="5823" extrusionOk="0">
                  <a:moveTo>
                    <a:pt x="8040" y="0"/>
                  </a:moveTo>
                  <a:cubicBezTo>
                    <a:pt x="7975" y="0"/>
                    <a:pt x="7908" y="3"/>
                    <a:pt x="7840" y="8"/>
                  </a:cubicBezTo>
                  <a:cubicBezTo>
                    <a:pt x="4671" y="275"/>
                    <a:pt x="1" y="3511"/>
                    <a:pt x="434" y="4978"/>
                  </a:cubicBezTo>
                  <a:cubicBezTo>
                    <a:pt x="608" y="5580"/>
                    <a:pt x="1894" y="5822"/>
                    <a:pt x="3466" y="5822"/>
                  </a:cubicBezTo>
                  <a:cubicBezTo>
                    <a:pt x="5820" y="5822"/>
                    <a:pt x="8814" y="5278"/>
                    <a:pt x="9674" y="4578"/>
                  </a:cubicBezTo>
                  <a:cubicBezTo>
                    <a:pt x="11038" y="3442"/>
                    <a:pt x="10411" y="0"/>
                    <a:pt x="804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3">
              <a:extLst>
                <a:ext uri="{FF2B5EF4-FFF2-40B4-BE49-F238E27FC236}">
                  <a16:creationId xmlns:a16="http://schemas.microsoft.com/office/drawing/2014/main" id="{3292A8C7-4A03-E2DE-BFB3-B666BA07C0CC}"/>
                </a:ext>
              </a:extLst>
            </p:cNvPr>
            <p:cNvSpPr/>
            <p:nvPr/>
          </p:nvSpPr>
          <p:spPr>
            <a:xfrm>
              <a:off x="7017376" y="2403196"/>
              <a:ext cx="290557" cy="95892"/>
            </a:xfrm>
            <a:custGeom>
              <a:avLst/>
              <a:gdLst/>
              <a:ahLst/>
              <a:cxnLst/>
              <a:rect l="l" t="t" r="r" b="b"/>
              <a:pathLst>
                <a:path w="18047" h="5956" extrusionOk="0">
                  <a:moveTo>
                    <a:pt x="15656" y="1"/>
                  </a:moveTo>
                  <a:cubicBezTo>
                    <a:pt x="14821" y="1"/>
                    <a:pt x="14103" y="784"/>
                    <a:pt x="13443" y="911"/>
                  </a:cubicBezTo>
                  <a:cubicBezTo>
                    <a:pt x="13265" y="943"/>
                    <a:pt x="13096" y="956"/>
                    <a:pt x="12936" y="956"/>
                  </a:cubicBezTo>
                  <a:cubicBezTo>
                    <a:pt x="11993" y="956"/>
                    <a:pt x="11339" y="487"/>
                    <a:pt x="10479" y="487"/>
                  </a:cubicBezTo>
                  <a:cubicBezTo>
                    <a:pt x="10098" y="487"/>
                    <a:pt x="9678" y="579"/>
                    <a:pt x="9174" y="845"/>
                  </a:cubicBezTo>
                  <a:cubicBezTo>
                    <a:pt x="7339" y="1812"/>
                    <a:pt x="4871" y="4180"/>
                    <a:pt x="0" y="5615"/>
                  </a:cubicBezTo>
                  <a:cubicBezTo>
                    <a:pt x="954" y="5858"/>
                    <a:pt x="1843" y="5956"/>
                    <a:pt x="2668" y="5956"/>
                  </a:cubicBezTo>
                  <a:cubicBezTo>
                    <a:pt x="6139" y="5956"/>
                    <a:pt x="8483" y="4221"/>
                    <a:pt x="9732" y="4221"/>
                  </a:cubicBezTo>
                  <a:cubicBezTo>
                    <a:pt x="9818" y="4221"/>
                    <a:pt x="9899" y="4230"/>
                    <a:pt x="9974" y="4247"/>
                  </a:cubicBezTo>
                  <a:cubicBezTo>
                    <a:pt x="11029" y="4507"/>
                    <a:pt x="11695" y="4636"/>
                    <a:pt x="12259" y="4636"/>
                  </a:cubicBezTo>
                  <a:cubicBezTo>
                    <a:pt x="12996" y="4636"/>
                    <a:pt x="13556" y="4415"/>
                    <a:pt x="14578" y="3980"/>
                  </a:cubicBezTo>
                  <a:cubicBezTo>
                    <a:pt x="14799" y="3883"/>
                    <a:pt x="15018" y="3847"/>
                    <a:pt x="15238" y="3847"/>
                  </a:cubicBezTo>
                  <a:cubicBezTo>
                    <a:pt x="15911" y="3847"/>
                    <a:pt x="16596" y="4187"/>
                    <a:pt x="17412" y="4187"/>
                  </a:cubicBezTo>
                  <a:cubicBezTo>
                    <a:pt x="17615" y="4187"/>
                    <a:pt x="17826" y="4166"/>
                    <a:pt x="18047" y="4114"/>
                  </a:cubicBezTo>
                  <a:cubicBezTo>
                    <a:pt x="17346" y="3447"/>
                    <a:pt x="17580" y="1011"/>
                    <a:pt x="16479" y="278"/>
                  </a:cubicBezTo>
                  <a:cubicBezTo>
                    <a:pt x="16192" y="78"/>
                    <a:pt x="15918" y="1"/>
                    <a:pt x="156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3">
              <a:extLst>
                <a:ext uri="{FF2B5EF4-FFF2-40B4-BE49-F238E27FC236}">
                  <a16:creationId xmlns:a16="http://schemas.microsoft.com/office/drawing/2014/main" id="{7585A700-A7B2-B35F-904C-ADD40DC48B51}"/>
                </a:ext>
              </a:extLst>
            </p:cNvPr>
            <p:cNvSpPr/>
            <p:nvPr/>
          </p:nvSpPr>
          <p:spPr>
            <a:xfrm>
              <a:off x="7017376" y="2465326"/>
              <a:ext cx="290557" cy="96246"/>
            </a:xfrm>
            <a:custGeom>
              <a:avLst/>
              <a:gdLst/>
              <a:ahLst/>
              <a:cxnLst/>
              <a:rect l="l" t="t" r="r" b="b"/>
              <a:pathLst>
                <a:path w="18047" h="5978" extrusionOk="0">
                  <a:moveTo>
                    <a:pt x="15176" y="0"/>
                  </a:moveTo>
                  <a:cubicBezTo>
                    <a:pt x="14976" y="0"/>
                    <a:pt x="14777" y="34"/>
                    <a:pt x="14578" y="121"/>
                  </a:cubicBezTo>
                  <a:cubicBezTo>
                    <a:pt x="13536" y="581"/>
                    <a:pt x="12408" y="830"/>
                    <a:pt x="11280" y="830"/>
                  </a:cubicBezTo>
                  <a:cubicBezTo>
                    <a:pt x="10854" y="830"/>
                    <a:pt x="10428" y="795"/>
                    <a:pt x="10008" y="722"/>
                  </a:cubicBezTo>
                  <a:cubicBezTo>
                    <a:pt x="9952" y="714"/>
                    <a:pt x="9894" y="710"/>
                    <a:pt x="9833" y="710"/>
                  </a:cubicBezTo>
                  <a:cubicBezTo>
                    <a:pt x="8619" y="710"/>
                    <a:pt x="6343" y="2142"/>
                    <a:pt x="3003" y="2142"/>
                  </a:cubicBezTo>
                  <a:cubicBezTo>
                    <a:pt x="2083" y="2142"/>
                    <a:pt x="1082" y="2033"/>
                    <a:pt x="0" y="1756"/>
                  </a:cubicBezTo>
                  <a:lnTo>
                    <a:pt x="0" y="1756"/>
                  </a:lnTo>
                  <a:cubicBezTo>
                    <a:pt x="2623" y="2747"/>
                    <a:pt x="3948" y="5978"/>
                    <a:pt x="9334" y="5978"/>
                  </a:cubicBezTo>
                  <a:cubicBezTo>
                    <a:pt x="10113" y="5978"/>
                    <a:pt x="10977" y="5910"/>
                    <a:pt x="11942" y="5759"/>
                  </a:cubicBezTo>
                  <a:cubicBezTo>
                    <a:pt x="16812" y="4958"/>
                    <a:pt x="17013" y="1155"/>
                    <a:pt x="18047" y="255"/>
                  </a:cubicBezTo>
                  <a:lnTo>
                    <a:pt x="18047" y="255"/>
                  </a:lnTo>
                  <a:cubicBezTo>
                    <a:pt x="17791" y="342"/>
                    <a:pt x="17546" y="376"/>
                    <a:pt x="17311" y="376"/>
                  </a:cubicBezTo>
                  <a:cubicBezTo>
                    <a:pt x="16526" y="376"/>
                    <a:pt x="15844" y="0"/>
                    <a:pt x="1517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3">
              <a:extLst>
                <a:ext uri="{FF2B5EF4-FFF2-40B4-BE49-F238E27FC236}">
                  <a16:creationId xmlns:a16="http://schemas.microsoft.com/office/drawing/2014/main" id="{76971F1A-FCBA-5F1A-11CD-0E21C52ACEA5}"/>
                </a:ext>
              </a:extLst>
            </p:cNvPr>
            <p:cNvSpPr/>
            <p:nvPr/>
          </p:nvSpPr>
          <p:spPr>
            <a:xfrm>
              <a:off x="7083048" y="2518230"/>
              <a:ext cx="102444" cy="34309"/>
            </a:xfrm>
            <a:custGeom>
              <a:avLst/>
              <a:gdLst/>
              <a:ahLst/>
              <a:cxnLst/>
              <a:rect l="l" t="t" r="r" b="b"/>
              <a:pathLst>
                <a:path w="6363" h="2131" extrusionOk="0">
                  <a:moveTo>
                    <a:pt x="308" y="1"/>
                  </a:moveTo>
                  <a:cubicBezTo>
                    <a:pt x="106" y="1"/>
                    <a:pt x="1" y="188"/>
                    <a:pt x="124" y="404"/>
                  </a:cubicBezTo>
                  <a:cubicBezTo>
                    <a:pt x="225" y="538"/>
                    <a:pt x="325" y="671"/>
                    <a:pt x="458" y="738"/>
                  </a:cubicBezTo>
                  <a:cubicBezTo>
                    <a:pt x="1058" y="1172"/>
                    <a:pt x="1726" y="1505"/>
                    <a:pt x="2393" y="1705"/>
                  </a:cubicBezTo>
                  <a:cubicBezTo>
                    <a:pt x="2926" y="1919"/>
                    <a:pt x="3503" y="2026"/>
                    <a:pt x="4071" y="2026"/>
                  </a:cubicBezTo>
                  <a:cubicBezTo>
                    <a:pt x="4213" y="2026"/>
                    <a:pt x="4354" y="2019"/>
                    <a:pt x="4494" y="2006"/>
                  </a:cubicBezTo>
                  <a:cubicBezTo>
                    <a:pt x="4694" y="1972"/>
                    <a:pt x="4961" y="1772"/>
                    <a:pt x="4828" y="1539"/>
                  </a:cubicBezTo>
                  <a:cubicBezTo>
                    <a:pt x="4694" y="1338"/>
                    <a:pt x="4494" y="1205"/>
                    <a:pt x="4261" y="1172"/>
                  </a:cubicBezTo>
                  <a:lnTo>
                    <a:pt x="4161" y="1172"/>
                  </a:lnTo>
                  <a:cubicBezTo>
                    <a:pt x="3494" y="1038"/>
                    <a:pt x="2926" y="938"/>
                    <a:pt x="2259" y="738"/>
                  </a:cubicBezTo>
                  <a:cubicBezTo>
                    <a:pt x="1926" y="605"/>
                    <a:pt x="1559" y="471"/>
                    <a:pt x="1192" y="304"/>
                  </a:cubicBezTo>
                  <a:cubicBezTo>
                    <a:pt x="958" y="171"/>
                    <a:pt x="658" y="71"/>
                    <a:pt x="358" y="4"/>
                  </a:cubicBezTo>
                  <a:cubicBezTo>
                    <a:pt x="341" y="2"/>
                    <a:pt x="324" y="1"/>
                    <a:pt x="308" y="1"/>
                  </a:cubicBezTo>
                  <a:close/>
                  <a:moveTo>
                    <a:pt x="5868" y="1279"/>
                  </a:moveTo>
                  <a:cubicBezTo>
                    <a:pt x="5724" y="1279"/>
                    <a:pt x="5584" y="1341"/>
                    <a:pt x="5462" y="1439"/>
                  </a:cubicBezTo>
                  <a:cubicBezTo>
                    <a:pt x="5395" y="1505"/>
                    <a:pt x="5362" y="1605"/>
                    <a:pt x="5328" y="1672"/>
                  </a:cubicBezTo>
                  <a:cubicBezTo>
                    <a:pt x="5295" y="1805"/>
                    <a:pt x="5328" y="1906"/>
                    <a:pt x="5395" y="2006"/>
                  </a:cubicBezTo>
                  <a:cubicBezTo>
                    <a:pt x="5495" y="2089"/>
                    <a:pt x="5628" y="2131"/>
                    <a:pt x="5762" y="2131"/>
                  </a:cubicBezTo>
                  <a:cubicBezTo>
                    <a:pt x="5895" y="2131"/>
                    <a:pt x="6029" y="2089"/>
                    <a:pt x="6129" y="2006"/>
                  </a:cubicBezTo>
                  <a:cubicBezTo>
                    <a:pt x="6362" y="1772"/>
                    <a:pt x="6296" y="1439"/>
                    <a:pt x="6029" y="1305"/>
                  </a:cubicBezTo>
                  <a:cubicBezTo>
                    <a:pt x="5975" y="1287"/>
                    <a:pt x="5921" y="1279"/>
                    <a:pt x="5868" y="1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3">
              <a:extLst>
                <a:ext uri="{FF2B5EF4-FFF2-40B4-BE49-F238E27FC236}">
                  <a16:creationId xmlns:a16="http://schemas.microsoft.com/office/drawing/2014/main" id="{EAB7C1ED-3D59-FDD9-7B1B-E5997C64952F}"/>
                </a:ext>
              </a:extLst>
            </p:cNvPr>
            <p:cNvSpPr/>
            <p:nvPr/>
          </p:nvSpPr>
          <p:spPr>
            <a:xfrm>
              <a:off x="7106522" y="2583178"/>
              <a:ext cx="145560" cy="34486"/>
            </a:xfrm>
            <a:custGeom>
              <a:avLst/>
              <a:gdLst/>
              <a:ahLst/>
              <a:cxnLst/>
              <a:rect l="l" t="t" r="r" b="b"/>
              <a:pathLst>
                <a:path w="9041" h="2142" extrusionOk="0">
                  <a:moveTo>
                    <a:pt x="5698" y="1"/>
                  </a:moveTo>
                  <a:cubicBezTo>
                    <a:pt x="3550" y="1"/>
                    <a:pt x="1320" y="749"/>
                    <a:pt x="1" y="2141"/>
                  </a:cubicBezTo>
                  <a:cubicBezTo>
                    <a:pt x="1863" y="1175"/>
                    <a:pt x="4209" y="591"/>
                    <a:pt x="6413" y="591"/>
                  </a:cubicBezTo>
                  <a:cubicBezTo>
                    <a:pt x="7328" y="591"/>
                    <a:pt x="8219" y="692"/>
                    <a:pt x="9041" y="907"/>
                  </a:cubicBezTo>
                  <a:cubicBezTo>
                    <a:pt x="8740" y="640"/>
                    <a:pt x="8373" y="440"/>
                    <a:pt x="7973" y="307"/>
                  </a:cubicBezTo>
                  <a:cubicBezTo>
                    <a:pt x="7258" y="101"/>
                    <a:pt x="6484" y="1"/>
                    <a:pt x="569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3">
              <a:extLst>
                <a:ext uri="{FF2B5EF4-FFF2-40B4-BE49-F238E27FC236}">
                  <a16:creationId xmlns:a16="http://schemas.microsoft.com/office/drawing/2014/main" id="{B7F69942-532E-B1FD-AD4E-A50AB5840324}"/>
                </a:ext>
              </a:extLst>
            </p:cNvPr>
            <p:cNvSpPr/>
            <p:nvPr/>
          </p:nvSpPr>
          <p:spPr>
            <a:xfrm>
              <a:off x="6571084" y="1650408"/>
              <a:ext cx="876484" cy="1119771"/>
            </a:xfrm>
            <a:custGeom>
              <a:avLst/>
              <a:gdLst/>
              <a:ahLst/>
              <a:cxnLst/>
              <a:rect l="l" t="t" r="r" b="b"/>
              <a:pathLst>
                <a:path w="54440" h="69551" extrusionOk="0">
                  <a:moveTo>
                    <a:pt x="12676" y="1569"/>
                  </a:moveTo>
                  <a:cubicBezTo>
                    <a:pt x="16846" y="4604"/>
                    <a:pt x="22850" y="6272"/>
                    <a:pt x="29855" y="6272"/>
                  </a:cubicBezTo>
                  <a:cubicBezTo>
                    <a:pt x="31223" y="6272"/>
                    <a:pt x="32657" y="6205"/>
                    <a:pt x="34125" y="6072"/>
                  </a:cubicBezTo>
                  <a:cubicBezTo>
                    <a:pt x="34258" y="6572"/>
                    <a:pt x="34692" y="6906"/>
                    <a:pt x="35226" y="6906"/>
                  </a:cubicBezTo>
                  <a:cubicBezTo>
                    <a:pt x="35326" y="6906"/>
                    <a:pt x="35426" y="6906"/>
                    <a:pt x="35526" y="6872"/>
                  </a:cubicBezTo>
                  <a:cubicBezTo>
                    <a:pt x="38428" y="11976"/>
                    <a:pt x="40029" y="15779"/>
                    <a:pt x="39362" y="18714"/>
                  </a:cubicBezTo>
                  <a:cubicBezTo>
                    <a:pt x="39062" y="19782"/>
                    <a:pt x="38895" y="20883"/>
                    <a:pt x="38762" y="21950"/>
                  </a:cubicBezTo>
                  <a:cubicBezTo>
                    <a:pt x="38228" y="22050"/>
                    <a:pt x="37828" y="22517"/>
                    <a:pt x="37828" y="23084"/>
                  </a:cubicBezTo>
                  <a:cubicBezTo>
                    <a:pt x="37828" y="23184"/>
                    <a:pt x="37828" y="23318"/>
                    <a:pt x="37861" y="23418"/>
                  </a:cubicBezTo>
                  <a:cubicBezTo>
                    <a:pt x="37761" y="23551"/>
                    <a:pt x="37628" y="23718"/>
                    <a:pt x="37494" y="23918"/>
                  </a:cubicBezTo>
                  <a:cubicBezTo>
                    <a:pt x="36960" y="24619"/>
                    <a:pt x="36360" y="25286"/>
                    <a:pt x="35693" y="25853"/>
                  </a:cubicBezTo>
                  <a:cubicBezTo>
                    <a:pt x="34547" y="26898"/>
                    <a:pt x="34019" y="27289"/>
                    <a:pt x="33051" y="27289"/>
                  </a:cubicBezTo>
                  <a:cubicBezTo>
                    <a:pt x="32412" y="27289"/>
                    <a:pt x="31582" y="27119"/>
                    <a:pt x="30256" y="26853"/>
                  </a:cubicBezTo>
                  <a:lnTo>
                    <a:pt x="29689" y="26720"/>
                  </a:lnTo>
                  <a:cubicBezTo>
                    <a:pt x="28733" y="26525"/>
                    <a:pt x="27665" y="26449"/>
                    <a:pt x="26567" y="26449"/>
                  </a:cubicBezTo>
                  <a:cubicBezTo>
                    <a:pt x="24292" y="26449"/>
                    <a:pt x="21893" y="26773"/>
                    <a:pt x="20115" y="27020"/>
                  </a:cubicBezTo>
                  <a:cubicBezTo>
                    <a:pt x="19548" y="27120"/>
                    <a:pt x="19081" y="27187"/>
                    <a:pt x="18681" y="27220"/>
                  </a:cubicBezTo>
                  <a:cubicBezTo>
                    <a:pt x="18615" y="27228"/>
                    <a:pt x="18549" y="27231"/>
                    <a:pt x="18483" y="27231"/>
                  </a:cubicBezTo>
                  <a:cubicBezTo>
                    <a:pt x="16703" y="27231"/>
                    <a:pt x="14769" y="24671"/>
                    <a:pt x="12743" y="21583"/>
                  </a:cubicBezTo>
                  <a:cubicBezTo>
                    <a:pt x="12943" y="21383"/>
                    <a:pt x="13077" y="21116"/>
                    <a:pt x="13077" y="20816"/>
                  </a:cubicBezTo>
                  <a:cubicBezTo>
                    <a:pt x="13077" y="20215"/>
                    <a:pt x="12576" y="19715"/>
                    <a:pt x="11943" y="19715"/>
                  </a:cubicBezTo>
                  <a:cubicBezTo>
                    <a:pt x="11842" y="19715"/>
                    <a:pt x="11742" y="19715"/>
                    <a:pt x="11642" y="19748"/>
                  </a:cubicBezTo>
                  <a:cubicBezTo>
                    <a:pt x="10675" y="17580"/>
                    <a:pt x="11009" y="14878"/>
                    <a:pt x="12043" y="6672"/>
                  </a:cubicBezTo>
                  <a:cubicBezTo>
                    <a:pt x="12243" y="5171"/>
                    <a:pt x="12443" y="3470"/>
                    <a:pt x="12676" y="1569"/>
                  </a:cubicBezTo>
                  <a:close/>
                  <a:moveTo>
                    <a:pt x="41964" y="30456"/>
                  </a:moveTo>
                  <a:cubicBezTo>
                    <a:pt x="43031" y="30956"/>
                    <a:pt x="43832" y="31957"/>
                    <a:pt x="44499" y="32791"/>
                  </a:cubicBezTo>
                  <a:cubicBezTo>
                    <a:pt x="44733" y="33125"/>
                    <a:pt x="44999" y="33425"/>
                    <a:pt x="45300" y="33725"/>
                  </a:cubicBezTo>
                  <a:cubicBezTo>
                    <a:pt x="46065" y="34490"/>
                    <a:pt x="48047" y="36138"/>
                    <a:pt x="50899" y="36138"/>
                  </a:cubicBezTo>
                  <a:cubicBezTo>
                    <a:pt x="51032" y="36138"/>
                    <a:pt x="51167" y="36134"/>
                    <a:pt x="51304" y="36127"/>
                  </a:cubicBezTo>
                  <a:cubicBezTo>
                    <a:pt x="51371" y="36560"/>
                    <a:pt x="51671" y="36894"/>
                    <a:pt x="52138" y="37027"/>
                  </a:cubicBezTo>
                  <a:cubicBezTo>
                    <a:pt x="51704" y="41064"/>
                    <a:pt x="47501" y="46001"/>
                    <a:pt x="46334" y="49069"/>
                  </a:cubicBezTo>
                  <a:cubicBezTo>
                    <a:pt x="46200" y="49370"/>
                    <a:pt x="46100" y="49636"/>
                    <a:pt x="46000" y="49903"/>
                  </a:cubicBezTo>
                  <a:lnTo>
                    <a:pt x="45933" y="49903"/>
                  </a:lnTo>
                  <a:cubicBezTo>
                    <a:pt x="45466" y="49903"/>
                    <a:pt x="45066" y="50204"/>
                    <a:pt x="44899" y="50637"/>
                  </a:cubicBezTo>
                  <a:cubicBezTo>
                    <a:pt x="44666" y="50570"/>
                    <a:pt x="44399" y="50537"/>
                    <a:pt x="44065" y="50437"/>
                  </a:cubicBezTo>
                  <a:cubicBezTo>
                    <a:pt x="43800" y="50368"/>
                    <a:pt x="43549" y="50339"/>
                    <a:pt x="43310" y="50339"/>
                  </a:cubicBezTo>
                  <a:cubicBezTo>
                    <a:pt x="42620" y="50339"/>
                    <a:pt x="42025" y="50581"/>
                    <a:pt x="41430" y="50804"/>
                  </a:cubicBezTo>
                  <a:cubicBezTo>
                    <a:pt x="41030" y="51004"/>
                    <a:pt x="40630" y="51138"/>
                    <a:pt x="40229" y="51238"/>
                  </a:cubicBezTo>
                  <a:cubicBezTo>
                    <a:pt x="40963" y="50337"/>
                    <a:pt x="42564" y="48102"/>
                    <a:pt x="41230" y="46167"/>
                  </a:cubicBezTo>
                  <a:cubicBezTo>
                    <a:pt x="40096" y="44566"/>
                    <a:pt x="42131" y="42064"/>
                    <a:pt x="42631" y="40497"/>
                  </a:cubicBezTo>
                  <a:cubicBezTo>
                    <a:pt x="43031" y="39129"/>
                    <a:pt x="44166" y="37895"/>
                    <a:pt x="43532" y="35726"/>
                  </a:cubicBezTo>
                  <a:cubicBezTo>
                    <a:pt x="43265" y="34792"/>
                    <a:pt x="42965" y="34259"/>
                    <a:pt x="42331" y="32658"/>
                  </a:cubicBezTo>
                  <a:cubicBezTo>
                    <a:pt x="42097" y="32057"/>
                    <a:pt x="41931" y="31457"/>
                    <a:pt x="41630" y="30856"/>
                  </a:cubicBezTo>
                  <a:cubicBezTo>
                    <a:pt x="41764" y="30756"/>
                    <a:pt x="41864" y="30623"/>
                    <a:pt x="41964" y="30456"/>
                  </a:cubicBezTo>
                  <a:close/>
                  <a:moveTo>
                    <a:pt x="39963" y="30289"/>
                  </a:moveTo>
                  <a:cubicBezTo>
                    <a:pt x="40096" y="30756"/>
                    <a:pt x="40530" y="31056"/>
                    <a:pt x="40997" y="31056"/>
                  </a:cubicBezTo>
                  <a:cubicBezTo>
                    <a:pt x="41097" y="31056"/>
                    <a:pt x="41197" y="31023"/>
                    <a:pt x="41297" y="31023"/>
                  </a:cubicBezTo>
                  <a:cubicBezTo>
                    <a:pt x="41564" y="31624"/>
                    <a:pt x="41797" y="32257"/>
                    <a:pt x="42031" y="32824"/>
                  </a:cubicBezTo>
                  <a:cubicBezTo>
                    <a:pt x="42731" y="34659"/>
                    <a:pt x="42865" y="34926"/>
                    <a:pt x="43131" y="35760"/>
                  </a:cubicBezTo>
                  <a:cubicBezTo>
                    <a:pt x="43765" y="37828"/>
                    <a:pt x="42664" y="39096"/>
                    <a:pt x="42264" y="40330"/>
                  </a:cubicBezTo>
                  <a:cubicBezTo>
                    <a:pt x="41764" y="41998"/>
                    <a:pt x="39696" y="44600"/>
                    <a:pt x="40930" y="46367"/>
                  </a:cubicBezTo>
                  <a:cubicBezTo>
                    <a:pt x="42331" y="48369"/>
                    <a:pt x="40063" y="50871"/>
                    <a:pt x="39662" y="51271"/>
                  </a:cubicBezTo>
                  <a:cubicBezTo>
                    <a:pt x="39362" y="51238"/>
                    <a:pt x="39062" y="51204"/>
                    <a:pt x="38762" y="51138"/>
                  </a:cubicBezTo>
                  <a:cubicBezTo>
                    <a:pt x="38476" y="51075"/>
                    <a:pt x="38199" y="51013"/>
                    <a:pt x="37825" y="51013"/>
                  </a:cubicBezTo>
                  <a:cubicBezTo>
                    <a:pt x="37194" y="51013"/>
                    <a:pt x="36287" y="51189"/>
                    <a:pt x="34592" y="51838"/>
                  </a:cubicBezTo>
                  <a:cubicBezTo>
                    <a:pt x="33337" y="52315"/>
                    <a:pt x="32006" y="52546"/>
                    <a:pt x="30671" y="52546"/>
                  </a:cubicBezTo>
                  <a:cubicBezTo>
                    <a:pt x="30232" y="52546"/>
                    <a:pt x="29792" y="52521"/>
                    <a:pt x="29355" y="52472"/>
                  </a:cubicBezTo>
                  <a:cubicBezTo>
                    <a:pt x="29388" y="52405"/>
                    <a:pt x="29388" y="52338"/>
                    <a:pt x="29388" y="52272"/>
                  </a:cubicBezTo>
                  <a:cubicBezTo>
                    <a:pt x="29388" y="51638"/>
                    <a:pt x="28888" y="51138"/>
                    <a:pt x="28254" y="51138"/>
                  </a:cubicBezTo>
                  <a:cubicBezTo>
                    <a:pt x="28021" y="51138"/>
                    <a:pt x="27821" y="51204"/>
                    <a:pt x="27620" y="51338"/>
                  </a:cubicBezTo>
                  <a:cubicBezTo>
                    <a:pt x="25252" y="48002"/>
                    <a:pt x="25385" y="44800"/>
                    <a:pt x="24385" y="41664"/>
                  </a:cubicBezTo>
                  <a:cubicBezTo>
                    <a:pt x="24685" y="41464"/>
                    <a:pt x="24885" y="41097"/>
                    <a:pt x="24885" y="40730"/>
                  </a:cubicBezTo>
                  <a:cubicBezTo>
                    <a:pt x="24885" y="40697"/>
                    <a:pt x="24885" y="40630"/>
                    <a:pt x="24885" y="40597"/>
                  </a:cubicBezTo>
                  <a:cubicBezTo>
                    <a:pt x="28554" y="39462"/>
                    <a:pt x="31923" y="37428"/>
                    <a:pt x="34659" y="34726"/>
                  </a:cubicBezTo>
                  <a:lnTo>
                    <a:pt x="35259" y="34159"/>
                  </a:lnTo>
                  <a:cubicBezTo>
                    <a:pt x="37427" y="32024"/>
                    <a:pt x="38762" y="30723"/>
                    <a:pt x="39963" y="30289"/>
                  </a:cubicBezTo>
                  <a:close/>
                  <a:moveTo>
                    <a:pt x="46134" y="1"/>
                  </a:moveTo>
                  <a:cubicBezTo>
                    <a:pt x="46034" y="201"/>
                    <a:pt x="45933" y="401"/>
                    <a:pt x="45833" y="601"/>
                  </a:cubicBezTo>
                  <a:cubicBezTo>
                    <a:pt x="44366" y="3070"/>
                    <a:pt x="41097" y="4738"/>
                    <a:pt x="36293" y="5438"/>
                  </a:cubicBezTo>
                  <a:cubicBezTo>
                    <a:pt x="36110" y="4919"/>
                    <a:pt x="35669" y="4673"/>
                    <a:pt x="35231" y="4673"/>
                  </a:cubicBezTo>
                  <a:cubicBezTo>
                    <a:pt x="34712" y="4673"/>
                    <a:pt x="34197" y="5020"/>
                    <a:pt x="34125" y="5672"/>
                  </a:cubicBezTo>
                  <a:cubicBezTo>
                    <a:pt x="32680" y="5798"/>
                    <a:pt x="31271" y="5860"/>
                    <a:pt x="29901" y="5860"/>
                  </a:cubicBezTo>
                  <a:cubicBezTo>
                    <a:pt x="22925" y="5860"/>
                    <a:pt x="17003" y="4247"/>
                    <a:pt x="12877" y="1235"/>
                  </a:cubicBezTo>
                  <a:cubicBezTo>
                    <a:pt x="12676" y="1335"/>
                    <a:pt x="12476" y="1435"/>
                    <a:pt x="12276" y="1569"/>
                  </a:cubicBezTo>
                  <a:cubicBezTo>
                    <a:pt x="12043" y="3437"/>
                    <a:pt x="11842" y="5138"/>
                    <a:pt x="11642" y="6606"/>
                  </a:cubicBezTo>
                  <a:cubicBezTo>
                    <a:pt x="10608" y="14945"/>
                    <a:pt x="10241" y="17680"/>
                    <a:pt x="11275" y="19915"/>
                  </a:cubicBezTo>
                  <a:cubicBezTo>
                    <a:pt x="11009" y="20115"/>
                    <a:pt x="10842" y="20482"/>
                    <a:pt x="10842" y="20816"/>
                  </a:cubicBezTo>
                  <a:cubicBezTo>
                    <a:pt x="10842" y="20849"/>
                    <a:pt x="10842" y="20883"/>
                    <a:pt x="10842" y="20916"/>
                  </a:cubicBezTo>
                  <a:cubicBezTo>
                    <a:pt x="6238" y="22917"/>
                    <a:pt x="2369" y="27521"/>
                    <a:pt x="1" y="30923"/>
                  </a:cubicBezTo>
                  <a:lnTo>
                    <a:pt x="1" y="31657"/>
                  </a:lnTo>
                  <a:cubicBezTo>
                    <a:pt x="2302" y="28254"/>
                    <a:pt x="6238" y="23351"/>
                    <a:pt x="10942" y="21316"/>
                  </a:cubicBezTo>
                  <a:cubicBezTo>
                    <a:pt x="11142" y="21683"/>
                    <a:pt x="11542" y="21950"/>
                    <a:pt x="11943" y="21950"/>
                  </a:cubicBezTo>
                  <a:cubicBezTo>
                    <a:pt x="12143" y="21950"/>
                    <a:pt x="12309" y="21917"/>
                    <a:pt x="12443" y="21817"/>
                  </a:cubicBezTo>
                  <a:cubicBezTo>
                    <a:pt x="14535" y="25003"/>
                    <a:pt x="16535" y="27631"/>
                    <a:pt x="18530" y="27631"/>
                  </a:cubicBezTo>
                  <a:cubicBezTo>
                    <a:pt x="18603" y="27631"/>
                    <a:pt x="18675" y="27628"/>
                    <a:pt x="18747" y="27621"/>
                  </a:cubicBezTo>
                  <a:cubicBezTo>
                    <a:pt x="19114" y="27554"/>
                    <a:pt x="19615" y="27487"/>
                    <a:pt x="20182" y="27421"/>
                  </a:cubicBezTo>
                  <a:cubicBezTo>
                    <a:pt x="21937" y="27173"/>
                    <a:pt x="24314" y="26850"/>
                    <a:pt x="26556" y="26850"/>
                  </a:cubicBezTo>
                  <a:cubicBezTo>
                    <a:pt x="27638" y="26850"/>
                    <a:pt x="28688" y="26925"/>
                    <a:pt x="29622" y="27120"/>
                  </a:cubicBezTo>
                  <a:lnTo>
                    <a:pt x="30189" y="27220"/>
                  </a:lnTo>
                  <a:cubicBezTo>
                    <a:pt x="31123" y="27487"/>
                    <a:pt x="32057" y="27621"/>
                    <a:pt x="33024" y="27687"/>
                  </a:cubicBezTo>
                  <a:cubicBezTo>
                    <a:pt x="34058" y="27687"/>
                    <a:pt x="34725" y="27287"/>
                    <a:pt x="35960" y="26153"/>
                  </a:cubicBezTo>
                  <a:cubicBezTo>
                    <a:pt x="36627" y="25553"/>
                    <a:pt x="37227" y="24885"/>
                    <a:pt x="37761" y="24152"/>
                  </a:cubicBezTo>
                  <a:lnTo>
                    <a:pt x="38061" y="23785"/>
                  </a:lnTo>
                  <a:cubicBezTo>
                    <a:pt x="38261" y="24018"/>
                    <a:pt x="38562" y="24185"/>
                    <a:pt x="38862" y="24185"/>
                  </a:cubicBezTo>
                  <a:cubicBezTo>
                    <a:pt x="39029" y="25252"/>
                    <a:pt x="39295" y="26286"/>
                    <a:pt x="39662" y="27287"/>
                  </a:cubicBezTo>
                  <a:cubicBezTo>
                    <a:pt x="39862" y="27888"/>
                    <a:pt x="40063" y="28455"/>
                    <a:pt x="40329" y="29022"/>
                  </a:cubicBezTo>
                  <a:cubicBezTo>
                    <a:pt x="40063" y="29222"/>
                    <a:pt x="39896" y="29555"/>
                    <a:pt x="39862" y="29889"/>
                  </a:cubicBezTo>
                  <a:cubicBezTo>
                    <a:pt x="38595" y="30323"/>
                    <a:pt x="37194" y="31657"/>
                    <a:pt x="34959" y="33858"/>
                  </a:cubicBezTo>
                  <a:lnTo>
                    <a:pt x="34392" y="34459"/>
                  </a:lnTo>
                  <a:cubicBezTo>
                    <a:pt x="31690" y="37127"/>
                    <a:pt x="28388" y="39096"/>
                    <a:pt x="24785" y="40230"/>
                  </a:cubicBezTo>
                  <a:cubicBezTo>
                    <a:pt x="24568" y="39796"/>
                    <a:pt x="24180" y="39599"/>
                    <a:pt x="23793" y="39599"/>
                  </a:cubicBezTo>
                  <a:cubicBezTo>
                    <a:pt x="23230" y="39599"/>
                    <a:pt x="22670" y="40018"/>
                    <a:pt x="22650" y="40730"/>
                  </a:cubicBezTo>
                  <a:cubicBezTo>
                    <a:pt x="21588" y="40916"/>
                    <a:pt x="20505" y="41017"/>
                    <a:pt x="19418" y="41017"/>
                  </a:cubicBezTo>
                  <a:cubicBezTo>
                    <a:pt x="19139" y="41017"/>
                    <a:pt x="18860" y="41011"/>
                    <a:pt x="18581" y="40997"/>
                  </a:cubicBezTo>
                  <a:cubicBezTo>
                    <a:pt x="10542" y="40663"/>
                    <a:pt x="5004" y="38428"/>
                    <a:pt x="1" y="35259"/>
                  </a:cubicBezTo>
                  <a:lnTo>
                    <a:pt x="1" y="35726"/>
                  </a:lnTo>
                  <a:cubicBezTo>
                    <a:pt x="5004" y="38862"/>
                    <a:pt x="10542" y="41030"/>
                    <a:pt x="18547" y="41397"/>
                  </a:cubicBezTo>
                  <a:lnTo>
                    <a:pt x="19381" y="41397"/>
                  </a:lnTo>
                  <a:cubicBezTo>
                    <a:pt x="20515" y="41397"/>
                    <a:pt x="21616" y="41297"/>
                    <a:pt x="22717" y="41097"/>
                  </a:cubicBezTo>
                  <a:cubicBezTo>
                    <a:pt x="22884" y="41531"/>
                    <a:pt x="23317" y="41797"/>
                    <a:pt x="23784" y="41797"/>
                  </a:cubicBezTo>
                  <a:lnTo>
                    <a:pt x="24018" y="41797"/>
                  </a:lnTo>
                  <a:cubicBezTo>
                    <a:pt x="25019" y="45000"/>
                    <a:pt x="24918" y="48202"/>
                    <a:pt x="27354" y="51605"/>
                  </a:cubicBezTo>
                  <a:cubicBezTo>
                    <a:pt x="26953" y="52205"/>
                    <a:pt x="27187" y="53006"/>
                    <a:pt x="27854" y="53272"/>
                  </a:cubicBezTo>
                  <a:cubicBezTo>
                    <a:pt x="27821" y="55741"/>
                    <a:pt x="27287" y="60044"/>
                    <a:pt x="20415" y="60411"/>
                  </a:cubicBezTo>
                  <a:cubicBezTo>
                    <a:pt x="20182" y="60430"/>
                    <a:pt x="19379" y="60441"/>
                    <a:pt x="18255" y="60441"/>
                  </a:cubicBezTo>
                  <a:cubicBezTo>
                    <a:pt x="15518" y="60441"/>
                    <a:pt x="10882" y="60376"/>
                    <a:pt x="7973" y="60211"/>
                  </a:cubicBezTo>
                  <a:lnTo>
                    <a:pt x="7973" y="60211"/>
                  </a:lnTo>
                  <a:lnTo>
                    <a:pt x="8407" y="60511"/>
                  </a:lnTo>
                  <a:lnTo>
                    <a:pt x="8707" y="60678"/>
                  </a:lnTo>
                  <a:cubicBezTo>
                    <a:pt x="10969" y="60802"/>
                    <a:pt x="14637" y="60836"/>
                    <a:pt x="17280" y="60836"/>
                  </a:cubicBezTo>
                  <a:cubicBezTo>
                    <a:pt x="18886" y="60836"/>
                    <a:pt x="20113" y="60824"/>
                    <a:pt x="20415" y="60811"/>
                  </a:cubicBezTo>
                  <a:cubicBezTo>
                    <a:pt x="27554" y="60377"/>
                    <a:pt x="28087" y="55908"/>
                    <a:pt x="28221" y="53339"/>
                  </a:cubicBezTo>
                  <a:lnTo>
                    <a:pt x="28254" y="53339"/>
                  </a:lnTo>
                  <a:cubicBezTo>
                    <a:pt x="28388" y="53339"/>
                    <a:pt x="28521" y="53306"/>
                    <a:pt x="28654" y="53272"/>
                  </a:cubicBezTo>
                  <a:cubicBezTo>
                    <a:pt x="30322" y="55407"/>
                    <a:pt x="33058" y="58843"/>
                    <a:pt x="32190" y="61745"/>
                  </a:cubicBezTo>
                  <a:cubicBezTo>
                    <a:pt x="31323" y="64781"/>
                    <a:pt x="30689" y="67716"/>
                    <a:pt x="31523" y="69484"/>
                  </a:cubicBezTo>
                  <a:lnTo>
                    <a:pt x="31990" y="69551"/>
                  </a:lnTo>
                  <a:cubicBezTo>
                    <a:pt x="31023" y="67916"/>
                    <a:pt x="31723" y="64814"/>
                    <a:pt x="32557" y="61879"/>
                  </a:cubicBezTo>
                  <a:cubicBezTo>
                    <a:pt x="33458" y="58843"/>
                    <a:pt x="30589" y="55341"/>
                    <a:pt x="28955" y="53072"/>
                  </a:cubicBezTo>
                  <a:cubicBezTo>
                    <a:pt x="29055" y="53006"/>
                    <a:pt x="29155" y="52905"/>
                    <a:pt x="29188" y="52805"/>
                  </a:cubicBezTo>
                  <a:cubicBezTo>
                    <a:pt x="29618" y="52886"/>
                    <a:pt x="30085" y="52922"/>
                    <a:pt x="30566" y="52922"/>
                  </a:cubicBezTo>
                  <a:cubicBezTo>
                    <a:pt x="32063" y="52922"/>
                    <a:pt x="33690" y="52576"/>
                    <a:pt x="34725" y="52172"/>
                  </a:cubicBezTo>
                  <a:cubicBezTo>
                    <a:pt x="36363" y="51533"/>
                    <a:pt x="37215" y="51370"/>
                    <a:pt x="37807" y="51370"/>
                  </a:cubicBezTo>
                  <a:cubicBezTo>
                    <a:pt x="38143" y="51370"/>
                    <a:pt x="38396" y="51423"/>
                    <a:pt x="38662" y="51471"/>
                  </a:cubicBezTo>
                  <a:cubicBezTo>
                    <a:pt x="39029" y="51571"/>
                    <a:pt x="39362" y="51605"/>
                    <a:pt x="39729" y="51605"/>
                  </a:cubicBezTo>
                  <a:cubicBezTo>
                    <a:pt x="40396" y="51571"/>
                    <a:pt x="41030" y="51404"/>
                    <a:pt x="41597" y="51138"/>
                  </a:cubicBezTo>
                  <a:cubicBezTo>
                    <a:pt x="42172" y="50912"/>
                    <a:pt x="42710" y="50687"/>
                    <a:pt x="43323" y="50687"/>
                  </a:cubicBezTo>
                  <a:cubicBezTo>
                    <a:pt x="43528" y="50687"/>
                    <a:pt x="43740" y="50712"/>
                    <a:pt x="43965" y="50771"/>
                  </a:cubicBezTo>
                  <a:cubicBezTo>
                    <a:pt x="44299" y="50871"/>
                    <a:pt x="44566" y="50937"/>
                    <a:pt x="44799" y="50971"/>
                  </a:cubicBezTo>
                  <a:lnTo>
                    <a:pt x="44799" y="51004"/>
                  </a:lnTo>
                  <a:cubicBezTo>
                    <a:pt x="44799" y="51338"/>
                    <a:pt x="44966" y="51671"/>
                    <a:pt x="45233" y="51871"/>
                  </a:cubicBezTo>
                  <a:cubicBezTo>
                    <a:pt x="44666" y="53239"/>
                    <a:pt x="44099" y="54473"/>
                    <a:pt x="43365" y="56008"/>
                  </a:cubicBezTo>
                  <a:lnTo>
                    <a:pt x="42731" y="57242"/>
                  </a:lnTo>
                  <a:cubicBezTo>
                    <a:pt x="42031" y="58743"/>
                    <a:pt x="44633" y="61245"/>
                    <a:pt x="44532" y="63046"/>
                  </a:cubicBezTo>
                  <a:lnTo>
                    <a:pt x="44532" y="63213"/>
                  </a:lnTo>
                  <a:cubicBezTo>
                    <a:pt x="44466" y="64113"/>
                    <a:pt x="44266" y="65014"/>
                    <a:pt x="43999" y="65848"/>
                  </a:cubicBezTo>
                  <a:cubicBezTo>
                    <a:pt x="44199" y="65615"/>
                    <a:pt x="44399" y="65348"/>
                    <a:pt x="44633" y="65081"/>
                  </a:cubicBezTo>
                  <a:cubicBezTo>
                    <a:pt x="44766" y="64480"/>
                    <a:pt x="44866" y="63847"/>
                    <a:pt x="44933" y="63246"/>
                  </a:cubicBezTo>
                  <a:lnTo>
                    <a:pt x="44933" y="63079"/>
                  </a:lnTo>
                  <a:cubicBezTo>
                    <a:pt x="45033" y="61311"/>
                    <a:pt x="42431" y="58843"/>
                    <a:pt x="43098" y="57409"/>
                  </a:cubicBezTo>
                  <a:lnTo>
                    <a:pt x="43699" y="56174"/>
                  </a:lnTo>
                  <a:cubicBezTo>
                    <a:pt x="44432" y="54640"/>
                    <a:pt x="45033" y="53439"/>
                    <a:pt x="45600" y="52072"/>
                  </a:cubicBezTo>
                  <a:cubicBezTo>
                    <a:pt x="45700" y="52105"/>
                    <a:pt x="45800" y="52105"/>
                    <a:pt x="45933" y="52105"/>
                  </a:cubicBezTo>
                  <a:cubicBezTo>
                    <a:pt x="46234" y="52105"/>
                    <a:pt x="46534" y="51971"/>
                    <a:pt x="46767" y="51738"/>
                  </a:cubicBezTo>
                  <a:cubicBezTo>
                    <a:pt x="47935" y="52372"/>
                    <a:pt x="49603" y="53406"/>
                    <a:pt x="50170" y="54340"/>
                  </a:cubicBezTo>
                  <a:lnTo>
                    <a:pt x="50337" y="53873"/>
                  </a:lnTo>
                  <a:cubicBezTo>
                    <a:pt x="49770" y="52872"/>
                    <a:pt x="48035" y="51971"/>
                    <a:pt x="46968" y="51371"/>
                  </a:cubicBezTo>
                  <a:cubicBezTo>
                    <a:pt x="47034" y="51238"/>
                    <a:pt x="47034" y="51138"/>
                    <a:pt x="47034" y="51004"/>
                  </a:cubicBezTo>
                  <a:cubicBezTo>
                    <a:pt x="47034" y="50570"/>
                    <a:pt x="46801" y="50170"/>
                    <a:pt x="46400" y="49970"/>
                  </a:cubicBezTo>
                  <a:lnTo>
                    <a:pt x="46634" y="49370"/>
                  </a:lnTo>
                  <a:lnTo>
                    <a:pt x="46601" y="49403"/>
                  </a:lnTo>
                  <a:lnTo>
                    <a:pt x="46601" y="49403"/>
                  </a:lnTo>
                  <a:lnTo>
                    <a:pt x="46701" y="49169"/>
                  </a:lnTo>
                  <a:cubicBezTo>
                    <a:pt x="47868" y="46067"/>
                    <a:pt x="52038" y="41130"/>
                    <a:pt x="52538" y="36994"/>
                  </a:cubicBezTo>
                  <a:cubicBezTo>
                    <a:pt x="53105" y="36927"/>
                    <a:pt x="53539" y="36460"/>
                    <a:pt x="53539" y="35893"/>
                  </a:cubicBezTo>
                  <a:cubicBezTo>
                    <a:pt x="53539" y="35793"/>
                    <a:pt x="53539" y="35693"/>
                    <a:pt x="53506" y="35593"/>
                  </a:cubicBezTo>
                  <a:cubicBezTo>
                    <a:pt x="53839" y="35460"/>
                    <a:pt x="54139" y="35326"/>
                    <a:pt x="54440" y="35159"/>
                  </a:cubicBezTo>
                  <a:lnTo>
                    <a:pt x="54440" y="34792"/>
                  </a:lnTo>
                  <a:cubicBezTo>
                    <a:pt x="54073" y="34959"/>
                    <a:pt x="53706" y="35126"/>
                    <a:pt x="53339" y="35259"/>
                  </a:cubicBezTo>
                  <a:cubicBezTo>
                    <a:pt x="53112" y="34939"/>
                    <a:pt x="52768" y="34790"/>
                    <a:pt x="52426" y="34790"/>
                  </a:cubicBezTo>
                  <a:cubicBezTo>
                    <a:pt x="51912" y="34790"/>
                    <a:pt x="51404" y="35126"/>
                    <a:pt x="51304" y="35726"/>
                  </a:cubicBezTo>
                  <a:cubicBezTo>
                    <a:pt x="51138" y="35739"/>
                    <a:pt x="50974" y="35744"/>
                    <a:pt x="50813" y="35744"/>
                  </a:cubicBezTo>
                  <a:cubicBezTo>
                    <a:pt x="48299" y="35744"/>
                    <a:pt x="46476" y="34334"/>
                    <a:pt x="45567" y="33425"/>
                  </a:cubicBezTo>
                  <a:cubicBezTo>
                    <a:pt x="45300" y="33125"/>
                    <a:pt x="45066" y="32824"/>
                    <a:pt x="44799" y="32524"/>
                  </a:cubicBezTo>
                  <a:cubicBezTo>
                    <a:pt x="44099" y="31624"/>
                    <a:pt x="43265" y="30589"/>
                    <a:pt x="42097" y="30056"/>
                  </a:cubicBezTo>
                  <a:lnTo>
                    <a:pt x="42097" y="29922"/>
                  </a:lnTo>
                  <a:cubicBezTo>
                    <a:pt x="42097" y="29340"/>
                    <a:pt x="41626" y="28820"/>
                    <a:pt x="41020" y="28820"/>
                  </a:cubicBezTo>
                  <a:cubicBezTo>
                    <a:pt x="41001" y="28820"/>
                    <a:pt x="40982" y="28821"/>
                    <a:pt x="40963" y="28822"/>
                  </a:cubicBezTo>
                  <a:cubicBezTo>
                    <a:pt x="40863" y="28822"/>
                    <a:pt x="40763" y="28822"/>
                    <a:pt x="40663" y="28855"/>
                  </a:cubicBezTo>
                  <a:cubicBezTo>
                    <a:pt x="40396" y="28288"/>
                    <a:pt x="40196" y="27754"/>
                    <a:pt x="39996" y="27154"/>
                  </a:cubicBezTo>
                  <a:cubicBezTo>
                    <a:pt x="39662" y="26186"/>
                    <a:pt x="39395" y="25186"/>
                    <a:pt x="39229" y="24152"/>
                  </a:cubicBezTo>
                  <a:cubicBezTo>
                    <a:pt x="39462" y="24085"/>
                    <a:pt x="39662" y="23918"/>
                    <a:pt x="39829" y="23718"/>
                  </a:cubicBezTo>
                  <a:cubicBezTo>
                    <a:pt x="39963" y="23885"/>
                    <a:pt x="40129" y="24051"/>
                    <a:pt x="40296" y="24252"/>
                  </a:cubicBezTo>
                  <a:cubicBezTo>
                    <a:pt x="41030" y="25086"/>
                    <a:pt x="41997" y="26120"/>
                    <a:pt x="43332" y="26220"/>
                  </a:cubicBezTo>
                  <a:cubicBezTo>
                    <a:pt x="43798" y="26268"/>
                    <a:pt x="44265" y="26293"/>
                    <a:pt x="44729" y="26293"/>
                  </a:cubicBezTo>
                  <a:cubicBezTo>
                    <a:pt x="47123" y="26293"/>
                    <a:pt x="49470" y="25653"/>
                    <a:pt x="51537" y="24452"/>
                  </a:cubicBezTo>
                  <a:cubicBezTo>
                    <a:pt x="51871" y="24252"/>
                    <a:pt x="52205" y="24018"/>
                    <a:pt x="52505" y="23818"/>
                  </a:cubicBezTo>
                  <a:cubicBezTo>
                    <a:pt x="52471" y="23685"/>
                    <a:pt x="52438" y="23518"/>
                    <a:pt x="52405" y="23384"/>
                  </a:cubicBezTo>
                  <a:cubicBezTo>
                    <a:pt x="52071" y="23651"/>
                    <a:pt x="51704" y="23885"/>
                    <a:pt x="51337" y="24085"/>
                  </a:cubicBezTo>
                  <a:cubicBezTo>
                    <a:pt x="49306" y="25298"/>
                    <a:pt x="47013" y="25914"/>
                    <a:pt x="44679" y="25914"/>
                  </a:cubicBezTo>
                  <a:cubicBezTo>
                    <a:pt x="44253" y="25914"/>
                    <a:pt x="43826" y="25894"/>
                    <a:pt x="43398" y="25853"/>
                  </a:cubicBezTo>
                  <a:cubicBezTo>
                    <a:pt x="42197" y="25753"/>
                    <a:pt x="41297" y="24785"/>
                    <a:pt x="40596" y="23985"/>
                  </a:cubicBezTo>
                  <a:cubicBezTo>
                    <a:pt x="40396" y="23785"/>
                    <a:pt x="40196" y="23551"/>
                    <a:pt x="40029" y="23384"/>
                  </a:cubicBezTo>
                  <a:cubicBezTo>
                    <a:pt x="40029" y="23284"/>
                    <a:pt x="40063" y="23184"/>
                    <a:pt x="40063" y="23084"/>
                  </a:cubicBezTo>
                  <a:cubicBezTo>
                    <a:pt x="40063" y="22550"/>
                    <a:pt x="39696" y="22083"/>
                    <a:pt x="39162" y="21983"/>
                  </a:cubicBezTo>
                  <a:cubicBezTo>
                    <a:pt x="39262" y="20916"/>
                    <a:pt x="39462" y="19848"/>
                    <a:pt x="39729" y="18814"/>
                  </a:cubicBezTo>
                  <a:cubicBezTo>
                    <a:pt x="40430" y="15746"/>
                    <a:pt x="38795" y="11876"/>
                    <a:pt x="35893" y="6706"/>
                  </a:cubicBezTo>
                  <a:cubicBezTo>
                    <a:pt x="36193" y="6506"/>
                    <a:pt x="36360" y="6172"/>
                    <a:pt x="36360" y="5805"/>
                  </a:cubicBezTo>
                  <a:cubicBezTo>
                    <a:pt x="41263" y="5105"/>
                    <a:pt x="44633" y="3370"/>
                    <a:pt x="46167" y="768"/>
                  </a:cubicBezTo>
                  <a:cubicBezTo>
                    <a:pt x="46267" y="635"/>
                    <a:pt x="46334" y="468"/>
                    <a:pt x="46434" y="301"/>
                  </a:cubicBezTo>
                  <a:cubicBezTo>
                    <a:pt x="46334" y="201"/>
                    <a:pt x="46234" y="101"/>
                    <a:pt x="46134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3">
              <a:extLst>
                <a:ext uri="{FF2B5EF4-FFF2-40B4-BE49-F238E27FC236}">
                  <a16:creationId xmlns:a16="http://schemas.microsoft.com/office/drawing/2014/main" id="{585C7520-6828-377B-4009-64B97C242CE4}"/>
                </a:ext>
              </a:extLst>
            </p:cNvPr>
            <p:cNvSpPr/>
            <p:nvPr/>
          </p:nvSpPr>
          <p:spPr>
            <a:xfrm>
              <a:off x="6571084" y="1650408"/>
              <a:ext cx="876484" cy="1119771"/>
            </a:xfrm>
            <a:custGeom>
              <a:avLst/>
              <a:gdLst/>
              <a:ahLst/>
              <a:cxnLst/>
              <a:rect l="l" t="t" r="r" b="b"/>
              <a:pathLst>
                <a:path w="54440" h="69551" extrusionOk="0">
                  <a:moveTo>
                    <a:pt x="12676" y="1569"/>
                  </a:moveTo>
                  <a:cubicBezTo>
                    <a:pt x="16846" y="4604"/>
                    <a:pt x="22850" y="6272"/>
                    <a:pt x="29855" y="6272"/>
                  </a:cubicBezTo>
                  <a:cubicBezTo>
                    <a:pt x="31223" y="6272"/>
                    <a:pt x="32657" y="6205"/>
                    <a:pt x="34125" y="6072"/>
                  </a:cubicBezTo>
                  <a:cubicBezTo>
                    <a:pt x="34258" y="6572"/>
                    <a:pt x="34692" y="6906"/>
                    <a:pt x="35226" y="6906"/>
                  </a:cubicBezTo>
                  <a:cubicBezTo>
                    <a:pt x="35326" y="6906"/>
                    <a:pt x="35426" y="6906"/>
                    <a:pt x="35526" y="6872"/>
                  </a:cubicBezTo>
                  <a:cubicBezTo>
                    <a:pt x="38428" y="11976"/>
                    <a:pt x="40029" y="15779"/>
                    <a:pt x="39362" y="18714"/>
                  </a:cubicBezTo>
                  <a:cubicBezTo>
                    <a:pt x="39062" y="19782"/>
                    <a:pt x="38895" y="20883"/>
                    <a:pt x="38762" y="21950"/>
                  </a:cubicBezTo>
                  <a:cubicBezTo>
                    <a:pt x="38228" y="22050"/>
                    <a:pt x="37828" y="22517"/>
                    <a:pt x="37828" y="23084"/>
                  </a:cubicBezTo>
                  <a:cubicBezTo>
                    <a:pt x="37828" y="23184"/>
                    <a:pt x="37828" y="23318"/>
                    <a:pt x="37861" y="23418"/>
                  </a:cubicBezTo>
                  <a:cubicBezTo>
                    <a:pt x="37761" y="23551"/>
                    <a:pt x="37628" y="23718"/>
                    <a:pt x="37494" y="23918"/>
                  </a:cubicBezTo>
                  <a:cubicBezTo>
                    <a:pt x="36960" y="24619"/>
                    <a:pt x="36360" y="25286"/>
                    <a:pt x="35693" y="25853"/>
                  </a:cubicBezTo>
                  <a:cubicBezTo>
                    <a:pt x="34547" y="26898"/>
                    <a:pt x="34019" y="27289"/>
                    <a:pt x="33051" y="27289"/>
                  </a:cubicBezTo>
                  <a:cubicBezTo>
                    <a:pt x="32412" y="27289"/>
                    <a:pt x="31582" y="27119"/>
                    <a:pt x="30256" y="26853"/>
                  </a:cubicBezTo>
                  <a:lnTo>
                    <a:pt x="29689" y="26720"/>
                  </a:lnTo>
                  <a:cubicBezTo>
                    <a:pt x="28733" y="26525"/>
                    <a:pt x="27665" y="26449"/>
                    <a:pt x="26567" y="26449"/>
                  </a:cubicBezTo>
                  <a:cubicBezTo>
                    <a:pt x="24292" y="26449"/>
                    <a:pt x="21893" y="26773"/>
                    <a:pt x="20115" y="27020"/>
                  </a:cubicBezTo>
                  <a:cubicBezTo>
                    <a:pt x="19548" y="27120"/>
                    <a:pt x="19081" y="27187"/>
                    <a:pt x="18681" y="27220"/>
                  </a:cubicBezTo>
                  <a:cubicBezTo>
                    <a:pt x="18615" y="27228"/>
                    <a:pt x="18549" y="27231"/>
                    <a:pt x="18483" y="27231"/>
                  </a:cubicBezTo>
                  <a:cubicBezTo>
                    <a:pt x="16703" y="27231"/>
                    <a:pt x="14769" y="24671"/>
                    <a:pt x="12743" y="21583"/>
                  </a:cubicBezTo>
                  <a:cubicBezTo>
                    <a:pt x="12943" y="21383"/>
                    <a:pt x="13077" y="21116"/>
                    <a:pt x="13077" y="20816"/>
                  </a:cubicBezTo>
                  <a:cubicBezTo>
                    <a:pt x="13077" y="20215"/>
                    <a:pt x="12576" y="19715"/>
                    <a:pt x="11943" y="19715"/>
                  </a:cubicBezTo>
                  <a:cubicBezTo>
                    <a:pt x="11842" y="19715"/>
                    <a:pt x="11742" y="19715"/>
                    <a:pt x="11642" y="19748"/>
                  </a:cubicBezTo>
                  <a:cubicBezTo>
                    <a:pt x="10675" y="17580"/>
                    <a:pt x="11009" y="14878"/>
                    <a:pt x="12043" y="6672"/>
                  </a:cubicBezTo>
                  <a:cubicBezTo>
                    <a:pt x="12243" y="5171"/>
                    <a:pt x="12443" y="3470"/>
                    <a:pt x="12676" y="1569"/>
                  </a:cubicBezTo>
                  <a:close/>
                  <a:moveTo>
                    <a:pt x="41964" y="30456"/>
                  </a:moveTo>
                  <a:cubicBezTo>
                    <a:pt x="43031" y="30956"/>
                    <a:pt x="43832" y="31957"/>
                    <a:pt x="44499" y="32791"/>
                  </a:cubicBezTo>
                  <a:cubicBezTo>
                    <a:pt x="44733" y="33125"/>
                    <a:pt x="44999" y="33425"/>
                    <a:pt x="45300" y="33725"/>
                  </a:cubicBezTo>
                  <a:cubicBezTo>
                    <a:pt x="46065" y="34490"/>
                    <a:pt x="48047" y="36138"/>
                    <a:pt x="50899" y="36138"/>
                  </a:cubicBezTo>
                  <a:cubicBezTo>
                    <a:pt x="51032" y="36138"/>
                    <a:pt x="51167" y="36134"/>
                    <a:pt x="51304" y="36127"/>
                  </a:cubicBezTo>
                  <a:cubicBezTo>
                    <a:pt x="51371" y="36560"/>
                    <a:pt x="51671" y="36894"/>
                    <a:pt x="52138" y="37027"/>
                  </a:cubicBezTo>
                  <a:cubicBezTo>
                    <a:pt x="51704" y="41064"/>
                    <a:pt x="47501" y="46001"/>
                    <a:pt x="46334" y="49069"/>
                  </a:cubicBezTo>
                  <a:cubicBezTo>
                    <a:pt x="46200" y="49370"/>
                    <a:pt x="46100" y="49636"/>
                    <a:pt x="46000" y="49903"/>
                  </a:cubicBezTo>
                  <a:lnTo>
                    <a:pt x="45933" y="49903"/>
                  </a:lnTo>
                  <a:cubicBezTo>
                    <a:pt x="45466" y="49903"/>
                    <a:pt x="45066" y="50204"/>
                    <a:pt x="44899" y="50637"/>
                  </a:cubicBezTo>
                  <a:cubicBezTo>
                    <a:pt x="44666" y="50570"/>
                    <a:pt x="44399" y="50537"/>
                    <a:pt x="44065" y="50437"/>
                  </a:cubicBezTo>
                  <a:cubicBezTo>
                    <a:pt x="43800" y="50368"/>
                    <a:pt x="43549" y="50339"/>
                    <a:pt x="43310" y="50339"/>
                  </a:cubicBezTo>
                  <a:cubicBezTo>
                    <a:pt x="42620" y="50339"/>
                    <a:pt x="42025" y="50581"/>
                    <a:pt x="41430" y="50804"/>
                  </a:cubicBezTo>
                  <a:cubicBezTo>
                    <a:pt x="41030" y="51004"/>
                    <a:pt x="40630" y="51138"/>
                    <a:pt x="40229" y="51238"/>
                  </a:cubicBezTo>
                  <a:cubicBezTo>
                    <a:pt x="40963" y="50337"/>
                    <a:pt x="42564" y="48102"/>
                    <a:pt x="41230" y="46167"/>
                  </a:cubicBezTo>
                  <a:cubicBezTo>
                    <a:pt x="40096" y="44566"/>
                    <a:pt x="42131" y="42064"/>
                    <a:pt x="42631" y="40497"/>
                  </a:cubicBezTo>
                  <a:cubicBezTo>
                    <a:pt x="43031" y="39129"/>
                    <a:pt x="44166" y="37895"/>
                    <a:pt x="43532" y="35726"/>
                  </a:cubicBezTo>
                  <a:cubicBezTo>
                    <a:pt x="43265" y="34792"/>
                    <a:pt x="42965" y="34259"/>
                    <a:pt x="42331" y="32658"/>
                  </a:cubicBezTo>
                  <a:cubicBezTo>
                    <a:pt x="42097" y="32057"/>
                    <a:pt x="41931" y="31457"/>
                    <a:pt x="41630" y="30856"/>
                  </a:cubicBezTo>
                  <a:cubicBezTo>
                    <a:pt x="41764" y="30756"/>
                    <a:pt x="41864" y="30623"/>
                    <a:pt x="41964" y="30456"/>
                  </a:cubicBezTo>
                  <a:close/>
                  <a:moveTo>
                    <a:pt x="39963" y="30289"/>
                  </a:moveTo>
                  <a:cubicBezTo>
                    <a:pt x="40096" y="30756"/>
                    <a:pt x="40530" y="31056"/>
                    <a:pt x="40997" y="31056"/>
                  </a:cubicBezTo>
                  <a:cubicBezTo>
                    <a:pt x="41097" y="31056"/>
                    <a:pt x="41197" y="31023"/>
                    <a:pt x="41297" y="31023"/>
                  </a:cubicBezTo>
                  <a:cubicBezTo>
                    <a:pt x="41564" y="31624"/>
                    <a:pt x="41797" y="32257"/>
                    <a:pt x="42031" y="32824"/>
                  </a:cubicBezTo>
                  <a:cubicBezTo>
                    <a:pt x="42731" y="34659"/>
                    <a:pt x="42865" y="34926"/>
                    <a:pt x="43131" y="35760"/>
                  </a:cubicBezTo>
                  <a:cubicBezTo>
                    <a:pt x="43765" y="37828"/>
                    <a:pt x="42664" y="39096"/>
                    <a:pt x="42264" y="40330"/>
                  </a:cubicBezTo>
                  <a:cubicBezTo>
                    <a:pt x="41764" y="41998"/>
                    <a:pt x="39696" y="44600"/>
                    <a:pt x="40930" y="46367"/>
                  </a:cubicBezTo>
                  <a:cubicBezTo>
                    <a:pt x="42331" y="48369"/>
                    <a:pt x="40063" y="50871"/>
                    <a:pt x="39662" y="51271"/>
                  </a:cubicBezTo>
                  <a:cubicBezTo>
                    <a:pt x="39362" y="51238"/>
                    <a:pt x="39062" y="51204"/>
                    <a:pt x="38762" y="51138"/>
                  </a:cubicBezTo>
                  <a:cubicBezTo>
                    <a:pt x="38476" y="51075"/>
                    <a:pt x="38199" y="51013"/>
                    <a:pt x="37825" y="51013"/>
                  </a:cubicBezTo>
                  <a:cubicBezTo>
                    <a:pt x="37194" y="51013"/>
                    <a:pt x="36287" y="51189"/>
                    <a:pt x="34592" y="51838"/>
                  </a:cubicBezTo>
                  <a:cubicBezTo>
                    <a:pt x="33337" y="52315"/>
                    <a:pt x="32006" y="52546"/>
                    <a:pt x="30671" y="52546"/>
                  </a:cubicBezTo>
                  <a:cubicBezTo>
                    <a:pt x="30232" y="52546"/>
                    <a:pt x="29792" y="52521"/>
                    <a:pt x="29355" y="52472"/>
                  </a:cubicBezTo>
                  <a:cubicBezTo>
                    <a:pt x="29388" y="52405"/>
                    <a:pt x="29388" y="52338"/>
                    <a:pt x="29388" y="52272"/>
                  </a:cubicBezTo>
                  <a:cubicBezTo>
                    <a:pt x="29388" y="51638"/>
                    <a:pt x="28888" y="51138"/>
                    <a:pt x="28254" y="51138"/>
                  </a:cubicBezTo>
                  <a:cubicBezTo>
                    <a:pt x="28021" y="51138"/>
                    <a:pt x="27821" y="51204"/>
                    <a:pt x="27620" y="51338"/>
                  </a:cubicBezTo>
                  <a:cubicBezTo>
                    <a:pt x="25252" y="48002"/>
                    <a:pt x="25385" y="44800"/>
                    <a:pt x="24385" y="41664"/>
                  </a:cubicBezTo>
                  <a:cubicBezTo>
                    <a:pt x="24685" y="41464"/>
                    <a:pt x="24885" y="41097"/>
                    <a:pt x="24885" y="40730"/>
                  </a:cubicBezTo>
                  <a:cubicBezTo>
                    <a:pt x="24885" y="40697"/>
                    <a:pt x="24885" y="40630"/>
                    <a:pt x="24885" y="40597"/>
                  </a:cubicBezTo>
                  <a:cubicBezTo>
                    <a:pt x="28554" y="39462"/>
                    <a:pt x="31923" y="37428"/>
                    <a:pt x="34659" y="34726"/>
                  </a:cubicBezTo>
                  <a:lnTo>
                    <a:pt x="35259" y="34159"/>
                  </a:lnTo>
                  <a:cubicBezTo>
                    <a:pt x="37427" y="32024"/>
                    <a:pt x="38762" y="30723"/>
                    <a:pt x="39963" y="30289"/>
                  </a:cubicBezTo>
                  <a:close/>
                  <a:moveTo>
                    <a:pt x="46134" y="1"/>
                  </a:moveTo>
                  <a:cubicBezTo>
                    <a:pt x="46034" y="201"/>
                    <a:pt x="45933" y="401"/>
                    <a:pt x="45833" y="601"/>
                  </a:cubicBezTo>
                  <a:cubicBezTo>
                    <a:pt x="44366" y="3070"/>
                    <a:pt x="41097" y="4738"/>
                    <a:pt x="36293" y="5438"/>
                  </a:cubicBezTo>
                  <a:cubicBezTo>
                    <a:pt x="36110" y="4919"/>
                    <a:pt x="35669" y="4673"/>
                    <a:pt x="35231" y="4673"/>
                  </a:cubicBezTo>
                  <a:cubicBezTo>
                    <a:pt x="34712" y="4673"/>
                    <a:pt x="34197" y="5020"/>
                    <a:pt x="34125" y="5672"/>
                  </a:cubicBezTo>
                  <a:cubicBezTo>
                    <a:pt x="32680" y="5798"/>
                    <a:pt x="31271" y="5860"/>
                    <a:pt x="29901" y="5860"/>
                  </a:cubicBezTo>
                  <a:cubicBezTo>
                    <a:pt x="22925" y="5860"/>
                    <a:pt x="17003" y="4247"/>
                    <a:pt x="12877" y="1235"/>
                  </a:cubicBezTo>
                  <a:cubicBezTo>
                    <a:pt x="12676" y="1335"/>
                    <a:pt x="12476" y="1435"/>
                    <a:pt x="12276" y="1569"/>
                  </a:cubicBezTo>
                  <a:cubicBezTo>
                    <a:pt x="12043" y="3437"/>
                    <a:pt x="11842" y="5138"/>
                    <a:pt x="11642" y="6606"/>
                  </a:cubicBezTo>
                  <a:cubicBezTo>
                    <a:pt x="10608" y="14945"/>
                    <a:pt x="10241" y="17680"/>
                    <a:pt x="11275" y="19915"/>
                  </a:cubicBezTo>
                  <a:cubicBezTo>
                    <a:pt x="11009" y="20115"/>
                    <a:pt x="10842" y="20482"/>
                    <a:pt x="10842" y="20816"/>
                  </a:cubicBezTo>
                  <a:cubicBezTo>
                    <a:pt x="10842" y="20849"/>
                    <a:pt x="10842" y="20883"/>
                    <a:pt x="10842" y="20916"/>
                  </a:cubicBezTo>
                  <a:cubicBezTo>
                    <a:pt x="6238" y="22917"/>
                    <a:pt x="2369" y="27521"/>
                    <a:pt x="1" y="30923"/>
                  </a:cubicBezTo>
                  <a:lnTo>
                    <a:pt x="1" y="31657"/>
                  </a:lnTo>
                  <a:cubicBezTo>
                    <a:pt x="2302" y="28254"/>
                    <a:pt x="6238" y="23351"/>
                    <a:pt x="10942" y="21316"/>
                  </a:cubicBezTo>
                  <a:cubicBezTo>
                    <a:pt x="11142" y="21683"/>
                    <a:pt x="11542" y="21950"/>
                    <a:pt x="11943" y="21950"/>
                  </a:cubicBezTo>
                  <a:cubicBezTo>
                    <a:pt x="12143" y="21950"/>
                    <a:pt x="12309" y="21917"/>
                    <a:pt x="12443" y="21817"/>
                  </a:cubicBezTo>
                  <a:cubicBezTo>
                    <a:pt x="14535" y="25003"/>
                    <a:pt x="16535" y="27631"/>
                    <a:pt x="18530" y="27631"/>
                  </a:cubicBezTo>
                  <a:cubicBezTo>
                    <a:pt x="18603" y="27631"/>
                    <a:pt x="18675" y="27628"/>
                    <a:pt x="18747" y="27621"/>
                  </a:cubicBezTo>
                  <a:cubicBezTo>
                    <a:pt x="19114" y="27554"/>
                    <a:pt x="19615" y="27487"/>
                    <a:pt x="20182" y="27421"/>
                  </a:cubicBezTo>
                  <a:cubicBezTo>
                    <a:pt x="21937" y="27173"/>
                    <a:pt x="24314" y="26850"/>
                    <a:pt x="26556" y="26850"/>
                  </a:cubicBezTo>
                  <a:cubicBezTo>
                    <a:pt x="27638" y="26850"/>
                    <a:pt x="28688" y="26925"/>
                    <a:pt x="29622" y="27120"/>
                  </a:cubicBezTo>
                  <a:lnTo>
                    <a:pt x="30189" y="27220"/>
                  </a:lnTo>
                  <a:cubicBezTo>
                    <a:pt x="31123" y="27487"/>
                    <a:pt x="32057" y="27621"/>
                    <a:pt x="33024" y="27687"/>
                  </a:cubicBezTo>
                  <a:cubicBezTo>
                    <a:pt x="34058" y="27687"/>
                    <a:pt x="34725" y="27287"/>
                    <a:pt x="35960" y="26153"/>
                  </a:cubicBezTo>
                  <a:cubicBezTo>
                    <a:pt x="36627" y="25553"/>
                    <a:pt x="37227" y="24885"/>
                    <a:pt x="37761" y="24152"/>
                  </a:cubicBezTo>
                  <a:lnTo>
                    <a:pt x="38061" y="23785"/>
                  </a:lnTo>
                  <a:cubicBezTo>
                    <a:pt x="38261" y="24018"/>
                    <a:pt x="38562" y="24185"/>
                    <a:pt x="38862" y="24185"/>
                  </a:cubicBezTo>
                  <a:cubicBezTo>
                    <a:pt x="39029" y="25252"/>
                    <a:pt x="39295" y="26286"/>
                    <a:pt x="39662" y="27287"/>
                  </a:cubicBezTo>
                  <a:cubicBezTo>
                    <a:pt x="39862" y="27888"/>
                    <a:pt x="40063" y="28455"/>
                    <a:pt x="40329" y="29022"/>
                  </a:cubicBezTo>
                  <a:cubicBezTo>
                    <a:pt x="40063" y="29222"/>
                    <a:pt x="39896" y="29555"/>
                    <a:pt x="39862" y="29889"/>
                  </a:cubicBezTo>
                  <a:cubicBezTo>
                    <a:pt x="38595" y="30323"/>
                    <a:pt x="37194" y="31657"/>
                    <a:pt x="34959" y="33858"/>
                  </a:cubicBezTo>
                  <a:lnTo>
                    <a:pt x="34392" y="34459"/>
                  </a:lnTo>
                  <a:cubicBezTo>
                    <a:pt x="31690" y="37127"/>
                    <a:pt x="28388" y="39096"/>
                    <a:pt x="24785" y="40230"/>
                  </a:cubicBezTo>
                  <a:cubicBezTo>
                    <a:pt x="24568" y="39796"/>
                    <a:pt x="24180" y="39599"/>
                    <a:pt x="23793" y="39599"/>
                  </a:cubicBezTo>
                  <a:cubicBezTo>
                    <a:pt x="23230" y="39599"/>
                    <a:pt x="22670" y="40018"/>
                    <a:pt x="22650" y="40730"/>
                  </a:cubicBezTo>
                  <a:cubicBezTo>
                    <a:pt x="21588" y="40916"/>
                    <a:pt x="20505" y="41017"/>
                    <a:pt x="19418" y="41017"/>
                  </a:cubicBezTo>
                  <a:cubicBezTo>
                    <a:pt x="19139" y="41017"/>
                    <a:pt x="18860" y="41011"/>
                    <a:pt x="18581" y="40997"/>
                  </a:cubicBezTo>
                  <a:cubicBezTo>
                    <a:pt x="10542" y="40663"/>
                    <a:pt x="5004" y="38428"/>
                    <a:pt x="1" y="35259"/>
                  </a:cubicBezTo>
                  <a:lnTo>
                    <a:pt x="1" y="35726"/>
                  </a:lnTo>
                  <a:cubicBezTo>
                    <a:pt x="5004" y="38862"/>
                    <a:pt x="10542" y="41030"/>
                    <a:pt x="18547" y="41397"/>
                  </a:cubicBezTo>
                  <a:lnTo>
                    <a:pt x="19381" y="41397"/>
                  </a:lnTo>
                  <a:cubicBezTo>
                    <a:pt x="20515" y="41397"/>
                    <a:pt x="21616" y="41297"/>
                    <a:pt x="22717" y="41097"/>
                  </a:cubicBezTo>
                  <a:cubicBezTo>
                    <a:pt x="22884" y="41531"/>
                    <a:pt x="23317" y="41797"/>
                    <a:pt x="23784" y="41797"/>
                  </a:cubicBezTo>
                  <a:lnTo>
                    <a:pt x="24018" y="41797"/>
                  </a:lnTo>
                  <a:cubicBezTo>
                    <a:pt x="25019" y="45000"/>
                    <a:pt x="24918" y="48202"/>
                    <a:pt x="27354" y="51605"/>
                  </a:cubicBezTo>
                  <a:cubicBezTo>
                    <a:pt x="26953" y="52205"/>
                    <a:pt x="27187" y="53006"/>
                    <a:pt x="27854" y="53272"/>
                  </a:cubicBezTo>
                  <a:cubicBezTo>
                    <a:pt x="27821" y="55741"/>
                    <a:pt x="27287" y="60044"/>
                    <a:pt x="20415" y="60411"/>
                  </a:cubicBezTo>
                  <a:cubicBezTo>
                    <a:pt x="20182" y="60430"/>
                    <a:pt x="19379" y="60441"/>
                    <a:pt x="18255" y="60441"/>
                  </a:cubicBezTo>
                  <a:cubicBezTo>
                    <a:pt x="15518" y="60441"/>
                    <a:pt x="10882" y="60376"/>
                    <a:pt x="7973" y="60211"/>
                  </a:cubicBezTo>
                  <a:lnTo>
                    <a:pt x="7973" y="60211"/>
                  </a:lnTo>
                  <a:lnTo>
                    <a:pt x="8407" y="60511"/>
                  </a:lnTo>
                  <a:lnTo>
                    <a:pt x="8707" y="60678"/>
                  </a:lnTo>
                  <a:cubicBezTo>
                    <a:pt x="10969" y="60802"/>
                    <a:pt x="14637" y="60836"/>
                    <a:pt x="17280" y="60836"/>
                  </a:cubicBezTo>
                  <a:cubicBezTo>
                    <a:pt x="18886" y="60836"/>
                    <a:pt x="20113" y="60824"/>
                    <a:pt x="20415" y="60811"/>
                  </a:cubicBezTo>
                  <a:cubicBezTo>
                    <a:pt x="27554" y="60377"/>
                    <a:pt x="28087" y="55908"/>
                    <a:pt x="28221" y="53339"/>
                  </a:cubicBezTo>
                  <a:lnTo>
                    <a:pt x="28254" y="53339"/>
                  </a:lnTo>
                  <a:cubicBezTo>
                    <a:pt x="28388" y="53339"/>
                    <a:pt x="28521" y="53306"/>
                    <a:pt x="28654" y="53272"/>
                  </a:cubicBezTo>
                  <a:cubicBezTo>
                    <a:pt x="30322" y="55407"/>
                    <a:pt x="33058" y="58843"/>
                    <a:pt x="32190" y="61745"/>
                  </a:cubicBezTo>
                  <a:cubicBezTo>
                    <a:pt x="31323" y="64781"/>
                    <a:pt x="30689" y="67716"/>
                    <a:pt x="31523" y="69484"/>
                  </a:cubicBezTo>
                  <a:lnTo>
                    <a:pt x="31990" y="69551"/>
                  </a:lnTo>
                  <a:cubicBezTo>
                    <a:pt x="31023" y="67916"/>
                    <a:pt x="31723" y="64814"/>
                    <a:pt x="32557" y="61879"/>
                  </a:cubicBezTo>
                  <a:cubicBezTo>
                    <a:pt x="33458" y="58843"/>
                    <a:pt x="30589" y="55341"/>
                    <a:pt x="28955" y="53072"/>
                  </a:cubicBezTo>
                  <a:cubicBezTo>
                    <a:pt x="29055" y="53006"/>
                    <a:pt x="29155" y="52905"/>
                    <a:pt x="29188" y="52805"/>
                  </a:cubicBezTo>
                  <a:cubicBezTo>
                    <a:pt x="29618" y="52886"/>
                    <a:pt x="30085" y="52922"/>
                    <a:pt x="30566" y="52922"/>
                  </a:cubicBezTo>
                  <a:cubicBezTo>
                    <a:pt x="32063" y="52922"/>
                    <a:pt x="33690" y="52576"/>
                    <a:pt x="34725" y="52172"/>
                  </a:cubicBezTo>
                  <a:cubicBezTo>
                    <a:pt x="36363" y="51533"/>
                    <a:pt x="37215" y="51370"/>
                    <a:pt x="37807" y="51370"/>
                  </a:cubicBezTo>
                  <a:cubicBezTo>
                    <a:pt x="38143" y="51370"/>
                    <a:pt x="38396" y="51423"/>
                    <a:pt x="38662" y="51471"/>
                  </a:cubicBezTo>
                  <a:cubicBezTo>
                    <a:pt x="39029" y="51571"/>
                    <a:pt x="39362" y="51605"/>
                    <a:pt x="39729" y="51605"/>
                  </a:cubicBezTo>
                  <a:cubicBezTo>
                    <a:pt x="40396" y="51571"/>
                    <a:pt x="41030" y="51404"/>
                    <a:pt x="41597" y="51138"/>
                  </a:cubicBezTo>
                  <a:cubicBezTo>
                    <a:pt x="42172" y="50912"/>
                    <a:pt x="42710" y="50687"/>
                    <a:pt x="43323" y="50687"/>
                  </a:cubicBezTo>
                  <a:cubicBezTo>
                    <a:pt x="43528" y="50687"/>
                    <a:pt x="43740" y="50712"/>
                    <a:pt x="43965" y="50771"/>
                  </a:cubicBezTo>
                  <a:cubicBezTo>
                    <a:pt x="44299" y="50871"/>
                    <a:pt x="44566" y="50937"/>
                    <a:pt x="44799" y="50971"/>
                  </a:cubicBezTo>
                  <a:lnTo>
                    <a:pt x="44799" y="51004"/>
                  </a:lnTo>
                  <a:cubicBezTo>
                    <a:pt x="44799" y="51338"/>
                    <a:pt x="44966" y="51671"/>
                    <a:pt x="45233" y="51871"/>
                  </a:cubicBezTo>
                  <a:cubicBezTo>
                    <a:pt x="44666" y="53239"/>
                    <a:pt x="44099" y="54473"/>
                    <a:pt x="43365" y="56008"/>
                  </a:cubicBezTo>
                  <a:lnTo>
                    <a:pt x="42731" y="57242"/>
                  </a:lnTo>
                  <a:cubicBezTo>
                    <a:pt x="42031" y="58743"/>
                    <a:pt x="44633" y="61245"/>
                    <a:pt x="44532" y="63046"/>
                  </a:cubicBezTo>
                  <a:lnTo>
                    <a:pt x="44532" y="63213"/>
                  </a:lnTo>
                  <a:cubicBezTo>
                    <a:pt x="44466" y="64113"/>
                    <a:pt x="44266" y="65014"/>
                    <a:pt x="43999" y="65848"/>
                  </a:cubicBezTo>
                  <a:cubicBezTo>
                    <a:pt x="44199" y="65615"/>
                    <a:pt x="44399" y="65348"/>
                    <a:pt x="44633" y="65081"/>
                  </a:cubicBezTo>
                  <a:cubicBezTo>
                    <a:pt x="44766" y="64480"/>
                    <a:pt x="44866" y="63847"/>
                    <a:pt x="44933" y="63246"/>
                  </a:cubicBezTo>
                  <a:lnTo>
                    <a:pt x="44933" y="63079"/>
                  </a:lnTo>
                  <a:cubicBezTo>
                    <a:pt x="45033" y="61311"/>
                    <a:pt x="42431" y="58843"/>
                    <a:pt x="43098" y="57409"/>
                  </a:cubicBezTo>
                  <a:lnTo>
                    <a:pt x="43699" y="56174"/>
                  </a:lnTo>
                  <a:cubicBezTo>
                    <a:pt x="44432" y="54640"/>
                    <a:pt x="45033" y="53439"/>
                    <a:pt x="45600" y="52072"/>
                  </a:cubicBezTo>
                  <a:cubicBezTo>
                    <a:pt x="45700" y="52105"/>
                    <a:pt x="45800" y="52105"/>
                    <a:pt x="45933" y="52105"/>
                  </a:cubicBezTo>
                  <a:cubicBezTo>
                    <a:pt x="46234" y="52105"/>
                    <a:pt x="46534" y="51971"/>
                    <a:pt x="46767" y="51738"/>
                  </a:cubicBezTo>
                  <a:cubicBezTo>
                    <a:pt x="47935" y="52372"/>
                    <a:pt x="49603" y="53406"/>
                    <a:pt x="50170" y="54340"/>
                  </a:cubicBezTo>
                  <a:lnTo>
                    <a:pt x="50337" y="53873"/>
                  </a:lnTo>
                  <a:cubicBezTo>
                    <a:pt x="49770" y="52872"/>
                    <a:pt x="48035" y="51971"/>
                    <a:pt x="46968" y="51371"/>
                  </a:cubicBezTo>
                  <a:cubicBezTo>
                    <a:pt x="47034" y="51238"/>
                    <a:pt x="47034" y="51138"/>
                    <a:pt x="47034" y="51004"/>
                  </a:cubicBezTo>
                  <a:cubicBezTo>
                    <a:pt x="47034" y="50570"/>
                    <a:pt x="46801" y="50170"/>
                    <a:pt x="46400" y="49970"/>
                  </a:cubicBezTo>
                  <a:lnTo>
                    <a:pt x="46634" y="49370"/>
                  </a:lnTo>
                  <a:lnTo>
                    <a:pt x="46601" y="49403"/>
                  </a:lnTo>
                  <a:lnTo>
                    <a:pt x="46601" y="49403"/>
                  </a:lnTo>
                  <a:lnTo>
                    <a:pt x="46701" y="49169"/>
                  </a:lnTo>
                  <a:cubicBezTo>
                    <a:pt x="47868" y="46067"/>
                    <a:pt x="52038" y="41130"/>
                    <a:pt x="52538" y="36994"/>
                  </a:cubicBezTo>
                  <a:cubicBezTo>
                    <a:pt x="53105" y="36927"/>
                    <a:pt x="53539" y="36460"/>
                    <a:pt x="53539" y="35893"/>
                  </a:cubicBezTo>
                  <a:cubicBezTo>
                    <a:pt x="53539" y="35793"/>
                    <a:pt x="53539" y="35693"/>
                    <a:pt x="53506" y="35593"/>
                  </a:cubicBezTo>
                  <a:cubicBezTo>
                    <a:pt x="53839" y="35460"/>
                    <a:pt x="54139" y="35326"/>
                    <a:pt x="54440" y="35159"/>
                  </a:cubicBezTo>
                  <a:lnTo>
                    <a:pt x="54440" y="34792"/>
                  </a:lnTo>
                  <a:cubicBezTo>
                    <a:pt x="54073" y="34959"/>
                    <a:pt x="53706" y="35126"/>
                    <a:pt x="53339" y="35259"/>
                  </a:cubicBezTo>
                  <a:cubicBezTo>
                    <a:pt x="53112" y="34939"/>
                    <a:pt x="52768" y="34790"/>
                    <a:pt x="52426" y="34790"/>
                  </a:cubicBezTo>
                  <a:cubicBezTo>
                    <a:pt x="51912" y="34790"/>
                    <a:pt x="51404" y="35126"/>
                    <a:pt x="51304" y="35726"/>
                  </a:cubicBezTo>
                  <a:cubicBezTo>
                    <a:pt x="51138" y="35739"/>
                    <a:pt x="50974" y="35744"/>
                    <a:pt x="50813" y="35744"/>
                  </a:cubicBezTo>
                  <a:cubicBezTo>
                    <a:pt x="48299" y="35744"/>
                    <a:pt x="46476" y="34334"/>
                    <a:pt x="45567" y="33425"/>
                  </a:cubicBezTo>
                  <a:cubicBezTo>
                    <a:pt x="45300" y="33125"/>
                    <a:pt x="45066" y="32824"/>
                    <a:pt x="44799" y="32524"/>
                  </a:cubicBezTo>
                  <a:cubicBezTo>
                    <a:pt x="44099" y="31624"/>
                    <a:pt x="43265" y="30589"/>
                    <a:pt x="42097" y="30056"/>
                  </a:cubicBezTo>
                  <a:lnTo>
                    <a:pt x="42097" y="29922"/>
                  </a:lnTo>
                  <a:cubicBezTo>
                    <a:pt x="42097" y="29340"/>
                    <a:pt x="41626" y="28820"/>
                    <a:pt x="41020" y="28820"/>
                  </a:cubicBezTo>
                  <a:cubicBezTo>
                    <a:pt x="41001" y="28820"/>
                    <a:pt x="40982" y="28821"/>
                    <a:pt x="40963" y="28822"/>
                  </a:cubicBezTo>
                  <a:cubicBezTo>
                    <a:pt x="40863" y="28822"/>
                    <a:pt x="40763" y="28822"/>
                    <a:pt x="40663" y="28855"/>
                  </a:cubicBezTo>
                  <a:cubicBezTo>
                    <a:pt x="40396" y="28288"/>
                    <a:pt x="40196" y="27754"/>
                    <a:pt x="39996" y="27154"/>
                  </a:cubicBezTo>
                  <a:cubicBezTo>
                    <a:pt x="39662" y="26186"/>
                    <a:pt x="39395" y="25186"/>
                    <a:pt x="39229" y="24152"/>
                  </a:cubicBezTo>
                  <a:cubicBezTo>
                    <a:pt x="39462" y="24085"/>
                    <a:pt x="39662" y="23918"/>
                    <a:pt x="39829" y="23718"/>
                  </a:cubicBezTo>
                  <a:cubicBezTo>
                    <a:pt x="39963" y="23885"/>
                    <a:pt x="40129" y="24051"/>
                    <a:pt x="40296" y="24252"/>
                  </a:cubicBezTo>
                  <a:cubicBezTo>
                    <a:pt x="41030" y="25086"/>
                    <a:pt x="41997" y="26120"/>
                    <a:pt x="43332" y="26220"/>
                  </a:cubicBezTo>
                  <a:cubicBezTo>
                    <a:pt x="43798" y="26268"/>
                    <a:pt x="44265" y="26293"/>
                    <a:pt x="44729" y="26293"/>
                  </a:cubicBezTo>
                  <a:cubicBezTo>
                    <a:pt x="47123" y="26293"/>
                    <a:pt x="49470" y="25653"/>
                    <a:pt x="51537" y="24452"/>
                  </a:cubicBezTo>
                  <a:cubicBezTo>
                    <a:pt x="51871" y="24252"/>
                    <a:pt x="52205" y="24018"/>
                    <a:pt x="52505" y="23818"/>
                  </a:cubicBezTo>
                  <a:cubicBezTo>
                    <a:pt x="52471" y="23685"/>
                    <a:pt x="52438" y="23518"/>
                    <a:pt x="52405" y="23384"/>
                  </a:cubicBezTo>
                  <a:cubicBezTo>
                    <a:pt x="52071" y="23651"/>
                    <a:pt x="51704" y="23885"/>
                    <a:pt x="51337" y="24085"/>
                  </a:cubicBezTo>
                  <a:cubicBezTo>
                    <a:pt x="49306" y="25298"/>
                    <a:pt x="47013" y="25914"/>
                    <a:pt x="44679" y="25914"/>
                  </a:cubicBezTo>
                  <a:cubicBezTo>
                    <a:pt x="44253" y="25914"/>
                    <a:pt x="43826" y="25894"/>
                    <a:pt x="43398" y="25853"/>
                  </a:cubicBezTo>
                  <a:cubicBezTo>
                    <a:pt x="42197" y="25753"/>
                    <a:pt x="41297" y="24785"/>
                    <a:pt x="40596" y="23985"/>
                  </a:cubicBezTo>
                  <a:cubicBezTo>
                    <a:pt x="40396" y="23785"/>
                    <a:pt x="40196" y="23551"/>
                    <a:pt x="40029" y="23384"/>
                  </a:cubicBezTo>
                  <a:cubicBezTo>
                    <a:pt x="40029" y="23284"/>
                    <a:pt x="40063" y="23184"/>
                    <a:pt x="40063" y="23084"/>
                  </a:cubicBezTo>
                  <a:cubicBezTo>
                    <a:pt x="40063" y="22550"/>
                    <a:pt x="39696" y="22083"/>
                    <a:pt x="39162" y="21983"/>
                  </a:cubicBezTo>
                  <a:cubicBezTo>
                    <a:pt x="39262" y="20916"/>
                    <a:pt x="39462" y="19848"/>
                    <a:pt x="39729" y="18814"/>
                  </a:cubicBezTo>
                  <a:cubicBezTo>
                    <a:pt x="40430" y="15746"/>
                    <a:pt x="38795" y="11876"/>
                    <a:pt x="35893" y="6706"/>
                  </a:cubicBezTo>
                  <a:cubicBezTo>
                    <a:pt x="36193" y="6506"/>
                    <a:pt x="36360" y="6172"/>
                    <a:pt x="36360" y="5805"/>
                  </a:cubicBezTo>
                  <a:cubicBezTo>
                    <a:pt x="41263" y="5105"/>
                    <a:pt x="44633" y="3370"/>
                    <a:pt x="46167" y="768"/>
                  </a:cubicBezTo>
                  <a:cubicBezTo>
                    <a:pt x="46267" y="635"/>
                    <a:pt x="46334" y="468"/>
                    <a:pt x="46434" y="301"/>
                  </a:cubicBezTo>
                  <a:cubicBezTo>
                    <a:pt x="46334" y="201"/>
                    <a:pt x="46234" y="101"/>
                    <a:pt x="46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3">
              <a:extLst>
                <a:ext uri="{FF2B5EF4-FFF2-40B4-BE49-F238E27FC236}">
                  <a16:creationId xmlns:a16="http://schemas.microsoft.com/office/drawing/2014/main" id="{4A1C79AF-2619-8F17-C229-2579DC9EC0AC}"/>
                </a:ext>
              </a:extLst>
            </p:cNvPr>
            <p:cNvSpPr/>
            <p:nvPr/>
          </p:nvSpPr>
          <p:spPr>
            <a:xfrm>
              <a:off x="6558204" y="1601545"/>
              <a:ext cx="626210" cy="1172000"/>
            </a:xfrm>
            <a:custGeom>
              <a:avLst/>
              <a:gdLst/>
              <a:ahLst/>
              <a:cxnLst/>
              <a:rect l="l" t="t" r="r" b="b"/>
              <a:pathLst>
                <a:path w="38895" h="72795" extrusionOk="0">
                  <a:moveTo>
                    <a:pt x="28520" y="0"/>
                  </a:moveTo>
                  <a:cubicBezTo>
                    <a:pt x="18847" y="968"/>
                    <a:pt x="8106" y="4737"/>
                    <a:pt x="3870" y="14744"/>
                  </a:cubicBezTo>
                  <a:cubicBezTo>
                    <a:pt x="767" y="22050"/>
                    <a:pt x="0" y="36927"/>
                    <a:pt x="1434" y="47201"/>
                  </a:cubicBezTo>
                  <a:cubicBezTo>
                    <a:pt x="3036" y="58676"/>
                    <a:pt x="4837" y="60811"/>
                    <a:pt x="9207" y="63579"/>
                  </a:cubicBezTo>
                  <a:cubicBezTo>
                    <a:pt x="15403" y="67515"/>
                    <a:pt x="27004" y="72794"/>
                    <a:pt x="35586" y="72794"/>
                  </a:cubicBezTo>
                  <a:cubicBezTo>
                    <a:pt x="36751" y="72794"/>
                    <a:pt x="37861" y="72697"/>
                    <a:pt x="38895" y="72486"/>
                  </a:cubicBezTo>
                  <a:lnTo>
                    <a:pt x="38861" y="72319"/>
                  </a:lnTo>
                  <a:cubicBezTo>
                    <a:pt x="38280" y="72394"/>
                    <a:pt x="37677" y="72430"/>
                    <a:pt x="37055" y="72430"/>
                  </a:cubicBezTo>
                  <a:cubicBezTo>
                    <a:pt x="32678" y="72430"/>
                    <a:pt x="27377" y="70648"/>
                    <a:pt x="22383" y="68049"/>
                  </a:cubicBezTo>
                  <a:cubicBezTo>
                    <a:pt x="16645" y="65080"/>
                    <a:pt x="11208" y="61811"/>
                    <a:pt x="9073" y="54840"/>
                  </a:cubicBezTo>
                  <a:cubicBezTo>
                    <a:pt x="6938" y="47835"/>
                    <a:pt x="6738" y="33825"/>
                    <a:pt x="8439" y="21249"/>
                  </a:cubicBezTo>
                  <a:cubicBezTo>
                    <a:pt x="10141" y="8673"/>
                    <a:pt x="17880" y="2969"/>
                    <a:pt x="28520" y="201"/>
                  </a:cubicBezTo>
                  <a:lnTo>
                    <a:pt x="28520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73">
              <a:extLst>
                <a:ext uri="{FF2B5EF4-FFF2-40B4-BE49-F238E27FC236}">
                  <a16:creationId xmlns:a16="http://schemas.microsoft.com/office/drawing/2014/main" id="{32A6168E-41F2-F73C-D106-56B95EED2C26}"/>
                </a:ext>
              </a:extLst>
            </p:cNvPr>
            <p:cNvSpPr/>
            <p:nvPr/>
          </p:nvSpPr>
          <p:spPr>
            <a:xfrm>
              <a:off x="7174303" y="2058656"/>
              <a:ext cx="80468" cy="192942"/>
            </a:xfrm>
            <a:custGeom>
              <a:avLst/>
              <a:gdLst/>
              <a:ahLst/>
              <a:cxnLst/>
              <a:rect l="l" t="t" r="r" b="b"/>
              <a:pathLst>
                <a:path w="4998" h="11984" extrusionOk="0">
                  <a:moveTo>
                    <a:pt x="449" y="0"/>
                  </a:moveTo>
                  <a:cubicBezTo>
                    <a:pt x="0" y="0"/>
                    <a:pt x="634" y="9583"/>
                    <a:pt x="828" y="11103"/>
                  </a:cubicBezTo>
                  <a:cubicBezTo>
                    <a:pt x="861" y="11437"/>
                    <a:pt x="961" y="11837"/>
                    <a:pt x="1295" y="11971"/>
                  </a:cubicBezTo>
                  <a:cubicBezTo>
                    <a:pt x="1345" y="11979"/>
                    <a:pt x="1397" y="11983"/>
                    <a:pt x="1450" y="11983"/>
                  </a:cubicBezTo>
                  <a:cubicBezTo>
                    <a:pt x="1610" y="11983"/>
                    <a:pt x="1778" y="11946"/>
                    <a:pt x="1928" y="11871"/>
                  </a:cubicBezTo>
                  <a:lnTo>
                    <a:pt x="4464" y="10937"/>
                  </a:lnTo>
                  <a:cubicBezTo>
                    <a:pt x="4864" y="10870"/>
                    <a:pt x="4997" y="10403"/>
                    <a:pt x="4764" y="10136"/>
                  </a:cubicBezTo>
                  <a:cubicBezTo>
                    <a:pt x="3463" y="7234"/>
                    <a:pt x="2329" y="4298"/>
                    <a:pt x="1161" y="1330"/>
                  </a:cubicBezTo>
                  <a:cubicBezTo>
                    <a:pt x="994" y="863"/>
                    <a:pt x="761" y="429"/>
                    <a:pt x="494" y="29"/>
                  </a:cubicBezTo>
                  <a:cubicBezTo>
                    <a:pt x="478" y="10"/>
                    <a:pt x="463" y="0"/>
                    <a:pt x="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73">
              <a:extLst>
                <a:ext uri="{FF2B5EF4-FFF2-40B4-BE49-F238E27FC236}">
                  <a16:creationId xmlns:a16="http://schemas.microsoft.com/office/drawing/2014/main" id="{BB63C6CF-300A-207D-741A-CAEB9538C77B}"/>
                </a:ext>
              </a:extLst>
            </p:cNvPr>
            <p:cNvSpPr/>
            <p:nvPr/>
          </p:nvSpPr>
          <p:spPr>
            <a:xfrm>
              <a:off x="6757973" y="2094993"/>
              <a:ext cx="265328" cy="145818"/>
            </a:xfrm>
            <a:custGeom>
              <a:avLst/>
              <a:gdLst/>
              <a:ahLst/>
              <a:cxnLst/>
              <a:rect l="l" t="t" r="r" b="b"/>
              <a:pathLst>
                <a:path w="16480" h="9057" extrusionOk="0">
                  <a:moveTo>
                    <a:pt x="2747" y="0"/>
                  </a:moveTo>
                  <a:cubicBezTo>
                    <a:pt x="2317" y="0"/>
                    <a:pt x="1910" y="99"/>
                    <a:pt x="1502" y="274"/>
                  </a:cubicBezTo>
                  <a:cubicBezTo>
                    <a:pt x="1235" y="407"/>
                    <a:pt x="1035" y="640"/>
                    <a:pt x="902" y="907"/>
                  </a:cubicBezTo>
                  <a:cubicBezTo>
                    <a:pt x="1" y="2475"/>
                    <a:pt x="1" y="4376"/>
                    <a:pt x="835" y="5944"/>
                  </a:cubicBezTo>
                  <a:cubicBezTo>
                    <a:pt x="1869" y="7846"/>
                    <a:pt x="4471" y="8680"/>
                    <a:pt x="6472" y="8913"/>
                  </a:cubicBezTo>
                  <a:cubicBezTo>
                    <a:pt x="7156" y="9003"/>
                    <a:pt x="7871" y="9056"/>
                    <a:pt x="8593" y="9056"/>
                  </a:cubicBezTo>
                  <a:cubicBezTo>
                    <a:pt x="11072" y="9056"/>
                    <a:pt x="13632" y="8431"/>
                    <a:pt x="15312" y="6545"/>
                  </a:cubicBezTo>
                  <a:cubicBezTo>
                    <a:pt x="15779" y="6011"/>
                    <a:pt x="16479" y="4877"/>
                    <a:pt x="15545" y="4410"/>
                  </a:cubicBezTo>
                  <a:cubicBezTo>
                    <a:pt x="15326" y="4327"/>
                    <a:pt x="15106" y="4268"/>
                    <a:pt x="14887" y="4268"/>
                  </a:cubicBezTo>
                  <a:cubicBezTo>
                    <a:pt x="14839" y="4268"/>
                    <a:pt x="14792" y="4270"/>
                    <a:pt x="14745" y="4276"/>
                  </a:cubicBezTo>
                  <a:cubicBezTo>
                    <a:pt x="12944" y="4210"/>
                    <a:pt x="11176" y="3876"/>
                    <a:pt x="9508" y="3209"/>
                  </a:cubicBezTo>
                  <a:cubicBezTo>
                    <a:pt x="8040" y="2542"/>
                    <a:pt x="6572" y="1775"/>
                    <a:pt x="5205" y="874"/>
                  </a:cubicBezTo>
                  <a:cubicBezTo>
                    <a:pt x="4538" y="407"/>
                    <a:pt x="3770" y="107"/>
                    <a:pt x="2936" y="7"/>
                  </a:cubicBezTo>
                  <a:cubicBezTo>
                    <a:pt x="2873" y="2"/>
                    <a:pt x="2810" y="0"/>
                    <a:pt x="27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3">
              <a:extLst>
                <a:ext uri="{FF2B5EF4-FFF2-40B4-BE49-F238E27FC236}">
                  <a16:creationId xmlns:a16="http://schemas.microsoft.com/office/drawing/2014/main" id="{7F68D7D7-DC44-A285-3888-09CF0BAF6BEB}"/>
                </a:ext>
              </a:extLst>
            </p:cNvPr>
            <p:cNvSpPr/>
            <p:nvPr/>
          </p:nvSpPr>
          <p:spPr>
            <a:xfrm>
              <a:off x="7309527" y="2075754"/>
              <a:ext cx="137510" cy="107097"/>
            </a:xfrm>
            <a:custGeom>
              <a:avLst/>
              <a:gdLst/>
              <a:ahLst/>
              <a:cxnLst/>
              <a:rect l="l" t="t" r="r" b="b"/>
              <a:pathLst>
                <a:path w="8541" h="6652" extrusionOk="0">
                  <a:moveTo>
                    <a:pt x="7439" y="1"/>
                  </a:moveTo>
                  <a:cubicBezTo>
                    <a:pt x="6806" y="801"/>
                    <a:pt x="5972" y="1469"/>
                    <a:pt x="5004" y="1869"/>
                  </a:cubicBezTo>
                  <a:cubicBezTo>
                    <a:pt x="3904" y="2336"/>
                    <a:pt x="2736" y="2636"/>
                    <a:pt x="1535" y="2769"/>
                  </a:cubicBezTo>
                  <a:cubicBezTo>
                    <a:pt x="1202" y="2769"/>
                    <a:pt x="901" y="2836"/>
                    <a:pt x="601" y="2970"/>
                  </a:cubicBezTo>
                  <a:cubicBezTo>
                    <a:pt x="468" y="3036"/>
                    <a:pt x="334" y="3170"/>
                    <a:pt x="234" y="3303"/>
                  </a:cubicBezTo>
                  <a:cubicBezTo>
                    <a:pt x="1" y="3770"/>
                    <a:pt x="334" y="4337"/>
                    <a:pt x="735" y="4738"/>
                  </a:cubicBezTo>
                  <a:cubicBezTo>
                    <a:pt x="1872" y="5851"/>
                    <a:pt x="3854" y="6652"/>
                    <a:pt x="5645" y="6652"/>
                  </a:cubicBezTo>
                  <a:cubicBezTo>
                    <a:pt x="6270" y="6652"/>
                    <a:pt x="6871" y="6554"/>
                    <a:pt x="7406" y="6339"/>
                  </a:cubicBezTo>
                  <a:cubicBezTo>
                    <a:pt x="7806" y="6205"/>
                    <a:pt x="8173" y="5972"/>
                    <a:pt x="8540" y="5738"/>
                  </a:cubicBezTo>
                  <a:cubicBezTo>
                    <a:pt x="8507" y="5338"/>
                    <a:pt x="8473" y="4971"/>
                    <a:pt x="8440" y="4604"/>
                  </a:cubicBezTo>
                  <a:cubicBezTo>
                    <a:pt x="8240" y="3036"/>
                    <a:pt x="7906" y="1502"/>
                    <a:pt x="74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3">
              <a:extLst>
                <a:ext uri="{FF2B5EF4-FFF2-40B4-BE49-F238E27FC236}">
                  <a16:creationId xmlns:a16="http://schemas.microsoft.com/office/drawing/2014/main" id="{98B11E2F-0754-E392-497B-9962E9E13F07}"/>
                </a:ext>
              </a:extLst>
            </p:cNvPr>
            <p:cNvSpPr/>
            <p:nvPr/>
          </p:nvSpPr>
          <p:spPr>
            <a:xfrm>
              <a:off x="6556594" y="1594412"/>
              <a:ext cx="903323" cy="1182207"/>
            </a:xfrm>
            <a:custGeom>
              <a:avLst/>
              <a:gdLst/>
              <a:ahLst/>
              <a:cxnLst/>
              <a:rect l="l" t="t" r="r" b="b"/>
              <a:pathLst>
                <a:path w="56107" h="73429" extrusionOk="0">
                  <a:moveTo>
                    <a:pt x="34158" y="377"/>
                  </a:moveTo>
                  <a:cubicBezTo>
                    <a:pt x="36026" y="377"/>
                    <a:pt x="37927" y="477"/>
                    <a:pt x="39795" y="677"/>
                  </a:cubicBezTo>
                  <a:cubicBezTo>
                    <a:pt x="43765" y="1077"/>
                    <a:pt x="47267" y="3379"/>
                    <a:pt x="49235" y="6815"/>
                  </a:cubicBezTo>
                  <a:cubicBezTo>
                    <a:pt x="51003" y="9950"/>
                    <a:pt x="52104" y="13920"/>
                    <a:pt x="53071" y="17656"/>
                  </a:cubicBezTo>
                  <a:cubicBezTo>
                    <a:pt x="53572" y="19424"/>
                    <a:pt x="53371" y="21092"/>
                    <a:pt x="53171" y="22659"/>
                  </a:cubicBezTo>
                  <a:cubicBezTo>
                    <a:pt x="52971" y="24260"/>
                    <a:pt x="52771" y="25728"/>
                    <a:pt x="53238" y="27329"/>
                  </a:cubicBezTo>
                  <a:cubicBezTo>
                    <a:pt x="53438" y="28030"/>
                    <a:pt x="53605" y="28630"/>
                    <a:pt x="53772" y="29164"/>
                  </a:cubicBezTo>
                  <a:cubicBezTo>
                    <a:pt x="54372" y="30899"/>
                    <a:pt x="54772" y="32666"/>
                    <a:pt x="55006" y="34501"/>
                  </a:cubicBezTo>
                  <a:cubicBezTo>
                    <a:pt x="55706" y="40405"/>
                    <a:pt x="54005" y="47777"/>
                    <a:pt x="52471" y="52948"/>
                  </a:cubicBezTo>
                  <a:cubicBezTo>
                    <a:pt x="49569" y="62721"/>
                    <a:pt x="45566" y="69726"/>
                    <a:pt x="41763" y="71761"/>
                  </a:cubicBezTo>
                  <a:cubicBezTo>
                    <a:pt x="40083" y="72653"/>
                    <a:pt x="38024" y="73031"/>
                    <a:pt x="35752" y="73031"/>
                  </a:cubicBezTo>
                  <a:cubicBezTo>
                    <a:pt x="26969" y="73031"/>
                    <a:pt x="14998" y="67380"/>
                    <a:pt x="9407" y="63855"/>
                  </a:cubicBezTo>
                  <a:cubicBezTo>
                    <a:pt x="5104" y="61120"/>
                    <a:pt x="3336" y="59019"/>
                    <a:pt x="1768" y="47611"/>
                  </a:cubicBezTo>
                  <a:cubicBezTo>
                    <a:pt x="434" y="37970"/>
                    <a:pt x="967" y="22859"/>
                    <a:pt x="4170" y="15254"/>
                  </a:cubicBezTo>
                  <a:cubicBezTo>
                    <a:pt x="9307" y="3145"/>
                    <a:pt x="23784" y="377"/>
                    <a:pt x="34158" y="377"/>
                  </a:cubicBezTo>
                  <a:close/>
                  <a:moveTo>
                    <a:pt x="34158" y="0"/>
                  </a:moveTo>
                  <a:cubicBezTo>
                    <a:pt x="23678" y="0"/>
                    <a:pt x="9039" y="2802"/>
                    <a:pt x="3803" y="15121"/>
                  </a:cubicBezTo>
                  <a:cubicBezTo>
                    <a:pt x="567" y="22759"/>
                    <a:pt x="0" y="37970"/>
                    <a:pt x="1368" y="47677"/>
                  </a:cubicBezTo>
                  <a:cubicBezTo>
                    <a:pt x="2935" y="59219"/>
                    <a:pt x="4803" y="61387"/>
                    <a:pt x="9207" y="64189"/>
                  </a:cubicBezTo>
                  <a:cubicBezTo>
                    <a:pt x="14811" y="67758"/>
                    <a:pt x="26886" y="73429"/>
                    <a:pt x="35792" y="73429"/>
                  </a:cubicBezTo>
                  <a:cubicBezTo>
                    <a:pt x="38094" y="73429"/>
                    <a:pt x="40229" y="73062"/>
                    <a:pt x="41963" y="72128"/>
                  </a:cubicBezTo>
                  <a:cubicBezTo>
                    <a:pt x="45866" y="70060"/>
                    <a:pt x="49969" y="62921"/>
                    <a:pt x="52871" y="53081"/>
                  </a:cubicBezTo>
                  <a:cubicBezTo>
                    <a:pt x="54439" y="47877"/>
                    <a:pt x="56107" y="40439"/>
                    <a:pt x="55406" y="34468"/>
                  </a:cubicBezTo>
                  <a:cubicBezTo>
                    <a:pt x="55206" y="32633"/>
                    <a:pt x="54772" y="30832"/>
                    <a:pt x="54172" y="29064"/>
                  </a:cubicBezTo>
                  <a:cubicBezTo>
                    <a:pt x="54005" y="28530"/>
                    <a:pt x="53805" y="27930"/>
                    <a:pt x="53605" y="27229"/>
                  </a:cubicBezTo>
                  <a:cubicBezTo>
                    <a:pt x="53171" y="25728"/>
                    <a:pt x="53371" y="24260"/>
                    <a:pt x="53572" y="22726"/>
                  </a:cubicBezTo>
                  <a:cubicBezTo>
                    <a:pt x="53772" y="21092"/>
                    <a:pt x="54005" y="19424"/>
                    <a:pt x="53472" y="17556"/>
                  </a:cubicBezTo>
                  <a:cubicBezTo>
                    <a:pt x="52437" y="13553"/>
                    <a:pt x="51203" y="9283"/>
                    <a:pt x="49235" y="6047"/>
                  </a:cubicBezTo>
                  <a:cubicBezTo>
                    <a:pt x="47234" y="2812"/>
                    <a:pt x="43865" y="677"/>
                    <a:pt x="40095" y="310"/>
                  </a:cubicBezTo>
                  <a:cubicBezTo>
                    <a:pt x="38385" y="124"/>
                    <a:pt x="36363" y="0"/>
                    <a:pt x="3415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3">
              <a:extLst>
                <a:ext uri="{FF2B5EF4-FFF2-40B4-BE49-F238E27FC236}">
                  <a16:creationId xmlns:a16="http://schemas.microsoft.com/office/drawing/2014/main" id="{6FB5D5D9-5383-23EC-33AC-B9421006F4FA}"/>
                </a:ext>
              </a:extLst>
            </p:cNvPr>
            <p:cNvSpPr/>
            <p:nvPr/>
          </p:nvSpPr>
          <p:spPr>
            <a:xfrm>
              <a:off x="6866471" y="2030819"/>
              <a:ext cx="201411" cy="107467"/>
            </a:xfrm>
            <a:custGeom>
              <a:avLst/>
              <a:gdLst/>
              <a:ahLst/>
              <a:cxnLst/>
              <a:rect l="l" t="t" r="r" b="b"/>
              <a:pathLst>
                <a:path w="12510" h="6675" extrusionOk="0">
                  <a:moveTo>
                    <a:pt x="7192" y="0"/>
                  </a:moveTo>
                  <a:cubicBezTo>
                    <a:pt x="3711" y="0"/>
                    <a:pt x="779" y="1510"/>
                    <a:pt x="0" y="3659"/>
                  </a:cubicBezTo>
                  <a:cubicBezTo>
                    <a:pt x="636" y="4773"/>
                    <a:pt x="2699" y="6675"/>
                    <a:pt x="6303" y="6675"/>
                  </a:cubicBezTo>
                  <a:cubicBezTo>
                    <a:pt x="6478" y="6675"/>
                    <a:pt x="6656" y="6671"/>
                    <a:pt x="6838" y="6661"/>
                  </a:cubicBezTo>
                  <a:cubicBezTo>
                    <a:pt x="10975" y="6461"/>
                    <a:pt x="12509" y="4426"/>
                    <a:pt x="12476" y="3426"/>
                  </a:cubicBezTo>
                  <a:cubicBezTo>
                    <a:pt x="12476" y="2425"/>
                    <a:pt x="11742" y="290"/>
                    <a:pt x="7939" y="23"/>
                  </a:cubicBezTo>
                  <a:cubicBezTo>
                    <a:pt x="7688" y="8"/>
                    <a:pt x="7439" y="0"/>
                    <a:pt x="719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3">
              <a:extLst>
                <a:ext uri="{FF2B5EF4-FFF2-40B4-BE49-F238E27FC236}">
                  <a16:creationId xmlns:a16="http://schemas.microsoft.com/office/drawing/2014/main" id="{60EAD813-7F1B-3A66-2736-8D43388E9E25}"/>
                </a:ext>
              </a:extLst>
            </p:cNvPr>
            <p:cNvSpPr/>
            <p:nvPr/>
          </p:nvSpPr>
          <p:spPr>
            <a:xfrm>
              <a:off x="6885260" y="2031189"/>
              <a:ext cx="115485" cy="96407"/>
            </a:xfrm>
            <a:custGeom>
              <a:avLst/>
              <a:gdLst/>
              <a:ahLst/>
              <a:cxnLst/>
              <a:rect l="l" t="t" r="r" b="b"/>
              <a:pathLst>
                <a:path w="7173" h="5988" extrusionOk="0">
                  <a:moveTo>
                    <a:pt x="5771" y="0"/>
                  </a:moveTo>
                  <a:cubicBezTo>
                    <a:pt x="4070" y="0"/>
                    <a:pt x="2369" y="434"/>
                    <a:pt x="901" y="1301"/>
                  </a:cubicBezTo>
                  <a:cubicBezTo>
                    <a:pt x="1" y="3202"/>
                    <a:pt x="1101" y="5471"/>
                    <a:pt x="3170" y="5904"/>
                  </a:cubicBezTo>
                  <a:cubicBezTo>
                    <a:pt x="3414" y="5960"/>
                    <a:pt x="3657" y="5987"/>
                    <a:pt x="3896" y="5987"/>
                  </a:cubicBezTo>
                  <a:cubicBezTo>
                    <a:pt x="5649" y="5987"/>
                    <a:pt x="7172" y="4551"/>
                    <a:pt x="7172" y="2702"/>
                  </a:cubicBezTo>
                  <a:cubicBezTo>
                    <a:pt x="7172" y="1601"/>
                    <a:pt x="6639" y="601"/>
                    <a:pt x="57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73">
              <a:extLst>
                <a:ext uri="{FF2B5EF4-FFF2-40B4-BE49-F238E27FC236}">
                  <a16:creationId xmlns:a16="http://schemas.microsoft.com/office/drawing/2014/main" id="{1862239D-A017-CF38-0388-8589BF3C1D37}"/>
                </a:ext>
              </a:extLst>
            </p:cNvPr>
            <p:cNvSpPr/>
            <p:nvPr/>
          </p:nvSpPr>
          <p:spPr>
            <a:xfrm>
              <a:off x="6916413" y="2051057"/>
              <a:ext cx="54257" cy="46545"/>
            </a:xfrm>
            <a:custGeom>
              <a:avLst/>
              <a:gdLst/>
              <a:ahLst/>
              <a:cxnLst/>
              <a:rect l="l" t="t" r="r" b="b"/>
              <a:pathLst>
                <a:path w="3370" h="2891" extrusionOk="0">
                  <a:moveTo>
                    <a:pt x="1935" y="0"/>
                  </a:moveTo>
                  <a:cubicBezTo>
                    <a:pt x="667" y="0"/>
                    <a:pt x="0" y="1568"/>
                    <a:pt x="934" y="2469"/>
                  </a:cubicBezTo>
                  <a:cubicBezTo>
                    <a:pt x="1225" y="2760"/>
                    <a:pt x="1582" y="2891"/>
                    <a:pt x="1932" y="2891"/>
                  </a:cubicBezTo>
                  <a:cubicBezTo>
                    <a:pt x="2666" y="2891"/>
                    <a:pt x="3369" y="2316"/>
                    <a:pt x="3369" y="1435"/>
                  </a:cubicBezTo>
                  <a:cubicBezTo>
                    <a:pt x="3369" y="634"/>
                    <a:pt x="2736" y="0"/>
                    <a:pt x="193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73">
              <a:extLst>
                <a:ext uri="{FF2B5EF4-FFF2-40B4-BE49-F238E27FC236}">
                  <a16:creationId xmlns:a16="http://schemas.microsoft.com/office/drawing/2014/main" id="{FA5CB3B3-ECA1-8136-A6D6-8835620DDBD1}"/>
                </a:ext>
              </a:extLst>
            </p:cNvPr>
            <p:cNvSpPr/>
            <p:nvPr/>
          </p:nvSpPr>
          <p:spPr>
            <a:xfrm>
              <a:off x="6916413" y="2051057"/>
              <a:ext cx="54257" cy="46545"/>
            </a:xfrm>
            <a:custGeom>
              <a:avLst/>
              <a:gdLst/>
              <a:ahLst/>
              <a:cxnLst/>
              <a:rect l="l" t="t" r="r" b="b"/>
              <a:pathLst>
                <a:path w="3370" h="2891" extrusionOk="0">
                  <a:moveTo>
                    <a:pt x="1935" y="0"/>
                  </a:moveTo>
                  <a:cubicBezTo>
                    <a:pt x="667" y="0"/>
                    <a:pt x="0" y="1568"/>
                    <a:pt x="934" y="2469"/>
                  </a:cubicBezTo>
                  <a:cubicBezTo>
                    <a:pt x="1225" y="2760"/>
                    <a:pt x="1582" y="2891"/>
                    <a:pt x="1932" y="2891"/>
                  </a:cubicBezTo>
                  <a:cubicBezTo>
                    <a:pt x="2666" y="2891"/>
                    <a:pt x="3369" y="2316"/>
                    <a:pt x="3369" y="1435"/>
                  </a:cubicBezTo>
                  <a:cubicBezTo>
                    <a:pt x="3369" y="634"/>
                    <a:pt x="2736" y="0"/>
                    <a:pt x="19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3">
              <a:extLst>
                <a:ext uri="{FF2B5EF4-FFF2-40B4-BE49-F238E27FC236}">
                  <a16:creationId xmlns:a16="http://schemas.microsoft.com/office/drawing/2014/main" id="{761E2B67-F342-FA3C-AEE7-6615FD3E87BE}"/>
                </a:ext>
              </a:extLst>
            </p:cNvPr>
            <p:cNvSpPr/>
            <p:nvPr/>
          </p:nvSpPr>
          <p:spPr>
            <a:xfrm>
              <a:off x="6952928" y="2052667"/>
              <a:ext cx="25261" cy="21574"/>
            </a:xfrm>
            <a:custGeom>
              <a:avLst/>
              <a:gdLst/>
              <a:ahLst/>
              <a:cxnLst/>
              <a:rect l="l" t="t" r="r" b="b"/>
              <a:pathLst>
                <a:path w="1569" h="1340" extrusionOk="0">
                  <a:moveTo>
                    <a:pt x="901" y="0"/>
                  </a:moveTo>
                  <a:cubicBezTo>
                    <a:pt x="301" y="0"/>
                    <a:pt x="1" y="734"/>
                    <a:pt x="434" y="1135"/>
                  </a:cubicBezTo>
                  <a:cubicBezTo>
                    <a:pt x="576" y="1276"/>
                    <a:pt x="746" y="1340"/>
                    <a:pt x="912" y="1340"/>
                  </a:cubicBezTo>
                  <a:cubicBezTo>
                    <a:pt x="1251" y="1340"/>
                    <a:pt x="1568" y="1072"/>
                    <a:pt x="1568" y="668"/>
                  </a:cubicBezTo>
                  <a:cubicBezTo>
                    <a:pt x="1568" y="301"/>
                    <a:pt x="1268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3">
              <a:extLst>
                <a:ext uri="{FF2B5EF4-FFF2-40B4-BE49-F238E27FC236}">
                  <a16:creationId xmlns:a16="http://schemas.microsoft.com/office/drawing/2014/main" id="{F9444E77-8D0E-439E-5F31-907A177FB925}"/>
                </a:ext>
              </a:extLst>
            </p:cNvPr>
            <p:cNvSpPr/>
            <p:nvPr/>
          </p:nvSpPr>
          <p:spPr>
            <a:xfrm>
              <a:off x="7274622" y="1997975"/>
              <a:ext cx="147701" cy="102299"/>
            </a:xfrm>
            <a:custGeom>
              <a:avLst/>
              <a:gdLst/>
              <a:ahLst/>
              <a:cxnLst/>
              <a:rect l="l" t="t" r="r" b="b"/>
              <a:pathLst>
                <a:path w="9174" h="6354" extrusionOk="0">
                  <a:moveTo>
                    <a:pt x="6045" y="0"/>
                  </a:moveTo>
                  <a:cubicBezTo>
                    <a:pt x="5865" y="0"/>
                    <a:pt x="5674" y="9"/>
                    <a:pt x="5471" y="28"/>
                  </a:cubicBezTo>
                  <a:cubicBezTo>
                    <a:pt x="3169" y="229"/>
                    <a:pt x="1" y="1930"/>
                    <a:pt x="267" y="4465"/>
                  </a:cubicBezTo>
                  <a:cubicBezTo>
                    <a:pt x="403" y="5629"/>
                    <a:pt x="2076" y="6354"/>
                    <a:pt x="3896" y="6354"/>
                  </a:cubicBezTo>
                  <a:cubicBezTo>
                    <a:pt x="4319" y="6354"/>
                    <a:pt x="4750" y="6315"/>
                    <a:pt x="5171" y="6233"/>
                  </a:cubicBezTo>
                  <a:cubicBezTo>
                    <a:pt x="8040" y="5632"/>
                    <a:pt x="9174" y="3998"/>
                    <a:pt x="8740" y="1830"/>
                  </a:cubicBezTo>
                  <a:cubicBezTo>
                    <a:pt x="8618" y="1126"/>
                    <a:pt x="8046" y="0"/>
                    <a:pt x="604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3">
              <a:extLst>
                <a:ext uri="{FF2B5EF4-FFF2-40B4-BE49-F238E27FC236}">
                  <a16:creationId xmlns:a16="http://schemas.microsoft.com/office/drawing/2014/main" id="{79E622AA-6583-1CCF-753E-8AEB8A9D1F05}"/>
                </a:ext>
              </a:extLst>
            </p:cNvPr>
            <p:cNvSpPr/>
            <p:nvPr/>
          </p:nvSpPr>
          <p:spPr>
            <a:xfrm>
              <a:off x="7287518" y="2000036"/>
              <a:ext cx="106340" cy="92076"/>
            </a:xfrm>
            <a:custGeom>
              <a:avLst/>
              <a:gdLst/>
              <a:ahLst/>
              <a:cxnLst/>
              <a:rect l="l" t="t" r="r" b="b"/>
              <a:pathLst>
                <a:path w="6605" h="5719" extrusionOk="0">
                  <a:moveTo>
                    <a:pt x="4403" y="0"/>
                  </a:moveTo>
                  <a:cubicBezTo>
                    <a:pt x="2869" y="167"/>
                    <a:pt x="901" y="1035"/>
                    <a:pt x="0" y="2369"/>
                  </a:cubicBezTo>
                  <a:lnTo>
                    <a:pt x="0" y="2669"/>
                  </a:lnTo>
                  <a:cubicBezTo>
                    <a:pt x="0" y="4447"/>
                    <a:pt x="1448" y="5718"/>
                    <a:pt x="3032" y="5718"/>
                  </a:cubicBezTo>
                  <a:cubicBezTo>
                    <a:pt x="3557" y="5718"/>
                    <a:pt x="4097" y="5578"/>
                    <a:pt x="4603" y="5271"/>
                  </a:cubicBezTo>
                  <a:cubicBezTo>
                    <a:pt x="6605" y="4037"/>
                    <a:pt x="6505" y="1068"/>
                    <a:pt x="4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3">
              <a:extLst>
                <a:ext uri="{FF2B5EF4-FFF2-40B4-BE49-F238E27FC236}">
                  <a16:creationId xmlns:a16="http://schemas.microsoft.com/office/drawing/2014/main" id="{17D248B3-2C5D-F067-171B-EE295BA9FB57}"/>
                </a:ext>
              </a:extLst>
            </p:cNvPr>
            <p:cNvSpPr/>
            <p:nvPr/>
          </p:nvSpPr>
          <p:spPr>
            <a:xfrm>
              <a:off x="7307386" y="2022592"/>
              <a:ext cx="49958" cy="42794"/>
            </a:xfrm>
            <a:custGeom>
              <a:avLst/>
              <a:gdLst/>
              <a:ahLst/>
              <a:cxnLst/>
              <a:rect l="l" t="t" r="r" b="b"/>
              <a:pathLst>
                <a:path w="3103" h="2658" extrusionOk="0">
                  <a:moveTo>
                    <a:pt x="1768" y="0"/>
                  </a:moveTo>
                  <a:cubicBezTo>
                    <a:pt x="601" y="0"/>
                    <a:pt x="0" y="1435"/>
                    <a:pt x="834" y="2269"/>
                  </a:cubicBezTo>
                  <a:cubicBezTo>
                    <a:pt x="1103" y="2537"/>
                    <a:pt x="1434" y="2657"/>
                    <a:pt x="1759" y="2657"/>
                  </a:cubicBezTo>
                  <a:cubicBezTo>
                    <a:pt x="2443" y="2657"/>
                    <a:pt x="3103" y="2126"/>
                    <a:pt x="3103" y="1335"/>
                  </a:cubicBezTo>
                  <a:cubicBezTo>
                    <a:pt x="3103" y="601"/>
                    <a:pt x="2502" y="0"/>
                    <a:pt x="176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3">
              <a:extLst>
                <a:ext uri="{FF2B5EF4-FFF2-40B4-BE49-F238E27FC236}">
                  <a16:creationId xmlns:a16="http://schemas.microsoft.com/office/drawing/2014/main" id="{4C2BAE91-3238-FBDE-852E-0A02B0279895}"/>
                </a:ext>
              </a:extLst>
            </p:cNvPr>
            <p:cNvSpPr/>
            <p:nvPr/>
          </p:nvSpPr>
          <p:spPr>
            <a:xfrm>
              <a:off x="7307386" y="2022592"/>
              <a:ext cx="49958" cy="42794"/>
            </a:xfrm>
            <a:custGeom>
              <a:avLst/>
              <a:gdLst/>
              <a:ahLst/>
              <a:cxnLst/>
              <a:rect l="l" t="t" r="r" b="b"/>
              <a:pathLst>
                <a:path w="3103" h="2658" extrusionOk="0">
                  <a:moveTo>
                    <a:pt x="1768" y="0"/>
                  </a:moveTo>
                  <a:cubicBezTo>
                    <a:pt x="601" y="0"/>
                    <a:pt x="0" y="1435"/>
                    <a:pt x="834" y="2269"/>
                  </a:cubicBezTo>
                  <a:cubicBezTo>
                    <a:pt x="1103" y="2537"/>
                    <a:pt x="1434" y="2657"/>
                    <a:pt x="1759" y="2657"/>
                  </a:cubicBezTo>
                  <a:cubicBezTo>
                    <a:pt x="2443" y="2657"/>
                    <a:pt x="3103" y="2126"/>
                    <a:pt x="3103" y="1335"/>
                  </a:cubicBezTo>
                  <a:cubicBezTo>
                    <a:pt x="3103" y="601"/>
                    <a:pt x="2502" y="0"/>
                    <a:pt x="1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3">
              <a:extLst>
                <a:ext uri="{FF2B5EF4-FFF2-40B4-BE49-F238E27FC236}">
                  <a16:creationId xmlns:a16="http://schemas.microsoft.com/office/drawing/2014/main" id="{6C62404E-D4A0-D328-65DD-60CD3EACA6FF}"/>
                </a:ext>
              </a:extLst>
            </p:cNvPr>
            <p:cNvSpPr/>
            <p:nvPr/>
          </p:nvSpPr>
          <p:spPr>
            <a:xfrm>
              <a:off x="7338539" y="2020450"/>
              <a:ext cx="25245" cy="21574"/>
            </a:xfrm>
            <a:custGeom>
              <a:avLst/>
              <a:gdLst/>
              <a:ahLst/>
              <a:cxnLst/>
              <a:rect l="l" t="t" r="r" b="b"/>
              <a:pathLst>
                <a:path w="1568" h="1340" extrusionOk="0">
                  <a:moveTo>
                    <a:pt x="901" y="0"/>
                  </a:moveTo>
                  <a:cubicBezTo>
                    <a:pt x="300" y="0"/>
                    <a:pt x="0" y="701"/>
                    <a:pt x="400" y="1134"/>
                  </a:cubicBezTo>
                  <a:cubicBezTo>
                    <a:pt x="542" y="1276"/>
                    <a:pt x="716" y="1339"/>
                    <a:pt x="886" y="1339"/>
                  </a:cubicBezTo>
                  <a:cubicBezTo>
                    <a:pt x="1236" y="1339"/>
                    <a:pt x="1568" y="1071"/>
                    <a:pt x="1568" y="667"/>
                  </a:cubicBezTo>
                  <a:cubicBezTo>
                    <a:pt x="1568" y="300"/>
                    <a:pt x="1268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3">
              <a:extLst>
                <a:ext uri="{FF2B5EF4-FFF2-40B4-BE49-F238E27FC236}">
                  <a16:creationId xmlns:a16="http://schemas.microsoft.com/office/drawing/2014/main" id="{0133D63B-54A7-F2F4-3628-7C527F403175}"/>
                </a:ext>
              </a:extLst>
            </p:cNvPr>
            <p:cNvSpPr/>
            <p:nvPr/>
          </p:nvSpPr>
          <p:spPr>
            <a:xfrm>
              <a:off x="7041542" y="2458274"/>
              <a:ext cx="252432" cy="45193"/>
            </a:xfrm>
            <a:custGeom>
              <a:avLst/>
              <a:gdLst/>
              <a:ahLst/>
              <a:cxnLst/>
              <a:rect l="l" t="t" r="r" b="b"/>
              <a:pathLst>
                <a:path w="15679" h="2807" extrusionOk="0">
                  <a:moveTo>
                    <a:pt x="13735" y="0"/>
                  </a:moveTo>
                  <a:cubicBezTo>
                    <a:pt x="13360" y="0"/>
                    <a:pt x="12985" y="76"/>
                    <a:pt x="12610" y="226"/>
                  </a:cubicBezTo>
                  <a:cubicBezTo>
                    <a:pt x="12209" y="392"/>
                    <a:pt x="11809" y="659"/>
                    <a:pt x="11375" y="826"/>
                  </a:cubicBezTo>
                  <a:cubicBezTo>
                    <a:pt x="11188" y="864"/>
                    <a:pt x="11000" y="882"/>
                    <a:pt x="10812" y="882"/>
                  </a:cubicBezTo>
                  <a:cubicBezTo>
                    <a:pt x="10500" y="882"/>
                    <a:pt x="10187" y="830"/>
                    <a:pt x="9874" y="726"/>
                  </a:cubicBezTo>
                  <a:cubicBezTo>
                    <a:pt x="9407" y="593"/>
                    <a:pt x="8874" y="526"/>
                    <a:pt x="8373" y="526"/>
                  </a:cubicBezTo>
                  <a:cubicBezTo>
                    <a:pt x="7873" y="559"/>
                    <a:pt x="7372" y="659"/>
                    <a:pt x="6872" y="826"/>
                  </a:cubicBezTo>
                  <a:cubicBezTo>
                    <a:pt x="5871" y="1126"/>
                    <a:pt x="4904" y="1560"/>
                    <a:pt x="3903" y="1860"/>
                  </a:cubicBezTo>
                  <a:cubicBezTo>
                    <a:pt x="3336" y="1994"/>
                    <a:pt x="2769" y="2094"/>
                    <a:pt x="2202" y="2194"/>
                  </a:cubicBezTo>
                  <a:cubicBezTo>
                    <a:pt x="1702" y="2269"/>
                    <a:pt x="1183" y="2306"/>
                    <a:pt x="659" y="2306"/>
                  </a:cubicBezTo>
                  <a:cubicBezTo>
                    <a:pt x="484" y="2306"/>
                    <a:pt x="309" y="2302"/>
                    <a:pt x="134" y="2294"/>
                  </a:cubicBezTo>
                  <a:cubicBezTo>
                    <a:pt x="101" y="2427"/>
                    <a:pt x="67" y="2527"/>
                    <a:pt x="1" y="2661"/>
                  </a:cubicBezTo>
                  <a:cubicBezTo>
                    <a:pt x="485" y="2763"/>
                    <a:pt x="969" y="2806"/>
                    <a:pt x="1468" y="2806"/>
                  </a:cubicBezTo>
                  <a:cubicBezTo>
                    <a:pt x="1622" y="2806"/>
                    <a:pt x="1778" y="2802"/>
                    <a:pt x="1935" y="2794"/>
                  </a:cubicBezTo>
                  <a:cubicBezTo>
                    <a:pt x="2469" y="2761"/>
                    <a:pt x="3003" y="2694"/>
                    <a:pt x="3503" y="2561"/>
                  </a:cubicBezTo>
                  <a:cubicBezTo>
                    <a:pt x="4537" y="2327"/>
                    <a:pt x="5538" y="2060"/>
                    <a:pt x="6539" y="1693"/>
                  </a:cubicBezTo>
                  <a:cubicBezTo>
                    <a:pt x="7039" y="1493"/>
                    <a:pt x="7539" y="1360"/>
                    <a:pt x="8073" y="1260"/>
                  </a:cubicBezTo>
                  <a:cubicBezTo>
                    <a:pt x="8240" y="1237"/>
                    <a:pt x="8407" y="1226"/>
                    <a:pt x="8573" y="1226"/>
                  </a:cubicBezTo>
                  <a:cubicBezTo>
                    <a:pt x="8907" y="1226"/>
                    <a:pt x="9240" y="1271"/>
                    <a:pt x="9574" y="1360"/>
                  </a:cubicBezTo>
                  <a:cubicBezTo>
                    <a:pt x="9963" y="1499"/>
                    <a:pt x="10376" y="1568"/>
                    <a:pt x="10792" y="1568"/>
                  </a:cubicBezTo>
                  <a:cubicBezTo>
                    <a:pt x="10875" y="1568"/>
                    <a:pt x="10958" y="1566"/>
                    <a:pt x="11042" y="1560"/>
                  </a:cubicBezTo>
                  <a:cubicBezTo>
                    <a:pt x="11475" y="1460"/>
                    <a:pt x="11909" y="1293"/>
                    <a:pt x="12276" y="1060"/>
                  </a:cubicBezTo>
                  <a:cubicBezTo>
                    <a:pt x="12743" y="793"/>
                    <a:pt x="13243" y="626"/>
                    <a:pt x="13777" y="593"/>
                  </a:cubicBezTo>
                  <a:cubicBezTo>
                    <a:pt x="13851" y="585"/>
                    <a:pt x="13921" y="582"/>
                    <a:pt x="13990" y="582"/>
                  </a:cubicBezTo>
                  <a:cubicBezTo>
                    <a:pt x="14543" y="582"/>
                    <a:pt x="14955" y="796"/>
                    <a:pt x="15578" y="826"/>
                  </a:cubicBezTo>
                  <a:cubicBezTo>
                    <a:pt x="15578" y="693"/>
                    <a:pt x="15612" y="559"/>
                    <a:pt x="15678" y="426"/>
                  </a:cubicBezTo>
                  <a:cubicBezTo>
                    <a:pt x="15145" y="259"/>
                    <a:pt x="14644" y="126"/>
                    <a:pt x="14111" y="26"/>
                  </a:cubicBezTo>
                  <a:cubicBezTo>
                    <a:pt x="13986" y="9"/>
                    <a:pt x="13860" y="0"/>
                    <a:pt x="1373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73">
              <a:extLst>
                <a:ext uri="{FF2B5EF4-FFF2-40B4-BE49-F238E27FC236}">
                  <a16:creationId xmlns:a16="http://schemas.microsoft.com/office/drawing/2014/main" id="{CF8B2BF5-7EFB-7C97-6DC5-16B7FDD5CBB6}"/>
                </a:ext>
              </a:extLst>
            </p:cNvPr>
            <p:cNvSpPr/>
            <p:nvPr/>
          </p:nvSpPr>
          <p:spPr>
            <a:xfrm>
              <a:off x="6241872" y="2036728"/>
              <a:ext cx="402275" cy="478991"/>
            </a:xfrm>
            <a:custGeom>
              <a:avLst/>
              <a:gdLst/>
              <a:ahLst/>
              <a:cxnLst/>
              <a:rect l="l" t="t" r="r" b="b"/>
              <a:pathLst>
                <a:path w="24986" h="29751" extrusionOk="0">
                  <a:moveTo>
                    <a:pt x="9446" y="0"/>
                  </a:moveTo>
                  <a:cubicBezTo>
                    <a:pt x="8400" y="0"/>
                    <a:pt x="7452" y="247"/>
                    <a:pt x="6639" y="724"/>
                  </a:cubicBezTo>
                  <a:lnTo>
                    <a:pt x="3136" y="2725"/>
                  </a:lnTo>
                  <a:cubicBezTo>
                    <a:pt x="1202" y="3859"/>
                    <a:pt x="1" y="6261"/>
                    <a:pt x="1" y="9697"/>
                  </a:cubicBezTo>
                  <a:cubicBezTo>
                    <a:pt x="1" y="16535"/>
                    <a:pt x="4804" y="24874"/>
                    <a:pt x="10742" y="28277"/>
                  </a:cubicBezTo>
                  <a:cubicBezTo>
                    <a:pt x="12464" y="29283"/>
                    <a:pt x="14086" y="29751"/>
                    <a:pt x="15522" y="29751"/>
                  </a:cubicBezTo>
                  <a:cubicBezTo>
                    <a:pt x="16560" y="29751"/>
                    <a:pt x="17502" y="29506"/>
                    <a:pt x="18314" y="29044"/>
                  </a:cubicBezTo>
                  <a:lnTo>
                    <a:pt x="21816" y="27009"/>
                  </a:lnTo>
                  <a:cubicBezTo>
                    <a:pt x="23784" y="25908"/>
                    <a:pt x="24985" y="23473"/>
                    <a:pt x="24985" y="20071"/>
                  </a:cubicBezTo>
                  <a:cubicBezTo>
                    <a:pt x="24985" y="13199"/>
                    <a:pt x="20148" y="4893"/>
                    <a:pt x="14244" y="1457"/>
                  </a:cubicBezTo>
                  <a:cubicBezTo>
                    <a:pt x="12523" y="471"/>
                    <a:pt x="10891" y="0"/>
                    <a:pt x="94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73">
              <a:extLst>
                <a:ext uri="{FF2B5EF4-FFF2-40B4-BE49-F238E27FC236}">
                  <a16:creationId xmlns:a16="http://schemas.microsoft.com/office/drawing/2014/main" id="{9EA00917-8324-5702-72CD-585927229B7A}"/>
                </a:ext>
              </a:extLst>
            </p:cNvPr>
            <p:cNvSpPr/>
            <p:nvPr/>
          </p:nvSpPr>
          <p:spPr>
            <a:xfrm>
              <a:off x="6241872" y="2069217"/>
              <a:ext cx="345876" cy="446501"/>
            </a:xfrm>
            <a:custGeom>
              <a:avLst/>
              <a:gdLst/>
              <a:ahLst/>
              <a:cxnLst/>
              <a:rect l="l" t="t" r="r" b="b"/>
              <a:pathLst>
                <a:path w="21483" h="27733" extrusionOk="0">
                  <a:moveTo>
                    <a:pt x="5941" y="0"/>
                  </a:moveTo>
                  <a:cubicBezTo>
                    <a:pt x="4896" y="0"/>
                    <a:pt x="3948" y="245"/>
                    <a:pt x="3136" y="707"/>
                  </a:cubicBezTo>
                  <a:cubicBezTo>
                    <a:pt x="1202" y="1841"/>
                    <a:pt x="1" y="4243"/>
                    <a:pt x="1" y="7679"/>
                  </a:cubicBezTo>
                  <a:cubicBezTo>
                    <a:pt x="1" y="14517"/>
                    <a:pt x="4804" y="22856"/>
                    <a:pt x="10742" y="26259"/>
                  </a:cubicBezTo>
                  <a:cubicBezTo>
                    <a:pt x="12464" y="27265"/>
                    <a:pt x="14086" y="27733"/>
                    <a:pt x="15522" y="27733"/>
                  </a:cubicBezTo>
                  <a:cubicBezTo>
                    <a:pt x="16560" y="27733"/>
                    <a:pt x="17502" y="27488"/>
                    <a:pt x="18314" y="27026"/>
                  </a:cubicBezTo>
                  <a:cubicBezTo>
                    <a:pt x="20282" y="25892"/>
                    <a:pt x="21483" y="23490"/>
                    <a:pt x="21483" y="20054"/>
                  </a:cubicBezTo>
                  <a:cubicBezTo>
                    <a:pt x="21483" y="13216"/>
                    <a:pt x="16679" y="4877"/>
                    <a:pt x="10742" y="1474"/>
                  </a:cubicBezTo>
                  <a:cubicBezTo>
                    <a:pt x="9019" y="468"/>
                    <a:pt x="7386" y="0"/>
                    <a:pt x="59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3">
              <a:extLst>
                <a:ext uri="{FF2B5EF4-FFF2-40B4-BE49-F238E27FC236}">
                  <a16:creationId xmlns:a16="http://schemas.microsoft.com/office/drawing/2014/main" id="{56A09669-F29F-CD1A-B659-2CC2F6DD9009}"/>
                </a:ext>
              </a:extLst>
            </p:cNvPr>
            <p:cNvSpPr/>
            <p:nvPr/>
          </p:nvSpPr>
          <p:spPr>
            <a:xfrm>
              <a:off x="6273556" y="2108807"/>
              <a:ext cx="281975" cy="367611"/>
            </a:xfrm>
            <a:custGeom>
              <a:avLst/>
              <a:gdLst/>
              <a:ahLst/>
              <a:cxnLst/>
              <a:rect l="l" t="t" r="r" b="b"/>
              <a:pathLst>
                <a:path w="17514" h="22833" extrusionOk="0">
                  <a:moveTo>
                    <a:pt x="4655" y="258"/>
                  </a:moveTo>
                  <a:cubicBezTo>
                    <a:pt x="5814" y="258"/>
                    <a:pt x="7123" y="683"/>
                    <a:pt x="8507" y="1517"/>
                  </a:cubicBezTo>
                  <a:cubicBezTo>
                    <a:pt x="13177" y="4352"/>
                    <a:pt x="17080" y="11124"/>
                    <a:pt x="17213" y="16595"/>
                  </a:cubicBezTo>
                  <a:cubicBezTo>
                    <a:pt x="17246" y="19230"/>
                    <a:pt x="16446" y="21164"/>
                    <a:pt x="14911" y="22032"/>
                  </a:cubicBezTo>
                  <a:cubicBezTo>
                    <a:pt x="14313" y="22383"/>
                    <a:pt x="13628" y="22557"/>
                    <a:pt x="12883" y="22557"/>
                  </a:cubicBezTo>
                  <a:cubicBezTo>
                    <a:pt x="11717" y="22557"/>
                    <a:pt x="10404" y="22132"/>
                    <a:pt x="9041" y="21298"/>
                  </a:cubicBezTo>
                  <a:cubicBezTo>
                    <a:pt x="4337" y="18463"/>
                    <a:pt x="434" y="11691"/>
                    <a:pt x="334" y="6220"/>
                  </a:cubicBezTo>
                  <a:cubicBezTo>
                    <a:pt x="268" y="3619"/>
                    <a:pt x="1102" y="1650"/>
                    <a:pt x="2636" y="783"/>
                  </a:cubicBezTo>
                  <a:cubicBezTo>
                    <a:pt x="3235" y="432"/>
                    <a:pt x="3914" y="258"/>
                    <a:pt x="4655" y="258"/>
                  </a:cubicBezTo>
                  <a:close/>
                  <a:moveTo>
                    <a:pt x="4656" y="1"/>
                  </a:moveTo>
                  <a:cubicBezTo>
                    <a:pt x="3870" y="1"/>
                    <a:pt x="3145" y="182"/>
                    <a:pt x="2503" y="550"/>
                  </a:cubicBezTo>
                  <a:cubicBezTo>
                    <a:pt x="868" y="1484"/>
                    <a:pt x="1" y="3518"/>
                    <a:pt x="68" y="6220"/>
                  </a:cubicBezTo>
                  <a:cubicBezTo>
                    <a:pt x="168" y="11791"/>
                    <a:pt x="4137" y="18663"/>
                    <a:pt x="8907" y="21531"/>
                  </a:cubicBezTo>
                  <a:cubicBezTo>
                    <a:pt x="10075" y="22299"/>
                    <a:pt x="11476" y="22766"/>
                    <a:pt x="12877" y="22832"/>
                  </a:cubicBezTo>
                  <a:cubicBezTo>
                    <a:pt x="13644" y="22832"/>
                    <a:pt x="14378" y="22632"/>
                    <a:pt x="15045" y="22265"/>
                  </a:cubicBezTo>
                  <a:cubicBezTo>
                    <a:pt x="16646" y="21331"/>
                    <a:pt x="17513" y="19296"/>
                    <a:pt x="17480" y="16595"/>
                  </a:cubicBezTo>
                  <a:cubicBezTo>
                    <a:pt x="17347" y="11024"/>
                    <a:pt x="13377" y="4152"/>
                    <a:pt x="8640" y="1284"/>
                  </a:cubicBezTo>
                  <a:cubicBezTo>
                    <a:pt x="7223" y="433"/>
                    <a:pt x="5868" y="1"/>
                    <a:pt x="46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3">
              <a:extLst>
                <a:ext uri="{FF2B5EF4-FFF2-40B4-BE49-F238E27FC236}">
                  <a16:creationId xmlns:a16="http://schemas.microsoft.com/office/drawing/2014/main" id="{733F041F-99ED-A37C-7633-915F67F22ED7}"/>
                </a:ext>
              </a:extLst>
            </p:cNvPr>
            <p:cNvSpPr/>
            <p:nvPr/>
          </p:nvSpPr>
          <p:spPr>
            <a:xfrm>
              <a:off x="6266585" y="2153775"/>
              <a:ext cx="250806" cy="303372"/>
            </a:xfrm>
            <a:custGeom>
              <a:avLst/>
              <a:gdLst/>
              <a:ahLst/>
              <a:cxnLst/>
              <a:rect l="l" t="t" r="r" b="b"/>
              <a:pathLst>
                <a:path w="15578" h="18843" extrusionOk="0">
                  <a:moveTo>
                    <a:pt x="5559" y="0"/>
                  </a:moveTo>
                  <a:cubicBezTo>
                    <a:pt x="4897" y="0"/>
                    <a:pt x="4293" y="155"/>
                    <a:pt x="3770" y="459"/>
                  </a:cubicBezTo>
                  <a:lnTo>
                    <a:pt x="2035" y="1459"/>
                  </a:lnTo>
                  <a:cubicBezTo>
                    <a:pt x="801" y="2193"/>
                    <a:pt x="0" y="3728"/>
                    <a:pt x="0" y="5929"/>
                  </a:cubicBezTo>
                  <a:cubicBezTo>
                    <a:pt x="0" y="10332"/>
                    <a:pt x="3102" y="15703"/>
                    <a:pt x="6905" y="17904"/>
                  </a:cubicBezTo>
                  <a:cubicBezTo>
                    <a:pt x="8004" y="18541"/>
                    <a:pt x="9047" y="18842"/>
                    <a:pt x="9976" y="18842"/>
                  </a:cubicBezTo>
                  <a:cubicBezTo>
                    <a:pt x="10655" y="18842"/>
                    <a:pt x="11273" y="18681"/>
                    <a:pt x="11809" y="18371"/>
                  </a:cubicBezTo>
                  <a:lnTo>
                    <a:pt x="13543" y="17371"/>
                  </a:lnTo>
                  <a:cubicBezTo>
                    <a:pt x="14811" y="16670"/>
                    <a:pt x="15578" y="15102"/>
                    <a:pt x="15578" y="12901"/>
                  </a:cubicBezTo>
                  <a:cubicBezTo>
                    <a:pt x="15578" y="8498"/>
                    <a:pt x="12476" y="3161"/>
                    <a:pt x="8673" y="959"/>
                  </a:cubicBezTo>
                  <a:cubicBezTo>
                    <a:pt x="7557" y="313"/>
                    <a:pt x="6499" y="0"/>
                    <a:pt x="5559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73">
              <a:extLst>
                <a:ext uri="{FF2B5EF4-FFF2-40B4-BE49-F238E27FC236}">
                  <a16:creationId xmlns:a16="http://schemas.microsoft.com/office/drawing/2014/main" id="{B1D84878-E002-65E8-8285-C65A488FEFF0}"/>
                </a:ext>
              </a:extLst>
            </p:cNvPr>
            <p:cNvSpPr/>
            <p:nvPr/>
          </p:nvSpPr>
          <p:spPr>
            <a:xfrm>
              <a:off x="6266585" y="2153775"/>
              <a:ext cx="250806" cy="303372"/>
            </a:xfrm>
            <a:custGeom>
              <a:avLst/>
              <a:gdLst/>
              <a:ahLst/>
              <a:cxnLst/>
              <a:rect l="l" t="t" r="r" b="b"/>
              <a:pathLst>
                <a:path w="15578" h="18843" extrusionOk="0">
                  <a:moveTo>
                    <a:pt x="5559" y="0"/>
                  </a:moveTo>
                  <a:cubicBezTo>
                    <a:pt x="4897" y="0"/>
                    <a:pt x="4293" y="155"/>
                    <a:pt x="3770" y="459"/>
                  </a:cubicBezTo>
                  <a:lnTo>
                    <a:pt x="2035" y="1459"/>
                  </a:lnTo>
                  <a:cubicBezTo>
                    <a:pt x="801" y="2193"/>
                    <a:pt x="0" y="3728"/>
                    <a:pt x="0" y="5929"/>
                  </a:cubicBezTo>
                  <a:cubicBezTo>
                    <a:pt x="0" y="10332"/>
                    <a:pt x="3102" y="15703"/>
                    <a:pt x="6905" y="17904"/>
                  </a:cubicBezTo>
                  <a:cubicBezTo>
                    <a:pt x="8004" y="18541"/>
                    <a:pt x="9047" y="18842"/>
                    <a:pt x="9976" y="18842"/>
                  </a:cubicBezTo>
                  <a:cubicBezTo>
                    <a:pt x="10655" y="18842"/>
                    <a:pt x="11273" y="18681"/>
                    <a:pt x="11809" y="18371"/>
                  </a:cubicBezTo>
                  <a:lnTo>
                    <a:pt x="13543" y="17371"/>
                  </a:lnTo>
                  <a:cubicBezTo>
                    <a:pt x="14811" y="16670"/>
                    <a:pt x="15578" y="15102"/>
                    <a:pt x="15578" y="12901"/>
                  </a:cubicBezTo>
                  <a:cubicBezTo>
                    <a:pt x="15578" y="8498"/>
                    <a:pt x="12476" y="3161"/>
                    <a:pt x="8673" y="959"/>
                  </a:cubicBezTo>
                  <a:cubicBezTo>
                    <a:pt x="7557" y="313"/>
                    <a:pt x="6499" y="0"/>
                    <a:pt x="5559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73">
              <a:extLst>
                <a:ext uri="{FF2B5EF4-FFF2-40B4-BE49-F238E27FC236}">
                  <a16:creationId xmlns:a16="http://schemas.microsoft.com/office/drawing/2014/main" id="{3C9419ED-60FD-2CDF-305D-1240D1E79604}"/>
                </a:ext>
              </a:extLst>
            </p:cNvPr>
            <p:cNvSpPr/>
            <p:nvPr/>
          </p:nvSpPr>
          <p:spPr>
            <a:xfrm>
              <a:off x="6260676" y="2173610"/>
              <a:ext cx="244913" cy="288528"/>
            </a:xfrm>
            <a:custGeom>
              <a:avLst/>
              <a:gdLst/>
              <a:ahLst/>
              <a:cxnLst/>
              <a:rect l="l" t="t" r="r" b="b"/>
              <a:pathLst>
                <a:path w="15212" h="17921" extrusionOk="0">
                  <a:moveTo>
                    <a:pt x="4493" y="0"/>
                  </a:moveTo>
                  <a:cubicBezTo>
                    <a:pt x="3847" y="0"/>
                    <a:pt x="3241" y="148"/>
                    <a:pt x="2702" y="461"/>
                  </a:cubicBezTo>
                  <a:cubicBezTo>
                    <a:pt x="0" y="2029"/>
                    <a:pt x="0" y="7099"/>
                    <a:pt x="2669" y="11802"/>
                  </a:cubicBezTo>
                  <a:cubicBezTo>
                    <a:pt x="4836" y="15548"/>
                    <a:pt x="8098" y="17921"/>
                    <a:pt x="10699" y="17921"/>
                  </a:cubicBezTo>
                  <a:cubicBezTo>
                    <a:pt x="11340" y="17921"/>
                    <a:pt x="11941" y="17777"/>
                    <a:pt x="12476" y="17473"/>
                  </a:cubicBezTo>
                  <a:cubicBezTo>
                    <a:pt x="15178" y="15905"/>
                    <a:pt x="15211" y="10835"/>
                    <a:pt x="12509" y="6132"/>
                  </a:cubicBezTo>
                  <a:cubicBezTo>
                    <a:pt x="10346" y="2392"/>
                    <a:pt x="7091" y="0"/>
                    <a:pt x="449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73">
              <a:extLst>
                <a:ext uri="{FF2B5EF4-FFF2-40B4-BE49-F238E27FC236}">
                  <a16:creationId xmlns:a16="http://schemas.microsoft.com/office/drawing/2014/main" id="{32A310F6-1F86-BBF0-8606-46C39AE70275}"/>
                </a:ext>
              </a:extLst>
            </p:cNvPr>
            <p:cNvSpPr/>
            <p:nvPr/>
          </p:nvSpPr>
          <p:spPr>
            <a:xfrm>
              <a:off x="6278934" y="2204876"/>
              <a:ext cx="189062" cy="222969"/>
            </a:xfrm>
            <a:custGeom>
              <a:avLst/>
              <a:gdLst/>
              <a:ahLst/>
              <a:cxnLst/>
              <a:rect l="l" t="t" r="r" b="b"/>
              <a:pathLst>
                <a:path w="11743" h="13849" extrusionOk="0">
                  <a:moveTo>
                    <a:pt x="3458" y="1"/>
                  </a:moveTo>
                  <a:cubicBezTo>
                    <a:pt x="2957" y="1"/>
                    <a:pt x="2487" y="114"/>
                    <a:pt x="2069" y="353"/>
                  </a:cubicBezTo>
                  <a:cubicBezTo>
                    <a:pt x="0" y="1554"/>
                    <a:pt x="0" y="5490"/>
                    <a:pt x="2069" y="9126"/>
                  </a:cubicBezTo>
                  <a:cubicBezTo>
                    <a:pt x="3752" y="12012"/>
                    <a:pt x="6269" y="13849"/>
                    <a:pt x="8285" y="13849"/>
                  </a:cubicBezTo>
                  <a:cubicBezTo>
                    <a:pt x="8786" y="13849"/>
                    <a:pt x="9256" y="13735"/>
                    <a:pt x="9674" y="13496"/>
                  </a:cubicBezTo>
                  <a:cubicBezTo>
                    <a:pt x="11742" y="12295"/>
                    <a:pt x="11742" y="8359"/>
                    <a:pt x="9674" y="4723"/>
                  </a:cubicBezTo>
                  <a:cubicBezTo>
                    <a:pt x="7991" y="1838"/>
                    <a:pt x="5473" y="1"/>
                    <a:pt x="34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73">
              <a:extLst>
                <a:ext uri="{FF2B5EF4-FFF2-40B4-BE49-F238E27FC236}">
                  <a16:creationId xmlns:a16="http://schemas.microsoft.com/office/drawing/2014/main" id="{3EACE5DB-236A-F2EF-EB47-1FB6C59CC359}"/>
                </a:ext>
              </a:extLst>
            </p:cNvPr>
            <p:cNvSpPr/>
            <p:nvPr/>
          </p:nvSpPr>
          <p:spPr>
            <a:xfrm>
              <a:off x="6308477" y="2207339"/>
              <a:ext cx="112249" cy="111187"/>
            </a:xfrm>
            <a:custGeom>
              <a:avLst/>
              <a:gdLst/>
              <a:ahLst/>
              <a:cxnLst/>
              <a:rect l="l" t="t" r="r" b="b"/>
              <a:pathLst>
                <a:path w="6972" h="6906" extrusionOk="0">
                  <a:moveTo>
                    <a:pt x="1412" y="0"/>
                  </a:moveTo>
                  <a:cubicBezTo>
                    <a:pt x="886" y="0"/>
                    <a:pt x="410" y="127"/>
                    <a:pt x="0" y="367"/>
                  </a:cubicBezTo>
                  <a:lnTo>
                    <a:pt x="3803" y="6905"/>
                  </a:lnTo>
                  <a:lnTo>
                    <a:pt x="6972" y="3736"/>
                  </a:lnTo>
                  <a:cubicBezTo>
                    <a:pt x="6138" y="2535"/>
                    <a:pt x="5037" y="1501"/>
                    <a:pt x="3803" y="734"/>
                  </a:cubicBezTo>
                  <a:cubicBezTo>
                    <a:pt x="2938" y="234"/>
                    <a:pt x="2128" y="0"/>
                    <a:pt x="141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73">
              <a:extLst>
                <a:ext uri="{FF2B5EF4-FFF2-40B4-BE49-F238E27FC236}">
                  <a16:creationId xmlns:a16="http://schemas.microsoft.com/office/drawing/2014/main" id="{837E5C52-D545-FA76-FA9A-3556E1087923}"/>
                </a:ext>
              </a:extLst>
            </p:cNvPr>
            <p:cNvSpPr/>
            <p:nvPr/>
          </p:nvSpPr>
          <p:spPr>
            <a:xfrm>
              <a:off x="6369689" y="2268020"/>
              <a:ext cx="86489" cy="156299"/>
            </a:xfrm>
            <a:custGeom>
              <a:avLst/>
              <a:gdLst/>
              <a:ahLst/>
              <a:cxnLst/>
              <a:rect l="l" t="t" r="r" b="b"/>
              <a:pathLst>
                <a:path w="5372" h="9708" extrusionOk="0">
                  <a:moveTo>
                    <a:pt x="3170" y="1"/>
                  </a:moveTo>
                  <a:lnTo>
                    <a:pt x="1" y="3170"/>
                  </a:lnTo>
                  <a:lnTo>
                    <a:pt x="3770" y="9708"/>
                  </a:lnTo>
                  <a:cubicBezTo>
                    <a:pt x="4771" y="9174"/>
                    <a:pt x="5371" y="7973"/>
                    <a:pt x="5371" y="6272"/>
                  </a:cubicBezTo>
                  <a:cubicBezTo>
                    <a:pt x="5371" y="4170"/>
                    <a:pt x="4504" y="1869"/>
                    <a:pt x="317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73">
              <a:extLst>
                <a:ext uri="{FF2B5EF4-FFF2-40B4-BE49-F238E27FC236}">
                  <a16:creationId xmlns:a16="http://schemas.microsoft.com/office/drawing/2014/main" id="{30D8A78C-F11A-7C63-FA44-E1596C4DD089}"/>
                </a:ext>
              </a:extLst>
            </p:cNvPr>
            <p:cNvSpPr/>
            <p:nvPr/>
          </p:nvSpPr>
          <p:spPr>
            <a:xfrm>
              <a:off x="6318669" y="2318510"/>
              <a:ext cx="111734" cy="111557"/>
            </a:xfrm>
            <a:custGeom>
              <a:avLst/>
              <a:gdLst/>
              <a:ahLst/>
              <a:cxnLst/>
              <a:rect l="l" t="t" r="r" b="b"/>
              <a:pathLst>
                <a:path w="6940" h="6929" extrusionOk="0">
                  <a:moveTo>
                    <a:pt x="3170" y="0"/>
                  </a:moveTo>
                  <a:lnTo>
                    <a:pt x="1" y="3169"/>
                  </a:lnTo>
                  <a:cubicBezTo>
                    <a:pt x="835" y="4403"/>
                    <a:pt x="1902" y="5438"/>
                    <a:pt x="3170" y="6205"/>
                  </a:cubicBezTo>
                  <a:cubicBezTo>
                    <a:pt x="4026" y="6691"/>
                    <a:pt x="4838" y="6928"/>
                    <a:pt x="5557" y="6928"/>
                  </a:cubicBezTo>
                  <a:cubicBezTo>
                    <a:pt x="6070" y="6928"/>
                    <a:pt x="6536" y="6808"/>
                    <a:pt x="6939" y="6572"/>
                  </a:cubicBezTo>
                  <a:lnTo>
                    <a:pt x="317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73">
              <a:extLst>
                <a:ext uri="{FF2B5EF4-FFF2-40B4-BE49-F238E27FC236}">
                  <a16:creationId xmlns:a16="http://schemas.microsoft.com/office/drawing/2014/main" id="{F0587D9F-7A2A-6FDC-6B96-D1EAA1BF847C}"/>
                </a:ext>
              </a:extLst>
            </p:cNvPr>
            <p:cNvSpPr/>
            <p:nvPr/>
          </p:nvSpPr>
          <p:spPr>
            <a:xfrm>
              <a:off x="6283232" y="2213248"/>
              <a:ext cx="86473" cy="156299"/>
            </a:xfrm>
            <a:custGeom>
              <a:avLst/>
              <a:gdLst/>
              <a:ahLst/>
              <a:cxnLst/>
              <a:rect l="l" t="t" r="r" b="b"/>
              <a:pathLst>
                <a:path w="5371" h="9708" extrusionOk="0">
                  <a:moveTo>
                    <a:pt x="1568" y="0"/>
                  </a:moveTo>
                  <a:cubicBezTo>
                    <a:pt x="601" y="534"/>
                    <a:pt x="0" y="1735"/>
                    <a:pt x="0" y="3469"/>
                  </a:cubicBezTo>
                  <a:cubicBezTo>
                    <a:pt x="0" y="5504"/>
                    <a:pt x="868" y="7806"/>
                    <a:pt x="2202" y="9707"/>
                  </a:cubicBezTo>
                  <a:lnTo>
                    <a:pt x="5371" y="6538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73">
              <a:extLst>
                <a:ext uri="{FF2B5EF4-FFF2-40B4-BE49-F238E27FC236}">
                  <a16:creationId xmlns:a16="http://schemas.microsoft.com/office/drawing/2014/main" id="{D4F50FC4-19B5-11D0-1572-48E1A0D268E9}"/>
                </a:ext>
              </a:extLst>
            </p:cNvPr>
            <p:cNvSpPr/>
            <p:nvPr/>
          </p:nvSpPr>
          <p:spPr>
            <a:xfrm>
              <a:off x="6333175" y="2270483"/>
              <a:ext cx="73062" cy="93911"/>
            </a:xfrm>
            <a:custGeom>
              <a:avLst/>
              <a:gdLst/>
              <a:ahLst/>
              <a:cxnLst/>
              <a:rect l="l" t="t" r="r" b="b"/>
              <a:pathLst>
                <a:path w="4538" h="5833" extrusionOk="0">
                  <a:moveTo>
                    <a:pt x="1248" y="1"/>
                  </a:moveTo>
                  <a:cubicBezTo>
                    <a:pt x="504" y="1"/>
                    <a:pt x="0" y="598"/>
                    <a:pt x="0" y="1616"/>
                  </a:cubicBezTo>
                  <a:cubicBezTo>
                    <a:pt x="101" y="3183"/>
                    <a:pt x="934" y="4651"/>
                    <a:pt x="2269" y="5518"/>
                  </a:cubicBezTo>
                  <a:cubicBezTo>
                    <a:pt x="2628" y="5732"/>
                    <a:pt x="2970" y="5832"/>
                    <a:pt x="3274" y="5832"/>
                  </a:cubicBezTo>
                  <a:cubicBezTo>
                    <a:pt x="4017" y="5832"/>
                    <a:pt x="4537" y="5235"/>
                    <a:pt x="4537" y="4217"/>
                  </a:cubicBezTo>
                  <a:cubicBezTo>
                    <a:pt x="4437" y="2616"/>
                    <a:pt x="3603" y="1182"/>
                    <a:pt x="2269" y="315"/>
                  </a:cubicBezTo>
                  <a:cubicBezTo>
                    <a:pt x="1900" y="101"/>
                    <a:pt x="1554" y="1"/>
                    <a:pt x="124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73">
              <a:extLst>
                <a:ext uri="{FF2B5EF4-FFF2-40B4-BE49-F238E27FC236}">
                  <a16:creationId xmlns:a16="http://schemas.microsoft.com/office/drawing/2014/main" id="{446B4D4E-D053-4481-4E4D-963A2C245456}"/>
                </a:ext>
              </a:extLst>
            </p:cNvPr>
            <p:cNvSpPr/>
            <p:nvPr/>
          </p:nvSpPr>
          <p:spPr>
            <a:xfrm>
              <a:off x="5967978" y="1939355"/>
              <a:ext cx="215917" cy="210540"/>
            </a:xfrm>
            <a:custGeom>
              <a:avLst/>
              <a:gdLst/>
              <a:ahLst/>
              <a:cxnLst/>
              <a:rect l="l" t="t" r="r" b="b"/>
              <a:pathLst>
                <a:path w="13411" h="13077" extrusionOk="0">
                  <a:moveTo>
                    <a:pt x="8173" y="0"/>
                  </a:moveTo>
                  <a:lnTo>
                    <a:pt x="1" y="867"/>
                  </a:lnTo>
                  <a:lnTo>
                    <a:pt x="1" y="10574"/>
                  </a:lnTo>
                  <a:lnTo>
                    <a:pt x="4270" y="13076"/>
                  </a:lnTo>
                  <a:lnTo>
                    <a:pt x="13077" y="3803"/>
                  </a:lnTo>
                  <a:cubicBezTo>
                    <a:pt x="13410" y="3436"/>
                    <a:pt x="13343" y="2869"/>
                    <a:pt x="12910" y="2602"/>
                  </a:cubicBezTo>
                  <a:lnTo>
                    <a:pt x="8640" y="100"/>
                  </a:lnTo>
                  <a:cubicBezTo>
                    <a:pt x="8473" y="33"/>
                    <a:pt x="8307" y="0"/>
                    <a:pt x="817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73">
              <a:extLst>
                <a:ext uri="{FF2B5EF4-FFF2-40B4-BE49-F238E27FC236}">
                  <a16:creationId xmlns:a16="http://schemas.microsoft.com/office/drawing/2014/main" id="{98F40675-D7EA-DDB6-BE71-91DC26B9E0A5}"/>
                </a:ext>
              </a:extLst>
            </p:cNvPr>
            <p:cNvSpPr/>
            <p:nvPr/>
          </p:nvSpPr>
          <p:spPr>
            <a:xfrm>
              <a:off x="5555529" y="1729765"/>
              <a:ext cx="499470" cy="790816"/>
            </a:xfrm>
            <a:custGeom>
              <a:avLst/>
              <a:gdLst/>
              <a:ahLst/>
              <a:cxnLst/>
              <a:rect l="l" t="t" r="r" b="b"/>
              <a:pathLst>
                <a:path w="31023" h="49119" extrusionOk="0">
                  <a:moveTo>
                    <a:pt x="25856" y="0"/>
                  </a:moveTo>
                  <a:cubicBezTo>
                    <a:pt x="25619" y="0"/>
                    <a:pt x="25385" y="59"/>
                    <a:pt x="25185" y="176"/>
                  </a:cubicBezTo>
                  <a:lnTo>
                    <a:pt x="667" y="14286"/>
                  </a:lnTo>
                  <a:cubicBezTo>
                    <a:pt x="267" y="14553"/>
                    <a:pt x="0" y="14986"/>
                    <a:pt x="0" y="15453"/>
                  </a:cubicBezTo>
                  <a:lnTo>
                    <a:pt x="0" y="45541"/>
                  </a:lnTo>
                  <a:cubicBezTo>
                    <a:pt x="34" y="46008"/>
                    <a:pt x="267" y="46442"/>
                    <a:pt x="667" y="46709"/>
                  </a:cubicBezTo>
                  <a:lnTo>
                    <a:pt x="4470" y="48944"/>
                  </a:lnTo>
                  <a:cubicBezTo>
                    <a:pt x="4687" y="49061"/>
                    <a:pt x="4920" y="49119"/>
                    <a:pt x="5154" y="49119"/>
                  </a:cubicBezTo>
                  <a:cubicBezTo>
                    <a:pt x="5387" y="49119"/>
                    <a:pt x="5621" y="49061"/>
                    <a:pt x="5838" y="48944"/>
                  </a:cubicBezTo>
                  <a:lnTo>
                    <a:pt x="30355" y="34834"/>
                  </a:lnTo>
                  <a:cubicBezTo>
                    <a:pt x="30756" y="34567"/>
                    <a:pt x="30989" y="34133"/>
                    <a:pt x="31022" y="33633"/>
                  </a:cubicBezTo>
                  <a:lnTo>
                    <a:pt x="31022" y="3611"/>
                  </a:lnTo>
                  <a:cubicBezTo>
                    <a:pt x="30989" y="3111"/>
                    <a:pt x="30756" y="2677"/>
                    <a:pt x="30355" y="2410"/>
                  </a:cubicBezTo>
                  <a:lnTo>
                    <a:pt x="26553" y="176"/>
                  </a:lnTo>
                  <a:cubicBezTo>
                    <a:pt x="26336" y="59"/>
                    <a:pt x="26094" y="0"/>
                    <a:pt x="2585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73">
              <a:extLst>
                <a:ext uri="{FF2B5EF4-FFF2-40B4-BE49-F238E27FC236}">
                  <a16:creationId xmlns:a16="http://schemas.microsoft.com/office/drawing/2014/main" id="{2287B4A2-5E6E-0D62-2259-8CA2FD8223C7}"/>
                </a:ext>
              </a:extLst>
            </p:cNvPr>
            <p:cNvSpPr/>
            <p:nvPr/>
          </p:nvSpPr>
          <p:spPr>
            <a:xfrm>
              <a:off x="5555529" y="1968351"/>
              <a:ext cx="92382" cy="552439"/>
            </a:xfrm>
            <a:custGeom>
              <a:avLst/>
              <a:gdLst/>
              <a:ahLst/>
              <a:cxnLst/>
              <a:rect l="l" t="t" r="r" b="b"/>
              <a:pathLst>
                <a:path w="5738" h="34313" extrusionOk="0">
                  <a:moveTo>
                    <a:pt x="167" y="0"/>
                  </a:moveTo>
                  <a:cubicBezTo>
                    <a:pt x="67" y="201"/>
                    <a:pt x="0" y="434"/>
                    <a:pt x="0" y="668"/>
                  </a:cubicBezTo>
                  <a:lnTo>
                    <a:pt x="0" y="30722"/>
                  </a:lnTo>
                  <a:cubicBezTo>
                    <a:pt x="0" y="31189"/>
                    <a:pt x="267" y="31623"/>
                    <a:pt x="667" y="31890"/>
                  </a:cubicBezTo>
                  <a:lnTo>
                    <a:pt x="4470" y="34158"/>
                  </a:lnTo>
                  <a:cubicBezTo>
                    <a:pt x="4679" y="34263"/>
                    <a:pt x="4907" y="34313"/>
                    <a:pt x="5134" y="34313"/>
                  </a:cubicBezTo>
                  <a:cubicBezTo>
                    <a:pt x="5340" y="34313"/>
                    <a:pt x="5547" y="34271"/>
                    <a:pt x="5738" y="34192"/>
                  </a:cubicBezTo>
                  <a:lnTo>
                    <a:pt x="5738" y="34192"/>
                  </a:lnTo>
                  <a:cubicBezTo>
                    <a:pt x="5667" y="34220"/>
                    <a:pt x="5601" y="34233"/>
                    <a:pt x="5541" y="34233"/>
                  </a:cubicBezTo>
                  <a:cubicBezTo>
                    <a:pt x="5316" y="34233"/>
                    <a:pt x="5171" y="34047"/>
                    <a:pt x="5171" y="33758"/>
                  </a:cubicBezTo>
                  <a:lnTo>
                    <a:pt x="5171" y="3736"/>
                  </a:lnTo>
                  <a:cubicBezTo>
                    <a:pt x="5171" y="3470"/>
                    <a:pt x="5237" y="3236"/>
                    <a:pt x="5371" y="3036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73">
              <a:extLst>
                <a:ext uri="{FF2B5EF4-FFF2-40B4-BE49-F238E27FC236}">
                  <a16:creationId xmlns:a16="http://schemas.microsoft.com/office/drawing/2014/main" id="{2BE623A6-50C8-45DA-BD75-05A3D198510B}"/>
                </a:ext>
              </a:extLst>
            </p:cNvPr>
            <p:cNvSpPr/>
            <p:nvPr/>
          </p:nvSpPr>
          <p:spPr>
            <a:xfrm>
              <a:off x="5638766" y="1779900"/>
              <a:ext cx="548302" cy="739473"/>
            </a:xfrm>
            <a:custGeom>
              <a:avLst/>
              <a:gdLst/>
              <a:ahLst/>
              <a:cxnLst/>
              <a:rect l="l" t="t" r="r" b="b"/>
              <a:pathLst>
                <a:path w="34056" h="45930" extrusionOk="0">
                  <a:moveTo>
                    <a:pt x="25451" y="0"/>
                  </a:moveTo>
                  <a:cubicBezTo>
                    <a:pt x="25369" y="0"/>
                    <a:pt x="25279" y="21"/>
                    <a:pt x="25185" y="64"/>
                  </a:cubicBezTo>
                  <a:lnTo>
                    <a:pt x="668" y="14207"/>
                  </a:lnTo>
                  <a:cubicBezTo>
                    <a:pt x="268" y="14474"/>
                    <a:pt x="1" y="14908"/>
                    <a:pt x="1" y="15408"/>
                  </a:cubicBezTo>
                  <a:lnTo>
                    <a:pt x="1" y="45463"/>
                  </a:lnTo>
                  <a:cubicBezTo>
                    <a:pt x="1" y="45746"/>
                    <a:pt x="151" y="45929"/>
                    <a:pt x="369" y="45929"/>
                  </a:cubicBezTo>
                  <a:cubicBezTo>
                    <a:pt x="459" y="45929"/>
                    <a:pt x="561" y="45898"/>
                    <a:pt x="668" y="45830"/>
                  </a:cubicBezTo>
                  <a:lnTo>
                    <a:pt x="25185" y="31720"/>
                  </a:lnTo>
                  <a:cubicBezTo>
                    <a:pt x="25586" y="31453"/>
                    <a:pt x="25819" y="31019"/>
                    <a:pt x="25852" y="30552"/>
                  </a:cubicBezTo>
                  <a:lnTo>
                    <a:pt x="25852" y="21779"/>
                  </a:lnTo>
                  <a:lnTo>
                    <a:pt x="33558" y="13707"/>
                  </a:lnTo>
                  <a:cubicBezTo>
                    <a:pt x="34056" y="13209"/>
                    <a:pt x="33683" y="12393"/>
                    <a:pt x="33036" y="12393"/>
                  </a:cubicBezTo>
                  <a:cubicBezTo>
                    <a:pt x="32989" y="12393"/>
                    <a:pt x="32940" y="12397"/>
                    <a:pt x="32891" y="12406"/>
                  </a:cubicBezTo>
                  <a:lnTo>
                    <a:pt x="25852" y="13140"/>
                  </a:lnTo>
                  <a:lnTo>
                    <a:pt x="25852" y="497"/>
                  </a:lnTo>
                  <a:cubicBezTo>
                    <a:pt x="25852" y="175"/>
                    <a:pt x="25687" y="0"/>
                    <a:pt x="254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73">
              <a:extLst>
                <a:ext uri="{FF2B5EF4-FFF2-40B4-BE49-F238E27FC236}">
                  <a16:creationId xmlns:a16="http://schemas.microsoft.com/office/drawing/2014/main" id="{7AEB3C35-D1DA-23C9-7588-546E88F71068}"/>
                </a:ext>
              </a:extLst>
            </p:cNvPr>
            <p:cNvSpPr/>
            <p:nvPr/>
          </p:nvSpPr>
          <p:spPr>
            <a:xfrm>
              <a:off x="5638766" y="1779900"/>
              <a:ext cx="548302" cy="739473"/>
            </a:xfrm>
            <a:custGeom>
              <a:avLst/>
              <a:gdLst/>
              <a:ahLst/>
              <a:cxnLst/>
              <a:rect l="l" t="t" r="r" b="b"/>
              <a:pathLst>
                <a:path w="34056" h="45930" extrusionOk="0">
                  <a:moveTo>
                    <a:pt x="25451" y="0"/>
                  </a:moveTo>
                  <a:cubicBezTo>
                    <a:pt x="25369" y="0"/>
                    <a:pt x="25279" y="21"/>
                    <a:pt x="25185" y="64"/>
                  </a:cubicBezTo>
                  <a:lnTo>
                    <a:pt x="668" y="14207"/>
                  </a:lnTo>
                  <a:cubicBezTo>
                    <a:pt x="268" y="14474"/>
                    <a:pt x="1" y="14908"/>
                    <a:pt x="1" y="15408"/>
                  </a:cubicBezTo>
                  <a:lnTo>
                    <a:pt x="1" y="45463"/>
                  </a:lnTo>
                  <a:cubicBezTo>
                    <a:pt x="1" y="45746"/>
                    <a:pt x="151" y="45929"/>
                    <a:pt x="369" y="45929"/>
                  </a:cubicBezTo>
                  <a:cubicBezTo>
                    <a:pt x="459" y="45929"/>
                    <a:pt x="561" y="45898"/>
                    <a:pt x="668" y="45830"/>
                  </a:cubicBezTo>
                  <a:lnTo>
                    <a:pt x="25185" y="31720"/>
                  </a:lnTo>
                  <a:cubicBezTo>
                    <a:pt x="25586" y="31453"/>
                    <a:pt x="25819" y="31019"/>
                    <a:pt x="25852" y="30552"/>
                  </a:cubicBezTo>
                  <a:lnTo>
                    <a:pt x="25852" y="21779"/>
                  </a:lnTo>
                  <a:lnTo>
                    <a:pt x="33558" y="13707"/>
                  </a:lnTo>
                  <a:cubicBezTo>
                    <a:pt x="34056" y="13209"/>
                    <a:pt x="33683" y="12393"/>
                    <a:pt x="33036" y="12393"/>
                  </a:cubicBezTo>
                  <a:cubicBezTo>
                    <a:pt x="32989" y="12393"/>
                    <a:pt x="32940" y="12397"/>
                    <a:pt x="32891" y="12406"/>
                  </a:cubicBezTo>
                  <a:lnTo>
                    <a:pt x="25852" y="13140"/>
                  </a:lnTo>
                  <a:lnTo>
                    <a:pt x="25852" y="497"/>
                  </a:lnTo>
                  <a:cubicBezTo>
                    <a:pt x="25852" y="175"/>
                    <a:pt x="25687" y="0"/>
                    <a:pt x="25451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73">
              <a:extLst>
                <a:ext uri="{FF2B5EF4-FFF2-40B4-BE49-F238E27FC236}">
                  <a16:creationId xmlns:a16="http://schemas.microsoft.com/office/drawing/2014/main" id="{78E59D7B-3F53-A3F6-237B-47D19FBC44EA}"/>
                </a:ext>
              </a:extLst>
            </p:cNvPr>
            <p:cNvSpPr/>
            <p:nvPr/>
          </p:nvSpPr>
          <p:spPr>
            <a:xfrm>
              <a:off x="5783778" y="2300252"/>
              <a:ext cx="23635" cy="87278"/>
            </a:xfrm>
            <a:custGeom>
              <a:avLst/>
              <a:gdLst/>
              <a:ahLst/>
              <a:cxnLst/>
              <a:rect l="l" t="t" r="r" b="b"/>
              <a:pathLst>
                <a:path w="1468" h="5421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73">
              <a:extLst>
                <a:ext uri="{FF2B5EF4-FFF2-40B4-BE49-F238E27FC236}">
                  <a16:creationId xmlns:a16="http://schemas.microsoft.com/office/drawing/2014/main" id="{A78E065C-D013-CBD3-7666-2BD625D74B7B}"/>
                </a:ext>
              </a:extLst>
            </p:cNvPr>
            <p:cNvSpPr/>
            <p:nvPr/>
          </p:nvSpPr>
          <p:spPr>
            <a:xfrm>
              <a:off x="5828890" y="2273929"/>
              <a:ext cx="23635" cy="87826"/>
            </a:xfrm>
            <a:custGeom>
              <a:avLst/>
              <a:gdLst/>
              <a:ahLst/>
              <a:cxnLst/>
              <a:rect l="l" t="t" r="r" b="b"/>
              <a:pathLst>
                <a:path w="1468" h="5455" extrusionOk="0">
                  <a:moveTo>
                    <a:pt x="0" y="1"/>
                  </a:moveTo>
                  <a:lnTo>
                    <a:pt x="0" y="4704"/>
                  </a:lnTo>
                  <a:cubicBezTo>
                    <a:pt x="0" y="5204"/>
                    <a:pt x="367" y="5455"/>
                    <a:pt x="734" y="5455"/>
                  </a:cubicBezTo>
                  <a:cubicBezTo>
                    <a:pt x="1101" y="5455"/>
                    <a:pt x="1468" y="5204"/>
                    <a:pt x="1468" y="4704"/>
                  </a:cubicBez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73">
              <a:extLst>
                <a:ext uri="{FF2B5EF4-FFF2-40B4-BE49-F238E27FC236}">
                  <a16:creationId xmlns:a16="http://schemas.microsoft.com/office/drawing/2014/main" id="{C1F601E6-AB7A-511C-8586-ACB9693652DE}"/>
                </a:ext>
              </a:extLst>
            </p:cNvPr>
            <p:cNvSpPr/>
            <p:nvPr/>
          </p:nvSpPr>
          <p:spPr>
            <a:xfrm>
              <a:off x="5874003" y="2248153"/>
              <a:ext cx="23635" cy="87294"/>
            </a:xfrm>
            <a:custGeom>
              <a:avLst/>
              <a:gdLst/>
              <a:ahLst/>
              <a:cxnLst/>
              <a:rect l="l" t="t" r="r" b="b"/>
              <a:pathLst>
                <a:path w="1468" h="5422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73">
              <a:extLst>
                <a:ext uri="{FF2B5EF4-FFF2-40B4-BE49-F238E27FC236}">
                  <a16:creationId xmlns:a16="http://schemas.microsoft.com/office/drawing/2014/main" id="{1D6AA14D-909D-6A55-7EEE-FDA77E7776D7}"/>
                </a:ext>
              </a:extLst>
            </p:cNvPr>
            <p:cNvSpPr/>
            <p:nvPr/>
          </p:nvSpPr>
          <p:spPr>
            <a:xfrm>
              <a:off x="5918567" y="2221829"/>
              <a:ext cx="24182" cy="87826"/>
            </a:xfrm>
            <a:custGeom>
              <a:avLst/>
              <a:gdLst/>
              <a:ahLst/>
              <a:cxnLst/>
              <a:rect l="l" t="t" r="r" b="b"/>
              <a:pathLst>
                <a:path w="1502" h="5455" extrusionOk="0">
                  <a:moveTo>
                    <a:pt x="1" y="1"/>
                  </a:moveTo>
                  <a:lnTo>
                    <a:pt x="1" y="4704"/>
                  </a:lnTo>
                  <a:cubicBezTo>
                    <a:pt x="1" y="5205"/>
                    <a:pt x="376" y="5455"/>
                    <a:pt x="751" y="5455"/>
                  </a:cubicBezTo>
                  <a:cubicBezTo>
                    <a:pt x="1127" y="5455"/>
                    <a:pt x="1502" y="5205"/>
                    <a:pt x="1502" y="4704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73">
              <a:extLst>
                <a:ext uri="{FF2B5EF4-FFF2-40B4-BE49-F238E27FC236}">
                  <a16:creationId xmlns:a16="http://schemas.microsoft.com/office/drawing/2014/main" id="{889F3193-4C57-5D22-65AC-DEE3CF8BD36A}"/>
                </a:ext>
              </a:extLst>
            </p:cNvPr>
            <p:cNvSpPr/>
            <p:nvPr/>
          </p:nvSpPr>
          <p:spPr>
            <a:xfrm>
              <a:off x="5783778" y="2300252"/>
              <a:ext cx="23635" cy="87278"/>
            </a:xfrm>
            <a:custGeom>
              <a:avLst/>
              <a:gdLst/>
              <a:ahLst/>
              <a:cxnLst/>
              <a:rect l="l" t="t" r="r" b="b"/>
              <a:pathLst>
                <a:path w="1468" h="5421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73">
              <a:extLst>
                <a:ext uri="{FF2B5EF4-FFF2-40B4-BE49-F238E27FC236}">
                  <a16:creationId xmlns:a16="http://schemas.microsoft.com/office/drawing/2014/main" id="{478DB91C-C371-62BE-E61F-EF5A97A9384B}"/>
                </a:ext>
              </a:extLst>
            </p:cNvPr>
            <p:cNvSpPr/>
            <p:nvPr/>
          </p:nvSpPr>
          <p:spPr>
            <a:xfrm>
              <a:off x="5828890" y="2273929"/>
              <a:ext cx="23635" cy="87826"/>
            </a:xfrm>
            <a:custGeom>
              <a:avLst/>
              <a:gdLst/>
              <a:ahLst/>
              <a:cxnLst/>
              <a:rect l="l" t="t" r="r" b="b"/>
              <a:pathLst>
                <a:path w="1468" h="5455" extrusionOk="0">
                  <a:moveTo>
                    <a:pt x="0" y="1"/>
                  </a:moveTo>
                  <a:lnTo>
                    <a:pt x="0" y="4704"/>
                  </a:lnTo>
                  <a:cubicBezTo>
                    <a:pt x="0" y="5204"/>
                    <a:pt x="367" y="5455"/>
                    <a:pt x="734" y="5455"/>
                  </a:cubicBezTo>
                  <a:cubicBezTo>
                    <a:pt x="1101" y="5455"/>
                    <a:pt x="1468" y="5204"/>
                    <a:pt x="1468" y="4704"/>
                  </a:cubicBezTo>
                  <a:lnTo>
                    <a:pt x="14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73">
              <a:extLst>
                <a:ext uri="{FF2B5EF4-FFF2-40B4-BE49-F238E27FC236}">
                  <a16:creationId xmlns:a16="http://schemas.microsoft.com/office/drawing/2014/main" id="{B6E9F30F-6A88-86B8-1066-367FEE5567C6}"/>
                </a:ext>
              </a:extLst>
            </p:cNvPr>
            <p:cNvSpPr/>
            <p:nvPr/>
          </p:nvSpPr>
          <p:spPr>
            <a:xfrm>
              <a:off x="5874003" y="2248153"/>
              <a:ext cx="23635" cy="87294"/>
            </a:xfrm>
            <a:custGeom>
              <a:avLst/>
              <a:gdLst/>
              <a:ahLst/>
              <a:cxnLst/>
              <a:rect l="l" t="t" r="r" b="b"/>
              <a:pathLst>
                <a:path w="1468" h="5422" extrusionOk="0">
                  <a:moveTo>
                    <a:pt x="0" y="0"/>
                  </a:moveTo>
                  <a:lnTo>
                    <a:pt x="0" y="4670"/>
                  </a:lnTo>
                  <a:cubicBezTo>
                    <a:pt x="0" y="5171"/>
                    <a:pt x="367" y="5421"/>
                    <a:pt x="734" y="5421"/>
                  </a:cubicBezTo>
                  <a:cubicBezTo>
                    <a:pt x="1101" y="5421"/>
                    <a:pt x="1468" y="5171"/>
                    <a:pt x="1468" y="4670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73">
              <a:extLst>
                <a:ext uri="{FF2B5EF4-FFF2-40B4-BE49-F238E27FC236}">
                  <a16:creationId xmlns:a16="http://schemas.microsoft.com/office/drawing/2014/main" id="{244B29F2-D19A-6C92-EE11-AB438F5BFDFD}"/>
                </a:ext>
              </a:extLst>
            </p:cNvPr>
            <p:cNvSpPr/>
            <p:nvPr/>
          </p:nvSpPr>
          <p:spPr>
            <a:xfrm>
              <a:off x="5918567" y="2221829"/>
              <a:ext cx="24182" cy="87826"/>
            </a:xfrm>
            <a:custGeom>
              <a:avLst/>
              <a:gdLst/>
              <a:ahLst/>
              <a:cxnLst/>
              <a:rect l="l" t="t" r="r" b="b"/>
              <a:pathLst>
                <a:path w="1502" h="5455" extrusionOk="0">
                  <a:moveTo>
                    <a:pt x="1" y="1"/>
                  </a:moveTo>
                  <a:lnTo>
                    <a:pt x="1" y="4704"/>
                  </a:lnTo>
                  <a:cubicBezTo>
                    <a:pt x="1" y="5205"/>
                    <a:pt x="376" y="5455"/>
                    <a:pt x="751" y="5455"/>
                  </a:cubicBezTo>
                  <a:cubicBezTo>
                    <a:pt x="1127" y="5455"/>
                    <a:pt x="1502" y="5205"/>
                    <a:pt x="1502" y="4704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73">
              <a:extLst>
                <a:ext uri="{FF2B5EF4-FFF2-40B4-BE49-F238E27FC236}">
                  <a16:creationId xmlns:a16="http://schemas.microsoft.com/office/drawing/2014/main" id="{0A4852C5-3C4E-B2A5-7E04-B8036E94EFF0}"/>
                </a:ext>
              </a:extLst>
            </p:cNvPr>
            <p:cNvSpPr/>
            <p:nvPr/>
          </p:nvSpPr>
          <p:spPr>
            <a:xfrm>
              <a:off x="5783778" y="2300252"/>
              <a:ext cx="23635" cy="63917"/>
            </a:xfrm>
            <a:custGeom>
              <a:avLst/>
              <a:gdLst/>
              <a:ahLst/>
              <a:cxnLst/>
              <a:rect l="l" t="t" r="r" b="b"/>
              <a:pathLst>
                <a:path w="1468" h="3970" extrusionOk="0">
                  <a:moveTo>
                    <a:pt x="0" y="0"/>
                  </a:moveTo>
                  <a:lnTo>
                    <a:pt x="0" y="3970"/>
                  </a:lnTo>
                  <a:lnTo>
                    <a:pt x="1468" y="3136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73">
              <a:extLst>
                <a:ext uri="{FF2B5EF4-FFF2-40B4-BE49-F238E27FC236}">
                  <a16:creationId xmlns:a16="http://schemas.microsoft.com/office/drawing/2014/main" id="{927A2DBB-76E8-9A67-A2FA-4A9F40F6AC25}"/>
                </a:ext>
              </a:extLst>
            </p:cNvPr>
            <p:cNvSpPr/>
            <p:nvPr/>
          </p:nvSpPr>
          <p:spPr>
            <a:xfrm>
              <a:off x="5919115" y="2221829"/>
              <a:ext cx="23635" cy="64464"/>
            </a:xfrm>
            <a:custGeom>
              <a:avLst/>
              <a:gdLst/>
              <a:ahLst/>
              <a:cxnLst/>
              <a:rect l="l" t="t" r="r" b="b"/>
              <a:pathLst>
                <a:path w="1468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468" y="3137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73">
              <a:extLst>
                <a:ext uri="{FF2B5EF4-FFF2-40B4-BE49-F238E27FC236}">
                  <a16:creationId xmlns:a16="http://schemas.microsoft.com/office/drawing/2014/main" id="{B376E4D7-FC65-A8B5-CCC2-93C227238CAB}"/>
                </a:ext>
              </a:extLst>
            </p:cNvPr>
            <p:cNvSpPr/>
            <p:nvPr/>
          </p:nvSpPr>
          <p:spPr>
            <a:xfrm>
              <a:off x="5874003" y="2248153"/>
              <a:ext cx="23635" cy="63917"/>
            </a:xfrm>
            <a:custGeom>
              <a:avLst/>
              <a:gdLst/>
              <a:ahLst/>
              <a:cxnLst/>
              <a:rect l="l" t="t" r="r" b="b"/>
              <a:pathLst>
                <a:path w="1468" h="3970" extrusionOk="0">
                  <a:moveTo>
                    <a:pt x="0" y="0"/>
                  </a:moveTo>
                  <a:lnTo>
                    <a:pt x="0" y="3970"/>
                  </a:lnTo>
                  <a:lnTo>
                    <a:pt x="1468" y="3136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73">
              <a:extLst>
                <a:ext uri="{FF2B5EF4-FFF2-40B4-BE49-F238E27FC236}">
                  <a16:creationId xmlns:a16="http://schemas.microsoft.com/office/drawing/2014/main" id="{1300CC26-CCED-5382-6191-D0357B4FBAA3}"/>
                </a:ext>
              </a:extLst>
            </p:cNvPr>
            <p:cNvSpPr/>
            <p:nvPr/>
          </p:nvSpPr>
          <p:spPr>
            <a:xfrm>
              <a:off x="5828890" y="2273929"/>
              <a:ext cx="23635" cy="64464"/>
            </a:xfrm>
            <a:custGeom>
              <a:avLst/>
              <a:gdLst/>
              <a:ahLst/>
              <a:cxnLst/>
              <a:rect l="l" t="t" r="r" b="b"/>
              <a:pathLst>
                <a:path w="1468" h="4004" extrusionOk="0">
                  <a:moveTo>
                    <a:pt x="0" y="1"/>
                  </a:moveTo>
                  <a:lnTo>
                    <a:pt x="0" y="4003"/>
                  </a:lnTo>
                  <a:lnTo>
                    <a:pt x="1468" y="3136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73">
              <a:extLst>
                <a:ext uri="{FF2B5EF4-FFF2-40B4-BE49-F238E27FC236}">
                  <a16:creationId xmlns:a16="http://schemas.microsoft.com/office/drawing/2014/main" id="{73E1CD8D-9760-3EAF-B96C-21D2804BB442}"/>
                </a:ext>
              </a:extLst>
            </p:cNvPr>
            <p:cNvSpPr/>
            <p:nvPr/>
          </p:nvSpPr>
          <p:spPr>
            <a:xfrm>
              <a:off x="5943812" y="1983501"/>
              <a:ext cx="88325" cy="60053"/>
            </a:xfrm>
            <a:custGeom>
              <a:avLst/>
              <a:gdLst/>
              <a:ahLst/>
              <a:cxnLst/>
              <a:rect l="l" t="t" r="r" b="b"/>
              <a:pathLst>
                <a:path w="5486" h="3730" extrusionOk="0">
                  <a:moveTo>
                    <a:pt x="4407" y="1"/>
                  </a:moveTo>
                  <a:cubicBezTo>
                    <a:pt x="4290" y="1"/>
                    <a:pt x="4165" y="29"/>
                    <a:pt x="4037" y="93"/>
                  </a:cubicBezTo>
                  <a:lnTo>
                    <a:pt x="1" y="2428"/>
                  </a:lnTo>
                  <a:lnTo>
                    <a:pt x="734" y="3729"/>
                  </a:lnTo>
                  <a:lnTo>
                    <a:pt x="4804" y="1361"/>
                  </a:lnTo>
                  <a:cubicBezTo>
                    <a:pt x="5486" y="935"/>
                    <a:pt x="5079" y="1"/>
                    <a:pt x="440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73">
              <a:extLst>
                <a:ext uri="{FF2B5EF4-FFF2-40B4-BE49-F238E27FC236}">
                  <a16:creationId xmlns:a16="http://schemas.microsoft.com/office/drawing/2014/main" id="{BF35A4CC-67F9-06A3-04FD-AF2DF1C152DB}"/>
                </a:ext>
              </a:extLst>
            </p:cNvPr>
            <p:cNvSpPr/>
            <p:nvPr/>
          </p:nvSpPr>
          <p:spPr>
            <a:xfrm>
              <a:off x="5943812" y="2035279"/>
              <a:ext cx="88679" cy="60375"/>
            </a:xfrm>
            <a:custGeom>
              <a:avLst/>
              <a:gdLst/>
              <a:ahLst/>
              <a:cxnLst/>
              <a:rect l="l" t="t" r="r" b="b"/>
              <a:pathLst>
                <a:path w="5508" h="3750" extrusionOk="0">
                  <a:moveTo>
                    <a:pt x="4450" y="0"/>
                  </a:moveTo>
                  <a:cubicBezTo>
                    <a:pt x="4329" y="0"/>
                    <a:pt x="4201" y="35"/>
                    <a:pt x="4070" y="113"/>
                  </a:cubicBezTo>
                  <a:lnTo>
                    <a:pt x="1" y="2448"/>
                  </a:lnTo>
                  <a:lnTo>
                    <a:pt x="734" y="3749"/>
                  </a:lnTo>
                  <a:lnTo>
                    <a:pt x="4804" y="1381"/>
                  </a:lnTo>
                  <a:cubicBezTo>
                    <a:pt x="5507" y="987"/>
                    <a:pt x="5096" y="0"/>
                    <a:pt x="445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73">
              <a:extLst>
                <a:ext uri="{FF2B5EF4-FFF2-40B4-BE49-F238E27FC236}">
                  <a16:creationId xmlns:a16="http://schemas.microsoft.com/office/drawing/2014/main" id="{FB7B9CC8-0DFE-F61A-DE05-404BD6C5242F}"/>
                </a:ext>
              </a:extLst>
            </p:cNvPr>
            <p:cNvSpPr/>
            <p:nvPr/>
          </p:nvSpPr>
          <p:spPr>
            <a:xfrm>
              <a:off x="5943812" y="2087378"/>
              <a:ext cx="89130" cy="60359"/>
            </a:xfrm>
            <a:custGeom>
              <a:avLst/>
              <a:gdLst/>
              <a:ahLst/>
              <a:cxnLst/>
              <a:rect l="l" t="t" r="r" b="b"/>
              <a:pathLst>
                <a:path w="5536" h="3749" extrusionOk="0">
                  <a:moveTo>
                    <a:pt x="4451" y="0"/>
                  </a:moveTo>
                  <a:cubicBezTo>
                    <a:pt x="4330" y="0"/>
                    <a:pt x="4201" y="34"/>
                    <a:pt x="4070" y="113"/>
                  </a:cubicBezTo>
                  <a:lnTo>
                    <a:pt x="1" y="2481"/>
                  </a:lnTo>
                  <a:lnTo>
                    <a:pt x="734" y="3749"/>
                  </a:lnTo>
                  <a:lnTo>
                    <a:pt x="4804" y="1414"/>
                  </a:lnTo>
                  <a:cubicBezTo>
                    <a:pt x="5535" y="992"/>
                    <a:pt x="5104" y="0"/>
                    <a:pt x="44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73">
              <a:extLst>
                <a:ext uri="{FF2B5EF4-FFF2-40B4-BE49-F238E27FC236}">
                  <a16:creationId xmlns:a16="http://schemas.microsoft.com/office/drawing/2014/main" id="{F77302E9-30A0-47C3-6213-7629EE83EF54}"/>
                </a:ext>
              </a:extLst>
            </p:cNvPr>
            <p:cNvSpPr/>
            <p:nvPr/>
          </p:nvSpPr>
          <p:spPr>
            <a:xfrm>
              <a:off x="5943812" y="2139091"/>
              <a:ext cx="89436" cy="60745"/>
            </a:xfrm>
            <a:custGeom>
              <a:avLst/>
              <a:gdLst/>
              <a:ahLst/>
              <a:cxnLst/>
              <a:rect l="l" t="t" r="r" b="b"/>
              <a:pathLst>
                <a:path w="5555" h="3773" extrusionOk="0">
                  <a:moveTo>
                    <a:pt x="4489" y="1"/>
                  </a:moveTo>
                  <a:cubicBezTo>
                    <a:pt x="4357" y="1"/>
                    <a:pt x="4215" y="42"/>
                    <a:pt x="4070" y="136"/>
                  </a:cubicBezTo>
                  <a:lnTo>
                    <a:pt x="1" y="2471"/>
                  </a:lnTo>
                  <a:lnTo>
                    <a:pt x="734" y="3772"/>
                  </a:lnTo>
                  <a:lnTo>
                    <a:pt x="4804" y="1404"/>
                  </a:lnTo>
                  <a:cubicBezTo>
                    <a:pt x="5554" y="1015"/>
                    <a:pt x="5147" y="1"/>
                    <a:pt x="4489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73">
              <a:extLst>
                <a:ext uri="{FF2B5EF4-FFF2-40B4-BE49-F238E27FC236}">
                  <a16:creationId xmlns:a16="http://schemas.microsoft.com/office/drawing/2014/main" id="{B8AE40CC-F7E4-DD43-E938-33E9B59CC096}"/>
                </a:ext>
              </a:extLst>
            </p:cNvPr>
            <p:cNvSpPr/>
            <p:nvPr/>
          </p:nvSpPr>
          <p:spPr>
            <a:xfrm>
              <a:off x="5943812" y="1983501"/>
              <a:ext cx="88325" cy="60053"/>
            </a:xfrm>
            <a:custGeom>
              <a:avLst/>
              <a:gdLst/>
              <a:ahLst/>
              <a:cxnLst/>
              <a:rect l="l" t="t" r="r" b="b"/>
              <a:pathLst>
                <a:path w="5486" h="3730" extrusionOk="0">
                  <a:moveTo>
                    <a:pt x="4407" y="1"/>
                  </a:moveTo>
                  <a:cubicBezTo>
                    <a:pt x="4290" y="1"/>
                    <a:pt x="4165" y="29"/>
                    <a:pt x="4037" y="93"/>
                  </a:cubicBezTo>
                  <a:lnTo>
                    <a:pt x="1" y="2428"/>
                  </a:lnTo>
                  <a:lnTo>
                    <a:pt x="734" y="3729"/>
                  </a:lnTo>
                  <a:lnTo>
                    <a:pt x="4804" y="1361"/>
                  </a:lnTo>
                  <a:cubicBezTo>
                    <a:pt x="5486" y="935"/>
                    <a:pt x="5079" y="1"/>
                    <a:pt x="4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73">
              <a:extLst>
                <a:ext uri="{FF2B5EF4-FFF2-40B4-BE49-F238E27FC236}">
                  <a16:creationId xmlns:a16="http://schemas.microsoft.com/office/drawing/2014/main" id="{1D792130-312B-1637-6AEE-0451BF24801F}"/>
                </a:ext>
              </a:extLst>
            </p:cNvPr>
            <p:cNvSpPr/>
            <p:nvPr/>
          </p:nvSpPr>
          <p:spPr>
            <a:xfrm>
              <a:off x="5943812" y="2035279"/>
              <a:ext cx="88679" cy="60375"/>
            </a:xfrm>
            <a:custGeom>
              <a:avLst/>
              <a:gdLst/>
              <a:ahLst/>
              <a:cxnLst/>
              <a:rect l="l" t="t" r="r" b="b"/>
              <a:pathLst>
                <a:path w="5508" h="3750" extrusionOk="0">
                  <a:moveTo>
                    <a:pt x="4450" y="0"/>
                  </a:moveTo>
                  <a:cubicBezTo>
                    <a:pt x="4329" y="0"/>
                    <a:pt x="4201" y="35"/>
                    <a:pt x="4070" y="113"/>
                  </a:cubicBezTo>
                  <a:lnTo>
                    <a:pt x="1" y="2448"/>
                  </a:lnTo>
                  <a:lnTo>
                    <a:pt x="734" y="3749"/>
                  </a:lnTo>
                  <a:lnTo>
                    <a:pt x="4804" y="1381"/>
                  </a:lnTo>
                  <a:cubicBezTo>
                    <a:pt x="5507" y="987"/>
                    <a:pt x="5096" y="0"/>
                    <a:pt x="44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73">
              <a:extLst>
                <a:ext uri="{FF2B5EF4-FFF2-40B4-BE49-F238E27FC236}">
                  <a16:creationId xmlns:a16="http://schemas.microsoft.com/office/drawing/2014/main" id="{78EB48D7-793A-A289-C71C-7C7FB92A9385}"/>
                </a:ext>
              </a:extLst>
            </p:cNvPr>
            <p:cNvSpPr/>
            <p:nvPr/>
          </p:nvSpPr>
          <p:spPr>
            <a:xfrm>
              <a:off x="5943812" y="2087378"/>
              <a:ext cx="89130" cy="60359"/>
            </a:xfrm>
            <a:custGeom>
              <a:avLst/>
              <a:gdLst/>
              <a:ahLst/>
              <a:cxnLst/>
              <a:rect l="l" t="t" r="r" b="b"/>
              <a:pathLst>
                <a:path w="5536" h="3749" extrusionOk="0">
                  <a:moveTo>
                    <a:pt x="4451" y="0"/>
                  </a:moveTo>
                  <a:cubicBezTo>
                    <a:pt x="4330" y="0"/>
                    <a:pt x="4201" y="34"/>
                    <a:pt x="4070" y="113"/>
                  </a:cubicBezTo>
                  <a:lnTo>
                    <a:pt x="1" y="2481"/>
                  </a:lnTo>
                  <a:lnTo>
                    <a:pt x="734" y="3749"/>
                  </a:lnTo>
                  <a:lnTo>
                    <a:pt x="4804" y="1414"/>
                  </a:lnTo>
                  <a:cubicBezTo>
                    <a:pt x="5535" y="992"/>
                    <a:pt x="5104" y="0"/>
                    <a:pt x="4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73">
              <a:extLst>
                <a:ext uri="{FF2B5EF4-FFF2-40B4-BE49-F238E27FC236}">
                  <a16:creationId xmlns:a16="http://schemas.microsoft.com/office/drawing/2014/main" id="{6CD60AF3-5453-4EBD-C2B2-6817EE835A93}"/>
                </a:ext>
              </a:extLst>
            </p:cNvPr>
            <p:cNvSpPr/>
            <p:nvPr/>
          </p:nvSpPr>
          <p:spPr>
            <a:xfrm>
              <a:off x="5943812" y="2139091"/>
              <a:ext cx="89436" cy="60745"/>
            </a:xfrm>
            <a:custGeom>
              <a:avLst/>
              <a:gdLst/>
              <a:ahLst/>
              <a:cxnLst/>
              <a:rect l="l" t="t" r="r" b="b"/>
              <a:pathLst>
                <a:path w="5555" h="3773" extrusionOk="0">
                  <a:moveTo>
                    <a:pt x="4489" y="1"/>
                  </a:moveTo>
                  <a:cubicBezTo>
                    <a:pt x="4357" y="1"/>
                    <a:pt x="4215" y="42"/>
                    <a:pt x="4070" y="136"/>
                  </a:cubicBezTo>
                  <a:lnTo>
                    <a:pt x="1" y="2471"/>
                  </a:lnTo>
                  <a:lnTo>
                    <a:pt x="734" y="3772"/>
                  </a:lnTo>
                  <a:lnTo>
                    <a:pt x="4804" y="1404"/>
                  </a:lnTo>
                  <a:cubicBezTo>
                    <a:pt x="5554" y="1015"/>
                    <a:pt x="5147" y="1"/>
                    <a:pt x="44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73">
              <a:extLst>
                <a:ext uri="{FF2B5EF4-FFF2-40B4-BE49-F238E27FC236}">
                  <a16:creationId xmlns:a16="http://schemas.microsoft.com/office/drawing/2014/main" id="{0A0576A7-FD70-DA51-28A2-792B821AE07D}"/>
                </a:ext>
              </a:extLst>
            </p:cNvPr>
            <p:cNvSpPr/>
            <p:nvPr/>
          </p:nvSpPr>
          <p:spPr>
            <a:xfrm>
              <a:off x="5943812" y="1990907"/>
              <a:ext cx="55336" cy="52647"/>
            </a:xfrm>
            <a:custGeom>
              <a:avLst/>
              <a:gdLst/>
              <a:ahLst/>
              <a:cxnLst/>
              <a:rect l="l" t="t" r="r" b="b"/>
              <a:pathLst>
                <a:path w="3437" h="3270" extrusionOk="0">
                  <a:moveTo>
                    <a:pt x="3436" y="0"/>
                  </a:moveTo>
                  <a:lnTo>
                    <a:pt x="1" y="1968"/>
                  </a:lnTo>
                  <a:lnTo>
                    <a:pt x="734" y="3269"/>
                  </a:lnTo>
                  <a:lnTo>
                    <a:pt x="3436" y="170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73">
              <a:extLst>
                <a:ext uri="{FF2B5EF4-FFF2-40B4-BE49-F238E27FC236}">
                  <a16:creationId xmlns:a16="http://schemas.microsoft.com/office/drawing/2014/main" id="{7DA23843-0246-0663-BFE6-E3451F7B779E}"/>
                </a:ext>
              </a:extLst>
            </p:cNvPr>
            <p:cNvSpPr/>
            <p:nvPr/>
          </p:nvSpPr>
          <p:spPr>
            <a:xfrm>
              <a:off x="5943812" y="2146642"/>
              <a:ext cx="55336" cy="53194"/>
            </a:xfrm>
            <a:custGeom>
              <a:avLst/>
              <a:gdLst/>
              <a:ahLst/>
              <a:cxnLst/>
              <a:rect l="l" t="t" r="r" b="b"/>
              <a:pathLst>
                <a:path w="3437" h="3304" extrusionOk="0">
                  <a:moveTo>
                    <a:pt x="3436" y="1"/>
                  </a:moveTo>
                  <a:lnTo>
                    <a:pt x="1" y="2002"/>
                  </a:lnTo>
                  <a:lnTo>
                    <a:pt x="734" y="3303"/>
                  </a:lnTo>
                  <a:lnTo>
                    <a:pt x="3436" y="1736"/>
                  </a:lnTo>
                  <a:lnTo>
                    <a:pt x="3436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73">
              <a:extLst>
                <a:ext uri="{FF2B5EF4-FFF2-40B4-BE49-F238E27FC236}">
                  <a16:creationId xmlns:a16="http://schemas.microsoft.com/office/drawing/2014/main" id="{F971FEEE-9F1C-59DD-0AF4-84957ED2D57E}"/>
                </a:ext>
              </a:extLst>
            </p:cNvPr>
            <p:cNvSpPr/>
            <p:nvPr/>
          </p:nvSpPr>
          <p:spPr>
            <a:xfrm>
              <a:off x="5943812" y="2094559"/>
              <a:ext cx="55336" cy="53178"/>
            </a:xfrm>
            <a:custGeom>
              <a:avLst/>
              <a:gdLst/>
              <a:ahLst/>
              <a:cxnLst/>
              <a:rect l="l" t="t" r="r" b="b"/>
              <a:pathLst>
                <a:path w="3437" h="3303" extrusionOk="0">
                  <a:moveTo>
                    <a:pt x="3436" y="0"/>
                  </a:moveTo>
                  <a:lnTo>
                    <a:pt x="1" y="2002"/>
                  </a:lnTo>
                  <a:lnTo>
                    <a:pt x="734" y="3303"/>
                  </a:lnTo>
                  <a:lnTo>
                    <a:pt x="3436" y="17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73">
              <a:extLst>
                <a:ext uri="{FF2B5EF4-FFF2-40B4-BE49-F238E27FC236}">
                  <a16:creationId xmlns:a16="http://schemas.microsoft.com/office/drawing/2014/main" id="{3C1AAB32-DDDF-50AD-A55B-DAE3F16E66F2}"/>
                </a:ext>
              </a:extLst>
            </p:cNvPr>
            <p:cNvSpPr/>
            <p:nvPr/>
          </p:nvSpPr>
          <p:spPr>
            <a:xfrm>
              <a:off x="5943812" y="2043007"/>
              <a:ext cx="55336" cy="52647"/>
            </a:xfrm>
            <a:custGeom>
              <a:avLst/>
              <a:gdLst/>
              <a:ahLst/>
              <a:cxnLst/>
              <a:rect l="l" t="t" r="r" b="b"/>
              <a:pathLst>
                <a:path w="3437" h="3270" extrusionOk="0">
                  <a:moveTo>
                    <a:pt x="3436" y="0"/>
                  </a:moveTo>
                  <a:lnTo>
                    <a:pt x="1" y="1968"/>
                  </a:lnTo>
                  <a:lnTo>
                    <a:pt x="734" y="3269"/>
                  </a:lnTo>
                  <a:lnTo>
                    <a:pt x="3436" y="1701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73">
              <a:extLst>
                <a:ext uri="{FF2B5EF4-FFF2-40B4-BE49-F238E27FC236}">
                  <a16:creationId xmlns:a16="http://schemas.microsoft.com/office/drawing/2014/main" id="{1865A5C3-5453-238F-560E-59DCEEFE585A}"/>
                </a:ext>
              </a:extLst>
            </p:cNvPr>
            <p:cNvSpPr/>
            <p:nvPr/>
          </p:nvSpPr>
          <p:spPr>
            <a:xfrm>
              <a:off x="5731679" y="1962442"/>
              <a:ext cx="243835" cy="138573"/>
            </a:xfrm>
            <a:custGeom>
              <a:avLst/>
              <a:gdLst/>
              <a:ahLst/>
              <a:cxnLst/>
              <a:rect l="l" t="t" r="r" b="b"/>
              <a:pathLst>
                <a:path w="15145" h="8607" extrusionOk="0">
                  <a:moveTo>
                    <a:pt x="13210" y="0"/>
                  </a:moveTo>
                  <a:cubicBezTo>
                    <a:pt x="12901" y="0"/>
                    <a:pt x="12593" y="67"/>
                    <a:pt x="12309" y="201"/>
                  </a:cubicBezTo>
                  <a:lnTo>
                    <a:pt x="634" y="6972"/>
                  </a:lnTo>
                  <a:cubicBezTo>
                    <a:pt x="367" y="7106"/>
                    <a:pt x="134" y="7339"/>
                    <a:pt x="0" y="7639"/>
                  </a:cubicBezTo>
                  <a:lnTo>
                    <a:pt x="1668" y="8607"/>
                  </a:lnTo>
                  <a:cubicBezTo>
                    <a:pt x="1802" y="8306"/>
                    <a:pt x="2035" y="8073"/>
                    <a:pt x="2302" y="7939"/>
                  </a:cubicBezTo>
                  <a:lnTo>
                    <a:pt x="14511" y="868"/>
                  </a:lnTo>
                  <a:cubicBezTo>
                    <a:pt x="14632" y="787"/>
                    <a:pt x="14765" y="743"/>
                    <a:pt x="14896" y="743"/>
                  </a:cubicBezTo>
                  <a:cubicBezTo>
                    <a:pt x="14982" y="743"/>
                    <a:pt x="15066" y="762"/>
                    <a:pt x="15145" y="801"/>
                  </a:cubicBezTo>
                  <a:lnTo>
                    <a:pt x="14111" y="201"/>
                  </a:lnTo>
                  <a:cubicBezTo>
                    <a:pt x="13827" y="67"/>
                    <a:pt x="13518" y="0"/>
                    <a:pt x="13210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73">
              <a:extLst>
                <a:ext uri="{FF2B5EF4-FFF2-40B4-BE49-F238E27FC236}">
                  <a16:creationId xmlns:a16="http://schemas.microsoft.com/office/drawing/2014/main" id="{DFF0E67A-C5CF-561C-4F79-2499935B84C3}"/>
                </a:ext>
              </a:extLst>
            </p:cNvPr>
            <p:cNvSpPr/>
            <p:nvPr/>
          </p:nvSpPr>
          <p:spPr>
            <a:xfrm>
              <a:off x="5754235" y="1974630"/>
              <a:ext cx="225577" cy="377690"/>
            </a:xfrm>
            <a:custGeom>
              <a:avLst/>
              <a:gdLst/>
              <a:ahLst/>
              <a:cxnLst/>
              <a:rect l="l" t="t" r="r" b="b"/>
              <a:pathLst>
                <a:path w="14011" h="23459" extrusionOk="0">
                  <a:moveTo>
                    <a:pt x="13485" y="1"/>
                  </a:moveTo>
                  <a:cubicBezTo>
                    <a:pt x="13368" y="1"/>
                    <a:pt x="13240" y="36"/>
                    <a:pt x="13110" y="111"/>
                  </a:cubicBezTo>
                  <a:lnTo>
                    <a:pt x="901" y="7182"/>
                  </a:lnTo>
                  <a:cubicBezTo>
                    <a:pt x="367" y="7516"/>
                    <a:pt x="34" y="8083"/>
                    <a:pt x="0" y="8717"/>
                  </a:cubicBezTo>
                  <a:lnTo>
                    <a:pt x="0" y="22827"/>
                  </a:lnTo>
                  <a:cubicBezTo>
                    <a:pt x="0" y="23225"/>
                    <a:pt x="214" y="23459"/>
                    <a:pt x="503" y="23459"/>
                  </a:cubicBezTo>
                  <a:cubicBezTo>
                    <a:pt x="626" y="23459"/>
                    <a:pt x="762" y="23417"/>
                    <a:pt x="901" y="23327"/>
                  </a:cubicBezTo>
                  <a:lnTo>
                    <a:pt x="13110" y="16289"/>
                  </a:lnTo>
                  <a:cubicBezTo>
                    <a:pt x="13644" y="15922"/>
                    <a:pt x="13977" y="15355"/>
                    <a:pt x="14010" y="14721"/>
                  </a:cubicBezTo>
                  <a:lnTo>
                    <a:pt x="14010" y="644"/>
                  </a:lnTo>
                  <a:cubicBezTo>
                    <a:pt x="14010" y="236"/>
                    <a:pt x="13785" y="1"/>
                    <a:pt x="1348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73">
              <a:extLst>
                <a:ext uri="{FF2B5EF4-FFF2-40B4-BE49-F238E27FC236}">
                  <a16:creationId xmlns:a16="http://schemas.microsoft.com/office/drawing/2014/main" id="{AA4849B8-08E7-8042-BDC8-D237C757ED4E}"/>
                </a:ext>
              </a:extLst>
            </p:cNvPr>
            <p:cNvSpPr/>
            <p:nvPr/>
          </p:nvSpPr>
          <p:spPr>
            <a:xfrm>
              <a:off x="5727380" y="2085430"/>
              <a:ext cx="31170" cy="265859"/>
            </a:xfrm>
            <a:custGeom>
              <a:avLst/>
              <a:gdLst/>
              <a:ahLst/>
              <a:cxnLst/>
              <a:rect l="l" t="t" r="r" b="b"/>
              <a:pathLst>
                <a:path w="1936" h="16513" extrusionOk="0">
                  <a:moveTo>
                    <a:pt x="267" y="0"/>
                  </a:moveTo>
                  <a:cubicBezTo>
                    <a:pt x="101" y="234"/>
                    <a:pt x="1" y="567"/>
                    <a:pt x="1" y="868"/>
                  </a:cubicBezTo>
                  <a:lnTo>
                    <a:pt x="1" y="14377"/>
                  </a:lnTo>
                  <a:cubicBezTo>
                    <a:pt x="34" y="15011"/>
                    <a:pt x="368" y="15578"/>
                    <a:pt x="901" y="15945"/>
                  </a:cubicBezTo>
                  <a:lnTo>
                    <a:pt x="1902" y="16512"/>
                  </a:lnTo>
                  <a:cubicBezTo>
                    <a:pt x="1735" y="16379"/>
                    <a:pt x="1635" y="16145"/>
                    <a:pt x="1668" y="15945"/>
                  </a:cubicBezTo>
                  <a:lnTo>
                    <a:pt x="1668" y="1835"/>
                  </a:lnTo>
                  <a:cubicBezTo>
                    <a:pt x="1668" y="1535"/>
                    <a:pt x="1769" y="1234"/>
                    <a:pt x="1935" y="968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73">
              <a:extLst>
                <a:ext uri="{FF2B5EF4-FFF2-40B4-BE49-F238E27FC236}">
                  <a16:creationId xmlns:a16="http://schemas.microsoft.com/office/drawing/2014/main" id="{FDB197BB-1B1E-DA6E-C1D4-35502A8C57B7}"/>
                </a:ext>
              </a:extLst>
            </p:cNvPr>
            <p:cNvSpPr/>
            <p:nvPr/>
          </p:nvSpPr>
          <p:spPr>
            <a:xfrm>
              <a:off x="5778932" y="2017005"/>
              <a:ext cx="176182" cy="292617"/>
            </a:xfrm>
            <a:custGeom>
              <a:avLst/>
              <a:gdLst/>
              <a:ahLst/>
              <a:cxnLst/>
              <a:rect l="l" t="t" r="r" b="b"/>
              <a:pathLst>
                <a:path w="10943" h="18175" extrusionOk="0">
                  <a:moveTo>
                    <a:pt x="10475" y="247"/>
                  </a:moveTo>
                  <a:cubicBezTo>
                    <a:pt x="10508" y="247"/>
                    <a:pt x="10542" y="247"/>
                    <a:pt x="10575" y="281"/>
                  </a:cubicBezTo>
                  <a:cubicBezTo>
                    <a:pt x="10642" y="314"/>
                    <a:pt x="10675" y="414"/>
                    <a:pt x="10675" y="514"/>
                  </a:cubicBezTo>
                  <a:lnTo>
                    <a:pt x="10675" y="11522"/>
                  </a:lnTo>
                  <a:cubicBezTo>
                    <a:pt x="10642" y="11856"/>
                    <a:pt x="10442" y="12189"/>
                    <a:pt x="10175" y="12389"/>
                  </a:cubicBezTo>
                  <a:lnTo>
                    <a:pt x="668" y="17860"/>
                  </a:lnTo>
                  <a:cubicBezTo>
                    <a:pt x="616" y="17912"/>
                    <a:pt x="552" y="17935"/>
                    <a:pt x="489" y="17935"/>
                  </a:cubicBezTo>
                  <a:cubicBezTo>
                    <a:pt x="350" y="17935"/>
                    <a:pt x="222" y="17821"/>
                    <a:pt x="268" y="17660"/>
                  </a:cubicBezTo>
                  <a:lnTo>
                    <a:pt x="268" y="6685"/>
                  </a:lnTo>
                  <a:cubicBezTo>
                    <a:pt x="301" y="6318"/>
                    <a:pt x="468" y="5985"/>
                    <a:pt x="768" y="5785"/>
                  </a:cubicBezTo>
                  <a:lnTo>
                    <a:pt x="10275" y="314"/>
                  </a:lnTo>
                  <a:cubicBezTo>
                    <a:pt x="10342" y="281"/>
                    <a:pt x="10408" y="247"/>
                    <a:pt x="10475" y="247"/>
                  </a:cubicBezTo>
                  <a:close/>
                  <a:moveTo>
                    <a:pt x="10445" y="1"/>
                  </a:moveTo>
                  <a:cubicBezTo>
                    <a:pt x="10342" y="1"/>
                    <a:pt x="10248" y="26"/>
                    <a:pt x="10175" y="81"/>
                  </a:cubicBezTo>
                  <a:lnTo>
                    <a:pt x="668" y="5585"/>
                  </a:lnTo>
                  <a:cubicBezTo>
                    <a:pt x="268" y="5818"/>
                    <a:pt x="34" y="6218"/>
                    <a:pt x="34" y="6685"/>
                  </a:cubicBezTo>
                  <a:lnTo>
                    <a:pt x="34" y="17660"/>
                  </a:lnTo>
                  <a:cubicBezTo>
                    <a:pt x="1" y="17827"/>
                    <a:pt x="101" y="18027"/>
                    <a:pt x="268" y="18127"/>
                  </a:cubicBezTo>
                  <a:cubicBezTo>
                    <a:pt x="315" y="18150"/>
                    <a:pt x="362" y="18174"/>
                    <a:pt x="409" y="18174"/>
                  </a:cubicBezTo>
                  <a:cubicBezTo>
                    <a:pt x="429" y="18174"/>
                    <a:pt x="448" y="18170"/>
                    <a:pt x="468" y="18160"/>
                  </a:cubicBezTo>
                  <a:cubicBezTo>
                    <a:pt x="495" y="18169"/>
                    <a:pt x="522" y="18173"/>
                    <a:pt x="548" y="18173"/>
                  </a:cubicBezTo>
                  <a:cubicBezTo>
                    <a:pt x="622" y="18173"/>
                    <a:pt x="695" y="18142"/>
                    <a:pt x="768" y="18093"/>
                  </a:cubicBezTo>
                  <a:lnTo>
                    <a:pt x="10308" y="12590"/>
                  </a:lnTo>
                  <a:cubicBezTo>
                    <a:pt x="10675" y="12356"/>
                    <a:pt x="10909" y="11956"/>
                    <a:pt x="10909" y="11522"/>
                  </a:cubicBezTo>
                  <a:lnTo>
                    <a:pt x="10909" y="514"/>
                  </a:lnTo>
                  <a:cubicBezTo>
                    <a:pt x="10942" y="347"/>
                    <a:pt x="10842" y="147"/>
                    <a:pt x="10709" y="47"/>
                  </a:cubicBezTo>
                  <a:cubicBezTo>
                    <a:pt x="10619" y="17"/>
                    <a:pt x="10529" y="1"/>
                    <a:pt x="10445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73">
              <a:extLst>
                <a:ext uri="{FF2B5EF4-FFF2-40B4-BE49-F238E27FC236}">
                  <a16:creationId xmlns:a16="http://schemas.microsoft.com/office/drawing/2014/main" id="{F5813CA8-12E5-B395-089C-1BD3D42F6A3B}"/>
                </a:ext>
              </a:extLst>
            </p:cNvPr>
            <p:cNvSpPr/>
            <p:nvPr/>
          </p:nvSpPr>
          <p:spPr>
            <a:xfrm>
              <a:off x="5810617" y="2068461"/>
              <a:ext cx="112652" cy="188837"/>
            </a:xfrm>
            <a:custGeom>
              <a:avLst/>
              <a:gdLst/>
              <a:ahLst/>
              <a:cxnLst/>
              <a:rect l="l" t="t" r="r" b="b"/>
              <a:pathLst>
                <a:path w="6997" h="11729" extrusionOk="0">
                  <a:moveTo>
                    <a:pt x="6739" y="220"/>
                  </a:moveTo>
                  <a:cubicBezTo>
                    <a:pt x="6739" y="254"/>
                    <a:pt x="6772" y="254"/>
                    <a:pt x="6772" y="287"/>
                  </a:cubicBezTo>
                  <a:lnTo>
                    <a:pt x="6739" y="7559"/>
                  </a:lnTo>
                  <a:cubicBezTo>
                    <a:pt x="6739" y="7659"/>
                    <a:pt x="6672" y="7792"/>
                    <a:pt x="6572" y="7859"/>
                  </a:cubicBezTo>
                  <a:lnTo>
                    <a:pt x="301" y="11462"/>
                  </a:lnTo>
                  <a:lnTo>
                    <a:pt x="268" y="11462"/>
                  </a:lnTo>
                  <a:cubicBezTo>
                    <a:pt x="234" y="11428"/>
                    <a:pt x="234" y="11428"/>
                    <a:pt x="268" y="11395"/>
                  </a:cubicBezTo>
                  <a:lnTo>
                    <a:pt x="268" y="4190"/>
                  </a:lnTo>
                  <a:cubicBezTo>
                    <a:pt x="268" y="4056"/>
                    <a:pt x="335" y="3956"/>
                    <a:pt x="435" y="3890"/>
                  </a:cubicBezTo>
                  <a:lnTo>
                    <a:pt x="6706" y="220"/>
                  </a:lnTo>
                  <a:close/>
                  <a:moveTo>
                    <a:pt x="6723" y="1"/>
                  </a:moveTo>
                  <a:cubicBezTo>
                    <a:pt x="6671" y="1"/>
                    <a:pt x="6618" y="17"/>
                    <a:pt x="6572" y="54"/>
                  </a:cubicBezTo>
                  <a:lnTo>
                    <a:pt x="301" y="3689"/>
                  </a:lnTo>
                  <a:cubicBezTo>
                    <a:pt x="134" y="3823"/>
                    <a:pt x="1" y="3990"/>
                    <a:pt x="1" y="4223"/>
                  </a:cubicBezTo>
                  <a:lnTo>
                    <a:pt x="1" y="11428"/>
                  </a:lnTo>
                  <a:cubicBezTo>
                    <a:pt x="1" y="11528"/>
                    <a:pt x="34" y="11628"/>
                    <a:pt x="134" y="11695"/>
                  </a:cubicBezTo>
                  <a:cubicBezTo>
                    <a:pt x="168" y="11695"/>
                    <a:pt x="201" y="11729"/>
                    <a:pt x="234" y="11729"/>
                  </a:cubicBezTo>
                  <a:cubicBezTo>
                    <a:pt x="301" y="11729"/>
                    <a:pt x="368" y="11695"/>
                    <a:pt x="401" y="11662"/>
                  </a:cubicBezTo>
                  <a:lnTo>
                    <a:pt x="6672" y="8059"/>
                  </a:lnTo>
                  <a:cubicBezTo>
                    <a:pt x="6839" y="7959"/>
                    <a:pt x="6939" y="7759"/>
                    <a:pt x="6973" y="7559"/>
                  </a:cubicBezTo>
                  <a:lnTo>
                    <a:pt x="6973" y="287"/>
                  </a:lnTo>
                  <a:cubicBezTo>
                    <a:pt x="6997" y="117"/>
                    <a:pt x="6863" y="1"/>
                    <a:pt x="672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73">
              <a:extLst>
                <a:ext uri="{FF2B5EF4-FFF2-40B4-BE49-F238E27FC236}">
                  <a16:creationId xmlns:a16="http://schemas.microsoft.com/office/drawing/2014/main" id="{FFEBC495-2019-B0C0-63DA-3E1D08691061}"/>
                </a:ext>
              </a:extLst>
            </p:cNvPr>
            <p:cNvSpPr/>
            <p:nvPr/>
          </p:nvSpPr>
          <p:spPr>
            <a:xfrm>
              <a:off x="5782700" y="1972376"/>
              <a:ext cx="24182" cy="91448"/>
            </a:xfrm>
            <a:custGeom>
              <a:avLst/>
              <a:gdLst/>
              <a:ahLst/>
              <a:cxnLst/>
              <a:rect l="l" t="t" r="r" b="b"/>
              <a:pathLst>
                <a:path w="1502" h="5680" extrusionOk="0">
                  <a:moveTo>
                    <a:pt x="751" y="1"/>
                  </a:moveTo>
                  <a:cubicBezTo>
                    <a:pt x="376" y="1"/>
                    <a:pt x="0" y="251"/>
                    <a:pt x="0" y="751"/>
                  </a:cubicBezTo>
                  <a:lnTo>
                    <a:pt x="0" y="5254"/>
                  </a:lnTo>
                  <a:cubicBezTo>
                    <a:pt x="0" y="5388"/>
                    <a:pt x="100" y="5488"/>
                    <a:pt x="234" y="5555"/>
                  </a:cubicBezTo>
                  <a:cubicBezTo>
                    <a:pt x="401" y="5638"/>
                    <a:pt x="576" y="5680"/>
                    <a:pt x="751" y="5680"/>
                  </a:cubicBezTo>
                  <a:cubicBezTo>
                    <a:pt x="926" y="5680"/>
                    <a:pt x="1101" y="5638"/>
                    <a:pt x="1268" y="5555"/>
                  </a:cubicBezTo>
                  <a:cubicBezTo>
                    <a:pt x="1401" y="5488"/>
                    <a:pt x="1468" y="5388"/>
                    <a:pt x="1501" y="5254"/>
                  </a:cubicBezTo>
                  <a:lnTo>
                    <a:pt x="1501" y="751"/>
                  </a:lnTo>
                  <a:cubicBezTo>
                    <a:pt x="1501" y="251"/>
                    <a:pt x="1126" y="1"/>
                    <a:pt x="7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73">
              <a:extLst>
                <a:ext uri="{FF2B5EF4-FFF2-40B4-BE49-F238E27FC236}">
                  <a16:creationId xmlns:a16="http://schemas.microsoft.com/office/drawing/2014/main" id="{875F368C-7A17-4ADD-3122-3460C616AD51}"/>
                </a:ext>
              </a:extLst>
            </p:cNvPr>
            <p:cNvSpPr/>
            <p:nvPr/>
          </p:nvSpPr>
          <p:spPr>
            <a:xfrm>
              <a:off x="5827812" y="1946471"/>
              <a:ext cx="24182" cy="91174"/>
            </a:xfrm>
            <a:custGeom>
              <a:avLst/>
              <a:gdLst/>
              <a:ahLst/>
              <a:cxnLst/>
              <a:rect l="l" t="t" r="r" b="b"/>
              <a:pathLst>
                <a:path w="1502" h="5663" extrusionOk="0">
                  <a:moveTo>
                    <a:pt x="751" y="0"/>
                  </a:moveTo>
                  <a:cubicBezTo>
                    <a:pt x="376" y="0"/>
                    <a:pt x="0" y="242"/>
                    <a:pt x="0" y="726"/>
                  </a:cubicBezTo>
                  <a:lnTo>
                    <a:pt x="0" y="5229"/>
                  </a:lnTo>
                  <a:cubicBezTo>
                    <a:pt x="0" y="5362"/>
                    <a:pt x="100" y="5496"/>
                    <a:pt x="234" y="5562"/>
                  </a:cubicBezTo>
                  <a:cubicBezTo>
                    <a:pt x="401" y="5629"/>
                    <a:pt x="576" y="5662"/>
                    <a:pt x="751" y="5662"/>
                  </a:cubicBezTo>
                  <a:cubicBezTo>
                    <a:pt x="926" y="5662"/>
                    <a:pt x="1101" y="5629"/>
                    <a:pt x="1268" y="5562"/>
                  </a:cubicBezTo>
                  <a:cubicBezTo>
                    <a:pt x="1401" y="5496"/>
                    <a:pt x="1468" y="5362"/>
                    <a:pt x="1501" y="5229"/>
                  </a:cubicBezTo>
                  <a:lnTo>
                    <a:pt x="1501" y="726"/>
                  </a:lnTo>
                  <a:cubicBezTo>
                    <a:pt x="1501" y="242"/>
                    <a:pt x="1126" y="0"/>
                    <a:pt x="75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73">
              <a:extLst>
                <a:ext uri="{FF2B5EF4-FFF2-40B4-BE49-F238E27FC236}">
                  <a16:creationId xmlns:a16="http://schemas.microsoft.com/office/drawing/2014/main" id="{D3D7E718-8D2D-8371-F47A-770F606B2E02}"/>
                </a:ext>
              </a:extLst>
            </p:cNvPr>
            <p:cNvSpPr/>
            <p:nvPr/>
          </p:nvSpPr>
          <p:spPr>
            <a:xfrm>
              <a:off x="5872924" y="1921081"/>
              <a:ext cx="24182" cy="90643"/>
            </a:xfrm>
            <a:custGeom>
              <a:avLst/>
              <a:gdLst/>
              <a:ahLst/>
              <a:cxnLst/>
              <a:rect l="l" t="t" r="r" b="b"/>
              <a:pathLst>
                <a:path w="1502" h="5630" extrusionOk="0">
                  <a:moveTo>
                    <a:pt x="751" y="1"/>
                  </a:moveTo>
                  <a:cubicBezTo>
                    <a:pt x="392" y="1"/>
                    <a:pt x="34" y="234"/>
                    <a:pt x="0" y="701"/>
                  </a:cubicBezTo>
                  <a:lnTo>
                    <a:pt x="0" y="5205"/>
                  </a:lnTo>
                  <a:cubicBezTo>
                    <a:pt x="0" y="5338"/>
                    <a:pt x="100" y="5438"/>
                    <a:pt x="234" y="5505"/>
                  </a:cubicBezTo>
                  <a:cubicBezTo>
                    <a:pt x="384" y="5588"/>
                    <a:pt x="559" y="5630"/>
                    <a:pt x="738" y="5630"/>
                  </a:cubicBezTo>
                  <a:cubicBezTo>
                    <a:pt x="918" y="5630"/>
                    <a:pt x="1101" y="5588"/>
                    <a:pt x="1268" y="5505"/>
                  </a:cubicBezTo>
                  <a:cubicBezTo>
                    <a:pt x="1401" y="5438"/>
                    <a:pt x="1468" y="5338"/>
                    <a:pt x="1501" y="5205"/>
                  </a:cubicBezTo>
                  <a:lnTo>
                    <a:pt x="1501" y="701"/>
                  </a:lnTo>
                  <a:cubicBezTo>
                    <a:pt x="1468" y="234"/>
                    <a:pt x="1110" y="1"/>
                    <a:pt x="7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73">
              <a:extLst>
                <a:ext uri="{FF2B5EF4-FFF2-40B4-BE49-F238E27FC236}">
                  <a16:creationId xmlns:a16="http://schemas.microsoft.com/office/drawing/2014/main" id="{802C2656-64E2-DD83-7E3A-9B3F3BB383D3}"/>
                </a:ext>
              </a:extLst>
            </p:cNvPr>
            <p:cNvSpPr/>
            <p:nvPr/>
          </p:nvSpPr>
          <p:spPr>
            <a:xfrm>
              <a:off x="5918036" y="1894243"/>
              <a:ext cx="24182" cy="91706"/>
            </a:xfrm>
            <a:custGeom>
              <a:avLst/>
              <a:gdLst/>
              <a:ahLst/>
              <a:cxnLst/>
              <a:rect l="l" t="t" r="r" b="b"/>
              <a:pathLst>
                <a:path w="1502" h="5696" extrusionOk="0">
                  <a:moveTo>
                    <a:pt x="734" y="0"/>
                  </a:moveTo>
                  <a:cubicBezTo>
                    <a:pt x="334" y="0"/>
                    <a:pt x="0" y="334"/>
                    <a:pt x="0" y="767"/>
                  </a:cubicBezTo>
                  <a:lnTo>
                    <a:pt x="0" y="5271"/>
                  </a:lnTo>
                  <a:cubicBezTo>
                    <a:pt x="0" y="5404"/>
                    <a:pt x="100" y="5504"/>
                    <a:pt x="234" y="5571"/>
                  </a:cubicBezTo>
                  <a:cubicBezTo>
                    <a:pt x="384" y="5654"/>
                    <a:pt x="559" y="5696"/>
                    <a:pt x="738" y="5696"/>
                  </a:cubicBezTo>
                  <a:cubicBezTo>
                    <a:pt x="918" y="5696"/>
                    <a:pt x="1101" y="5654"/>
                    <a:pt x="1268" y="5571"/>
                  </a:cubicBezTo>
                  <a:cubicBezTo>
                    <a:pt x="1401" y="5504"/>
                    <a:pt x="1468" y="5404"/>
                    <a:pt x="1501" y="5271"/>
                  </a:cubicBezTo>
                  <a:lnTo>
                    <a:pt x="1501" y="767"/>
                  </a:lnTo>
                  <a:cubicBezTo>
                    <a:pt x="1501" y="334"/>
                    <a:pt x="1168" y="0"/>
                    <a:pt x="734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73">
              <a:extLst>
                <a:ext uri="{FF2B5EF4-FFF2-40B4-BE49-F238E27FC236}">
                  <a16:creationId xmlns:a16="http://schemas.microsoft.com/office/drawing/2014/main" id="{8E4FF93A-F5A6-5C52-41CA-4C6C58A3F61D}"/>
                </a:ext>
              </a:extLst>
            </p:cNvPr>
            <p:cNvSpPr/>
            <p:nvPr/>
          </p:nvSpPr>
          <p:spPr>
            <a:xfrm>
              <a:off x="5658375" y="2131396"/>
              <a:ext cx="89436" cy="59345"/>
            </a:xfrm>
            <a:custGeom>
              <a:avLst/>
              <a:gdLst/>
              <a:ahLst/>
              <a:cxnLst/>
              <a:rect l="l" t="t" r="r" b="b"/>
              <a:pathLst>
                <a:path w="5555" h="3686" extrusionOk="0">
                  <a:moveTo>
                    <a:pt x="4830" y="1"/>
                  </a:moveTo>
                  <a:cubicBezTo>
                    <a:pt x="4773" y="1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5"/>
                    <a:pt x="1485" y="3550"/>
                  </a:cubicBezTo>
                  <a:lnTo>
                    <a:pt x="5387" y="1315"/>
                  </a:lnTo>
                  <a:cubicBezTo>
                    <a:pt x="5521" y="1248"/>
                    <a:pt x="5554" y="1115"/>
                    <a:pt x="5554" y="981"/>
                  </a:cubicBezTo>
                  <a:cubicBezTo>
                    <a:pt x="5521" y="614"/>
                    <a:pt x="5321" y="281"/>
                    <a:pt x="5020" y="81"/>
                  </a:cubicBezTo>
                  <a:cubicBezTo>
                    <a:pt x="4965" y="26"/>
                    <a:pt x="4900" y="1"/>
                    <a:pt x="483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73">
              <a:extLst>
                <a:ext uri="{FF2B5EF4-FFF2-40B4-BE49-F238E27FC236}">
                  <a16:creationId xmlns:a16="http://schemas.microsoft.com/office/drawing/2014/main" id="{24C8D535-BDA4-E83B-6304-9256678978B1}"/>
                </a:ext>
              </a:extLst>
            </p:cNvPr>
            <p:cNvSpPr/>
            <p:nvPr/>
          </p:nvSpPr>
          <p:spPr>
            <a:xfrm>
              <a:off x="5658681" y="2183656"/>
              <a:ext cx="89130" cy="59345"/>
            </a:xfrm>
            <a:custGeom>
              <a:avLst/>
              <a:gdLst/>
              <a:ahLst/>
              <a:cxnLst/>
              <a:rect l="l" t="t" r="r" b="b"/>
              <a:pathLst>
                <a:path w="5536" h="3686" extrusionOk="0">
                  <a:moveTo>
                    <a:pt x="4786" y="1"/>
                  </a:moveTo>
                  <a:cubicBezTo>
                    <a:pt x="4736" y="1"/>
                    <a:pt x="4685" y="11"/>
                    <a:pt x="4635" y="37"/>
                  </a:cubicBezTo>
                  <a:lnTo>
                    <a:pt x="732" y="2272"/>
                  </a:lnTo>
                  <a:cubicBezTo>
                    <a:pt x="0" y="2694"/>
                    <a:pt x="431" y="3685"/>
                    <a:pt x="1085" y="3685"/>
                  </a:cubicBezTo>
                  <a:cubicBezTo>
                    <a:pt x="1206" y="3685"/>
                    <a:pt x="1335" y="3651"/>
                    <a:pt x="1466" y="3573"/>
                  </a:cubicBezTo>
                  <a:lnTo>
                    <a:pt x="5368" y="1305"/>
                  </a:lnTo>
                  <a:cubicBezTo>
                    <a:pt x="5502" y="1238"/>
                    <a:pt x="5535" y="1104"/>
                    <a:pt x="5535" y="971"/>
                  </a:cubicBezTo>
                  <a:cubicBezTo>
                    <a:pt x="5502" y="604"/>
                    <a:pt x="5302" y="270"/>
                    <a:pt x="5001" y="70"/>
                  </a:cubicBezTo>
                  <a:cubicBezTo>
                    <a:pt x="4940" y="29"/>
                    <a:pt x="4865" y="1"/>
                    <a:pt x="478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73">
              <a:extLst>
                <a:ext uri="{FF2B5EF4-FFF2-40B4-BE49-F238E27FC236}">
                  <a16:creationId xmlns:a16="http://schemas.microsoft.com/office/drawing/2014/main" id="{7C9DF609-CE88-F901-E51E-997214E7C355}"/>
                </a:ext>
              </a:extLst>
            </p:cNvPr>
            <p:cNvSpPr/>
            <p:nvPr/>
          </p:nvSpPr>
          <p:spPr>
            <a:xfrm>
              <a:off x="5658375" y="2235595"/>
              <a:ext cx="89436" cy="59328"/>
            </a:xfrm>
            <a:custGeom>
              <a:avLst/>
              <a:gdLst/>
              <a:ahLst/>
              <a:cxnLst/>
              <a:rect l="l" t="t" r="r" b="b"/>
              <a:pathLst>
                <a:path w="5555" h="3685" extrusionOk="0">
                  <a:moveTo>
                    <a:pt x="4830" y="0"/>
                  </a:moveTo>
                  <a:cubicBezTo>
                    <a:pt x="4773" y="0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4"/>
                    <a:pt x="1485" y="3549"/>
                  </a:cubicBezTo>
                  <a:lnTo>
                    <a:pt x="5387" y="1314"/>
                  </a:lnTo>
                  <a:cubicBezTo>
                    <a:pt x="5521" y="1247"/>
                    <a:pt x="5554" y="1114"/>
                    <a:pt x="5554" y="981"/>
                  </a:cubicBezTo>
                  <a:cubicBezTo>
                    <a:pt x="5521" y="614"/>
                    <a:pt x="5321" y="280"/>
                    <a:pt x="5020" y="80"/>
                  </a:cubicBezTo>
                  <a:cubicBezTo>
                    <a:pt x="4965" y="25"/>
                    <a:pt x="4900" y="0"/>
                    <a:pt x="483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73">
              <a:extLst>
                <a:ext uri="{FF2B5EF4-FFF2-40B4-BE49-F238E27FC236}">
                  <a16:creationId xmlns:a16="http://schemas.microsoft.com/office/drawing/2014/main" id="{C089FBC6-0A25-B7DB-AC9E-CD71491EC474}"/>
                </a:ext>
              </a:extLst>
            </p:cNvPr>
            <p:cNvSpPr/>
            <p:nvPr/>
          </p:nvSpPr>
          <p:spPr>
            <a:xfrm>
              <a:off x="5662932" y="2287678"/>
              <a:ext cx="84879" cy="58668"/>
            </a:xfrm>
            <a:custGeom>
              <a:avLst/>
              <a:gdLst/>
              <a:ahLst/>
              <a:cxnLst/>
              <a:rect l="l" t="t" r="r" b="b"/>
              <a:pathLst>
                <a:path w="5272" h="3644" extrusionOk="0">
                  <a:moveTo>
                    <a:pt x="4547" y="1"/>
                  </a:moveTo>
                  <a:cubicBezTo>
                    <a:pt x="4490" y="1"/>
                    <a:pt x="4430" y="17"/>
                    <a:pt x="4371" y="47"/>
                  </a:cubicBezTo>
                  <a:lnTo>
                    <a:pt x="468" y="2282"/>
                  </a:lnTo>
                  <a:cubicBezTo>
                    <a:pt x="134" y="2482"/>
                    <a:pt x="1" y="2916"/>
                    <a:pt x="201" y="3283"/>
                  </a:cubicBezTo>
                  <a:cubicBezTo>
                    <a:pt x="337" y="3510"/>
                    <a:pt x="596" y="3644"/>
                    <a:pt x="853" y="3644"/>
                  </a:cubicBezTo>
                  <a:cubicBezTo>
                    <a:pt x="974" y="3644"/>
                    <a:pt x="1095" y="3614"/>
                    <a:pt x="1202" y="3550"/>
                  </a:cubicBezTo>
                  <a:lnTo>
                    <a:pt x="5104" y="1315"/>
                  </a:lnTo>
                  <a:cubicBezTo>
                    <a:pt x="5238" y="1248"/>
                    <a:pt x="5271" y="1115"/>
                    <a:pt x="5271" y="981"/>
                  </a:cubicBezTo>
                  <a:cubicBezTo>
                    <a:pt x="5238" y="614"/>
                    <a:pt x="5038" y="281"/>
                    <a:pt x="4737" y="81"/>
                  </a:cubicBezTo>
                  <a:cubicBezTo>
                    <a:pt x="4682" y="26"/>
                    <a:pt x="4617" y="1"/>
                    <a:pt x="454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73">
              <a:extLst>
                <a:ext uri="{FF2B5EF4-FFF2-40B4-BE49-F238E27FC236}">
                  <a16:creationId xmlns:a16="http://schemas.microsoft.com/office/drawing/2014/main" id="{AEB2E471-AD2A-BA05-7E25-E54394D8EA74}"/>
                </a:ext>
              </a:extLst>
            </p:cNvPr>
            <p:cNvSpPr/>
            <p:nvPr/>
          </p:nvSpPr>
          <p:spPr>
            <a:xfrm>
              <a:off x="5782700" y="1972376"/>
              <a:ext cx="24182" cy="91448"/>
            </a:xfrm>
            <a:custGeom>
              <a:avLst/>
              <a:gdLst/>
              <a:ahLst/>
              <a:cxnLst/>
              <a:rect l="l" t="t" r="r" b="b"/>
              <a:pathLst>
                <a:path w="1502" h="5680" extrusionOk="0">
                  <a:moveTo>
                    <a:pt x="751" y="1"/>
                  </a:moveTo>
                  <a:cubicBezTo>
                    <a:pt x="376" y="1"/>
                    <a:pt x="0" y="251"/>
                    <a:pt x="0" y="751"/>
                  </a:cubicBezTo>
                  <a:lnTo>
                    <a:pt x="0" y="5254"/>
                  </a:lnTo>
                  <a:cubicBezTo>
                    <a:pt x="0" y="5388"/>
                    <a:pt x="100" y="5488"/>
                    <a:pt x="234" y="5555"/>
                  </a:cubicBezTo>
                  <a:cubicBezTo>
                    <a:pt x="401" y="5638"/>
                    <a:pt x="576" y="5680"/>
                    <a:pt x="751" y="5680"/>
                  </a:cubicBezTo>
                  <a:cubicBezTo>
                    <a:pt x="926" y="5680"/>
                    <a:pt x="1101" y="5638"/>
                    <a:pt x="1268" y="5555"/>
                  </a:cubicBezTo>
                  <a:cubicBezTo>
                    <a:pt x="1401" y="5488"/>
                    <a:pt x="1468" y="5388"/>
                    <a:pt x="1501" y="5254"/>
                  </a:cubicBezTo>
                  <a:lnTo>
                    <a:pt x="1501" y="751"/>
                  </a:lnTo>
                  <a:cubicBezTo>
                    <a:pt x="1501" y="251"/>
                    <a:pt x="1126" y="1"/>
                    <a:pt x="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73">
              <a:extLst>
                <a:ext uri="{FF2B5EF4-FFF2-40B4-BE49-F238E27FC236}">
                  <a16:creationId xmlns:a16="http://schemas.microsoft.com/office/drawing/2014/main" id="{2FE72847-2FD7-A40B-2237-F003089DBE2A}"/>
                </a:ext>
              </a:extLst>
            </p:cNvPr>
            <p:cNvSpPr/>
            <p:nvPr/>
          </p:nvSpPr>
          <p:spPr>
            <a:xfrm>
              <a:off x="5827812" y="1946471"/>
              <a:ext cx="24182" cy="91174"/>
            </a:xfrm>
            <a:custGeom>
              <a:avLst/>
              <a:gdLst/>
              <a:ahLst/>
              <a:cxnLst/>
              <a:rect l="l" t="t" r="r" b="b"/>
              <a:pathLst>
                <a:path w="1502" h="5663" extrusionOk="0">
                  <a:moveTo>
                    <a:pt x="751" y="0"/>
                  </a:moveTo>
                  <a:cubicBezTo>
                    <a:pt x="376" y="0"/>
                    <a:pt x="0" y="242"/>
                    <a:pt x="0" y="726"/>
                  </a:cubicBezTo>
                  <a:lnTo>
                    <a:pt x="0" y="5229"/>
                  </a:lnTo>
                  <a:cubicBezTo>
                    <a:pt x="0" y="5362"/>
                    <a:pt x="100" y="5496"/>
                    <a:pt x="234" y="5562"/>
                  </a:cubicBezTo>
                  <a:cubicBezTo>
                    <a:pt x="401" y="5629"/>
                    <a:pt x="576" y="5662"/>
                    <a:pt x="751" y="5662"/>
                  </a:cubicBezTo>
                  <a:cubicBezTo>
                    <a:pt x="926" y="5662"/>
                    <a:pt x="1101" y="5629"/>
                    <a:pt x="1268" y="5562"/>
                  </a:cubicBezTo>
                  <a:cubicBezTo>
                    <a:pt x="1401" y="5496"/>
                    <a:pt x="1468" y="5362"/>
                    <a:pt x="1501" y="5229"/>
                  </a:cubicBezTo>
                  <a:lnTo>
                    <a:pt x="1501" y="726"/>
                  </a:lnTo>
                  <a:cubicBezTo>
                    <a:pt x="1501" y="242"/>
                    <a:pt x="112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73">
              <a:extLst>
                <a:ext uri="{FF2B5EF4-FFF2-40B4-BE49-F238E27FC236}">
                  <a16:creationId xmlns:a16="http://schemas.microsoft.com/office/drawing/2014/main" id="{BC4D2FB1-4BBA-0DC2-B1A8-CB94C287601F}"/>
                </a:ext>
              </a:extLst>
            </p:cNvPr>
            <p:cNvSpPr/>
            <p:nvPr/>
          </p:nvSpPr>
          <p:spPr>
            <a:xfrm>
              <a:off x="5872924" y="1921081"/>
              <a:ext cx="24182" cy="90643"/>
            </a:xfrm>
            <a:custGeom>
              <a:avLst/>
              <a:gdLst/>
              <a:ahLst/>
              <a:cxnLst/>
              <a:rect l="l" t="t" r="r" b="b"/>
              <a:pathLst>
                <a:path w="1502" h="5630" extrusionOk="0">
                  <a:moveTo>
                    <a:pt x="751" y="1"/>
                  </a:moveTo>
                  <a:cubicBezTo>
                    <a:pt x="392" y="1"/>
                    <a:pt x="34" y="234"/>
                    <a:pt x="0" y="701"/>
                  </a:cubicBezTo>
                  <a:lnTo>
                    <a:pt x="0" y="5205"/>
                  </a:lnTo>
                  <a:cubicBezTo>
                    <a:pt x="0" y="5338"/>
                    <a:pt x="100" y="5438"/>
                    <a:pt x="234" y="5505"/>
                  </a:cubicBezTo>
                  <a:cubicBezTo>
                    <a:pt x="384" y="5588"/>
                    <a:pt x="559" y="5630"/>
                    <a:pt x="738" y="5630"/>
                  </a:cubicBezTo>
                  <a:cubicBezTo>
                    <a:pt x="918" y="5630"/>
                    <a:pt x="1101" y="5588"/>
                    <a:pt x="1268" y="5505"/>
                  </a:cubicBezTo>
                  <a:cubicBezTo>
                    <a:pt x="1401" y="5438"/>
                    <a:pt x="1468" y="5338"/>
                    <a:pt x="1501" y="5205"/>
                  </a:cubicBezTo>
                  <a:lnTo>
                    <a:pt x="1501" y="701"/>
                  </a:lnTo>
                  <a:cubicBezTo>
                    <a:pt x="1468" y="234"/>
                    <a:pt x="1110" y="1"/>
                    <a:pt x="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73">
              <a:extLst>
                <a:ext uri="{FF2B5EF4-FFF2-40B4-BE49-F238E27FC236}">
                  <a16:creationId xmlns:a16="http://schemas.microsoft.com/office/drawing/2014/main" id="{B8FF1B46-7579-DA38-0297-E08CA4BC65EE}"/>
                </a:ext>
              </a:extLst>
            </p:cNvPr>
            <p:cNvSpPr/>
            <p:nvPr/>
          </p:nvSpPr>
          <p:spPr>
            <a:xfrm>
              <a:off x="5918036" y="1894243"/>
              <a:ext cx="24182" cy="91706"/>
            </a:xfrm>
            <a:custGeom>
              <a:avLst/>
              <a:gdLst/>
              <a:ahLst/>
              <a:cxnLst/>
              <a:rect l="l" t="t" r="r" b="b"/>
              <a:pathLst>
                <a:path w="1502" h="5696" extrusionOk="0">
                  <a:moveTo>
                    <a:pt x="734" y="0"/>
                  </a:moveTo>
                  <a:cubicBezTo>
                    <a:pt x="334" y="0"/>
                    <a:pt x="0" y="334"/>
                    <a:pt x="0" y="767"/>
                  </a:cubicBezTo>
                  <a:lnTo>
                    <a:pt x="0" y="5271"/>
                  </a:lnTo>
                  <a:cubicBezTo>
                    <a:pt x="0" y="5404"/>
                    <a:pt x="100" y="5504"/>
                    <a:pt x="234" y="5571"/>
                  </a:cubicBezTo>
                  <a:cubicBezTo>
                    <a:pt x="384" y="5654"/>
                    <a:pt x="559" y="5696"/>
                    <a:pt x="738" y="5696"/>
                  </a:cubicBezTo>
                  <a:cubicBezTo>
                    <a:pt x="918" y="5696"/>
                    <a:pt x="1101" y="5654"/>
                    <a:pt x="1268" y="5571"/>
                  </a:cubicBezTo>
                  <a:cubicBezTo>
                    <a:pt x="1401" y="5504"/>
                    <a:pt x="1468" y="5404"/>
                    <a:pt x="1501" y="5271"/>
                  </a:cubicBezTo>
                  <a:lnTo>
                    <a:pt x="1501" y="767"/>
                  </a:lnTo>
                  <a:cubicBezTo>
                    <a:pt x="1501" y="334"/>
                    <a:pt x="1168" y="0"/>
                    <a:pt x="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73">
              <a:extLst>
                <a:ext uri="{FF2B5EF4-FFF2-40B4-BE49-F238E27FC236}">
                  <a16:creationId xmlns:a16="http://schemas.microsoft.com/office/drawing/2014/main" id="{2BF86F4A-90E9-6AFC-A918-1CE71603E900}"/>
                </a:ext>
              </a:extLst>
            </p:cNvPr>
            <p:cNvSpPr/>
            <p:nvPr/>
          </p:nvSpPr>
          <p:spPr>
            <a:xfrm>
              <a:off x="5658375" y="2131396"/>
              <a:ext cx="89436" cy="59345"/>
            </a:xfrm>
            <a:custGeom>
              <a:avLst/>
              <a:gdLst/>
              <a:ahLst/>
              <a:cxnLst/>
              <a:rect l="l" t="t" r="r" b="b"/>
              <a:pathLst>
                <a:path w="5555" h="3686" extrusionOk="0">
                  <a:moveTo>
                    <a:pt x="4830" y="1"/>
                  </a:moveTo>
                  <a:cubicBezTo>
                    <a:pt x="4773" y="1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5"/>
                    <a:pt x="1485" y="3550"/>
                  </a:cubicBezTo>
                  <a:lnTo>
                    <a:pt x="5387" y="1315"/>
                  </a:lnTo>
                  <a:cubicBezTo>
                    <a:pt x="5521" y="1248"/>
                    <a:pt x="5554" y="1115"/>
                    <a:pt x="5554" y="981"/>
                  </a:cubicBezTo>
                  <a:cubicBezTo>
                    <a:pt x="5521" y="614"/>
                    <a:pt x="5321" y="281"/>
                    <a:pt x="5020" y="81"/>
                  </a:cubicBezTo>
                  <a:cubicBezTo>
                    <a:pt x="4965" y="26"/>
                    <a:pt x="4900" y="1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73">
              <a:extLst>
                <a:ext uri="{FF2B5EF4-FFF2-40B4-BE49-F238E27FC236}">
                  <a16:creationId xmlns:a16="http://schemas.microsoft.com/office/drawing/2014/main" id="{3721AE20-4785-F6BC-4FA1-BD302B418369}"/>
                </a:ext>
              </a:extLst>
            </p:cNvPr>
            <p:cNvSpPr/>
            <p:nvPr/>
          </p:nvSpPr>
          <p:spPr>
            <a:xfrm>
              <a:off x="5658681" y="2183656"/>
              <a:ext cx="89130" cy="59345"/>
            </a:xfrm>
            <a:custGeom>
              <a:avLst/>
              <a:gdLst/>
              <a:ahLst/>
              <a:cxnLst/>
              <a:rect l="l" t="t" r="r" b="b"/>
              <a:pathLst>
                <a:path w="5536" h="3686" extrusionOk="0">
                  <a:moveTo>
                    <a:pt x="4786" y="1"/>
                  </a:moveTo>
                  <a:cubicBezTo>
                    <a:pt x="4736" y="1"/>
                    <a:pt x="4685" y="11"/>
                    <a:pt x="4635" y="37"/>
                  </a:cubicBezTo>
                  <a:lnTo>
                    <a:pt x="732" y="2272"/>
                  </a:lnTo>
                  <a:cubicBezTo>
                    <a:pt x="0" y="2694"/>
                    <a:pt x="431" y="3685"/>
                    <a:pt x="1085" y="3685"/>
                  </a:cubicBezTo>
                  <a:cubicBezTo>
                    <a:pt x="1206" y="3685"/>
                    <a:pt x="1335" y="3651"/>
                    <a:pt x="1466" y="3573"/>
                  </a:cubicBezTo>
                  <a:lnTo>
                    <a:pt x="5368" y="1305"/>
                  </a:lnTo>
                  <a:cubicBezTo>
                    <a:pt x="5502" y="1238"/>
                    <a:pt x="5535" y="1104"/>
                    <a:pt x="5535" y="971"/>
                  </a:cubicBezTo>
                  <a:cubicBezTo>
                    <a:pt x="5502" y="604"/>
                    <a:pt x="5302" y="270"/>
                    <a:pt x="5001" y="70"/>
                  </a:cubicBezTo>
                  <a:cubicBezTo>
                    <a:pt x="4940" y="29"/>
                    <a:pt x="4865" y="1"/>
                    <a:pt x="4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73">
              <a:extLst>
                <a:ext uri="{FF2B5EF4-FFF2-40B4-BE49-F238E27FC236}">
                  <a16:creationId xmlns:a16="http://schemas.microsoft.com/office/drawing/2014/main" id="{D565DEA2-4CFC-3E20-D016-4D19CE57966F}"/>
                </a:ext>
              </a:extLst>
            </p:cNvPr>
            <p:cNvSpPr/>
            <p:nvPr/>
          </p:nvSpPr>
          <p:spPr>
            <a:xfrm>
              <a:off x="5658375" y="2235595"/>
              <a:ext cx="89436" cy="59328"/>
            </a:xfrm>
            <a:custGeom>
              <a:avLst/>
              <a:gdLst/>
              <a:ahLst/>
              <a:cxnLst/>
              <a:rect l="l" t="t" r="r" b="b"/>
              <a:pathLst>
                <a:path w="5555" h="3685" extrusionOk="0">
                  <a:moveTo>
                    <a:pt x="4830" y="0"/>
                  </a:moveTo>
                  <a:cubicBezTo>
                    <a:pt x="4773" y="0"/>
                    <a:pt x="4713" y="17"/>
                    <a:pt x="4654" y="47"/>
                  </a:cubicBezTo>
                  <a:lnTo>
                    <a:pt x="751" y="2282"/>
                  </a:lnTo>
                  <a:cubicBezTo>
                    <a:pt x="0" y="2671"/>
                    <a:pt x="408" y="3685"/>
                    <a:pt x="1066" y="3685"/>
                  </a:cubicBezTo>
                  <a:cubicBezTo>
                    <a:pt x="1198" y="3685"/>
                    <a:pt x="1340" y="3644"/>
                    <a:pt x="1485" y="3549"/>
                  </a:cubicBezTo>
                  <a:lnTo>
                    <a:pt x="5387" y="1314"/>
                  </a:lnTo>
                  <a:cubicBezTo>
                    <a:pt x="5521" y="1247"/>
                    <a:pt x="5554" y="1114"/>
                    <a:pt x="5554" y="981"/>
                  </a:cubicBezTo>
                  <a:cubicBezTo>
                    <a:pt x="5521" y="614"/>
                    <a:pt x="5321" y="280"/>
                    <a:pt x="5020" y="80"/>
                  </a:cubicBezTo>
                  <a:cubicBezTo>
                    <a:pt x="4965" y="25"/>
                    <a:pt x="4900" y="0"/>
                    <a:pt x="4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73">
              <a:extLst>
                <a:ext uri="{FF2B5EF4-FFF2-40B4-BE49-F238E27FC236}">
                  <a16:creationId xmlns:a16="http://schemas.microsoft.com/office/drawing/2014/main" id="{949EB4C0-72F4-9545-C7D7-DC345C458A59}"/>
                </a:ext>
              </a:extLst>
            </p:cNvPr>
            <p:cNvSpPr/>
            <p:nvPr/>
          </p:nvSpPr>
          <p:spPr>
            <a:xfrm>
              <a:off x="5662932" y="2287678"/>
              <a:ext cx="84879" cy="58668"/>
            </a:xfrm>
            <a:custGeom>
              <a:avLst/>
              <a:gdLst/>
              <a:ahLst/>
              <a:cxnLst/>
              <a:rect l="l" t="t" r="r" b="b"/>
              <a:pathLst>
                <a:path w="5272" h="3644" extrusionOk="0">
                  <a:moveTo>
                    <a:pt x="4547" y="1"/>
                  </a:moveTo>
                  <a:cubicBezTo>
                    <a:pt x="4490" y="1"/>
                    <a:pt x="4430" y="17"/>
                    <a:pt x="4371" y="47"/>
                  </a:cubicBezTo>
                  <a:lnTo>
                    <a:pt x="468" y="2282"/>
                  </a:lnTo>
                  <a:cubicBezTo>
                    <a:pt x="134" y="2482"/>
                    <a:pt x="1" y="2916"/>
                    <a:pt x="201" y="3283"/>
                  </a:cubicBezTo>
                  <a:cubicBezTo>
                    <a:pt x="337" y="3510"/>
                    <a:pt x="596" y="3644"/>
                    <a:pt x="853" y="3644"/>
                  </a:cubicBezTo>
                  <a:cubicBezTo>
                    <a:pt x="974" y="3644"/>
                    <a:pt x="1095" y="3614"/>
                    <a:pt x="1202" y="3550"/>
                  </a:cubicBezTo>
                  <a:lnTo>
                    <a:pt x="5104" y="1315"/>
                  </a:lnTo>
                  <a:cubicBezTo>
                    <a:pt x="5238" y="1248"/>
                    <a:pt x="5271" y="1115"/>
                    <a:pt x="5271" y="981"/>
                  </a:cubicBezTo>
                  <a:cubicBezTo>
                    <a:pt x="5238" y="614"/>
                    <a:pt x="5038" y="281"/>
                    <a:pt x="4737" y="81"/>
                  </a:cubicBezTo>
                  <a:cubicBezTo>
                    <a:pt x="4682" y="26"/>
                    <a:pt x="4617" y="1"/>
                    <a:pt x="45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7" name="Google Shape;4267;p73">
            <a:extLst>
              <a:ext uri="{FF2B5EF4-FFF2-40B4-BE49-F238E27FC236}">
                <a16:creationId xmlns:a16="http://schemas.microsoft.com/office/drawing/2014/main" id="{776C110C-23B5-BE17-DF3C-676AFFE2FA20}"/>
              </a:ext>
            </a:extLst>
          </p:cNvPr>
          <p:cNvSpPr/>
          <p:nvPr/>
        </p:nvSpPr>
        <p:spPr>
          <a:xfrm>
            <a:off x="1091823" y="3731321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9" name="Google Shape;4269;p73">
            <a:extLst>
              <a:ext uri="{FF2B5EF4-FFF2-40B4-BE49-F238E27FC236}">
                <a16:creationId xmlns:a16="http://schemas.microsoft.com/office/drawing/2014/main" id="{5A3D948F-83CC-6082-9960-5AAB008BE77F}"/>
              </a:ext>
            </a:extLst>
          </p:cNvPr>
          <p:cNvSpPr/>
          <p:nvPr/>
        </p:nvSpPr>
        <p:spPr>
          <a:xfrm rot="2502782">
            <a:off x="6504568" y="3161854"/>
            <a:ext cx="474715" cy="6632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0" name="Google Shape;4270;p73">
            <a:extLst>
              <a:ext uri="{FF2B5EF4-FFF2-40B4-BE49-F238E27FC236}">
                <a16:creationId xmlns:a16="http://schemas.microsoft.com/office/drawing/2014/main" id="{7D8E3DF6-26F4-9999-6A86-5DA029C66171}"/>
              </a:ext>
            </a:extLst>
          </p:cNvPr>
          <p:cNvSpPr/>
          <p:nvPr/>
        </p:nvSpPr>
        <p:spPr>
          <a:xfrm>
            <a:off x="4812190" y="4406925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2" name="Google Shape;4272;p73">
            <a:extLst>
              <a:ext uri="{FF2B5EF4-FFF2-40B4-BE49-F238E27FC236}">
                <a16:creationId xmlns:a16="http://schemas.microsoft.com/office/drawing/2014/main" id="{EC70D7BC-375E-E86E-0AFF-9553D5B62FEB}"/>
              </a:ext>
            </a:extLst>
          </p:cNvPr>
          <p:cNvSpPr/>
          <p:nvPr/>
        </p:nvSpPr>
        <p:spPr>
          <a:xfrm>
            <a:off x="5927832" y="312385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3" name="Google Shape;4273;p73">
            <a:extLst>
              <a:ext uri="{FF2B5EF4-FFF2-40B4-BE49-F238E27FC236}">
                <a16:creationId xmlns:a16="http://schemas.microsoft.com/office/drawing/2014/main" id="{E1394AF7-14B7-4B0F-BDBE-2FEBC011DF29}"/>
              </a:ext>
            </a:extLst>
          </p:cNvPr>
          <p:cNvSpPr/>
          <p:nvPr/>
        </p:nvSpPr>
        <p:spPr>
          <a:xfrm rot="2502814">
            <a:off x="5163526" y="3542362"/>
            <a:ext cx="314354" cy="43927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4" name="Google Shape;4274;p73">
            <a:extLst>
              <a:ext uri="{FF2B5EF4-FFF2-40B4-BE49-F238E27FC236}">
                <a16:creationId xmlns:a16="http://schemas.microsoft.com/office/drawing/2014/main" id="{E9D0FA3D-C9C1-288B-8EE1-9DF317CD2470}"/>
              </a:ext>
            </a:extLst>
          </p:cNvPr>
          <p:cNvSpPr/>
          <p:nvPr/>
        </p:nvSpPr>
        <p:spPr>
          <a:xfrm>
            <a:off x="4396763" y="448051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5" name="Google Shape;4275;p73">
            <a:extLst>
              <a:ext uri="{FF2B5EF4-FFF2-40B4-BE49-F238E27FC236}">
                <a16:creationId xmlns:a16="http://schemas.microsoft.com/office/drawing/2014/main" id="{A5035676-EFC5-00BE-ACD1-4BAE1A83093A}"/>
              </a:ext>
            </a:extLst>
          </p:cNvPr>
          <p:cNvSpPr/>
          <p:nvPr/>
        </p:nvSpPr>
        <p:spPr>
          <a:xfrm>
            <a:off x="6302525" y="424037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8B375-61F5-5FC7-B676-7D23943BC9AB}"/>
              </a:ext>
            </a:extLst>
          </p:cNvPr>
          <p:cNvSpPr txBox="1"/>
          <p:nvPr/>
        </p:nvSpPr>
        <p:spPr>
          <a:xfrm>
            <a:off x="556433" y="886285"/>
            <a:ext cx="4435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Smart Skill Assessment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BFBF24-C9B7-5054-38F0-E9E4863DD621}"/>
              </a:ext>
            </a:extLst>
          </p:cNvPr>
          <p:cNvSpPr txBox="1"/>
          <p:nvPr/>
        </p:nvSpPr>
        <p:spPr>
          <a:xfrm>
            <a:off x="561796" y="133512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Dynamic Path Generation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B2ABB4-E244-C804-987C-3BD10401DB1E}"/>
              </a:ext>
            </a:extLst>
          </p:cNvPr>
          <p:cNvSpPr txBox="1"/>
          <p:nvPr/>
        </p:nvSpPr>
        <p:spPr>
          <a:xfrm>
            <a:off x="561796" y="178396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RAG-Powered AI mentor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F7492D-0FE8-1902-7D76-A8D4BFB886F8}"/>
              </a:ext>
            </a:extLst>
          </p:cNvPr>
          <p:cNvSpPr txBox="1"/>
          <p:nvPr/>
        </p:nvSpPr>
        <p:spPr>
          <a:xfrm>
            <a:off x="561796" y="223852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Architectural Reasoning Evaluator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A9DF908-EFE3-7D02-65B5-AC829B961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12" y="-555612"/>
            <a:ext cx="6064466" cy="606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32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C27FF-9E4D-8452-8D34-8258949A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973AEF-7D5D-8EF2-F80F-05AE4447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324" y="0"/>
            <a:ext cx="10893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78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5443FC75-5843-B421-AF79-3A65CEC3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>
            <a:extLst>
              <a:ext uri="{FF2B5EF4-FFF2-40B4-BE49-F238E27FC236}">
                <a16:creationId xmlns:a16="http://schemas.microsoft.com/office/drawing/2014/main" id="{47D6BD46-4D04-97D1-1FDD-AA0F6FE93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42912" y="5696000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7" name="Google Shape;427;p39">
            <a:extLst>
              <a:ext uri="{FF2B5EF4-FFF2-40B4-BE49-F238E27FC236}">
                <a16:creationId xmlns:a16="http://schemas.microsoft.com/office/drawing/2014/main" id="{C3D9607C-6A28-D86A-B3E1-BF94B927C6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488911" y="569600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9" name="Google Shape;429;p39">
            <a:extLst>
              <a:ext uri="{FF2B5EF4-FFF2-40B4-BE49-F238E27FC236}">
                <a16:creationId xmlns:a16="http://schemas.microsoft.com/office/drawing/2014/main" id="{64E82BD8-3A80-F1C4-E0D3-CF6FD53DC153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0752855" y="225176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31" name="Google Shape;431;p39">
            <a:extLst>
              <a:ext uri="{FF2B5EF4-FFF2-40B4-BE49-F238E27FC236}">
                <a16:creationId xmlns:a16="http://schemas.microsoft.com/office/drawing/2014/main" id="{454073BF-4203-17E3-F430-E8321AA3161C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-3142912" y="7421175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3" name="Google Shape;433;p39">
            <a:extLst>
              <a:ext uri="{FF2B5EF4-FFF2-40B4-BE49-F238E27FC236}">
                <a16:creationId xmlns:a16="http://schemas.microsoft.com/office/drawing/2014/main" id="{F3DFAE9E-1731-43EC-DB68-01D638A96BE9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-488911" y="7421175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35" name="Google Shape;435;p39">
            <a:extLst>
              <a:ext uri="{FF2B5EF4-FFF2-40B4-BE49-F238E27FC236}">
                <a16:creationId xmlns:a16="http://schemas.microsoft.com/office/drawing/2014/main" id="{7CCB1008-6ED2-40A3-7EE6-8733F1FBC2E9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3794239" y="1924590"/>
            <a:ext cx="155552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04</a:t>
            </a:r>
            <a:endParaRPr sz="8000" dirty="0"/>
          </a:p>
        </p:txBody>
      </p:sp>
      <p:sp>
        <p:nvSpPr>
          <p:cNvPr id="437" name="Google Shape;437;p39">
            <a:extLst>
              <a:ext uri="{FF2B5EF4-FFF2-40B4-BE49-F238E27FC236}">
                <a16:creationId xmlns:a16="http://schemas.microsoft.com/office/drawing/2014/main" id="{EFC1CEFA-0AE7-E7C6-EE27-00EA187CEF4F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Big Shoulders Display"/>
                <a:ea typeface="Big Shoulders Display"/>
                <a:cs typeface="Big Shoulders Display"/>
                <a:sym typeface="Big Shoulders Display"/>
              </a:rPr>
              <a:t>TABLE OF </a:t>
            </a:r>
            <a:r>
              <a:rPr lang="en" b="0" dirty="0"/>
              <a:t>CONTENTS</a:t>
            </a:r>
            <a:endParaRPr b="0" dirty="0"/>
          </a:p>
        </p:txBody>
      </p:sp>
      <p:sp>
        <p:nvSpPr>
          <p:cNvPr id="438" name="Google Shape;438;p39">
            <a:extLst>
              <a:ext uri="{FF2B5EF4-FFF2-40B4-BE49-F238E27FC236}">
                <a16:creationId xmlns:a16="http://schemas.microsoft.com/office/drawing/2014/main" id="{FD2EB860-AB75-3A9E-D714-0A10F4DB27FF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-4351411" y="6437160"/>
            <a:ext cx="325369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 &amp; Project Scope</a:t>
            </a:r>
            <a:endParaRPr dirty="0"/>
          </a:p>
        </p:txBody>
      </p:sp>
      <p:sp>
        <p:nvSpPr>
          <p:cNvPr id="439" name="Google Shape;439;p39">
            <a:extLst>
              <a:ext uri="{FF2B5EF4-FFF2-40B4-BE49-F238E27FC236}">
                <a16:creationId xmlns:a16="http://schemas.microsoft.com/office/drawing/2014/main" id="{8D6194E4-6BB3-3645-DA30-C48D41AC4AF2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-1278925" y="6465427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440" name="Google Shape;440;p39">
            <a:extLst>
              <a:ext uri="{FF2B5EF4-FFF2-40B4-BE49-F238E27FC236}">
                <a16:creationId xmlns:a16="http://schemas.microsoft.com/office/drawing/2014/main" id="{74B7E9A8-62BC-2D7C-02A1-1881C49656A8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9959717" y="3020460"/>
            <a:ext cx="2402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Implementation</a:t>
            </a:r>
            <a:endParaRPr dirty="0"/>
          </a:p>
        </p:txBody>
      </p:sp>
      <p:sp>
        <p:nvSpPr>
          <p:cNvPr id="441" name="Google Shape;441;p39">
            <a:extLst>
              <a:ext uri="{FF2B5EF4-FFF2-40B4-BE49-F238E27FC236}">
                <a16:creationId xmlns:a16="http://schemas.microsoft.com/office/drawing/2014/main" id="{E5BA1E12-905D-E2E5-5535-42FDF8E09CFF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-3928312" y="7865569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Analysis &amp; Evals</a:t>
            </a:r>
            <a:endParaRPr dirty="0"/>
          </a:p>
        </p:txBody>
      </p:sp>
      <p:sp>
        <p:nvSpPr>
          <p:cNvPr id="442" name="Google Shape;442;p39">
            <a:extLst>
              <a:ext uri="{FF2B5EF4-FFF2-40B4-BE49-F238E27FC236}">
                <a16:creationId xmlns:a16="http://schemas.microsoft.com/office/drawing/2014/main" id="{19461A6A-7649-AED2-4505-62E2C0EEC870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-1278925" y="7901200"/>
            <a:ext cx="264305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endParaRPr dirty="0"/>
          </a:p>
        </p:txBody>
      </p:sp>
      <p:sp>
        <p:nvSpPr>
          <p:cNvPr id="443" name="Google Shape;443;p39">
            <a:extLst>
              <a:ext uri="{FF2B5EF4-FFF2-40B4-BE49-F238E27FC236}">
                <a16:creationId xmlns:a16="http://schemas.microsoft.com/office/drawing/2014/main" id="{EA1716E5-3D7A-7B45-5135-5FD82510FF13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2347616" y="3168876"/>
            <a:ext cx="4448765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Demonstration</a:t>
            </a:r>
            <a:endParaRPr sz="4800" dirty="0"/>
          </a:p>
        </p:txBody>
      </p:sp>
      <p:sp>
        <p:nvSpPr>
          <p:cNvPr id="444" name="Google Shape;444;p39">
            <a:extLst>
              <a:ext uri="{FF2B5EF4-FFF2-40B4-BE49-F238E27FC236}">
                <a16:creationId xmlns:a16="http://schemas.microsoft.com/office/drawing/2014/main" id="{E74E77D9-D4FC-CE2B-0114-AA17085C4C6E}"/>
              </a:ext>
            </a:extLst>
          </p:cNvPr>
          <p:cNvSpPr/>
          <p:nvPr/>
        </p:nvSpPr>
        <p:spPr>
          <a:xfrm>
            <a:off x="720001" y="621124"/>
            <a:ext cx="466410" cy="65160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9">
            <a:extLst>
              <a:ext uri="{FF2B5EF4-FFF2-40B4-BE49-F238E27FC236}">
                <a16:creationId xmlns:a16="http://schemas.microsoft.com/office/drawing/2014/main" id="{F922863B-017B-FF04-736A-68361A6D21C3}"/>
              </a:ext>
            </a:extLst>
          </p:cNvPr>
          <p:cNvSpPr/>
          <p:nvPr/>
        </p:nvSpPr>
        <p:spPr>
          <a:xfrm>
            <a:off x="1364125" y="488975"/>
            <a:ext cx="347019" cy="4848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9">
            <a:extLst>
              <a:ext uri="{FF2B5EF4-FFF2-40B4-BE49-F238E27FC236}">
                <a16:creationId xmlns:a16="http://schemas.microsoft.com/office/drawing/2014/main" id="{E4934D9D-DCD4-65EB-88BA-5EA50FB401CF}"/>
              </a:ext>
            </a:extLst>
          </p:cNvPr>
          <p:cNvSpPr/>
          <p:nvPr/>
        </p:nvSpPr>
        <p:spPr>
          <a:xfrm>
            <a:off x="8299951" y="728769"/>
            <a:ext cx="347044" cy="34716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9">
            <a:extLst>
              <a:ext uri="{FF2B5EF4-FFF2-40B4-BE49-F238E27FC236}">
                <a16:creationId xmlns:a16="http://schemas.microsoft.com/office/drawing/2014/main" id="{BD27A1C5-D39C-A200-708E-DB3F9695130E}"/>
              </a:ext>
            </a:extLst>
          </p:cNvPr>
          <p:cNvSpPr/>
          <p:nvPr/>
        </p:nvSpPr>
        <p:spPr>
          <a:xfrm>
            <a:off x="7636625" y="488974"/>
            <a:ext cx="484652" cy="48480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223EAC-0E86-3AD0-6A84-5070D07D7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43181" y="497856"/>
            <a:ext cx="9144000" cy="44774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2F0D75-1DA1-4B31-AD4C-FE8E07801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690827">
            <a:off x="9245304" y="4966599"/>
            <a:ext cx="2088876" cy="117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73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E09A12DC-AD1A-BF39-7234-5A1DBC9A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>
            <a:extLst>
              <a:ext uri="{FF2B5EF4-FFF2-40B4-BE49-F238E27FC236}">
                <a16:creationId xmlns:a16="http://schemas.microsoft.com/office/drawing/2014/main" id="{FD99EAAA-5627-8C8D-7F88-F240D9C7C6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42912" y="5696000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7" name="Google Shape;427;p39">
            <a:extLst>
              <a:ext uri="{FF2B5EF4-FFF2-40B4-BE49-F238E27FC236}">
                <a16:creationId xmlns:a16="http://schemas.microsoft.com/office/drawing/2014/main" id="{61B2FA04-28D8-76DC-AB0D-A5C85788831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488911" y="569600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9" name="Google Shape;429;p39">
            <a:extLst>
              <a:ext uri="{FF2B5EF4-FFF2-40B4-BE49-F238E27FC236}">
                <a16:creationId xmlns:a16="http://schemas.microsoft.com/office/drawing/2014/main" id="{FF5A1B1F-DB14-0658-6F2C-C2A1959DAB76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0752855" y="225176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31" name="Google Shape;431;p39">
            <a:extLst>
              <a:ext uri="{FF2B5EF4-FFF2-40B4-BE49-F238E27FC236}">
                <a16:creationId xmlns:a16="http://schemas.microsoft.com/office/drawing/2014/main" id="{E178E70B-54C7-6DCA-3F7F-6D2E4303711D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-3142912" y="7421175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3" name="Google Shape;433;p39">
            <a:extLst>
              <a:ext uri="{FF2B5EF4-FFF2-40B4-BE49-F238E27FC236}">
                <a16:creationId xmlns:a16="http://schemas.microsoft.com/office/drawing/2014/main" id="{4F0B317E-A192-D861-14FA-05723FAFCE35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-488911" y="7421175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35" name="Google Shape;435;p39">
            <a:extLst>
              <a:ext uri="{FF2B5EF4-FFF2-40B4-BE49-F238E27FC236}">
                <a16:creationId xmlns:a16="http://schemas.microsoft.com/office/drawing/2014/main" id="{E099F362-2A37-F063-E5EF-C8D89F5423AB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3794239" y="1924590"/>
            <a:ext cx="155552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05</a:t>
            </a:r>
            <a:endParaRPr sz="8000" dirty="0"/>
          </a:p>
        </p:txBody>
      </p:sp>
      <p:sp>
        <p:nvSpPr>
          <p:cNvPr id="437" name="Google Shape;437;p39">
            <a:extLst>
              <a:ext uri="{FF2B5EF4-FFF2-40B4-BE49-F238E27FC236}">
                <a16:creationId xmlns:a16="http://schemas.microsoft.com/office/drawing/2014/main" id="{920AA563-BFAB-104A-54F4-A7B9897976E8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Big Shoulders Display"/>
                <a:ea typeface="Big Shoulders Display"/>
                <a:cs typeface="Big Shoulders Display"/>
                <a:sym typeface="Big Shoulders Display"/>
              </a:rPr>
              <a:t>TABLE OF </a:t>
            </a:r>
            <a:r>
              <a:rPr lang="en" b="0" dirty="0"/>
              <a:t>CONTENTS</a:t>
            </a:r>
            <a:endParaRPr b="0" dirty="0"/>
          </a:p>
        </p:txBody>
      </p:sp>
      <p:sp>
        <p:nvSpPr>
          <p:cNvPr id="438" name="Google Shape;438;p39">
            <a:extLst>
              <a:ext uri="{FF2B5EF4-FFF2-40B4-BE49-F238E27FC236}">
                <a16:creationId xmlns:a16="http://schemas.microsoft.com/office/drawing/2014/main" id="{7558D74D-4FF9-2131-9ACE-A20AABFB0536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-4351411" y="6437160"/>
            <a:ext cx="325369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 &amp; Project Scope</a:t>
            </a:r>
            <a:endParaRPr dirty="0"/>
          </a:p>
        </p:txBody>
      </p:sp>
      <p:sp>
        <p:nvSpPr>
          <p:cNvPr id="439" name="Google Shape;439;p39">
            <a:extLst>
              <a:ext uri="{FF2B5EF4-FFF2-40B4-BE49-F238E27FC236}">
                <a16:creationId xmlns:a16="http://schemas.microsoft.com/office/drawing/2014/main" id="{7E49D35A-A59C-CA09-9B96-F8A323CE4432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-1278925" y="6465427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440" name="Google Shape;440;p39">
            <a:extLst>
              <a:ext uri="{FF2B5EF4-FFF2-40B4-BE49-F238E27FC236}">
                <a16:creationId xmlns:a16="http://schemas.microsoft.com/office/drawing/2014/main" id="{A51E4291-4205-1624-B95E-8F1DE13DC713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9959717" y="3020460"/>
            <a:ext cx="2402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Implementation</a:t>
            </a:r>
            <a:endParaRPr dirty="0"/>
          </a:p>
        </p:txBody>
      </p:sp>
      <p:sp>
        <p:nvSpPr>
          <p:cNvPr id="441" name="Google Shape;441;p39">
            <a:extLst>
              <a:ext uri="{FF2B5EF4-FFF2-40B4-BE49-F238E27FC236}">
                <a16:creationId xmlns:a16="http://schemas.microsoft.com/office/drawing/2014/main" id="{22C728C9-FD65-7356-315A-733699B7531E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-3928312" y="7865569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Analysis &amp; Evals</a:t>
            </a:r>
            <a:endParaRPr dirty="0"/>
          </a:p>
        </p:txBody>
      </p:sp>
      <p:sp>
        <p:nvSpPr>
          <p:cNvPr id="442" name="Google Shape;442;p39">
            <a:extLst>
              <a:ext uri="{FF2B5EF4-FFF2-40B4-BE49-F238E27FC236}">
                <a16:creationId xmlns:a16="http://schemas.microsoft.com/office/drawing/2014/main" id="{7AC034A8-FE61-DA66-66F3-36E1B8078F8A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-1278925" y="7901200"/>
            <a:ext cx="264305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endParaRPr dirty="0"/>
          </a:p>
        </p:txBody>
      </p:sp>
      <p:sp>
        <p:nvSpPr>
          <p:cNvPr id="443" name="Google Shape;443;p39">
            <a:extLst>
              <a:ext uri="{FF2B5EF4-FFF2-40B4-BE49-F238E27FC236}">
                <a16:creationId xmlns:a16="http://schemas.microsoft.com/office/drawing/2014/main" id="{9F225A10-DBC5-AF7D-1251-4862D9D0BC47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2047578" y="2934460"/>
            <a:ext cx="5160465" cy="1317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Explanation Of code</a:t>
            </a:r>
            <a:endParaRPr sz="4800" dirty="0"/>
          </a:p>
        </p:txBody>
      </p:sp>
      <p:sp>
        <p:nvSpPr>
          <p:cNvPr id="444" name="Google Shape;444;p39">
            <a:extLst>
              <a:ext uri="{FF2B5EF4-FFF2-40B4-BE49-F238E27FC236}">
                <a16:creationId xmlns:a16="http://schemas.microsoft.com/office/drawing/2014/main" id="{C2A40E0F-A959-3241-2EBE-5B59D8A6D54F}"/>
              </a:ext>
            </a:extLst>
          </p:cNvPr>
          <p:cNvSpPr/>
          <p:nvPr/>
        </p:nvSpPr>
        <p:spPr>
          <a:xfrm>
            <a:off x="720001" y="621124"/>
            <a:ext cx="466410" cy="65160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9">
            <a:extLst>
              <a:ext uri="{FF2B5EF4-FFF2-40B4-BE49-F238E27FC236}">
                <a16:creationId xmlns:a16="http://schemas.microsoft.com/office/drawing/2014/main" id="{999F720A-14C5-C3D6-4AF8-2D2D71A222FD}"/>
              </a:ext>
            </a:extLst>
          </p:cNvPr>
          <p:cNvSpPr/>
          <p:nvPr/>
        </p:nvSpPr>
        <p:spPr>
          <a:xfrm>
            <a:off x="1364125" y="488975"/>
            <a:ext cx="347019" cy="4848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9">
            <a:extLst>
              <a:ext uri="{FF2B5EF4-FFF2-40B4-BE49-F238E27FC236}">
                <a16:creationId xmlns:a16="http://schemas.microsoft.com/office/drawing/2014/main" id="{033B849E-ED86-5FB5-C658-9293B9FA4C87}"/>
              </a:ext>
            </a:extLst>
          </p:cNvPr>
          <p:cNvSpPr/>
          <p:nvPr/>
        </p:nvSpPr>
        <p:spPr>
          <a:xfrm>
            <a:off x="8299951" y="728769"/>
            <a:ext cx="347044" cy="34716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9">
            <a:extLst>
              <a:ext uri="{FF2B5EF4-FFF2-40B4-BE49-F238E27FC236}">
                <a16:creationId xmlns:a16="http://schemas.microsoft.com/office/drawing/2014/main" id="{3DBAC72F-FE3D-FC2E-9379-0DE347F8D202}"/>
              </a:ext>
            </a:extLst>
          </p:cNvPr>
          <p:cNvSpPr/>
          <p:nvPr/>
        </p:nvSpPr>
        <p:spPr>
          <a:xfrm>
            <a:off x="7636625" y="488974"/>
            <a:ext cx="484652" cy="48480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2CE92C-F115-AA3D-2F00-0E3B97C91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43181" y="497856"/>
            <a:ext cx="9144000" cy="44774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FBE1A0-E751-3C6D-EC9E-319EDB34E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690827">
            <a:off x="9245304" y="4966599"/>
            <a:ext cx="2088876" cy="117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00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6">
          <a:extLst>
            <a:ext uri="{FF2B5EF4-FFF2-40B4-BE49-F238E27FC236}">
              <a16:creationId xmlns:a16="http://schemas.microsoft.com/office/drawing/2014/main" id="{5CEF7BA0-6267-982F-EE07-F173D2ED3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49">
            <a:extLst>
              <a:ext uri="{FF2B5EF4-FFF2-40B4-BE49-F238E27FC236}">
                <a16:creationId xmlns:a16="http://schemas.microsoft.com/office/drawing/2014/main" id="{3A15F48D-54E7-72CC-6538-E814E67B7A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501" y="202080"/>
            <a:ext cx="4588420" cy="13235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lt1"/>
                </a:solidFill>
              </a:rPr>
              <a:t>Future Development</a:t>
            </a:r>
            <a:br>
              <a:rPr lang="en-US" sz="4000" dirty="0">
                <a:solidFill>
                  <a:schemeClr val="lt1"/>
                </a:solidFill>
              </a:rPr>
            </a:br>
            <a:endParaRPr lang="en-US" sz="4000" b="0" dirty="0">
              <a:solidFill>
                <a:schemeClr val="lt1"/>
              </a:solidFill>
            </a:endParaRPr>
          </a:p>
        </p:txBody>
      </p:sp>
      <p:grpSp>
        <p:nvGrpSpPr>
          <p:cNvPr id="1760" name="Google Shape;1760;p49">
            <a:extLst>
              <a:ext uri="{FF2B5EF4-FFF2-40B4-BE49-F238E27FC236}">
                <a16:creationId xmlns:a16="http://schemas.microsoft.com/office/drawing/2014/main" id="{59FE0AD3-F44B-5932-170C-1657D3932BBA}"/>
              </a:ext>
            </a:extLst>
          </p:cNvPr>
          <p:cNvGrpSpPr/>
          <p:nvPr/>
        </p:nvGrpSpPr>
        <p:grpSpPr>
          <a:xfrm>
            <a:off x="5391854" y="980761"/>
            <a:ext cx="3036659" cy="3181993"/>
            <a:chOff x="4808648" y="814984"/>
            <a:chExt cx="3620242" cy="3793507"/>
          </a:xfrm>
        </p:grpSpPr>
        <p:sp>
          <p:nvSpPr>
            <p:cNvPr id="1761" name="Google Shape;1761;p49">
              <a:extLst>
                <a:ext uri="{FF2B5EF4-FFF2-40B4-BE49-F238E27FC236}">
                  <a16:creationId xmlns:a16="http://schemas.microsoft.com/office/drawing/2014/main" id="{AAA23E16-D057-4EBC-C747-3A9AED364355}"/>
                </a:ext>
              </a:extLst>
            </p:cNvPr>
            <p:cNvSpPr/>
            <p:nvPr/>
          </p:nvSpPr>
          <p:spPr>
            <a:xfrm>
              <a:off x="4808648" y="2760265"/>
              <a:ext cx="3620242" cy="1848226"/>
            </a:xfrm>
            <a:custGeom>
              <a:avLst/>
              <a:gdLst/>
              <a:ahLst/>
              <a:cxnLst/>
              <a:rect l="l" t="t" r="r" b="b"/>
              <a:pathLst>
                <a:path w="183932" h="93902" extrusionOk="0">
                  <a:moveTo>
                    <a:pt x="91966" y="1"/>
                  </a:moveTo>
                  <a:cubicBezTo>
                    <a:pt x="41197" y="1"/>
                    <a:pt x="0" y="21016"/>
                    <a:pt x="0" y="46968"/>
                  </a:cubicBezTo>
                  <a:cubicBezTo>
                    <a:pt x="0" y="72886"/>
                    <a:pt x="41197" y="93901"/>
                    <a:pt x="91966" y="93901"/>
                  </a:cubicBezTo>
                  <a:cubicBezTo>
                    <a:pt x="142736" y="93901"/>
                    <a:pt x="183932" y="72886"/>
                    <a:pt x="183932" y="46968"/>
                  </a:cubicBezTo>
                  <a:cubicBezTo>
                    <a:pt x="183932" y="21016"/>
                    <a:pt x="142736" y="1"/>
                    <a:pt x="919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9">
              <a:extLst>
                <a:ext uri="{FF2B5EF4-FFF2-40B4-BE49-F238E27FC236}">
                  <a16:creationId xmlns:a16="http://schemas.microsoft.com/office/drawing/2014/main" id="{1AC86CCC-802D-FB59-4A83-3D8E7648034E}"/>
                </a:ext>
              </a:extLst>
            </p:cNvPr>
            <p:cNvSpPr/>
            <p:nvPr/>
          </p:nvSpPr>
          <p:spPr>
            <a:xfrm>
              <a:off x="4955067" y="2978249"/>
              <a:ext cx="2313048" cy="1328234"/>
            </a:xfrm>
            <a:custGeom>
              <a:avLst/>
              <a:gdLst/>
              <a:ahLst/>
              <a:cxnLst/>
              <a:rect l="l" t="t" r="r" b="b"/>
              <a:pathLst>
                <a:path w="117518" h="67483" extrusionOk="0">
                  <a:moveTo>
                    <a:pt x="74553" y="1"/>
                  </a:moveTo>
                  <a:cubicBezTo>
                    <a:pt x="73703" y="1"/>
                    <a:pt x="72852" y="201"/>
                    <a:pt x="72085" y="601"/>
                  </a:cubicBezTo>
                  <a:lnTo>
                    <a:pt x="1368" y="41430"/>
                  </a:lnTo>
                  <a:cubicBezTo>
                    <a:pt x="0" y="42231"/>
                    <a:pt x="0" y="43498"/>
                    <a:pt x="1368" y="44299"/>
                  </a:cubicBezTo>
                  <a:lnTo>
                    <a:pt x="40496" y="66882"/>
                  </a:lnTo>
                  <a:cubicBezTo>
                    <a:pt x="41263" y="67282"/>
                    <a:pt x="42113" y="67482"/>
                    <a:pt x="42964" y="67482"/>
                  </a:cubicBezTo>
                  <a:cubicBezTo>
                    <a:pt x="43815" y="67482"/>
                    <a:pt x="44665" y="67282"/>
                    <a:pt x="45433" y="66882"/>
                  </a:cubicBezTo>
                  <a:lnTo>
                    <a:pt x="116150" y="26053"/>
                  </a:lnTo>
                  <a:cubicBezTo>
                    <a:pt x="117517" y="25285"/>
                    <a:pt x="117517" y="23984"/>
                    <a:pt x="116150" y="23184"/>
                  </a:cubicBezTo>
                  <a:lnTo>
                    <a:pt x="77022" y="601"/>
                  </a:lnTo>
                  <a:cubicBezTo>
                    <a:pt x="76255" y="201"/>
                    <a:pt x="75404" y="1"/>
                    <a:pt x="74553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9">
              <a:extLst>
                <a:ext uri="{FF2B5EF4-FFF2-40B4-BE49-F238E27FC236}">
                  <a16:creationId xmlns:a16="http://schemas.microsoft.com/office/drawing/2014/main" id="{2671B87A-AE2C-F5C1-07E5-3EF187322463}"/>
                </a:ext>
              </a:extLst>
            </p:cNvPr>
            <p:cNvSpPr/>
            <p:nvPr/>
          </p:nvSpPr>
          <p:spPr>
            <a:xfrm>
              <a:off x="6933907" y="3536596"/>
              <a:ext cx="1061654" cy="612578"/>
            </a:xfrm>
            <a:custGeom>
              <a:avLst/>
              <a:gdLst/>
              <a:ahLst/>
              <a:cxnLst/>
              <a:rect l="l" t="t" r="r" b="b"/>
              <a:pathLst>
                <a:path w="53939" h="31123" extrusionOk="0">
                  <a:moveTo>
                    <a:pt x="26953" y="0"/>
                  </a:moveTo>
                  <a:cubicBezTo>
                    <a:pt x="12076" y="0"/>
                    <a:pt x="0" y="6972"/>
                    <a:pt x="0" y="15545"/>
                  </a:cubicBezTo>
                  <a:cubicBezTo>
                    <a:pt x="0" y="24151"/>
                    <a:pt x="12076" y="31123"/>
                    <a:pt x="26953" y="31123"/>
                  </a:cubicBezTo>
                  <a:cubicBezTo>
                    <a:pt x="41864" y="31123"/>
                    <a:pt x="53939" y="24151"/>
                    <a:pt x="53939" y="15545"/>
                  </a:cubicBezTo>
                  <a:cubicBezTo>
                    <a:pt x="53939" y="6972"/>
                    <a:pt x="41864" y="0"/>
                    <a:pt x="26953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9">
              <a:extLst>
                <a:ext uri="{FF2B5EF4-FFF2-40B4-BE49-F238E27FC236}">
                  <a16:creationId xmlns:a16="http://schemas.microsoft.com/office/drawing/2014/main" id="{D1B3449A-5C62-3827-E5E5-10B1E86BFC8F}"/>
                </a:ext>
              </a:extLst>
            </p:cNvPr>
            <p:cNvSpPr/>
            <p:nvPr/>
          </p:nvSpPr>
          <p:spPr>
            <a:xfrm>
              <a:off x="5280123" y="3347807"/>
              <a:ext cx="454941" cy="519441"/>
            </a:xfrm>
            <a:custGeom>
              <a:avLst/>
              <a:gdLst/>
              <a:ahLst/>
              <a:cxnLst/>
              <a:rect l="l" t="t" r="r" b="b"/>
              <a:pathLst>
                <a:path w="23114" h="26391" extrusionOk="0">
                  <a:moveTo>
                    <a:pt x="6588" y="0"/>
                  </a:moveTo>
                  <a:cubicBezTo>
                    <a:pt x="2837" y="0"/>
                    <a:pt x="1" y="3151"/>
                    <a:pt x="3833" y="6276"/>
                  </a:cubicBezTo>
                  <a:cubicBezTo>
                    <a:pt x="8203" y="9812"/>
                    <a:pt x="15741" y="14515"/>
                    <a:pt x="18076" y="25656"/>
                  </a:cubicBezTo>
                  <a:lnTo>
                    <a:pt x="23113" y="26390"/>
                  </a:lnTo>
                  <a:cubicBezTo>
                    <a:pt x="23113" y="26390"/>
                    <a:pt x="22179" y="17217"/>
                    <a:pt x="19477" y="11246"/>
                  </a:cubicBezTo>
                  <a:cubicBezTo>
                    <a:pt x="16809" y="5308"/>
                    <a:pt x="12539" y="1206"/>
                    <a:pt x="8103" y="171"/>
                  </a:cubicBezTo>
                  <a:cubicBezTo>
                    <a:pt x="7591" y="55"/>
                    <a:pt x="7081" y="0"/>
                    <a:pt x="658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9">
              <a:extLst>
                <a:ext uri="{FF2B5EF4-FFF2-40B4-BE49-F238E27FC236}">
                  <a16:creationId xmlns:a16="http://schemas.microsoft.com/office/drawing/2014/main" id="{11E372AB-72BF-5918-8EDA-DAD07E105535}"/>
                </a:ext>
              </a:extLst>
            </p:cNvPr>
            <p:cNvSpPr/>
            <p:nvPr/>
          </p:nvSpPr>
          <p:spPr>
            <a:xfrm>
              <a:off x="5280123" y="3347807"/>
              <a:ext cx="454941" cy="519441"/>
            </a:xfrm>
            <a:custGeom>
              <a:avLst/>
              <a:gdLst/>
              <a:ahLst/>
              <a:cxnLst/>
              <a:rect l="l" t="t" r="r" b="b"/>
              <a:pathLst>
                <a:path w="23114" h="26391" extrusionOk="0">
                  <a:moveTo>
                    <a:pt x="6588" y="0"/>
                  </a:moveTo>
                  <a:cubicBezTo>
                    <a:pt x="2837" y="0"/>
                    <a:pt x="1" y="3151"/>
                    <a:pt x="3833" y="6276"/>
                  </a:cubicBezTo>
                  <a:cubicBezTo>
                    <a:pt x="8203" y="9812"/>
                    <a:pt x="15741" y="14515"/>
                    <a:pt x="18076" y="25656"/>
                  </a:cubicBezTo>
                  <a:lnTo>
                    <a:pt x="23113" y="26390"/>
                  </a:lnTo>
                  <a:cubicBezTo>
                    <a:pt x="23113" y="26390"/>
                    <a:pt x="22179" y="17217"/>
                    <a:pt x="19477" y="11246"/>
                  </a:cubicBezTo>
                  <a:cubicBezTo>
                    <a:pt x="16809" y="5308"/>
                    <a:pt x="12539" y="1206"/>
                    <a:pt x="8103" y="171"/>
                  </a:cubicBezTo>
                  <a:cubicBezTo>
                    <a:pt x="7591" y="55"/>
                    <a:pt x="7081" y="0"/>
                    <a:pt x="65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9">
              <a:extLst>
                <a:ext uri="{FF2B5EF4-FFF2-40B4-BE49-F238E27FC236}">
                  <a16:creationId xmlns:a16="http://schemas.microsoft.com/office/drawing/2014/main" id="{F14DB36D-68F9-CE02-C373-5C7A8BFA94F2}"/>
                </a:ext>
              </a:extLst>
            </p:cNvPr>
            <p:cNvSpPr/>
            <p:nvPr/>
          </p:nvSpPr>
          <p:spPr>
            <a:xfrm>
              <a:off x="5416385" y="3401521"/>
              <a:ext cx="268784" cy="461791"/>
            </a:xfrm>
            <a:custGeom>
              <a:avLst/>
              <a:gdLst/>
              <a:ahLst/>
              <a:cxnLst/>
              <a:rect l="l" t="t" r="r" b="b"/>
              <a:pathLst>
                <a:path w="13656" h="23462" extrusionOk="0">
                  <a:moveTo>
                    <a:pt x="282" y="0"/>
                  </a:moveTo>
                  <a:cubicBezTo>
                    <a:pt x="114" y="0"/>
                    <a:pt x="0" y="226"/>
                    <a:pt x="179" y="345"/>
                  </a:cubicBezTo>
                  <a:cubicBezTo>
                    <a:pt x="4782" y="2746"/>
                    <a:pt x="12588" y="8917"/>
                    <a:pt x="13288" y="23294"/>
                  </a:cubicBezTo>
                  <a:cubicBezTo>
                    <a:pt x="13288" y="23361"/>
                    <a:pt x="13355" y="23461"/>
                    <a:pt x="13455" y="23461"/>
                  </a:cubicBezTo>
                  <a:lnTo>
                    <a:pt x="13488" y="23461"/>
                  </a:lnTo>
                  <a:cubicBezTo>
                    <a:pt x="13589" y="23461"/>
                    <a:pt x="13655" y="23361"/>
                    <a:pt x="13655" y="23261"/>
                  </a:cubicBezTo>
                  <a:cubicBezTo>
                    <a:pt x="12955" y="8717"/>
                    <a:pt x="5016" y="2446"/>
                    <a:pt x="346" y="11"/>
                  </a:cubicBezTo>
                  <a:cubicBezTo>
                    <a:pt x="324" y="4"/>
                    <a:pt x="303" y="0"/>
                    <a:pt x="28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9">
              <a:extLst>
                <a:ext uri="{FF2B5EF4-FFF2-40B4-BE49-F238E27FC236}">
                  <a16:creationId xmlns:a16="http://schemas.microsoft.com/office/drawing/2014/main" id="{8ADF107B-358B-F940-A2F5-F3389CA17B25}"/>
                </a:ext>
              </a:extLst>
            </p:cNvPr>
            <p:cNvSpPr/>
            <p:nvPr/>
          </p:nvSpPr>
          <p:spPr>
            <a:xfrm>
              <a:off x="5347024" y="3661763"/>
              <a:ext cx="440553" cy="448879"/>
            </a:xfrm>
            <a:custGeom>
              <a:avLst/>
              <a:gdLst/>
              <a:ahLst/>
              <a:cxnLst/>
              <a:rect l="l" t="t" r="r" b="b"/>
              <a:pathLst>
                <a:path w="22383" h="22806" extrusionOk="0">
                  <a:moveTo>
                    <a:pt x="3930" y="0"/>
                  </a:moveTo>
                  <a:cubicBezTo>
                    <a:pt x="2817" y="0"/>
                    <a:pt x="1707" y="355"/>
                    <a:pt x="901" y="1233"/>
                  </a:cubicBezTo>
                  <a:cubicBezTo>
                    <a:pt x="667" y="1466"/>
                    <a:pt x="501" y="1766"/>
                    <a:pt x="401" y="2067"/>
                  </a:cubicBezTo>
                  <a:cubicBezTo>
                    <a:pt x="0" y="3367"/>
                    <a:pt x="901" y="4268"/>
                    <a:pt x="1768" y="5002"/>
                  </a:cubicBezTo>
                  <a:cubicBezTo>
                    <a:pt x="2435" y="5569"/>
                    <a:pt x="3169" y="6169"/>
                    <a:pt x="3369" y="7037"/>
                  </a:cubicBezTo>
                  <a:cubicBezTo>
                    <a:pt x="3736" y="8771"/>
                    <a:pt x="1702" y="10372"/>
                    <a:pt x="2135" y="12107"/>
                  </a:cubicBezTo>
                  <a:cubicBezTo>
                    <a:pt x="2369" y="12808"/>
                    <a:pt x="2869" y="13408"/>
                    <a:pt x="3570" y="13708"/>
                  </a:cubicBezTo>
                  <a:cubicBezTo>
                    <a:pt x="4137" y="13975"/>
                    <a:pt x="4704" y="14242"/>
                    <a:pt x="5271" y="14442"/>
                  </a:cubicBezTo>
                  <a:cubicBezTo>
                    <a:pt x="5538" y="14542"/>
                    <a:pt x="5838" y="14609"/>
                    <a:pt x="6138" y="14642"/>
                  </a:cubicBezTo>
                  <a:cubicBezTo>
                    <a:pt x="7005" y="14742"/>
                    <a:pt x="7806" y="15109"/>
                    <a:pt x="8473" y="15710"/>
                  </a:cubicBezTo>
                  <a:cubicBezTo>
                    <a:pt x="9407" y="16710"/>
                    <a:pt x="9307" y="18312"/>
                    <a:pt x="9641" y="19679"/>
                  </a:cubicBezTo>
                  <a:lnTo>
                    <a:pt x="9641" y="19713"/>
                  </a:lnTo>
                  <a:cubicBezTo>
                    <a:pt x="10164" y="21647"/>
                    <a:pt x="11899" y="22805"/>
                    <a:pt x="13701" y="22805"/>
                  </a:cubicBezTo>
                  <a:cubicBezTo>
                    <a:pt x="14540" y="22805"/>
                    <a:pt x="15393" y="22555"/>
                    <a:pt x="16145" y="22014"/>
                  </a:cubicBezTo>
                  <a:lnTo>
                    <a:pt x="20949" y="18578"/>
                  </a:lnTo>
                  <a:cubicBezTo>
                    <a:pt x="22083" y="16911"/>
                    <a:pt x="22383" y="14776"/>
                    <a:pt x="21716" y="12841"/>
                  </a:cubicBezTo>
                  <a:cubicBezTo>
                    <a:pt x="21416" y="11907"/>
                    <a:pt x="20849" y="11073"/>
                    <a:pt x="20081" y="10439"/>
                  </a:cubicBezTo>
                  <a:cubicBezTo>
                    <a:pt x="19181" y="9739"/>
                    <a:pt x="18247" y="9472"/>
                    <a:pt x="17746" y="8304"/>
                  </a:cubicBezTo>
                  <a:cubicBezTo>
                    <a:pt x="17479" y="7537"/>
                    <a:pt x="17279" y="6703"/>
                    <a:pt x="17213" y="5869"/>
                  </a:cubicBezTo>
                  <a:cubicBezTo>
                    <a:pt x="17113" y="5035"/>
                    <a:pt x="16846" y="4235"/>
                    <a:pt x="16412" y="3534"/>
                  </a:cubicBezTo>
                  <a:cubicBezTo>
                    <a:pt x="15678" y="2567"/>
                    <a:pt x="14577" y="1966"/>
                    <a:pt x="13343" y="1866"/>
                  </a:cubicBezTo>
                  <a:cubicBezTo>
                    <a:pt x="13157" y="1844"/>
                    <a:pt x="12970" y="1835"/>
                    <a:pt x="12781" y="1835"/>
                  </a:cubicBezTo>
                  <a:cubicBezTo>
                    <a:pt x="12005" y="1835"/>
                    <a:pt x="11209" y="1989"/>
                    <a:pt x="10439" y="1989"/>
                  </a:cubicBezTo>
                  <a:cubicBezTo>
                    <a:pt x="10018" y="1989"/>
                    <a:pt x="9605" y="1942"/>
                    <a:pt x="9207" y="1800"/>
                  </a:cubicBezTo>
                  <a:cubicBezTo>
                    <a:pt x="7906" y="1299"/>
                    <a:pt x="6672" y="532"/>
                    <a:pt x="5271" y="165"/>
                  </a:cubicBezTo>
                  <a:cubicBezTo>
                    <a:pt x="4837" y="59"/>
                    <a:pt x="4383" y="0"/>
                    <a:pt x="39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9">
              <a:extLst>
                <a:ext uri="{FF2B5EF4-FFF2-40B4-BE49-F238E27FC236}">
                  <a16:creationId xmlns:a16="http://schemas.microsoft.com/office/drawing/2014/main" id="{56371D65-32EC-0A44-AA93-1DBDFEC3A781}"/>
                </a:ext>
              </a:extLst>
            </p:cNvPr>
            <p:cNvSpPr/>
            <p:nvPr/>
          </p:nvSpPr>
          <p:spPr>
            <a:xfrm>
              <a:off x="5408079" y="3697014"/>
              <a:ext cx="286931" cy="365878"/>
            </a:xfrm>
            <a:custGeom>
              <a:avLst/>
              <a:gdLst/>
              <a:ahLst/>
              <a:cxnLst/>
              <a:rect l="l" t="t" r="r" b="b"/>
              <a:pathLst>
                <a:path w="14578" h="18589" extrusionOk="0">
                  <a:moveTo>
                    <a:pt x="181" y="0"/>
                  </a:moveTo>
                  <a:cubicBezTo>
                    <a:pt x="101" y="0"/>
                    <a:pt x="28" y="60"/>
                    <a:pt x="1" y="142"/>
                  </a:cubicBezTo>
                  <a:cubicBezTo>
                    <a:pt x="1" y="242"/>
                    <a:pt x="67" y="342"/>
                    <a:pt x="167" y="376"/>
                  </a:cubicBezTo>
                  <a:cubicBezTo>
                    <a:pt x="1969" y="809"/>
                    <a:pt x="7139" y="3011"/>
                    <a:pt x="10641" y="7647"/>
                  </a:cubicBezTo>
                  <a:cubicBezTo>
                    <a:pt x="9509" y="7253"/>
                    <a:pt x="8331" y="7060"/>
                    <a:pt x="7154" y="7060"/>
                  </a:cubicBezTo>
                  <a:cubicBezTo>
                    <a:pt x="5350" y="7060"/>
                    <a:pt x="3551" y="7513"/>
                    <a:pt x="1935" y="8381"/>
                  </a:cubicBezTo>
                  <a:cubicBezTo>
                    <a:pt x="1835" y="8448"/>
                    <a:pt x="1835" y="8581"/>
                    <a:pt x="1869" y="8682"/>
                  </a:cubicBezTo>
                  <a:cubicBezTo>
                    <a:pt x="1902" y="8715"/>
                    <a:pt x="1969" y="8748"/>
                    <a:pt x="2035" y="8748"/>
                  </a:cubicBezTo>
                  <a:cubicBezTo>
                    <a:pt x="2069" y="8748"/>
                    <a:pt x="2135" y="8748"/>
                    <a:pt x="2169" y="8715"/>
                  </a:cubicBezTo>
                  <a:cubicBezTo>
                    <a:pt x="3729" y="7878"/>
                    <a:pt x="5452" y="7453"/>
                    <a:pt x="7183" y="7453"/>
                  </a:cubicBezTo>
                  <a:cubicBezTo>
                    <a:pt x="8487" y="7453"/>
                    <a:pt x="9795" y="7694"/>
                    <a:pt x="11042" y="8181"/>
                  </a:cubicBezTo>
                  <a:cubicBezTo>
                    <a:pt x="13143" y="11150"/>
                    <a:pt x="14177" y="14753"/>
                    <a:pt x="14011" y="18389"/>
                  </a:cubicBezTo>
                  <a:cubicBezTo>
                    <a:pt x="14011" y="18489"/>
                    <a:pt x="14077" y="18589"/>
                    <a:pt x="14177" y="18589"/>
                  </a:cubicBezTo>
                  <a:cubicBezTo>
                    <a:pt x="14311" y="18589"/>
                    <a:pt x="14377" y="18522"/>
                    <a:pt x="14411" y="18389"/>
                  </a:cubicBezTo>
                  <a:cubicBezTo>
                    <a:pt x="14578" y="14686"/>
                    <a:pt x="13510" y="11017"/>
                    <a:pt x="11375" y="7948"/>
                  </a:cubicBezTo>
                  <a:cubicBezTo>
                    <a:pt x="11342" y="7914"/>
                    <a:pt x="11342" y="7881"/>
                    <a:pt x="11309" y="7881"/>
                  </a:cubicBezTo>
                  <a:cubicBezTo>
                    <a:pt x="7739" y="2811"/>
                    <a:pt x="2135" y="409"/>
                    <a:pt x="234" y="9"/>
                  </a:cubicBezTo>
                  <a:cubicBezTo>
                    <a:pt x="216" y="3"/>
                    <a:pt x="199" y="0"/>
                    <a:pt x="1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9">
              <a:extLst>
                <a:ext uri="{FF2B5EF4-FFF2-40B4-BE49-F238E27FC236}">
                  <a16:creationId xmlns:a16="http://schemas.microsoft.com/office/drawing/2014/main" id="{1A6F4260-7F0D-D86B-729E-F6BD42882094}"/>
                </a:ext>
              </a:extLst>
            </p:cNvPr>
            <p:cNvSpPr/>
            <p:nvPr/>
          </p:nvSpPr>
          <p:spPr>
            <a:xfrm>
              <a:off x="5012185" y="1869691"/>
              <a:ext cx="433999" cy="532116"/>
            </a:xfrm>
            <a:custGeom>
              <a:avLst/>
              <a:gdLst/>
              <a:ahLst/>
              <a:cxnLst/>
              <a:rect l="l" t="t" r="r" b="b"/>
              <a:pathLst>
                <a:path w="22050" h="27035" extrusionOk="0">
                  <a:moveTo>
                    <a:pt x="18556" y="1472"/>
                  </a:moveTo>
                  <a:lnTo>
                    <a:pt x="18580" y="1483"/>
                  </a:lnTo>
                  <a:cubicBezTo>
                    <a:pt x="18572" y="1479"/>
                    <a:pt x="18564" y="1475"/>
                    <a:pt x="18556" y="1472"/>
                  </a:cubicBezTo>
                  <a:close/>
                  <a:moveTo>
                    <a:pt x="11364" y="3113"/>
                  </a:moveTo>
                  <a:lnTo>
                    <a:pt x="11375" y="3118"/>
                  </a:lnTo>
                  <a:cubicBezTo>
                    <a:pt x="11371" y="3116"/>
                    <a:pt x="11368" y="3114"/>
                    <a:pt x="11364" y="3113"/>
                  </a:cubicBezTo>
                  <a:close/>
                  <a:moveTo>
                    <a:pt x="14186" y="1"/>
                  </a:moveTo>
                  <a:cubicBezTo>
                    <a:pt x="13891" y="1"/>
                    <a:pt x="13652" y="160"/>
                    <a:pt x="13510" y="416"/>
                  </a:cubicBezTo>
                  <a:lnTo>
                    <a:pt x="12276" y="3051"/>
                  </a:lnTo>
                  <a:cubicBezTo>
                    <a:pt x="12209" y="3185"/>
                    <a:pt x="12109" y="3318"/>
                    <a:pt x="11975" y="3418"/>
                  </a:cubicBezTo>
                  <a:cubicBezTo>
                    <a:pt x="11909" y="3485"/>
                    <a:pt x="11842" y="3518"/>
                    <a:pt x="11742" y="3585"/>
                  </a:cubicBezTo>
                  <a:lnTo>
                    <a:pt x="12342" y="4952"/>
                  </a:lnTo>
                  <a:cubicBezTo>
                    <a:pt x="12437" y="5165"/>
                    <a:pt x="12632" y="5277"/>
                    <a:pt x="12832" y="5277"/>
                  </a:cubicBezTo>
                  <a:cubicBezTo>
                    <a:pt x="12915" y="5277"/>
                    <a:pt x="12998" y="5258"/>
                    <a:pt x="13076" y="5219"/>
                  </a:cubicBezTo>
                  <a:cubicBezTo>
                    <a:pt x="13410" y="5086"/>
                    <a:pt x="13710" y="4986"/>
                    <a:pt x="14010" y="4886"/>
                  </a:cubicBezTo>
                  <a:cubicBezTo>
                    <a:pt x="14210" y="4819"/>
                    <a:pt x="14344" y="4719"/>
                    <a:pt x="14511" y="4619"/>
                  </a:cubicBezTo>
                  <a:cubicBezTo>
                    <a:pt x="14611" y="4519"/>
                    <a:pt x="14711" y="4385"/>
                    <a:pt x="14777" y="4252"/>
                  </a:cubicBezTo>
                  <a:lnTo>
                    <a:pt x="16012" y="1617"/>
                  </a:lnTo>
                  <a:cubicBezTo>
                    <a:pt x="16164" y="1342"/>
                    <a:pt x="16457" y="1179"/>
                    <a:pt x="16761" y="1179"/>
                  </a:cubicBezTo>
                  <a:cubicBezTo>
                    <a:pt x="16789" y="1179"/>
                    <a:pt x="16817" y="1180"/>
                    <a:pt x="16846" y="1183"/>
                  </a:cubicBezTo>
                  <a:lnTo>
                    <a:pt x="18413" y="1450"/>
                  </a:lnTo>
                  <a:cubicBezTo>
                    <a:pt x="18472" y="1450"/>
                    <a:pt x="18504" y="1450"/>
                    <a:pt x="18556" y="1472"/>
                  </a:cubicBezTo>
                  <a:lnTo>
                    <a:pt x="18556" y="1472"/>
                  </a:lnTo>
                  <a:lnTo>
                    <a:pt x="16078" y="316"/>
                  </a:lnTo>
                  <a:cubicBezTo>
                    <a:pt x="16012" y="282"/>
                    <a:pt x="15945" y="249"/>
                    <a:pt x="15912" y="249"/>
                  </a:cubicBezTo>
                  <a:lnTo>
                    <a:pt x="14344" y="16"/>
                  </a:lnTo>
                  <a:cubicBezTo>
                    <a:pt x="14290" y="6"/>
                    <a:pt x="14237" y="1"/>
                    <a:pt x="14186" y="1"/>
                  </a:cubicBezTo>
                  <a:close/>
                  <a:moveTo>
                    <a:pt x="19306" y="3572"/>
                  </a:moveTo>
                  <a:cubicBezTo>
                    <a:pt x="19227" y="3572"/>
                    <a:pt x="19154" y="3596"/>
                    <a:pt x="19080" y="3652"/>
                  </a:cubicBezTo>
                  <a:lnTo>
                    <a:pt x="18247" y="4219"/>
                  </a:lnTo>
                  <a:lnTo>
                    <a:pt x="18113" y="4719"/>
                  </a:lnTo>
                  <a:cubicBezTo>
                    <a:pt x="18046" y="5053"/>
                    <a:pt x="18146" y="5419"/>
                    <a:pt x="18413" y="5620"/>
                  </a:cubicBezTo>
                  <a:cubicBezTo>
                    <a:pt x="18580" y="5753"/>
                    <a:pt x="18714" y="5886"/>
                    <a:pt x="18880" y="6053"/>
                  </a:cubicBezTo>
                  <a:cubicBezTo>
                    <a:pt x="19005" y="6199"/>
                    <a:pt x="19181" y="6279"/>
                    <a:pt x="19369" y="6279"/>
                  </a:cubicBezTo>
                  <a:cubicBezTo>
                    <a:pt x="19483" y="6279"/>
                    <a:pt x="19601" y="6250"/>
                    <a:pt x="19714" y="6187"/>
                  </a:cubicBezTo>
                  <a:lnTo>
                    <a:pt x="21649" y="4819"/>
                  </a:lnTo>
                  <a:cubicBezTo>
                    <a:pt x="21712" y="4756"/>
                    <a:pt x="21803" y="4732"/>
                    <a:pt x="21894" y="4732"/>
                  </a:cubicBezTo>
                  <a:cubicBezTo>
                    <a:pt x="21947" y="4732"/>
                    <a:pt x="22000" y="4740"/>
                    <a:pt x="22049" y="4752"/>
                  </a:cubicBezTo>
                  <a:lnTo>
                    <a:pt x="19514" y="3618"/>
                  </a:lnTo>
                  <a:cubicBezTo>
                    <a:pt x="19439" y="3588"/>
                    <a:pt x="19371" y="3572"/>
                    <a:pt x="19306" y="3572"/>
                  </a:cubicBezTo>
                  <a:close/>
                  <a:moveTo>
                    <a:pt x="14465" y="8631"/>
                  </a:moveTo>
                  <a:cubicBezTo>
                    <a:pt x="14338" y="8631"/>
                    <a:pt x="14209" y="8639"/>
                    <a:pt x="14077" y="8655"/>
                  </a:cubicBezTo>
                  <a:cubicBezTo>
                    <a:pt x="14244" y="8922"/>
                    <a:pt x="14344" y="9222"/>
                    <a:pt x="14444" y="9522"/>
                  </a:cubicBezTo>
                  <a:cubicBezTo>
                    <a:pt x="15144" y="11957"/>
                    <a:pt x="13777" y="15493"/>
                    <a:pt x="11442" y="17461"/>
                  </a:cubicBezTo>
                  <a:cubicBezTo>
                    <a:pt x="10708" y="18095"/>
                    <a:pt x="9841" y="18495"/>
                    <a:pt x="8907" y="18662"/>
                  </a:cubicBezTo>
                  <a:cubicBezTo>
                    <a:pt x="9395" y="19471"/>
                    <a:pt x="10173" y="19888"/>
                    <a:pt x="11086" y="19888"/>
                  </a:cubicBezTo>
                  <a:cubicBezTo>
                    <a:pt x="11980" y="19888"/>
                    <a:pt x="13003" y="19488"/>
                    <a:pt x="14010" y="18662"/>
                  </a:cubicBezTo>
                  <a:cubicBezTo>
                    <a:pt x="16312" y="16694"/>
                    <a:pt x="17646" y="13158"/>
                    <a:pt x="16979" y="10723"/>
                  </a:cubicBezTo>
                  <a:lnTo>
                    <a:pt x="17012" y="10723"/>
                  </a:lnTo>
                  <a:cubicBezTo>
                    <a:pt x="16620" y="9337"/>
                    <a:pt x="15657" y="8631"/>
                    <a:pt x="14465" y="8631"/>
                  </a:cubicBezTo>
                  <a:close/>
                  <a:moveTo>
                    <a:pt x="8673" y="1884"/>
                  </a:moveTo>
                  <a:cubicBezTo>
                    <a:pt x="8540" y="1884"/>
                    <a:pt x="8473" y="1950"/>
                    <a:pt x="8373" y="2017"/>
                  </a:cubicBezTo>
                  <a:lnTo>
                    <a:pt x="6205" y="3785"/>
                  </a:lnTo>
                  <a:cubicBezTo>
                    <a:pt x="6171" y="3818"/>
                    <a:pt x="6171" y="3852"/>
                    <a:pt x="6138" y="3885"/>
                  </a:cubicBezTo>
                  <a:cubicBezTo>
                    <a:pt x="6105" y="3885"/>
                    <a:pt x="6105" y="3918"/>
                    <a:pt x="6071" y="3952"/>
                  </a:cubicBezTo>
                  <a:cubicBezTo>
                    <a:pt x="6004" y="4052"/>
                    <a:pt x="5938" y="4185"/>
                    <a:pt x="5904" y="4285"/>
                  </a:cubicBezTo>
                  <a:cubicBezTo>
                    <a:pt x="5904" y="4319"/>
                    <a:pt x="5904" y="4352"/>
                    <a:pt x="5904" y="4385"/>
                  </a:cubicBezTo>
                  <a:cubicBezTo>
                    <a:pt x="5871" y="4485"/>
                    <a:pt x="5871" y="4619"/>
                    <a:pt x="5871" y="4719"/>
                  </a:cubicBezTo>
                  <a:lnTo>
                    <a:pt x="6205" y="6754"/>
                  </a:lnTo>
                  <a:cubicBezTo>
                    <a:pt x="6238" y="7121"/>
                    <a:pt x="6138" y="7488"/>
                    <a:pt x="5938" y="7754"/>
                  </a:cubicBezTo>
                  <a:cubicBezTo>
                    <a:pt x="5604" y="8221"/>
                    <a:pt x="5271" y="8655"/>
                    <a:pt x="5004" y="9122"/>
                  </a:cubicBezTo>
                  <a:cubicBezTo>
                    <a:pt x="4870" y="9322"/>
                    <a:pt x="4704" y="9456"/>
                    <a:pt x="4503" y="9522"/>
                  </a:cubicBezTo>
                  <a:cubicBezTo>
                    <a:pt x="4437" y="9556"/>
                    <a:pt x="4370" y="9589"/>
                    <a:pt x="4303" y="9589"/>
                  </a:cubicBezTo>
                  <a:lnTo>
                    <a:pt x="2402" y="9589"/>
                  </a:lnTo>
                  <a:lnTo>
                    <a:pt x="2302" y="9622"/>
                  </a:lnTo>
                  <a:cubicBezTo>
                    <a:pt x="2268" y="9622"/>
                    <a:pt x="2235" y="9656"/>
                    <a:pt x="2202" y="9656"/>
                  </a:cubicBezTo>
                  <a:cubicBezTo>
                    <a:pt x="2102" y="9723"/>
                    <a:pt x="2035" y="9756"/>
                    <a:pt x="2002" y="9789"/>
                  </a:cubicBezTo>
                  <a:cubicBezTo>
                    <a:pt x="1902" y="9889"/>
                    <a:pt x="1835" y="9989"/>
                    <a:pt x="1768" y="10089"/>
                  </a:cubicBezTo>
                  <a:lnTo>
                    <a:pt x="634" y="13058"/>
                  </a:lnTo>
                  <a:cubicBezTo>
                    <a:pt x="534" y="13358"/>
                    <a:pt x="667" y="13659"/>
                    <a:pt x="934" y="13759"/>
                  </a:cubicBezTo>
                  <a:lnTo>
                    <a:pt x="2669" y="14626"/>
                  </a:lnTo>
                  <a:cubicBezTo>
                    <a:pt x="2735" y="14726"/>
                    <a:pt x="2769" y="14860"/>
                    <a:pt x="2735" y="14993"/>
                  </a:cubicBezTo>
                  <a:cubicBezTo>
                    <a:pt x="2669" y="15460"/>
                    <a:pt x="2635" y="15927"/>
                    <a:pt x="2602" y="16394"/>
                  </a:cubicBezTo>
                  <a:cubicBezTo>
                    <a:pt x="2602" y="16761"/>
                    <a:pt x="2435" y="17094"/>
                    <a:pt x="2202" y="17361"/>
                  </a:cubicBezTo>
                  <a:lnTo>
                    <a:pt x="2168" y="17361"/>
                  </a:lnTo>
                  <a:lnTo>
                    <a:pt x="334" y="19229"/>
                  </a:lnTo>
                  <a:cubicBezTo>
                    <a:pt x="300" y="19263"/>
                    <a:pt x="267" y="19296"/>
                    <a:pt x="234" y="19329"/>
                  </a:cubicBezTo>
                  <a:lnTo>
                    <a:pt x="234" y="19363"/>
                  </a:lnTo>
                  <a:cubicBezTo>
                    <a:pt x="200" y="19396"/>
                    <a:pt x="167" y="19429"/>
                    <a:pt x="167" y="19496"/>
                  </a:cubicBezTo>
                  <a:cubicBezTo>
                    <a:pt x="34" y="19696"/>
                    <a:pt x="0" y="19930"/>
                    <a:pt x="67" y="20197"/>
                  </a:cubicBezTo>
                  <a:lnTo>
                    <a:pt x="667" y="22231"/>
                  </a:lnTo>
                  <a:cubicBezTo>
                    <a:pt x="667" y="22365"/>
                    <a:pt x="767" y="22465"/>
                    <a:pt x="867" y="22498"/>
                  </a:cubicBezTo>
                  <a:lnTo>
                    <a:pt x="3403" y="23699"/>
                  </a:lnTo>
                  <a:cubicBezTo>
                    <a:pt x="3303" y="23632"/>
                    <a:pt x="3236" y="23532"/>
                    <a:pt x="3202" y="23432"/>
                  </a:cubicBezTo>
                  <a:lnTo>
                    <a:pt x="2635" y="21364"/>
                  </a:lnTo>
                  <a:cubicBezTo>
                    <a:pt x="2602" y="21231"/>
                    <a:pt x="2602" y="21097"/>
                    <a:pt x="2635" y="20964"/>
                  </a:cubicBezTo>
                  <a:cubicBezTo>
                    <a:pt x="2669" y="20730"/>
                    <a:pt x="2769" y="20564"/>
                    <a:pt x="2902" y="20397"/>
                  </a:cubicBezTo>
                  <a:lnTo>
                    <a:pt x="4770" y="18596"/>
                  </a:lnTo>
                  <a:lnTo>
                    <a:pt x="4770" y="18562"/>
                  </a:lnTo>
                  <a:cubicBezTo>
                    <a:pt x="5004" y="18295"/>
                    <a:pt x="5171" y="17962"/>
                    <a:pt x="5204" y="17595"/>
                  </a:cubicBezTo>
                  <a:cubicBezTo>
                    <a:pt x="5204" y="17128"/>
                    <a:pt x="5237" y="16661"/>
                    <a:pt x="5337" y="16194"/>
                  </a:cubicBezTo>
                  <a:cubicBezTo>
                    <a:pt x="5337" y="15860"/>
                    <a:pt x="5137" y="15560"/>
                    <a:pt x="4837" y="15460"/>
                  </a:cubicBezTo>
                  <a:lnTo>
                    <a:pt x="3603" y="15026"/>
                  </a:lnTo>
                  <a:cubicBezTo>
                    <a:pt x="3269" y="14926"/>
                    <a:pt x="3102" y="14626"/>
                    <a:pt x="3202" y="14292"/>
                  </a:cubicBezTo>
                  <a:lnTo>
                    <a:pt x="4337" y="11324"/>
                  </a:lnTo>
                  <a:cubicBezTo>
                    <a:pt x="4370" y="11224"/>
                    <a:pt x="4437" y="11124"/>
                    <a:pt x="4537" y="11057"/>
                  </a:cubicBezTo>
                  <a:cubicBezTo>
                    <a:pt x="4704" y="10890"/>
                    <a:pt x="4937" y="10823"/>
                    <a:pt x="5137" y="10823"/>
                  </a:cubicBezTo>
                  <a:lnTo>
                    <a:pt x="6638" y="10823"/>
                  </a:lnTo>
                  <a:cubicBezTo>
                    <a:pt x="6772" y="10790"/>
                    <a:pt x="6938" y="10790"/>
                    <a:pt x="7072" y="10723"/>
                  </a:cubicBezTo>
                  <a:cubicBezTo>
                    <a:pt x="7239" y="10623"/>
                    <a:pt x="7405" y="10490"/>
                    <a:pt x="7539" y="10323"/>
                  </a:cubicBezTo>
                  <a:cubicBezTo>
                    <a:pt x="7839" y="9856"/>
                    <a:pt x="8139" y="9389"/>
                    <a:pt x="8506" y="8955"/>
                  </a:cubicBezTo>
                  <a:cubicBezTo>
                    <a:pt x="8706" y="8655"/>
                    <a:pt x="8806" y="8322"/>
                    <a:pt x="8773" y="7955"/>
                  </a:cubicBezTo>
                  <a:lnTo>
                    <a:pt x="8440" y="5920"/>
                  </a:lnTo>
                  <a:cubicBezTo>
                    <a:pt x="8406" y="5786"/>
                    <a:pt x="8406" y="5686"/>
                    <a:pt x="8440" y="5553"/>
                  </a:cubicBezTo>
                  <a:cubicBezTo>
                    <a:pt x="8473" y="5319"/>
                    <a:pt x="8606" y="5119"/>
                    <a:pt x="8773" y="4986"/>
                  </a:cubicBezTo>
                  <a:lnTo>
                    <a:pt x="10941" y="3185"/>
                  </a:lnTo>
                  <a:cubicBezTo>
                    <a:pt x="11006" y="3120"/>
                    <a:pt x="11112" y="3083"/>
                    <a:pt x="11215" y="3083"/>
                  </a:cubicBezTo>
                  <a:cubicBezTo>
                    <a:pt x="11268" y="3083"/>
                    <a:pt x="11319" y="3093"/>
                    <a:pt x="11364" y="3113"/>
                  </a:cubicBezTo>
                  <a:lnTo>
                    <a:pt x="11364" y="3113"/>
                  </a:lnTo>
                  <a:lnTo>
                    <a:pt x="8840" y="1917"/>
                  </a:lnTo>
                  <a:cubicBezTo>
                    <a:pt x="8773" y="1884"/>
                    <a:pt x="8706" y="1884"/>
                    <a:pt x="8673" y="1884"/>
                  </a:cubicBezTo>
                  <a:close/>
                  <a:moveTo>
                    <a:pt x="12686" y="23226"/>
                  </a:moveTo>
                  <a:cubicBezTo>
                    <a:pt x="12594" y="23226"/>
                    <a:pt x="12498" y="23249"/>
                    <a:pt x="12409" y="23299"/>
                  </a:cubicBezTo>
                  <a:cubicBezTo>
                    <a:pt x="12109" y="23399"/>
                    <a:pt x="11809" y="23532"/>
                    <a:pt x="11475" y="23632"/>
                  </a:cubicBezTo>
                  <a:cubicBezTo>
                    <a:pt x="11375" y="23632"/>
                    <a:pt x="11275" y="23699"/>
                    <a:pt x="11208" y="23733"/>
                  </a:cubicBezTo>
                  <a:lnTo>
                    <a:pt x="11275" y="23966"/>
                  </a:lnTo>
                  <a:cubicBezTo>
                    <a:pt x="11308" y="24066"/>
                    <a:pt x="11408" y="24133"/>
                    <a:pt x="11508" y="24200"/>
                  </a:cubicBezTo>
                  <a:lnTo>
                    <a:pt x="13996" y="25345"/>
                  </a:lnTo>
                  <a:lnTo>
                    <a:pt x="13996" y="25345"/>
                  </a:lnTo>
                  <a:cubicBezTo>
                    <a:pt x="13922" y="25301"/>
                    <a:pt x="13871" y="25223"/>
                    <a:pt x="13843" y="25167"/>
                  </a:cubicBezTo>
                  <a:lnTo>
                    <a:pt x="13176" y="23566"/>
                  </a:lnTo>
                  <a:cubicBezTo>
                    <a:pt x="13106" y="23355"/>
                    <a:pt x="12904" y="23226"/>
                    <a:pt x="12686" y="23226"/>
                  </a:cubicBezTo>
                  <a:close/>
                  <a:moveTo>
                    <a:pt x="13996" y="25345"/>
                  </a:moveTo>
                  <a:cubicBezTo>
                    <a:pt x="14011" y="25354"/>
                    <a:pt x="14027" y="25361"/>
                    <a:pt x="14044" y="25367"/>
                  </a:cubicBezTo>
                  <a:lnTo>
                    <a:pt x="13996" y="25345"/>
                  </a:lnTo>
                  <a:close/>
                  <a:moveTo>
                    <a:pt x="6102" y="22239"/>
                  </a:moveTo>
                  <a:cubicBezTo>
                    <a:pt x="5987" y="22239"/>
                    <a:pt x="5872" y="22269"/>
                    <a:pt x="5771" y="22332"/>
                  </a:cubicBezTo>
                  <a:lnTo>
                    <a:pt x="4670" y="23099"/>
                  </a:lnTo>
                  <a:lnTo>
                    <a:pt x="4003" y="25267"/>
                  </a:lnTo>
                  <a:cubicBezTo>
                    <a:pt x="3936" y="25500"/>
                    <a:pt x="4036" y="25734"/>
                    <a:pt x="4270" y="25834"/>
                  </a:cubicBezTo>
                  <a:lnTo>
                    <a:pt x="6806" y="27020"/>
                  </a:lnTo>
                  <a:lnTo>
                    <a:pt x="6806" y="27020"/>
                  </a:lnTo>
                  <a:cubicBezTo>
                    <a:pt x="6596" y="26913"/>
                    <a:pt x="6508" y="26690"/>
                    <a:pt x="6572" y="26468"/>
                  </a:cubicBezTo>
                  <a:lnTo>
                    <a:pt x="7372" y="23799"/>
                  </a:lnTo>
                  <a:cubicBezTo>
                    <a:pt x="7439" y="23432"/>
                    <a:pt x="7305" y="23099"/>
                    <a:pt x="7039" y="22899"/>
                  </a:cubicBezTo>
                  <a:cubicBezTo>
                    <a:pt x="6872" y="22765"/>
                    <a:pt x="6738" y="22632"/>
                    <a:pt x="6605" y="22465"/>
                  </a:cubicBezTo>
                  <a:cubicBezTo>
                    <a:pt x="6480" y="22320"/>
                    <a:pt x="6291" y="22239"/>
                    <a:pt x="6102" y="22239"/>
                  </a:cubicBezTo>
                  <a:close/>
                  <a:moveTo>
                    <a:pt x="6806" y="27020"/>
                  </a:moveTo>
                  <a:cubicBezTo>
                    <a:pt x="6817" y="27025"/>
                    <a:pt x="6827" y="27030"/>
                    <a:pt x="6838" y="27035"/>
                  </a:cubicBezTo>
                  <a:lnTo>
                    <a:pt x="6806" y="2702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9">
              <a:extLst>
                <a:ext uri="{FF2B5EF4-FFF2-40B4-BE49-F238E27FC236}">
                  <a16:creationId xmlns:a16="http://schemas.microsoft.com/office/drawing/2014/main" id="{3C6B5023-B89D-B99C-5599-38376A468F57}"/>
                </a:ext>
              </a:extLst>
            </p:cNvPr>
            <p:cNvSpPr/>
            <p:nvPr/>
          </p:nvSpPr>
          <p:spPr>
            <a:xfrm>
              <a:off x="5012185" y="1869691"/>
              <a:ext cx="433999" cy="532116"/>
            </a:xfrm>
            <a:custGeom>
              <a:avLst/>
              <a:gdLst/>
              <a:ahLst/>
              <a:cxnLst/>
              <a:rect l="l" t="t" r="r" b="b"/>
              <a:pathLst>
                <a:path w="22050" h="27035" extrusionOk="0">
                  <a:moveTo>
                    <a:pt x="18556" y="1472"/>
                  </a:moveTo>
                  <a:lnTo>
                    <a:pt x="18580" y="1483"/>
                  </a:lnTo>
                  <a:cubicBezTo>
                    <a:pt x="18572" y="1479"/>
                    <a:pt x="18564" y="1475"/>
                    <a:pt x="18556" y="1472"/>
                  </a:cubicBezTo>
                  <a:close/>
                  <a:moveTo>
                    <a:pt x="11364" y="3113"/>
                  </a:moveTo>
                  <a:lnTo>
                    <a:pt x="11375" y="3118"/>
                  </a:lnTo>
                  <a:cubicBezTo>
                    <a:pt x="11371" y="3116"/>
                    <a:pt x="11368" y="3114"/>
                    <a:pt x="11364" y="3113"/>
                  </a:cubicBezTo>
                  <a:close/>
                  <a:moveTo>
                    <a:pt x="14186" y="1"/>
                  </a:moveTo>
                  <a:cubicBezTo>
                    <a:pt x="13891" y="1"/>
                    <a:pt x="13652" y="160"/>
                    <a:pt x="13510" y="416"/>
                  </a:cubicBezTo>
                  <a:lnTo>
                    <a:pt x="12276" y="3051"/>
                  </a:lnTo>
                  <a:cubicBezTo>
                    <a:pt x="12209" y="3185"/>
                    <a:pt x="12109" y="3318"/>
                    <a:pt x="11975" y="3418"/>
                  </a:cubicBezTo>
                  <a:cubicBezTo>
                    <a:pt x="11909" y="3485"/>
                    <a:pt x="11842" y="3518"/>
                    <a:pt x="11742" y="3585"/>
                  </a:cubicBezTo>
                  <a:lnTo>
                    <a:pt x="12342" y="4952"/>
                  </a:lnTo>
                  <a:cubicBezTo>
                    <a:pt x="12437" y="5165"/>
                    <a:pt x="12632" y="5277"/>
                    <a:pt x="12832" y="5277"/>
                  </a:cubicBezTo>
                  <a:cubicBezTo>
                    <a:pt x="12915" y="5277"/>
                    <a:pt x="12998" y="5258"/>
                    <a:pt x="13076" y="5219"/>
                  </a:cubicBezTo>
                  <a:cubicBezTo>
                    <a:pt x="13410" y="5086"/>
                    <a:pt x="13710" y="4986"/>
                    <a:pt x="14010" y="4886"/>
                  </a:cubicBezTo>
                  <a:cubicBezTo>
                    <a:pt x="14210" y="4819"/>
                    <a:pt x="14344" y="4719"/>
                    <a:pt x="14511" y="4619"/>
                  </a:cubicBezTo>
                  <a:cubicBezTo>
                    <a:pt x="14611" y="4519"/>
                    <a:pt x="14711" y="4385"/>
                    <a:pt x="14777" y="4252"/>
                  </a:cubicBezTo>
                  <a:lnTo>
                    <a:pt x="16012" y="1617"/>
                  </a:lnTo>
                  <a:cubicBezTo>
                    <a:pt x="16164" y="1342"/>
                    <a:pt x="16457" y="1179"/>
                    <a:pt x="16761" y="1179"/>
                  </a:cubicBezTo>
                  <a:cubicBezTo>
                    <a:pt x="16789" y="1179"/>
                    <a:pt x="16817" y="1180"/>
                    <a:pt x="16846" y="1183"/>
                  </a:cubicBezTo>
                  <a:lnTo>
                    <a:pt x="18413" y="1450"/>
                  </a:lnTo>
                  <a:cubicBezTo>
                    <a:pt x="18472" y="1450"/>
                    <a:pt x="18504" y="1450"/>
                    <a:pt x="18556" y="1472"/>
                  </a:cubicBezTo>
                  <a:lnTo>
                    <a:pt x="18556" y="1472"/>
                  </a:lnTo>
                  <a:lnTo>
                    <a:pt x="16078" y="316"/>
                  </a:lnTo>
                  <a:cubicBezTo>
                    <a:pt x="16012" y="282"/>
                    <a:pt x="15945" y="249"/>
                    <a:pt x="15912" y="249"/>
                  </a:cubicBezTo>
                  <a:lnTo>
                    <a:pt x="14344" y="16"/>
                  </a:lnTo>
                  <a:cubicBezTo>
                    <a:pt x="14290" y="6"/>
                    <a:pt x="14237" y="1"/>
                    <a:pt x="14186" y="1"/>
                  </a:cubicBezTo>
                  <a:close/>
                  <a:moveTo>
                    <a:pt x="19306" y="3572"/>
                  </a:moveTo>
                  <a:cubicBezTo>
                    <a:pt x="19227" y="3572"/>
                    <a:pt x="19154" y="3596"/>
                    <a:pt x="19080" y="3652"/>
                  </a:cubicBezTo>
                  <a:lnTo>
                    <a:pt x="18247" y="4219"/>
                  </a:lnTo>
                  <a:lnTo>
                    <a:pt x="18113" y="4719"/>
                  </a:lnTo>
                  <a:cubicBezTo>
                    <a:pt x="18046" y="5053"/>
                    <a:pt x="18146" y="5419"/>
                    <a:pt x="18413" y="5620"/>
                  </a:cubicBezTo>
                  <a:cubicBezTo>
                    <a:pt x="18580" y="5753"/>
                    <a:pt x="18714" y="5886"/>
                    <a:pt x="18880" y="6053"/>
                  </a:cubicBezTo>
                  <a:cubicBezTo>
                    <a:pt x="19005" y="6199"/>
                    <a:pt x="19181" y="6279"/>
                    <a:pt x="19369" y="6279"/>
                  </a:cubicBezTo>
                  <a:cubicBezTo>
                    <a:pt x="19483" y="6279"/>
                    <a:pt x="19601" y="6250"/>
                    <a:pt x="19714" y="6187"/>
                  </a:cubicBezTo>
                  <a:lnTo>
                    <a:pt x="21649" y="4819"/>
                  </a:lnTo>
                  <a:cubicBezTo>
                    <a:pt x="21712" y="4756"/>
                    <a:pt x="21803" y="4732"/>
                    <a:pt x="21894" y="4732"/>
                  </a:cubicBezTo>
                  <a:cubicBezTo>
                    <a:pt x="21947" y="4732"/>
                    <a:pt x="22000" y="4740"/>
                    <a:pt x="22049" y="4752"/>
                  </a:cubicBezTo>
                  <a:lnTo>
                    <a:pt x="19514" y="3618"/>
                  </a:lnTo>
                  <a:cubicBezTo>
                    <a:pt x="19439" y="3588"/>
                    <a:pt x="19371" y="3572"/>
                    <a:pt x="19306" y="3572"/>
                  </a:cubicBezTo>
                  <a:close/>
                  <a:moveTo>
                    <a:pt x="14465" y="8631"/>
                  </a:moveTo>
                  <a:cubicBezTo>
                    <a:pt x="14338" y="8631"/>
                    <a:pt x="14209" y="8639"/>
                    <a:pt x="14077" y="8655"/>
                  </a:cubicBezTo>
                  <a:cubicBezTo>
                    <a:pt x="14244" y="8922"/>
                    <a:pt x="14344" y="9222"/>
                    <a:pt x="14444" y="9522"/>
                  </a:cubicBezTo>
                  <a:cubicBezTo>
                    <a:pt x="15144" y="11957"/>
                    <a:pt x="13777" y="15493"/>
                    <a:pt x="11442" y="17461"/>
                  </a:cubicBezTo>
                  <a:cubicBezTo>
                    <a:pt x="10708" y="18095"/>
                    <a:pt x="9841" y="18495"/>
                    <a:pt x="8907" y="18662"/>
                  </a:cubicBezTo>
                  <a:cubicBezTo>
                    <a:pt x="9395" y="19471"/>
                    <a:pt x="10173" y="19888"/>
                    <a:pt x="11086" y="19888"/>
                  </a:cubicBezTo>
                  <a:cubicBezTo>
                    <a:pt x="11980" y="19888"/>
                    <a:pt x="13003" y="19488"/>
                    <a:pt x="14010" y="18662"/>
                  </a:cubicBezTo>
                  <a:cubicBezTo>
                    <a:pt x="16312" y="16694"/>
                    <a:pt x="17646" y="13158"/>
                    <a:pt x="16979" y="10723"/>
                  </a:cubicBezTo>
                  <a:lnTo>
                    <a:pt x="17012" y="10723"/>
                  </a:lnTo>
                  <a:cubicBezTo>
                    <a:pt x="16620" y="9337"/>
                    <a:pt x="15657" y="8631"/>
                    <a:pt x="14465" y="8631"/>
                  </a:cubicBezTo>
                  <a:close/>
                  <a:moveTo>
                    <a:pt x="8673" y="1884"/>
                  </a:moveTo>
                  <a:cubicBezTo>
                    <a:pt x="8540" y="1884"/>
                    <a:pt x="8473" y="1950"/>
                    <a:pt x="8373" y="2017"/>
                  </a:cubicBezTo>
                  <a:lnTo>
                    <a:pt x="6205" y="3785"/>
                  </a:lnTo>
                  <a:cubicBezTo>
                    <a:pt x="6171" y="3818"/>
                    <a:pt x="6171" y="3852"/>
                    <a:pt x="6138" y="3885"/>
                  </a:cubicBezTo>
                  <a:cubicBezTo>
                    <a:pt x="6105" y="3885"/>
                    <a:pt x="6105" y="3918"/>
                    <a:pt x="6071" y="3952"/>
                  </a:cubicBezTo>
                  <a:cubicBezTo>
                    <a:pt x="6004" y="4052"/>
                    <a:pt x="5938" y="4185"/>
                    <a:pt x="5904" y="4285"/>
                  </a:cubicBezTo>
                  <a:cubicBezTo>
                    <a:pt x="5904" y="4319"/>
                    <a:pt x="5904" y="4352"/>
                    <a:pt x="5904" y="4385"/>
                  </a:cubicBezTo>
                  <a:cubicBezTo>
                    <a:pt x="5871" y="4485"/>
                    <a:pt x="5871" y="4619"/>
                    <a:pt x="5871" y="4719"/>
                  </a:cubicBezTo>
                  <a:lnTo>
                    <a:pt x="6205" y="6754"/>
                  </a:lnTo>
                  <a:cubicBezTo>
                    <a:pt x="6238" y="7121"/>
                    <a:pt x="6138" y="7488"/>
                    <a:pt x="5938" y="7754"/>
                  </a:cubicBezTo>
                  <a:cubicBezTo>
                    <a:pt x="5604" y="8221"/>
                    <a:pt x="5271" y="8655"/>
                    <a:pt x="5004" y="9122"/>
                  </a:cubicBezTo>
                  <a:cubicBezTo>
                    <a:pt x="4870" y="9322"/>
                    <a:pt x="4704" y="9456"/>
                    <a:pt x="4503" y="9522"/>
                  </a:cubicBezTo>
                  <a:cubicBezTo>
                    <a:pt x="4437" y="9556"/>
                    <a:pt x="4370" y="9589"/>
                    <a:pt x="4303" y="9589"/>
                  </a:cubicBezTo>
                  <a:lnTo>
                    <a:pt x="2402" y="9589"/>
                  </a:lnTo>
                  <a:lnTo>
                    <a:pt x="2302" y="9622"/>
                  </a:lnTo>
                  <a:cubicBezTo>
                    <a:pt x="2268" y="9622"/>
                    <a:pt x="2235" y="9656"/>
                    <a:pt x="2202" y="9656"/>
                  </a:cubicBezTo>
                  <a:cubicBezTo>
                    <a:pt x="2102" y="9723"/>
                    <a:pt x="2035" y="9756"/>
                    <a:pt x="2002" y="9789"/>
                  </a:cubicBezTo>
                  <a:cubicBezTo>
                    <a:pt x="1902" y="9889"/>
                    <a:pt x="1835" y="9989"/>
                    <a:pt x="1768" y="10089"/>
                  </a:cubicBezTo>
                  <a:lnTo>
                    <a:pt x="634" y="13058"/>
                  </a:lnTo>
                  <a:cubicBezTo>
                    <a:pt x="534" y="13358"/>
                    <a:pt x="667" y="13659"/>
                    <a:pt x="934" y="13759"/>
                  </a:cubicBezTo>
                  <a:lnTo>
                    <a:pt x="2669" y="14626"/>
                  </a:lnTo>
                  <a:cubicBezTo>
                    <a:pt x="2735" y="14726"/>
                    <a:pt x="2769" y="14860"/>
                    <a:pt x="2735" y="14993"/>
                  </a:cubicBezTo>
                  <a:cubicBezTo>
                    <a:pt x="2669" y="15460"/>
                    <a:pt x="2635" y="15927"/>
                    <a:pt x="2602" y="16394"/>
                  </a:cubicBezTo>
                  <a:cubicBezTo>
                    <a:pt x="2602" y="16761"/>
                    <a:pt x="2435" y="17094"/>
                    <a:pt x="2202" y="17361"/>
                  </a:cubicBezTo>
                  <a:lnTo>
                    <a:pt x="2168" y="17361"/>
                  </a:lnTo>
                  <a:lnTo>
                    <a:pt x="334" y="19229"/>
                  </a:lnTo>
                  <a:cubicBezTo>
                    <a:pt x="300" y="19263"/>
                    <a:pt x="267" y="19296"/>
                    <a:pt x="234" y="19329"/>
                  </a:cubicBezTo>
                  <a:lnTo>
                    <a:pt x="234" y="19363"/>
                  </a:lnTo>
                  <a:cubicBezTo>
                    <a:pt x="200" y="19396"/>
                    <a:pt x="167" y="19429"/>
                    <a:pt x="167" y="19496"/>
                  </a:cubicBezTo>
                  <a:cubicBezTo>
                    <a:pt x="34" y="19696"/>
                    <a:pt x="0" y="19930"/>
                    <a:pt x="67" y="20197"/>
                  </a:cubicBezTo>
                  <a:lnTo>
                    <a:pt x="667" y="22231"/>
                  </a:lnTo>
                  <a:cubicBezTo>
                    <a:pt x="667" y="22365"/>
                    <a:pt x="767" y="22465"/>
                    <a:pt x="867" y="22498"/>
                  </a:cubicBezTo>
                  <a:lnTo>
                    <a:pt x="3403" y="23699"/>
                  </a:lnTo>
                  <a:cubicBezTo>
                    <a:pt x="3303" y="23632"/>
                    <a:pt x="3236" y="23532"/>
                    <a:pt x="3202" y="23432"/>
                  </a:cubicBezTo>
                  <a:lnTo>
                    <a:pt x="2635" y="21364"/>
                  </a:lnTo>
                  <a:cubicBezTo>
                    <a:pt x="2602" y="21231"/>
                    <a:pt x="2602" y="21097"/>
                    <a:pt x="2635" y="20964"/>
                  </a:cubicBezTo>
                  <a:cubicBezTo>
                    <a:pt x="2669" y="20730"/>
                    <a:pt x="2769" y="20564"/>
                    <a:pt x="2902" y="20397"/>
                  </a:cubicBezTo>
                  <a:lnTo>
                    <a:pt x="4770" y="18596"/>
                  </a:lnTo>
                  <a:lnTo>
                    <a:pt x="4770" y="18562"/>
                  </a:lnTo>
                  <a:cubicBezTo>
                    <a:pt x="5004" y="18295"/>
                    <a:pt x="5171" y="17962"/>
                    <a:pt x="5204" y="17595"/>
                  </a:cubicBezTo>
                  <a:cubicBezTo>
                    <a:pt x="5204" y="17128"/>
                    <a:pt x="5237" y="16661"/>
                    <a:pt x="5337" y="16194"/>
                  </a:cubicBezTo>
                  <a:cubicBezTo>
                    <a:pt x="5337" y="15860"/>
                    <a:pt x="5137" y="15560"/>
                    <a:pt x="4837" y="15460"/>
                  </a:cubicBezTo>
                  <a:lnTo>
                    <a:pt x="3603" y="15026"/>
                  </a:lnTo>
                  <a:cubicBezTo>
                    <a:pt x="3269" y="14926"/>
                    <a:pt x="3102" y="14626"/>
                    <a:pt x="3202" y="14292"/>
                  </a:cubicBezTo>
                  <a:lnTo>
                    <a:pt x="4337" y="11324"/>
                  </a:lnTo>
                  <a:cubicBezTo>
                    <a:pt x="4370" y="11224"/>
                    <a:pt x="4437" y="11124"/>
                    <a:pt x="4537" y="11057"/>
                  </a:cubicBezTo>
                  <a:cubicBezTo>
                    <a:pt x="4704" y="10890"/>
                    <a:pt x="4937" y="10823"/>
                    <a:pt x="5137" y="10823"/>
                  </a:cubicBezTo>
                  <a:lnTo>
                    <a:pt x="6638" y="10823"/>
                  </a:lnTo>
                  <a:cubicBezTo>
                    <a:pt x="6772" y="10790"/>
                    <a:pt x="6938" y="10790"/>
                    <a:pt x="7072" y="10723"/>
                  </a:cubicBezTo>
                  <a:cubicBezTo>
                    <a:pt x="7239" y="10623"/>
                    <a:pt x="7405" y="10490"/>
                    <a:pt x="7539" y="10323"/>
                  </a:cubicBezTo>
                  <a:cubicBezTo>
                    <a:pt x="7839" y="9856"/>
                    <a:pt x="8139" y="9389"/>
                    <a:pt x="8506" y="8955"/>
                  </a:cubicBezTo>
                  <a:cubicBezTo>
                    <a:pt x="8706" y="8655"/>
                    <a:pt x="8806" y="8322"/>
                    <a:pt x="8773" y="7955"/>
                  </a:cubicBezTo>
                  <a:lnTo>
                    <a:pt x="8440" y="5920"/>
                  </a:lnTo>
                  <a:cubicBezTo>
                    <a:pt x="8406" y="5786"/>
                    <a:pt x="8406" y="5686"/>
                    <a:pt x="8440" y="5553"/>
                  </a:cubicBezTo>
                  <a:cubicBezTo>
                    <a:pt x="8473" y="5319"/>
                    <a:pt x="8606" y="5119"/>
                    <a:pt x="8773" y="4986"/>
                  </a:cubicBezTo>
                  <a:lnTo>
                    <a:pt x="10941" y="3185"/>
                  </a:lnTo>
                  <a:cubicBezTo>
                    <a:pt x="11006" y="3120"/>
                    <a:pt x="11112" y="3083"/>
                    <a:pt x="11215" y="3083"/>
                  </a:cubicBezTo>
                  <a:cubicBezTo>
                    <a:pt x="11268" y="3083"/>
                    <a:pt x="11319" y="3093"/>
                    <a:pt x="11364" y="3113"/>
                  </a:cubicBezTo>
                  <a:lnTo>
                    <a:pt x="11364" y="3113"/>
                  </a:lnTo>
                  <a:lnTo>
                    <a:pt x="8840" y="1917"/>
                  </a:lnTo>
                  <a:cubicBezTo>
                    <a:pt x="8773" y="1884"/>
                    <a:pt x="8706" y="1884"/>
                    <a:pt x="8673" y="1884"/>
                  </a:cubicBezTo>
                  <a:close/>
                  <a:moveTo>
                    <a:pt x="12686" y="23226"/>
                  </a:moveTo>
                  <a:cubicBezTo>
                    <a:pt x="12594" y="23226"/>
                    <a:pt x="12498" y="23249"/>
                    <a:pt x="12409" y="23299"/>
                  </a:cubicBezTo>
                  <a:cubicBezTo>
                    <a:pt x="12109" y="23399"/>
                    <a:pt x="11809" y="23532"/>
                    <a:pt x="11475" y="23632"/>
                  </a:cubicBezTo>
                  <a:cubicBezTo>
                    <a:pt x="11375" y="23632"/>
                    <a:pt x="11275" y="23699"/>
                    <a:pt x="11208" y="23733"/>
                  </a:cubicBezTo>
                  <a:lnTo>
                    <a:pt x="11275" y="23966"/>
                  </a:lnTo>
                  <a:cubicBezTo>
                    <a:pt x="11308" y="24066"/>
                    <a:pt x="11408" y="24133"/>
                    <a:pt x="11508" y="24200"/>
                  </a:cubicBezTo>
                  <a:lnTo>
                    <a:pt x="13996" y="25345"/>
                  </a:lnTo>
                  <a:lnTo>
                    <a:pt x="13996" y="25345"/>
                  </a:lnTo>
                  <a:cubicBezTo>
                    <a:pt x="13922" y="25301"/>
                    <a:pt x="13871" y="25223"/>
                    <a:pt x="13843" y="25167"/>
                  </a:cubicBezTo>
                  <a:lnTo>
                    <a:pt x="13176" y="23566"/>
                  </a:lnTo>
                  <a:cubicBezTo>
                    <a:pt x="13106" y="23355"/>
                    <a:pt x="12904" y="23226"/>
                    <a:pt x="12686" y="23226"/>
                  </a:cubicBezTo>
                  <a:close/>
                  <a:moveTo>
                    <a:pt x="13996" y="25345"/>
                  </a:moveTo>
                  <a:cubicBezTo>
                    <a:pt x="14011" y="25354"/>
                    <a:pt x="14027" y="25361"/>
                    <a:pt x="14044" y="25367"/>
                  </a:cubicBezTo>
                  <a:lnTo>
                    <a:pt x="13996" y="25345"/>
                  </a:lnTo>
                  <a:close/>
                  <a:moveTo>
                    <a:pt x="6102" y="22239"/>
                  </a:moveTo>
                  <a:cubicBezTo>
                    <a:pt x="5987" y="22239"/>
                    <a:pt x="5872" y="22269"/>
                    <a:pt x="5771" y="22332"/>
                  </a:cubicBezTo>
                  <a:lnTo>
                    <a:pt x="4670" y="23099"/>
                  </a:lnTo>
                  <a:lnTo>
                    <a:pt x="4003" y="25267"/>
                  </a:lnTo>
                  <a:cubicBezTo>
                    <a:pt x="3936" y="25500"/>
                    <a:pt x="4036" y="25734"/>
                    <a:pt x="4270" y="25834"/>
                  </a:cubicBezTo>
                  <a:lnTo>
                    <a:pt x="6806" y="27020"/>
                  </a:lnTo>
                  <a:lnTo>
                    <a:pt x="6806" y="27020"/>
                  </a:lnTo>
                  <a:cubicBezTo>
                    <a:pt x="6596" y="26913"/>
                    <a:pt x="6508" y="26690"/>
                    <a:pt x="6572" y="26468"/>
                  </a:cubicBezTo>
                  <a:lnTo>
                    <a:pt x="7372" y="23799"/>
                  </a:lnTo>
                  <a:cubicBezTo>
                    <a:pt x="7439" y="23432"/>
                    <a:pt x="7305" y="23099"/>
                    <a:pt x="7039" y="22899"/>
                  </a:cubicBezTo>
                  <a:cubicBezTo>
                    <a:pt x="6872" y="22765"/>
                    <a:pt x="6738" y="22632"/>
                    <a:pt x="6605" y="22465"/>
                  </a:cubicBezTo>
                  <a:cubicBezTo>
                    <a:pt x="6480" y="22320"/>
                    <a:pt x="6291" y="22239"/>
                    <a:pt x="6102" y="22239"/>
                  </a:cubicBezTo>
                  <a:close/>
                  <a:moveTo>
                    <a:pt x="6806" y="27020"/>
                  </a:moveTo>
                  <a:cubicBezTo>
                    <a:pt x="6817" y="27025"/>
                    <a:pt x="6827" y="27030"/>
                    <a:pt x="6838" y="27035"/>
                  </a:cubicBezTo>
                  <a:lnTo>
                    <a:pt x="6806" y="270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9">
              <a:extLst>
                <a:ext uri="{FF2B5EF4-FFF2-40B4-BE49-F238E27FC236}">
                  <a16:creationId xmlns:a16="http://schemas.microsoft.com/office/drawing/2014/main" id="{CE387D11-31DB-783D-E795-5FA37C4B9863}"/>
                </a:ext>
              </a:extLst>
            </p:cNvPr>
            <p:cNvSpPr/>
            <p:nvPr/>
          </p:nvSpPr>
          <p:spPr>
            <a:xfrm>
              <a:off x="5012185" y="1869691"/>
              <a:ext cx="433999" cy="532116"/>
            </a:xfrm>
            <a:custGeom>
              <a:avLst/>
              <a:gdLst/>
              <a:ahLst/>
              <a:cxnLst/>
              <a:rect l="l" t="t" r="r" b="b"/>
              <a:pathLst>
                <a:path w="22050" h="27035" extrusionOk="0">
                  <a:moveTo>
                    <a:pt x="18556" y="1472"/>
                  </a:moveTo>
                  <a:lnTo>
                    <a:pt x="18580" y="1483"/>
                  </a:lnTo>
                  <a:cubicBezTo>
                    <a:pt x="18572" y="1479"/>
                    <a:pt x="18564" y="1475"/>
                    <a:pt x="18556" y="1472"/>
                  </a:cubicBezTo>
                  <a:close/>
                  <a:moveTo>
                    <a:pt x="11364" y="3113"/>
                  </a:moveTo>
                  <a:lnTo>
                    <a:pt x="11375" y="3118"/>
                  </a:lnTo>
                  <a:cubicBezTo>
                    <a:pt x="11371" y="3116"/>
                    <a:pt x="11368" y="3114"/>
                    <a:pt x="11364" y="3113"/>
                  </a:cubicBezTo>
                  <a:close/>
                  <a:moveTo>
                    <a:pt x="14186" y="1"/>
                  </a:moveTo>
                  <a:cubicBezTo>
                    <a:pt x="13891" y="1"/>
                    <a:pt x="13652" y="160"/>
                    <a:pt x="13510" y="416"/>
                  </a:cubicBezTo>
                  <a:lnTo>
                    <a:pt x="12276" y="3051"/>
                  </a:lnTo>
                  <a:cubicBezTo>
                    <a:pt x="12209" y="3185"/>
                    <a:pt x="12109" y="3318"/>
                    <a:pt x="11975" y="3418"/>
                  </a:cubicBezTo>
                  <a:cubicBezTo>
                    <a:pt x="11909" y="3485"/>
                    <a:pt x="11842" y="3518"/>
                    <a:pt x="11742" y="3585"/>
                  </a:cubicBezTo>
                  <a:lnTo>
                    <a:pt x="12342" y="4952"/>
                  </a:lnTo>
                  <a:cubicBezTo>
                    <a:pt x="12437" y="5165"/>
                    <a:pt x="12632" y="5277"/>
                    <a:pt x="12832" y="5277"/>
                  </a:cubicBezTo>
                  <a:cubicBezTo>
                    <a:pt x="12915" y="5277"/>
                    <a:pt x="12998" y="5258"/>
                    <a:pt x="13076" y="5219"/>
                  </a:cubicBezTo>
                  <a:cubicBezTo>
                    <a:pt x="13410" y="5086"/>
                    <a:pt x="13710" y="4986"/>
                    <a:pt x="14010" y="4886"/>
                  </a:cubicBezTo>
                  <a:cubicBezTo>
                    <a:pt x="14210" y="4819"/>
                    <a:pt x="14344" y="4719"/>
                    <a:pt x="14511" y="4619"/>
                  </a:cubicBezTo>
                  <a:cubicBezTo>
                    <a:pt x="14611" y="4519"/>
                    <a:pt x="14711" y="4385"/>
                    <a:pt x="14777" y="4252"/>
                  </a:cubicBezTo>
                  <a:lnTo>
                    <a:pt x="16012" y="1617"/>
                  </a:lnTo>
                  <a:cubicBezTo>
                    <a:pt x="16164" y="1342"/>
                    <a:pt x="16457" y="1179"/>
                    <a:pt x="16761" y="1179"/>
                  </a:cubicBezTo>
                  <a:cubicBezTo>
                    <a:pt x="16789" y="1179"/>
                    <a:pt x="16817" y="1180"/>
                    <a:pt x="16846" y="1183"/>
                  </a:cubicBezTo>
                  <a:lnTo>
                    <a:pt x="18413" y="1450"/>
                  </a:lnTo>
                  <a:cubicBezTo>
                    <a:pt x="18472" y="1450"/>
                    <a:pt x="18504" y="1450"/>
                    <a:pt x="18556" y="1472"/>
                  </a:cubicBezTo>
                  <a:lnTo>
                    <a:pt x="18556" y="1472"/>
                  </a:lnTo>
                  <a:lnTo>
                    <a:pt x="16078" y="316"/>
                  </a:lnTo>
                  <a:cubicBezTo>
                    <a:pt x="16012" y="282"/>
                    <a:pt x="15945" y="249"/>
                    <a:pt x="15912" y="249"/>
                  </a:cubicBezTo>
                  <a:lnTo>
                    <a:pt x="14344" y="16"/>
                  </a:lnTo>
                  <a:cubicBezTo>
                    <a:pt x="14290" y="6"/>
                    <a:pt x="14237" y="1"/>
                    <a:pt x="14186" y="1"/>
                  </a:cubicBezTo>
                  <a:close/>
                  <a:moveTo>
                    <a:pt x="19306" y="3572"/>
                  </a:moveTo>
                  <a:cubicBezTo>
                    <a:pt x="19227" y="3572"/>
                    <a:pt x="19154" y="3596"/>
                    <a:pt x="19080" y="3652"/>
                  </a:cubicBezTo>
                  <a:lnTo>
                    <a:pt x="18247" y="4219"/>
                  </a:lnTo>
                  <a:lnTo>
                    <a:pt x="18113" y="4719"/>
                  </a:lnTo>
                  <a:cubicBezTo>
                    <a:pt x="18046" y="5053"/>
                    <a:pt x="18146" y="5419"/>
                    <a:pt x="18413" y="5620"/>
                  </a:cubicBezTo>
                  <a:cubicBezTo>
                    <a:pt x="18580" y="5753"/>
                    <a:pt x="18714" y="5886"/>
                    <a:pt x="18880" y="6053"/>
                  </a:cubicBezTo>
                  <a:cubicBezTo>
                    <a:pt x="19005" y="6199"/>
                    <a:pt x="19181" y="6279"/>
                    <a:pt x="19369" y="6279"/>
                  </a:cubicBezTo>
                  <a:cubicBezTo>
                    <a:pt x="19483" y="6279"/>
                    <a:pt x="19601" y="6250"/>
                    <a:pt x="19714" y="6187"/>
                  </a:cubicBezTo>
                  <a:lnTo>
                    <a:pt x="21649" y="4819"/>
                  </a:lnTo>
                  <a:cubicBezTo>
                    <a:pt x="21712" y="4756"/>
                    <a:pt x="21803" y="4732"/>
                    <a:pt x="21894" y="4732"/>
                  </a:cubicBezTo>
                  <a:cubicBezTo>
                    <a:pt x="21947" y="4732"/>
                    <a:pt x="22000" y="4740"/>
                    <a:pt x="22049" y="4752"/>
                  </a:cubicBezTo>
                  <a:lnTo>
                    <a:pt x="19514" y="3618"/>
                  </a:lnTo>
                  <a:cubicBezTo>
                    <a:pt x="19439" y="3588"/>
                    <a:pt x="19371" y="3572"/>
                    <a:pt x="19306" y="3572"/>
                  </a:cubicBezTo>
                  <a:close/>
                  <a:moveTo>
                    <a:pt x="14465" y="8631"/>
                  </a:moveTo>
                  <a:cubicBezTo>
                    <a:pt x="14338" y="8631"/>
                    <a:pt x="14209" y="8639"/>
                    <a:pt x="14077" y="8655"/>
                  </a:cubicBezTo>
                  <a:cubicBezTo>
                    <a:pt x="14244" y="8922"/>
                    <a:pt x="14344" y="9222"/>
                    <a:pt x="14444" y="9522"/>
                  </a:cubicBezTo>
                  <a:cubicBezTo>
                    <a:pt x="15144" y="11957"/>
                    <a:pt x="13777" y="15493"/>
                    <a:pt x="11442" y="17461"/>
                  </a:cubicBezTo>
                  <a:cubicBezTo>
                    <a:pt x="10708" y="18095"/>
                    <a:pt x="9841" y="18495"/>
                    <a:pt x="8907" y="18662"/>
                  </a:cubicBezTo>
                  <a:cubicBezTo>
                    <a:pt x="9395" y="19471"/>
                    <a:pt x="10173" y="19888"/>
                    <a:pt x="11086" y="19888"/>
                  </a:cubicBezTo>
                  <a:cubicBezTo>
                    <a:pt x="11980" y="19888"/>
                    <a:pt x="13003" y="19488"/>
                    <a:pt x="14010" y="18662"/>
                  </a:cubicBezTo>
                  <a:cubicBezTo>
                    <a:pt x="16312" y="16694"/>
                    <a:pt x="17646" y="13158"/>
                    <a:pt x="16979" y="10723"/>
                  </a:cubicBezTo>
                  <a:lnTo>
                    <a:pt x="17012" y="10723"/>
                  </a:lnTo>
                  <a:cubicBezTo>
                    <a:pt x="16620" y="9337"/>
                    <a:pt x="15657" y="8631"/>
                    <a:pt x="14465" y="8631"/>
                  </a:cubicBezTo>
                  <a:close/>
                  <a:moveTo>
                    <a:pt x="8673" y="1884"/>
                  </a:moveTo>
                  <a:cubicBezTo>
                    <a:pt x="8540" y="1884"/>
                    <a:pt x="8473" y="1950"/>
                    <a:pt x="8373" y="2017"/>
                  </a:cubicBezTo>
                  <a:lnTo>
                    <a:pt x="6205" y="3785"/>
                  </a:lnTo>
                  <a:cubicBezTo>
                    <a:pt x="6171" y="3818"/>
                    <a:pt x="6171" y="3852"/>
                    <a:pt x="6138" y="3885"/>
                  </a:cubicBezTo>
                  <a:cubicBezTo>
                    <a:pt x="6105" y="3885"/>
                    <a:pt x="6105" y="3918"/>
                    <a:pt x="6071" y="3952"/>
                  </a:cubicBezTo>
                  <a:cubicBezTo>
                    <a:pt x="6004" y="4052"/>
                    <a:pt x="5938" y="4185"/>
                    <a:pt x="5904" y="4285"/>
                  </a:cubicBezTo>
                  <a:cubicBezTo>
                    <a:pt x="5904" y="4319"/>
                    <a:pt x="5904" y="4352"/>
                    <a:pt x="5904" y="4385"/>
                  </a:cubicBezTo>
                  <a:cubicBezTo>
                    <a:pt x="5871" y="4485"/>
                    <a:pt x="5871" y="4619"/>
                    <a:pt x="5871" y="4719"/>
                  </a:cubicBezTo>
                  <a:lnTo>
                    <a:pt x="6205" y="6754"/>
                  </a:lnTo>
                  <a:cubicBezTo>
                    <a:pt x="6238" y="7121"/>
                    <a:pt x="6138" y="7488"/>
                    <a:pt x="5938" y="7754"/>
                  </a:cubicBezTo>
                  <a:cubicBezTo>
                    <a:pt x="5604" y="8221"/>
                    <a:pt x="5271" y="8655"/>
                    <a:pt x="5004" y="9122"/>
                  </a:cubicBezTo>
                  <a:cubicBezTo>
                    <a:pt x="4870" y="9322"/>
                    <a:pt x="4704" y="9456"/>
                    <a:pt x="4503" y="9522"/>
                  </a:cubicBezTo>
                  <a:cubicBezTo>
                    <a:pt x="4437" y="9556"/>
                    <a:pt x="4370" y="9589"/>
                    <a:pt x="4303" y="9589"/>
                  </a:cubicBezTo>
                  <a:lnTo>
                    <a:pt x="2402" y="9589"/>
                  </a:lnTo>
                  <a:lnTo>
                    <a:pt x="2302" y="9622"/>
                  </a:lnTo>
                  <a:cubicBezTo>
                    <a:pt x="2268" y="9622"/>
                    <a:pt x="2235" y="9656"/>
                    <a:pt x="2202" y="9656"/>
                  </a:cubicBezTo>
                  <a:cubicBezTo>
                    <a:pt x="2102" y="9723"/>
                    <a:pt x="2035" y="9756"/>
                    <a:pt x="2002" y="9789"/>
                  </a:cubicBezTo>
                  <a:cubicBezTo>
                    <a:pt x="1902" y="9889"/>
                    <a:pt x="1835" y="9989"/>
                    <a:pt x="1768" y="10089"/>
                  </a:cubicBezTo>
                  <a:lnTo>
                    <a:pt x="634" y="13058"/>
                  </a:lnTo>
                  <a:cubicBezTo>
                    <a:pt x="534" y="13358"/>
                    <a:pt x="667" y="13659"/>
                    <a:pt x="934" y="13759"/>
                  </a:cubicBezTo>
                  <a:lnTo>
                    <a:pt x="2669" y="14626"/>
                  </a:lnTo>
                  <a:cubicBezTo>
                    <a:pt x="2735" y="14726"/>
                    <a:pt x="2769" y="14860"/>
                    <a:pt x="2735" y="14993"/>
                  </a:cubicBezTo>
                  <a:cubicBezTo>
                    <a:pt x="2669" y="15460"/>
                    <a:pt x="2635" y="15927"/>
                    <a:pt x="2602" y="16394"/>
                  </a:cubicBezTo>
                  <a:cubicBezTo>
                    <a:pt x="2602" y="16761"/>
                    <a:pt x="2435" y="17094"/>
                    <a:pt x="2202" y="17361"/>
                  </a:cubicBezTo>
                  <a:lnTo>
                    <a:pt x="2168" y="17361"/>
                  </a:lnTo>
                  <a:lnTo>
                    <a:pt x="334" y="19229"/>
                  </a:lnTo>
                  <a:cubicBezTo>
                    <a:pt x="300" y="19263"/>
                    <a:pt x="267" y="19296"/>
                    <a:pt x="234" y="19329"/>
                  </a:cubicBezTo>
                  <a:lnTo>
                    <a:pt x="234" y="19363"/>
                  </a:lnTo>
                  <a:cubicBezTo>
                    <a:pt x="200" y="19396"/>
                    <a:pt x="167" y="19429"/>
                    <a:pt x="167" y="19496"/>
                  </a:cubicBezTo>
                  <a:cubicBezTo>
                    <a:pt x="34" y="19696"/>
                    <a:pt x="0" y="19930"/>
                    <a:pt x="67" y="20197"/>
                  </a:cubicBezTo>
                  <a:lnTo>
                    <a:pt x="667" y="22231"/>
                  </a:lnTo>
                  <a:cubicBezTo>
                    <a:pt x="667" y="22365"/>
                    <a:pt x="767" y="22465"/>
                    <a:pt x="867" y="22498"/>
                  </a:cubicBezTo>
                  <a:lnTo>
                    <a:pt x="3403" y="23699"/>
                  </a:lnTo>
                  <a:cubicBezTo>
                    <a:pt x="3303" y="23632"/>
                    <a:pt x="3236" y="23532"/>
                    <a:pt x="3202" y="23432"/>
                  </a:cubicBezTo>
                  <a:lnTo>
                    <a:pt x="2635" y="21364"/>
                  </a:lnTo>
                  <a:cubicBezTo>
                    <a:pt x="2602" y="21231"/>
                    <a:pt x="2602" y="21097"/>
                    <a:pt x="2635" y="20964"/>
                  </a:cubicBezTo>
                  <a:cubicBezTo>
                    <a:pt x="2669" y="20730"/>
                    <a:pt x="2769" y="20564"/>
                    <a:pt x="2902" y="20397"/>
                  </a:cubicBezTo>
                  <a:lnTo>
                    <a:pt x="4770" y="18596"/>
                  </a:lnTo>
                  <a:lnTo>
                    <a:pt x="4770" y="18562"/>
                  </a:lnTo>
                  <a:cubicBezTo>
                    <a:pt x="5004" y="18295"/>
                    <a:pt x="5171" y="17962"/>
                    <a:pt x="5204" y="17595"/>
                  </a:cubicBezTo>
                  <a:cubicBezTo>
                    <a:pt x="5204" y="17128"/>
                    <a:pt x="5237" y="16661"/>
                    <a:pt x="5337" y="16194"/>
                  </a:cubicBezTo>
                  <a:cubicBezTo>
                    <a:pt x="5337" y="15860"/>
                    <a:pt x="5137" y="15560"/>
                    <a:pt x="4837" y="15460"/>
                  </a:cubicBezTo>
                  <a:lnTo>
                    <a:pt x="3603" y="15026"/>
                  </a:lnTo>
                  <a:cubicBezTo>
                    <a:pt x="3269" y="14926"/>
                    <a:pt x="3102" y="14626"/>
                    <a:pt x="3202" y="14292"/>
                  </a:cubicBezTo>
                  <a:lnTo>
                    <a:pt x="4337" y="11324"/>
                  </a:lnTo>
                  <a:cubicBezTo>
                    <a:pt x="4370" y="11224"/>
                    <a:pt x="4437" y="11124"/>
                    <a:pt x="4537" y="11057"/>
                  </a:cubicBezTo>
                  <a:cubicBezTo>
                    <a:pt x="4704" y="10890"/>
                    <a:pt x="4937" y="10823"/>
                    <a:pt x="5137" y="10823"/>
                  </a:cubicBezTo>
                  <a:lnTo>
                    <a:pt x="6638" y="10823"/>
                  </a:lnTo>
                  <a:cubicBezTo>
                    <a:pt x="6772" y="10790"/>
                    <a:pt x="6938" y="10790"/>
                    <a:pt x="7072" y="10723"/>
                  </a:cubicBezTo>
                  <a:cubicBezTo>
                    <a:pt x="7239" y="10623"/>
                    <a:pt x="7405" y="10490"/>
                    <a:pt x="7539" y="10323"/>
                  </a:cubicBezTo>
                  <a:cubicBezTo>
                    <a:pt x="7839" y="9856"/>
                    <a:pt x="8139" y="9389"/>
                    <a:pt x="8506" y="8955"/>
                  </a:cubicBezTo>
                  <a:cubicBezTo>
                    <a:pt x="8706" y="8655"/>
                    <a:pt x="8806" y="8322"/>
                    <a:pt x="8773" y="7955"/>
                  </a:cubicBezTo>
                  <a:lnTo>
                    <a:pt x="8440" y="5920"/>
                  </a:lnTo>
                  <a:cubicBezTo>
                    <a:pt x="8406" y="5786"/>
                    <a:pt x="8406" y="5686"/>
                    <a:pt x="8440" y="5553"/>
                  </a:cubicBezTo>
                  <a:cubicBezTo>
                    <a:pt x="8473" y="5319"/>
                    <a:pt x="8606" y="5119"/>
                    <a:pt x="8773" y="4986"/>
                  </a:cubicBezTo>
                  <a:lnTo>
                    <a:pt x="10941" y="3185"/>
                  </a:lnTo>
                  <a:cubicBezTo>
                    <a:pt x="11006" y="3120"/>
                    <a:pt x="11112" y="3083"/>
                    <a:pt x="11215" y="3083"/>
                  </a:cubicBezTo>
                  <a:cubicBezTo>
                    <a:pt x="11268" y="3083"/>
                    <a:pt x="11319" y="3093"/>
                    <a:pt x="11364" y="3113"/>
                  </a:cubicBezTo>
                  <a:lnTo>
                    <a:pt x="11364" y="3113"/>
                  </a:lnTo>
                  <a:lnTo>
                    <a:pt x="8840" y="1917"/>
                  </a:lnTo>
                  <a:cubicBezTo>
                    <a:pt x="8773" y="1884"/>
                    <a:pt x="8706" y="1884"/>
                    <a:pt x="8673" y="1884"/>
                  </a:cubicBezTo>
                  <a:close/>
                  <a:moveTo>
                    <a:pt x="12686" y="23226"/>
                  </a:moveTo>
                  <a:cubicBezTo>
                    <a:pt x="12594" y="23226"/>
                    <a:pt x="12498" y="23249"/>
                    <a:pt x="12409" y="23299"/>
                  </a:cubicBezTo>
                  <a:cubicBezTo>
                    <a:pt x="12109" y="23399"/>
                    <a:pt x="11809" y="23532"/>
                    <a:pt x="11475" y="23632"/>
                  </a:cubicBezTo>
                  <a:cubicBezTo>
                    <a:pt x="11375" y="23632"/>
                    <a:pt x="11275" y="23699"/>
                    <a:pt x="11208" y="23733"/>
                  </a:cubicBezTo>
                  <a:lnTo>
                    <a:pt x="11275" y="23966"/>
                  </a:lnTo>
                  <a:cubicBezTo>
                    <a:pt x="11308" y="24066"/>
                    <a:pt x="11408" y="24133"/>
                    <a:pt x="11508" y="24200"/>
                  </a:cubicBezTo>
                  <a:lnTo>
                    <a:pt x="13996" y="25345"/>
                  </a:lnTo>
                  <a:lnTo>
                    <a:pt x="13996" y="25345"/>
                  </a:lnTo>
                  <a:cubicBezTo>
                    <a:pt x="13922" y="25301"/>
                    <a:pt x="13871" y="25223"/>
                    <a:pt x="13843" y="25167"/>
                  </a:cubicBezTo>
                  <a:lnTo>
                    <a:pt x="13176" y="23566"/>
                  </a:lnTo>
                  <a:cubicBezTo>
                    <a:pt x="13106" y="23355"/>
                    <a:pt x="12904" y="23226"/>
                    <a:pt x="12686" y="23226"/>
                  </a:cubicBezTo>
                  <a:close/>
                  <a:moveTo>
                    <a:pt x="13996" y="25345"/>
                  </a:moveTo>
                  <a:cubicBezTo>
                    <a:pt x="14011" y="25354"/>
                    <a:pt x="14027" y="25361"/>
                    <a:pt x="14044" y="25367"/>
                  </a:cubicBezTo>
                  <a:lnTo>
                    <a:pt x="13996" y="25345"/>
                  </a:lnTo>
                  <a:close/>
                  <a:moveTo>
                    <a:pt x="6102" y="22239"/>
                  </a:moveTo>
                  <a:cubicBezTo>
                    <a:pt x="5987" y="22239"/>
                    <a:pt x="5872" y="22269"/>
                    <a:pt x="5771" y="22332"/>
                  </a:cubicBezTo>
                  <a:lnTo>
                    <a:pt x="4670" y="23099"/>
                  </a:lnTo>
                  <a:lnTo>
                    <a:pt x="4003" y="25267"/>
                  </a:lnTo>
                  <a:cubicBezTo>
                    <a:pt x="3936" y="25500"/>
                    <a:pt x="4036" y="25734"/>
                    <a:pt x="4270" y="25834"/>
                  </a:cubicBezTo>
                  <a:lnTo>
                    <a:pt x="6806" y="27020"/>
                  </a:lnTo>
                  <a:lnTo>
                    <a:pt x="6806" y="27020"/>
                  </a:lnTo>
                  <a:cubicBezTo>
                    <a:pt x="6596" y="26913"/>
                    <a:pt x="6508" y="26690"/>
                    <a:pt x="6572" y="26468"/>
                  </a:cubicBezTo>
                  <a:lnTo>
                    <a:pt x="7372" y="23799"/>
                  </a:lnTo>
                  <a:cubicBezTo>
                    <a:pt x="7439" y="23432"/>
                    <a:pt x="7305" y="23099"/>
                    <a:pt x="7039" y="22899"/>
                  </a:cubicBezTo>
                  <a:cubicBezTo>
                    <a:pt x="6872" y="22765"/>
                    <a:pt x="6738" y="22632"/>
                    <a:pt x="6605" y="22465"/>
                  </a:cubicBezTo>
                  <a:cubicBezTo>
                    <a:pt x="6480" y="22320"/>
                    <a:pt x="6291" y="22239"/>
                    <a:pt x="6102" y="22239"/>
                  </a:cubicBezTo>
                  <a:close/>
                  <a:moveTo>
                    <a:pt x="6806" y="27020"/>
                  </a:moveTo>
                  <a:cubicBezTo>
                    <a:pt x="6817" y="27025"/>
                    <a:pt x="6827" y="27030"/>
                    <a:pt x="6838" y="27035"/>
                  </a:cubicBezTo>
                  <a:lnTo>
                    <a:pt x="6806" y="27020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9">
              <a:extLst>
                <a:ext uri="{FF2B5EF4-FFF2-40B4-BE49-F238E27FC236}">
                  <a16:creationId xmlns:a16="http://schemas.microsoft.com/office/drawing/2014/main" id="{717FC02A-049F-02F3-5C3D-91A8FAA04CDE}"/>
                </a:ext>
              </a:extLst>
            </p:cNvPr>
            <p:cNvSpPr/>
            <p:nvPr/>
          </p:nvSpPr>
          <p:spPr>
            <a:xfrm>
              <a:off x="5012835" y="2212048"/>
              <a:ext cx="92586" cy="70267"/>
            </a:xfrm>
            <a:custGeom>
              <a:avLst/>
              <a:gdLst/>
              <a:ahLst/>
              <a:cxnLst/>
              <a:rect l="l" t="t" r="r" b="b"/>
              <a:pathLst>
                <a:path w="4704" h="3570" extrusionOk="0">
                  <a:moveTo>
                    <a:pt x="2135" y="1"/>
                  </a:moveTo>
                  <a:lnTo>
                    <a:pt x="267" y="1835"/>
                  </a:lnTo>
                  <a:cubicBezTo>
                    <a:pt x="234" y="1869"/>
                    <a:pt x="201" y="1902"/>
                    <a:pt x="167" y="1935"/>
                  </a:cubicBezTo>
                  <a:lnTo>
                    <a:pt x="167" y="1969"/>
                  </a:lnTo>
                  <a:cubicBezTo>
                    <a:pt x="134" y="2002"/>
                    <a:pt x="134" y="2035"/>
                    <a:pt x="101" y="2102"/>
                  </a:cubicBezTo>
                  <a:cubicBezTo>
                    <a:pt x="67" y="2169"/>
                    <a:pt x="34" y="2269"/>
                    <a:pt x="1" y="2402"/>
                  </a:cubicBezTo>
                  <a:lnTo>
                    <a:pt x="2569" y="3570"/>
                  </a:lnTo>
                  <a:cubicBezTo>
                    <a:pt x="2602" y="3370"/>
                    <a:pt x="2702" y="3170"/>
                    <a:pt x="2836" y="3036"/>
                  </a:cubicBezTo>
                  <a:lnTo>
                    <a:pt x="4704" y="1202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9">
              <a:extLst>
                <a:ext uri="{FF2B5EF4-FFF2-40B4-BE49-F238E27FC236}">
                  <a16:creationId xmlns:a16="http://schemas.microsoft.com/office/drawing/2014/main" id="{A619FB58-25F9-E586-9F42-A720D4BC33A0}"/>
                </a:ext>
              </a:extLst>
            </p:cNvPr>
            <p:cNvSpPr/>
            <p:nvPr/>
          </p:nvSpPr>
          <p:spPr>
            <a:xfrm>
              <a:off x="5051570" y="2058426"/>
              <a:ext cx="99810" cy="28894"/>
            </a:xfrm>
            <a:custGeom>
              <a:avLst/>
              <a:gdLst/>
              <a:ahLst/>
              <a:cxnLst/>
              <a:rect l="l" t="t" r="r" b="b"/>
              <a:pathLst>
                <a:path w="5071" h="1468" extrusionOk="0">
                  <a:moveTo>
                    <a:pt x="2502" y="0"/>
                  </a:moveTo>
                  <a:lnTo>
                    <a:pt x="2302" y="67"/>
                  </a:lnTo>
                  <a:lnTo>
                    <a:pt x="401" y="67"/>
                  </a:lnTo>
                  <a:lnTo>
                    <a:pt x="301" y="100"/>
                  </a:lnTo>
                  <a:cubicBezTo>
                    <a:pt x="267" y="100"/>
                    <a:pt x="234" y="134"/>
                    <a:pt x="201" y="134"/>
                  </a:cubicBezTo>
                  <a:cubicBezTo>
                    <a:pt x="101" y="167"/>
                    <a:pt x="34" y="234"/>
                    <a:pt x="1" y="267"/>
                  </a:cubicBezTo>
                  <a:lnTo>
                    <a:pt x="2536" y="1468"/>
                  </a:lnTo>
                  <a:cubicBezTo>
                    <a:pt x="2703" y="1301"/>
                    <a:pt x="2903" y="1234"/>
                    <a:pt x="3136" y="1234"/>
                  </a:cubicBezTo>
                  <a:lnTo>
                    <a:pt x="4637" y="1234"/>
                  </a:lnTo>
                  <a:cubicBezTo>
                    <a:pt x="4771" y="1234"/>
                    <a:pt x="4937" y="1201"/>
                    <a:pt x="5071" y="1134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9">
              <a:extLst>
                <a:ext uri="{FF2B5EF4-FFF2-40B4-BE49-F238E27FC236}">
                  <a16:creationId xmlns:a16="http://schemas.microsoft.com/office/drawing/2014/main" id="{CC0F2C33-4F06-C7D6-AEB5-1185E99E2F8E}"/>
                </a:ext>
              </a:extLst>
            </p:cNvPr>
            <p:cNvSpPr/>
            <p:nvPr/>
          </p:nvSpPr>
          <p:spPr>
            <a:xfrm>
              <a:off x="5366726" y="1940213"/>
              <a:ext cx="79458" cy="53261"/>
            </a:xfrm>
            <a:custGeom>
              <a:avLst/>
              <a:gdLst/>
              <a:ahLst/>
              <a:cxnLst/>
              <a:rect l="l" t="t" r="r" b="b"/>
              <a:pathLst>
                <a:path w="4037" h="2706" extrusionOk="0">
                  <a:moveTo>
                    <a:pt x="1318" y="0"/>
                  </a:moveTo>
                  <a:cubicBezTo>
                    <a:pt x="1225" y="0"/>
                    <a:pt x="1132" y="37"/>
                    <a:pt x="1067" y="102"/>
                  </a:cubicBezTo>
                  <a:lnTo>
                    <a:pt x="234" y="669"/>
                  </a:lnTo>
                  <a:lnTo>
                    <a:pt x="67" y="1169"/>
                  </a:lnTo>
                  <a:cubicBezTo>
                    <a:pt x="0" y="1503"/>
                    <a:pt x="133" y="1836"/>
                    <a:pt x="400" y="2070"/>
                  </a:cubicBezTo>
                  <a:cubicBezTo>
                    <a:pt x="567" y="2203"/>
                    <a:pt x="701" y="2337"/>
                    <a:pt x="834" y="2470"/>
                  </a:cubicBezTo>
                  <a:cubicBezTo>
                    <a:pt x="953" y="2630"/>
                    <a:pt x="1132" y="2706"/>
                    <a:pt x="1314" y="2706"/>
                  </a:cubicBezTo>
                  <a:cubicBezTo>
                    <a:pt x="1436" y="2706"/>
                    <a:pt x="1560" y="2671"/>
                    <a:pt x="1668" y="2604"/>
                  </a:cubicBezTo>
                  <a:lnTo>
                    <a:pt x="3603" y="1269"/>
                  </a:lnTo>
                  <a:cubicBezTo>
                    <a:pt x="3667" y="1205"/>
                    <a:pt x="3760" y="1168"/>
                    <a:pt x="3862" y="1168"/>
                  </a:cubicBezTo>
                  <a:cubicBezTo>
                    <a:pt x="3918" y="1168"/>
                    <a:pt x="3977" y="1179"/>
                    <a:pt x="4036" y="1203"/>
                  </a:cubicBezTo>
                  <a:lnTo>
                    <a:pt x="1468" y="35"/>
                  </a:lnTo>
                  <a:cubicBezTo>
                    <a:pt x="1420" y="12"/>
                    <a:pt x="1369" y="0"/>
                    <a:pt x="131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9">
              <a:extLst>
                <a:ext uri="{FF2B5EF4-FFF2-40B4-BE49-F238E27FC236}">
                  <a16:creationId xmlns:a16="http://schemas.microsoft.com/office/drawing/2014/main" id="{3EA76C8B-A7FE-EB8D-5ADD-31B53632CDC2}"/>
                </a:ext>
              </a:extLst>
            </p:cNvPr>
            <p:cNvSpPr/>
            <p:nvPr/>
          </p:nvSpPr>
          <p:spPr>
            <a:xfrm>
              <a:off x="5247234" y="1869238"/>
              <a:ext cx="130672" cy="91366"/>
            </a:xfrm>
            <a:custGeom>
              <a:avLst/>
              <a:gdLst/>
              <a:ahLst/>
              <a:cxnLst/>
              <a:rect l="l" t="t" r="r" b="b"/>
              <a:pathLst>
                <a:path w="6639" h="4642" extrusionOk="0">
                  <a:moveTo>
                    <a:pt x="6485" y="1437"/>
                  </a:moveTo>
                  <a:lnTo>
                    <a:pt x="6535" y="1459"/>
                  </a:lnTo>
                  <a:cubicBezTo>
                    <a:pt x="6523" y="1454"/>
                    <a:pt x="6513" y="1448"/>
                    <a:pt x="6505" y="1440"/>
                  </a:cubicBezTo>
                  <a:lnTo>
                    <a:pt x="6485" y="1437"/>
                  </a:lnTo>
                  <a:close/>
                  <a:moveTo>
                    <a:pt x="6535" y="1459"/>
                  </a:moveTo>
                  <a:lnTo>
                    <a:pt x="6638" y="1506"/>
                  </a:lnTo>
                  <a:cubicBezTo>
                    <a:pt x="6613" y="1481"/>
                    <a:pt x="6569" y="1475"/>
                    <a:pt x="6535" y="1459"/>
                  </a:cubicBezTo>
                  <a:close/>
                  <a:moveTo>
                    <a:pt x="2251" y="1"/>
                  </a:moveTo>
                  <a:cubicBezTo>
                    <a:pt x="1946" y="1"/>
                    <a:pt x="1654" y="164"/>
                    <a:pt x="1501" y="439"/>
                  </a:cubicBezTo>
                  <a:lnTo>
                    <a:pt x="300" y="3074"/>
                  </a:lnTo>
                  <a:cubicBezTo>
                    <a:pt x="200" y="3208"/>
                    <a:pt x="100" y="3341"/>
                    <a:pt x="0" y="3441"/>
                  </a:cubicBezTo>
                  <a:lnTo>
                    <a:pt x="2569" y="4642"/>
                  </a:lnTo>
                  <a:cubicBezTo>
                    <a:pt x="2669" y="4542"/>
                    <a:pt x="2802" y="4408"/>
                    <a:pt x="2869" y="4275"/>
                  </a:cubicBezTo>
                  <a:lnTo>
                    <a:pt x="4070" y="1606"/>
                  </a:lnTo>
                  <a:cubicBezTo>
                    <a:pt x="4222" y="1362"/>
                    <a:pt x="4514" y="1202"/>
                    <a:pt x="4818" y="1202"/>
                  </a:cubicBezTo>
                  <a:cubicBezTo>
                    <a:pt x="4847" y="1202"/>
                    <a:pt x="4875" y="1203"/>
                    <a:pt x="4904" y="1206"/>
                  </a:cubicBezTo>
                  <a:lnTo>
                    <a:pt x="6485" y="1437"/>
                  </a:lnTo>
                  <a:lnTo>
                    <a:pt x="6485" y="1437"/>
                  </a:lnTo>
                  <a:lnTo>
                    <a:pt x="4070" y="339"/>
                  </a:lnTo>
                  <a:cubicBezTo>
                    <a:pt x="4036" y="305"/>
                    <a:pt x="3970" y="272"/>
                    <a:pt x="3903" y="272"/>
                  </a:cubicBezTo>
                  <a:lnTo>
                    <a:pt x="2335" y="5"/>
                  </a:lnTo>
                  <a:cubicBezTo>
                    <a:pt x="2307" y="2"/>
                    <a:pt x="2279" y="1"/>
                    <a:pt x="225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9">
              <a:extLst>
                <a:ext uri="{FF2B5EF4-FFF2-40B4-BE49-F238E27FC236}">
                  <a16:creationId xmlns:a16="http://schemas.microsoft.com/office/drawing/2014/main" id="{773C46F3-BE99-E732-6ED2-BF89B01D92C7}"/>
                </a:ext>
              </a:extLst>
            </p:cNvPr>
            <p:cNvSpPr/>
            <p:nvPr/>
          </p:nvSpPr>
          <p:spPr>
            <a:xfrm>
              <a:off x="5128391" y="1906753"/>
              <a:ext cx="108352" cy="72235"/>
            </a:xfrm>
            <a:custGeom>
              <a:avLst/>
              <a:gdLst/>
              <a:ahLst/>
              <a:cxnLst/>
              <a:rect l="l" t="t" r="r" b="b"/>
              <a:pathLst>
                <a:path w="5505" h="3670" extrusionOk="0">
                  <a:moveTo>
                    <a:pt x="2736" y="1"/>
                  </a:moveTo>
                  <a:cubicBezTo>
                    <a:pt x="2636" y="1"/>
                    <a:pt x="2536" y="67"/>
                    <a:pt x="2469" y="134"/>
                  </a:cubicBezTo>
                  <a:lnTo>
                    <a:pt x="301" y="1902"/>
                  </a:lnTo>
                  <a:cubicBezTo>
                    <a:pt x="267" y="1935"/>
                    <a:pt x="234" y="1969"/>
                    <a:pt x="201" y="2002"/>
                  </a:cubicBezTo>
                  <a:cubicBezTo>
                    <a:pt x="201" y="2002"/>
                    <a:pt x="167" y="2035"/>
                    <a:pt x="167" y="2069"/>
                  </a:cubicBezTo>
                  <a:cubicBezTo>
                    <a:pt x="67" y="2169"/>
                    <a:pt x="34" y="2302"/>
                    <a:pt x="0" y="2402"/>
                  </a:cubicBezTo>
                  <a:cubicBezTo>
                    <a:pt x="0" y="2436"/>
                    <a:pt x="0" y="2469"/>
                    <a:pt x="0" y="2502"/>
                  </a:cubicBezTo>
                  <a:lnTo>
                    <a:pt x="2536" y="3670"/>
                  </a:lnTo>
                  <a:cubicBezTo>
                    <a:pt x="2602" y="3470"/>
                    <a:pt x="2702" y="3270"/>
                    <a:pt x="2869" y="3103"/>
                  </a:cubicBezTo>
                  <a:lnTo>
                    <a:pt x="5037" y="1302"/>
                  </a:lnTo>
                  <a:cubicBezTo>
                    <a:pt x="5123" y="1237"/>
                    <a:pt x="5224" y="1200"/>
                    <a:pt x="5329" y="1200"/>
                  </a:cubicBezTo>
                  <a:cubicBezTo>
                    <a:pt x="5386" y="1200"/>
                    <a:pt x="5445" y="1211"/>
                    <a:pt x="5504" y="1235"/>
                  </a:cubicBezTo>
                  <a:lnTo>
                    <a:pt x="2902" y="34"/>
                  </a:lnTo>
                  <a:cubicBezTo>
                    <a:pt x="2836" y="1"/>
                    <a:pt x="2802" y="1"/>
                    <a:pt x="273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9">
              <a:extLst>
                <a:ext uri="{FF2B5EF4-FFF2-40B4-BE49-F238E27FC236}">
                  <a16:creationId xmlns:a16="http://schemas.microsoft.com/office/drawing/2014/main" id="{6D9FB042-5F95-DD4E-C347-6754B01581B5}"/>
                </a:ext>
              </a:extLst>
            </p:cNvPr>
            <p:cNvSpPr/>
            <p:nvPr/>
          </p:nvSpPr>
          <p:spPr>
            <a:xfrm>
              <a:off x="5012835" y="2212048"/>
              <a:ext cx="92586" cy="70267"/>
            </a:xfrm>
            <a:custGeom>
              <a:avLst/>
              <a:gdLst/>
              <a:ahLst/>
              <a:cxnLst/>
              <a:rect l="l" t="t" r="r" b="b"/>
              <a:pathLst>
                <a:path w="4704" h="3570" extrusionOk="0">
                  <a:moveTo>
                    <a:pt x="2135" y="1"/>
                  </a:moveTo>
                  <a:lnTo>
                    <a:pt x="267" y="1835"/>
                  </a:lnTo>
                  <a:cubicBezTo>
                    <a:pt x="234" y="1869"/>
                    <a:pt x="201" y="1902"/>
                    <a:pt x="167" y="1935"/>
                  </a:cubicBezTo>
                  <a:lnTo>
                    <a:pt x="167" y="1969"/>
                  </a:lnTo>
                  <a:cubicBezTo>
                    <a:pt x="134" y="2002"/>
                    <a:pt x="134" y="2035"/>
                    <a:pt x="101" y="2102"/>
                  </a:cubicBezTo>
                  <a:cubicBezTo>
                    <a:pt x="67" y="2169"/>
                    <a:pt x="34" y="2269"/>
                    <a:pt x="1" y="2402"/>
                  </a:cubicBezTo>
                  <a:lnTo>
                    <a:pt x="2569" y="3570"/>
                  </a:lnTo>
                  <a:cubicBezTo>
                    <a:pt x="2602" y="3370"/>
                    <a:pt x="2702" y="3170"/>
                    <a:pt x="2836" y="3036"/>
                  </a:cubicBezTo>
                  <a:lnTo>
                    <a:pt x="4704" y="1202"/>
                  </a:lnTo>
                  <a:lnTo>
                    <a:pt x="2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9">
              <a:extLst>
                <a:ext uri="{FF2B5EF4-FFF2-40B4-BE49-F238E27FC236}">
                  <a16:creationId xmlns:a16="http://schemas.microsoft.com/office/drawing/2014/main" id="{8D93F4A7-E2FF-E353-EDAB-A3A477D97053}"/>
                </a:ext>
              </a:extLst>
            </p:cNvPr>
            <p:cNvSpPr/>
            <p:nvPr/>
          </p:nvSpPr>
          <p:spPr>
            <a:xfrm>
              <a:off x="5051570" y="2058426"/>
              <a:ext cx="99810" cy="28894"/>
            </a:xfrm>
            <a:custGeom>
              <a:avLst/>
              <a:gdLst/>
              <a:ahLst/>
              <a:cxnLst/>
              <a:rect l="l" t="t" r="r" b="b"/>
              <a:pathLst>
                <a:path w="5071" h="1468" extrusionOk="0">
                  <a:moveTo>
                    <a:pt x="2502" y="0"/>
                  </a:moveTo>
                  <a:lnTo>
                    <a:pt x="2302" y="67"/>
                  </a:lnTo>
                  <a:lnTo>
                    <a:pt x="401" y="67"/>
                  </a:lnTo>
                  <a:lnTo>
                    <a:pt x="301" y="100"/>
                  </a:lnTo>
                  <a:cubicBezTo>
                    <a:pt x="267" y="100"/>
                    <a:pt x="234" y="134"/>
                    <a:pt x="201" y="134"/>
                  </a:cubicBezTo>
                  <a:cubicBezTo>
                    <a:pt x="101" y="167"/>
                    <a:pt x="34" y="234"/>
                    <a:pt x="1" y="267"/>
                  </a:cubicBezTo>
                  <a:lnTo>
                    <a:pt x="2536" y="1468"/>
                  </a:lnTo>
                  <a:cubicBezTo>
                    <a:pt x="2703" y="1301"/>
                    <a:pt x="2903" y="1234"/>
                    <a:pt x="3136" y="1234"/>
                  </a:cubicBezTo>
                  <a:lnTo>
                    <a:pt x="4637" y="1234"/>
                  </a:lnTo>
                  <a:cubicBezTo>
                    <a:pt x="4771" y="1234"/>
                    <a:pt x="4937" y="1201"/>
                    <a:pt x="5071" y="1134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9">
              <a:extLst>
                <a:ext uri="{FF2B5EF4-FFF2-40B4-BE49-F238E27FC236}">
                  <a16:creationId xmlns:a16="http://schemas.microsoft.com/office/drawing/2014/main" id="{6E833D6D-A1D7-5A02-B804-CDD1DA0EAB7F}"/>
                </a:ext>
              </a:extLst>
            </p:cNvPr>
            <p:cNvSpPr/>
            <p:nvPr/>
          </p:nvSpPr>
          <p:spPr>
            <a:xfrm>
              <a:off x="5366726" y="1940213"/>
              <a:ext cx="79458" cy="53261"/>
            </a:xfrm>
            <a:custGeom>
              <a:avLst/>
              <a:gdLst/>
              <a:ahLst/>
              <a:cxnLst/>
              <a:rect l="l" t="t" r="r" b="b"/>
              <a:pathLst>
                <a:path w="4037" h="2706" extrusionOk="0">
                  <a:moveTo>
                    <a:pt x="1318" y="0"/>
                  </a:moveTo>
                  <a:cubicBezTo>
                    <a:pt x="1225" y="0"/>
                    <a:pt x="1132" y="37"/>
                    <a:pt x="1067" y="102"/>
                  </a:cubicBezTo>
                  <a:lnTo>
                    <a:pt x="234" y="669"/>
                  </a:lnTo>
                  <a:lnTo>
                    <a:pt x="67" y="1169"/>
                  </a:lnTo>
                  <a:cubicBezTo>
                    <a:pt x="0" y="1503"/>
                    <a:pt x="133" y="1836"/>
                    <a:pt x="400" y="2070"/>
                  </a:cubicBezTo>
                  <a:cubicBezTo>
                    <a:pt x="567" y="2203"/>
                    <a:pt x="701" y="2337"/>
                    <a:pt x="834" y="2470"/>
                  </a:cubicBezTo>
                  <a:cubicBezTo>
                    <a:pt x="953" y="2630"/>
                    <a:pt x="1132" y="2706"/>
                    <a:pt x="1314" y="2706"/>
                  </a:cubicBezTo>
                  <a:cubicBezTo>
                    <a:pt x="1436" y="2706"/>
                    <a:pt x="1560" y="2671"/>
                    <a:pt x="1668" y="2604"/>
                  </a:cubicBezTo>
                  <a:lnTo>
                    <a:pt x="3603" y="1269"/>
                  </a:lnTo>
                  <a:cubicBezTo>
                    <a:pt x="3667" y="1205"/>
                    <a:pt x="3760" y="1168"/>
                    <a:pt x="3862" y="1168"/>
                  </a:cubicBezTo>
                  <a:cubicBezTo>
                    <a:pt x="3918" y="1168"/>
                    <a:pt x="3977" y="1179"/>
                    <a:pt x="4036" y="1203"/>
                  </a:cubicBezTo>
                  <a:lnTo>
                    <a:pt x="1468" y="35"/>
                  </a:lnTo>
                  <a:cubicBezTo>
                    <a:pt x="1420" y="12"/>
                    <a:pt x="1369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9">
              <a:extLst>
                <a:ext uri="{FF2B5EF4-FFF2-40B4-BE49-F238E27FC236}">
                  <a16:creationId xmlns:a16="http://schemas.microsoft.com/office/drawing/2014/main" id="{8A6F10F1-75B7-30D8-EA3F-3E56D443B45D}"/>
                </a:ext>
              </a:extLst>
            </p:cNvPr>
            <p:cNvSpPr/>
            <p:nvPr/>
          </p:nvSpPr>
          <p:spPr>
            <a:xfrm>
              <a:off x="5247234" y="1869238"/>
              <a:ext cx="130672" cy="91366"/>
            </a:xfrm>
            <a:custGeom>
              <a:avLst/>
              <a:gdLst/>
              <a:ahLst/>
              <a:cxnLst/>
              <a:rect l="l" t="t" r="r" b="b"/>
              <a:pathLst>
                <a:path w="6639" h="4642" extrusionOk="0">
                  <a:moveTo>
                    <a:pt x="6485" y="1437"/>
                  </a:moveTo>
                  <a:lnTo>
                    <a:pt x="6535" y="1459"/>
                  </a:lnTo>
                  <a:cubicBezTo>
                    <a:pt x="6523" y="1454"/>
                    <a:pt x="6513" y="1448"/>
                    <a:pt x="6505" y="1440"/>
                  </a:cubicBezTo>
                  <a:lnTo>
                    <a:pt x="6485" y="1437"/>
                  </a:lnTo>
                  <a:close/>
                  <a:moveTo>
                    <a:pt x="6535" y="1459"/>
                  </a:moveTo>
                  <a:lnTo>
                    <a:pt x="6638" y="1506"/>
                  </a:lnTo>
                  <a:cubicBezTo>
                    <a:pt x="6613" y="1481"/>
                    <a:pt x="6569" y="1475"/>
                    <a:pt x="6535" y="1459"/>
                  </a:cubicBezTo>
                  <a:close/>
                  <a:moveTo>
                    <a:pt x="2251" y="1"/>
                  </a:moveTo>
                  <a:cubicBezTo>
                    <a:pt x="1946" y="1"/>
                    <a:pt x="1654" y="164"/>
                    <a:pt x="1501" y="439"/>
                  </a:cubicBezTo>
                  <a:lnTo>
                    <a:pt x="300" y="3074"/>
                  </a:lnTo>
                  <a:cubicBezTo>
                    <a:pt x="200" y="3208"/>
                    <a:pt x="100" y="3341"/>
                    <a:pt x="0" y="3441"/>
                  </a:cubicBezTo>
                  <a:lnTo>
                    <a:pt x="2569" y="4642"/>
                  </a:lnTo>
                  <a:cubicBezTo>
                    <a:pt x="2669" y="4542"/>
                    <a:pt x="2802" y="4408"/>
                    <a:pt x="2869" y="4275"/>
                  </a:cubicBezTo>
                  <a:lnTo>
                    <a:pt x="4070" y="1606"/>
                  </a:lnTo>
                  <a:cubicBezTo>
                    <a:pt x="4222" y="1362"/>
                    <a:pt x="4514" y="1202"/>
                    <a:pt x="4818" y="1202"/>
                  </a:cubicBezTo>
                  <a:cubicBezTo>
                    <a:pt x="4847" y="1202"/>
                    <a:pt x="4875" y="1203"/>
                    <a:pt x="4904" y="1206"/>
                  </a:cubicBezTo>
                  <a:lnTo>
                    <a:pt x="6485" y="1437"/>
                  </a:lnTo>
                  <a:lnTo>
                    <a:pt x="6485" y="1437"/>
                  </a:lnTo>
                  <a:lnTo>
                    <a:pt x="4070" y="339"/>
                  </a:lnTo>
                  <a:cubicBezTo>
                    <a:pt x="4036" y="305"/>
                    <a:pt x="3970" y="272"/>
                    <a:pt x="3903" y="272"/>
                  </a:cubicBezTo>
                  <a:lnTo>
                    <a:pt x="2335" y="5"/>
                  </a:lnTo>
                  <a:cubicBezTo>
                    <a:pt x="2307" y="2"/>
                    <a:pt x="2279" y="1"/>
                    <a:pt x="22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9">
              <a:extLst>
                <a:ext uri="{FF2B5EF4-FFF2-40B4-BE49-F238E27FC236}">
                  <a16:creationId xmlns:a16="http://schemas.microsoft.com/office/drawing/2014/main" id="{5E3A72D0-59A2-093E-4E79-18CE9779FCE3}"/>
                </a:ext>
              </a:extLst>
            </p:cNvPr>
            <p:cNvSpPr/>
            <p:nvPr/>
          </p:nvSpPr>
          <p:spPr>
            <a:xfrm>
              <a:off x="5128391" y="1906753"/>
              <a:ext cx="108352" cy="72235"/>
            </a:xfrm>
            <a:custGeom>
              <a:avLst/>
              <a:gdLst/>
              <a:ahLst/>
              <a:cxnLst/>
              <a:rect l="l" t="t" r="r" b="b"/>
              <a:pathLst>
                <a:path w="5505" h="3670" extrusionOk="0">
                  <a:moveTo>
                    <a:pt x="2736" y="1"/>
                  </a:moveTo>
                  <a:cubicBezTo>
                    <a:pt x="2636" y="1"/>
                    <a:pt x="2536" y="67"/>
                    <a:pt x="2469" y="134"/>
                  </a:cubicBezTo>
                  <a:lnTo>
                    <a:pt x="301" y="1902"/>
                  </a:lnTo>
                  <a:cubicBezTo>
                    <a:pt x="267" y="1935"/>
                    <a:pt x="234" y="1969"/>
                    <a:pt x="201" y="2002"/>
                  </a:cubicBezTo>
                  <a:cubicBezTo>
                    <a:pt x="201" y="2002"/>
                    <a:pt x="167" y="2035"/>
                    <a:pt x="167" y="2069"/>
                  </a:cubicBezTo>
                  <a:cubicBezTo>
                    <a:pt x="67" y="2169"/>
                    <a:pt x="34" y="2302"/>
                    <a:pt x="0" y="2402"/>
                  </a:cubicBezTo>
                  <a:cubicBezTo>
                    <a:pt x="0" y="2436"/>
                    <a:pt x="0" y="2469"/>
                    <a:pt x="0" y="2502"/>
                  </a:cubicBezTo>
                  <a:lnTo>
                    <a:pt x="2536" y="3670"/>
                  </a:lnTo>
                  <a:cubicBezTo>
                    <a:pt x="2602" y="3470"/>
                    <a:pt x="2702" y="3270"/>
                    <a:pt x="2869" y="3103"/>
                  </a:cubicBezTo>
                  <a:lnTo>
                    <a:pt x="5037" y="1302"/>
                  </a:lnTo>
                  <a:cubicBezTo>
                    <a:pt x="5123" y="1237"/>
                    <a:pt x="5224" y="1200"/>
                    <a:pt x="5329" y="1200"/>
                  </a:cubicBezTo>
                  <a:cubicBezTo>
                    <a:pt x="5386" y="1200"/>
                    <a:pt x="5445" y="1211"/>
                    <a:pt x="5504" y="1235"/>
                  </a:cubicBezTo>
                  <a:lnTo>
                    <a:pt x="2902" y="34"/>
                  </a:lnTo>
                  <a:cubicBezTo>
                    <a:pt x="2836" y="1"/>
                    <a:pt x="2802" y="1"/>
                    <a:pt x="2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9">
              <a:extLst>
                <a:ext uri="{FF2B5EF4-FFF2-40B4-BE49-F238E27FC236}">
                  <a16:creationId xmlns:a16="http://schemas.microsoft.com/office/drawing/2014/main" id="{5DE154A2-A0DB-600D-2744-940D16635ABB}"/>
                </a:ext>
              </a:extLst>
            </p:cNvPr>
            <p:cNvSpPr/>
            <p:nvPr/>
          </p:nvSpPr>
          <p:spPr>
            <a:xfrm>
              <a:off x="5062080" y="1892877"/>
              <a:ext cx="401169" cy="514934"/>
            </a:xfrm>
            <a:custGeom>
              <a:avLst/>
              <a:gdLst/>
              <a:ahLst/>
              <a:cxnLst/>
              <a:rect l="l" t="t" r="r" b="b"/>
              <a:pathLst>
                <a:path w="20382" h="26162" extrusionOk="0">
                  <a:moveTo>
                    <a:pt x="11876" y="7426"/>
                  </a:moveTo>
                  <a:cubicBezTo>
                    <a:pt x="13070" y="7426"/>
                    <a:pt x="14029" y="8153"/>
                    <a:pt x="14411" y="9545"/>
                  </a:cubicBezTo>
                  <a:cubicBezTo>
                    <a:pt x="15111" y="11947"/>
                    <a:pt x="13777" y="15516"/>
                    <a:pt x="11408" y="17451"/>
                  </a:cubicBezTo>
                  <a:cubicBezTo>
                    <a:pt x="10408" y="18294"/>
                    <a:pt x="9389" y="18703"/>
                    <a:pt x="8497" y="18703"/>
                  </a:cubicBezTo>
                  <a:cubicBezTo>
                    <a:pt x="7305" y="18703"/>
                    <a:pt x="6338" y="17975"/>
                    <a:pt x="5938" y="16584"/>
                  </a:cubicBezTo>
                  <a:cubicBezTo>
                    <a:pt x="5271" y="14182"/>
                    <a:pt x="6605" y="10613"/>
                    <a:pt x="8940" y="8678"/>
                  </a:cubicBezTo>
                  <a:cubicBezTo>
                    <a:pt x="9955" y="7835"/>
                    <a:pt x="10982" y="7426"/>
                    <a:pt x="11876" y="7426"/>
                  </a:cubicBezTo>
                  <a:close/>
                  <a:moveTo>
                    <a:pt x="14259" y="1"/>
                  </a:moveTo>
                  <a:cubicBezTo>
                    <a:pt x="13955" y="1"/>
                    <a:pt x="13663" y="164"/>
                    <a:pt x="13510" y="439"/>
                  </a:cubicBezTo>
                  <a:lnTo>
                    <a:pt x="12276" y="3074"/>
                  </a:lnTo>
                  <a:cubicBezTo>
                    <a:pt x="12109" y="3374"/>
                    <a:pt x="11809" y="3608"/>
                    <a:pt x="11442" y="3708"/>
                  </a:cubicBezTo>
                  <a:cubicBezTo>
                    <a:pt x="11142" y="3808"/>
                    <a:pt x="10841" y="3908"/>
                    <a:pt x="10541" y="4041"/>
                  </a:cubicBezTo>
                  <a:cubicBezTo>
                    <a:pt x="10452" y="4091"/>
                    <a:pt x="10357" y="4114"/>
                    <a:pt x="10264" y="4114"/>
                  </a:cubicBezTo>
                  <a:cubicBezTo>
                    <a:pt x="10046" y="4114"/>
                    <a:pt x="9844" y="3985"/>
                    <a:pt x="9774" y="3774"/>
                  </a:cubicBezTo>
                  <a:lnTo>
                    <a:pt x="9073" y="2173"/>
                  </a:lnTo>
                  <a:cubicBezTo>
                    <a:pt x="9010" y="2003"/>
                    <a:pt x="8851" y="1901"/>
                    <a:pt x="8684" y="1901"/>
                  </a:cubicBezTo>
                  <a:cubicBezTo>
                    <a:pt x="8589" y="1901"/>
                    <a:pt x="8491" y="1934"/>
                    <a:pt x="8406" y="2007"/>
                  </a:cubicBezTo>
                  <a:lnTo>
                    <a:pt x="6238" y="3808"/>
                  </a:lnTo>
                  <a:cubicBezTo>
                    <a:pt x="6005" y="4041"/>
                    <a:pt x="5871" y="4375"/>
                    <a:pt x="5905" y="4742"/>
                  </a:cubicBezTo>
                  <a:lnTo>
                    <a:pt x="6238" y="6777"/>
                  </a:lnTo>
                  <a:cubicBezTo>
                    <a:pt x="6271" y="7144"/>
                    <a:pt x="6171" y="7477"/>
                    <a:pt x="5938" y="7777"/>
                  </a:cubicBezTo>
                  <a:cubicBezTo>
                    <a:pt x="5604" y="8211"/>
                    <a:pt x="5304" y="8678"/>
                    <a:pt x="5004" y="9145"/>
                  </a:cubicBezTo>
                  <a:cubicBezTo>
                    <a:pt x="4804" y="9445"/>
                    <a:pt x="4470" y="9612"/>
                    <a:pt x="4103" y="9645"/>
                  </a:cubicBezTo>
                  <a:lnTo>
                    <a:pt x="2602" y="9645"/>
                  </a:lnTo>
                  <a:cubicBezTo>
                    <a:pt x="2235" y="9645"/>
                    <a:pt x="1935" y="9845"/>
                    <a:pt x="1802" y="10146"/>
                  </a:cubicBezTo>
                  <a:lnTo>
                    <a:pt x="667" y="13148"/>
                  </a:lnTo>
                  <a:cubicBezTo>
                    <a:pt x="567" y="13448"/>
                    <a:pt x="734" y="13782"/>
                    <a:pt x="1034" y="13848"/>
                  </a:cubicBezTo>
                  <a:lnTo>
                    <a:pt x="2302" y="14282"/>
                  </a:lnTo>
                  <a:cubicBezTo>
                    <a:pt x="2602" y="14382"/>
                    <a:pt x="2802" y="14682"/>
                    <a:pt x="2769" y="15016"/>
                  </a:cubicBezTo>
                  <a:cubicBezTo>
                    <a:pt x="2702" y="15483"/>
                    <a:pt x="2669" y="15950"/>
                    <a:pt x="2636" y="16417"/>
                  </a:cubicBezTo>
                  <a:cubicBezTo>
                    <a:pt x="2636" y="16784"/>
                    <a:pt x="2469" y="17117"/>
                    <a:pt x="2235" y="17384"/>
                  </a:cubicBezTo>
                  <a:lnTo>
                    <a:pt x="334" y="19252"/>
                  </a:lnTo>
                  <a:cubicBezTo>
                    <a:pt x="100" y="19486"/>
                    <a:pt x="0" y="19853"/>
                    <a:pt x="100" y="20186"/>
                  </a:cubicBezTo>
                  <a:lnTo>
                    <a:pt x="667" y="22254"/>
                  </a:lnTo>
                  <a:cubicBezTo>
                    <a:pt x="689" y="22448"/>
                    <a:pt x="850" y="22559"/>
                    <a:pt x="1024" y="22559"/>
                  </a:cubicBezTo>
                  <a:cubicBezTo>
                    <a:pt x="1119" y="22559"/>
                    <a:pt x="1219" y="22525"/>
                    <a:pt x="1301" y="22454"/>
                  </a:cubicBezTo>
                  <a:lnTo>
                    <a:pt x="3236" y="21120"/>
                  </a:lnTo>
                  <a:cubicBezTo>
                    <a:pt x="3337" y="21057"/>
                    <a:pt x="3452" y="21028"/>
                    <a:pt x="3567" y="21028"/>
                  </a:cubicBezTo>
                  <a:cubicBezTo>
                    <a:pt x="3756" y="21028"/>
                    <a:pt x="3945" y="21108"/>
                    <a:pt x="4070" y="21254"/>
                  </a:cubicBezTo>
                  <a:cubicBezTo>
                    <a:pt x="4203" y="21420"/>
                    <a:pt x="4337" y="21554"/>
                    <a:pt x="4504" y="21687"/>
                  </a:cubicBezTo>
                  <a:cubicBezTo>
                    <a:pt x="4770" y="21887"/>
                    <a:pt x="4904" y="22221"/>
                    <a:pt x="4837" y="22555"/>
                  </a:cubicBezTo>
                  <a:lnTo>
                    <a:pt x="4037" y="25256"/>
                  </a:lnTo>
                  <a:cubicBezTo>
                    <a:pt x="3936" y="25557"/>
                    <a:pt x="4170" y="25857"/>
                    <a:pt x="4470" y="25890"/>
                  </a:cubicBezTo>
                  <a:lnTo>
                    <a:pt x="6071" y="26157"/>
                  </a:lnTo>
                  <a:cubicBezTo>
                    <a:pt x="6099" y="26160"/>
                    <a:pt x="6128" y="26161"/>
                    <a:pt x="6156" y="26161"/>
                  </a:cubicBezTo>
                  <a:cubicBezTo>
                    <a:pt x="6460" y="26161"/>
                    <a:pt x="6753" y="25998"/>
                    <a:pt x="6905" y="25723"/>
                  </a:cubicBezTo>
                  <a:lnTo>
                    <a:pt x="8106" y="23088"/>
                  </a:lnTo>
                  <a:cubicBezTo>
                    <a:pt x="8306" y="22788"/>
                    <a:pt x="8606" y="22555"/>
                    <a:pt x="8940" y="22454"/>
                  </a:cubicBezTo>
                  <a:cubicBezTo>
                    <a:pt x="9240" y="22354"/>
                    <a:pt x="9574" y="22221"/>
                    <a:pt x="9874" y="22121"/>
                  </a:cubicBezTo>
                  <a:cubicBezTo>
                    <a:pt x="9953" y="22071"/>
                    <a:pt x="10042" y="22048"/>
                    <a:pt x="10129" y="22048"/>
                  </a:cubicBezTo>
                  <a:cubicBezTo>
                    <a:pt x="10336" y="22048"/>
                    <a:pt x="10538" y="22177"/>
                    <a:pt x="10608" y="22388"/>
                  </a:cubicBezTo>
                  <a:lnTo>
                    <a:pt x="11308" y="23956"/>
                  </a:lnTo>
                  <a:cubicBezTo>
                    <a:pt x="11370" y="24140"/>
                    <a:pt x="11520" y="24237"/>
                    <a:pt x="11681" y="24237"/>
                  </a:cubicBezTo>
                  <a:cubicBezTo>
                    <a:pt x="11781" y="24237"/>
                    <a:pt x="11886" y="24199"/>
                    <a:pt x="11976" y="24122"/>
                  </a:cubicBezTo>
                  <a:lnTo>
                    <a:pt x="14144" y="22321"/>
                  </a:lnTo>
                  <a:cubicBezTo>
                    <a:pt x="14377" y="22088"/>
                    <a:pt x="14511" y="21754"/>
                    <a:pt x="14477" y="21387"/>
                  </a:cubicBezTo>
                  <a:lnTo>
                    <a:pt x="14144" y="19352"/>
                  </a:lnTo>
                  <a:cubicBezTo>
                    <a:pt x="14110" y="19019"/>
                    <a:pt x="14210" y="18652"/>
                    <a:pt x="14411" y="18352"/>
                  </a:cubicBezTo>
                  <a:cubicBezTo>
                    <a:pt x="14778" y="17918"/>
                    <a:pt x="15078" y="17451"/>
                    <a:pt x="15378" y="16984"/>
                  </a:cubicBezTo>
                  <a:cubicBezTo>
                    <a:pt x="15578" y="16684"/>
                    <a:pt x="15912" y="16517"/>
                    <a:pt x="16279" y="16517"/>
                  </a:cubicBezTo>
                  <a:lnTo>
                    <a:pt x="17813" y="16517"/>
                  </a:lnTo>
                  <a:cubicBezTo>
                    <a:pt x="18147" y="16517"/>
                    <a:pt x="18480" y="16283"/>
                    <a:pt x="18647" y="15983"/>
                  </a:cubicBezTo>
                  <a:lnTo>
                    <a:pt x="19748" y="13014"/>
                  </a:lnTo>
                  <a:cubicBezTo>
                    <a:pt x="19848" y="12681"/>
                    <a:pt x="19681" y="12381"/>
                    <a:pt x="19381" y="12281"/>
                  </a:cubicBezTo>
                  <a:lnTo>
                    <a:pt x="18113" y="11880"/>
                  </a:lnTo>
                  <a:cubicBezTo>
                    <a:pt x="17813" y="11747"/>
                    <a:pt x="17613" y="11447"/>
                    <a:pt x="17646" y="11113"/>
                  </a:cubicBezTo>
                  <a:cubicBezTo>
                    <a:pt x="17713" y="10646"/>
                    <a:pt x="17746" y="10179"/>
                    <a:pt x="17780" y="9712"/>
                  </a:cubicBezTo>
                  <a:cubicBezTo>
                    <a:pt x="17780" y="9345"/>
                    <a:pt x="17946" y="9012"/>
                    <a:pt x="18180" y="8745"/>
                  </a:cubicBezTo>
                  <a:lnTo>
                    <a:pt x="20081" y="6910"/>
                  </a:lnTo>
                  <a:cubicBezTo>
                    <a:pt x="20315" y="6643"/>
                    <a:pt x="20382" y="6276"/>
                    <a:pt x="20315" y="5943"/>
                  </a:cubicBezTo>
                  <a:lnTo>
                    <a:pt x="19714" y="3908"/>
                  </a:lnTo>
                  <a:cubicBezTo>
                    <a:pt x="19692" y="3706"/>
                    <a:pt x="19518" y="3579"/>
                    <a:pt x="19336" y="3579"/>
                  </a:cubicBezTo>
                  <a:cubicBezTo>
                    <a:pt x="19247" y="3579"/>
                    <a:pt x="19157" y="3609"/>
                    <a:pt x="19081" y="3674"/>
                  </a:cubicBezTo>
                  <a:lnTo>
                    <a:pt x="17146" y="5009"/>
                  </a:lnTo>
                  <a:cubicBezTo>
                    <a:pt x="17038" y="5076"/>
                    <a:pt x="16914" y="5111"/>
                    <a:pt x="16792" y="5111"/>
                  </a:cubicBezTo>
                  <a:cubicBezTo>
                    <a:pt x="16610" y="5111"/>
                    <a:pt x="16431" y="5035"/>
                    <a:pt x="16312" y="4875"/>
                  </a:cubicBezTo>
                  <a:cubicBezTo>
                    <a:pt x="16179" y="4742"/>
                    <a:pt x="16045" y="4608"/>
                    <a:pt x="15878" y="4475"/>
                  </a:cubicBezTo>
                  <a:cubicBezTo>
                    <a:pt x="15611" y="4241"/>
                    <a:pt x="15478" y="3908"/>
                    <a:pt x="15545" y="3574"/>
                  </a:cubicBezTo>
                  <a:lnTo>
                    <a:pt x="16345" y="906"/>
                  </a:lnTo>
                  <a:cubicBezTo>
                    <a:pt x="16445" y="605"/>
                    <a:pt x="16212" y="305"/>
                    <a:pt x="15912" y="272"/>
                  </a:cubicBezTo>
                  <a:lnTo>
                    <a:pt x="14344" y="5"/>
                  </a:lnTo>
                  <a:cubicBezTo>
                    <a:pt x="14316" y="2"/>
                    <a:pt x="14287" y="1"/>
                    <a:pt x="14259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9">
              <a:extLst>
                <a:ext uri="{FF2B5EF4-FFF2-40B4-BE49-F238E27FC236}">
                  <a16:creationId xmlns:a16="http://schemas.microsoft.com/office/drawing/2014/main" id="{4B03C25A-D314-4CBC-DC45-3D233A3317D6}"/>
                </a:ext>
              </a:extLst>
            </p:cNvPr>
            <p:cNvSpPr/>
            <p:nvPr/>
          </p:nvSpPr>
          <p:spPr>
            <a:xfrm>
              <a:off x="5062080" y="1892877"/>
              <a:ext cx="401169" cy="514934"/>
            </a:xfrm>
            <a:custGeom>
              <a:avLst/>
              <a:gdLst/>
              <a:ahLst/>
              <a:cxnLst/>
              <a:rect l="l" t="t" r="r" b="b"/>
              <a:pathLst>
                <a:path w="20382" h="26162" extrusionOk="0">
                  <a:moveTo>
                    <a:pt x="11876" y="7426"/>
                  </a:moveTo>
                  <a:cubicBezTo>
                    <a:pt x="13070" y="7426"/>
                    <a:pt x="14029" y="8153"/>
                    <a:pt x="14411" y="9545"/>
                  </a:cubicBezTo>
                  <a:cubicBezTo>
                    <a:pt x="15111" y="11947"/>
                    <a:pt x="13777" y="15516"/>
                    <a:pt x="11408" y="17451"/>
                  </a:cubicBezTo>
                  <a:cubicBezTo>
                    <a:pt x="10408" y="18294"/>
                    <a:pt x="9389" y="18703"/>
                    <a:pt x="8497" y="18703"/>
                  </a:cubicBezTo>
                  <a:cubicBezTo>
                    <a:pt x="7305" y="18703"/>
                    <a:pt x="6338" y="17975"/>
                    <a:pt x="5938" y="16584"/>
                  </a:cubicBezTo>
                  <a:cubicBezTo>
                    <a:pt x="5271" y="14182"/>
                    <a:pt x="6605" y="10613"/>
                    <a:pt x="8940" y="8678"/>
                  </a:cubicBezTo>
                  <a:cubicBezTo>
                    <a:pt x="9955" y="7835"/>
                    <a:pt x="10982" y="7426"/>
                    <a:pt x="11876" y="7426"/>
                  </a:cubicBezTo>
                  <a:close/>
                  <a:moveTo>
                    <a:pt x="14259" y="1"/>
                  </a:moveTo>
                  <a:cubicBezTo>
                    <a:pt x="13955" y="1"/>
                    <a:pt x="13663" y="164"/>
                    <a:pt x="13510" y="439"/>
                  </a:cubicBezTo>
                  <a:lnTo>
                    <a:pt x="12276" y="3074"/>
                  </a:lnTo>
                  <a:cubicBezTo>
                    <a:pt x="12109" y="3374"/>
                    <a:pt x="11809" y="3608"/>
                    <a:pt x="11442" y="3708"/>
                  </a:cubicBezTo>
                  <a:cubicBezTo>
                    <a:pt x="11142" y="3808"/>
                    <a:pt x="10841" y="3908"/>
                    <a:pt x="10541" y="4041"/>
                  </a:cubicBezTo>
                  <a:cubicBezTo>
                    <a:pt x="10452" y="4091"/>
                    <a:pt x="10357" y="4114"/>
                    <a:pt x="10264" y="4114"/>
                  </a:cubicBezTo>
                  <a:cubicBezTo>
                    <a:pt x="10046" y="4114"/>
                    <a:pt x="9844" y="3985"/>
                    <a:pt x="9774" y="3774"/>
                  </a:cubicBezTo>
                  <a:lnTo>
                    <a:pt x="9073" y="2173"/>
                  </a:lnTo>
                  <a:cubicBezTo>
                    <a:pt x="9010" y="2003"/>
                    <a:pt x="8851" y="1901"/>
                    <a:pt x="8684" y="1901"/>
                  </a:cubicBezTo>
                  <a:cubicBezTo>
                    <a:pt x="8589" y="1901"/>
                    <a:pt x="8491" y="1934"/>
                    <a:pt x="8406" y="2007"/>
                  </a:cubicBezTo>
                  <a:lnTo>
                    <a:pt x="6238" y="3808"/>
                  </a:lnTo>
                  <a:cubicBezTo>
                    <a:pt x="6005" y="4041"/>
                    <a:pt x="5871" y="4375"/>
                    <a:pt x="5905" y="4742"/>
                  </a:cubicBezTo>
                  <a:lnTo>
                    <a:pt x="6238" y="6777"/>
                  </a:lnTo>
                  <a:cubicBezTo>
                    <a:pt x="6271" y="7144"/>
                    <a:pt x="6171" y="7477"/>
                    <a:pt x="5938" y="7777"/>
                  </a:cubicBezTo>
                  <a:cubicBezTo>
                    <a:pt x="5604" y="8211"/>
                    <a:pt x="5304" y="8678"/>
                    <a:pt x="5004" y="9145"/>
                  </a:cubicBezTo>
                  <a:cubicBezTo>
                    <a:pt x="4804" y="9445"/>
                    <a:pt x="4470" y="9612"/>
                    <a:pt x="4103" y="9645"/>
                  </a:cubicBezTo>
                  <a:lnTo>
                    <a:pt x="2602" y="9645"/>
                  </a:lnTo>
                  <a:cubicBezTo>
                    <a:pt x="2235" y="9645"/>
                    <a:pt x="1935" y="9845"/>
                    <a:pt x="1802" y="10146"/>
                  </a:cubicBezTo>
                  <a:lnTo>
                    <a:pt x="667" y="13148"/>
                  </a:lnTo>
                  <a:cubicBezTo>
                    <a:pt x="567" y="13448"/>
                    <a:pt x="734" y="13782"/>
                    <a:pt x="1034" y="13848"/>
                  </a:cubicBezTo>
                  <a:lnTo>
                    <a:pt x="2302" y="14282"/>
                  </a:lnTo>
                  <a:cubicBezTo>
                    <a:pt x="2602" y="14382"/>
                    <a:pt x="2802" y="14682"/>
                    <a:pt x="2769" y="15016"/>
                  </a:cubicBezTo>
                  <a:cubicBezTo>
                    <a:pt x="2702" y="15483"/>
                    <a:pt x="2669" y="15950"/>
                    <a:pt x="2636" y="16417"/>
                  </a:cubicBezTo>
                  <a:cubicBezTo>
                    <a:pt x="2636" y="16784"/>
                    <a:pt x="2469" y="17117"/>
                    <a:pt x="2235" y="17384"/>
                  </a:cubicBezTo>
                  <a:lnTo>
                    <a:pt x="334" y="19252"/>
                  </a:lnTo>
                  <a:cubicBezTo>
                    <a:pt x="100" y="19486"/>
                    <a:pt x="0" y="19853"/>
                    <a:pt x="100" y="20186"/>
                  </a:cubicBezTo>
                  <a:lnTo>
                    <a:pt x="667" y="22254"/>
                  </a:lnTo>
                  <a:cubicBezTo>
                    <a:pt x="689" y="22448"/>
                    <a:pt x="850" y="22559"/>
                    <a:pt x="1024" y="22559"/>
                  </a:cubicBezTo>
                  <a:cubicBezTo>
                    <a:pt x="1119" y="22559"/>
                    <a:pt x="1219" y="22525"/>
                    <a:pt x="1301" y="22454"/>
                  </a:cubicBezTo>
                  <a:lnTo>
                    <a:pt x="3236" y="21120"/>
                  </a:lnTo>
                  <a:cubicBezTo>
                    <a:pt x="3337" y="21057"/>
                    <a:pt x="3452" y="21028"/>
                    <a:pt x="3567" y="21028"/>
                  </a:cubicBezTo>
                  <a:cubicBezTo>
                    <a:pt x="3756" y="21028"/>
                    <a:pt x="3945" y="21108"/>
                    <a:pt x="4070" y="21254"/>
                  </a:cubicBezTo>
                  <a:cubicBezTo>
                    <a:pt x="4203" y="21420"/>
                    <a:pt x="4337" y="21554"/>
                    <a:pt x="4504" y="21687"/>
                  </a:cubicBezTo>
                  <a:cubicBezTo>
                    <a:pt x="4770" y="21887"/>
                    <a:pt x="4904" y="22221"/>
                    <a:pt x="4837" y="22555"/>
                  </a:cubicBezTo>
                  <a:lnTo>
                    <a:pt x="4037" y="25256"/>
                  </a:lnTo>
                  <a:cubicBezTo>
                    <a:pt x="3936" y="25557"/>
                    <a:pt x="4170" y="25857"/>
                    <a:pt x="4470" y="25890"/>
                  </a:cubicBezTo>
                  <a:lnTo>
                    <a:pt x="6071" y="26157"/>
                  </a:lnTo>
                  <a:cubicBezTo>
                    <a:pt x="6099" y="26160"/>
                    <a:pt x="6128" y="26161"/>
                    <a:pt x="6156" y="26161"/>
                  </a:cubicBezTo>
                  <a:cubicBezTo>
                    <a:pt x="6460" y="26161"/>
                    <a:pt x="6753" y="25998"/>
                    <a:pt x="6905" y="25723"/>
                  </a:cubicBezTo>
                  <a:lnTo>
                    <a:pt x="8106" y="23088"/>
                  </a:lnTo>
                  <a:cubicBezTo>
                    <a:pt x="8306" y="22788"/>
                    <a:pt x="8606" y="22555"/>
                    <a:pt x="8940" y="22454"/>
                  </a:cubicBezTo>
                  <a:cubicBezTo>
                    <a:pt x="9240" y="22354"/>
                    <a:pt x="9574" y="22221"/>
                    <a:pt x="9874" y="22121"/>
                  </a:cubicBezTo>
                  <a:cubicBezTo>
                    <a:pt x="9953" y="22071"/>
                    <a:pt x="10042" y="22048"/>
                    <a:pt x="10129" y="22048"/>
                  </a:cubicBezTo>
                  <a:cubicBezTo>
                    <a:pt x="10336" y="22048"/>
                    <a:pt x="10538" y="22177"/>
                    <a:pt x="10608" y="22388"/>
                  </a:cubicBezTo>
                  <a:lnTo>
                    <a:pt x="11308" y="23956"/>
                  </a:lnTo>
                  <a:cubicBezTo>
                    <a:pt x="11370" y="24140"/>
                    <a:pt x="11520" y="24237"/>
                    <a:pt x="11681" y="24237"/>
                  </a:cubicBezTo>
                  <a:cubicBezTo>
                    <a:pt x="11781" y="24237"/>
                    <a:pt x="11886" y="24199"/>
                    <a:pt x="11976" y="24122"/>
                  </a:cubicBezTo>
                  <a:lnTo>
                    <a:pt x="14144" y="22321"/>
                  </a:lnTo>
                  <a:cubicBezTo>
                    <a:pt x="14377" y="22088"/>
                    <a:pt x="14511" y="21754"/>
                    <a:pt x="14477" y="21387"/>
                  </a:cubicBezTo>
                  <a:lnTo>
                    <a:pt x="14144" y="19352"/>
                  </a:lnTo>
                  <a:cubicBezTo>
                    <a:pt x="14110" y="19019"/>
                    <a:pt x="14210" y="18652"/>
                    <a:pt x="14411" y="18352"/>
                  </a:cubicBezTo>
                  <a:cubicBezTo>
                    <a:pt x="14778" y="17918"/>
                    <a:pt x="15078" y="17451"/>
                    <a:pt x="15378" y="16984"/>
                  </a:cubicBezTo>
                  <a:cubicBezTo>
                    <a:pt x="15578" y="16684"/>
                    <a:pt x="15912" y="16517"/>
                    <a:pt x="16279" y="16517"/>
                  </a:cubicBezTo>
                  <a:lnTo>
                    <a:pt x="17813" y="16517"/>
                  </a:lnTo>
                  <a:cubicBezTo>
                    <a:pt x="18147" y="16517"/>
                    <a:pt x="18480" y="16283"/>
                    <a:pt x="18647" y="15983"/>
                  </a:cubicBezTo>
                  <a:lnTo>
                    <a:pt x="19748" y="13014"/>
                  </a:lnTo>
                  <a:cubicBezTo>
                    <a:pt x="19848" y="12681"/>
                    <a:pt x="19681" y="12381"/>
                    <a:pt x="19381" y="12281"/>
                  </a:cubicBezTo>
                  <a:lnTo>
                    <a:pt x="18113" y="11880"/>
                  </a:lnTo>
                  <a:cubicBezTo>
                    <a:pt x="17813" y="11747"/>
                    <a:pt x="17613" y="11447"/>
                    <a:pt x="17646" y="11113"/>
                  </a:cubicBezTo>
                  <a:cubicBezTo>
                    <a:pt x="17713" y="10646"/>
                    <a:pt x="17746" y="10179"/>
                    <a:pt x="17780" y="9712"/>
                  </a:cubicBezTo>
                  <a:cubicBezTo>
                    <a:pt x="17780" y="9345"/>
                    <a:pt x="17946" y="9012"/>
                    <a:pt x="18180" y="8745"/>
                  </a:cubicBezTo>
                  <a:lnTo>
                    <a:pt x="20081" y="6910"/>
                  </a:lnTo>
                  <a:cubicBezTo>
                    <a:pt x="20315" y="6643"/>
                    <a:pt x="20382" y="6276"/>
                    <a:pt x="20315" y="5943"/>
                  </a:cubicBezTo>
                  <a:lnTo>
                    <a:pt x="19714" y="3908"/>
                  </a:lnTo>
                  <a:cubicBezTo>
                    <a:pt x="19692" y="3706"/>
                    <a:pt x="19518" y="3579"/>
                    <a:pt x="19336" y="3579"/>
                  </a:cubicBezTo>
                  <a:cubicBezTo>
                    <a:pt x="19247" y="3579"/>
                    <a:pt x="19157" y="3609"/>
                    <a:pt x="19081" y="3674"/>
                  </a:cubicBezTo>
                  <a:lnTo>
                    <a:pt x="17146" y="5009"/>
                  </a:lnTo>
                  <a:cubicBezTo>
                    <a:pt x="17038" y="5076"/>
                    <a:pt x="16914" y="5111"/>
                    <a:pt x="16792" y="5111"/>
                  </a:cubicBezTo>
                  <a:cubicBezTo>
                    <a:pt x="16610" y="5111"/>
                    <a:pt x="16431" y="5035"/>
                    <a:pt x="16312" y="4875"/>
                  </a:cubicBezTo>
                  <a:cubicBezTo>
                    <a:pt x="16179" y="4742"/>
                    <a:pt x="16045" y="4608"/>
                    <a:pt x="15878" y="4475"/>
                  </a:cubicBezTo>
                  <a:cubicBezTo>
                    <a:pt x="15611" y="4241"/>
                    <a:pt x="15478" y="3908"/>
                    <a:pt x="15545" y="3574"/>
                  </a:cubicBezTo>
                  <a:lnTo>
                    <a:pt x="16345" y="906"/>
                  </a:lnTo>
                  <a:cubicBezTo>
                    <a:pt x="16445" y="605"/>
                    <a:pt x="16212" y="305"/>
                    <a:pt x="15912" y="272"/>
                  </a:cubicBezTo>
                  <a:lnTo>
                    <a:pt x="14344" y="5"/>
                  </a:lnTo>
                  <a:cubicBezTo>
                    <a:pt x="14316" y="2"/>
                    <a:pt x="14287" y="1"/>
                    <a:pt x="14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9">
              <a:extLst>
                <a:ext uri="{FF2B5EF4-FFF2-40B4-BE49-F238E27FC236}">
                  <a16:creationId xmlns:a16="http://schemas.microsoft.com/office/drawing/2014/main" id="{5C837146-8618-DEE5-5A03-6AE579FA22BC}"/>
                </a:ext>
              </a:extLst>
            </p:cNvPr>
            <p:cNvSpPr/>
            <p:nvPr/>
          </p:nvSpPr>
          <p:spPr>
            <a:xfrm>
              <a:off x="4953098" y="1111875"/>
              <a:ext cx="615865" cy="741066"/>
            </a:xfrm>
            <a:custGeom>
              <a:avLst/>
              <a:gdLst/>
              <a:ahLst/>
              <a:cxnLst/>
              <a:rect l="l" t="t" r="r" b="b"/>
              <a:pathLst>
                <a:path w="31290" h="37651" extrusionOk="0">
                  <a:moveTo>
                    <a:pt x="20399" y="0"/>
                  </a:moveTo>
                  <a:cubicBezTo>
                    <a:pt x="20008" y="0"/>
                    <a:pt x="19639" y="224"/>
                    <a:pt x="19414" y="590"/>
                  </a:cubicBezTo>
                  <a:lnTo>
                    <a:pt x="17646" y="4226"/>
                  </a:lnTo>
                  <a:cubicBezTo>
                    <a:pt x="17513" y="4426"/>
                    <a:pt x="17379" y="4593"/>
                    <a:pt x="17212" y="4727"/>
                  </a:cubicBezTo>
                  <a:cubicBezTo>
                    <a:pt x="17112" y="4793"/>
                    <a:pt x="17012" y="4893"/>
                    <a:pt x="16879" y="4927"/>
                  </a:cubicBezTo>
                  <a:lnTo>
                    <a:pt x="17646" y="6895"/>
                  </a:lnTo>
                  <a:cubicBezTo>
                    <a:pt x="17773" y="7199"/>
                    <a:pt x="18092" y="7388"/>
                    <a:pt x="18413" y="7388"/>
                  </a:cubicBezTo>
                  <a:cubicBezTo>
                    <a:pt x="18515" y="7388"/>
                    <a:pt x="18617" y="7369"/>
                    <a:pt x="18713" y="7329"/>
                  </a:cubicBezTo>
                  <a:cubicBezTo>
                    <a:pt x="19147" y="7128"/>
                    <a:pt x="19581" y="6995"/>
                    <a:pt x="20014" y="6895"/>
                  </a:cubicBezTo>
                  <a:cubicBezTo>
                    <a:pt x="20281" y="6828"/>
                    <a:pt x="20548" y="6695"/>
                    <a:pt x="20748" y="6495"/>
                  </a:cubicBezTo>
                  <a:cubicBezTo>
                    <a:pt x="20948" y="6361"/>
                    <a:pt x="21082" y="6194"/>
                    <a:pt x="21182" y="5994"/>
                  </a:cubicBezTo>
                  <a:lnTo>
                    <a:pt x="22983" y="2358"/>
                  </a:lnTo>
                  <a:cubicBezTo>
                    <a:pt x="23180" y="1992"/>
                    <a:pt x="23545" y="1768"/>
                    <a:pt x="23955" y="1768"/>
                  </a:cubicBezTo>
                  <a:cubicBezTo>
                    <a:pt x="24030" y="1768"/>
                    <a:pt x="24106" y="1776"/>
                    <a:pt x="24184" y="1791"/>
                  </a:cubicBezTo>
                  <a:lnTo>
                    <a:pt x="26386" y="2192"/>
                  </a:lnTo>
                  <a:cubicBezTo>
                    <a:pt x="26452" y="2192"/>
                    <a:pt x="26519" y="2225"/>
                    <a:pt x="26586" y="2258"/>
                  </a:cubicBezTo>
                  <a:lnTo>
                    <a:pt x="23050" y="490"/>
                  </a:lnTo>
                  <a:cubicBezTo>
                    <a:pt x="22983" y="457"/>
                    <a:pt x="22916" y="424"/>
                    <a:pt x="22816" y="424"/>
                  </a:cubicBezTo>
                  <a:lnTo>
                    <a:pt x="20615" y="23"/>
                  </a:lnTo>
                  <a:cubicBezTo>
                    <a:pt x="20542" y="8"/>
                    <a:pt x="20470" y="0"/>
                    <a:pt x="20399" y="0"/>
                  </a:cubicBezTo>
                  <a:close/>
                  <a:moveTo>
                    <a:pt x="27507" y="5202"/>
                  </a:moveTo>
                  <a:cubicBezTo>
                    <a:pt x="27379" y="5202"/>
                    <a:pt x="27254" y="5246"/>
                    <a:pt x="27153" y="5327"/>
                  </a:cubicBezTo>
                  <a:lnTo>
                    <a:pt x="25985" y="6094"/>
                  </a:lnTo>
                  <a:lnTo>
                    <a:pt x="25752" y="6795"/>
                  </a:lnTo>
                  <a:cubicBezTo>
                    <a:pt x="25652" y="7262"/>
                    <a:pt x="25818" y="7729"/>
                    <a:pt x="26152" y="8062"/>
                  </a:cubicBezTo>
                  <a:cubicBezTo>
                    <a:pt x="26386" y="8229"/>
                    <a:pt x="26586" y="8463"/>
                    <a:pt x="26752" y="8663"/>
                  </a:cubicBezTo>
                  <a:cubicBezTo>
                    <a:pt x="26944" y="8897"/>
                    <a:pt x="27216" y="9022"/>
                    <a:pt x="27492" y="9022"/>
                  </a:cubicBezTo>
                  <a:cubicBezTo>
                    <a:pt x="27649" y="9022"/>
                    <a:pt x="27808" y="8981"/>
                    <a:pt x="27953" y="8896"/>
                  </a:cubicBezTo>
                  <a:lnTo>
                    <a:pt x="30689" y="7062"/>
                  </a:lnTo>
                  <a:cubicBezTo>
                    <a:pt x="30796" y="6997"/>
                    <a:pt x="30932" y="6960"/>
                    <a:pt x="31068" y="6960"/>
                  </a:cubicBezTo>
                  <a:cubicBezTo>
                    <a:pt x="31143" y="6960"/>
                    <a:pt x="31218" y="6971"/>
                    <a:pt x="31289" y="6995"/>
                  </a:cubicBezTo>
                  <a:lnTo>
                    <a:pt x="27753" y="5260"/>
                  </a:lnTo>
                  <a:cubicBezTo>
                    <a:pt x="27674" y="5221"/>
                    <a:pt x="27590" y="5202"/>
                    <a:pt x="27507" y="5202"/>
                  </a:cubicBezTo>
                  <a:close/>
                  <a:moveTo>
                    <a:pt x="20373" y="12115"/>
                  </a:moveTo>
                  <a:cubicBezTo>
                    <a:pt x="20244" y="12115"/>
                    <a:pt x="20113" y="12120"/>
                    <a:pt x="19981" y="12132"/>
                  </a:cubicBezTo>
                  <a:cubicBezTo>
                    <a:pt x="20181" y="12532"/>
                    <a:pt x="20348" y="12966"/>
                    <a:pt x="20448" y="13400"/>
                  </a:cubicBezTo>
                  <a:cubicBezTo>
                    <a:pt x="21315" y="16802"/>
                    <a:pt x="19314" y="21739"/>
                    <a:pt x="15978" y="24374"/>
                  </a:cubicBezTo>
                  <a:cubicBezTo>
                    <a:pt x="14944" y="25241"/>
                    <a:pt x="13710" y="25775"/>
                    <a:pt x="12376" y="25975"/>
                  </a:cubicBezTo>
                  <a:cubicBezTo>
                    <a:pt x="13050" y="27151"/>
                    <a:pt x="14163" y="27762"/>
                    <a:pt x="15484" y="27762"/>
                  </a:cubicBezTo>
                  <a:cubicBezTo>
                    <a:pt x="16711" y="27762"/>
                    <a:pt x="18116" y="27235"/>
                    <a:pt x="19514" y="26142"/>
                  </a:cubicBezTo>
                  <a:cubicBezTo>
                    <a:pt x="22850" y="23507"/>
                    <a:pt x="24851" y="18570"/>
                    <a:pt x="23984" y="15168"/>
                  </a:cubicBezTo>
                  <a:cubicBezTo>
                    <a:pt x="23487" y="13150"/>
                    <a:pt x="22095" y="12115"/>
                    <a:pt x="20373" y="12115"/>
                  </a:cubicBezTo>
                  <a:close/>
                  <a:moveTo>
                    <a:pt x="12676" y="2492"/>
                  </a:moveTo>
                  <a:cubicBezTo>
                    <a:pt x="12509" y="2492"/>
                    <a:pt x="12376" y="2558"/>
                    <a:pt x="12275" y="2659"/>
                  </a:cubicBezTo>
                  <a:lnTo>
                    <a:pt x="9173" y="5094"/>
                  </a:lnTo>
                  <a:cubicBezTo>
                    <a:pt x="9140" y="5127"/>
                    <a:pt x="9107" y="5160"/>
                    <a:pt x="9073" y="5194"/>
                  </a:cubicBezTo>
                  <a:cubicBezTo>
                    <a:pt x="9040" y="5227"/>
                    <a:pt x="9006" y="5260"/>
                    <a:pt x="8973" y="5294"/>
                  </a:cubicBezTo>
                  <a:cubicBezTo>
                    <a:pt x="8873" y="5427"/>
                    <a:pt x="8806" y="5594"/>
                    <a:pt x="8740" y="5761"/>
                  </a:cubicBezTo>
                  <a:cubicBezTo>
                    <a:pt x="8740" y="5794"/>
                    <a:pt x="8740" y="5861"/>
                    <a:pt x="8706" y="5894"/>
                  </a:cubicBezTo>
                  <a:cubicBezTo>
                    <a:pt x="8673" y="6028"/>
                    <a:pt x="8640" y="6194"/>
                    <a:pt x="8673" y="6361"/>
                  </a:cubicBezTo>
                  <a:lnTo>
                    <a:pt x="9040" y="9230"/>
                  </a:lnTo>
                  <a:cubicBezTo>
                    <a:pt x="9073" y="9730"/>
                    <a:pt x="8940" y="10231"/>
                    <a:pt x="8640" y="10631"/>
                  </a:cubicBezTo>
                  <a:cubicBezTo>
                    <a:pt x="8139" y="11231"/>
                    <a:pt x="7672" y="11899"/>
                    <a:pt x="7239" y="12532"/>
                  </a:cubicBezTo>
                  <a:cubicBezTo>
                    <a:pt x="7072" y="12766"/>
                    <a:pt x="6838" y="12933"/>
                    <a:pt x="6571" y="13033"/>
                  </a:cubicBezTo>
                  <a:cubicBezTo>
                    <a:pt x="6471" y="13066"/>
                    <a:pt x="6371" y="13099"/>
                    <a:pt x="6305" y="13133"/>
                  </a:cubicBezTo>
                  <a:cubicBezTo>
                    <a:pt x="6238" y="13133"/>
                    <a:pt x="6204" y="13166"/>
                    <a:pt x="6171" y="13166"/>
                  </a:cubicBezTo>
                  <a:lnTo>
                    <a:pt x="5971" y="13166"/>
                  </a:lnTo>
                  <a:lnTo>
                    <a:pt x="3869" y="13099"/>
                  </a:lnTo>
                  <a:lnTo>
                    <a:pt x="3669" y="13099"/>
                  </a:lnTo>
                  <a:cubicBezTo>
                    <a:pt x="3603" y="13099"/>
                    <a:pt x="3569" y="13133"/>
                    <a:pt x="3503" y="13133"/>
                  </a:cubicBezTo>
                  <a:cubicBezTo>
                    <a:pt x="3436" y="13166"/>
                    <a:pt x="3402" y="13166"/>
                    <a:pt x="3336" y="13199"/>
                  </a:cubicBezTo>
                  <a:cubicBezTo>
                    <a:pt x="3236" y="13266"/>
                    <a:pt x="3136" y="13300"/>
                    <a:pt x="3069" y="13400"/>
                  </a:cubicBezTo>
                  <a:cubicBezTo>
                    <a:pt x="2902" y="13500"/>
                    <a:pt x="2802" y="13633"/>
                    <a:pt x="2735" y="13800"/>
                  </a:cubicBezTo>
                  <a:lnTo>
                    <a:pt x="1067" y="17936"/>
                  </a:lnTo>
                  <a:cubicBezTo>
                    <a:pt x="934" y="18303"/>
                    <a:pt x="1101" y="18737"/>
                    <a:pt x="1501" y="18904"/>
                  </a:cubicBezTo>
                  <a:lnTo>
                    <a:pt x="3903" y="20104"/>
                  </a:lnTo>
                  <a:cubicBezTo>
                    <a:pt x="4003" y="20271"/>
                    <a:pt x="4003" y="20471"/>
                    <a:pt x="4003" y="20638"/>
                  </a:cubicBezTo>
                  <a:cubicBezTo>
                    <a:pt x="3869" y="21305"/>
                    <a:pt x="3803" y="21939"/>
                    <a:pt x="3769" y="22606"/>
                  </a:cubicBezTo>
                  <a:cubicBezTo>
                    <a:pt x="3703" y="23107"/>
                    <a:pt x="3503" y="23574"/>
                    <a:pt x="3136" y="23940"/>
                  </a:cubicBezTo>
                  <a:lnTo>
                    <a:pt x="3102" y="23974"/>
                  </a:lnTo>
                  <a:lnTo>
                    <a:pt x="434" y="26476"/>
                  </a:lnTo>
                  <a:cubicBezTo>
                    <a:pt x="367" y="26509"/>
                    <a:pt x="334" y="26576"/>
                    <a:pt x="300" y="26609"/>
                  </a:cubicBezTo>
                  <a:lnTo>
                    <a:pt x="300" y="26642"/>
                  </a:lnTo>
                  <a:cubicBezTo>
                    <a:pt x="267" y="26709"/>
                    <a:pt x="234" y="26742"/>
                    <a:pt x="200" y="26809"/>
                  </a:cubicBezTo>
                  <a:cubicBezTo>
                    <a:pt x="33" y="27109"/>
                    <a:pt x="0" y="27476"/>
                    <a:pt x="67" y="27810"/>
                  </a:cubicBezTo>
                  <a:lnTo>
                    <a:pt x="801" y="30712"/>
                  </a:lnTo>
                  <a:cubicBezTo>
                    <a:pt x="834" y="30879"/>
                    <a:pt x="934" y="31012"/>
                    <a:pt x="1067" y="31112"/>
                  </a:cubicBezTo>
                  <a:lnTo>
                    <a:pt x="4603" y="32847"/>
                  </a:lnTo>
                  <a:cubicBezTo>
                    <a:pt x="4470" y="32780"/>
                    <a:pt x="4370" y="32647"/>
                    <a:pt x="4336" y="32480"/>
                  </a:cubicBezTo>
                  <a:lnTo>
                    <a:pt x="3603" y="29578"/>
                  </a:lnTo>
                  <a:cubicBezTo>
                    <a:pt x="3569" y="29378"/>
                    <a:pt x="3569" y="29178"/>
                    <a:pt x="3603" y="29011"/>
                  </a:cubicBezTo>
                  <a:cubicBezTo>
                    <a:pt x="3669" y="28711"/>
                    <a:pt x="3803" y="28444"/>
                    <a:pt x="4036" y="28244"/>
                  </a:cubicBezTo>
                  <a:lnTo>
                    <a:pt x="6705" y="25742"/>
                  </a:lnTo>
                  <a:lnTo>
                    <a:pt x="6738" y="25708"/>
                  </a:lnTo>
                  <a:cubicBezTo>
                    <a:pt x="7072" y="25341"/>
                    <a:pt x="7305" y="24874"/>
                    <a:pt x="7339" y="24374"/>
                  </a:cubicBezTo>
                  <a:cubicBezTo>
                    <a:pt x="7372" y="23707"/>
                    <a:pt x="7472" y="23073"/>
                    <a:pt x="7572" y="22406"/>
                  </a:cubicBezTo>
                  <a:cubicBezTo>
                    <a:pt x="7639" y="21939"/>
                    <a:pt x="7372" y="21505"/>
                    <a:pt x="6905" y="21339"/>
                  </a:cubicBezTo>
                  <a:lnTo>
                    <a:pt x="5170" y="20705"/>
                  </a:lnTo>
                  <a:cubicBezTo>
                    <a:pt x="4737" y="20638"/>
                    <a:pt x="4437" y="20171"/>
                    <a:pt x="4570" y="19704"/>
                  </a:cubicBezTo>
                  <a:lnTo>
                    <a:pt x="6238" y="15601"/>
                  </a:lnTo>
                  <a:cubicBezTo>
                    <a:pt x="6305" y="15434"/>
                    <a:pt x="6405" y="15268"/>
                    <a:pt x="6538" y="15168"/>
                  </a:cubicBezTo>
                  <a:cubicBezTo>
                    <a:pt x="6772" y="14967"/>
                    <a:pt x="7072" y="14867"/>
                    <a:pt x="7372" y="14867"/>
                  </a:cubicBezTo>
                  <a:lnTo>
                    <a:pt x="9473" y="14901"/>
                  </a:lnTo>
                  <a:cubicBezTo>
                    <a:pt x="9674" y="14901"/>
                    <a:pt x="9874" y="14867"/>
                    <a:pt x="10074" y="14801"/>
                  </a:cubicBezTo>
                  <a:cubicBezTo>
                    <a:pt x="10341" y="14667"/>
                    <a:pt x="10574" y="14500"/>
                    <a:pt x="10741" y="14267"/>
                  </a:cubicBezTo>
                  <a:cubicBezTo>
                    <a:pt x="11175" y="13600"/>
                    <a:pt x="11642" y="12966"/>
                    <a:pt x="12109" y="12366"/>
                  </a:cubicBezTo>
                  <a:cubicBezTo>
                    <a:pt x="12442" y="11965"/>
                    <a:pt x="12576" y="11465"/>
                    <a:pt x="12542" y="10965"/>
                  </a:cubicBezTo>
                  <a:lnTo>
                    <a:pt x="12142" y="8129"/>
                  </a:lnTo>
                  <a:cubicBezTo>
                    <a:pt x="12142" y="7962"/>
                    <a:pt x="12142" y="7796"/>
                    <a:pt x="12209" y="7629"/>
                  </a:cubicBezTo>
                  <a:cubicBezTo>
                    <a:pt x="12275" y="7295"/>
                    <a:pt x="12476" y="7028"/>
                    <a:pt x="12742" y="6828"/>
                  </a:cubicBezTo>
                  <a:lnTo>
                    <a:pt x="15845" y="4393"/>
                  </a:lnTo>
                  <a:cubicBezTo>
                    <a:pt x="15956" y="4304"/>
                    <a:pt x="16097" y="4245"/>
                    <a:pt x="16247" y="4245"/>
                  </a:cubicBezTo>
                  <a:cubicBezTo>
                    <a:pt x="16323" y="4245"/>
                    <a:pt x="16401" y="4260"/>
                    <a:pt x="16478" y="4293"/>
                  </a:cubicBezTo>
                  <a:lnTo>
                    <a:pt x="12909" y="2558"/>
                  </a:lnTo>
                  <a:cubicBezTo>
                    <a:pt x="12843" y="2525"/>
                    <a:pt x="12742" y="2492"/>
                    <a:pt x="12676" y="2492"/>
                  </a:cubicBezTo>
                  <a:close/>
                  <a:moveTo>
                    <a:pt x="17495" y="32501"/>
                  </a:moveTo>
                  <a:cubicBezTo>
                    <a:pt x="17380" y="32501"/>
                    <a:pt x="17262" y="32526"/>
                    <a:pt x="17146" y="32580"/>
                  </a:cubicBezTo>
                  <a:cubicBezTo>
                    <a:pt x="16712" y="32747"/>
                    <a:pt x="16278" y="32914"/>
                    <a:pt x="15845" y="33014"/>
                  </a:cubicBezTo>
                  <a:cubicBezTo>
                    <a:pt x="15678" y="33047"/>
                    <a:pt x="15544" y="33114"/>
                    <a:pt x="15411" y="33180"/>
                  </a:cubicBezTo>
                  <a:lnTo>
                    <a:pt x="15544" y="33481"/>
                  </a:lnTo>
                  <a:cubicBezTo>
                    <a:pt x="15578" y="33614"/>
                    <a:pt x="15678" y="33747"/>
                    <a:pt x="15845" y="33814"/>
                  </a:cubicBezTo>
                  <a:lnTo>
                    <a:pt x="19314" y="35515"/>
                  </a:lnTo>
                  <a:cubicBezTo>
                    <a:pt x="19214" y="35449"/>
                    <a:pt x="19147" y="35349"/>
                    <a:pt x="19114" y="35215"/>
                  </a:cubicBezTo>
                  <a:lnTo>
                    <a:pt x="18213" y="32980"/>
                  </a:lnTo>
                  <a:cubicBezTo>
                    <a:pt x="18091" y="32687"/>
                    <a:pt x="17808" y="32501"/>
                    <a:pt x="17495" y="32501"/>
                  </a:cubicBezTo>
                  <a:close/>
                  <a:moveTo>
                    <a:pt x="8398" y="30876"/>
                  </a:moveTo>
                  <a:cubicBezTo>
                    <a:pt x="8232" y="30876"/>
                    <a:pt x="8061" y="30921"/>
                    <a:pt x="7906" y="31012"/>
                  </a:cubicBezTo>
                  <a:lnTo>
                    <a:pt x="6338" y="32046"/>
                  </a:lnTo>
                  <a:lnTo>
                    <a:pt x="5337" y="35048"/>
                  </a:lnTo>
                  <a:cubicBezTo>
                    <a:pt x="5237" y="35382"/>
                    <a:pt x="5371" y="35749"/>
                    <a:pt x="5704" y="35882"/>
                  </a:cubicBezTo>
                  <a:lnTo>
                    <a:pt x="9191" y="37626"/>
                  </a:lnTo>
                  <a:lnTo>
                    <a:pt x="9191" y="37626"/>
                  </a:lnTo>
                  <a:cubicBezTo>
                    <a:pt x="8922" y="37476"/>
                    <a:pt x="8780" y="37131"/>
                    <a:pt x="8906" y="36816"/>
                  </a:cubicBezTo>
                  <a:lnTo>
                    <a:pt x="10107" y="33114"/>
                  </a:lnTo>
                  <a:cubicBezTo>
                    <a:pt x="10207" y="32647"/>
                    <a:pt x="10041" y="32146"/>
                    <a:pt x="9674" y="31846"/>
                  </a:cubicBezTo>
                  <a:cubicBezTo>
                    <a:pt x="9473" y="31646"/>
                    <a:pt x="9273" y="31446"/>
                    <a:pt x="9073" y="31212"/>
                  </a:cubicBezTo>
                  <a:cubicBezTo>
                    <a:pt x="8910" y="30988"/>
                    <a:pt x="8660" y="30876"/>
                    <a:pt x="8398" y="30876"/>
                  </a:cubicBezTo>
                  <a:close/>
                  <a:moveTo>
                    <a:pt x="9191" y="37626"/>
                  </a:moveTo>
                  <a:cubicBezTo>
                    <a:pt x="9207" y="37635"/>
                    <a:pt x="9223" y="37643"/>
                    <a:pt x="9240" y="37650"/>
                  </a:cubicBezTo>
                  <a:lnTo>
                    <a:pt x="9191" y="37626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9">
              <a:extLst>
                <a:ext uri="{FF2B5EF4-FFF2-40B4-BE49-F238E27FC236}">
                  <a16:creationId xmlns:a16="http://schemas.microsoft.com/office/drawing/2014/main" id="{0937A14D-C6F2-1ECF-7870-C0023360C147}"/>
                </a:ext>
              </a:extLst>
            </p:cNvPr>
            <p:cNvSpPr/>
            <p:nvPr/>
          </p:nvSpPr>
          <p:spPr>
            <a:xfrm>
              <a:off x="4953098" y="1111875"/>
              <a:ext cx="615865" cy="741066"/>
            </a:xfrm>
            <a:custGeom>
              <a:avLst/>
              <a:gdLst/>
              <a:ahLst/>
              <a:cxnLst/>
              <a:rect l="l" t="t" r="r" b="b"/>
              <a:pathLst>
                <a:path w="31290" h="37651" extrusionOk="0">
                  <a:moveTo>
                    <a:pt x="20399" y="0"/>
                  </a:moveTo>
                  <a:cubicBezTo>
                    <a:pt x="20008" y="0"/>
                    <a:pt x="19639" y="224"/>
                    <a:pt x="19414" y="590"/>
                  </a:cubicBezTo>
                  <a:lnTo>
                    <a:pt x="17646" y="4226"/>
                  </a:lnTo>
                  <a:cubicBezTo>
                    <a:pt x="17513" y="4426"/>
                    <a:pt x="17379" y="4593"/>
                    <a:pt x="17212" y="4727"/>
                  </a:cubicBezTo>
                  <a:cubicBezTo>
                    <a:pt x="17112" y="4793"/>
                    <a:pt x="17012" y="4893"/>
                    <a:pt x="16879" y="4927"/>
                  </a:cubicBezTo>
                  <a:lnTo>
                    <a:pt x="17646" y="6895"/>
                  </a:lnTo>
                  <a:cubicBezTo>
                    <a:pt x="17773" y="7199"/>
                    <a:pt x="18092" y="7388"/>
                    <a:pt x="18413" y="7388"/>
                  </a:cubicBezTo>
                  <a:cubicBezTo>
                    <a:pt x="18515" y="7388"/>
                    <a:pt x="18617" y="7369"/>
                    <a:pt x="18713" y="7329"/>
                  </a:cubicBezTo>
                  <a:cubicBezTo>
                    <a:pt x="19147" y="7128"/>
                    <a:pt x="19581" y="6995"/>
                    <a:pt x="20014" y="6895"/>
                  </a:cubicBezTo>
                  <a:cubicBezTo>
                    <a:pt x="20281" y="6828"/>
                    <a:pt x="20548" y="6695"/>
                    <a:pt x="20748" y="6495"/>
                  </a:cubicBezTo>
                  <a:cubicBezTo>
                    <a:pt x="20948" y="6361"/>
                    <a:pt x="21082" y="6194"/>
                    <a:pt x="21182" y="5994"/>
                  </a:cubicBezTo>
                  <a:lnTo>
                    <a:pt x="22983" y="2358"/>
                  </a:lnTo>
                  <a:cubicBezTo>
                    <a:pt x="23180" y="1992"/>
                    <a:pt x="23545" y="1768"/>
                    <a:pt x="23955" y="1768"/>
                  </a:cubicBezTo>
                  <a:cubicBezTo>
                    <a:pt x="24030" y="1768"/>
                    <a:pt x="24106" y="1776"/>
                    <a:pt x="24184" y="1791"/>
                  </a:cubicBezTo>
                  <a:lnTo>
                    <a:pt x="26386" y="2192"/>
                  </a:lnTo>
                  <a:cubicBezTo>
                    <a:pt x="26452" y="2192"/>
                    <a:pt x="26519" y="2225"/>
                    <a:pt x="26586" y="2258"/>
                  </a:cubicBezTo>
                  <a:lnTo>
                    <a:pt x="23050" y="490"/>
                  </a:lnTo>
                  <a:cubicBezTo>
                    <a:pt x="22983" y="457"/>
                    <a:pt x="22916" y="424"/>
                    <a:pt x="22816" y="424"/>
                  </a:cubicBezTo>
                  <a:lnTo>
                    <a:pt x="20615" y="23"/>
                  </a:lnTo>
                  <a:cubicBezTo>
                    <a:pt x="20542" y="8"/>
                    <a:pt x="20470" y="0"/>
                    <a:pt x="20399" y="0"/>
                  </a:cubicBezTo>
                  <a:close/>
                  <a:moveTo>
                    <a:pt x="27507" y="5202"/>
                  </a:moveTo>
                  <a:cubicBezTo>
                    <a:pt x="27379" y="5202"/>
                    <a:pt x="27254" y="5246"/>
                    <a:pt x="27153" y="5327"/>
                  </a:cubicBezTo>
                  <a:lnTo>
                    <a:pt x="25985" y="6094"/>
                  </a:lnTo>
                  <a:lnTo>
                    <a:pt x="25752" y="6795"/>
                  </a:lnTo>
                  <a:cubicBezTo>
                    <a:pt x="25652" y="7262"/>
                    <a:pt x="25818" y="7729"/>
                    <a:pt x="26152" y="8062"/>
                  </a:cubicBezTo>
                  <a:cubicBezTo>
                    <a:pt x="26386" y="8229"/>
                    <a:pt x="26586" y="8463"/>
                    <a:pt x="26752" y="8663"/>
                  </a:cubicBezTo>
                  <a:cubicBezTo>
                    <a:pt x="26944" y="8897"/>
                    <a:pt x="27216" y="9022"/>
                    <a:pt x="27492" y="9022"/>
                  </a:cubicBezTo>
                  <a:cubicBezTo>
                    <a:pt x="27649" y="9022"/>
                    <a:pt x="27808" y="8981"/>
                    <a:pt x="27953" y="8896"/>
                  </a:cubicBezTo>
                  <a:lnTo>
                    <a:pt x="30689" y="7062"/>
                  </a:lnTo>
                  <a:cubicBezTo>
                    <a:pt x="30796" y="6997"/>
                    <a:pt x="30932" y="6960"/>
                    <a:pt x="31068" y="6960"/>
                  </a:cubicBezTo>
                  <a:cubicBezTo>
                    <a:pt x="31143" y="6960"/>
                    <a:pt x="31218" y="6971"/>
                    <a:pt x="31289" y="6995"/>
                  </a:cubicBezTo>
                  <a:lnTo>
                    <a:pt x="27753" y="5260"/>
                  </a:lnTo>
                  <a:cubicBezTo>
                    <a:pt x="27674" y="5221"/>
                    <a:pt x="27590" y="5202"/>
                    <a:pt x="27507" y="5202"/>
                  </a:cubicBezTo>
                  <a:close/>
                  <a:moveTo>
                    <a:pt x="20373" y="12115"/>
                  </a:moveTo>
                  <a:cubicBezTo>
                    <a:pt x="20244" y="12115"/>
                    <a:pt x="20113" y="12120"/>
                    <a:pt x="19981" y="12132"/>
                  </a:cubicBezTo>
                  <a:cubicBezTo>
                    <a:pt x="20181" y="12532"/>
                    <a:pt x="20348" y="12966"/>
                    <a:pt x="20448" y="13400"/>
                  </a:cubicBezTo>
                  <a:cubicBezTo>
                    <a:pt x="21315" y="16802"/>
                    <a:pt x="19314" y="21739"/>
                    <a:pt x="15978" y="24374"/>
                  </a:cubicBezTo>
                  <a:cubicBezTo>
                    <a:pt x="14944" y="25241"/>
                    <a:pt x="13710" y="25775"/>
                    <a:pt x="12376" y="25975"/>
                  </a:cubicBezTo>
                  <a:cubicBezTo>
                    <a:pt x="13050" y="27151"/>
                    <a:pt x="14163" y="27762"/>
                    <a:pt x="15484" y="27762"/>
                  </a:cubicBezTo>
                  <a:cubicBezTo>
                    <a:pt x="16711" y="27762"/>
                    <a:pt x="18116" y="27235"/>
                    <a:pt x="19514" y="26142"/>
                  </a:cubicBezTo>
                  <a:cubicBezTo>
                    <a:pt x="22850" y="23507"/>
                    <a:pt x="24851" y="18570"/>
                    <a:pt x="23984" y="15168"/>
                  </a:cubicBezTo>
                  <a:cubicBezTo>
                    <a:pt x="23487" y="13150"/>
                    <a:pt x="22095" y="12115"/>
                    <a:pt x="20373" y="12115"/>
                  </a:cubicBezTo>
                  <a:close/>
                  <a:moveTo>
                    <a:pt x="12676" y="2492"/>
                  </a:moveTo>
                  <a:cubicBezTo>
                    <a:pt x="12509" y="2492"/>
                    <a:pt x="12376" y="2558"/>
                    <a:pt x="12275" y="2659"/>
                  </a:cubicBezTo>
                  <a:lnTo>
                    <a:pt x="9173" y="5094"/>
                  </a:lnTo>
                  <a:cubicBezTo>
                    <a:pt x="9140" y="5127"/>
                    <a:pt x="9107" y="5160"/>
                    <a:pt x="9073" y="5194"/>
                  </a:cubicBezTo>
                  <a:cubicBezTo>
                    <a:pt x="9040" y="5227"/>
                    <a:pt x="9006" y="5260"/>
                    <a:pt x="8973" y="5294"/>
                  </a:cubicBezTo>
                  <a:cubicBezTo>
                    <a:pt x="8873" y="5427"/>
                    <a:pt x="8806" y="5594"/>
                    <a:pt x="8740" y="5761"/>
                  </a:cubicBezTo>
                  <a:cubicBezTo>
                    <a:pt x="8740" y="5794"/>
                    <a:pt x="8740" y="5861"/>
                    <a:pt x="8706" y="5894"/>
                  </a:cubicBezTo>
                  <a:cubicBezTo>
                    <a:pt x="8673" y="6028"/>
                    <a:pt x="8640" y="6194"/>
                    <a:pt x="8673" y="6361"/>
                  </a:cubicBezTo>
                  <a:lnTo>
                    <a:pt x="9040" y="9230"/>
                  </a:lnTo>
                  <a:cubicBezTo>
                    <a:pt x="9073" y="9730"/>
                    <a:pt x="8940" y="10231"/>
                    <a:pt x="8640" y="10631"/>
                  </a:cubicBezTo>
                  <a:cubicBezTo>
                    <a:pt x="8139" y="11231"/>
                    <a:pt x="7672" y="11899"/>
                    <a:pt x="7239" y="12532"/>
                  </a:cubicBezTo>
                  <a:cubicBezTo>
                    <a:pt x="7072" y="12766"/>
                    <a:pt x="6838" y="12933"/>
                    <a:pt x="6571" y="13033"/>
                  </a:cubicBezTo>
                  <a:cubicBezTo>
                    <a:pt x="6471" y="13066"/>
                    <a:pt x="6371" y="13099"/>
                    <a:pt x="6305" y="13133"/>
                  </a:cubicBezTo>
                  <a:cubicBezTo>
                    <a:pt x="6238" y="13133"/>
                    <a:pt x="6204" y="13166"/>
                    <a:pt x="6171" y="13166"/>
                  </a:cubicBezTo>
                  <a:lnTo>
                    <a:pt x="5971" y="13166"/>
                  </a:lnTo>
                  <a:lnTo>
                    <a:pt x="3869" y="13099"/>
                  </a:lnTo>
                  <a:lnTo>
                    <a:pt x="3669" y="13099"/>
                  </a:lnTo>
                  <a:cubicBezTo>
                    <a:pt x="3603" y="13099"/>
                    <a:pt x="3569" y="13133"/>
                    <a:pt x="3503" y="13133"/>
                  </a:cubicBezTo>
                  <a:cubicBezTo>
                    <a:pt x="3436" y="13166"/>
                    <a:pt x="3402" y="13166"/>
                    <a:pt x="3336" y="13199"/>
                  </a:cubicBezTo>
                  <a:cubicBezTo>
                    <a:pt x="3236" y="13266"/>
                    <a:pt x="3136" y="13300"/>
                    <a:pt x="3069" y="13400"/>
                  </a:cubicBezTo>
                  <a:cubicBezTo>
                    <a:pt x="2902" y="13500"/>
                    <a:pt x="2802" y="13633"/>
                    <a:pt x="2735" y="13800"/>
                  </a:cubicBezTo>
                  <a:lnTo>
                    <a:pt x="1067" y="17936"/>
                  </a:lnTo>
                  <a:cubicBezTo>
                    <a:pt x="934" y="18303"/>
                    <a:pt x="1101" y="18737"/>
                    <a:pt x="1501" y="18904"/>
                  </a:cubicBezTo>
                  <a:lnTo>
                    <a:pt x="3903" y="20104"/>
                  </a:lnTo>
                  <a:cubicBezTo>
                    <a:pt x="4003" y="20271"/>
                    <a:pt x="4003" y="20471"/>
                    <a:pt x="4003" y="20638"/>
                  </a:cubicBezTo>
                  <a:cubicBezTo>
                    <a:pt x="3869" y="21305"/>
                    <a:pt x="3803" y="21939"/>
                    <a:pt x="3769" y="22606"/>
                  </a:cubicBezTo>
                  <a:cubicBezTo>
                    <a:pt x="3703" y="23107"/>
                    <a:pt x="3503" y="23574"/>
                    <a:pt x="3136" y="23940"/>
                  </a:cubicBezTo>
                  <a:lnTo>
                    <a:pt x="3102" y="23974"/>
                  </a:lnTo>
                  <a:lnTo>
                    <a:pt x="434" y="26476"/>
                  </a:lnTo>
                  <a:cubicBezTo>
                    <a:pt x="367" y="26509"/>
                    <a:pt x="334" y="26576"/>
                    <a:pt x="300" y="26609"/>
                  </a:cubicBezTo>
                  <a:lnTo>
                    <a:pt x="300" y="26642"/>
                  </a:lnTo>
                  <a:cubicBezTo>
                    <a:pt x="267" y="26709"/>
                    <a:pt x="234" y="26742"/>
                    <a:pt x="200" y="26809"/>
                  </a:cubicBezTo>
                  <a:cubicBezTo>
                    <a:pt x="33" y="27109"/>
                    <a:pt x="0" y="27476"/>
                    <a:pt x="67" y="27810"/>
                  </a:cubicBezTo>
                  <a:lnTo>
                    <a:pt x="801" y="30712"/>
                  </a:lnTo>
                  <a:cubicBezTo>
                    <a:pt x="834" y="30879"/>
                    <a:pt x="934" y="31012"/>
                    <a:pt x="1067" y="31112"/>
                  </a:cubicBezTo>
                  <a:lnTo>
                    <a:pt x="4603" y="32847"/>
                  </a:lnTo>
                  <a:cubicBezTo>
                    <a:pt x="4470" y="32780"/>
                    <a:pt x="4370" y="32647"/>
                    <a:pt x="4336" y="32480"/>
                  </a:cubicBezTo>
                  <a:lnTo>
                    <a:pt x="3603" y="29578"/>
                  </a:lnTo>
                  <a:cubicBezTo>
                    <a:pt x="3569" y="29378"/>
                    <a:pt x="3569" y="29178"/>
                    <a:pt x="3603" y="29011"/>
                  </a:cubicBezTo>
                  <a:cubicBezTo>
                    <a:pt x="3669" y="28711"/>
                    <a:pt x="3803" y="28444"/>
                    <a:pt x="4036" y="28244"/>
                  </a:cubicBezTo>
                  <a:lnTo>
                    <a:pt x="6705" y="25742"/>
                  </a:lnTo>
                  <a:lnTo>
                    <a:pt x="6738" y="25708"/>
                  </a:lnTo>
                  <a:cubicBezTo>
                    <a:pt x="7072" y="25341"/>
                    <a:pt x="7305" y="24874"/>
                    <a:pt x="7339" y="24374"/>
                  </a:cubicBezTo>
                  <a:cubicBezTo>
                    <a:pt x="7372" y="23707"/>
                    <a:pt x="7472" y="23073"/>
                    <a:pt x="7572" y="22406"/>
                  </a:cubicBezTo>
                  <a:cubicBezTo>
                    <a:pt x="7639" y="21939"/>
                    <a:pt x="7372" y="21505"/>
                    <a:pt x="6905" y="21339"/>
                  </a:cubicBezTo>
                  <a:lnTo>
                    <a:pt x="5170" y="20705"/>
                  </a:lnTo>
                  <a:cubicBezTo>
                    <a:pt x="4737" y="20638"/>
                    <a:pt x="4437" y="20171"/>
                    <a:pt x="4570" y="19704"/>
                  </a:cubicBezTo>
                  <a:lnTo>
                    <a:pt x="6238" y="15601"/>
                  </a:lnTo>
                  <a:cubicBezTo>
                    <a:pt x="6305" y="15434"/>
                    <a:pt x="6405" y="15268"/>
                    <a:pt x="6538" y="15168"/>
                  </a:cubicBezTo>
                  <a:cubicBezTo>
                    <a:pt x="6772" y="14967"/>
                    <a:pt x="7072" y="14867"/>
                    <a:pt x="7372" y="14867"/>
                  </a:cubicBezTo>
                  <a:lnTo>
                    <a:pt x="9473" y="14901"/>
                  </a:lnTo>
                  <a:cubicBezTo>
                    <a:pt x="9674" y="14901"/>
                    <a:pt x="9874" y="14867"/>
                    <a:pt x="10074" y="14801"/>
                  </a:cubicBezTo>
                  <a:cubicBezTo>
                    <a:pt x="10341" y="14667"/>
                    <a:pt x="10574" y="14500"/>
                    <a:pt x="10741" y="14267"/>
                  </a:cubicBezTo>
                  <a:cubicBezTo>
                    <a:pt x="11175" y="13600"/>
                    <a:pt x="11642" y="12966"/>
                    <a:pt x="12109" y="12366"/>
                  </a:cubicBezTo>
                  <a:cubicBezTo>
                    <a:pt x="12442" y="11965"/>
                    <a:pt x="12576" y="11465"/>
                    <a:pt x="12542" y="10965"/>
                  </a:cubicBezTo>
                  <a:lnTo>
                    <a:pt x="12142" y="8129"/>
                  </a:lnTo>
                  <a:cubicBezTo>
                    <a:pt x="12142" y="7962"/>
                    <a:pt x="12142" y="7796"/>
                    <a:pt x="12209" y="7629"/>
                  </a:cubicBezTo>
                  <a:cubicBezTo>
                    <a:pt x="12275" y="7295"/>
                    <a:pt x="12476" y="7028"/>
                    <a:pt x="12742" y="6828"/>
                  </a:cubicBezTo>
                  <a:lnTo>
                    <a:pt x="15845" y="4393"/>
                  </a:lnTo>
                  <a:cubicBezTo>
                    <a:pt x="15956" y="4304"/>
                    <a:pt x="16097" y="4245"/>
                    <a:pt x="16247" y="4245"/>
                  </a:cubicBezTo>
                  <a:cubicBezTo>
                    <a:pt x="16323" y="4245"/>
                    <a:pt x="16401" y="4260"/>
                    <a:pt x="16478" y="4293"/>
                  </a:cubicBezTo>
                  <a:lnTo>
                    <a:pt x="12909" y="2558"/>
                  </a:lnTo>
                  <a:cubicBezTo>
                    <a:pt x="12843" y="2525"/>
                    <a:pt x="12742" y="2492"/>
                    <a:pt x="12676" y="2492"/>
                  </a:cubicBezTo>
                  <a:close/>
                  <a:moveTo>
                    <a:pt x="17495" y="32501"/>
                  </a:moveTo>
                  <a:cubicBezTo>
                    <a:pt x="17380" y="32501"/>
                    <a:pt x="17262" y="32526"/>
                    <a:pt x="17146" y="32580"/>
                  </a:cubicBezTo>
                  <a:cubicBezTo>
                    <a:pt x="16712" y="32747"/>
                    <a:pt x="16278" y="32914"/>
                    <a:pt x="15845" y="33014"/>
                  </a:cubicBezTo>
                  <a:cubicBezTo>
                    <a:pt x="15678" y="33047"/>
                    <a:pt x="15544" y="33114"/>
                    <a:pt x="15411" y="33180"/>
                  </a:cubicBezTo>
                  <a:lnTo>
                    <a:pt x="15544" y="33481"/>
                  </a:lnTo>
                  <a:cubicBezTo>
                    <a:pt x="15578" y="33614"/>
                    <a:pt x="15678" y="33747"/>
                    <a:pt x="15845" y="33814"/>
                  </a:cubicBezTo>
                  <a:lnTo>
                    <a:pt x="19314" y="35515"/>
                  </a:lnTo>
                  <a:cubicBezTo>
                    <a:pt x="19214" y="35449"/>
                    <a:pt x="19147" y="35349"/>
                    <a:pt x="19114" y="35215"/>
                  </a:cubicBezTo>
                  <a:lnTo>
                    <a:pt x="18213" y="32980"/>
                  </a:lnTo>
                  <a:cubicBezTo>
                    <a:pt x="18091" y="32687"/>
                    <a:pt x="17808" y="32501"/>
                    <a:pt x="17495" y="32501"/>
                  </a:cubicBezTo>
                  <a:close/>
                  <a:moveTo>
                    <a:pt x="8398" y="30876"/>
                  </a:moveTo>
                  <a:cubicBezTo>
                    <a:pt x="8232" y="30876"/>
                    <a:pt x="8061" y="30921"/>
                    <a:pt x="7906" y="31012"/>
                  </a:cubicBezTo>
                  <a:lnTo>
                    <a:pt x="6338" y="32046"/>
                  </a:lnTo>
                  <a:lnTo>
                    <a:pt x="5337" y="35048"/>
                  </a:lnTo>
                  <a:cubicBezTo>
                    <a:pt x="5237" y="35382"/>
                    <a:pt x="5371" y="35749"/>
                    <a:pt x="5704" y="35882"/>
                  </a:cubicBezTo>
                  <a:lnTo>
                    <a:pt x="9191" y="37626"/>
                  </a:lnTo>
                  <a:lnTo>
                    <a:pt x="9191" y="37626"/>
                  </a:lnTo>
                  <a:cubicBezTo>
                    <a:pt x="8922" y="37476"/>
                    <a:pt x="8780" y="37131"/>
                    <a:pt x="8906" y="36816"/>
                  </a:cubicBezTo>
                  <a:lnTo>
                    <a:pt x="10107" y="33114"/>
                  </a:lnTo>
                  <a:cubicBezTo>
                    <a:pt x="10207" y="32647"/>
                    <a:pt x="10041" y="32146"/>
                    <a:pt x="9674" y="31846"/>
                  </a:cubicBezTo>
                  <a:cubicBezTo>
                    <a:pt x="9473" y="31646"/>
                    <a:pt x="9273" y="31446"/>
                    <a:pt x="9073" y="31212"/>
                  </a:cubicBezTo>
                  <a:cubicBezTo>
                    <a:pt x="8910" y="30988"/>
                    <a:pt x="8660" y="30876"/>
                    <a:pt x="8398" y="30876"/>
                  </a:cubicBezTo>
                  <a:close/>
                  <a:moveTo>
                    <a:pt x="9191" y="37626"/>
                  </a:moveTo>
                  <a:cubicBezTo>
                    <a:pt x="9207" y="37635"/>
                    <a:pt x="9223" y="37643"/>
                    <a:pt x="9240" y="37650"/>
                  </a:cubicBezTo>
                  <a:lnTo>
                    <a:pt x="9191" y="376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9">
              <a:extLst>
                <a:ext uri="{FF2B5EF4-FFF2-40B4-BE49-F238E27FC236}">
                  <a16:creationId xmlns:a16="http://schemas.microsoft.com/office/drawing/2014/main" id="{8D1B6ECC-442B-245C-78A5-12D9F85D3A9D}"/>
                </a:ext>
              </a:extLst>
            </p:cNvPr>
            <p:cNvSpPr/>
            <p:nvPr/>
          </p:nvSpPr>
          <p:spPr>
            <a:xfrm>
              <a:off x="4953098" y="1111875"/>
              <a:ext cx="615865" cy="741066"/>
            </a:xfrm>
            <a:custGeom>
              <a:avLst/>
              <a:gdLst/>
              <a:ahLst/>
              <a:cxnLst/>
              <a:rect l="l" t="t" r="r" b="b"/>
              <a:pathLst>
                <a:path w="31290" h="37651" extrusionOk="0">
                  <a:moveTo>
                    <a:pt x="20399" y="0"/>
                  </a:moveTo>
                  <a:cubicBezTo>
                    <a:pt x="20008" y="0"/>
                    <a:pt x="19639" y="224"/>
                    <a:pt x="19414" y="590"/>
                  </a:cubicBezTo>
                  <a:lnTo>
                    <a:pt x="17646" y="4226"/>
                  </a:lnTo>
                  <a:cubicBezTo>
                    <a:pt x="17513" y="4426"/>
                    <a:pt x="17379" y="4593"/>
                    <a:pt x="17212" y="4727"/>
                  </a:cubicBezTo>
                  <a:cubicBezTo>
                    <a:pt x="17112" y="4793"/>
                    <a:pt x="17012" y="4893"/>
                    <a:pt x="16879" y="4927"/>
                  </a:cubicBezTo>
                  <a:lnTo>
                    <a:pt x="17646" y="6895"/>
                  </a:lnTo>
                  <a:cubicBezTo>
                    <a:pt x="17773" y="7199"/>
                    <a:pt x="18092" y="7388"/>
                    <a:pt x="18413" y="7388"/>
                  </a:cubicBezTo>
                  <a:cubicBezTo>
                    <a:pt x="18515" y="7388"/>
                    <a:pt x="18617" y="7369"/>
                    <a:pt x="18713" y="7329"/>
                  </a:cubicBezTo>
                  <a:cubicBezTo>
                    <a:pt x="19147" y="7128"/>
                    <a:pt x="19581" y="6995"/>
                    <a:pt x="20014" y="6895"/>
                  </a:cubicBezTo>
                  <a:cubicBezTo>
                    <a:pt x="20281" y="6828"/>
                    <a:pt x="20548" y="6695"/>
                    <a:pt x="20748" y="6495"/>
                  </a:cubicBezTo>
                  <a:cubicBezTo>
                    <a:pt x="20948" y="6361"/>
                    <a:pt x="21082" y="6194"/>
                    <a:pt x="21182" y="5994"/>
                  </a:cubicBezTo>
                  <a:lnTo>
                    <a:pt x="22983" y="2358"/>
                  </a:lnTo>
                  <a:cubicBezTo>
                    <a:pt x="23180" y="1992"/>
                    <a:pt x="23545" y="1768"/>
                    <a:pt x="23955" y="1768"/>
                  </a:cubicBezTo>
                  <a:cubicBezTo>
                    <a:pt x="24030" y="1768"/>
                    <a:pt x="24106" y="1776"/>
                    <a:pt x="24184" y="1791"/>
                  </a:cubicBezTo>
                  <a:lnTo>
                    <a:pt x="26386" y="2192"/>
                  </a:lnTo>
                  <a:cubicBezTo>
                    <a:pt x="26452" y="2192"/>
                    <a:pt x="26519" y="2225"/>
                    <a:pt x="26586" y="2258"/>
                  </a:cubicBezTo>
                  <a:lnTo>
                    <a:pt x="23050" y="490"/>
                  </a:lnTo>
                  <a:cubicBezTo>
                    <a:pt x="22983" y="457"/>
                    <a:pt x="22916" y="424"/>
                    <a:pt x="22816" y="424"/>
                  </a:cubicBezTo>
                  <a:lnTo>
                    <a:pt x="20615" y="23"/>
                  </a:lnTo>
                  <a:cubicBezTo>
                    <a:pt x="20542" y="8"/>
                    <a:pt x="20470" y="0"/>
                    <a:pt x="20399" y="0"/>
                  </a:cubicBezTo>
                  <a:close/>
                  <a:moveTo>
                    <a:pt x="27507" y="5202"/>
                  </a:moveTo>
                  <a:cubicBezTo>
                    <a:pt x="27379" y="5202"/>
                    <a:pt x="27254" y="5246"/>
                    <a:pt x="27153" y="5327"/>
                  </a:cubicBezTo>
                  <a:lnTo>
                    <a:pt x="25985" y="6094"/>
                  </a:lnTo>
                  <a:lnTo>
                    <a:pt x="25752" y="6795"/>
                  </a:lnTo>
                  <a:cubicBezTo>
                    <a:pt x="25652" y="7262"/>
                    <a:pt x="25818" y="7729"/>
                    <a:pt x="26152" y="8062"/>
                  </a:cubicBezTo>
                  <a:cubicBezTo>
                    <a:pt x="26386" y="8229"/>
                    <a:pt x="26586" y="8463"/>
                    <a:pt x="26752" y="8663"/>
                  </a:cubicBezTo>
                  <a:cubicBezTo>
                    <a:pt x="26944" y="8897"/>
                    <a:pt x="27216" y="9022"/>
                    <a:pt x="27492" y="9022"/>
                  </a:cubicBezTo>
                  <a:cubicBezTo>
                    <a:pt x="27649" y="9022"/>
                    <a:pt x="27808" y="8981"/>
                    <a:pt x="27953" y="8896"/>
                  </a:cubicBezTo>
                  <a:lnTo>
                    <a:pt x="30689" y="7062"/>
                  </a:lnTo>
                  <a:cubicBezTo>
                    <a:pt x="30796" y="6997"/>
                    <a:pt x="30932" y="6960"/>
                    <a:pt x="31068" y="6960"/>
                  </a:cubicBezTo>
                  <a:cubicBezTo>
                    <a:pt x="31143" y="6960"/>
                    <a:pt x="31218" y="6971"/>
                    <a:pt x="31289" y="6995"/>
                  </a:cubicBezTo>
                  <a:lnTo>
                    <a:pt x="27753" y="5260"/>
                  </a:lnTo>
                  <a:cubicBezTo>
                    <a:pt x="27674" y="5221"/>
                    <a:pt x="27590" y="5202"/>
                    <a:pt x="27507" y="5202"/>
                  </a:cubicBezTo>
                  <a:close/>
                  <a:moveTo>
                    <a:pt x="20373" y="12115"/>
                  </a:moveTo>
                  <a:cubicBezTo>
                    <a:pt x="20244" y="12115"/>
                    <a:pt x="20113" y="12120"/>
                    <a:pt x="19981" y="12132"/>
                  </a:cubicBezTo>
                  <a:cubicBezTo>
                    <a:pt x="20181" y="12532"/>
                    <a:pt x="20348" y="12966"/>
                    <a:pt x="20448" y="13400"/>
                  </a:cubicBezTo>
                  <a:cubicBezTo>
                    <a:pt x="21315" y="16802"/>
                    <a:pt x="19314" y="21739"/>
                    <a:pt x="15978" y="24374"/>
                  </a:cubicBezTo>
                  <a:cubicBezTo>
                    <a:pt x="14944" y="25241"/>
                    <a:pt x="13710" y="25775"/>
                    <a:pt x="12376" y="25975"/>
                  </a:cubicBezTo>
                  <a:cubicBezTo>
                    <a:pt x="13050" y="27151"/>
                    <a:pt x="14163" y="27762"/>
                    <a:pt x="15484" y="27762"/>
                  </a:cubicBezTo>
                  <a:cubicBezTo>
                    <a:pt x="16711" y="27762"/>
                    <a:pt x="18116" y="27235"/>
                    <a:pt x="19514" y="26142"/>
                  </a:cubicBezTo>
                  <a:cubicBezTo>
                    <a:pt x="22850" y="23507"/>
                    <a:pt x="24851" y="18570"/>
                    <a:pt x="23984" y="15168"/>
                  </a:cubicBezTo>
                  <a:cubicBezTo>
                    <a:pt x="23487" y="13150"/>
                    <a:pt x="22095" y="12115"/>
                    <a:pt x="20373" y="12115"/>
                  </a:cubicBezTo>
                  <a:close/>
                  <a:moveTo>
                    <a:pt x="12676" y="2492"/>
                  </a:moveTo>
                  <a:cubicBezTo>
                    <a:pt x="12509" y="2492"/>
                    <a:pt x="12376" y="2558"/>
                    <a:pt x="12275" y="2659"/>
                  </a:cubicBezTo>
                  <a:lnTo>
                    <a:pt x="9173" y="5094"/>
                  </a:lnTo>
                  <a:cubicBezTo>
                    <a:pt x="9140" y="5127"/>
                    <a:pt x="9107" y="5160"/>
                    <a:pt x="9073" y="5194"/>
                  </a:cubicBezTo>
                  <a:cubicBezTo>
                    <a:pt x="9040" y="5227"/>
                    <a:pt x="9006" y="5260"/>
                    <a:pt x="8973" y="5294"/>
                  </a:cubicBezTo>
                  <a:cubicBezTo>
                    <a:pt x="8873" y="5427"/>
                    <a:pt x="8806" y="5594"/>
                    <a:pt x="8740" y="5761"/>
                  </a:cubicBezTo>
                  <a:cubicBezTo>
                    <a:pt x="8740" y="5794"/>
                    <a:pt x="8740" y="5861"/>
                    <a:pt x="8706" y="5894"/>
                  </a:cubicBezTo>
                  <a:cubicBezTo>
                    <a:pt x="8673" y="6028"/>
                    <a:pt x="8640" y="6194"/>
                    <a:pt x="8673" y="6361"/>
                  </a:cubicBezTo>
                  <a:lnTo>
                    <a:pt x="9040" y="9230"/>
                  </a:lnTo>
                  <a:cubicBezTo>
                    <a:pt x="9073" y="9730"/>
                    <a:pt x="8940" y="10231"/>
                    <a:pt x="8640" y="10631"/>
                  </a:cubicBezTo>
                  <a:cubicBezTo>
                    <a:pt x="8139" y="11231"/>
                    <a:pt x="7672" y="11899"/>
                    <a:pt x="7239" y="12532"/>
                  </a:cubicBezTo>
                  <a:cubicBezTo>
                    <a:pt x="7072" y="12766"/>
                    <a:pt x="6838" y="12933"/>
                    <a:pt x="6571" y="13033"/>
                  </a:cubicBezTo>
                  <a:cubicBezTo>
                    <a:pt x="6471" y="13066"/>
                    <a:pt x="6371" y="13099"/>
                    <a:pt x="6305" y="13133"/>
                  </a:cubicBezTo>
                  <a:cubicBezTo>
                    <a:pt x="6238" y="13133"/>
                    <a:pt x="6204" y="13166"/>
                    <a:pt x="6171" y="13166"/>
                  </a:cubicBezTo>
                  <a:lnTo>
                    <a:pt x="5971" y="13166"/>
                  </a:lnTo>
                  <a:lnTo>
                    <a:pt x="3869" y="13099"/>
                  </a:lnTo>
                  <a:lnTo>
                    <a:pt x="3669" y="13099"/>
                  </a:lnTo>
                  <a:cubicBezTo>
                    <a:pt x="3603" y="13099"/>
                    <a:pt x="3569" y="13133"/>
                    <a:pt x="3503" y="13133"/>
                  </a:cubicBezTo>
                  <a:cubicBezTo>
                    <a:pt x="3436" y="13166"/>
                    <a:pt x="3402" y="13166"/>
                    <a:pt x="3336" y="13199"/>
                  </a:cubicBezTo>
                  <a:cubicBezTo>
                    <a:pt x="3236" y="13266"/>
                    <a:pt x="3136" y="13300"/>
                    <a:pt x="3069" y="13400"/>
                  </a:cubicBezTo>
                  <a:cubicBezTo>
                    <a:pt x="2902" y="13500"/>
                    <a:pt x="2802" y="13633"/>
                    <a:pt x="2735" y="13800"/>
                  </a:cubicBezTo>
                  <a:lnTo>
                    <a:pt x="1067" y="17936"/>
                  </a:lnTo>
                  <a:cubicBezTo>
                    <a:pt x="934" y="18303"/>
                    <a:pt x="1101" y="18737"/>
                    <a:pt x="1501" y="18904"/>
                  </a:cubicBezTo>
                  <a:lnTo>
                    <a:pt x="3903" y="20104"/>
                  </a:lnTo>
                  <a:cubicBezTo>
                    <a:pt x="4003" y="20271"/>
                    <a:pt x="4003" y="20471"/>
                    <a:pt x="4003" y="20638"/>
                  </a:cubicBezTo>
                  <a:cubicBezTo>
                    <a:pt x="3869" y="21305"/>
                    <a:pt x="3803" y="21939"/>
                    <a:pt x="3769" y="22606"/>
                  </a:cubicBezTo>
                  <a:cubicBezTo>
                    <a:pt x="3703" y="23107"/>
                    <a:pt x="3503" y="23574"/>
                    <a:pt x="3136" y="23940"/>
                  </a:cubicBezTo>
                  <a:lnTo>
                    <a:pt x="3102" y="23974"/>
                  </a:lnTo>
                  <a:lnTo>
                    <a:pt x="434" y="26476"/>
                  </a:lnTo>
                  <a:cubicBezTo>
                    <a:pt x="367" y="26509"/>
                    <a:pt x="334" y="26576"/>
                    <a:pt x="300" y="26609"/>
                  </a:cubicBezTo>
                  <a:lnTo>
                    <a:pt x="300" y="26642"/>
                  </a:lnTo>
                  <a:cubicBezTo>
                    <a:pt x="267" y="26709"/>
                    <a:pt x="234" y="26742"/>
                    <a:pt x="200" y="26809"/>
                  </a:cubicBezTo>
                  <a:cubicBezTo>
                    <a:pt x="33" y="27109"/>
                    <a:pt x="0" y="27476"/>
                    <a:pt x="67" y="27810"/>
                  </a:cubicBezTo>
                  <a:lnTo>
                    <a:pt x="801" y="30712"/>
                  </a:lnTo>
                  <a:cubicBezTo>
                    <a:pt x="834" y="30879"/>
                    <a:pt x="934" y="31012"/>
                    <a:pt x="1067" y="31112"/>
                  </a:cubicBezTo>
                  <a:lnTo>
                    <a:pt x="4603" y="32847"/>
                  </a:lnTo>
                  <a:cubicBezTo>
                    <a:pt x="4470" y="32780"/>
                    <a:pt x="4370" y="32647"/>
                    <a:pt x="4336" y="32480"/>
                  </a:cubicBezTo>
                  <a:lnTo>
                    <a:pt x="3603" y="29578"/>
                  </a:lnTo>
                  <a:cubicBezTo>
                    <a:pt x="3569" y="29378"/>
                    <a:pt x="3569" y="29178"/>
                    <a:pt x="3603" y="29011"/>
                  </a:cubicBezTo>
                  <a:cubicBezTo>
                    <a:pt x="3669" y="28711"/>
                    <a:pt x="3803" y="28444"/>
                    <a:pt x="4036" y="28244"/>
                  </a:cubicBezTo>
                  <a:lnTo>
                    <a:pt x="6705" y="25742"/>
                  </a:lnTo>
                  <a:lnTo>
                    <a:pt x="6738" y="25708"/>
                  </a:lnTo>
                  <a:cubicBezTo>
                    <a:pt x="7072" y="25341"/>
                    <a:pt x="7305" y="24874"/>
                    <a:pt x="7339" y="24374"/>
                  </a:cubicBezTo>
                  <a:cubicBezTo>
                    <a:pt x="7372" y="23707"/>
                    <a:pt x="7472" y="23073"/>
                    <a:pt x="7572" y="22406"/>
                  </a:cubicBezTo>
                  <a:cubicBezTo>
                    <a:pt x="7639" y="21939"/>
                    <a:pt x="7372" y="21505"/>
                    <a:pt x="6905" y="21339"/>
                  </a:cubicBezTo>
                  <a:lnTo>
                    <a:pt x="5170" y="20705"/>
                  </a:lnTo>
                  <a:cubicBezTo>
                    <a:pt x="4737" y="20638"/>
                    <a:pt x="4437" y="20171"/>
                    <a:pt x="4570" y="19704"/>
                  </a:cubicBezTo>
                  <a:lnTo>
                    <a:pt x="6238" y="15601"/>
                  </a:lnTo>
                  <a:cubicBezTo>
                    <a:pt x="6305" y="15434"/>
                    <a:pt x="6405" y="15268"/>
                    <a:pt x="6538" y="15168"/>
                  </a:cubicBezTo>
                  <a:cubicBezTo>
                    <a:pt x="6772" y="14967"/>
                    <a:pt x="7072" y="14867"/>
                    <a:pt x="7372" y="14867"/>
                  </a:cubicBezTo>
                  <a:lnTo>
                    <a:pt x="9473" y="14901"/>
                  </a:lnTo>
                  <a:cubicBezTo>
                    <a:pt x="9674" y="14901"/>
                    <a:pt x="9874" y="14867"/>
                    <a:pt x="10074" y="14801"/>
                  </a:cubicBezTo>
                  <a:cubicBezTo>
                    <a:pt x="10341" y="14667"/>
                    <a:pt x="10574" y="14500"/>
                    <a:pt x="10741" y="14267"/>
                  </a:cubicBezTo>
                  <a:cubicBezTo>
                    <a:pt x="11175" y="13600"/>
                    <a:pt x="11642" y="12966"/>
                    <a:pt x="12109" y="12366"/>
                  </a:cubicBezTo>
                  <a:cubicBezTo>
                    <a:pt x="12442" y="11965"/>
                    <a:pt x="12576" y="11465"/>
                    <a:pt x="12542" y="10965"/>
                  </a:cubicBezTo>
                  <a:lnTo>
                    <a:pt x="12142" y="8129"/>
                  </a:lnTo>
                  <a:cubicBezTo>
                    <a:pt x="12142" y="7962"/>
                    <a:pt x="12142" y="7796"/>
                    <a:pt x="12209" y="7629"/>
                  </a:cubicBezTo>
                  <a:cubicBezTo>
                    <a:pt x="12275" y="7295"/>
                    <a:pt x="12476" y="7028"/>
                    <a:pt x="12742" y="6828"/>
                  </a:cubicBezTo>
                  <a:lnTo>
                    <a:pt x="15845" y="4393"/>
                  </a:lnTo>
                  <a:cubicBezTo>
                    <a:pt x="15956" y="4304"/>
                    <a:pt x="16097" y="4245"/>
                    <a:pt x="16247" y="4245"/>
                  </a:cubicBezTo>
                  <a:cubicBezTo>
                    <a:pt x="16323" y="4245"/>
                    <a:pt x="16401" y="4260"/>
                    <a:pt x="16478" y="4293"/>
                  </a:cubicBezTo>
                  <a:lnTo>
                    <a:pt x="12909" y="2558"/>
                  </a:lnTo>
                  <a:cubicBezTo>
                    <a:pt x="12843" y="2525"/>
                    <a:pt x="12742" y="2492"/>
                    <a:pt x="12676" y="2492"/>
                  </a:cubicBezTo>
                  <a:close/>
                  <a:moveTo>
                    <a:pt x="17495" y="32501"/>
                  </a:moveTo>
                  <a:cubicBezTo>
                    <a:pt x="17380" y="32501"/>
                    <a:pt x="17262" y="32526"/>
                    <a:pt x="17146" y="32580"/>
                  </a:cubicBezTo>
                  <a:cubicBezTo>
                    <a:pt x="16712" y="32747"/>
                    <a:pt x="16278" y="32914"/>
                    <a:pt x="15845" y="33014"/>
                  </a:cubicBezTo>
                  <a:cubicBezTo>
                    <a:pt x="15678" y="33047"/>
                    <a:pt x="15544" y="33114"/>
                    <a:pt x="15411" y="33180"/>
                  </a:cubicBezTo>
                  <a:lnTo>
                    <a:pt x="15544" y="33481"/>
                  </a:lnTo>
                  <a:cubicBezTo>
                    <a:pt x="15578" y="33614"/>
                    <a:pt x="15678" y="33747"/>
                    <a:pt x="15845" y="33814"/>
                  </a:cubicBezTo>
                  <a:lnTo>
                    <a:pt x="19314" y="35515"/>
                  </a:lnTo>
                  <a:cubicBezTo>
                    <a:pt x="19214" y="35449"/>
                    <a:pt x="19147" y="35349"/>
                    <a:pt x="19114" y="35215"/>
                  </a:cubicBezTo>
                  <a:lnTo>
                    <a:pt x="18213" y="32980"/>
                  </a:lnTo>
                  <a:cubicBezTo>
                    <a:pt x="18091" y="32687"/>
                    <a:pt x="17808" y="32501"/>
                    <a:pt x="17495" y="32501"/>
                  </a:cubicBezTo>
                  <a:close/>
                  <a:moveTo>
                    <a:pt x="8398" y="30876"/>
                  </a:moveTo>
                  <a:cubicBezTo>
                    <a:pt x="8232" y="30876"/>
                    <a:pt x="8061" y="30921"/>
                    <a:pt x="7906" y="31012"/>
                  </a:cubicBezTo>
                  <a:lnTo>
                    <a:pt x="6338" y="32046"/>
                  </a:lnTo>
                  <a:lnTo>
                    <a:pt x="5337" y="35048"/>
                  </a:lnTo>
                  <a:cubicBezTo>
                    <a:pt x="5237" y="35382"/>
                    <a:pt x="5371" y="35749"/>
                    <a:pt x="5704" y="35882"/>
                  </a:cubicBezTo>
                  <a:lnTo>
                    <a:pt x="9191" y="37626"/>
                  </a:lnTo>
                  <a:lnTo>
                    <a:pt x="9191" y="37626"/>
                  </a:lnTo>
                  <a:cubicBezTo>
                    <a:pt x="8922" y="37476"/>
                    <a:pt x="8780" y="37131"/>
                    <a:pt x="8906" y="36816"/>
                  </a:cubicBezTo>
                  <a:lnTo>
                    <a:pt x="10107" y="33114"/>
                  </a:lnTo>
                  <a:cubicBezTo>
                    <a:pt x="10207" y="32647"/>
                    <a:pt x="10041" y="32146"/>
                    <a:pt x="9674" y="31846"/>
                  </a:cubicBezTo>
                  <a:cubicBezTo>
                    <a:pt x="9473" y="31646"/>
                    <a:pt x="9273" y="31446"/>
                    <a:pt x="9073" y="31212"/>
                  </a:cubicBezTo>
                  <a:cubicBezTo>
                    <a:pt x="8910" y="30988"/>
                    <a:pt x="8660" y="30876"/>
                    <a:pt x="8398" y="30876"/>
                  </a:cubicBezTo>
                  <a:close/>
                  <a:moveTo>
                    <a:pt x="9191" y="37626"/>
                  </a:moveTo>
                  <a:cubicBezTo>
                    <a:pt x="9207" y="37635"/>
                    <a:pt x="9223" y="37643"/>
                    <a:pt x="9240" y="37650"/>
                  </a:cubicBezTo>
                  <a:lnTo>
                    <a:pt x="9191" y="37626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9">
              <a:extLst>
                <a:ext uri="{FF2B5EF4-FFF2-40B4-BE49-F238E27FC236}">
                  <a16:creationId xmlns:a16="http://schemas.microsoft.com/office/drawing/2014/main" id="{EF2792FD-F7AB-8789-9F19-31A8047A10C3}"/>
                </a:ext>
              </a:extLst>
            </p:cNvPr>
            <p:cNvSpPr/>
            <p:nvPr/>
          </p:nvSpPr>
          <p:spPr>
            <a:xfrm>
              <a:off x="4953098" y="1584393"/>
              <a:ext cx="130003" cy="98491"/>
            </a:xfrm>
            <a:custGeom>
              <a:avLst/>
              <a:gdLst/>
              <a:ahLst/>
              <a:cxnLst/>
              <a:rect l="l" t="t" r="r" b="b"/>
              <a:pathLst>
                <a:path w="6605" h="5004" extrusionOk="0">
                  <a:moveTo>
                    <a:pt x="3036" y="0"/>
                  </a:moveTo>
                  <a:lnTo>
                    <a:pt x="367" y="2502"/>
                  </a:lnTo>
                  <a:cubicBezTo>
                    <a:pt x="300" y="2535"/>
                    <a:pt x="267" y="2569"/>
                    <a:pt x="234" y="2635"/>
                  </a:cubicBezTo>
                  <a:lnTo>
                    <a:pt x="234" y="2669"/>
                  </a:lnTo>
                  <a:cubicBezTo>
                    <a:pt x="200" y="2702"/>
                    <a:pt x="167" y="2769"/>
                    <a:pt x="133" y="2836"/>
                  </a:cubicBezTo>
                  <a:cubicBezTo>
                    <a:pt x="67" y="2969"/>
                    <a:pt x="0" y="3102"/>
                    <a:pt x="0" y="3269"/>
                  </a:cubicBezTo>
                  <a:lnTo>
                    <a:pt x="3503" y="5004"/>
                  </a:lnTo>
                  <a:cubicBezTo>
                    <a:pt x="3569" y="4704"/>
                    <a:pt x="3703" y="4437"/>
                    <a:pt x="3903" y="4237"/>
                  </a:cubicBezTo>
                  <a:lnTo>
                    <a:pt x="6605" y="1735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9">
              <a:extLst>
                <a:ext uri="{FF2B5EF4-FFF2-40B4-BE49-F238E27FC236}">
                  <a16:creationId xmlns:a16="http://schemas.microsoft.com/office/drawing/2014/main" id="{39FA5462-4C4F-BB6A-C078-9BE651B5772F}"/>
                </a:ext>
              </a:extLst>
            </p:cNvPr>
            <p:cNvSpPr/>
            <p:nvPr/>
          </p:nvSpPr>
          <p:spPr>
            <a:xfrm>
              <a:off x="5013484" y="1369047"/>
              <a:ext cx="138565" cy="42022"/>
            </a:xfrm>
            <a:custGeom>
              <a:avLst/>
              <a:gdLst/>
              <a:ahLst/>
              <a:cxnLst/>
              <a:rect l="l" t="t" r="r" b="b"/>
              <a:pathLst>
                <a:path w="7040" h="2135" extrusionOk="0">
                  <a:moveTo>
                    <a:pt x="3503" y="0"/>
                  </a:moveTo>
                  <a:cubicBezTo>
                    <a:pt x="3403" y="33"/>
                    <a:pt x="3303" y="67"/>
                    <a:pt x="3237" y="100"/>
                  </a:cubicBezTo>
                  <a:cubicBezTo>
                    <a:pt x="3170" y="100"/>
                    <a:pt x="3136" y="133"/>
                    <a:pt x="3103" y="133"/>
                  </a:cubicBezTo>
                  <a:lnTo>
                    <a:pt x="2903" y="133"/>
                  </a:lnTo>
                  <a:lnTo>
                    <a:pt x="801" y="67"/>
                  </a:lnTo>
                  <a:lnTo>
                    <a:pt x="601" y="67"/>
                  </a:lnTo>
                  <a:cubicBezTo>
                    <a:pt x="535" y="100"/>
                    <a:pt x="501" y="100"/>
                    <a:pt x="435" y="100"/>
                  </a:cubicBezTo>
                  <a:cubicBezTo>
                    <a:pt x="368" y="133"/>
                    <a:pt x="334" y="167"/>
                    <a:pt x="268" y="167"/>
                  </a:cubicBezTo>
                  <a:cubicBezTo>
                    <a:pt x="168" y="234"/>
                    <a:pt x="68" y="300"/>
                    <a:pt x="1" y="367"/>
                  </a:cubicBezTo>
                  <a:lnTo>
                    <a:pt x="3537" y="2135"/>
                  </a:lnTo>
                  <a:cubicBezTo>
                    <a:pt x="3770" y="1935"/>
                    <a:pt x="4070" y="1801"/>
                    <a:pt x="4371" y="1801"/>
                  </a:cubicBezTo>
                  <a:lnTo>
                    <a:pt x="6439" y="1868"/>
                  </a:lnTo>
                  <a:cubicBezTo>
                    <a:pt x="6639" y="1868"/>
                    <a:pt x="6839" y="1801"/>
                    <a:pt x="7039" y="1735"/>
                  </a:cubicBezTo>
                  <a:lnTo>
                    <a:pt x="3503" y="0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9">
              <a:extLst>
                <a:ext uri="{FF2B5EF4-FFF2-40B4-BE49-F238E27FC236}">
                  <a16:creationId xmlns:a16="http://schemas.microsoft.com/office/drawing/2014/main" id="{05A863A3-C50B-0FEE-763C-34BEB6AAC205}"/>
                </a:ext>
              </a:extLst>
            </p:cNvPr>
            <p:cNvSpPr/>
            <p:nvPr/>
          </p:nvSpPr>
          <p:spPr>
            <a:xfrm>
              <a:off x="5457974" y="1214913"/>
              <a:ext cx="110990" cy="75207"/>
            </a:xfrm>
            <a:custGeom>
              <a:avLst/>
              <a:gdLst/>
              <a:ahLst/>
              <a:cxnLst/>
              <a:rect l="l" t="t" r="r" b="b"/>
              <a:pathLst>
                <a:path w="5639" h="3821" extrusionOk="0">
                  <a:moveTo>
                    <a:pt x="5630" y="1790"/>
                  </a:moveTo>
                  <a:lnTo>
                    <a:pt x="5638" y="1793"/>
                  </a:lnTo>
                  <a:cubicBezTo>
                    <a:pt x="5635" y="1792"/>
                    <a:pt x="5633" y="1791"/>
                    <a:pt x="5630" y="1790"/>
                  </a:cubicBezTo>
                  <a:close/>
                  <a:moveTo>
                    <a:pt x="1856" y="1"/>
                  </a:moveTo>
                  <a:cubicBezTo>
                    <a:pt x="1728" y="1"/>
                    <a:pt x="1603" y="45"/>
                    <a:pt x="1502" y="125"/>
                  </a:cubicBezTo>
                  <a:lnTo>
                    <a:pt x="334" y="893"/>
                  </a:lnTo>
                  <a:lnTo>
                    <a:pt x="101" y="1593"/>
                  </a:lnTo>
                  <a:cubicBezTo>
                    <a:pt x="1" y="2060"/>
                    <a:pt x="167" y="2527"/>
                    <a:pt x="534" y="2861"/>
                  </a:cubicBezTo>
                  <a:cubicBezTo>
                    <a:pt x="735" y="3028"/>
                    <a:pt x="935" y="3228"/>
                    <a:pt x="1135" y="3461"/>
                  </a:cubicBezTo>
                  <a:cubicBezTo>
                    <a:pt x="1305" y="3695"/>
                    <a:pt x="1569" y="3820"/>
                    <a:pt x="1843" y="3820"/>
                  </a:cubicBezTo>
                  <a:cubicBezTo>
                    <a:pt x="1998" y="3820"/>
                    <a:pt x="2157" y="3780"/>
                    <a:pt x="2302" y="3695"/>
                  </a:cubicBezTo>
                  <a:lnTo>
                    <a:pt x="5071" y="1860"/>
                  </a:lnTo>
                  <a:cubicBezTo>
                    <a:pt x="5152" y="1779"/>
                    <a:pt x="5269" y="1735"/>
                    <a:pt x="5394" y="1735"/>
                  </a:cubicBezTo>
                  <a:cubicBezTo>
                    <a:pt x="5472" y="1735"/>
                    <a:pt x="5554" y="1753"/>
                    <a:pt x="5630" y="1790"/>
                  </a:cubicBezTo>
                  <a:lnTo>
                    <a:pt x="5630" y="1790"/>
                  </a:lnTo>
                  <a:lnTo>
                    <a:pt x="2102" y="59"/>
                  </a:lnTo>
                  <a:cubicBezTo>
                    <a:pt x="2023" y="19"/>
                    <a:pt x="1939" y="1"/>
                    <a:pt x="185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9">
              <a:extLst>
                <a:ext uri="{FF2B5EF4-FFF2-40B4-BE49-F238E27FC236}">
                  <a16:creationId xmlns:a16="http://schemas.microsoft.com/office/drawing/2014/main" id="{C965AD5F-3C16-3E3F-A3E7-8E3F96FBA1C7}"/>
                </a:ext>
              </a:extLst>
            </p:cNvPr>
            <p:cNvSpPr/>
            <p:nvPr/>
          </p:nvSpPr>
          <p:spPr>
            <a:xfrm>
              <a:off x="5291873" y="1111875"/>
              <a:ext cx="184504" cy="127838"/>
            </a:xfrm>
            <a:custGeom>
              <a:avLst/>
              <a:gdLst/>
              <a:ahLst/>
              <a:cxnLst/>
              <a:rect l="l" t="t" r="r" b="b"/>
              <a:pathLst>
                <a:path w="9374" h="6495" extrusionOk="0">
                  <a:moveTo>
                    <a:pt x="9167" y="2157"/>
                  </a:moveTo>
                  <a:lnTo>
                    <a:pt x="9374" y="2258"/>
                  </a:lnTo>
                  <a:cubicBezTo>
                    <a:pt x="9307" y="2192"/>
                    <a:pt x="9240" y="2192"/>
                    <a:pt x="9174" y="2158"/>
                  </a:cubicBezTo>
                  <a:lnTo>
                    <a:pt x="9167" y="2157"/>
                  </a:lnTo>
                  <a:close/>
                  <a:moveTo>
                    <a:pt x="3187" y="0"/>
                  </a:moveTo>
                  <a:cubicBezTo>
                    <a:pt x="2796" y="0"/>
                    <a:pt x="2427" y="224"/>
                    <a:pt x="2202" y="590"/>
                  </a:cubicBezTo>
                  <a:lnTo>
                    <a:pt x="434" y="4226"/>
                  </a:lnTo>
                  <a:cubicBezTo>
                    <a:pt x="301" y="4426"/>
                    <a:pt x="167" y="4593"/>
                    <a:pt x="0" y="4727"/>
                  </a:cubicBezTo>
                  <a:lnTo>
                    <a:pt x="3536" y="6495"/>
                  </a:lnTo>
                  <a:cubicBezTo>
                    <a:pt x="3736" y="6361"/>
                    <a:pt x="3870" y="6194"/>
                    <a:pt x="3970" y="5994"/>
                  </a:cubicBezTo>
                  <a:lnTo>
                    <a:pt x="5771" y="2325"/>
                  </a:lnTo>
                  <a:cubicBezTo>
                    <a:pt x="5975" y="1946"/>
                    <a:pt x="6358" y="1745"/>
                    <a:pt x="6763" y="1745"/>
                  </a:cubicBezTo>
                  <a:cubicBezTo>
                    <a:pt x="6821" y="1745"/>
                    <a:pt x="6880" y="1750"/>
                    <a:pt x="6939" y="1758"/>
                  </a:cubicBezTo>
                  <a:lnTo>
                    <a:pt x="9167" y="2157"/>
                  </a:lnTo>
                  <a:lnTo>
                    <a:pt x="5838" y="524"/>
                  </a:lnTo>
                  <a:cubicBezTo>
                    <a:pt x="5771" y="490"/>
                    <a:pt x="5671" y="457"/>
                    <a:pt x="5604" y="424"/>
                  </a:cubicBezTo>
                  <a:lnTo>
                    <a:pt x="3403" y="23"/>
                  </a:lnTo>
                  <a:cubicBezTo>
                    <a:pt x="3330" y="8"/>
                    <a:pt x="3258" y="0"/>
                    <a:pt x="3187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9">
              <a:extLst>
                <a:ext uri="{FF2B5EF4-FFF2-40B4-BE49-F238E27FC236}">
                  <a16:creationId xmlns:a16="http://schemas.microsoft.com/office/drawing/2014/main" id="{59BE4DC3-50FF-96EE-32AC-0DC6A01B45AB}"/>
                </a:ext>
              </a:extLst>
            </p:cNvPr>
            <p:cNvSpPr/>
            <p:nvPr/>
          </p:nvSpPr>
          <p:spPr>
            <a:xfrm>
              <a:off x="5124454" y="1161298"/>
              <a:ext cx="152343" cy="100735"/>
            </a:xfrm>
            <a:custGeom>
              <a:avLst/>
              <a:gdLst/>
              <a:ahLst/>
              <a:cxnLst/>
              <a:rect l="l" t="t" r="r" b="b"/>
              <a:pathLst>
                <a:path w="7740" h="5118" extrusionOk="0">
                  <a:moveTo>
                    <a:pt x="7733" y="1779"/>
                  </a:moveTo>
                  <a:lnTo>
                    <a:pt x="7739" y="1782"/>
                  </a:lnTo>
                  <a:cubicBezTo>
                    <a:pt x="7737" y="1781"/>
                    <a:pt x="7735" y="1780"/>
                    <a:pt x="7733" y="1779"/>
                  </a:cubicBezTo>
                  <a:close/>
                  <a:moveTo>
                    <a:pt x="4029" y="0"/>
                  </a:moveTo>
                  <a:cubicBezTo>
                    <a:pt x="4009" y="0"/>
                    <a:pt x="3989" y="4"/>
                    <a:pt x="3970" y="14"/>
                  </a:cubicBezTo>
                  <a:cubicBezTo>
                    <a:pt x="3803" y="14"/>
                    <a:pt x="3670" y="47"/>
                    <a:pt x="3569" y="148"/>
                  </a:cubicBezTo>
                  <a:lnTo>
                    <a:pt x="467" y="2549"/>
                  </a:lnTo>
                  <a:cubicBezTo>
                    <a:pt x="434" y="2583"/>
                    <a:pt x="401" y="2616"/>
                    <a:pt x="367" y="2683"/>
                  </a:cubicBezTo>
                  <a:cubicBezTo>
                    <a:pt x="334" y="2716"/>
                    <a:pt x="300" y="2716"/>
                    <a:pt x="267" y="2783"/>
                  </a:cubicBezTo>
                  <a:cubicBezTo>
                    <a:pt x="167" y="2916"/>
                    <a:pt x="67" y="3083"/>
                    <a:pt x="34" y="3250"/>
                  </a:cubicBezTo>
                  <a:cubicBezTo>
                    <a:pt x="0" y="3283"/>
                    <a:pt x="0" y="3316"/>
                    <a:pt x="0" y="3350"/>
                  </a:cubicBezTo>
                  <a:lnTo>
                    <a:pt x="3536" y="5118"/>
                  </a:lnTo>
                  <a:cubicBezTo>
                    <a:pt x="3603" y="4818"/>
                    <a:pt x="3770" y="4517"/>
                    <a:pt x="4036" y="4317"/>
                  </a:cubicBezTo>
                  <a:lnTo>
                    <a:pt x="7105" y="1882"/>
                  </a:lnTo>
                  <a:cubicBezTo>
                    <a:pt x="7216" y="1793"/>
                    <a:pt x="7372" y="1734"/>
                    <a:pt x="7523" y="1734"/>
                  </a:cubicBezTo>
                  <a:cubicBezTo>
                    <a:pt x="7596" y="1734"/>
                    <a:pt x="7668" y="1748"/>
                    <a:pt x="7733" y="1779"/>
                  </a:cubicBezTo>
                  <a:lnTo>
                    <a:pt x="7733" y="1779"/>
                  </a:lnTo>
                  <a:lnTo>
                    <a:pt x="4203" y="47"/>
                  </a:lnTo>
                  <a:cubicBezTo>
                    <a:pt x="4132" y="24"/>
                    <a:pt x="4078" y="0"/>
                    <a:pt x="4029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9">
              <a:extLst>
                <a:ext uri="{FF2B5EF4-FFF2-40B4-BE49-F238E27FC236}">
                  <a16:creationId xmlns:a16="http://schemas.microsoft.com/office/drawing/2014/main" id="{995003BA-D98D-D73D-EC22-6F9C089C1005}"/>
                </a:ext>
              </a:extLst>
            </p:cNvPr>
            <p:cNvSpPr/>
            <p:nvPr/>
          </p:nvSpPr>
          <p:spPr>
            <a:xfrm>
              <a:off x="4953098" y="1584393"/>
              <a:ext cx="130003" cy="98491"/>
            </a:xfrm>
            <a:custGeom>
              <a:avLst/>
              <a:gdLst/>
              <a:ahLst/>
              <a:cxnLst/>
              <a:rect l="l" t="t" r="r" b="b"/>
              <a:pathLst>
                <a:path w="6605" h="5004" extrusionOk="0">
                  <a:moveTo>
                    <a:pt x="3036" y="0"/>
                  </a:moveTo>
                  <a:lnTo>
                    <a:pt x="367" y="2502"/>
                  </a:lnTo>
                  <a:cubicBezTo>
                    <a:pt x="300" y="2535"/>
                    <a:pt x="267" y="2569"/>
                    <a:pt x="234" y="2635"/>
                  </a:cubicBezTo>
                  <a:lnTo>
                    <a:pt x="234" y="2669"/>
                  </a:lnTo>
                  <a:cubicBezTo>
                    <a:pt x="200" y="2702"/>
                    <a:pt x="167" y="2769"/>
                    <a:pt x="133" y="2836"/>
                  </a:cubicBezTo>
                  <a:cubicBezTo>
                    <a:pt x="67" y="2969"/>
                    <a:pt x="0" y="3102"/>
                    <a:pt x="0" y="3269"/>
                  </a:cubicBezTo>
                  <a:lnTo>
                    <a:pt x="3503" y="5004"/>
                  </a:lnTo>
                  <a:cubicBezTo>
                    <a:pt x="3569" y="4704"/>
                    <a:pt x="3703" y="4437"/>
                    <a:pt x="3903" y="4237"/>
                  </a:cubicBezTo>
                  <a:lnTo>
                    <a:pt x="6605" y="1735"/>
                  </a:lnTo>
                  <a:lnTo>
                    <a:pt x="30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9">
              <a:extLst>
                <a:ext uri="{FF2B5EF4-FFF2-40B4-BE49-F238E27FC236}">
                  <a16:creationId xmlns:a16="http://schemas.microsoft.com/office/drawing/2014/main" id="{C679B83B-6697-6C95-77B8-58B1BED3D3B7}"/>
                </a:ext>
              </a:extLst>
            </p:cNvPr>
            <p:cNvSpPr/>
            <p:nvPr/>
          </p:nvSpPr>
          <p:spPr>
            <a:xfrm>
              <a:off x="5013484" y="1369047"/>
              <a:ext cx="138565" cy="42022"/>
            </a:xfrm>
            <a:custGeom>
              <a:avLst/>
              <a:gdLst/>
              <a:ahLst/>
              <a:cxnLst/>
              <a:rect l="l" t="t" r="r" b="b"/>
              <a:pathLst>
                <a:path w="7040" h="2135" extrusionOk="0">
                  <a:moveTo>
                    <a:pt x="3503" y="0"/>
                  </a:moveTo>
                  <a:cubicBezTo>
                    <a:pt x="3403" y="33"/>
                    <a:pt x="3303" y="67"/>
                    <a:pt x="3237" y="100"/>
                  </a:cubicBezTo>
                  <a:cubicBezTo>
                    <a:pt x="3170" y="100"/>
                    <a:pt x="3136" y="133"/>
                    <a:pt x="3103" y="133"/>
                  </a:cubicBezTo>
                  <a:lnTo>
                    <a:pt x="2903" y="133"/>
                  </a:lnTo>
                  <a:lnTo>
                    <a:pt x="801" y="67"/>
                  </a:lnTo>
                  <a:lnTo>
                    <a:pt x="601" y="67"/>
                  </a:lnTo>
                  <a:cubicBezTo>
                    <a:pt x="535" y="100"/>
                    <a:pt x="501" y="100"/>
                    <a:pt x="435" y="100"/>
                  </a:cubicBezTo>
                  <a:cubicBezTo>
                    <a:pt x="368" y="133"/>
                    <a:pt x="334" y="167"/>
                    <a:pt x="268" y="167"/>
                  </a:cubicBezTo>
                  <a:cubicBezTo>
                    <a:pt x="168" y="234"/>
                    <a:pt x="68" y="300"/>
                    <a:pt x="1" y="367"/>
                  </a:cubicBezTo>
                  <a:lnTo>
                    <a:pt x="3537" y="2135"/>
                  </a:lnTo>
                  <a:cubicBezTo>
                    <a:pt x="3770" y="1935"/>
                    <a:pt x="4070" y="1801"/>
                    <a:pt x="4371" y="1801"/>
                  </a:cubicBezTo>
                  <a:lnTo>
                    <a:pt x="6439" y="1868"/>
                  </a:lnTo>
                  <a:cubicBezTo>
                    <a:pt x="6639" y="1868"/>
                    <a:pt x="6839" y="1801"/>
                    <a:pt x="7039" y="1735"/>
                  </a:cubicBezTo>
                  <a:lnTo>
                    <a:pt x="35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9">
              <a:extLst>
                <a:ext uri="{FF2B5EF4-FFF2-40B4-BE49-F238E27FC236}">
                  <a16:creationId xmlns:a16="http://schemas.microsoft.com/office/drawing/2014/main" id="{5B093BD2-7BE8-817F-A7E4-158D250D4468}"/>
                </a:ext>
              </a:extLst>
            </p:cNvPr>
            <p:cNvSpPr/>
            <p:nvPr/>
          </p:nvSpPr>
          <p:spPr>
            <a:xfrm>
              <a:off x="5457974" y="1214913"/>
              <a:ext cx="110990" cy="75207"/>
            </a:xfrm>
            <a:custGeom>
              <a:avLst/>
              <a:gdLst/>
              <a:ahLst/>
              <a:cxnLst/>
              <a:rect l="l" t="t" r="r" b="b"/>
              <a:pathLst>
                <a:path w="5639" h="3821" extrusionOk="0">
                  <a:moveTo>
                    <a:pt x="5630" y="1790"/>
                  </a:moveTo>
                  <a:lnTo>
                    <a:pt x="5638" y="1793"/>
                  </a:lnTo>
                  <a:cubicBezTo>
                    <a:pt x="5635" y="1792"/>
                    <a:pt x="5633" y="1791"/>
                    <a:pt x="5630" y="1790"/>
                  </a:cubicBezTo>
                  <a:close/>
                  <a:moveTo>
                    <a:pt x="1856" y="1"/>
                  </a:moveTo>
                  <a:cubicBezTo>
                    <a:pt x="1728" y="1"/>
                    <a:pt x="1603" y="45"/>
                    <a:pt x="1502" y="125"/>
                  </a:cubicBezTo>
                  <a:lnTo>
                    <a:pt x="334" y="893"/>
                  </a:lnTo>
                  <a:lnTo>
                    <a:pt x="101" y="1593"/>
                  </a:lnTo>
                  <a:cubicBezTo>
                    <a:pt x="1" y="2060"/>
                    <a:pt x="167" y="2527"/>
                    <a:pt x="534" y="2861"/>
                  </a:cubicBezTo>
                  <a:cubicBezTo>
                    <a:pt x="735" y="3028"/>
                    <a:pt x="935" y="3228"/>
                    <a:pt x="1135" y="3461"/>
                  </a:cubicBezTo>
                  <a:cubicBezTo>
                    <a:pt x="1305" y="3695"/>
                    <a:pt x="1569" y="3820"/>
                    <a:pt x="1843" y="3820"/>
                  </a:cubicBezTo>
                  <a:cubicBezTo>
                    <a:pt x="1998" y="3820"/>
                    <a:pt x="2157" y="3780"/>
                    <a:pt x="2302" y="3695"/>
                  </a:cubicBezTo>
                  <a:lnTo>
                    <a:pt x="5071" y="1860"/>
                  </a:lnTo>
                  <a:cubicBezTo>
                    <a:pt x="5152" y="1779"/>
                    <a:pt x="5269" y="1735"/>
                    <a:pt x="5394" y="1735"/>
                  </a:cubicBezTo>
                  <a:cubicBezTo>
                    <a:pt x="5472" y="1735"/>
                    <a:pt x="5554" y="1753"/>
                    <a:pt x="5630" y="1790"/>
                  </a:cubicBezTo>
                  <a:lnTo>
                    <a:pt x="5630" y="1790"/>
                  </a:lnTo>
                  <a:lnTo>
                    <a:pt x="2102" y="59"/>
                  </a:lnTo>
                  <a:cubicBezTo>
                    <a:pt x="2023" y="19"/>
                    <a:pt x="1939" y="1"/>
                    <a:pt x="18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9">
              <a:extLst>
                <a:ext uri="{FF2B5EF4-FFF2-40B4-BE49-F238E27FC236}">
                  <a16:creationId xmlns:a16="http://schemas.microsoft.com/office/drawing/2014/main" id="{30251813-370E-7CC3-BFAF-2AAD17F75D8B}"/>
                </a:ext>
              </a:extLst>
            </p:cNvPr>
            <p:cNvSpPr/>
            <p:nvPr/>
          </p:nvSpPr>
          <p:spPr>
            <a:xfrm>
              <a:off x="5291873" y="1111875"/>
              <a:ext cx="184504" cy="127838"/>
            </a:xfrm>
            <a:custGeom>
              <a:avLst/>
              <a:gdLst/>
              <a:ahLst/>
              <a:cxnLst/>
              <a:rect l="l" t="t" r="r" b="b"/>
              <a:pathLst>
                <a:path w="9374" h="6495" extrusionOk="0">
                  <a:moveTo>
                    <a:pt x="9167" y="2157"/>
                  </a:moveTo>
                  <a:lnTo>
                    <a:pt x="9374" y="2258"/>
                  </a:lnTo>
                  <a:cubicBezTo>
                    <a:pt x="9307" y="2192"/>
                    <a:pt x="9240" y="2192"/>
                    <a:pt x="9174" y="2158"/>
                  </a:cubicBezTo>
                  <a:lnTo>
                    <a:pt x="9167" y="2157"/>
                  </a:lnTo>
                  <a:close/>
                  <a:moveTo>
                    <a:pt x="3187" y="0"/>
                  </a:moveTo>
                  <a:cubicBezTo>
                    <a:pt x="2796" y="0"/>
                    <a:pt x="2427" y="224"/>
                    <a:pt x="2202" y="590"/>
                  </a:cubicBezTo>
                  <a:lnTo>
                    <a:pt x="434" y="4226"/>
                  </a:lnTo>
                  <a:cubicBezTo>
                    <a:pt x="301" y="4426"/>
                    <a:pt x="167" y="4593"/>
                    <a:pt x="0" y="4727"/>
                  </a:cubicBezTo>
                  <a:lnTo>
                    <a:pt x="3536" y="6495"/>
                  </a:lnTo>
                  <a:cubicBezTo>
                    <a:pt x="3736" y="6361"/>
                    <a:pt x="3870" y="6194"/>
                    <a:pt x="3970" y="5994"/>
                  </a:cubicBezTo>
                  <a:lnTo>
                    <a:pt x="5771" y="2325"/>
                  </a:lnTo>
                  <a:cubicBezTo>
                    <a:pt x="5975" y="1946"/>
                    <a:pt x="6358" y="1745"/>
                    <a:pt x="6763" y="1745"/>
                  </a:cubicBezTo>
                  <a:cubicBezTo>
                    <a:pt x="6821" y="1745"/>
                    <a:pt x="6880" y="1750"/>
                    <a:pt x="6939" y="1758"/>
                  </a:cubicBezTo>
                  <a:lnTo>
                    <a:pt x="9167" y="2157"/>
                  </a:lnTo>
                  <a:lnTo>
                    <a:pt x="5838" y="524"/>
                  </a:lnTo>
                  <a:cubicBezTo>
                    <a:pt x="5771" y="490"/>
                    <a:pt x="5671" y="457"/>
                    <a:pt x="5604" y="424"/>
                  </a:cubicBezTo>
                  <a:lnTo>
                    <a:pt x="3403" y="23"/>
                  </a:lnTo>
                  <a:cubicBezTo>
                    <a:pt x="3330" y="8"/>
                    <a:pt x="3258" y="0"/>
                    <a:pt x="3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9">
              <a:extLst>
                <a:ext uri="{FF2B5EF4-FFF2-40B4-BE49-F238E27FC236}">
                  <a16:creationId xmlns:a16="http://schemas.microsoft.com/office/drawing/2014/main" id="{7A92EE80-3622-3FE6-28AB-0FCEBC7301B3}"/>
                </a:ext>
              </a:extLst>
            </p:cNvPr>
            <p:cNvSpPr/>
            <p:nvPr/>
          </p:nvSpPr>
          <p:spPr>
            <a:xfrm>
              <a:off x="5124454" y="1161298"/>
              <a:ext cx="152343" cy="100735"/>
            </a:xfrm>
            <a:custGeom>
              <a:avLst/>
              <a:gdLst/>
              <a:ahLst/>
              <a:cxnLst/>
              <a:rect l="l" t="t" r="r" b="b"/>
              <a:pathLst>
                <a:path w="7740" h="5118" extrusionOk="0">
                  <a:moveTo>
                    <a:pt x="7733" y="1779"/>
                  </a:moveTo>
                  <a:lnTo>
                    <a:pt x="7739" y="1782"/>
                  </a:lnTo>
                  <a:cubicBezTo>
                    <a:pt x="7737" y="1781"/>
                    <a:pt x="7735" y="1780"/>
                    <a:pt x="7733" y="1779"/>
                  </a:cubicBezTo>
                  <a:close/>
                  <a:moveTo>
                    <a:pt x="4029" y="0"/>
                  </a:moveTo>
                  <a:cubicBezTo>
                    <a:pt x="4009" y="0"/>
                    <a:pt x="3989" y="4"/>
                    <a:pt x="3970" y="14"/>
                  </a:cubicBezTo>
                  <a:cubicBezTo>
                    <a:pt x="3803" y="14"/>
                    <a:pt x="3670" y="47"/>
                    <a:pt x="3569" y="148"/>
                  </a:cubicBezTo>
                  <a:lnTo>
                    <a:pt x="467" y="2549"/>
                  </a:lnTo>
                  <a:cubicBezTo>
                    <a:pt x="434" y="2583"/>
                    <a:pt x="401" y="2616"/>
                    <a:pt x="367" y="2683"/>
                  </a:cubicBezTo>
                  <a:cubicBezTo>
                    <a:pt x="334" y="2716"/>
                    <a:pt x="300" y="2716"/>
                    <a:pt x="267" y="2783"/>
                  </a:cubicBezTo>
                  <a:cubicBezTo>
                    <a:pt x="167" y="2916"/>
                    <a:pt x="67" y="3083"/>
                    <a:pt x="34" y="3250"/>
                  </a:cubicBezTo>
                  <a:cubicBezTo>
                    <a:pt x="0" y="3283"/>
                    <a:pt x="0" y="3316"/>
                    <a:pt x="0" y="3350"/>
                  </a:cubicBezTo>
                  <a:lnTo>
                    <a:pt x="3536" y="5118"/>
                  </a:lnTo>
                  <a:cubicBezTo>
                    <a:pt x="3603" y="4818"/>
                    <a:pt x="3770" y="4517"/>
                    <a:pt x="4036" y="4317"/>
                  </a:cubicBezTo>
                  <a:lnTo>
                    <a:pt x="7105" y="1882"/>
                  </a:lnTo>
                  <a:cubicBezTo>
                    <a:pt x="7216" y="1793"/>
                    <a:pt x="7372" y="1734"/>
                    <a:pt x="7523" y="1734"/>
                  </a:cubicBezTo>
                  <a:cubicBezTo>
                    <a:pt x="7596" y="1734"/>
                    <a:pt x="7668" y="1748"/>
                    <a:pt x="7733" y="1779"/>
                  </a:cubicBezTo>
                  <a:lnTo>
                    <a:pt x="7733" y="1779"/>
                  </a:lnTo>
                  <a:lnTo>
                    <a:pt x="4203" y="47"/>
                  </a:lnTo>
                  <a:cubicBezTo>
                    <a:pt x="4132" y="24"/>
                    <a:pt x="4078" y="0"/>
                    <a:pt x="40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9">
              <a:extLst>
                <a:ext uri="{FF2B5EF4-FFF2-40B4-BE49-F238E27FC236}">
                  <a16:creationId xmlns:a16="http://schemas.microsoft.com/office/drawing/2014/main" id="{4FC25639-CE83-D8AD-198A-7FBD40578B42}"/>
                </a:ext>
              </a:extLst>
            </p:cNvPr>
            <p:cNvSpPr/>
            <p:nvPr/>
          </p:nvSpPr>
          <p:spPr>
            <a:xfrm>
              <a:off x="5020708" y="1146871"/>
              <a:ext cx="570576" cy="715479"/>
            </a:xfrm>
            <a:custGeom>
              <a:avLst/>
              <a:gdLst/>
              <a:ahLst/>
              <a:cxnLst/>
              <a:rect l="l" t="t" r="r" b="b"/>
              <a:pathLst>
                <a:path w="28989" h="36351" extrusionOk="0">
                  <a:moveTo>
                    <a:pt x="16951" y="10351"/>
                  </a:moveTo>
                  <a:cubicBezTo>
                    <a:pt x="18669" y="10351"/>
                    <a:pt x="20044" y="11390"/>
                    <a:pt x="20549" y="13390"/>
                  </a:cubicBezTo>
                  <a:cubicBezTo>
                    <a:pt x="21416" y="16792"/>
                    <a:pt x="19415" y="21729"/>
                    <a:pt x="16079" y="24364"/>
                  </a:cubicBezTo>
                  <a:cubicBezTo>
                    <a:pt x="14690" y="25461"/>
                    <a:pt x="13284" y="25992"/>
                    <a:pt x="12053" y="25992"/>
                  </a:cubicBezTo>
                  <a:cubicBezTo>
                    <a:pt x="10328" y="25992"/>
                    <a:pt x="8946" y="24949"/>
                    <a:pt x="8440" y="22963"/>
                  </a:cubicBezTo>
                  <a:cubicBezTo>
                    <a:pt x="7540" y="19527"/>
                    <a:pt x="9574" y="14624"/>
                    <a:pt x="12910" y="11989"/>
                  </a:cubicBezTo>
                  <a:cubicBezTo>
                    <a:pt x="14304" y="10887"/>
                    <a:pt x="15716" y="10351"/>
                    <a:pt x="16951" y="10351"/>
                  </a:cubicBezTo>
                  <a:close/>
                  <a:moveTo>
                    <a:pt x="20560" y="1"/>
                  </a:moveTo>
                  <a:cubicBezTo>
                    <a:pt x="20134" y="1"/>
                    <a:pt x="19752" y="198"/>
                    <a:pt x="19548" y="547"/>
                  </a:cubicBezTo>
                  <a:lnTo>
                    <a:pt x="17747" y="4216"/>
                  </a:lnTo>
                  <a:cubicBezTo>
                    <a:pt x="17480" y="4650"/>
                    <a:pt x="17046" y="4950"/>
                    <a:pt x="16579" y="5084"/>
                  </a:cubicBezTo>
                  <a:cubicBezTo>
                    <a:pt x="16112" y="5184"/>
                    <a:pt x="15679" y="5350"/>
                    <a:pt x="15245" y="5517"/>
                  </a:cubicBezTo>
                  <a:cubicBezTo>
                    <a:pt x="15142" y="5560"/>
                    <a:pt x="15035" y="5581"/>
                    <a:pt x="14930" y="5581"/>
                  </a:cubicBezTo>
                  <a:cubicBezTo>
                    <a:pt x="14625" y="5581"/>
                    <a:pt x="14335" y="5406"/>
                    <a:pt x="14211" y="5084"/>
                  </a:cubicBezTo>
                  <a:lnTo>
                    <a:pt x="13310" y="2849"/>
                  </a:lnTo>
                  <a:cubicBezTo>
                    <a:pt x="13227" y="2598"/>
                    <a:pt x="12999" y="2452"/>
                    <a:pt x="12766" y="2452"/>
                  </a:cubicBezTo>
                  <a:cubicBezTo>
                    <a:pt x="12628" y="2452"/>
                    <a:pt x="12488" y="2503"/>
                    <a:pt x="12376" y="2615"/>
                  </a:cubicBezTo>
                  <a:lnTo>
                    <a:pt x="9307" y="5050"/>
                  </a:lnTo>
                  <a:cubicBezTo>
                    <a:pt x="8907" y="5384"/>
                    <a:pt x="8740" y="5851"/>
                    <a:pt x="8774" y="6351"/>
                  </a:cubicBezTo>
                  <a:lnTo>
                    <a:pt x="9141" y="9220"/>
                  </a:lnTo>
                  <a:cubicBezTo>
                    <a:pt x="9174" y="9720"/>
                    <a:pt x="9041" y="10221"/>
                    <a:pt x="8740" y="10621"/>
                  </a:cubicBezTo>
                  <a:cubicBezTo>
                    <a:pt x="8240" y="11221"/>
                    <a:pt x="7773" y="11855"/>
                    <a:pt x="7339" y="12489"/>
                  </a:cubicBezTo>
                  <a:cubicBezTo>
                    <a:pt x="7039" y="12889"/>
                    <a:pt x="6572" y="13156"/>
                    <a:pt x="6072" y="13156"/>
                  </a:cubicBezTo>
                  <a:lnTo>
                    <a:pt x="3970" y="13089"/>
                  </a:lnTo>
                  <a:cubicBezTo>
                    <a:pt x="3503" y="13089"/>
                    <a:pt x="3036" y="13390"/>
                    <a:pt x="2836" y="13823"/>
                  </a:cubicBezTo>
                  <a:lnTo>
                    <a:pt x="1135" y="17926"/>
                  </a:lnTo>
                  <a:cubicBezTo>
                    <a:pt x="968" y="18360"/>
                    <a:pt x="1202" y="18827"/>
                    <a:pt x="1635" y="18960"/>
                  </a:cubicBezTo>
                  <a:lnTo>
                    <a:pt x="3370" y="19594"/>
                  </a:lnTo>
                  <a:cubicBezTo>
                    <a:pt x="3837" y="19727"/>
                    <a:pt x="4104" y="20194"/>
                    <a:pt x="4070" y="20661"/>
                  </a:cubicBezTo>
                  <a:cubicBezTo>
                    <a:pt x="3937" y="21295"/>
                    <a:pt x="3870" y="21962"/>
                    <a:pt x="3837" y="22596"/>
                  </a:cubicBezTo>
                  <a:cubicBezTo>
                    <a:pt x="3770" y="23096"/>
                    <a:pt x="3570" y="23597"/>
                    <a:pt x="3203" y="23964"/>
                  </a:cubicBezTo>
                  <a:lnTo>
                    <a:pt x="501" y="26466"/>
                  </a:lnTo>
                  <a:cubicBezTo>
                    <a:pt x="168" y="26799"/>
                    <a:pt x="1" y="27299"/>
                    <a:pt x="101" y="27766"/>
                  </a:cubicBezTo>
                  <a:lnTo>
                    <a:pt x="835" y="30702"/>
                  </a:lnTo>
                  <a:cubicBezTo>
                    <a:pt x="881" y="30977"/>
                    <a:pt x="1130" y="31157"/>
                    <a:pt x="1391" y="31157"/>
                  </a:cubicBezTo>
                  <a:cubicBezTo>
                    <a:pt x="1510" y="31157"/>
                    <a:pt x="1631" y="31119"/>
                    <a:pt x="1735" y="31035"/>
                  </a:cubicBezTo>
                  <a:lnTo>
                    <a:pt x="4471" y="29201"/>
                  </a:lnTo>
                  <a:cubicBezTo>
                    <a:pt x="4616" y="29116"/>
                    <a:pt x="4775" y="29075"/>
                    <a:pt x="4930" y="29075"/>
                  </a:cubicBezTo>
                  <a:cubicBezTo>
                    <a:pt x="5204" y="29075"/>
                    <a:pt x="5468" y="29201"/>
                    <a:pt x="5638" y="29434"/>
                  </a:cubicBezTo>
                  <a:cubicBezTo>
                    <a:pt x="5838" y="29634"/>
                    <a:pt x="6038" y="29835"/>
                    <a:pt x="6239" y="30035"/>
                  </a:cubicBezTo>
                  <a:cubicBezTo>
                    <a:pt x="6606" y="30368"/>
                    <a:pt x="6772" y="30835"/>
                    <a:pt x="6672" y="31302"/>
                  </a:cubicBezTo>
                  <a:lnTo>
                    <a:pt x="5438" y="35005"/>
                  </a:lnTo>
                  <a:cubicBezTo>
                    <a:pt x="5305" y="35439"/>
                    <a:pt x="5605" y="35872"/>
                    <a:pt x="6038" y="35906"/>
                  </a:cubicBezTo>
                  <a:lnTo>
                    <a:pt x="8240" y="36339"/>
                  </a:lnTo>
                  <a:cubicBezTo>
                    <a:pt x="8293" y="36347"/>
                    <a:pt x="8347" y="36351"/>
                    <a:pt x="8401" y="36351"/>
                  </a:cubicBezTo>
                  <a:cubicBezTo>
                    <a:pt x="8818" y="36351"/>
                    <a:pt x="9234" y="36127"/>
                    <a:pt x="9441" y="35772"/>
                  </a:cubicBezTo>
                  <a:lnTo>
                    <a:pt x="11242" y="32136"/>
                  </a:lnTo>
                  <a:cubicBezTo>
                    <a:pt x="11509" y="31703"/>
                    <a:pt x="11909" y="31369"/>
                    <a:pt x="12410" y="31236"/>
                  </a:cubicBezTo>
                  <a:cubicBezTo>
                    <a:pt x="12843" y="31136"/>
                    <a:pt x="13277" y="30969"/>
                    <a:pt x="13711" y="30802"/>
                  </a:cubicBezTo>
                  <a:cubicBezTo>
                    <a:pt x="13816" y="30749"/>
                    <a:pt x="13927" y="30724"/>
                    <a:pt x="14036" y="30724"/>
                  </a:cubicBezTo>
                  <a:cubicBezTo>
                    <a:pt x="14337" y="30724"/>
                    <a:pt x="14622" y="30917"/>
                    <a:pt x="14745" y="31236"/>
                  </a:cubicBezTo>
                  <a:lnTo>
                    <a:pt x="15645" y="33471"/>
                  </a:lnTo>
                  <a:cubicBezTo>
                    <a:pt x="15729" y="33722"/>
                    <a:pt x="15957" y="33868"/>
                    <a:pt x="16189" y="33868"/>
                  </a:cubicBezTo>
                  <a:cubicBezTo>
                    <a:pt x="16328" y="33868"/>
                    <a:pt x="16467" y="33816"/>
                    <a:pt x="16579" y="33704"/>
                  </a:cubicBezTo>
                  <a:lnTo>
                    <a:pt x="19682" y="31269"/>
                  </a:lnTo>
                  <a:cubicBezTo>
                    <a:pt x="20048" y="30935"/>
                    <a:pt x="20249" y="30468"/>
                    <a:pt x="20182" y="29968"/>
                  </a:cubicBezTo>
                  <a:lnTo>
                    <a:pt x="19815" y="27099"/>
                  </a:lnTo>
                  <a:cubicBezTo>
                    <a:pt x="19782" y="26599"/>
                    <a:pt x="19915" y="26132"/>
                    <a:pt x="20215" y="25732"/>
                  </a:cubicBezTo>
                  <a:cubicBezTo>
                    <a:pt x="20716" y="25131"/>
                    <a:pt x="21183" y="24497"/>
                    <a:pt x="21616" y="23830"/>
                  </a:cubicBezTo>
                  <a:cubicBezTo>
                    <a:pt x="21916" y="23430"/>
                    <a:pt x="22383" y="23197"/>
                    <a:pt x="22884" y="23197"/>
                  </a:cubicBezTo>
                  <a:lnTo>
                    <a:pt x="24985" y="23230"/>
                  </a:lnTo>
                  <a:cubicBezTo>
                    <a:pt x="25452" y="23230"/>
                    <a:pt x="25919" y="22963"/>
                    <a:pt x="26119" y="22529"/>
                  </a:cubicBezTo>
                  <a:lnTo>
                    <a:pt x="27787" y="18393"/>
                  </a:lnTo>
                  <a:cubicBezTo>
                    <a:pt x="27954" y="17993"/>
                    <a:pt x="27721" y="17526"/>
                    <a:pt x="27287" y="17392"/>
                  </a:cubicBezTo>
                  <a:lnTo>
                    <a:pt x="25586" y="16725"/>
                  </a:lnTo>
                  <a:cubicBezTo>
                    <a:pt x="25152" y="16558"/>
                    <a:pt x="24885" y="16125"/>
                    <a:pt x="24952" y="15658"/>
                  </a:cubicBezTo>
                  <a:cubicBezTo>
                    <a:pt x="25052" y="15024"/>
                    <a:pt x="25119" y="14357"/>
                    <a:pt x="25185" y="13690"/>
                  </a:cubicBezTo>
                  <a:cubicBezTo>
                    <a:pt x="25219" y="13189"/>
                    <a:pt x="25452" y="12722"/>
                    <a:pt x="25786" y="12355"/>
                  </a:cubicBezTo>
                  <a:lnTo>
                    <a:pt x="28488" y="9854"/>
                  </a:lnTo>
                  <a:cubicBezTo>
                    <a:pt x="28855" y="9520"/>
                    <a:pt x="28988" y="9020"/>
                    <a:pt x="28888" y="8553"/>
                  </a:cubicBezTo>
                  <a:lnTo>
                    <a:pt x="28154" y="5617"/>
                  </a:lnTo>
                  <a:cubicBezTo>
                    <a:pt x="28108" y="5343"/>
                    <a:pt x="27859" y="5162"/>
                    <a:pt x="27609" y="5162"/>
                  </a:cubicBezTo>
                  <a:cubicBezTo>
                    <a:pt x="27495" y="5162"/>
                    <a:pt x="27381" y="5200"/>
                    <a:pt x="27287" y="5284"/>
                  </a:cubicBezTo>
                  <a:lnTo>
                    <a:pt x="24518" y="7152"/>
                  </a:lnTo>
                  <a:cubicBezTo>
                    <a:pt x="24373" y="7237"/>
                    <a:pt x="24214" y="7277"/>
                    <a:pt x="24059" y="7277"/>
                  </a:cubicBezTo>
                  <a:cubicBezTo>
                    <a:pt x="23785" y="7277"/>
                    <a:pt x="23521" y="7152"/>
                    <a:pt x="23351" y="6918"/>
                  </a:cubicBezTo>
                  <a:cubicBezTo>
                    <a:pt x="23151" y="6685"/>
                    <a:pt x="22951" y="6485"/>
                    <a:pt x="22750" y="6284"/>
                  </a:cubicBezTo>
                  <a:cubicBezTo>
                    <a:pt x="22383" y="5984"/>
                    <a:pt x="22217" y="5517"/>
                    <a:pt x="22317" y="5050"/>
                  </a:cubicBezTo>
                  <a:lnTo>
                    <a:pt x="23551" y="1348"/>
                  </a:lnTo>
                  <a:cubicBezTo>
                    <a:pt x="23651" y="914"/>
                    <a:pt x="23384" y="480"/>
                    <a:pt x="22951" y="447"/>
                  </a:cubicBezTo>
                  <a:lnTo>
                    <a:pt x="20749" y="13"/>
                  </a:lnTo>
                  <a:cubicBezTo>
                    <a:pt x="20685" y="5"/>
                    <a:pt x="20622" y="1"/>
                    <a:pt x="20560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9">
              <a:extLst>
                <a:ext uri="{FF2B5EF4-FFF2-40B4-BE49-F238E27FC236}">
                  <a16:creationId xmlns:a16="http://schemas.microsoft.com/office/drawing/2014/main" id="{D1CF0B10-458E-4903-6333-13A0129E7830}"/>
                </a:ext>
              </a:extLst>
            </p:cNvPr>
            <p:cNvSpPr/>
            <p:nvPr/>
          </p:nvSpPr>
          <p:spPr>
            <a:xfrm>
              <a:off x="5020708" y="1146871"/>
              <a:ext cx="570576" cy="715479"/>
            </a:xfrm>
            <a:custGeom>
              <a:avLst/>
              <a:gdLst/>
              <a:ahLst/>
              <a:cxnLst/>
              <a:rect l="l" t="t" r="r" b="b"/>
              <a:pathLst>
                <a:path w="28989" h="36351" extrusionOk="0">
                  <a:moveTo>
                    <a:pt x="16951" y="10351"/>
                  </a:moveTo>
                  <a:cubicBezTo>
                    <a:pt x="18669" y="10351"/>
                    <a:pt x="20044" y="11390"/>
                    <a:pt x="20549" y="13390"/>
                  </a:cubicBezTo>
                  <a:cubicBezTo>
                    <a:pt x="21416" y="16792"/>
                    <a:pt x="19415" y="21729"/>
                    <a:pt x="16079" y="24364"/>
                  </a:cubicBezTo>
                  <a:cubicBezTo>
                    <a:pt x="14690" y="25461"/>
                    <a:pt x="13284" y="25992"/>
                    <a:pt x="12053" y="25992"/>
                  </a:cubicBezTo>
                  <a:cubicBezTo>
                    <a:pt x="10328" y="25992"/>
                    <a:pt x="8946" y="24949"/>
                    <a:pt x="8440" y="22963"/>
                  </a:cubicBezTo>
                  <a:cubicBezTo>
                    <a:pt x="7540" y="19527"/>
                    <a:pt x="9574" y="14624"/>
                    <a:pt x="12910" y="11989"/>
                  </a:cubicBezTo>
                  <a:cubicBezTo>
                    <a:pt x="14304" y="10887"/>
                    <a:pt x="15716" y="10351"/>
                    <a:pt x="16951" y="10351"/>
                  </a:cubicBezTo>
                  <a:close/>
                  <a:moveTo>
                    <a:pt x="20560" y="1"/>
                  </a:moveTo>
                  <a:cubicBezTo>
                    <a:pt x="20134" y="1"/>
                    <a:pt x="19752" y="198"/>
                    <a:pt x="19548" y="547"/>
                  </a:cubicBezTo>
                  <a:lnTo>
                    <a:pt x="17747" y="4216"/>
                  </a:lnTo>
                  <a:cubicBezTo>
                    <a:pt x="17480" y="4650"/>
                    <a:pt x="17046" y="4950"/>
                    <a:pt x="16579" y="5084"/>
                  </a:cubicBezTo>
                  <a:cubicBezTo>
                    <a:pt x="16112" y="5184"/>
                    <a:pt x="15679" y="5350"/>
                    <a:pt x="15245" y="5517"/>
                  </a:cubicBezTo>
                  <a:cubicBezTo>
                    <a:pt x="15142" y="5560"/>
                    <a:pt x="15035" y="5581"/>
                    <a:pt x="14930" y="5581"/>
                  </a:cubicBezTo>
                  <a:cubicBezTo>
                    <a:pt x="14625" y="5581"/>
                    <a:pt x="14335" y="5406"/>
                    <a:pt x="14211" y="5084"/>
                  </a:cubicBezTo>
                  <a:lnTo>
                    <a:pt x="13310" y="2849"/>
                  </a:lnTo>
                  <a:cubicBezTo>
                    <a:pt x="13227" y="2598"/>
                    <a:pt x="12999" y="2452"/>
                    <a:pt x="12766" y="2452"/>
                  </a:cubicBezTo>
                  <a:cubicBezTo>
                    <a:pt x="12628" y="2452"/>
                    <a:pt x="12488" y="2503"/>
                    <a:pt x="12376" y="2615"/>
                  </a:cubicBezTo>
                  <a:lnTo>
                    <a:pt x="9307" y="5050"/>
                  </a:lnTo>
                  <a:cubicBezTo>
                    <a:pt x="8907" y="5384"/>
                    <a:pt x="8740" y="5851"/>
                    <a:pt x="8774" y="6351"/>
                  </a:cubicBezTo>
                  <a:lnTo>
                    <a:pt x="9141" y="9220"/>
                  </a:lnTo>
                  <a:cubicBezTo>
                    <a:pt x="9174" y="9720"/>
                    <a:pt x="9041" y="10221"/>
                    <a:pt x="8740" y="10621"/>
                  </a:cubicBezTo>
                  <a:cubicBezTo>
                    <a:pt x="8240" y="11221"/>
                    <a:pt x="7773" y="11855"/>
                    <a:pt x="7339" y="12489"/>
                  </a:cubicBezTo>
                  <a:cubicBezTo>
                    <a:pt x="7039" y="12889"/>
                    <a:pt x="6572" y="13156"/>
                    <a:pt x="6072" y="13156"/>
                  </a:cubicBezTo>
                  <a:lnTo>
                    <a:pt x="3970" y="13089"/>
                  </a:lnTo>
                  <a:cubicBezTo>
                    <a:pt x="3503" y="13089"/>
                    <a:pt x="3036" y="13390"/>
                    <a:pt x="2836" y="13823"/>
                  </a:cubicBezTo>
                  <a:lnTo>
                    <a:pt x="1135" y="17926"/>
                  </a:lnTo>
                  <a:cubicBezTo>
                    <a:pt x="968" y="18360"/>
                    <a:pt x="1202" y="18827"/>
                    <a:pt x="1635" y="18960"/>
                  </a:cubicBezTo>
                  <a:lnTo>
                    <a:pt x="3370" y="19594"/>
                  </a:lnTo>
                  <a:cubicBezTo>
                    <a:pt x="3837" y="19727"/>
                    <a:pt x="4104" y="20194"/>
                    <a:pt x="4070" y="20661"/>
                  </a:cubicBezTo>
                  <a:cubicBezTo>
                    <a:pt x="3937" y="21295"/>
                    <a:pt x="3870" y="21962"/>
                    <a:pt x="3837" y="22596"/>
                  </a:cubicBezTo>
                  <a:cubicBezTo>
                    <a:pt x="3770" y="23096"/>
                    <a:pt x="3570" y="23597"/>
                    <a:pt x="3203" y="23964"/>
                  </a:cubicBezTo>
                  <a:lnTo>
                    <a:pt x="501" y="26466"/>
                  </a:lnTo>
                  <a:cubicBezTo>
                    <a:pt x="168" y="26799"/>
                    <a:pt x="1" y="27299"/>
                    <a:pt x="101" y="27766"/>
                  </a:cubicBezTo>
                  <a:lnTo>
                    <a:pt x="835" y="30702"/>
                  </a:lnTo>
                  <a:cubicBezTo>
                    <a:pt x="881" y="30977"/>
                    <a:pt x="1130" y="31157"/>
                    <a:pt x="1391" y="31157"/>
                  </a:cubicBezTo>
                  <a:cubicBezTo>
                    <a:pt x="1510" y="31157"/>
                    <a:pt x="1631" y="31119"/>
                    <a:pt x="1735" y="31035"/>
                  </a:cubicBezTo>
                  <a:lnTo>
                    <a:pt x="4471" y="29201"/>
                  </a:lnTo>
                  <a:cubicBezTo>
                    <a:pt x="4616" y="29116"/>
                    <a:pt x="4775" y="29075"/>
                    <a:pt x="4930" y="29075"/>
                  </a:cubicBezTo>
                  <a:cubicBezTo>
                    <a:pt x="5204" y="29075"/>
                    <a:pt x="5468" y="29201"/>
                    <a:pt x="5638" y="29434"/>
                  </a:cubicBezTo>
                  <a:cubicBezTo>
                    <a:pt x="5838" y="29634"/>
                    <a:pt x="6038" y="29835"/>
                    <a:pt x="6239" y="30035"/>
                  </a:cubicBezTo>
                  <a:cubicBezTo>
                    <a:pt x="6606" y="30368"/>
                    <a:pt x="6772" y="30835"/>
                    <a:pt x="6672" y="31302"/>
                  </a:cubicBezTo>
                  <a:lnTo>
                    <a:pt x="5438" y="35005"/>
                  </a:lnTo>
                  <a:cubicBezTo>
                    <a:pt x="5305" y="35439"/>
                    <a:pt x="5605" y="35872"/>
                    <a:pt x="6038" y="35906"/>
                  </a:cubicBezTo>
                  <a:lnTo>
                    <a:pt x="8240" y="36339"/>
                  </a:lnTo>
                  <a:cubicBezTo>
                    <a:pt x="8293" y="36347"/>
                    <a:pt x="8347" y="36351"/>
                    <a:pt x="8401" y="36351"/>
                  </a:cubicBezTo>
                  <a:cubicBezTo>
                    <a:pt x="8818" y="36351"/>
                    <a:pt x="9234" y="36127"/>
                    <a:pt x="9441" y="35772"/>
                  </a:cubicBezTo>
                  <a:lnTo>
                    <a:pt x="11242" y="32136"/>
                  </a:lnTo>
                  <a:cubicBezTo>
                    <a:pt x="11509" y="31703"/>
                    <a:pt x="11909" y="31369"/>
                    <a:pt x="12410" y="31236"/>
                  </a:cubicBezTo>
                  <a:cubicBezTo>
                    <a:pt x="12843" y="31136"/>
                    <a:pt x="13277" y="30969"/>
                    <a:pt x="13711" y="30802"/>
                  </a:cubicBezTo>
                  <a:cubicBezTo>
                    <a:pt x="13816" y="30749"/>
                    <a:pt x="13927" y="30724"/>
                    <a:pt x="14036" y="30724"/>
                  </a:cubicBezTo>
                  <a:cubicBezTo>
                    <a:pt x="14337" y="30724"/>
                    <a:pt x="14622" y="30917"/>
                    <a:pt x="14745" y="31236"/>
                  </a:cubicBezTo>
                  <a:lnTo>
                    <a:pt x="15645" y="33471"/>
                  </a:lnTo>
                  <a:cubicBezTo>
                    <a:pt x="15729" y="33722"/>
                    <a:pt x="15957" y="33868"/>
                    <a:pt x="16189" y="33868"/>
                  </a:cubicBezTo>
                  <a:cubicBezTo>
                    <a:pt x="16328" y="33868"/>
                    <a:pt x="16467" y="33816"/>
                    <a:pt x="16579" y="33704"/>
                  </a:cubicBezTo>
                  <a:lnTo>
                    <a:pt x="19682" y="31269"/>
                  </a:lnTo>
                  <a:cubicBezTo>
                    <a:pt x="20048" y="30935"/>
                    <a:pt x="20249" y="30468"/>
                    <a:pt x="20182" y="29968"/>
                  </a:cubicBezTo>
                  <a:lnTo>
                    <a:pt x="19815" y="27099"/>
                  </a:lnTo>
                  <a:cubicBezTo>
                    <a:pt x="19782" y="26599"/>
                    <a:pt x="19915" y="26132"/>
                    <a:pt x="20215" y="25732"/>
                  </a:cubicBezTo>
                  <a:cubicBezTo>
                    <a:pt x="20716" y="25131"/>
                    <a:pt x="21183" y="24497"/>
                    <a:pt x="21616" y="23830"/>
                  </a:cubicBezTo>
                  <a:cubicBezTo>
                    <a:pt x="21916" y="23430"/>
                    <a:pt x="22383" y="23197"/>
                    <a:pt x="22884" y="23197"/>
                  </a:cubicBezTo>
                  <a:lnTo>
                    <a:pt x="24985" y="23230"/>
                  </a:lnTo>
                  <a:cubicBezTo>
                    <a:pt x="25452" y="23230"/>
                    <a:pt x="25919" y="22963"/>
                    <a:pt x="26119" y="22529"/>
                  </a:cubicBezTo>
                  <a:lnTo>
                    <a:pt x="27787" y="18393"/>
                  </a:lnTo>
                  <a:cubicBezTo>
                    <a:pt x="27954" y="17993"/>
                    <a:pt x="27721" y="17526"/>
                    <a:pt x="27287" y="17392"/>
                  </a:cubicBezTo>
                  <a:lnTo>
                    <a:pt x="25586" y="16725"/>
                  </a:lnTo>
                  <a:cubicBezTo>
                    <a:pt x="25152" y="16558"/>
                    <a:pt x="24885" y="16125"/>
                    <a:pt x="24952" y="15658"/>
                  </a:cubicBezTo>
                  <a:cubicBezTo>
                    <a:pt x="25052" y="15024"/>
                    <a:pt x="25119" y="14357"/>
                    <a:pt x="25185" y="13690"/>
                  </a:cubicBezTo>
                  <a:cubicBezTo>
                    <a:pt x="25219" y="13189"/>
                    <a:pt x="25452" y="12722"/>
                    <a:pt x="25786" y="12355"/>
                  </a:cubicBezTo>
                  <a:lnTo>
                    <a:pt x="28488" y="9854"/>
                  </a:lnTo>
                  <a:cubicBezTo>
                    <a:pt x="28855" y="9520"/>
                    <a:pt x="28988" y="9020"/>
                    <a:pt x="28888" y="8553"/>
                  </a:cubicBezTo>
                  <a:lnTo>
                    <a:pt x="28154" y="5617"/>
                  </a:lnTo>
                  <a:cubicBezTo>
                    <a:pt x="28108" y="5343"/>
                    <a:pt x="27859" y="5162"/>
                    <a:pt x="27609" y="5162"/>
                  </a:cubicBezTo>
                  <a:cubicBezTo>
                    <a:pt x="27495" y="5162"/>
                    <a:pt x="27381" y="5200"/>
                    <a:pt x="27287" y="5284"/>
                  </a:cubicBezTo>
                  <a:lnTo>
                    <a:pt x="24518" y="7152"/>
                  </a:lnTo>
                  <a:cubicBezTo>
                    <a:pt x="24373" y="7237"/>
                    <a:pt x="24214" y="7277"/>
                    <a:pt x="24059" y="7277"/>
                  </a:cubicBezTo>
                  <a:cubicBezTo>
                    <a:pt x="23785" y="7277"/>
                    <a:pt x="23521" y="7152"/>
                    <a:pt x="23351" y="6918"/>
                  </a:cubicBezTo>
                  <a:cubicBezTo>
                    <a:pt x="23151" y="6685"/>
                    <a:pt x="22951" y="6485"/>
                    <a:pt x="22750" y="6284"/>
                  </a:cubicBezTo>
                  <a:cubicBezTo>
                    <a:pt x="22383" y="5984"/>
                    <a:pt x="22217" y="5517"/>
                    <a:pt x="22317" y="5050"/>
                  </a:cubicBezTo>
                  <a:lnTo>
                    <a:pt x="23551" y="1348"/>
                  </a:lnTo>
                  <a:cubicBezTo>
                    <a:pt x="23651" y="914"/>
                    <a:pt x="23384" y="480"/>
                    <a:pt x="22951" y="447"/>
                  </a:cubicBezTo>
                  <a:lnTo>
                    <a:pt x="20749" y="13"/>
                  </a:lnTo>
                  <a:cubicBezTo>
                    <a:pt x="20685" y="5"/>
                    <a:pt x="20622" y="1"/>
                    <a:pt x="205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9">
              <a:extLst>
                <a:ext uri="{FF2B5EF4-FFF2-40B4-BE49-F238E27FC236}">
                  <a16:creationId xmlns:a16="http://schemas.microsoft.com/office/drawing/2014/main" id="{6D02E5C2-D86C-96BB-BAAA-846BBEED6D57}"/>
                </a:ext>
              </a:extLst>
            </p:cNvPr>
            <p:cNvSpPr/>
            <p:nvPr/>
          </p:nvSpPr>
          <p:spPr>
            <a:xfrm>
              <a:off x="5312875" y="814984"/>
              <a:ext cx="1741862" cy="3354843"/>
            </a:xfrm>
            <a:custGeom>
              <a:avLst/>
              <a:gdLst/>
              <a:ahLst/>
              <a:cxnLst/>
              <a:rect l="l" t="t" r="r" b="b"/>
              <a:pathLst>
                <a:path w="88498" h="170448" extrusionOk="0">
                  <a:moveTo>
                    <a:pt x="63723" y="1"/>
                  </a:moveTo>
                  <a:cubicBezTo>
                    <a:pt x="62316" y="1"/>
                    <a:pt x="60835" y="329"/>
                    <a:pt x="59743" y="964"/>
                  </a:cubicBezTo>
                  <a:lnTo>
                    <a:pt x="2803" y="33821"/>
                  </a:lnTo>
                  <a:cubicBezTo>
                    <a:pt x="1035" y="34788"/>
                    <a:pt x="1" y="36689"/>
                    <a:pt x="168" y="38658"/>
                  </a:cubicBezTo>
                  <a:lnTo>
                    <a:pt x="18314" y="165081"/>
                  </a:lnTo>
                  <a:cubicBezTo>
                    <a:pt x="18581" y="167016"/>
                    <a:pt x="20282" y="169184"/>
                    <a:pt x="22117" y="169985"/>
                  </a:cubicBezTo>
                  <a:cubicBezTo>
                    <a:pt x="22860" y="170296"/>
                    <a:pt x="23783" y="170448"/>
                    <a:pt x="24739" y="170448"/>
                  </a:cubicBezTo>
                  <a:cubicBezTo>
                    <a:pt x="26143" y="170448"/>
                    <a:pt x="27616" y="170120"/>
                    <a:pt x="28688" y="169485"/>
                  </a:cubicBezTo>
                  <a:lnTo>
                    <a:pt x="85462" y="136728"/>
                  </a:lnTo>
                  <a:cubicBezTo>
                    <a:pt x="87230" y="135694"/>
                    <a:pt x="88497" y="133292"/>
                    <a:pt x="88230" y="131357"/>
                  </a:cubicBezTo>
                  <a:lnTo>
                    <a:pt x="70151" y="5367"/>
                  </a:lnTo>
                  <a:cubicBezTo>
                    <a:pt x="69884" y="3432"/>
                    <a:pt x="68183" y="1264"/>
                    <a:pt x="66348" y="464"/>
                  </a:cubicBezTo>
                  <a:cubicBezTo>
                    <a:pt x="65605" y="153"/>
                    <a:pt x="64681" y="1"/>
                    <a:pt x="63723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9">
              <a:extLst>
                <a:ext uri="{FF2B5EF4-FFF2-40B4-BE49-F238E27FC236}">
                  <a16:creationId xmlns:a16="http://schemas.microsoft.com/office/drawing/2014/main" id="{E2B52822-7E2B-07E4-23FC-080351740A87}"/>
                </a:ext>
              </a:extLst>
            </p:cNvPr>
            <p:cNvSpPr/>
            <p:nvPr/>
          </p:nvSpPr>
          <p:spPr>
            <a:xfrm>
              <a:off x="5314193" y="1524637"/>
              <a:ext cx="548236" cy="2645230"/>
            </a:xfrm>
            <a:custGeom>
              <a:avLst/>
              <a:gdLst/>
              <a:ahLst/>
              <a:cxnLst/>
              <a:rect l="l" t="t" r="r" b="b"/>
              <a:pathLst>
                <a:path w="27854" h="134395" extrusionOk="0">
                  <a:moveTo>
                    <a:pt x="634" y="1"/>
                  </a:moveTo>
                  <a:cubicBezTo>
                    <a:pt x="201" y="801"/>
                    <a:pt x="0" y="1702"/>
                    <a:pt x="101" y="2603"/>
                  </a:cubicBezTo>
                  <a:lnTo>
                    <a:pt x="18247" y="129026"/>
                  </a:lnTo>
                  <a:cubicBezTo>
                    <a:pt x="18514" y="130961"/>
                    <a:pt x="20215" y="133129"/>
                    <a:pt x="22050" y="133930"/>
                  </a:cubicBezTo>
                  <a:cubicBezTo>
                    <a:pt x="22786" y="134243"/>
                    <a:pt x="23713" y="134395"/>
                    <a:pt x="24676" y="134395"/>
                  </a:cubicBezTo>
                  <a:cubicBezTo>
                    <a:pt x="25764" y="134395"/>
                    <a:pt x="26898" y="134201"/>
                    <a:pt x="27854" y="133830"/>
                  </a:cubicBezTo>
                  <a:lnTo>
                    <a:pt x="27854" y="133830"/>
                  </a:lnTo>
                  <a:cubicBezTo>
                    <a:pt x="27371" y="134011"/>
                    <a:pt x="26902" y="134098"/>
                    <a:pt x="26461" y="134098"/>
                  </a:cubicBezTo>
                  <a:cubicBezTo>
                    <a:pt x="24953" y="134098"/>
                    <a:pt x="23775" y="133076"/>
                    <a:pt x="23517" y="131295"/>
                  </a:cubicBezTo>
                  <a:lnTo>
                    <a:pt x="5571" y="6138"/>
                  </a:lnTo>
                  <a:cubicBezTo>
                    <a:pt x="5471" y="4837"/>
                    <a:pt x="5871" y="3537"/>
                    <a:pt x="6705" y="2536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9">
              <a:extLst>
                <a:ext uri="{FF2B5EF4-FFF2-40B4-BE49-F238E27FC236}">
                  <a16:creationId xmlns:a16="http://schemas.microsoft.com/office/drawing/2014/main" id="{94B5C26A-D9D1-5E9D-FE37-7F65B18FFF4E}"/>
                </a:ext>
              </a:extLst>
            </p:cNvPr>
            <p:cNvSpPr/>
            <p:nvPr/>
          </p:nvSpPr>
          <p:spPr>
            <a:xfrm>
              <a:off x="5419239" y="879720"/>
              <a:ext cx="1635498" cy="3284084"/>
            </a:xfrm>
            <a:custGeom>
              <a:avLst/>
              <a:gdLst/>
              <a:ahLst/>
              <a:cxnLst/>
              <a:rect l="l" t="t" r="r" b="b"/>
              <a:pathLst>
                <a:path w="83094" h="166853" extrusionOk="0">
                  <a:moveTo>
                    <a:pt x="62605" y="0"/>
                  </a:moveTo>
                  <a:cubicBezTo>
                    <a:pt x="62108" y="0"/>
                    <a:pt x="61563" y="154"/>
                    <a:pt x="61011" y="477"/>
                  </a:cubicBezTo>
                  <a:lnTo>
                    <a:pt x="2669" y="34134"/>
                  </a:lnTo>
                  <a:cubicBezTo>
                    <a:pt x="1101" y="35068"/>
                    <a:pt x="1" y="37203"/>
                    <a:pt x="234" y="38871"/>
                  </a:cubicBezTo>
                  <a:lnTo>
                    <a:pt x="18180" y="164027"/>
                  </a:lnTo>
                  <a:cubicBezTo>
                    <a:pt x="18433" y="165820"/>
                    <a:pt x="19604" y="166852"/>
                    <a:pt x="21104" y="166852"/>
                  </a:cubicBezTo>
                  <a:cubicBezTo>
                    <a:pt x="21782" y="166852"/>
                    <a:pt x="22526" y="166642"/>
                    <a:pt x="23284" y="166196"/>
                  </a:cubicBezTo>
                  <a:lnTo>
                    <a:pt x="80058" y="133439"/>
                  </a:lnTo>
                  <a:cubicBezTo>
                    <a:pt x="81826" y="132405"/>
                    <a:pt x="83093" y="130003"/>
                    <a:pt x="82826" y="128068"/>
                  </a:cubicBezTo>
                  <a:lnTo>
                    <a:pt x="64747" y="2078"/>
                  </a:lnTo>
                  <a:cubicBezTo>
                    <a:pt x="64563" y="747"/>
                    <a:pt x="63701" y="0"/>
                    <a:pt x="6260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9">
              <a:extLst>
                <a:ext uri="{FF2B5EF4-FFF2-40B4-BE49-F238E27FC236}">
                  <a16:creationId xmlns:a16="http://schemas.microsoft.com/office/drawing/2014/main" id="{664AA69F-3C73-AC30-E9E9-8AD50B86D6F7}"/>
                </a:ext>
              </a:extLst>
            </p:cNvPr>
            <p:cNvSpPr/>
            <p:nvPr/>
          </p:nvSpPr>
          <p:spPr>
            <a:xfrm>
              <a:off x="5498678" y="1080324"/>
              <a:ext cx="1488430" cy="2886006"/>
            </a:xfrm>
            <a:custGeom>
              <a:avLst/>
              <a:gdLst/>
              <a:ahLst/>
              <a:cxnLst/>
              <a:rect l="l" t="t" r="r" b="b"/>
              <a:pathLst>
                <a:path w="75622" h="146628" extrusionOk="0">
                  <a:moveTo>
                    <a:pt x="57804" y="1"/>
                  </a:moveTo>
                  <a:cubicBezTo>
                    <a:pt x="57327" y="1"/>
                    <a:pt x="56804" y="147"/>
                    <a:pt x="56274" y="459"/>
                  </a:cubicBezTo>
                  <a:lnTo>
                    <a:pt x="2903" y="31281"/>
                  </a:lnTo>
                  <a:cubicBezTo>
                    <a:pt x="1168" y="32248"/>
                    <a:pt x="1" y="34550"/>
                    <a:pt x="268" y="36385"/>
                  </a:cubicBezTo>
                  <a:lnTo>
                    <a:pt x="15779" y="144662"/>
                  </a:lnTo>
                  <a:cubicBezTo>
                    <a:pt x="15962" y="145919"/>
                    <a:pt x="16771" y="146628"/>
                    <a:pt x="17820" y="146628"/>
                  </a:cubicBezTo>
                  <a:cubicBezTo>
                    <a:pt x="18302" y="146628"/>
                    <a:pt x="18835" y="146478"/>
                    <a:pt x="19381" y="146163"/>
                  </a:cubicBezTo>
                  <a:lnTo>
                    <a:pt x="72753" y="115341"/>
                  </a:lnTo>
                  <a:cubicBezTo>
                    <a:pt x="74454" y="114374"/>
                    <a:pt x="75621" y="112072"/>
                    <a:pt x="75388" y="110237"/>
                  </a:cubicBezTo>
                  <a:lnTo>
                    <a:pt x="59877" y="1960"/>
                  </a:lnTo>
                  <a:cubicBezTo>
                    <a:pt x="59693" y="719"/>
                    <a:pt x="58860" y="1"/>
                    <a:pt x="5780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9">
              <a:extLst>
                <a:ext uri="{FF2B5EF4-FFF2-40B4-BE49-F238E27FC236}">
                  <a16:creationId xmlns:a16="http://schemas.microsoft.com/office/drawing/2014/main" id="{62C835B2-EED4-3C4E-B8C2-D064CBF166BD}"/>
                </a:ext>
              </a:extLst>
            </p:cNvPr>
            <p:cNvSpPr/>
            <p:nvPr/>
          </p:nvSpPr>
          <p:spPr>
            <a:xfrm>
              <a:off x="5960901" y="1232549"/>
              <a:ext cx="227845" cy="154134"/>
            </a:xfrm>
            <a:custGeom>
              <a:avLst/>
              <a:gdLst/>
              <a:ahLst/>
              <a:cxnLst/>
              <a:rect l="l" t="t" r="r" b="b"/>
              <a:pathLst>
                <a:path w="11576" h="7831" extrusionOk="0">
                  <a:moveTo>
                    <a:pt x="10925" y="0"/>
                  </a:moveTo>
                  <a:cubicBezTo>
                    <a:pt x="10763" y="0"/>
                    <a:pt x="10586" y="52"/>
                    <a:pt x="10408" y="163"/>
                  </a:cubicBezTo>
                  <a:lnTo>
                    <a:pt x="934" y="5601"/>
                  </a:lnTo>
                  <a:cubicBezTo>
                    <a:pt x="367" y="5934"/>
                    <a:pt x="0" y="6568"/>
                    <a:pt x="67" y="7235"/>
                  </a:cubicBezTo>
                  <a:cubicBezTo>
                    <a:pt x="112" y="7615"/>
                    <a:pt x="366" y="7831"/>
                    <a:pt x="700" y="7831"/>
                  </a:cubicBezTo>
                  <a:cubicBezTo>
                    <a:pt x="864" y="7831"/>
                    <a:pt x="1048" y="7779"/>
                    <a:pt x="1234" y="7669"/>
                  </a:cubicBezTo>
                  <a:lnTo>
                    <a:pt x="10675" y="2165"/>
                  </a:lnTo>
                  <a:cubicBezTo>
                    <a:pt x="11242" y="1831"/>
                    <a:pt x="11575" y="1231"/>
                    <a:pt x="11575" y="564"/>
                  </a:cubicBezTo>
                  <a:cubicBezTo>
                    <a:pt x="11508" y="208"/>
                    <a:pt x="11249" y="0"/>
                    <a:pt x="10925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9">
              <a:extLst>
                <a:ext uri="{FF2B5EF4-FFF2-40B4-BE49-F238E27FC236}">
                  <a16:creationId xmlns:a16="http://schemas.microsoft.com/office/drawing/2014/main" id="{A5A47B2C-A239-74C6-F0CD-3DF9C23D970D}"/>
                </a:ext>
              </a:extLst>
            </p:cNvPr>
            <p:cNvSpPr/>
            <p:nvPr/>
          </p:nvSpPr>
          <p:spPr>
            <a:xfrm>
              <a:off x="6281293" y="1155551"/>
              <a:ext cx="40074" cy="45821"/>
            </a:xfrm>
            <a:custGeom>
              <a:avLst/>
              <a:gdLst/>
              <a:ahLst/>
              <a:cxnLst/>
              <a:rect l="l" t="t" r="r" b="b"/>
              <a:pathLst>
                <a:path w="2036" h="2328" extrusionOk="0">
                  <a:moveTo>
                    <a:pt x="1359" y="0"/>
                  </a:moveTo>
                  <a:cubicBezTo>
                    <a:pt x="1214" y="0"/>
                    <a:pt x="1058" y="45"/>
                    <a:pt x="901" y="139"/>
                  </a:cubicBezTo>
                  <a:cubicBezTo>
                    <a:pt x="334" y="473"/>
                    <a:pt x="1" y="1073"/>
                    <a:pt x="67" y="1707"/>
                  </a:cubicBezTo>
                  <a:cubicBezTo>
                    <a:pt x="113" y="2096"/>
                    <a:pt x="363" y="2328"/>
                    <a:pt x="687" y="2328"/>
                  </a:cubicBezTo>
                  <a:cubicBezTo>
                    <a:pt x="836" y="2328"/>
                    <a:pt x="1000" y="2279"/>
                    <a:pt x="1168" y="2174"/>
                  </a:cubicBezTo>
                  <a:cubicBezTo>
                    <a:pt x="1702" y="1841"/>
                    <a:pt x="2035" y="1240"/>
                    <a:pt x="2002" y="606"/>
                  </a:cubicBezTo>
                  <a:cubicBezTo>
                    <a:pt x="1933" y="217"/>
                    <a:pt x="1676" y="0"/>
                    <a:pt x="1359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9">
              <a:extLst>
                <a:ext uri="{FF2B5EF4-FFF2-40B4-BE49-F238E27FC236}">
                  <a16:creationId xmlns:a16="http://schemas.microsoft.com/office/drawing/2014/main" id="{1D6A4E55-78FB-2850-B36E-D639DD8B274E}"/>
                </a:ext>
              </a:extLst>
            </p:cNvPr>
            <p:cNvSpPr/>
            <p:nvPr/>
          </p:nvSpPr>
          <p:spPr>
            <a:xfrm>
              <a:off x="6356795" y="1112210"/>
              <a:ext cx="40074" cy="45841"/>
            </a:xfrm>
            <a:custGeom>
              <a:avLst/>
              <a:gdLst/>
              <a:ahLst/>
              <a:cxnLst/>
              <a:rect l="l" t="t" r="r" b="b"/>
              <a:pathLst>
                <a:path w="2036" h="2329" extrusionOk="0">
                  <a:moveTo>
                    <a:pt x="1359" y="1"/>
                  </a:moveTo>
                  <a:cubicBezTo>
                    <a:pt x="1215" y="1"/>
                    <a:pt x="1058" y="46"/>
                    <a:pt x="901" y="140"/>
                  </a:cubicBezTo>
                  <a:cubicBezTo>
                    <a:pt x="334" y="473"/>
                    <a:pt x="1" y="1074"/>
                    <a:pt x="67" y="1708"/>
                  </a:cubicBezTo>
                  <a:cubicBezTo>
                    <a:pt x="113" y="2096"/>
                    <a:pt x="363" y="2328"/>
                    <a:pt x="687" y="2328"/>
                  </a:cubicBezTo>
                  <a:cubicBezTo>
                    <a:pt x="836" y="2328"/>
                    <a:pt x="1000" y="2279"/>
                    <a:pt x="1168" y="2175"/>
                  </a:cubicBezTo>
                  <a:cubicBezTo>
                    <a:pt x="1702" y="1874"/>
                    <a:pt x="2035" y="1241"/>
                    <a:pt x="2002" y="607"/>
                  </a:cubicBezTo>
                  <a:cubicBezTo>
                    <a:pt x="1933" y="217"/>
                    <a:pt x="1676" y="1"/>
                    <a:pt x="1359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9">
              <a:extLst>
                <a:ext uri="{FF2B5EF4-FFF2-40B4-BE49-F238E27FC236}">
                  <a16:creationId xmlns:a16="http://schemas.microsoft.com/office/drawing/2014/main" id="{D957C266-5269-FD64-E4C9-3F03BEF741B5}"/>
                </a:ext>
              </a:extLst>
            </p:cNvPr>
            <p:cNvSpPr/>
            <p:nvPr/>
          </p:nvSpPr>
          <p:spPr>
            <a:xfrm>
              <a:off x="5753428" y="1460846"/>
              <a:ext cx="39404" cy="45545"/>
            </a:xfrm>
            <a:custGeom>
              <a:avLst/>
              <a:gdLst/>
              <a:ahLst/>
              <a:cxnLst/>
              <a:rect l="l" t="t" r="r" b="b"/>
              <a:pathLst>
                <a:path w="2002" h="2314" extrusionOk="0">
                  <a:moveTo>
                    <a:pt x="1340" y="1"/>
                  </a:moveTo>
                  <a:cubicBezTo>
                    <a:pt x="1195" y="1"/>
                    <a:pt x="1035" y="45"/>
                    <a:pt x="868" y="139"/>
                  </a:cubicBezTo>
                  <a:cubicBezTo>
                    <a:pt x="301" y="473"/>
                    <a:pt x="0" y="1073"/>
                    <a:pt x="34" y="1707"/>
                  </a:cubicBezTo>
                  <a:cubicBezTo>
                    <a:pt x="102" y="2097"/>
                    <a:pt x="360" y="2313"/>
                    <a:pt x="677" y="2313"/>
                  </a:cubicBezTo>
                  <a:cubicBezTo>
                    <a:pt x="821" y="2313"/>
                    <a:pt x="978" y="2268"/>
                    <a:pt x="1135" y="2174"/>
                  </a:cubicBezTo>
                  <a:cubicBezTo>
                    <a:pt x="1702" y="1841"/>
                    <a:pt x="2002" y="1240"/>
                    <a:pt x="1968" y="606"/>
                  </a:cubicBezTo>
                  <a:cubicBezTo>
                    <a:pt x="1900" y="217"/>
                    <a:pt x="1658" y="1"/>
                    <a:pt x="1340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9">
              <a:extLst>
                <a:ext uri="{FF2B5EF4-FFF2-40B4-BE49-F238E27FC236}">
                  <a16:creationId xmlns:a16="http://schemas.microsoft.com/office/drawing/2014/main" id="{0996B4C5-CAA6-2A11-A0B4-990803D01EAA}"/>
                </a:ext>
              </a:extLst>
            </p:cNvPr>
            <p:cNvSpPr/>
            <p:nvPr/>
          </p:nvSpPr>
          <p:spPr>
            <a:xfrm>
              <a:off x="5828930" y="1417013"/>
              <a:ext cx="39404" cy="46037"/>
            </a:xfrm>
            <a:custGeom>
              <a:avLst/>
              <a:gdLst/>
              <a:ahLst/>
              <a:cxnLst/>
              <a:rect l="l" t="t" r="r" b="b"/>
              <a:pathLst>
                <a:path w="2002" h="2339" extrusionOk="0">
                  <a:moveTo>
                    <a:pt x="1319" y="0"/>
                  </a:moveTo>
                  <a:cubicBezTo>
                    <a:pt x="1180" y="0"/>
                    <a:pt x="1027" y="42"/>
                    <a:pt x="868" y="132"/>
                  </a:cubicBezTo>
                  <a:cubicBezTo>
                    <a:pt x="301" y="465"/>
                    <a:pt x="0" y="1099"/>
                    <a:pt x="34" y="1733"/>
                  </a:cubicBezTo>
                  <a:cubicBezTo>
                    <a:pt x="103" y="2122"/>
                    <a:pt x="360" y="2339"/>
                    <a:pt x="688" y="2339"/>
                  </a:cubicBezTo>
                  <a:cubicBezTo>
                    <a:pt x="837" y="2339"/>
                    <a:pt x="1001" y="2294"/>
                    <a:pt x="1168" y="2200"/>
                  </a:cubicBezTo>
                  <a:cubicBezTo>
                    <a:pt x="1702" y="1866"/>
                    <a:pt x="2002" y="1266"/>
                    <a:pt x="1969" y="632"/>
                  </a:cubicBezTo>
                  <a:cubicBezTo>
                    <a:pt x="1898" y="234"/>
                    <a:pt x="1647" y="0"/>
                    <a:pt x="1319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9">
              <a:extLst>
                <a:ext uri="{FF2B5EF4-FFF2-40B4-BE49-F238E27FC236}">
                  <a16:creationId xmlns:a16="http://schemas.microsoft.com/office/drawing/2014/main" id="{E6E6020E-C2D6-28DD-3408-D26B4BC2FFC7}"/>
                </a:ext>
              </a:extLst>
            </p:cNvPr>
            <p:cNvSpPr/>
            <p:nvPr/>
          </p:nvSpPr>
          <p:spPr>
            <a:xfrm>
              <a:off x="5499347" y="1098530"/>
              <a:ext cx="1398461" cy="2805485"/>
            </a:xfrm>
            <a:custGeom>
              <a:avLst/>
              <a:gdLst/>
              <a:ahLst/>
              <a:cxnLst/>
              <a:rect l="l" t="t" r="r" b="b"/>
              <a:pathLst>
                <a:path w="71051" h="142537" extrusionOk="0">
                  <a:moveTo>
                    <a:pt x="55406" y="1"/>
                  </a:moveTo>
                  <a:lnTo>
                    <a:pt x="2869" y="30356"/>
                  </a:lnTo>
                  <a:cubicBezTo>
                    <a:pt x="1168" y="31357"/>
                    <a:pt x="0" y="33625"/>
                    <a:pt x="234" y="35460"/>
                  </a:cubicBezTo>
                  <a:lnTo>
                    <a:pt x="15611" y="142536"/>
                  </a:lnTo>
                  <a:lnTo>
                    <a:pt x="68149" y="112215"/>
                  </a:lnTo>
                  <a:cubicBezTo>
                    <a:pt x="69850" y="111214"/>
                    <a:pt x="71051" y="108912"/>
                    <a:pt x="70784" y="107077"/>
                  </a:cubicBezTo>
                  <a:lnTo>
                    <a:pt x="554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9">
              <a:extLst>
                <a:ext uri="{FF2B5EF4-FFF2-40B4-BE49-F238E27FC236}">
                  <a16:creationId xmlns:a16="http://schemas.microsoft.com/office/drawing/2014/main" id="{367401AF-128D-8D0C-38CA-72656A1281DA}"/>
                </a:ext>
              </a:extLst>
            </p:cNvPr>
            <p:cNvSpPr/>
            <p:nvPr/>
          </p:nvSpPr>
          <p:spPr>
            <a:xfrm>
              <a:off x="5751460" y="1556149"/>
              <a:ext cx="150374" cy="685601"/>
            </a:xfrm>
            <a:custGeom>
              <a:avLst/>
              <a:gdLst/>
              <a:ahLst/>
              <a:cxnLst/>
              <a:rect l="l" t="t" r="r" b="b"/>
              <a:pathLst>
                <a:path w="7640" h="34833" extrusionOk="0">
                  <a:moveTo>
                    <a:pt x="2335" y="1"/>
                  </a:moveTo>
                  <a:lnTo>
                    <a:pt x="1868" y="301"/>
                  </a:lnTo>
                  <a:lnTo>
                    <a:pt x="3770" y="13777"/>
                  </a:lnTo>
                  <a:lnTo>
                    <a:pt x="134" y="15879"/>
                  </a:lnTo>
                  <a:cubicBezTo>
                    <a:pt x="67" y="15912"/>
                    <a:pt x="0" y="15979"/>
                    <a:pt x="34" y="16079"/>
                  </a:cubicBezTo>
                  <a:lnTo>
                    <a:pt x="901" y="22117"/>
                  </a:lnTo>
                  <a:cubicBezTo>
                    <a:pt x="901" y="22183"/>
                    <a:pt x="968" y="22250"/>
                    <a:pt x="1034" y="22283"/>
                  </a:cubicBezTo>
                  <a:lnTo>
                    <a:pt x="5271" y="24085"/>
                  </a:lnTo>
                  <a:lnTo>
                    <a:pt x="6605" y="33458"/>
                  </a:lnTo>
                  <a:cubicBezTo>
                    <a:pt x="6372" y="33692"/>
                    <a:pt x="6238" y="34059"/>
                    <a:pt x="6271" y="34392"/>
                  </a:cubicBezTo>
                  <a:cubicBezTo>
                    <a:pt x="6271" y="34668"/>
                    <a:pt x="6493" y="34832"/>
                    <a:pt x="6728" y="34832"/>
                  </a:cubicBezTo>
                  <a:cubicBezTo>
                    <a:pt x="6835" y="34832"/>
                    <a:pt x="6945" y="34799"/>
                    <a:pt x="7039" y="34726"/>
                  </a:cubicBezTo>
                  <a:cubicBezTo>
                    <a:pt x="7439" y="34492"/>
                    <a:pt x="7639" y="34059"/>
                    <a:pt x="7606" y="33625"/>
                  </a:cubicBezTo>
                  <a:cubicBezTo>
                    <a:pt x="7606" y="33364"/>
                    <a:pt x="7404" y="33178"/>
                    <a:pt x="7176" y="33178"/>
                  </a:cubicBezTo>
                  <a:cubicBezTo>
                    <a:pt x="7142" y="33178"/>
                    <a:pt x="7107" y="33183"/>
                    <a:pt x="7072" y="33191"/>
                  </a:cubicBezTo>
                  <a:lnTo>
                    <a:pt x="5738" y="23918"/>
                  </a:lnTo>
                  <a:cubicBezTo>
                    <a:pt x="5738" y="23851"/>
                    <a:pt x="5671" y="23751"/>
                    <a:pt x="5604" y="23751"/>
                  </a:cubicBezTo>
                  <a:lnTo>
                    <a:pt x="1368" y="21950"/>
                  </a:lnTo>
                  <a:lnTo>
                    <a:pt x="534" y="16146"/>
                  </a:lnTo>
                  <a:lnTo>
                    <a:pt x="4203" y="14044"/>
                  </a:lnTo>
                  <a:cubicBezTo>
                    <a:pt x="4270" y="14011"/>
                    <a:pt x="4303" y="13944"/>
                    <a:pt x="4303" y="13877"/>
                  </a:cubicBezTo>
                  <a:lnTo>
                    <a:pt x="23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9">
              <a:extLst>
                <a:ext uri="{FF2B5EF4-FFF2-40B4-BE49-F238E27FC236}">
                  <a16:creationId xmlns:a16="http://schemas.microsoft.com/office/drawing/2014/main" id="{85269CD9-05F2-92F1-0459-6BB5BB23CC4B}"/>
                </a:ext>
              </a:extLst>
            </p:cNvPr>
            <p:cNvSpPr/>
            <p:nvPr/>
          </p:nvSpPr>
          <p:spPr>
            <a:xfrm>
              <a:off x="5639191" y="1642161"/>
              <a:ext cx="177280" cy="563175"/>
            </a:xfrm>
            <a:custGeom>
              <a:avLst/>
              <a:gdLst/>
              <a:ahLst/>
              <a:cxnLst/>
              <a:rect l="l" t="t" r="r" b="b"/>
              <a:pathLst>
                <a:path w="9007" h="28613" extrusionOk="0">
                  <a:moveTo>
                    <a:pt x="434" y="1"/>
                  </a:moveTo>
                  <a:lnTo>
                    <a:pt x="0" y="267"/>
                  </a:lnTo>
                  <a:lnTo>
                    <a:pt x="2802" y="19915"/>
                  </a:lnTo>
                  <a:cubicBezTo>
                    <a:pt x="2836" y="19982"/>
                    <a:pt x="2869" y="20048"/>
                    <a:pt x="2969" y="20082"/>
                  </a:cubicBezTo>
                  <a:lnTo>
                    <a:pt x="7205" y="21883"/>
                  </a:lnTo>
                  <a:lnTo>
                    <a:pt x="7973" y="27253"/>
                  </a:lnTo>
                  <a:cubicBezTo>
                    <a:pt x="7706" y="27487"/>
                    <a:pt x="7572" y="27821"/>
                    <a:pt x="7606" y="28187"/>
                  </a:cubicBezTo>
                  <a:cubicBezTo>
                    <a:pt x="7652" y="28464"/>
                    <a:pt x="7841" y="28613"/>
                    <a:pt x="8074" y="28613"/>
                  </a:cubicBezTo>
                  <a:cubicBezTo>
                    <a:pt x="8179" y="28613"/>
                    <a:pt x="8293" y="28583"/>
                    <a:pt x="8406" y="28521"/>
                  </a:cubicBezTo>
                  <a:cubicBezTo>
                    <a:pt x="8773" y="28288"/>
                    <a:pt x="9007" y="27854"/>
                    <a:pt x="8973" y="27387"/>
                  </a:cubicBezTo>
                  <a:cubicBezTo>
                    <a:pt x="8973" y="27155"/>
                    <a:pt x="8772" y="26974"/>
                    <a:pt x="8544" y="26974"/>
                  </a:cubicBezTo>
                  <a:cubicBezTo>
                    <a:pt x="8510" y="26974"/>
                    <a:pt x="8475" y="26978"/>
                    <a:pt x="8440" y="26987"/>
                  </a:cubicBezTo>
                  <a:lnTo>
                    <a:pt x="7672" y="21750"/>
                  </a:lnTo>
                  <a:cubicBezTo>
                    <a:pt x="7639" y="21649"/>
                    <a:pt x="7572" y="21583"/>
                    <a:pt x="7506" y="21549"/>
                  </a:cubicBezTo>
                  <a:lnTo>
                    <a:pt x="3269" y="1978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9">
              <a:extLst>
                <a:ext uri="{FF2B5EF4-FFF2-40B4-BE49-F238E27FC236}">
                  <a16:creationId xmlns:a16="http://schemas.microsoft.com/office/drawing/2014/main" id="{D0509313-B631-A358-575E-8CDC011041A2}"/>
                </a:ext>
              </a:extLst>
            </p:cNvPr>
            <p:cNvSpPr/>
            <p:nvPr/>
          </p:nvSpPr>
          <p:spPr>
            <a:xfrm>
              <a:off x="5628031" y="2179395"/>
              <a:ext cx="331571" cy="1641225"/>
            </a:xfrm>
            <a:custGeom>
              <a:avLst/>
              <a:gdLst/>
              <a:ahLst/>
              <a:cxnLst/>
              <a:rect l="l" t="t" r="r" b="b"/>
              <a:pathLst>
                <a:path w="16846" h="83385" extrusionOk="0">
                  <a:moveTo>
                    <a:pt x="953" y="1"/>
                  </a:moveTo>
                  <a:cubicBezTo>
                    <a:pt x="854" y="1"/>
                    <a:pt x="746" y="31"/>
                    <a:pt x="634" y="92"/>
                  </a:cubicBezTo>
                  <a:cubicBezTo>
                    <a:pt x="234" y="359"/>
                    <a:pt x="0" y="759"/>
                    <a:pt x="34" y="1226"/>
                  </a:cubicBezTo>
                  <a:cubicBezTo>
                    <a:pt x="64" y="1473"/>
                    <a:pt x="267" y="1663"/>
                    <a:pt x="536" y="1663"/>
                  </a:cubicBezTo>
                  <a:cubicBezTo>
                    <a:pt x="557" y="1663"/>
                    <a:pt x="579" y="1662"/>
                    <a:pt x="601" y="1660"/>
                  </a:cubicBezTo>
                  <a:lnTo>
                    <a:pt x="8840" y="59268"/>
                  </a:lnTo>
                  <a:cubicBezTo>
                    <a:pt x="8840" y="59334"/>
                    <a:pt x="8907" y="59401"/>
                    <a:pt x="9007" y="59434"/>
                  </a:cubicBezTo>
                  <a:lnTo>
                    <a:pt x="13243" y="61236"/>
                  </a:lnTo>
                  <a:lnTo>
                    <a:pt x="16412" y="83385"/>
                  </a:lnTo>
                  <a:lnTo>
                    <a:pt x="16846" y="83118"/>
                  </a:lnTo>
                  <a:lnTo>
                    <a:pt x="13710" y="61102"/>
                  </a:lnTo>
                  <a:cubicBezTo>
                    <a:pt x="13677" y="61002"/>
                    <a:pt x="13610" y="60935"/>
                    <a:pt x="13543" y="60902"/>
                  </a:cubicBezTo>
                  <a:lnTo>
                    <a:pt x="9307" y="59134"/>
                  </a:lnTo>
                  <a:lnTo>
                    <a:pt x="1068" y="1393"/>
                  </a:lnTo>
                  <a:cubicBezTo>
                    <a:pt x="1301" y="1126"/>
                    <a:pt x="1435" y="792"/>
                    <a:pt x="1401" y="459"/>
                  </a:cubicBezTo>
                  <a:cubicBezTo>
                    <a:pt x="1355" y="157"/>
                    <a:pt x="1179" y="1"/>
                    <a:pt x="9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9">
              <a:extLst>
                <a:ext uri="{FF2B5EF4-FFF2-40B4-BE49-F238E27FC236}">
                  <a16:creationId xmlns:a16="http://schemas.microsoft.com/office/drawing/2014/main" id="{CAB91266-C4A0-CCBD-A943-644E6657E166}"/>
                </a:ext>
              </a:extLst>
            </p:cNvPr>
            <p:cNvSpPr/>
            <p:nvPr/>
          </p:nvSpPr>
          <p:spPr>
            <a:xfrm>
              <a:off x="5564988" y="1685502"/>
              <a:ext cx="187810" cy="641964"/>
            </a:xfrm>
            <a:custGeom>
              <a:avLst/>
              <a:gdLst/>
              <a:ahLst/>
              <a:cxnLst/>
              <a:rect l="l" t="t" r="r" b="b"/>
              <a:pathLst>
                <a:path w="9542" h="32616" extrusionOk="0">
                  <a:moveTo>
                    <a:pt x="468" y="0"/>
                  </a:moveTo>
                  <a:lnTo>
                    <a:pt x="1" y="267"/>
                  </a:lnTo>
                  <a:lnTo>
                    <a:pt x="2803" y="19914"/>
                  </a:lnTo>
                  <a:cubicBezTo>
                    <a:pt x="2836" y="19981"/>
                    <a:pt x="2870" y="20048"/>
                    <a:pt x="2970" y="20081"/>
                  </a:cubicBezTo>
                  <a:lnTo>
                    <a:pt x="7173" y="21883"/>
                  </a:lnTo>
                  <a:lnTo>
                    <a:pt x="8507" y="31223"/>
                  </a:lnTo>
                  <a:cubicBezTo>
                    <a:pt x="8240" y="31489"/>
                    <a:pt x="8107" y="31823"/>
                    <a:pt x="8140" y="32190"/>
                  </a:cubicBezTo>
                  <a:cubicBezTo>
                    <a:pt x="8186" y="32466"/>
                    <a:pt x="8375" y="32615"/>
                    <a:pt x="8609" y="32615"/>
                  </a:cubicBezTo>
                  <a:cubicBezTo>
                    <a:pt x="8713" y="32615"/>
                    <a:pt x="8827" y="32585"/>
                    <a:pt x="8941" y="32523"/>
                  </a:cubicBezTo>
                  <a:cubicBezTo>
                    <a:pt x="9308" y="32290"/>
                    <a:pt x="9541" y="31856"/>
                    <a:pt x="9508" y="31389"/>
                  </a:cubicBezTo>
                  <a:cubicBezTo>
                    <a:pt x="9508" y="31158"/>
                    <a:pt x="9306" y="30976"/>
                    <a:pt x="9079" y="30976"/>
                  </a:cubicBezTo>
                  <a:cubicBezTo>
                    <a:pt x="9044" y="30976"/>
                    <a:pt x="9009" y="30980"/>
                    <a:pt x="8974" y="30989"/>
                  </a:cubicBezTo>
                  <a:lnTo>
                    <a:pt x="7673" y="21716"/>
                  </a:lnTo>
                  <a:cubicBezTo>
                    <a:pt x="7640" y="21649"/>
                    <a:pt x="7606" y="21582"/>
                    <a:pt x="7506" y="21549"/>
                  </a:cubicBezTo>
                  <a:lnTo>
                    <a:pt x="3303" y="19748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9">
              <a:extLst>
                <a:ext uri="{FF2B5EF4-FFF2-40B4-BE49-F238E27FC236}">
                  <a16:creationId xmlns:a16="http://schemas.microsoft.com/office/drawing/2014/main" id="{1B34B74C-20A8-5FA3-A3CD-C1B7B7FAE747}"/>
                </a:ext>
              </a:extLst>
            </p:cNvPr>
            <p:cNvSpPr/>
            <p:nvPr/>
          </p:nvSpPr>
          <p:spPr>
            <a:xfrm>
              <a:off x="6442158" y="3083294"/>
              <a:ext cx="149705" cy="372294"/>
            </a:xfrm>
            <a:custGeom>
              <a:avLst/>
              <a:gdLst/>
              <a:ahLst/>
              <a:cxnLst/>
              <a:rect l="l" t="t" r="r" b="b"/>
              <a:pathLst>
                <a:path w="7606" h="18915" extrusionOk="0">
                  <a:moveTo>
                    <a:pt x="907" y="0"/>
                  </a:moveTo>
                  <a:cubicBezTo>
                    <a:pt x="809" y="0"/>
                    <a:pt x="713" y="32"/>
                    <a:pt x="634" y="101"/>
                  </a:cubicBezTo>
                  <a:cubicBezTo>
                    <a:pt x="234" y="334"/>
                    <a:pt x="0" y="768"/>
                    <a:pt x="33" y="1235"/>
                  </a:cubicBezTo>
                  <a:cubicBezTo>
                    <a:pt x="62" y="1467"/>
                    <a:pt x="242" y="1648"/>
                    <a:pt x="486" y="1648"/>
                  </a:cubicBezTo>
                  <a:cubicBezTo>
                    <a:pt x="523" y="1648"/>
                    <a:pt x="561" y="1644"/>
                    <a:pt x="600" y="1635"/>
                  </a:cubicBezTo>
                  <a:lnTo>
                    <a:pt x="1635" y="8907"/>
                  </a:lnTo>
                  <a:cubicBezTo>
                    <a:pt x="1635" y="8974"/>
                    <a:pt x="1701" y="9040"/>
                    <a:pt x="1768" y="9074"/>
                  </a:cubicBezTo>
                  <a:lnTo>
                    <a:pt x="6004" y="10875"/>
                  </a:lnTo>
                  <a:lnTo>
                    <a:pt x="7138" y="18914"/>
                  </a:lnTo>
                  <a:lnTo>
                    <a:pt x="7605" y="18681"/>
                  </a:lnTo>
                  <a:lnTo>
                    <a:pt x="6471" y="10742"/>
                  </a:lnTo>
                  <a:cubicBezTo>
                    <a:pt x="6438" y="10675"/>
                    <a:pt x="6371" y="10608"/>
                    <a:pt x="6305" y="10575"/>
                  </a:cubicBezTo>
                  <a:lnTo>
                    <a:pt x="2102" y="8774"/>
                  </a:lnTo>
                  <a:lnTo>
                    <a:pt x="1067" y="1368"/>
                  </a:lnTo>
                  <a:cubicBezTo>
                    <a:pt x="1301" y="1135"/>
                    <a:pt x="1434" y="801"/>
                    <a:pt x="1401" y="434"/>
                  </a:cubicBezTo>
                  <a:cubicBezTo>
                    <a:pt x="1378" y="176"/>
                    <a:pt x="1139" y="0"/>
                    <a:pt x="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9">
              <a:extLst>
                <a:ext uri="{FF2B5EF4-FFF2-40B4-BE49-F238E27FC236}">
                  <a16:creationId xmlns:a16="http://schemas.microsoft.com/office/drawing/2014/main" id="{526E26D5-5CDF-DED8-ABB4-8821B914CEF6}"/>
                </a:ext>
              </a:extLst>
            </p:cNvPr>
            <p:cNvSpPr/>
            <p:nvPr/>
          </p:nvSpPr>
          <p:spPr>
            <a:xfrm>
              <a:off x="5832867" y="3606967"/>
              <a:ext cx="52552" cy="256994"/>
            </a:xfrm>
            <a:custGeom>
              <a:avLst/>
              <a:gdLst/>
              <a:ahLst/>
              <a:cxnLst/>
              <a:rect l="l" t="t" r="r" b="b"/>
              <a:pathLst>
                <a:path w="2670" h="13057" extrusionOk="0">
                  <a:moveTo>
                    <a:pt x="950" y="0"/>
                  </a:moveTo>
                  <a:cubicBezTo>
                    <a:pt x="842" y="0"/>
                    <a:pt x="721" y="37"/>
                    <a:pt x="601" y="114"/>
                  </a:cubicBezTo>
                  <a:cubicBezTo>
                    <a:pt x="201" y="347"/>
                    <a:pt x="1" y="781"/>
                    <a:pt x="34" y="1215"/>
                  </a:cubicBezTo>
                  <a:cubicBezTo>
                    <a:pt x="34" y="1476"/>
                    <a:pt x="236" y="1661"/>
                    <a:pt x="464" y="1661"/>
                  </a:cubicBezTo>
                  <a:cubicBezTo>
                    <a:pt x="498" y="1661"/>
                    <a:pt x="533" y="1657"/>
                    <a:pt x="568" y="1648"/>
                  </a:cubicBezTo>
                  <a:lnTo>
                    <a:pt x="2202" y="13056"/>
                  </a:lnTo>
                  <a:lnTo>
                    <a:pt x="2669" y="12790"/>
                  </a:lnTo>
                  <a:lnTo>
                    <a:pt x="1035" y="1381"/>
                  </a:lnTo>
                  <a:cubicBezTo>
                    <a:pt x="1268" y="1115"/>
                    <a:pt x="1402" y="781"/>
                    <a:pt x="1368" y="447"/>
                  </a:cubicBezTo>
                  <a:cubicBezTo>
                    <a:pt x="1346" y="156"/>
                    <a:pt x="1173" y="0"/>
                    <a:pt x="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9">
              <a:extLst>
                <a:ext uri="{FF2B5EF4-FFF2-40B4-BE49-F238E27FC236}">
                  <a16:creationId xmlns:a16="http://schemas.microsoft.com/office/drawing/2014/main" id="{14F40297-3311-5163-0903-A45ACB7286CC}"/>
                </a:ext>
              </a:extLst>
            </p:cNvPr>
            <p:cNvSpPr/>
            <p:nvPr/>
          </p:nvSpPr>
          <p:spPr>
            <a:xfrm>
              <a:off x="5863079" y="1256108"/>
              <a:ext cx="988770" cy="2350484"/>
            </a:xfrm>
            <a:custGeom>
              <a:avLst/>
              <a:gdLst/>
              <a:ahLst/>
              <a:cxnLst/>
              <a:rect l="l" t="t" r="r" b="b"/>
              <a:pathLst>
                <a:path w="50236" h="119420" extrusionOk="0">
                  <a:moveTo>
                    <a:pt x="23083" y="1"/>
                  </a:moveTo>
                  <a:lnTo>
                    <a:pt x="22616" y="267"/>
                  </a:lnTo>
                  <a:lnTo>
                    <a:pt x="25718" y="21816"/>
                  </a:lnTo>
                  <a:lnTo>
                    <a:pt x="24051" y="22750"/>
                  </a:lnTo>
                  <a:lnTo>
                    <a:pt x="19881" y="21016"/>
                  </a:lnTo>
                  <a:lnTo>
                    <a:pt x="17346" y="3303"/>
                  </a:lnTo>
                  <a:lnTo>
                    <a:pt x="16879" y="3570"/>
                  </a:lnTo>
                  <a:lnTo>
                    <a:pt x="19381" y="21182"/>
                  </a:lnTo>
                  <a:cubicBezTo>
                    <a:pt x="19381" y="21249"/>
                    <a:pt x="19447" y="21316"/>
                    <a:pt x="19514" y="21349"/>
                  </a:cubicBezTo>
                  <a:lnTo>
                    <a:pt x="23950" y="23217"/>
                  </a:lnTo>
                  <a:cubicBezTo>
                    <a:pt x="23984" y="23234"/>
                    <a:pt x="24026" y="23242"/>
                    <a:pt x="24067" y="23242"/>
                  </a:cubicBezTo>
                  <a:cubicBezTo>
                    <a:pt x="24109" y="23242"/>
                    <a:pt x="24151" y="23234"/>
                    <a:pt x="24184" y="23217"/>
                  </a:cubicBezTo>
                  <a:lnTo>
                    <a:pt x="25752" y="22317"/>
                  </a:lnTo>
                  <a:lnTo>
                    <a:pt x="26586" y="28021"/>
                  </a:lnTo>
                  <a:cubicBezTo>
                    <a:pt x="26586" y="28087"/>
                    <a:pt x="26652" y="28154"/>
                    <a:pt x="26719" y="28187"/>
                  </a:cubicBezTo>
                  <a:lnTo>
                    <a:pt x="30989" y="29955"/>
                  </a:lnTo>
                  <a:lnTo>
                    <a:pt x="32657" y="41764"/>
                  </a:lnTo>
                  <a:lnTo>
                    <a:pt x="19914" y="49136"/>
                  </a:lnTo>
                  <a:lnTo>
                    <a:pt x="17079" y="29355"/>
                  </a:lnTo>
                  <a:cubicBezTo>
                    <a:pt x="17046" y="29255"/>
                    <a:pt x="17012" y="29188"/>
                    <a:pt x="16912" y="29155"/>
                  </a:cubicBezTo>
                  <a:lnTo>
                    <a:pt x="10541" y="26453"/>
                  </a:lnTo>
                  <a:lnTo>
                    <a:pt x="8006" y="8707"/>
                  </a:lnTo>
                  <a:lnTo>
                    <a:pt x="7539" y="8974"/>
                  </a:lnTo>
                  <a:lnTo>
                    <a:pt x="10041" y="26620"/>
                  </a:lnTo>
                  <a:cubicBezTo>
                    <a:pt x="10041" y="26686"/>
                    <a:pt x="10107" y="26753"/>
                    <a:pt x="10207" y="26786"/>
                  </a:cubicBezTo>
                  <a:lnTo>
                    <a:pt x="16579" y="29522"/>
                  </a:lnTo>
                  <a:lnTo>
                    <a:pt x="19447" y="49436"/>
                  </a:lnTo>
                  <a:lnTo>
                    <a:pt x="10241" y="54740"/>
                  </a:lnTo>
                  <a:lnTo>
                    <a:pt x="6138" y="53005"/>
                  </a:lnTo>
                  <a:lnTo>
                    <a:pt x="467" y="13077"/>
                  </a:lnTo>
                  <a:lnTo>
                    <a:pt x="0" y="13343"/>
                  </a:lnTo>
                  <a:lnTo>
                    <a:pt x="5671" y="53139"/>
                  </a:lnTo>
                  <a:cubicBezTo>
                    <a:pt x="5704" y="53205"/>
                    <a:pt x="5737" y="53272"/>
                    <a:pt x="5838" y="53305"/>
                  </a:cubicBezTo>
                  <a:lnTo>
                    <a:pt x="10174" y="55173"/>
                  </a:lnTo>
                  <a:cubicBezTo>
                    <a:pt x="10207" y="55190"/>
                    <a:pt x="10249" y="55198"/>
                    <a:pt x="10295" y="55198"/>
                  </a:cubicBezTo>
                  <a:cubicBezTo>
                    <a:pt x="10341" y="55198"/>
                    <a:pt x="10391" y="55190"/>
                    <a:pt x="10441" y="55173"/>
                  </a:cubicBezTo>
                  <a:lnTo>
                    <a:pt x="19514" y="49903"/>
                  </a:lnTo>
                  <a:lnTo>
                    <a:pt x="20548" y="57041"/>
                  </a:lnTo>
                  <a:cubicBezTo>
                    <a:pt x="20281" y="57308"/>
                    <a:pt x="20181" y="57642"/>
                    <a:pt x="20181" y="57975"/>
                  </a:cubicBezTo>
                  <a:cubicBezTo>
                    <a:pt x="20226" y="58267"/>
                    <a:pt x="20406" y="58423"/>
                    <a:pt x="20631" y="58423"/>
                  </a:cubicBezTo>
                  <a:cubicBezTo>
                    <a:pt x="20741" y="58423"/>
                    <a:pt x="20861" y="58386"/>
                    <a:pt x="20982" y="58309"/>
                  </a:cubicBezTo>
                  <a:cubicBezTo>
                    <a:pt x="21349" y="58075"/>
                    <a:pt x="21582" y="57642"/>
                    <a:pt x="21549" y="57208"/>
                  </a:cubicBezTo>
                  <a:cubicBezTo>
                    <a:pt x="21549" y="56947"/>
                    <a:pt x="21347" y="56762"/>
                    <a:pt x="21119" y="56762"/>
                  </a:cubicBezTo>
                  <a:cubicBezTo>
                    <a:pt x="21085" y="56762"/>
                    <a:pt x="21050" y="56766"/>
                    <a:pt x="21015" y="56775"/>
                  </a:cubicBezTo>
                  <a:lnTo>
                    <a:pt x="19981" y="49669"/>
                  </a:lnTo>
                  <a:lnTo>
                    <a:pt x="32757" y="42298"/>
                  </a:lnTo>
                  <a:lnTo>
                    <a:pt x="34425" y="53839"/>
                  </a:lnTo>
                  <a:cubicBezTo>
                    <a:pt x="34158" y="54073"/>
                    <a:pt x="34058" y="54440"/>
                    <a:pt x="34058" y="54773"/>
                  </a:cubicBezTo>
                  <a:cubicBezTo>
                    <a:pt x="34081" y="55048"/>
                    <a:pt x="34308" y="55228"/>
                    <a:pt x="34545" y="55228"/>
                  </a:cubicBezTo>
                  <a:cubicBezTo>
                    <a:pt x="34653" y="55228"/>
                    <a:pt x="34764" y="55190"/>
                    <a:pt x="34858" y="55107"/>
                  </a:cubicBezTo>
                  <a:cubicBezTo>
                    <a:pt x="35225" y="54873"/>
                    <a:pt x="35459" y="54440"/>
                    <a:pt x="35425" y="54006"/>
                  </a:cubicBezTo>
                  <a:cubicBezTo>
                    <a:pt x="35425" y="53745"/>
                    <a:pt x="35223" y="53559"/>
                    <a:pt x="34995" y="53559"/>
                  </a:cubicBezTo>
                  <a:cubicBezTo>
                    <a:pt x="34961" y="53559"/>
                    <a:pt x="34926" y="53564"/>
                    <a:pt x="34892" y="53572"/>
                  </a:cubicBezTo>
                  <a:lnTo>
                    <a:pt x="33224" y="42031"/>
                  </a:lnTo>
                  <a:lnTo>
                    <a:pt x="34892" y="41063"/>
                  </a:lnTo>
                  <a:lnTo>
                    <a:pt x="38961" y="42798"/>
                  </a:lnTo>
                  <a:lnTo>
                    <a:pt x="40396" y="52705"/>
                  </a:lnTo>
                  <a:lnTo>
                    <a:pt x="37227" y="58843"/>
                  </a:lnTo>
                  <a:cubicBezTo>
                    <a:pt x="37193" y="58876"/>
                    <a:pt x="37193" y="58909"/>
                    <a:pt x="37227" y="58976"/>
                  </a:cubicBezTo>
                  <a:lnTo>
                    <a:pt x="39228" y="72953"/>
                  </a:lnTo>
                  <a:lnTo>
                    <a:pt x="34024" y="75955"/>
                  </a:lnTo>
                  <a:lnTo>
                    <a:pt x="30388" y="50670"/>
                  </a:lnTo>
                  <a:cubicBezTo>
                    <a:pt x="30655" y="50437"/>
                    <a:pt x="30789" y="50103"/>
                    <a:pt x="30755" y="49736"/>
                  </a:cubicBezTo>
                  <a:cubicBezTo>
                    <a:pt x="30709" y="49460"/>
                    <a:pt x="30520" y="49311"/>
                    <a:pt x="30287" y="49311"/>
                  </a:cubicBezTo>
                  <a:cubicBezTo>
                    <a:pt x="30182" y="49311"/>
                    <a:pt x="30068" y="49341"/>
                    <a:pt x="29955" y="49403"/>
                  </a:cubicBezTo>
                  <a:cubicBezTo>
                    <a:pt x="29588" y="49636"/>
                    <a:pt x="29354" y="50070"/>
                    <a:pt x="29388" y="50537"/>
                  </a:cubicBezTo>
                  <a:cubicBezTo>
                    <a:pt x="29417" y="50769"/>
                    <a:pt x="29597" y="50950"/>
                    <a:pt x="29818" y="50950"/>
                  </a:cubicBezTo>
                  <a:cubicBezTo>
                    <a:pt x="29852" y="50950"/>
                    <a:pt x="29886" y="50946"/>
                    <a:pt x="29921" y="50937"/>
                  </a:cubicBezTo>
                  <a:lnTo>
                    <a:pt x="33557" y="76188"/>
                  </a:lnTo>
                  <a:lnTo>
                    <a:pt x="28354" y="79191"/>
                  </a:lnTo>
                  <a:lnTo>
                    <a:pt x="25885" y="62012"/>
                  </a:lnTo>
                  <a:cubicBezTo>
                    <a:pt x="26119" y="61745"/>
                    <a:pt x="26252" y="61411"/>
                    <a:pt x="26219" y="61078"/>
                  </a:cubicBezTo>
                  <a:cubicBezTo>
                    <a:pt x="26219" y="60803"/>
                    <a:pt x="25999" y="60623"/>
                    <a:pt x="25764" y="60623"/>
                  </a:cubicBezTo>
                  <a:cubicBezTo>
                    <a:pt x="25656" y="60623"/>
                    <a:pt x="25546" y="60660"/>
                    <a:pt x="25452" y="60744"/>
                  </a:cubicBezTo>
                  <a:cubicBezTo>
                    <a:pt x="25051" y="60978"/>
                    <a:pt x="24851" y="61411"/>
                    <a:pt x="24884" y="61845"/>
                  </a:cubicBezTo>
                  <a:cubicBezTo>
                    <a:pt x="24884" y="62092"/>
                    <a:pt x="25114" y="62282"/>
                    <a:pt x="25360" y="62282"/>
                  </a:cubicBezTo>
                  <a:cubicBezTo>
                    <a:pt x="25379" y="62282"/>
                    <a:pt x="25399" y="62281"/>
                    <a:pt x="25418" y="62278"/>
                  </a:cubicBezTo>
                  <a:lnTo>
                    <a:pt x="27887" y="79457"/>
                  </a:lnTo>
                  <a:lnTo>
                    <a:pt x="18914" y="84661"/>
                  </a:lnTo>
                  <a:lnTo>
                    <a:pt x="18413" y="81125"/>
                  </a:lnTo>
                  <a:lnTo>
                    <a:pt x="22049" y="78990"/>
                  </a:lnTo>
                  <a:cubicBezTo>
                    <a:pt x="22116" y="78957"/>
                    <a:pt x="22183" y="78890"/>
                    <a:pt x="22149" y="78824"/>
                  </a:cubicBezTo>
                  <a:lnTo>
                    <a:pt x="20782" y="69284"/>
                  </a:lnTo>
                  <a:cubicBezTo>
                    <a:pt x="21048" y="69050"/>
                    <a:pt x="21182" y="68716"/>
                    <a:pt x="21148" y="68349"/>
                  </a:cubicBezTo>
                  <a:cubicBezTo>
                    <a:pt x="21102" y="68073"/>
                    <a:pt x="20913" y="67924"/>
                    <a:pt x="20680" y="67924"/>
                  </a:cubicBezTo>
                  <a:cubicBezTo>
                    <a:pt x="20575" y="67924"/>
                    <a:pt x="20461" y="67954"/>
                    <a:pt x="20348" y="68016"/>
                  </a:cubicBezTo>
                  <a:cubicBezTo>
                    <a:pt x="19981" y="68249"/>
                    <a:pt x="19747" y="68683"/>
                    <a:pt x="19781" y="69150"/>
                  </a:cubicBezTo>
                  <a:cubicBezTo>
                    <a:pt x="19810" y="69382"/>
                    <a:pt x="19990" y="69563"/>
                    <a:pt x="20211" y="69563"/>
                  </a:cubicBezTo>
                  <a:cubicBezTo>
                    <a:pt x="20245" y="69563"/>
                    <a:pt x="20279" y="69559"/>
                    <a:pt x="20315" y="69550"/>
                  </a:cubicBezTo>
                  <a:lnTo>
                    <a:pt x="21649" y="78690"/>
                  </a:lnTo>
                  <a:lnTo>
                    <a:pt x="17946" y="80825"/>
                  </a:lnTo>
                  <a:cubicBezTo>
                    <a:pt x="17846" y="80858"/>
                    <a:pt x="17813" y="80925"/>
                    <a:pt x="17813" y="80992"/>
                  </a:cubicBezTo>
                  <a:lnTo>
                    <a:pt x="18380" y="84895"/>
                  </a:lnTo>
                  <a:lnTo>
                    <a:pt x="15077" y="86829"/>
                  </a:lnTo>
                  <a:lnTo>
                    <a:pt x="11175" y="59543"/>
                  </a:lnTo>
                  <a:cubicBezTo>
                    <a:pt x="11408" y="59310"/>
                    <a:pt x="11542" y="58943"/>
                    <a:pt x="11508" y="58609"/>
                  </a:cubicBezTo>
                  <a:cubicBezTo>
                    <a:pt x="11486" y="58318"/>
                    <a:pt x="11313" y="58162"/>
                    <a:pt x="11090" y="58162"/>
                  </a:cubicBezTo>
                  <a:cubicBezTo>
                    <a:pt x="10982" y="58162"/>
                    <a:pt x="10861" y="58199"/>
                    <a:pt x="10741" y="58276"/>
                  </a:cubicBezTo>
                  <a:cubicBezTo>
                    <a:pt x="10341" y="58509"/>
                    <a:pt x="10141" y="58943"/>
                    <a:pt x="10174" y="59376"/>
                  </a:cubicBezTo>
                  <a:cubicBezTo>
                    <a:pt x="10174" y="59638"/>
                    <a:pt x="10376" y="59823"/>
                    <a:pt x="10604" y="59823"/>
                  </a:cubicBezTo>
                  <a:cubicBezTo>
                    <a:pt x="10638" y="59823"/>
                    <a:pt x="10673" y="59819"/>
                    <a:pt x="10708" y="59810"/>
                  </a:cubicBezTo>
                  <a:lnTo>
                    <a:pt x="14644" y="87096"/>
                  </a:lnTo>
                  <a:lnTo>
                    <a:pt x="12976" y="88064"/>
                  </a:lnTo>
                  <a:lnTo>
                    <a:pt x="8873" y="86329"/>
                  </a:lnTo>
                  <a:lnTo>
                    <a:pt x="7172" y="74354"/>
                  </a:lnTo>
                  <a:cubicBezTo>
                    <a:pt x="7138" y="74254"/>
                    <a:pt x="7072" y="74187"/>
                    <a:pt x="7005" y="74187"/>
                  </a:cubicBezTo>
                  <a:lnTo>
                    <a:pt x="2802" y="72386"/>
                  </a:lnTo>
                  <a:lnTo>
                    <a:pt x="2402" y="69650"/>
                  </a:lnTo>
                  <a:cubicBezTo>
                    <a:pt x="2635" y="69417"/>
                    <a:pt x="2769" y="69050"/>
                    <a:pt x="2735" y="68716"/>
                  </a:cubicBezTo>
                  <a:cubicBezTo>
                    <a:pt x="2735" y="68442"/>
                    <a:pt x="2515" y="68261"/>
                    <a:pt x="2280" y="68261"/>
                  </a:cubicBezTo>
                  <a:cubicBezTo>
                    <a:pt x="2173" y="68261"/>
                    <a:pt x="2062" y="68299"/>
                    <a:pt x="1968" y="68383"/>
                  </a:cubicBezTo>
                  <a:cubicBezTo>
                    <a:pt x="1568" y="68616"/>
                    <a:pt x="1368" y="69050"/>
                    <a:pt x="1401" y="69484"/>
                  </a:cubicBezTo>
                  <a:cubicBezTo>
                    <a:pt x="1401" y="69745"/>
                    <a:pt x="1603" y="69930"/>
                    <a:pt x="1831" y="69930"/>
                  </a:cubicBezTo>
                  <a:cubicBezTo>
                    <a:pt x="1865" y="69930"/>
                    <a:pt x="1900" y="69926"/>
                    <a:pt x="1935" y="69917"/>
                  </a:cubicBezTo>
                  <a:lnTo>
                    <a:pt x="2302" y="72519"/>
                  </a:lnTo>
                  <a:cubicBezTo>
                    <a:pt x="2335" y="72619"/>
                    <a:pt x="2368" y="72686"/>
                    <a:pt x="2468" y="72686"/>
                  </a:cubicBezTo>
                  <a:lnTo>
                    <a:pt x="6671" y="74487"/>
                  </a:lnTo>
                  <a:lnTo>
                    <a:pt x="8373" y="86462"/>
                  </a:lnTo>
                  <a:cubicBezTo>
                    <a:pt x="8406" y="86529"/>
                    <a:pt x="8473" y="86596"/>
                    <a:pt x="8539" y="86629"/>
                  </a:cubicBezTo>
                  <a:lnTo>
                    <a:pt x="12909" y="88497"/>
                  </a:lnTo>
                  <a:cubicBezTo>
                    <a:pt x="12943" y="88514"/>
                    <a:pt x="12984" y="88522"/>
                    <a:pt x="13026" y="88522"/>
                  </a:cubicBezTo>
                  <a:cubicBezTo>
                    <a:pt x="13068" y="88522"/>
                    <a:pt x="13109" y="88514"/>
                    <a:pt x="13143" y="88497"/>
                  </a:cubicBezTo>
                  <a:lnTo>
                    <a:pt x="14677" y="87597"/>
                  </a:lnTo>
                  <a:lnTo>
                    <a:pt x="16078" y="97304"/>
                  </a:lnTo>
                  <a:cubicBezTo>
                    <a:pt x="16078" y="97370"/>
                    <a:pt x="16145" y="97437"/>
                    <a:pt x="16212" y="97470"/>
                  </a:cubicBezTo>
                  <a:lnTo>
                    <a:pt x="20448" y="99272"/>
                  </a:lnTo>
                  <a:lnTo>
                    <a:pt x="23317" y="119419"/>
                  </a:lnTo>
                  <a:lnTo>
                    <a:pt x="23784" y="119153"/>
                  </a:lnTo>
                  <a:lnTo>
                    <a:pt x="20915" y="99138"/>
                  </a:lnTo>
                  <a:cubicBezTo>
                    <a:pt x="20915" y="99038"/>
                    <a:pt x="20848" y="98971"/>
                    <a:pt x="20782" y="98938"/>
                  </a:cubicBezTo>
                  <a:lnTo>
                    <a:pt x="16545" y="97170"/>
                  </a:lnTo>
                  <a:lnTo>
                    <a:pt x="15144" y="87330"/>
                  </a:lnTo>
                  <a:lnTo>
                    <a:pt x="18480" y="85395"/>
                  </a:lnTo>
                  <a:lnTo>
                    <a:pt x="19280" y="91066"/>
                  </a:lnTo>
                  <a:cubicBezTo>
                    <a:pt x="19280" y="91132"/>
                    <a:pt x="19347" y="91199"/>
                    <a:pt x="19414" y="91233"/>
                  </a:cubicBezTo>
                  <a:lnTo>
                    <a:pt x="23650" y="93034"/>
                  </a:lnTo>
                  <a:lnTo>
                    <a:pt x="27119" y="117218"/>
                  </a:lnTo>
                  <a:lnTo>
                    <a:pt x="27586" y="116951"/>
                  </a:lnTo>
                  <a:lnTo>
                    <a:pt x="24117" y="92900"/>
                  </a:lnTo>
                  <a:cubicBezTo>
                    <a:pt x="24117" y="92834"/>
                    <a:pt x="24051" y="92767"/>
                    <a:pt x="23984" y="92734"/>
                  </a:cubicBezTo>
                  <a:lnTo>
                    <a:pt x="19747" y="90932"/>
                  </a:lnTo>
                  <a:lnTo>
                    <a:pt x="18914" y="85128"/>
                  </a:lnTo>
                  <a:lnTo>
                    <a:pt x="27920" y="79991"/>
                  </a:lnTo>
                  <a:lnTo>
                    <a:pt x="29288" y="89665"/>
                  </a:lnTo>
                  <a:cubicBezTo>
                    <a:pt x="29321" y="89765"/>
                    <a:pt x="29354" y="89832"/>
                    <a:pt x="29454" y="89865"/>
                  </a:cubicBezTo>
                  <a:lnTo>
                    <a:pt x="38027" y="93501"/>
                  </a:lnTo>
                  <a:lnTo>
                    <a:pt x="40329" y="109579"/>
                  </a:lnTo>
                  <a:lnTo>
                    <a:pt x="40796" y="109312"/>
                  </a:lnTo>
                  <a:lnTo>
                    <a:pt x="38494" y="93334"/>
                  </a:lnTo>
                  <a:cubicBezTo>
                    <a:pt x="38494" y="93234"/>
                    <a:pt x="38427" y="93167"/>
                    <a:pt x="38361" y="93134"/>
                  </a:cubicBezTo>
                  <a:lnTo>
                    <a:pt x="29788" y="89498"/>
                  </a:lnTo>
                  <a:lnTo>
                    <a:pt x="28387" y="79691"/>
                  </a:lnTo>
                  <a:lnTo>
                    <a:pt x="33591" y="76689"/>
                  </a:lnTo>
                  <a:lnTo>
                    <a:pt x="34992" y="86396"/>
                  </a:lnTo>
                  <a:cubicBezTo>
                    <a:pt x="34992" y="86462"/>
                    <a:pt x="35058" y="86529"/>
                    <a:pt x="35125" y="86563"/>
                  </a:cubicBezTo>
                  <a:lnTo>
                    <a:pt x="41530" y="89264"/>
                  </a:lnTo>
                  <a:lnTo>
                    <a:pt x="44132" y="107411"/>
                  </a:lnTo>
                  <a:lnTo>
                    <a:pt x="44599" y="107144"/>
                  </a:lnTo>
                  <a:lnTo>
                    <a:pt x="41997" y="89164"/>
                  </a:lnTo>
                  <a:cubicBezTo>
                    <a:pt x="41963" y="89064"/>
                    <a:pt x="41930" y="88998"/>
                    <a:pt x="41830" y="88964"/>
                  </a:cubicBezTo>
                  <a:lnTo>
                    <a:pt x="35459" y="86229"/>
                  </a:lnTo>
                  <a:lnTo>
                    <a:pt x="34024" y="76422"/>
                  </a:lnTo>
                  <a:lnTo>
                    <a:pt x="39228" y="73420"/>
                  </a:lnTo>
                  <a:lnTo>
                    <a:pt x="40529" y="82560"/>
                  </a:lnTo>
                  <a:cubicBezTo>
                    <a:pt x="40295" y="82793"/>
                    <a:pt x="40162" y="83127"/>
                    <a:pt x="40195" y="83494"/>
                  </a:cubicBezTo>
                  <a:cubicBezTo>
                    <a:pt x="40241" y="83770"/>
                    <a:pt x="40431" y="83919"/>
                    <a:pt x="40653" y="83919"/>
                  </a:cubicBezTo>
                  <a:cubicBezTo>
                    <a:pt x="40753" y="83919"/>
                    <a:pt x="40859" y="83889"/>
                    <a:pt x="40963" y="83827"/>
                  </a:cubicBezTo>
                  <a:cubicBezTo>
                    <a:pt x="41363" y="83594"/>
                    <a:pt x="41596" y="83160"/>
                    <a:pt x="41563" y="82693"/>
                  </a:cubicBezTo>
                  <a:cubicBezTo>
                    <a:pt x="41534" y="82461"/>
                    <a:pt x="41354" y="82280"/>
                    <a:pt x="41111" y="82280"/>
                  </a:cubicBezTo>
                  <a:cubicBezTo>
                    <a:pt x="41074" y="82280"/>
                    <a:pt x="41035" y="82284"/>
                    <a:pt x="40996" y="82293"/>
                  </a:cubicBezTo>
                  <a:lnTo>
                    <a:pt x="39695" y="73153"/>
                  </a:lnTo>
                  <a:lnTo>
                    <a:pt x="41363" y="72186"/>
                  </a:lnTo>
                  <a:lnTo>
                    <a:pt x="45466" y="73920"/>
                  </a:lnTo>
                  <a:lnTo>
                    <a:pt x="49769" y="104142"/>
                  </a:lnTo>
                  <a:lnTo>
                    <a:pt x="50236" y="103875"/>
                  </a:lnTo>
                  <a:lnTo>
                    <a:pt x="45933" y="73787"/>
                  </a:lnTo>
                  <a:cubicBezTo>
                    <a:pt x="45933" y="73687"/>
                    <a:pt x="45866" y="73620"/>
                    <a:pt x="45766" y="73587"/>
                  </a:cubicBezTo>
                  <a:lnTo>
                    <a:pt x="41430" y="71752"/>
                  </a:lnTo>
                  <a:cubicBezTo>
                    <a:pt x="41380" y="71735"/>
                    <a:pt x="41338" y="71727"/>
                    <a:pt x="41296" y="71727"/>
                  </a:cubicBezTo>
                  <a:cubicBezTo>
                    <a:pt x="41254" y="71727"/>
                    <a:pt x="41213" y="71735"/>
                    <a:pt x="41163" y="71752"/>
                  </a:cubicBezTo>
                  <a:lnTo>
                    <a:pt x="39662" y="72653"/>
                  </a:lnTo>
                  <a:lnTo>
                    <a:pt x="37694" y="58976"/>
                  </a:lnTo>
                  <a:lnTo>
                    <a:pt x="40863" y="52805"/>
                  </a:lnTo>
                  <a:cubicBezTo>
                    <a:pt x="40863" y="52772"/>
                    <a:pt x="40863" y="52738"/>
                    <a:pt x="40863" y="52705"/>
                  </a:cubicBezTo>
                  <a:lnTo>
                    <a:pt x="39428" y="42631"/>
                  </a:lnTo>
                  <a:cubicBezTo>
                    <a:pt x="39395" y="42564"/>
                    <a:pt x="39361" y="42498"/>
                    <a:pt x="39261" y="42464"/>
                  </a:cubicBezTo>
                  <a:lnTo>
                    <a:pt x="34925" y="40596"/>
                  </a:lnTo>
                  <a:cubicBezTo>
                    <a:pt x="34875" y="40580"/>
                    <a:pt x="34825" y="40571"/>
                    <a:pt x="34779" y="40571"/>
                  </a:cubicBezTo>
                  <a:cubicBezTo>
                    <a:pt x="34733" y="40571"/>
                    <a:pt x="34691" y="40580"/>
                    <a:pt x="34658" y="40596"/>
                  </a:cubicBezTo>
                  <a:lnTo>
                    <a:pt x="33124" y="41497"/>
                  </a:lnTo>
                  <a:lnTo>
                    <a:pt x="31456" y="29822"/>
                  </a:lnTo>
                  <a:cubicBezTo>
                    <a:pt x="31422" y="29722"/>
                    <a:pt x="31389" y="29655"/>
                    <a:pt x="31289" y="29622"/>
                  </a:cubicBezTo>
                  <a:lnTo>
                    <a:pt x="27086" y="27854"/>
                  </a:lnTo>
                  <a:lnTo>
                    <a:pt x="26252" y="22050"/>
                  </a:lnTo>
                  <a:lnTo>
                    <a:pt x="31656" y="18914"/>
                  </a:lnTo>
                  <a:lnTo>
                    <a:pt x="35759" y="20649"/>
                  </a:lnTo>
                  <a:lnTo>
                    <a:pt x="38061" y="36827"/>
                  </a:lnTo>
                  <a:cubicBezTo>
                    <a:pt x="37827" y="37060"/>
                    <a:pt x="37694" y="37394"/>
                    <a:pt x="37727" y="37761"/>
                  </a:cubicBezTo>
                  <a:cubicBezTo>
                    <a:pt x="37773" y="38037"/>
                    <a:pt x="37946" y="38186"/>
                    <a:pt x="38170" y="38186"/>
                  </a:cubicBezTo>
                  <a:cubicBezTo>
                    <a:pt x="38270" y="38186"/>
                    <a:pt x="38381" y="38156"/>
                    <a:pt x="38494" y="38095"/>
                  </a:cubicBezTo>
                  <a:cubicBezTo>
                    <a:pt x="38894" y="37828"/>
                    <a:pt x="39128" y="37427"/>
                    <a:pt x="39095" y="36960"/>
                  </a:cubicBezTo>
                  <a:cubicBezTo>
                    <a:pt x="39066" y="36729"/>
                    <a:pt x="38861" y="36547"/>
                    <a:pt x="38632" y="36547"/>
                  </a:cubicBezTo>
                  <a:cubicBezTo>
                    <a:pt x="38598" y="36547"/>
                    <a:pt x="38563" y="36551"/>
                    <a:pt x="38528" y="36560"/>
                  </a:cubicBezTo>
                  <a:lnTo>
                    <a:pt x="36226" y="20482"/>
                  </a:lnTo>
                  <a:cubicBezTo>
                    <a:pt x="36226" y="20415"/>
                    <a:pt x="36159" y="20348"/>
                    <a:pt x="36092" y="20315"/>
                  </a:cubicBezTo>
                  <a:lnTo>
                    <a:pt x="31723" y="18480"/>
                  </a:lnTo>
                  <a:cubicBezTo>
                    <a:pt x="31689" y="18447"/>
                    <a:pt x="31648" y="18430"/>
                    <a:pt x="31606" y="18430"/>
                  </a:cubicBezTo>
                  <a:cubicBezTo>
                    <a:pt x="31564" y="18430"/>
                    <a:pt x="31523" y="18447"/>
                    <a:pt x="31489" y="18480"/>
                  </a:cubicBezTo>
                  <a:lnTo>
                    <a:pt x="26152" y="21549"/>
                  </a:lnTo>
                  <a:lnTo>
                    <a:pt x="230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9">
              <a:extLst>
                <a:ext uri="{FF2B5EF4-FFF2-40B4-BE49-F238E27FC236}">
                  <a16:creationId xmlns:a16="http://schemas.microsoft.com/office/drawing/2014/main" id="{9AFA16F5-3AE4-8A0A-D1C5-A02B05DE2125}"/>
                </a:ext>
              </a:extLst>
            </p:cNvPr>
            <p:cNvSpPr/>
            <p:nvPr/>
          </p:nvSpPr>
          <p:spPr>
            <a:xfrm>
              <a:off x="5809897" y="2885918"/>
              <a:ext cx="223888" cy="892031"/>
            </a:xfrm>
            <a:custGeom>
              <a:avLst/>
              <a:gdLst/>
              <a:ahLst/>
              <a:cxnLst/>
              <a:rect l="l" t="t" r="r" b="b"/>
              <a:pathLst>
                <a:path w="11375" h="45321" extrusionOk="0">
                  <a:moveTo>
                    <a:pt x="914" y="0"/>
                  </a:moveTo>
                  <a:cubicBezTo>
                    <a:pt x="805" y="0"/>
                    <a:pt x="695" y="38"/>
                    <a:pt x="601" y="122"/>
                  </a:cubicBezTo>
                  <a:cubicBezTo>
                    <a:pt x="234" y="355"/>
                    <a:pt x="0" y="789"/>
                    <a:pt x="33" y="1222"/>
                  </a:cubicBezTo>
                  <a:cubicBezTo>
                    <a:pt x="33" y="1483"/>
                    <a:pt x="235" y="1669"/>
                    <a:pt x="463" y="1669"/>
                  </a:cubicBezTo>
                  <a:cubicBezTo>
                    <a:pt x="498" y="1669"/>
                    <a:pt x="532" y="1665"/>
                    <a:pt x="567" y="1656"/>
                  </a:cubicBezTo>
                  <a:lnTo>
                    <a:pt x="3369" y="21203"/>
                  </a:lnTo>
                  <a:cubicBezTo>
                    <a:pt x="3403" y="21270"/>
                    <a:pt x="3436" y="21337"/>
                    <a:pt x="3536" y="21370"/>
                  </a:cubicBezTo>
                  <a:lnTo>
                    <a:pt x="7739" y="23171"/>
                  </a:lnTo>
                  <a:lnTo>
                    <a:pt x="10908" y="45321"/>
                  </a:lnTo>
                  <a:lnTo>
                    <a:pt x="11375" y="45054"/>
                  </a:lnTo>
                  <a:lnTo>
                    <a:pt x="8239" y="23038"/>
                  </a:lnTo>
                  <a:cubicBezTo>
                    <a:pt x="8206" y="22938"/>
                    <a:pt x="8173" y="22871"/>
                    <a:pt x="8073" y="22838"/>
                  </a:cubicBezTo>
                  <a:lnTo>
                    <a:pt x="3870" y="21037"/>
                  </a:lnTo>
                  <a:lnTo>
                    <a:pt x="1034" y="1389"/>
                  </a:lnTo>
                  <a:cubicBezTo>
                    <a:pt x="1301" y="1156"/>
                    <a:pt x="1434" y="789"/>
                    <a:pt x="1401" y="455"/>
                  </a:cubicBezTo>
                  <a:cubicBezTo>
                    <a:pt x="1378" y="181"/>
                    <a:pt x="1151" y="0"/>
                    <a:pt x="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9">
              <a:extLst>
                <a:ext uri="{FF2B5EF4-FFF2-40B4-BE49-F238E27FC236}">
                  <a16:creationId xmlns:a16="http://schemas.microsoft.com/office/drawing/2014/main" id="{EF297B37-1C3D-67DC-7BC9-5736F04F82A1}"/>
                </a:ext>
              </a:extLst>
            </p:cNvPr>
            <p:cNvSpPr/>
            <p:nvPr/>
          </p:nvSpPr>
          <p:spPr>
            <a:xfrm>
              <a:off x="6444776" y="3382409"/>
              <a:ext cx="35468" cy="138171"/>
            </a:xfrm>
            <a:custGeom>
              <a:avLst/>
              <a:gdLst/>
              <a:ahLst/>
              <a:cxnLst/>
              <a:rect l="l" t="t" r="r" b="b"/>
              <a:pathLst>
                <a:path w="1802" h="7020" extrusionOk="0">
                  <a:moveTo>
                    <a:pt x="950" y="1"/>
                  </a:moveTo>
                  <a:cubicBezTo>
                    <a:pt x="842" y="1"/>
                    <a:pt x="721" y="38"/>
                    <a:pt x="601" y="115"/>
                  </a:cubicBezTo>
                  <a:cubicBezTo>
                    <a:pt x="201" y="348"/>
                    <a:pt x="0" y="782"/>
                    <a:pt x="34" y="1215"/>
                  </a:cubicBezTo>
                  <a:cubicBezTo>
                    <a:pt x="34" y="1477"/>
                    <a:pt x="236" y="1662"/>
                    <a:pt x="464" y="1662"/>
                  </a:cubicBezTo>
                  <a:cubicBezTo>
                    <a:pt x="498" y="1662"/>
                    <a:pt x="533" y="1658"/>
                    <a:pt x="568" y="1649"/>
                  </a:cubicBezTo>
                  <a:lnTo>
                    <a:pt x="1335" y="7020"/>
                  </a:lnTo>
                  <a:lnTo>
                    <a:pt x="1802" y="6753"/>
                  </a:lnTo>
                  <a:lnTo>
                    <a:pt x="1035" y="1382"/>
                  </a:lnTo>
                  <a:cubicBezTo>
                    <a:pt x="1268" y="1149"/>
                    <a:pt x="1401" y="782"/>
                    <a:pt x="1368" y="448"/>
                  </a:cubicBezTo>
                  <a:cubicBezTo>
                    <a:pt x="1346" y="157"/>
                    <a:pt x="1173" y="1"/>
                    <a:pt x="9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9">
              <a:extLst>
                <a:ext uri="{FF2B5EF4-FFF2-40B4-BE49-F238E27FC236}">
                  <a16:creationId xmlns:a16="http://schemas.microsoft.com/office/drawing/2014/main" id="{16FE196F-E46D-CCAB-A89E-BA7B01606D5B}"/>
                </a:ext>
              </a:extLst>
            </p:cNvPr>
            <p:cNvSpPr/>
            <p:nvPr/>
          </p:nvSpPr>
          <p:spPr>
            <a:xfrm>
              <a:off x="6383052" y="1213437"/>
              <a:ext cx="148406" cy="364894"/>
            </a:xfrm>
            <a:custGeom>
              <a:avLst/>
              <a:gdLst/>
              <a:ahLst/>
              <a:cxnLst/>
              <a:rect l="l" t="t" r="r" b="b"/>
              <a:pathLst>
                <a:path w="7540" h="18539" extrusionOk="0">
                  <a:moveTo>
                    <a:pt x="468" y="0"/>
                  </a:moveTo>
                  <a:lnTo>
                    <a:pt x="1" y="234"/>
                  </a:lnTo>
                  <a:lnTo>
                    <a:pt x="1369" y="9841"/>
                  </a:lnTo>
                  <a:cubicBezTo>
                    <a:pt x="1369" y="9907"/>
                    <a:pt x="1435" y="9974"/>
                    <a:pt x="1502" y="10008"/>
                  </a:cubicBezTo>
                  <a:lnTo>
                    <a:pt x="5738" y="11809"/>
                  </a:lnTo>
                  <a:lnTo>
                    <a:pt x="6506" y="17179"/>
                  </a:lnTo>
                  <a:cubicBezTo>
                    <a:pt x="6239" y="17413"/>
                    <a:pt x="6139" y="17746"/>
                    <a:pt x="6139" y="18113"/>
                  </a:cubicBezTo>
                  <a:cubicBezTo>
                    <a:pt x="6185" y="18390"/>
                    <a:pt x="6374" y="18539"/>
                    <a:pt x="6607" y="18539"/>
                  </a:cubicBezTo>
                  <a:cubicBezTo>
                    <a:pt x="6712" y="18539"/>
                    <a:pt x="6826" y="18509"/>
                    <a:pt x="6939" y="18447"/>
                  </a:cubicBezTo>
                  <a:cubicBezTo>
                    <a:pt x="7306" y="18213"/>
                    <a:pt x="7540" y="17780"/>
                    <a:pt x="7506" y="17313"/>
                  </a:cubicBezTo>
                  <a:cubicBezTo>
                    <a:pt x="7506" y="17081"/>
                    <a:pt x="7305" y="16900"/>
                    <a:pt x="7077" y="16900"/>
                  </a:cubicBezTo>
                  <a:cubicBezTo>
                    <a:pt x="7043" y="16900"/>
                    <a:pt x="7008" y="16904"/>
                    <a:pt x="6973" y="16912"/>
                  </a:cubicBezTo>
                  <a:lnTo>
                    <a:pt x="6205" y="11675"/>
                  </a:lnTo>
                  <a:cubicBezTo>
                    <a:pt x="6205" y="11575"/>
                    <a:pt x="6139" y="11509"/>
                    <a:pt x="6072" y="11475"/>
                  </a:cubicBezTo>
                  <a:lnTo>
                    <a:pt x="1836" y="9674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9">
              <a:extLst>
                <a:ext uri="{FF2B5EF4-FFF2-40B4-BE49-F238E27FC236}">
                  <a16:creationId xmlns:a16="http://schemas.microsoft.com/office/drawing/2014/main" id="{E8C02F62-1DD9-4066-B39A-268C27D796DE}"/>
                </a:ext>
              </a:extLst>
            </p:cNvPr>
            <p:cNvSpPr/>
            <p:nvPr/>
          </p:nvSpPr>
          <p:spPr>
            <a:xfrm>
              <a:off x="6531438" y="1127424"/>
              <a:ext cx="40074" cy="169899"/>
            </a:xfrm>
            <a:custGeom>
              <a:avLst/>
              <a:gdLst/>
              <a:ahLst/>
              <a:cxnLst/>
              <a:rect l="l" t="t" r="r" b="b"/>
              <a:pathLst>
                <a:path w="2036" h="8632" extrusionOk="0">
                  <a:moveTo>
                    <a:pt x="468" y="1"/>
                  </a:moveTo>
                  <a:lnTo>
                    <a:pt x="1" y="267"/>
                  </a:lnTo>
                  <a:lnTo>
                    <a:pt x="1001" y="7272"/>
                  </a:lnTo>
                  <a:cubicBezTo>
                    <a:pt x="768" y="7506"/>
                    <a:pt x="634" y="7840"/>
                    <a:pt x="668" y="8206"/>
                  </a:cubicBezTo>
                  <a:cubicBezTo>
                    <a:pt x="691" y="8483"/>
                    <a:pt x="873" y="8632"/>
                    <a:pt x="1104" y="8632"/>
                  </a:cubicBezTo>
                  <a:cubicBezTo>
                    <a:pt x="1208" y="8632"/>
                    <a:pt x="1321" y="8602"/>
                    <a:pt x="1435" y="8540"/>
                  </a:cubicBezTo>
                  <a:cubicBezTo>
                    <a:pt x="1835" y="8307"/>
                    <a:pt x="2035" y="7873"/>
                    <a:pt x="2002" y="7406"/>
                  </a:cubicBezTo>
                  <a:cubicBezTo>
                    <a:pt x="2002" y="7174"/>
                    <a:pt x="1801" y="6993"/>
                    <a:pt x="1573" y="6993"/>
                  </a:cubicBezTo>
                  <a:cubicBezTo>
                    <a:pt x="1539" y="6993"/>
                    <a:pt x="1503" y="6997"/>
                    <a:pt x="1468" y="7006"/>
                  </a:cubicBezTo>
                  <a:lnTo>
                    <a:pt x="4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9">
              <a:extLst>
                <a:ext uri="{FF2B5EF4-FFF2-40B4-BE49-F238E27FC236}">
                  <a16:creationId xmlns:a16="http://schemas.microsoft.com/office/drawing/2014/main" id="{FDAC8905-C592-3981-AFEC-F59D458801C7}"/>
                </a:ext>
              </a:extLst>
            </p:cNvPr>
            <p:cNvSpPr/>
            <p:nvPr/>
          </p:nvSpPr>
          <p:spPr>
            <a:xfrm>
              <a:off x="6457255" y="1170096"/>
              <a:ext cx="154311" cy="405243"/>
            </a:xfrm>
            <a:custGeom>
              <a:avLst/>
              <a:gdLst/>
              <a:ahLst/>
              <a:cxnLst/>
              <a:rect l="l" t="t" r="r" b="b"/>
              <a:pathLst>
                <a:path w="7840" h="20589" extrusionOk="0">
                  <a:moveTo>
                    <a:pt x="467" y="1"/>
                  </a:moveTo>
                  <a:lnTo>
                    <a:pt x="0" y="268"/>
                  </a:lnTo>
                  <a:lnTo>
                    <a:pt x="1368" y="9875"/>
                  </a:lnTo>
                  <a:cubicBezTo>
                    <a:pt x="1368" y="9941"/>
                    <a:pt x="1435" y="10008"/>
                    <a:pt x="1535" y="10041"/>
                  </a:cubicBezTo>
                  <a:lnTo>
                    <a:pt x="5738" y="11843"/>
                  </a:lnTo>
                  <a:lnTo>
                    <a:pt x="6805" y="19215"/>
                  </a:lnTo>
                  <a:cubicBezTo>
                    <a:pt x="6538" y="19448"/>
                    <a:pt x="6405" y="19782"/>
                    <a:pt x="6438" y="20149"/>
                  </a:cubicBezTo>
                  <a:cubicBezTo>
                    <a:pt x="6461" y="20424"/>
                    <a:pt x="6689" y="20589"/>
                    <a:pt x="6927" y="20589"/>
                  </a:cubicBezTo>
                  <a:cubicBezTo>
                    <a:pt x="7035" y="20589"/>
                    <a:pt x="7145" y="20555"/>
                    <a:pt x="7239" y="20482"/>
                  </a:cubicBezTo>
                  <a:cubicBezTo>
                    <a:pt x="7606" y="20249"/>
                    <a:pt x="7839" y="19815"/>
                    <a:pt x="7806" y="19348"/>
                  </a:cubicBezTo>
                  <a:cubicBezTo>
                    <a:pt x="7806" y="19116"/>
                    <a:pt x="7605" y="18935"/>
                    <a:pt x="7377" y="18935"/>
                  </a:cubicBezTo>
                  <a:cubicBezTo>
                    <a:pt x="7342" y="18935"/>
                    <a:pt x="7307" y="18939"/>
                    <a:pt x="7272" y="18948"/>
                  </a:cubicBezTo>
                  <a:lnTo>
                    <a:pt x="6238" y="11676"/>
                  </a:lnTo>
                  <a:cubicBezTo>
                    <a:pt x="6205" y="11609"/>
                    <a:pt x="6138" y="11542"/>
                    <a:pt x="6071" y="11509"/>
                  </a:cubicBezTo>
                  <a:lnTo>
                    <a:pt x="1868" y="9708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9">
              <a:extLst>
                <a:ext uri="{FF2B5EF4-FFF2-40B4-BE49-F238E27FC236}">
                  <a16:creationId xmlns:a16="http://schemas.microsoft.com/office/drawing/2014/main" id="{60938819-AD18-31D4-F4E0-62AD0C3B9364}"/>
                </a:ext>
              </a:extLst>
            </p:cNvPr>
            <p:cNvSpPr/>
            <p:nvPr/>
          </p:nvSpPr>
          <p:spPr>
            <a:xfrm>
              <a:off x="6702794" y="2374606"/>
              <a:ext cx="105734" cy="245834"/>
            </a:xfrm>
            <a:custGeom>
              <a:avLst/>
              <a:gdLst/>
              <a:ahLst/>
              <a:cxnLst/>
              <a:rect l="l" t="t" r="r" b="b"/>
              <a:pathLst>
                <a:path w="5372" h="12490" extrusionOk="0">
                  <a:moveTo>
                    <a:pt x="951" y="1"/>
                  </a:moveTo>
                  <a:cubicBezTo>
                    <a:pt x="842" y="1"/>
                    <a:pt x="722" y="38"/>
                    <a:pt x="601" y="114"/>
                  </a:cubicBezTo>
                  <a:cubicBezTo>
                    <a:pt x="201" y="348"/>
                    <a:pt x="1" y="781"/>
                    <a:pt x="34" y="1215"/>
                  </a:cubicBezTo>
                  <a:cubicBezTo>
                    <a:pt x="34" y="1476"/>
                    <a:pt x="236" y="1662"/>
                    <a:pt x="464" y="1662"/>
                  </a:cubicBezTo>
                  <a:cubicBezTo>
                    <a:pt x="498" y="1662"/>
                    <a:pt x="533" y="1657"/>
                    <a:pt x="568" y="1649"/>
                  </a:cubicBezTo>
                  <a:lnTo>
                    <a:pt x="1902" y="10922"/>
                  </a:lnTo>
                  <a:cubicBezTo>
                    <a:pt x="1902" y="10989"/>
                    <a:pt x="1969" y="11055"/>
                    <a:pt x="2036" y="11089"/>
                  </a:cubicBezTo>
                  <a:lnTo>
                    <a:pt x="5371" y="12490"/>
                  </a:lnTo>
                  <a:lnTo>
                    <a:pt x="5371" y="12490"/>
                  </a:lnTo>
                  <a:lnTo>
                    <a:pt x="5305" y="12023"/>
                  </a:lnTo>
                  <a:lnTo>
                    <a:pt x="2369" y="10755"/>
                  </a:lnTo>
                  <a:lnTo>
                    <a:pt x="1035" y="1382"/>
                  </a:lnTo>
                  <a:cubicBezTo>
                    <a:pt x="1268" y="1115"/>
                    <a:pt x="1402" y="781"/>
                    <a:pt x="1368" y="448"/>
                  </a:cubicBezTo>
                  <a:cubicBezTo>
                    <a:pt x="1346" y="156"/>
                    <a:pt x="1173" y="1"/>
                    <a:pt x="9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9">
              <a:extLst>
                <a:ext uri="{FF2B5EF4-FFF2-40B4-BE49-F238E27FC236}">
                  <a16:creationId xmlns:a16="http://schemas.microsoft.com/office/drawing/2014/main" id="{7DAA2B73-3057-667D-2648-EDB1C3B93600}"/>
                </a:ext>
              </a:extLst>
            </p:cNvPr>
            <p:cNvSpPr/>
            <p:nvPr/>
          </p:nvSpPr>
          <p:spPr>
            <a:xfrm>
              <a:off x="5742268" y="2414266"/>
              <a:ext cx="477320" cy="1256669"/>
            </a:xfrm>
            <a:custGeom>
              <a:avLst/>
              <a:gdLst/>
              <a:ahLst/>
              <a:cxnLst/>
              <a:rect l="l" t="t" r="r" b="b"/>
              <a:pathLst>
                <a:path w="24251" h="63847" extrusionOk="0">
                  <a:moveTo>
                    <a:pt x="896" y="0"/>
                  </a:moveTo>
                  <a:cubicBezTo>
                    <a:pt x="793" y="0"/>
                    <a:pt x="690" y="32"/>
                    <a:pt x="601" y="101"/>
                  </a:cubicBezTo>
                  <a:cubicBezTo>
                    <a:pt x="234" y="334"/>
                    <a:pt x="0" y="768"/>
                    <a:pt x="34" y="1235"/>
                  </a:cubicBezTo>
                  <a:cubicBezTo>
                    <a:pt x="34" y="1467"/>
                    <a:pt x="235" y="1648"/>
                    <a:pt x="463" y="1648"/>
                  </a:cubicBezTo>
                  <a:cubicBezTo>
                    <a:pt x="497" y="1648"/>
                    <a:pt x="532" y="1644"/>
                    <a:pt x="567" y="1635"/>
                  </a:cubicBezTo>
                  <a:lnTo>
                    <a:pt x="2769" y="16980"/>
                  </a:lnTo>
                  <a:cubicBezTo>
                    <a:pt x="2802" y="17046"/>
                    <a:pt x="2836" y="17113"/>
                    <a:pt x="2936" y="17146"/>
                  </a:cubicBezTo>
                  <a:lnTo>
                    <a:pt x="9340" y="19848"/>
                  </a:lnTo>
                  <a:lnTo>
                    <a:pt x="12476" y="41897"/>
                  </a:lnTo>
                  <a:cubicBezTo>
                    <a:pt x="12509" y="41964"/>
                    <a:pt x="12543" y="42064"/>
                    <a:pt x="12643" y="42064"/>
                  </a:cubicBezTo>
                  <a:lnTo>
                    <a:pt x="21215" y="45733"/>
                  </a:lnTo>
                  <a:lnTo>
                    <a:pt x="23817" y="63846"/>
                  </a:lnTo>
                  <a:lnTo>
                    <a:pt x="24251" y="63580"/>
                  </a:lnTo>
                  <a:lnTo>
                    <a:pt x="21682" y="45567"/>
                  </a:lnTo>
                  <a:cubicBezTo>
                    <a:pt x="21682" y="45467"/>
                    <a:pt x="21616" y="45400"/>
                    <a:pt x="21549" y="45367"/>
                  </a:cubicBezTo>
                  <a:lnTo>
                    <a:pt x="12943" y="41731"/>
                  </a:lnTo>
                  <a:lnTo>
                    <a:pt x="9807" y="19715"/>
                  </a:lnTo>
                  <a:cubicBezTo>
                    <a:pt x="9774" y="19615"/>
                    <a:pt x="9741" y="19548"/>
                    <a:pt x="9641" y="19515"/>
                  </a:cubicBezTo>
                  <a:lnTo>
                    <a:pt x="3269" y="16813"/>
                  </a:lnTo>
                  <a:lnTo>
                    <a:pt x="1034" y="1368"/>
                  </a:lnTo>
                  <a:cubicBezTo>
                    <a:pt x="1301" y="1135"/>
                    <a:pt x="1435" y="801"/>
                    <a:pt x="1401" y="434"/>
                  </a:cubicBezTo>
                  <a:cubicBezTo>
                    <a:pt x="1378" y="176"/>
                    <a:pt x="1140" y="0"/>
                    <a:pt x="8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9">
              <a:extLst>
                <a:ext uri="{FF2B5EF4-FFF2-40B4-BE49-F238E27FC236}">
                  <a16:creationId xmlns:a16="http://schemas.microsoft.com/office/drawing/2014/main" id="{F9116E48-6F1C-6336-80D0-CAB14A8A20B4}"/>
                </a:ext>
              </a:extLst>
            </p:cNvPr>
            <p:cNvSpPr/>
            <p:nvPr/>
          </p:nvSpPr>
          <p:spPr>
            <a:xfrm>
              <a:off x="6044926" y="3398824"/>
              <a:ext cx="100479" cy="314782"/>
            </a:xfrm>
            <a:custGeom>
              <a:avLst/>
              <a:gdLst/>
              <a:ahLst/>
              <a:cxnLst/>
              <a:rect l="l" t="t" r="r" b="b"/>
              <a:pathLst>
                <a:path w="5105" h="15993" extrusionOk="0">
                  <a:moveTo>
                    <a:pt x="951" y="1"/>
                  </a:moveTo>
                  <a:cubicBezTo>
                    <a:pt x="842" y="1"/>
                    <a:pt x="722" y="38"/>
                    <a:pt x="601" y="115"/>
                  </a:cubicBezTo>
                  <a:cubicBezTo>
                    <a:pt x="201" y="348"/>
                    <a:pt x="1" y="782"/>
                    <a:pt x="34" y="1215"/>
                  </a:cubicBezTo>
                  <a:cubicBezTo>
                    <a:pt x="34" y="1476"/>
                    <a:pt x="236" y="1662"/>
                    <a:pt x="464" y="1662"/>
                  </a:cubicBezTo>
                  <a:cubicBezTo>
                    <a:pt x="498" y="1662"/>
                    <a:pt x="533" y="1658"/>
                    <a:pt x="568" y="1649"/>
                  </a:cubicBezTo>
                  <a:lnTo>
                    <a:pt x="1602" y="8888"/>
                  </a:lnTo>
                  <a:cubicBezTo>
                    <a:pt x="1602" y="8988"/>
                    <a:pt x="1669" y="9054"/>
                    <a:pt x="1736" y="9088"/>
                  </a:cubicBezTo>
                  <a:lnTo>
                    <a:pt x="3804" y="9955"/>
                  </a:lnTo>
                  <a:lnTo>
                    <a:pt x="4671" y="15993"/>
                  </a:lnTo>
                  <a:lnTo>
                    <a:pt x="5105" y="15726"/>
                  </a:lnTo>
                  <a:lnTo>
                    <a:pt x="4271" y="9822"/>
                  </a:lnTo>
                  <a:cubicBezTo>
                    <a:pt x="4271" y="9721"/>
                    <a:pt x="4204" y="9655"/>
                    <a:pt x="4137" y="9621"/>
                  </a:cubicBezTo>
                  <a:lnTo>
                    <a:pt x="2069" y="8754"/>
                  </a:lnTo>
                  <a:lnTo>
                    <a:pt x="1035" y="1382"/>
                  </a:lnTo>
                  <a:cubicBezTo>
                    <a:pt x="1269" y="1149"/>
                    <a:pt x="1402" y="782"/>
                    <a:pt x="1369" y="448"/>
                  </a:cubicBezTo>
                  <a:cubicBezTo>
                    <a:pt x="1346" y="157"/>
                    <a:pt x="1173" y="1"/>
                    <a:pt x="9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9">
              <a:extLst>
                <a:ext uri="{FF2B5EF4-FFF2-40B4-BE49-F238E27FC236}">
                  <a16:creationId xmlns:a16="http://schemas.microsoft.com/office/drawing/2014/main" id="{1DE0DD1D-B938-59B1-4723-60016F071FC3}"/>
                </a:ext>
              </a:extLst>
            </p:cNvPr>
            <p:cNvSpPr/>
            <p:nvPr/>
          </p:nvSpPr>
          <p:spPr>
            <a:xfrm>
              <a:off x="5936613" y="1470805"/>
              <a:ext cx="187791" cy="642555"/>
            </a:xfrm>
            <a:custGeom>
              <a:avLst/>
              <a:gdLst/>
              <a:ahLst/>
              <a:cxnLst/>
              <a:rect l="l" t="t" r="r" b="b"/>
              <a:pathLst>
                <a:path w="9541" h="32646" extrusionOk="0">
                  <a:moveTo>
                    <a:pt x="467" y="0"/>
                  </a:moveTo>
                  <a:lnTo>
                    <a:pt x="0" y="267"/>
                  </a:lnTo>
                  <a:lnTo>
                    <a:pt x="2502" y="17880"/>
                  </a:lnTo>
                  <a:cubicBezTo>
                    <a:pt x="2535" y="17980"/>
                    <a:pt x="2569" y="18047"/>
                    <a:pt x="2669" y="18080"/>
                  </a:cubicBezTo>
                  <a:lnTo>
                    <a:pt x="6872" y="19848"/>
                  </a:lnTo>
                  <a:lnTo>
                    <a:pt x="8506" y="31256"/>
                  </a:lnTo>
                  <a:cubicBezTo>
                    <a:pt x="8273" y="31523"/>
                    <a:pt x="8139" y="31857"/>
                    <a:pt x="8173" y="32190"/>
                  </a:cubicBezTo>
                  <a:cubicBezTo>
                    <a:pt x="8173" y="32465"/>
                    <a:pt x="8392" y="32645"/>
                    <a:pt x="8627" y="32645"/>
                  </a:cubicBezTo>
                  <a:cubicBezTo>
                    <a:pt x="8735" y="32645"/>
                    <a:pt x="8846" y="32607"/>
                    <a:pt x="8940" y="32524"/>
                  </a:cubicBezTo>
                  <a:cubicBezTo>
                    <a:pt x="9340" y="32290"/>
                    <a:pt x="9540" y="31857"/>
                    <a:pt x="9507" y="31423"/>
                  </a:cubicBezTo>
                  <a:cubicBezTo>
                    <a:pt x="9507" y="31176"/>
                    <a:pt x="9278" y="30986"/>
                    <a:pt x="9032" y="30986"/>
                  </a:cubicBezTo>
                  <a:cubicBezTo>
                    <a:pt x="9012" y="30986"/>
                    <a:pt x="8993" y="30987"/>
                    <a:pt x="8973" y="30989"/>
                  </a:cubicBezTo>
                  <a:lnTo>
                    <a:pt x="7372" y="19714"/>
                  </a:lnTo>
                  <a:cubicBezTo>
                    <a:pt x="7339" y="19648"/>
                    <a:pt x="7305" y="19581"/>
                    <a:pt x="7239" y="19548"/>
                  </a:cubicBezTo>
                  <a:lnTo>
                    <a:pt x="3002" y="17746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9">
              <a:extLst>
                <a:ext uri="{FF2B5EF4-FFF2-40B4-BE49-F238E27FC236}">
                  <a16:creationId xmlns:a16="http://schemas.microsoft.com/office/drawing/2014/main" id="{7402050E-E58D-10D7-8AF9-D5E27D5B11BE}"/>
                </a:ext>
              </a:extLst>
            </p:cNvPr>
            <p:cNvSpPr/>
            <p:nvPr/>
          </p:nvSpPr>
          <p:spPr>
            <a:xfrm>
              <a:off x="6085649" y="1384793"/>
              <a:ext cx="263293" cy="600119"/>
            </a:xfrm>
            <a:custGeom>
              <a:avLst/>
              <a:gdLst/>
              <a:ahLst/>
              <a:cxnLst/>
              <a:rect l="l" t="t" r="r" b="b"/>
              <a:pathLst>
                <a:path w="13377" h="30490" extrusionOk="0">
                  <a:moveTo>
                    <a:pt x="467" y="1"/>
                  </a:moveTo>
                  <a:lnTo>
                    <a:pt x="0" y="267"/>
                  </a:lnTo>
                  <a:lnTo>
                    <a:pt x="2502" y="17913"/>
                  </a:lnTo>
                  <a:cubicBezTo>
                    <a:pt x="2502" y="17980"/>
                    <a:pt x="2569" y="18047"/>
                    <a:pt x="2635" y="18080"/>
                  </a:cubicBezTo>
                  <a:lnTo>
                    <a:pt x="11241" y="21749"/>
                  </a:lnTo>
                  <a:lnTo>
                    <a:pt x="12309" y="29121"/>
                  </a:lnTo>
                  <a:cubicBezTo>
                    <a:pt x="12042" y="29355"/>
                    <a:pt x="11909" y="29689"/>
                    <a:pt x="11942" y="30055"/>
                  </a:cubicBezTo>
                  <a:cubicBezTo>
                    <a:pt x="11965" y="30314"/>
                    <a:pt x="12204" y="30489"/>
                    <a:pt x="12447" y="30489"/>
                  </a:cubicBezTo>
                  <a:cubicBezTo>
                    <a:pt x="12550" y="30489"/>
                    <a:pt x="12654" y="30458"/>
                    <a:pt x="12743" y="30389"/>
                  </a:cubicBezTo>
                  <a:cubicBezTo>
                    <a:pt x="13143" y="30156"/>
                    <a:pt x="13376" y="29689"/>
                    <a:pt x="13343" y="29255"/>
                  </a:cubicBezTo>
                  <a:cubicBezTo>
                    <a:pt x="13314" y="28994"/>
                    <a:pt x="13108" y="28808"/>
                    <a:pt x="12880" y="28808"/>
                  </a:cubicBezTo>
                  <a:cubicBezTo>
                    <a:pt x="12845" y="28808"/>
                    <a:pt x="12811" y="28813"/>
                    <a:pt x="12776" y="28821"/>
                  </a:cubicBezTo>
                  <a:lnTo>
                    <a:pt x="11742" y="21583"/>
                  </a:lnTo>
                  <a:cubicBezTo>
                    <a:pt x="11708" y="21483"/>
                    <a:pt x="11642" y="21416"/>
                    <a:pt x="11575" y="21383"/>
                  </a:cubicBezTo>
                  <a:lnTo>
                    <a:pt x="3002" y="17747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9">
              <a:extLst>
                <a:ext uri="{FF2B5EF4-FFF2-40B4-BE49-F238E27FC236}">
                  <a16:creationId xmlns:a16="http://schemas.microsoft.com/office/drawing/2014/main" id="{B2D681FE-8916-CAD5-6FBF-9F106226EB2F}"/>
                </a:ext>
              </a:extLst>
            </p:cNvPr>
            <p:cNvSpPr/>
            <p:nvPr/>
          </p:nvSpPr>
          <p:spPr>
            <a:xfrm>
              <a:off x="6398817" y="3040426"/>
              <a:ext cx="155630" cy="275319"/>
            </a:xfrm>
            <a:custGeom>
              <a:avLst/>
              <a:gdLst/>
              <a:ahLst/>
              <a:cxnLst/>
              <a:rect l="l" t="t" r="r" b="b"/>
              <a:pathLst>
                <a:path w="7907" h="13988" extrusionOk="0">
                  <a:moveTo>
                    <a:pt x="5076" y="445"/>
                  </a:moveTo>
                  <a:cubicBezTo>
                    <a:pt x="5357" y="445"/>
                    <a:pt x="5640" y="512"/>
                    <a:pt x="5905" y="644"/>
                  </a:cubicBezTo>
                  <a:cubicBezTo>
                    <a:pt x="6872" y="1211"/>
                    <a:pt x="7439" y="2746"/>
                    <a:pt x="7439" y="4814"/>
                  </a:cubicBezTo>
                  <a:cubicBezTo>
                    <a:pt x="7439" y="8283"/>
                    <a:pt x="5838" y="12052"/>
                    <a:pt x="3837" y="13187"/>
                  </a:cubicBezTo>
                  <a:cubicBezTo>
                    <a:pt x="3538" y="13411"/>
                    <a:pt x="3176" y="13520"/>
                    <a:pt x="2817" y="13520"/>
                  </a:cubicBezTo>
                  <a:cubicBezTo>
                    <a:pt x="2534" y="13520"/>
                    <a:pt x="2252" y="13452"/>
                    <a:pt x="2002" y="13320"/>
                  </a:cubicBezTo>
                  <a:cubicBezTo>
                    <a:pt x="1035" y="12786"/>
                    <a:pt x="467" y="11218"/>
                    <a:pt x="467" y="9150"/>
                  </a:cubicBezTo>
                  <a:cubicBezTo>
                    <a:pt x="467" y="5681"/>
                    <a:pt x="2069" y="1912"/>
                    <a:pt x="4070" y="778"/>
                  </a:cubicBezTo>
                  <a:cubicBezTo>
                    <a:pt x="4369" y="554"/>
                    <a:pt x="4720" y="445"/>
                    <a:pt x="5076" y="445"/>
                  </a:cubicBezTo>
                  <a:close/>
                  <a:moveTo>
                    <a:pt x="5055" y="0"/>
                  </a:moveTo>
                  <a:cubicBezTo>
                    <a:pt x="4623" y="0"/>
                    <a:pt x="4196" y="126"/>
                    <a:pt x="3837" y="377"/>
                  </a:cubicBezTo>
                  <a:cubicBezTo>
                    <a:pt x="1702" y="1612"/>
                    <a:pt x="0" y="5514"/>
                    <a:pt x="0" y="9150"/>
                  </a:cubicBezTo>
                  <a:cubicBezTo>
                    <a:pt x="0" y="11385"/>
                    <a:pt x="668" y="13087"/>
                    <a:pt x="1768" y="13720"/>
                  </a:cubicBezTo>
                  <a:cubicBezTo>
                    <a:pt x="2069" y="13887"/>
                    <a:pt x="2402" y="13987"/>
                    <a:pt x="2769" y="13987"/>
                  </a:cubicBezTo>
                  <a:cubicBezTo>
                    <a:pt x="3236" y="13987"/>
                    <a:pt x="3670" y="13854"/>
                    <a:pt x="4070" y="13620"/>
                  </a:cubicBezTo>
                  <a:cubicBezTo>
                    <a:pt x="6172" y="12419"/>
                    <a:pt x="7906" y="8483"/>
                    <a:pt x="7906" y="4847"/>
                  </a:cubicBezTo>
                  <a:cubicBezTo>
                    <a:pt x="7906" y="2612"/>
                    <a:pt x="7239" y="911"/>
                    <a:pt x="6138" y="277"/>
                  </a:cubicBezTo>
                  <a:cubicBezTo>
                    <a:pt x="5799" y="93"/>
                    <a:pt x="5425" y="0"/>
                    <a:pt x="505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9">
              <a:extLst>
                <a:ext uri="{FF2B5EF4-FFF2-40B4-BE49-F238E27FC236}">
                  <a16:creationId xmlns:a16="http://schemas.microsoft.com/office/drawing/2014/main" id="{2C333C50-0D99-F3C0-B6DA-4BC470B6E400}"/>
                </a:ext>
              </a:extLst>
            </p:cNvPr>
            <p:cNvSpPr/>
            <p:nvPr/>
          </p:nvSpPr>
          <p:spPr>
            <a:xfrm>
              <a:off x="6373210" y="3061801"/>
              <a:ext cx="38342" cy="79301"/>
            </a:xfrm>
            <a:custGeom>
              <a:avLst/>
              <a:gdLst/>
              <a:ahLst/>
              <a:cxnLst/>
              <a:rect l="l" t="t" r="r" b="b"/>
              <a:pathLst>
                <a:path w="1948" h="4029" extrusionOk="0">
                  <a:moveTo>
                    <a:pt x="1631" y="1"/>
                  </a:moveTo>
                  <a:cubicBezTo>
                    <a:pt x="1555" y="1"/>
                    <a:pt x="1479" y="38"/>
                    <a:pt x="1435" y="125"/>
                  </a:cubicBezTo>
                  <a:cubicBezTo>
                    <a:pt x="834" y="1293"/>
                    <a:pt x="367" y="2494"/>
                    <a:pt x="34" y="3761"/>
                  </a:cubicBezTo>
                  <a:cubicBezTo>
                    <a:pt x="1" y="3861"/>
                    <a:pt x="67" y="3995"/>
                    <a:pt x="201" y="4028"/>
                  </a:cubicBezTo>
                  <a:lnTo>
                    <a:pt x="234" y="4028"/>
                  </a:lnTo>
                  <a:cubicBezTo>
                    <a:pt x="367" y="4028"/>
                    <a:pt x="434" y="3961"/>
                    <a:pt x="468" y="3861"/>
                  </a:cubicBezTo>
                  <a:cubicBezTo>
                    <a:pt x="801" y="2660"/>
                    <a:pt x="1268" y="1460"/>
                    <a:pt x="1835" y="359"/>
                  </a:cubicBezTo>
                  <a:cubicBezTo>
                    <a:pt x="1947" y="157"/>
                    <a:pt x="1788" y="1"/>
                    <a:pt x="1631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9">
              <a:extLst>
                <a:ext uri="{FF2B5EF4-FFF2-40B4-BE49-F238E27FC236}">
                  <a16:creationId xmlns:a16="http://schemas.microsoft.com/office/drawing/2014/main" id="{CE63D63A-A154-7E7D-83E5-D2EDCA42E79E}"/>
                </a:ext>
              </a:extLst>
            </p:cNvPr>
            <p:cNvSpPr/>
            <p:nvPr/>
          </p:nvSpPr>
          <p:spPr>
            <a:xfrm>
              <a:off x="6360082" y="3181234"/>
              <a:ext cx="12853" cy="59658"/>
            </a:xfrm>
            <a:custGeom>
              <a:avLst/>
              <a:gdLst/>
              <a:ahLst/>
              <a:cxnLst/>
              <a:rect l="l" t="t" r="r" b="b"/>
              <a:pathLst>
                <a:path w="653" h="3031" extrusionOk="0">
                  <a:moveTo>
                    <a:pt x="387" y="1"/>
                  </a:moveTo>
                  <a:cubicBezTo>
                    <a:pt x="283" y="1"/>
                    <a:pt x="182" y="61"/>
                    <a:pt x="167" y="195"/>
                  </a:cubicBezTo>
                  <a:cubicBezTo>
                    <a:pt x="67" y="1062"/>
                    <a:pt x="0" y="1930"/>
                    <a:pt x="0" y="2797"/>
                  </a:cubicBezTo>
                  <a:cubicBezTo>
                    <a:pt x="0" y="2897"/>
                    <a:pt x="100" y="3030"/>
                    <a:pt x="234" y="3030"/>
                  </a:cubicBezTo>
                  <a:cubicBezTo>
                    <a:pt x="367" y="3030"/>
                    <a:pt x="467" y="2897"/>
                    <a:pt x="434" y="2764"/>
                  </a:cubicBezTo>
                  <a:cubicBezTo>
                    <a:pt x="434" y="1930"/>
                    <a:pt x="501" y="1096"/>
                    <a:pt x="634" y="262"/>
                  </a:cubicBezTo>
                  <a:cubicBezTo>
                    <a:pt x="653" y="95"/>
                    <a:pt x="517" y="1"/>
                    <a:pt x="38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9">
              <a:extLst>
                <a:ext uri="{FF2B5EF4-FFF2-40B4-BE49-F238E27FC236}">
                  <a16:creationId xmlns:a16="http://schemas.microsoft.com/office/drawing/2014/main" id="{A56EE977-951D-6EF3-1EBA-EE39B55754AC}"/>
                </a:ext>
              </a:extLst>
            </p:cNvPr>
            <p:cNvSpPr/>
            <p:nvPr/>
          </p:nvSpPr>
          <p:spPr>
            <a:xfrm>
              <a:off x="6362228" y="3288031"/>
              <a:ext cx="80600" cy="89418"/>
            </a:xfrm>
            <a:custGeom>
              <a:avLst/>
              <a:gdLst/>
              <a:ahLst/>
              <a:cxnLst/>
              <a:rect l="l" t="t" r="r" b="b"/>
              <a:pathLst>
                <a:path w="4095" h="4543" extrusionOk="0">
                  <a:moveTo>
                    <a:pt x="277" y="1"/>
                  </a:moveTo>
                  <a:cubicBezTo>
                    <a:pt x="141" y="1"/>
                    <a:pt x="1" y="115"/>
                    <a:pt x="58" y="306"/>
                  </a:cubicBezTo>
                  <a:cubicBezTo>
                    <a:pt x="525" y="2641"/>
                    <a:pt x="2026" y="4343"/>
                    <a:pt x="3761" y="4543"/>
                  </a:cubicBezTo>
                  <a:cubicBezTo>
                    <a:pt x="4061" y="4543"/>
                    <a:pt x="4094" y="4109"/>
                    <a:pt x="3794" y="4076"/>
                  </a:cubicBezTo>
                  <a:cubicBezTo>
                    <a:pt x="2527" y="3942"/>
                    <a:pt x="1026" y="2675"/>
                    <a:pt x="492" y="206"/>
                  </a:cubicBezTo>
                  <a:cubicBezTo>
                    <a:pt x="478" y="64"/>
                    <a:pt x="378" y="1"/>
                    <a:pt x="27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9">
              <a:extLst>
                <a:ext uri="{FF2B5EF4-FFF2-40B4-BE49-F238E27FC236}">
                  <a16:creationId xmlns:a16="http://schemas.microsoft.com/office/drawing/2014/main" id="{F07D1F6F-2AA0-567F-C5A7-F252E5333542}"/>
                </a:ext>
              </a:extLst>
            </p:cNvPr>
            <p:cNvSpPr/>
            <p:nvPr/>
          </p:nvSpPr>
          <p:spPr>
            <a:xfrm>
              <a:off x="6476937" y="3320881"/>
              <a:ext cx="47041" cy="42790"/>
            </a:xfrm>
            <a:custGeom>
              <a:avLst/>
              <a:gdLst/>
              <a:ahLst/>
              <a:cxnLst/>
              <a:rect l="l" t="t" r="r" b="b"/>
              <a:pathLst>
                <a:path w="2390" h="2174" extrusionOk="0">
                  <a:moveTo>
                    <a:pt x="2073" y="0"/>
                  </a:moveTo>
                  <a:cubicBezTo>
                    <a:pt x="2011" y="0"/>
                    <a:pt x="1949" y="31"/>
                    <a:pt x="1902" y="105"/>
                  </a:cubicBezTo>
                  <a:cubicBezTo>
                    <a:pt x="1402" y="739"/>
                    <a:pt x="835" y="1306"/>
                    <a:pt x="168" y="1773"/>
                  </a:cubicBezTo>
                  <a:cubicBezTo>
                    <a:pt x="1" y="1873"/>
                    <a:pt x="68" y="2173"/>
                    <a:pt x="301" y="2173"/>
                  </a:cubicBezTo>
                  <a:cubicBezTo>
                    <a:pt x="335" y="2173"/>
                    <a:pt x="401" y="2173"/>
                    <a:pt x="435" y="2140"/>
                  </a:cubicBezTo>
                  <a:cubicBezTo>
                    <a:pt x="1135" y="1640"/>
                    <a:pt x="1736" y="1039"/>
                    <a:pt x="2269" y="372"/>
                  </a:cubicBezTo>
                  <a:cubicBezTo>
                    <a:pt x="2390" y="204"/>
                    <a:pt x="2232" y="0"/>
                    <a:pt x="207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9">
              <a:extLst>
                <a:ext uri="{FF2B5EF4-FFF2-40B4-BE49-F238E27FC236}">
                  <a16:creationId xmlns:a16="http://schemas.microsoft.com/office/drawing/2014/main" id="{87966A0F-5442-FDE6-73E1-CF9FE779FEF0}"/>
                </a:ext>
              </a:extLst>
            </p:cNvPr>
            <p:cNvSpPr/>
            <p:nvPr/>
          </p:nvSpPr>
          <p:spPr>
            <a:xfrm>
              <a:off x="6471702" y="2978583"/>
              <a:ext cx="116875" cy="307618"/>
            </a:xfrm>
            <a:custGeom>
              <a:avLst/>
              <a:gdLst/>
              <a:ahLst/>
              <a:cxnLst/>
              <a:rect l="l" t="t" r="r" b="b"/>
              <a:pathLst>
                <a:path w="5938" h="15629" extrusionOk="0">
                  <a:moveTo>
                    <a:pt x="1998" y="0"/>
                  </a:moveTo>
                  <a:cubicBezTo>
                    <a:pt x="1401" y="0"/>
                    <a:pt x="772" y="186"/>
                    <a:pt x="134" y="551"/>
                  </a:cubicBezTo>
                  <a:cubicBezTo>
                    <a:pt x="33" y="617"/>
                    <a:pt x="0" y="751"/>
                    <a:pt x="67" y="851"/>
                  </a:cubicBezTo>
                  <a:cubicBezTo>
                    <a:pt x="91" y="923"/>
                    <a:pt x="184" y="978"/>
                    <a:pt x="272" y="978"/>
                  </a:cubicBezTo>
                  <a:cubicBezTo>
                    <a:pt x="306" y="978"/>
                    <a:pt x="339" y="970"/>
                    <a:pt x="367" y="951"/>
                  </a:cubicBezTo>
                  <a:cubicBezTo>
                    <a:pt x="914" y="622"/>
                    <a:pt x="1452" y="464"/>
                    <a:pt x="1963" y="464"/>
                  </a:cubicBezTo>
                  <a:cubicBezTo>
                    <a:pt x="2386" y="464"/>
                    <a:pt x="2791" y="573"/>
                    <a:pt x="3169" y="784"/>
                  </a:cubicBezTo>
                  <a:cubicBezTo>
                    <a:pt x="4603" y="1618"/>
                    <a:pt x="5471" y="3920"/>
                    <a:pt x="5471" y="6989"/>
                  </a:cubicBezTo>
                  <a:cubicBezTo>
                    <a:pt x="5437" y="9857"/>
                    <a:pt x="4770" y="12693"/>
                    <a:pt x="3503" y="15295"/>
                  </a:cubicBezTo>
                  <a:cubicBezTo>
                    <a:pt x="3469" y="15395"/>
                    <a:pt x="3503" y="15528"/>
                    <a:pt x="3603" y="15595"/>
                  </a:cubicBezTo>
                  <a:cubicBezTo>
                    <a:pt x="3636" y="15595"/>
                    <a:pt x="3669" y="15628"/>
                    <a:pt x="3736" y="15628"/>
                  </a:cubicBezTo>
                  <a:cubicBezTo>
                    <a:pt x="3803" y="15595"/>
                    <a:pt x="3870" y="15561"/>
                    <a:pt x="3936" y="15495"/>
                  </a:cubicBezTo>
                  <a:cubicBezTo>
                    <a:pt x="5237" y="12826"/>
                    <a:pt x="5904" y="9924"/>
                    <a:pt x="5938" y="6989"/>
                  </a:cubicBezTo>
                  <a:cubicBezTo>
                    <a:pt x="5938" y="3753"/>
                    <a:pt x="4970" y="1284"/>
                    <a:pt x="3403" y="384"/>
                  </a:cubicBezTo>
                  <a:cubicBezTo>
                    <a:pt x="2965" y="127"/>
                    <a:pt x="2492" y="0"/>
                    <a:pt x="199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9">
              <a:extLst>
                <a:ext uri="{FF2B5EF4-FFF2-40B4-BE49-F238E27FC236}">
                  <a16:creationId xmlns:a16="http://schemas.microsoft.com/office/drawing/2014/main" id="{ED1D6DD4-36A7-2CE8-B1B2-E0CDAC7F48A9}"/>
                </a:ext>
              </a:extLst>
            </p:cNvPr>
            <p:cNvSpPr/>
            <p:nvPr/>
          </p:nvSpPr>
          <p:spPr>
            <a:xfrm>
              <a:off x="5934625" y="2665553"/>
              <a:ext cx="88670" cy="153838"/>
            </a:xfrm>
            <a:custGeom>
              <a:avLst/>
              <a:gdLst/>
              <a:ahLst/>
              <a:cxnLst/>
              <a:rect l="l" t="t" r="r" b="b"/>
              <a:pathLst>
                <a:path w="4505" h="7816" extrusionOk="0">
                  <a:moveTo>
                    <a:pt x="2903" y="410"/>
                  </a:moveTo>
                  <a:cubicBezTo>
                    <a:pt x="3036" y="410"/>
                    <a:pt x="3170" y="443"/>
                    <a:pt x="3270" y="510"/>
                  </a:cubicBezTo>
                  <a:cubicBezTo>
                    <a:pt x="3770" y="810"/>
                    <a:pt x="4071" y="1644"/>
                    <a:pt x="4071" y="2745"/>
                  </a:cubicBezTo>
                  <a:cubicBezTo>
                    <a:pt x="4071" y="4613"/>
                    <a:pt x="3203" y="6614"/>
                    <a:pt x="2136" y="7248"/>
                  </a:cubicBezTo>
                  <a:cubicBezTo>
                    <a:pt x="1989" y="7340"/>
                    <a:pt x="1822" y="7391"/>
                    <a:pt x="1652" y="7391"/>
                  </a:cubicBezTo>
                  <a:cubicBezTo>
                    <a:pt x="1512" y="7391"/>
                    <a:pt x="1370" y="7357"/>
                    <a:pt x="1235" y="7281"/>
                  </a:cubicBezTo>
                  <a:cubicBezTo>
                    <a:pt x="735" y="7015"/>
                    <a:pt x="435" y="6147"/>
                    <a:pt x="435" y="5080"/>
                  </a:cubicBezTo>
                  <a:cubicBezTo>
                    <a:pt x="435" y="3212"/>
                    <a:pt x="1302" y="1210"/>
                    <a:pt x="2369" y="577"/>
                  </a:cubicBezTo>
                  <a:cubicBezTo>
                    <a:pt x="2503" y="477"/>
                    <a:pt x="2703" y="410"/>
                    <a:pt x="2903" y="410"/>
                  </a:cubicBezTo>
                  <a:close/>
                  <a:moveTo>
                    <a:pt x="2858" y="0"/>
                  </a:moveTo>
                  <a:cubicBezTo>
                    <a:pt x="2603" y="0"/>
                    <a:pt x="2350" y="67"/>
                    <a:pt x="2136" y="210"/>
                  </a:cubicBezTo>
                  <a:cubicBezTo>
                    <a:pt x="935" y="910"/>
                    <a:pt x="1" y="3045"/>
                    <a:pt x="1" y="5080"/>
                  </a:cubicBezTo>
                  <a:cubicBezTo>
                    <a:pt x="1" y="6314"/>
                    <a:pt x="368" y="7281"/>
                    <a:pt x="1035" y="7648"/>
                  </a:cubicBezTo>
                  <a:cubicBezTo>
                    <a:pt x="1202" y="7748"/>
                    <a:pt x="1402" y="7815"/>
                    <a:pt x="1602" y="7815"/>
                  </a:cubicBezTo>
                  <a:cubicBezTo>
                    <a:pt x="1869" y="7815"/>
                    <a:pt x="2136" y="7715"/>
                    <a:pt x="2369" y="7582"/>
                  </a:cubicBezTo>
                  <a:cubicBezTo>
                    <a:pt x="3570" y="6914"/>
                    <a:pt x="4504" y="4780"/>
                    <a:pt x="4504" y="2745"/>
                  </a:cubicBezTo>
                  <a:cubicBezTo>
                    <a:pt x="4504" y="1477"/>
                    <a:pt x="4137" y="510"/>
                    <a:pt x="3503" y="143"/>
                  </a:cubicBezTo>
                  <a:cubicBezTo>
                    <a:pt x="3302" y="50"/>
                    <a:pt x="3079" y="0"/>
                    <a:pt x="285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9">
              <a:extLst>
                <a:ext uri="{FF2B5EF4-FFF2-40B4-BE49-F238E27FC236}">
                  <a16:creationId xmlns:a16="http://schemas.microsoft.com/office/drawing/2014/main" id="{1C7F3DA2-3EE1-8983-C06C-17F6DFC252D5}"/>
                </a:ext>
              </a:extLst>
            </p:cNvPr>
            <p:cNvSpPr/>
            <p:nvPr/>
          </p:nvSpPr>
          <p:spPr>
            <a:xfrm>
              <a:off x="5920847" y="2677028"/>
              <a:ext cx="24741" cy="46490"/>
            </a:xfrm>
            <a:custGeom>
              <a:avLst/>
              <a:gdLst/>
              <a:ahLst/>
              <a:cxnLst/>
              <a:rect l="l" t="t" r="r" b="b"/>
              <a:pathLst>
                <a:path w="1257" h="2362" extrusionOk="0">
                  <a:moveTo>
                    <a:pt x="985" y="1"/>
                  </a:moveTo>
                  <a:cubicBezTo>
                    <a:pt x="916" y="1"/>
                    <a:pt x="846" y="38"/>
                    <a:pt x="801" y="127"/>
                  </a:cubicBezTo>
                  <a:cubicBezTo>
                    <a:pt x="467" y="761"/>
                    <a:pt x="201" y="1428"/>
                    <a:pt x="34" y="2095"/>
                  </a:cubicBezTo>
                  <a:cubicBezTo>
                    <a:pt x="0" y="2229"/>
                    <a:pt x="67" y="2329"/>
                    <a:pt x="167" y="2362"/>
                  </a:cubicBezTo>
                  <a:lnTo>
                    <a:pt x="234" y="2362"/>
                  </a:lnTo>
                  <a:cubicBezTo>
                    <a:pt x="301" y="2362"/>
                    <a:pt x="401" y="2295"/>
                    <a:pt x="434" y="2229"/>
                  </a:cubicBezTo>
                  <a:cubicBezTo>
                    <a:pt x="601" y="1561"/>
                    <a:pt x="834" y="928"/>
                    <a:pt x="1168" y="327"/>
                  </a:cubicBezTo>
                  <a:cubicBezTo>
                    <a:pt x="1257" y="149"/>
                    <a:pt x="1123" y="1"/>
                    <a:pt x="985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9">
              <a:extLst>
                <a:ext uri="{FF2B5EF4-FFF2-40B4-BE49-F238E27FC236}">
                  <a16:creationId xmlns:a16="http://schemas.microsoft.com/office/drawing/2014/main" id="{AE947FF1-887D-C179-399B-1EE95D9142F1}"/>
                </a:ext>
              </a:extLst>
            </p:cNvPr>
            <p:cNvSpPr/>
            <p:nvPr/>
          </p:nvSpPr>
          <p:spPr>
            <a:xfrm>
              <a:off x="5913624" y="2742551"/>
              <a:ext cx="10530" cy="35468"/>
            </a:xfrm>
            <a:custGeom>
              <a:avLst/>
              <a:gdLst/>
              <a:ahLst/>
              <a:cxnLst/>
              <a:rect l="l" t="t" r="r" b="b"/>
              <a:pathLst>
                <a:path w="535" h="1802" extrusionOk="0">
                  <a:moveTo>
                    <a:pt x="334" y="0"/>
                  </a:moveTo>
                  <a:cubicBezTo>
                    <a:pt x="201" y="0"/>
                    <a:pt x="101" y="67"/>
                    <a:pt x="101" y="167"/>
                  </a:cubicBezTo>
                  <a:cubicBezTo>
                    <a:pt x="34" y="634"/>
                    <a:pt x="1" y="1134"/>
                    <a:pt x="1" y="1601"/>
                  </a:cubicBezTo>
                  <a:cubicBezTo>
                    <a:pt x="1" y="1702"/>
                    <a:pt x="67" y="1802"/>
                    <a:pt x="201" y="1802"/>
                  </a:cubicBezTo>
                  <a:cubicBezTo>
                    <a:pt x="301" y="1802"/>
                    <a:pt x="401" y="1702"/>
                    <a:pt x="401" y="1601"/>
                  </a:cubicBezTo>
                  <a:cubicBezTo>
                    <a:pt x="401" y="1134"/>
                    <a:pt x="434" y="701"/>
                    <a:pt x="501" y="234"/>
                  </a:cubicBezTo>
                  <a:cubicBezTo>
                    <a:pt x="534" y="134"/>
                    <a:pt x="434" y="34"/>
                    <a:pt x="334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9">
              <a:extLst>
                <a:ext uri="{FF2B5EF4-FFF2-40B4-BE49-F238E27FC236}">
                  <a16:creationId xmlns:a16="http://schemas.microsoft.com/office/drawing/2014/main" id="{0942BF6E-41EF-4FF4-16B8-1BD2D9870509}"/>
                </a:ext>
              </a:extLst>
            </p:cNvPr>
            <p:cNvSpPr/>
            <p:nvPr/>
          </p:nvSpPr>
          <p:spPr>
            <a:xfrm>
              <a:off x="5914844" y="2800968"/>
              <a:ext cx="48045" cy="51903"/>
            </a:xfrm>
            <a:custGeom>
              <a:avLst/>
              <a:gdLst/>
              <a:ahLst/>
              <a:cxnLst/>
              <a:rect l="l" t="t" r="r" b="b"/>
              <a:pathLst>
                <a:path w="2441" h="2637" extrusionOk="0">
                  <a:moveTo>
                    <a:pt x="247" y="1"/>
                  </a:moveTo>
                  <a:cubicBezTo>
                    <a:pt x="126" y="1"/>
                    <a:pt x="0" y="96"/>
                    <a:pt x="39" y="268"/>
                  </a:cubicBezTo>
                  <a:cubicBezTo>
                    <a:pt x="305" y="1569"/>
                    <a:pt x="1139" y="2536"/>
                    <a:pt x="2107" y="2636"/>
                  </a:cubicBezTo>
                  <a:lnTo>
                    <a:pt x="2140" y="2636"/>
                  </a:lnTo>
                  <a:cubicBezTo>
                    <a:pt x="2440" y="2636"/>
                    <a:pt x="2440" y="2236"/>
                    <a:pt x="2173" y="2236"/>
                  </a:cubicBezTo>
                  <a:cubicBezTo>
                    <a:pt x="1506" y="2136"/>
                    <a:pt x="706" y="1469"/>
                    <a:pt x="439" y="168"/>
                  </a:cubicBezTo>
                  <a:cubicBezTo>
                    <a:pt x="425" y="54"/>
                    <a:pt x="337" y="1"/>
                    <a:pt x="24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9">
              <a:extLst>
                <a:ext uri="{FF2B5EF4-FFF2-40B4-BE49-F238E27FC236}">
                  <a16:creationId xmlns:a16="http://schemas.microsoft.com/office/drawing/2014/main" id="{EDBE365E-21F7-C9F2-C9D5-0A8E3D9D1B51}"/>
                </a:ext>
              </a:extLst>
            </p:cNvPr>
            <p:cNvSpPr/>
            <p:nvPr/>
          </p:nvSpPr>
          <p:spPr>
            <a:xfrm>
              <a:off x="5977966" y="2818249"/>
              <a:ext cx="29799" cy="26749"/>
            </a:xfrm>
            <a:custGeom>
              <a:avLst/>
              <a:gdLst/>
              <a:ahLst/>
              <a:cxnLst/>
              <a:rect l="l" t="t" r="r" b="b"/>
              <a:pathLst>
                <a:path w="1514" h="1359" extrusionOk="0">
                  <a:moveTo>
                    <a:pt x="1200" y="0"/>
                  </a:moveTo>
                  <a:cubicBezTo>
                    <a:pt x="1141" y="0"/>
                    <a:pt x="1080" y="27"/>
                    <a:pt x="1035" y="90"/>
                  </a:cubicBezTo>
                  <a:cubicBezTo>
                    <a:pt x="768" y="424"/>
                    <a:pt x="468" y="758"/>
                    <a:pt x="101" y="991"/>
                  </a:cubicBezTo>
                  <a:cubicBezTo>
                    <a:pt x="1" y="1058"/>
                    <a:pt x="1" y="1191"/>
                    <a:pt x="67" y="1291"/>
                  </a:cubicBezTo>
                  <a:cubicBezTo>
                    <a:pt x="101" y="1325"/>
                    <a:pt x="167" y="1358"/>
                    <a:pt x="234" y="1358"/>
                  </a:cubicBezTo>
                  <a:cubicBezTo>
                    <a:pt x="267" y="1358"/>
                    <a:pt x="301" y="1358"/>
                    <a:pt x="334" y="1325"/>
                  </a:cubicBezTo>
                  <a:cubicBezTo>
                    <a:pt x="734" y="1058"/>
                    <a:pt x="1068" y="724"/>
                    <a:pt x="1368" y="357"/>
                  </a:cubicBezTo>
                  <a:cubicBezTo>
                    <a:pt x="1514" y="188"/>
                    <a:pt x="1360" y="0"/>
                    <a:pt x="120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9">
              <a:extLst>
                <a:ext uri="{FF2B5EF4-FFF2-40B4-BE49-F238E27FC236}">
                  <a16:creationId xmlns:a16="http://schemas.microsoft.com/office/drawing/2014/main" id="{964552AE-8AF1-158B-D5A1-E54382C763E0}"/>
                </a:ext>
              </a:extLst>
            </p:cNvPr>
            <p:cNvSpPr/>
            <p:nvPr/>
          </p:nvSpPr>
          <p:spPr>
            <a:xfrm>
              <a:off x="5973262" y="2631640"/>
              <a:ext cx="68416" cy="171336"/>
            </a:xfrm>
            <a:custGeom>
              <a:avLst/>
              <a:gdLst/>
              <a:ahLst/>
              <a:cxnLst/>
              <a:rect l="l" t="t" r="r" b="b"/>
              <a:pathLst>
                <a:path w="3476" h="8705" extrusionOk="0">
                  <a:moveTo>
                    <a:pt x="1176" y="1"/>
                  </a:moveTo>
                  <a:cubicBezTo>
                    <a:pt x="828" y="1"/>
                    <a:pt x="477" y="102"/>
                    <a:pt x="173" y="298"/>
                  </a:cubicBezTo>
                  <a:cubicBezTo>
                    <a:pt x="0" y="442"/>
                    <a:pt x="125" y="685"/>
                    <a:pt x="313" y="685"/>
                  </a:cubicBezTo>
                  <a:cubicBezTo>
                    <a:pt x="343" y="685"/>
                    <a:pt x="374" y="679"/>
                    <a:pt x="406" y="665"/>
                  </a:cubicBezTo>
                  <a:cubicBezTo>
                    <a:pt x="631" y="496"/>
                    <a:pt x="909" y="412"/>
                    <a:pt x="1193" y="412"/>
                  </a:cubicBezTo>
                  <a:cubicBezTo>
                    <a:pt x="1413" y="412"/>
                    <a:pt x="1636" y="463"/>
                    <a:pt x="1841" y="565"/>
                  </a:cubicBezTo>
                  <a:cubicBezTo>
                    <a:pt x="2608" y="1032"/>
                    <a:pt x="3075" y="2266"/>
                    <a:pt x="3075" y="3901"/>
                  </a:cubicBezTo>
                  <a:cubicBezTo>
                    <a:pt x="3042" y="5469"/>
                    <a:pt x="2675" y="7003"/>
                    <a:pt x="2007" y="8404"/>
                  </a:cubicBezTo>
                  <a:cubicBezTo>
                    <a:pt x="1941" y="8504"/>
                    <a:pt x="1974" y="8637"/>
                    <a:pt x="2108" y="8671"/>
                  </a:cubicBezTo>
                  <a:cubicBezTo>
                    <a:pt x="2108" y="8704"/>
                    <a:pt x="2141" y="8704"/>
                    <a:pt x="2174" y="8704"/>
                  </a:cubicBezTo>
                  <a:cubicBezTo>
                    <a:pt x="2241" y="8704"/>
                    <a:pt x="2308" y="8637"/>
                    <a:pt x="2374" y="8571"/>
                  </a:cubicBezTo>
                  <a:cubicBezTo>
                    <a:pt x="3075" y="7136"/>
                    <a:pt x="3475" y="5535"/>
                    <a:pt x="3475" y="3901"/>
                  </a:cubicBezTo>
                  <a:cubicBezTo>
                    <a:pt x="3475" y="2099"/>
                    <a:pt x="2941" y="732"/>
                    <a:pt x="2041" y="231"/>
                  </a:cubicBezTo>
                  <a:cubicBezTo>
                    <a:pt x="1777" y="77"/>
                    <a:pt x="1478" y="1"/>
                    <a:pt x="117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9">
              <a:extLst>
                <a:ext uri="{FF2B5EF4-FFF2-40B4-BE49-F238E27FC236}">
                  <a16:creationId xmlns:a16="http://schemas.microsoft.com/office/drawing/2014/main" id="{99E059A2-E0A9-339F-9BCF-0D9C91B90371}"/>
                </a:ext>
              </a:extLst>
            </p:cNvPr>
            <p:cNvSpPr/>
            <p:nvPr/>
          </p:nvSpPr>
          <p:spPr>
            <a:xfrm>
              <a:off x="6260292" y="2461760"/>
              <a:ext cx="88650" cy="154094"/>
            </a:xfrm>
            <a:custGeom>
              <a:avLst/>
              <a:gdLst/>
              <a:ahLst/>
              <a:cxnLst/>
              <a:rect l="l" t="t" r="r" b="b"/>
              <a:pathLst>
                <a:path w="4504" h="7829" extrusionOk="0">
                  <a:moveTo>
                    <a:pt x="2902" y="423"/>
                  </a:moveTo>
                  <a:cubicBezTo>
                    <a:pt x="3036" y="423"/>
                    <a:pt x="3169" y="456"/>
                    <a:pt x="3269" y="523"/>
                  </a:cubicBezTo>
                  <a:cubicBezTo>
                    <a:pt x="3769" y="823"/>
                    <a:pt x="4070" y="1657"/>
                    <a:pt x="4070" y="2725"/>
                  </a:cubicBezTo>
                  <a:cubicBezTo>
                    <a:pt x="4070" y="4593"/>
                    <a:pt x="3202" y="6627"/>
                    <a:pt x="2168" y="7228"/>
                  </a:cubicBezTo>
                  <a:cubicBezTo>
                    <a:pt x="1998" y="7342"/>
                    <a:pt x="1817" y="7401"/>
                    <a:pt x="1637" y="7401"/>
                  </a:cubicBezTo>
                  <a:cubicBezTo>
                    <a:pt x="1500" y="7401"/>
                    <a:pt x="1364" y="7367"/>
                    <a:pt x="1234" y="7295"/>
                  </a:cubicBezTo>
                  <a:cubicBezTo>
                    <a:pt x="734" y="7028"/>
                    <a:pt x="434" y="6160"/>
                    <a:pt x="434" y="5093"/>
                  </a:cubicBezTo>
                  <a:cubicBezTo>
                    <a:pt x="434" y="3225"/>
                    <a:pt x="1301" y="1190"/>
                    <a:pt x="2368" y="590"/>
                  </a:cubicBezTo>
                  <a:cubicBezTo>
                    <a:pt x="2535" y="490"/>
                    <a:pt x="2702" y="423"/>
                    <a:pt x="2902" y="423"/>
                  </a:cubicBezTo>
                  <a:close/>
                  <a:moveTo>
                    <a:pt x="2892" y="0"/>
                  </a:moveTo>
                  <a:cubicBezTo>
                    <a:pt x="2639" y="0"/>
                    <a:pt x="2388" y="76"/>
                    <a:pt x="2168" y="223"/>
                  </a:cubicBezTo>
                  <a:cubicBezTo>
                    <a:pt x="967" y="923"/>
                    <a:pt x="0" y="3058"/>
                    <a:pt x="0" y="5093"/>
                  </a:cubicBezTo>
                  <a:cubicBezTo>
                    <a:pt x="0" y="6327"/>
                    <a:pt x="400" y="7295"/>
                    <a:pt x="1034" y="7662"/>
                  </a:cubicBezTo>
                  <a:cubicBezTo>
                    <a:pt x="1201" y="7762"/>
                    <a:pt x="1401" y="7828"/>
                    <a:pt x="1601" y="7828"/>
                  </a:cubicBezTo>
                  <a:cubicBezTo>
                    <a:pt x="1868" y="7795"/>
                    <a:pt x="2135" y="7728"/>
                    <a:pt x="2368" y="7595"/>
                  </a:cubicBezTo>
                  <a:cubicBezTo>
                    <a:pt x="3569" y="6894"/>
                    <a:pt x="4503" y="4759"/>
                    <a:pt x="4503" y="2725"/>
                  </a:cubicBezTo>
                  <a:cubicBezTo>
                    <a:pt x="4503" y="1490"/>
                    <a:pt x="4136" y="523"/>
                    <a:pt x="3503" y="156"/>
                  </a:cubicBezTo>
                  <a:cubicBezTo>
                    <a:pt x="3307" y="51"/>
                    <a:pt x="3099" y="0"/>
                    <a:pt x="2892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9">
              <a:extLst>
                <a:ext uri="{FF2B5EF4-FFF2-40B4-BE49-F238E27FC236}">
                  <a16:creationId xmlns:a16="http://schemas.microsoft.com/office/drawing/2014/main" id="{49CF8C5F-9757-D029-FDC7-956D61C150B4}"/>
                </a:ext>
              </a:extLst>
            </p:cNvPr>
            <p:cNvSpPr/>
            <p:nvPr/>
          </p:nvSpPr>
          <p:spPr>
            <a:xfrm>
              <a:off x="6246494" y="2473510"/>
              <a:ext cx="24761" cy="46490"/>
            </a:xfrm>
            <a:custGeom>
              <a:avLst/>
              <a:gdLst/>
              <a:ahLst/>
              <a:cxnLst/>
              <a:rect l="l" t="t" r="r" b="b"/>
              <a:pathLst>
                <a:path w="1258" h="2362" extrusionOk="0">
                  <a:moveTo>
                    <a:pt x="985" y="0"/>
                  </a:moveTo>
                  <a:cubicBezTo>
                    <a:pt x="916" y="0"/>
                    <a:pt x="846" y="37"/>
                    <a:pt x="801" y="126"/>
                  </a:cubicBezTo>
                  <a:cubicBezTo>
                    <a:pt x="468" y="760"/>
                    <a:pt x="201" y="1427"/>
                    <a:pt x="34" y="2128"/>
                  </a:cubicBezTo>
                  <a:cubicBezTo>
                    <a:pt x="1" y="2228"/>
                    <a:pt x="67" y="2328"/>
                    <a:pt x="167" y="2361"/>
                  </a:cubicBezTo>
                  <a:lnTo>
                    <a:pt x="234" y="2361"/>
                  </a:lnTo>
                  <a:cubicBezTo>
                    <a:pt x="301" y="2361"/>
                    <a:pt x="401" y="2294"/>
                    <a:pt x="434" y="2228"/>
                  </a:cubicBezTo>
                  <a:cubicBezTo>
                    <a:pt x="601" y="1561"/>
                    <a:pt x="868" y="927"/>
                    <a:pt x="1168" y="326"/>
                  </a:cubicBezTo>
                  <a:cubicBezTo>
                    <a:pt x="1257" y="149"/>
                    <a:pt x="1124" y="0"/>
                    <a:pt x="98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9">
              <a:extLst>
                <a:ext uri="{FF2B5EF4-FFF2-40B4-BE49-F238E27FC236}">
                  <a16:creationId xmlns:a16="http://schemas.microsoft.com/office/drawing/2014/main" id="{4DB1C969-3AF5-FD85-92CF-35A004E7D4B2}"/>
                </a:ext>
              </a:extLst>
            </p:cNvPr>
            <p:cNvSpPr/>
            <p:nvPr/>
          </p:nvSpPr>
          <p:spPr>
            <a:xfrm>
              <a:off x="6239271" y="2538896"/>
              <a:ext cx="10530" cy="35586"/>
            </a:xfrm>
            <a:custGeom>
              <a:avLst/>
              <a:gdLst/>
              <a:ahLst/>
              <a:cxnLst/>
              <a:rect l="l" t="t" r="r" b="b"/>
              <a:pathLst>
                <a:path w="535" h="1808" extrusionOk="0">
                  <a:moveTo>
                    <a:pt x="293" y="0"/>
                  </a:moveTo>
                  <a:cubicBezTo>
                    <a:pt x="201" y="0"/>
                    <a:pt x="101" y="87"/>
                    <a:pt x="101" y="173"/>
                  </a:cubicBezTo>
                  <a:cubicBezTo>
                    <a:pt x="34" y="640"/>
                    <a:pt x="1" y="1107"/>
                    <a:pt x="1" y="1608"/>
                  </a:cubicBezTo>
                  <a:cubicBezTo>
                    <a:pt x="1" y="1708"/>
                    <a:pt x="101" y="1808"/>
                    <a:pt x="201" y="1808"/>
                  </a:cubicBezTo>
                  <a:cubicBezTo>
                    <a:pt x="301" y="1808"/>
                    <a:pt x="401" y="1708"/>
                    <a:pt x="401" y="1608"/>
                  </a:cubicBezTo>
                  <a:cubicBezTo>
                    <a:pt x="401" y="1141"/>
                    <a:pt x="434" y="674"/>
                    <a:pt x="501" y="240"/>
                  </a:cubicBezTo>
                  <a:cubicBezTo>
                    <a:pt x="534" y="107"/>
                    <a:pt x="434" y="7"/>
                    <a:pt x="334" y="7"/>
                  </a:cubicBezTo>
                  <a:cubicBezTo>
                    <a:pt x="321" y="2"/>
                    <a:pt x="307" y="0"/>
                    <a:pt x="29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9">
              <a:extLst>
                <a:ext uri="{FF2B5EF4-FFF2-40B4-BE49-F238E27FC236}">
                  <a16:creationId xmlns:a16="http://schemas.microsoft.com/office/drawing/2014/main" id="{56D81E71-F2C0-1D31-DC91-60E82E246E12}"/>
                </a:ext>
              </a:extLst>
            </p:cNvPr>
            <p:cNvSpPr/>
            <p:nvPr/>
          </p:nvSpPr>
          <p:spPr>
            <a:xfrm>
              <a:off x="6240590" y="2597313"/>
              <a:ext cx="47947" cy="52021"/>
            </a:xfrm>
            <a:custGeom>
              <a:avLst/>
              <a:gdLst/>
              <a:ahLst/>
              <a:cxnLst/>
              <a:rect l="l" t="t" r="r" b="b"/>
              <a:pathLst>
                <a:path w="2436" h="2643" extrusionOk="0">
                  <a:moveTo>
                    <a:pt x="242" y="1"/>
                  </a:moveTo>
                  <a:cubicBezTo>
                    <a:pt x="228" y="1"/>
                    <a:pt x="214" y="3"/>
                    <a:pt x="201" y="7"/>
                  </a:cubicBezTo>
                  <a:cubicBezTo>
                    <a:pt x="67" y="41"/>
                    <a:pt x="0" y="141"/>
                    <a:pt x="34" y="241"/>
                  </a:cubicBezTo>
                  <a:cubicBezTo>
                    <a:pt x="301" y="1575"/>
                    <a:pt x="1135" y="2509"/>
                    <a:pt x="2135" y="2643"/>
                  </a:cubicBezTo>
                  <a:cubicBezTo>
                    <a:pt x="2435" y="2643"/>
                    <a:pt x="2435" y="2242"/>
                    <a:pt x="2169" y="2209"/>
                  </a:cubicBezTo>
                  <a:cubicBezTo>
                    <a:pt x="1501" y="2142"/>
                    <a:pt x="701" y="1475"/>
                    <a:pt x="434" y="174"/>
                  </a:cubicBezTo>
                  <a:cubicBezTo>
                    <a:pt x="434" y="87"/>
                    <a:pt x="334" y="1"/>
                    <a:pt x="24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9">
              <a:extLst>
                <a:ext uri="{FF2B5EF4-FFF2-40B4-BE49-F238E27FC236}">
                  <a16:creationId xmlns:a16="http://schemas.microsoft.com/office/drawing/2014/main" id="{D30041CF-8694-B8B5-33EF-FB0ECC3B6459}"/>
                </a:ext>
              </a:extLst>
            </p:cNvPr>
            <p:cNvSpPr/>
            <p:nvPr/>
          </p:nvSpPr>
          <p:spPr>
            <a:xfrm>
              <a:off x="6302964" y="2614988"/>
              <a:ext cx="29504" cy="26473"/>
            </a:xfrm>
            <a:custGeom>
              <a:avLst/>
              <a:gdLst/>
              <a:ahLst/>
              <a:cxnLst/>
              <a:rect l="l" t="t" r="r" b="b"/>
              <a:pathLst>
                <a:path w="1499" h="1345" extrusionOk="0">
                  <a:moveTo>
                    <a:pt x="1221" y="0"/>
                  </a:moveTo>
                  <a:cubicBezTo>
                    <a:pt x="1168" y="0"/>
                    <a:pt x="1113" y="23"/>
                    <a:pt x="1068" y="77"/>
                  </a:cubicBezTo>
                  <a:cubicBezTo>
                    <a:pt x="801" y="410"/>
                    <a:pt x="501" y="711"/>
                    <a:pt x="167" y="977"/>
                  </a:cubicBezTo>
                  <a:cubicBezTo>
                    <a:pt x="0" y="1077"/>
                    <a:pt x="67" y="1344"/>
                    <a:pt x="267" y="1344"/>
                  </a:cubicBezTo>
                  <a:cubicBezTo>
                    <a:pt x="301" y="1344"/>
                    <a:pt x="334" y="1344"/>
                    <a:pt x="367" y="1311"/>
                  </a:cubicBezTo>
                  <a:cubicBezTo>
                    <a:pt x="768" y="1044"/>
                    <a:pt x="1101" y="711"/>
                    <a:pt x="1401" y="310"/>
                  </a:cubicBezTo>
                  <a:cubicBezTo>
                    <a:pt x="1499" y="164"/>
                    <a:pt x="1365" y="0"/>
                    <a:pt x="122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9">
              <a:extLst>
                <a:ext uri="{FF2B5EF4-FFF2-40B4-BE49-F238E27FC236}">
                  <a16:creationId xmlns:a16="http://schemas.microsoft.com/office/drawing/2014/main" id="{0F750D25-27B6-15EA-075E-9612EA386DC6}"/>
                </a:ext>
              </a:extLst>
            </p:cNvPr>
            <p:cNvSpPr/>
            <p:nvPr/>
          </p:nvSpPr>
          <p:spPr>
            <a:xfrm>
              <a:off x="6300326" y="2428182"/>
              <a:ext cx="66999" cy="171257"/>
            </a:xfrm>
            <a:custGeom>
              <a:avLst/>
              <a:gdLst/>
              <a:ahLst/>
              <a:cxnLst/>
              <a:rect l="l" t="t" r="r" b="b"/>
              <a:pathLst>
                <a:path w="3404" h="8701" extrusionOk="0">
                  <a:moveTo>
                    <a:pt x="1127" y="0"/>
                  </a:moveTo>
                  <a:cubicBezTo>
                    <a:pt x="776" y="0"/>
                    <a:pt x="425" y="109"/>
                    <a:pt x="134" y="328"/>
                  </a:cubicBezTo>
                  <a:cubicBezTo>
                    <a:pt x="34" y="361"/>
                    <a:pt x="1" y="495"/>
                    <a:pt x="34" y="595"/>
                  </a:cubicBezTo>
                  <a:cubicBezTo>
                    <a:pt x="77" y="659"/>
                    <a:pt x="148" y="696"/>
                    <a:pt x="220" y="696"/>
                  </a:cubicBezTo>
                  <a:cubicBezTo>
                    <a:pt x="259" y="696"/>
                    <a:pt x="299" y="685"/>
                    <a:pt x="334" y="661"/>
                  </a:cubicBezTo>
                  <a:cubicBezTo>
                    <a:pt x="570" y="498"/>
                    <a:pt x="836" y="414"/>
                    <a:pt x="1104" y="414"/>
                  </a:cubicBezTo>
                  <a:cubicBezTo>
                    <a:pt x="1329" y="414"/>
                    <a:pt x="1556" y="473"/>
                    <a:pt x="1769" y="595"/>
                  </a:cubicBezTo>
                  <a:cubicBezTo>
                    <a:pt x="2536" y="1028"/>
                    <a:pt x="3003" y="2262"/>
                    <a:pt x="3003" y="3930"/>
                  </a:cubicBezTo>
                  <a:cubicBezTo>
                    <a:pt x="2970" y="5465"/>
                    <a:pt x="2603" y="6999"/>
                    <a:pt x="1936" y="8400"/>
                  </a:cubicBezTo>
                  <a:cubicBezTo>
                    <a:pt x="1869" y="8500"/>
                    <a:pt x="1936" y="8634"/>
                    <a:pt x="2036" y="8700"/>
                  </a:cubicBezTo>
                  <a:lnTo>
                    <a:pt x="2102" y="8700"/>
                  </a:lnTo>
                  <a:cubicBezTo>
                    <a:pt x="2202" y="8700"/>
                    <a:pt x="2269" y="8634"/>
                    <a:pt x="2303" y="8567"/>
                  </a:cubicBezTo>
                  <a:cubicBezTo>
                    <a:pt x="3003" y="7133"/>
                    <a:pt x="3403" y="5531"/>
                    <a:pt x="3403" y="3897"/>
                  </a:cubicBezTo>
                  <a:cubicBezTo>
                    <a:pt x="3403" y="2129"/>
                    <a:pt x="2870" y="728"/>
                    <a:pt x="1969" y="228"/>
                  </a:cubicBezTo>
                  <a:cubicBezTo>
                    <a:pt x="1711" y="76"/>
                    <a:pt x="1419" y="0"/>
                    <a:pt x="1127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9">
              <a:extLst>
                <a:ext uri="{FF2B5EF4-FFF2-40B4-BE49-F238E27FC236}">
                  <a16:creationId xmlns:a16="http://schemas.microsoft.com/office/drawing/2014/main" id="{7B1BE6FD-646D-5F27-D8F5-3FB5E8591159}"/>
                </a:ext>
              </a:extLst>
            </p:cNvPr>
            <p:cNvSpPr/>
            <p:nvPr/>
          </p:nvSpPr>
          <p:spPr>
            <a:xfrm>
              <a:off x="6207110" y="1783540"/>
              <a:ext cx="88650" cy="153425"/>
            </a:xfrm>
            <a:custGeom>
              <a:avLst/>
              <a:gdLst/>
              <a:ahLst/>
              <a:cxnLst/>
              <a:rect l="l" t="t" r="r" b="b"/>
              <a:pathLst>
                <a:path w="4504" h="7795" extrusionOk="0">
                  <a:moveTo>
                    <a:pt x="2902" y="423"/>
                  </a:moveTo>
                  <a:cubicBezTo>
                    <a:pt x="3036" y="423"/>
                    <a:pt x="3169" y="456"/>
                    <a:pt x="3269" y="523"/>
                  </a:cubicBezTo>
                  <a:cubicBezTo>
                    <a:pt x="3770" y="790"/>
                    <a:pt x="4070" y="1657"/>
                    <a:pt x="4070" y="2725"/>
                  </a:cubicBezTo>
                  <a:cubicBezTo>
                    <a:pt x="4070" y="4593"/>
                    <a:pt x="3202" y="6627"/>
                    <a:pt x="2135" y="7228"/>
                  </a:cubicBezTo>
                  <a:cubicBezTo>
                    <a:pt x="1984" y="7342"/>
                    <a:pt x="1800" y="7401"/>
                    <a:pt x="1620" y="7401"/>
                  </a:cubicBezTo>
                  <a:cubicBezTo>
                    <a:pt x="1484" y="7401"/>
                    <a:pt x="1350" y="7367"/>
                    <a:pt x="1234" y="7295"/>
                  </a:cubicBezTo>
                  <a:cubicBezTo>
                    <a:pt x="734" y="6994"/>
                    <a:pt x="434" y="6160"/>
                    <a:pt x="434" y="5060"/>
                  </a:cubicBezTo>
                  <a:cubicBezTo>
                    <a:pt x="434" y="3225"/>
                    <a:pt x="1301" y="1190"/>
                    <a:pt x="2369" y="590"/>
                  </a:cubicBezTo>
                  <a:cubicBezTo>
                    <a:pt x="2502" y="490"/>
                    <a:pt x="2702" y="423"/>
                    <a:pt x="2902" y="423"/>
                  </a:cubicBezTo>
                  <a:close/>
                  <a:moveTo>
                    <a:pt x="2878" y="0"/>
                  </a:moveTo>
                  <a:cubicBezTo>
                    <a:pt x="2616" y="0"/>
                    <a:pt x="2355" y="76"/>
                    <a:pt x="2135" y="223"/>
                  </a:cubicBezTo>
                  <a:cubicBezTo>
                    <a:pt x="934" y="890"/>
                    <a:pt x="0" y="3058"/>
                    <a:pt x="0" y="5060"/>
                  </a:cubicBezTo>
                  <a:cubicBezTo>
                    <a:pt x="0" y="6327"/>
                    <a:pt x="400" y="7295"/>
                    <a:pt x="1001" y="7662"/>
                  </a:cubicBezTo>
                  <a:cubicBezTo>
                    <a:pt x="1201" y="7762"/>
                    <a:pt x="1401" y="7795"/>
                    <a:pt x="1601" y="7795"/>
                  </a:cubicBezTo>
                  <a:cubicBezTo>
                    <a:pt x="1868" y="7795"/>
                    <a:pt x="2135" y="7728"/>
                    <a:pt x="2369" y="7595"/>
                  </a:cubicBezTo>
                  <a:cubicBezTo>
                    <a:pt x="3569" y="6894"/>
                    <a:pt x="4503" y="4759"/>
                    <a:pt x="4503" y="2725"/>
                  </a:cubicBezTo>
                  <a:cubicBezTo>
                    <a:pt x="4503" y="1490"/>
                    <a:pt x="4103" y="523"/>
                    <a:pt x="3503" y="156"/>
                  </a:cubicBezTo>
                  <a:cubicBezTo>
                    <a:pt x="3307" y="51"/>
                    <a:pt x="3092" y="0"/>
                    <a:pt x="287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9">
              <a:extLst>
                <a:ext uri="{FF2B5EF4-FFF2-40B4-BE49-F238E27FC236}">
                  <a16:creationId xmlns:a16="http://schemas.microsoft.com/office/drawing/2014/main" id="{7A7CEA4B-9F55-9DA8-20B1-F2E52B8E6ADD}"/>
                </a:ext>
              </a:extLst>
            </p:cNvPr>
            <p:cNvSpPr/>
            <p:nvPr/>
          </p:nvSpPr>
          <p:spPr>
            <a:xfrm>
              <a:off x="6193312" y="1795252"/>
              <a:ext cx="24741" cy="46529"/>
            </a:xfrm>
            <a:custGeom>
              <a:avLst/>
              <a:gdLst/>
              <a:ahLst/>
              <a:cxnLst/>
              <a:rect l="l" t="t" r="r" b="b"/>
              <a:pathLst>
                <a:path w="1257" h="2364" extrusionOk="0">
                  <a:moveTo>
                    <a:pt x="974" y="1"/>
                  </a:moveTo>
                  <a:cubicBezTo>
                    <a:pt x="904" y="1"/>
                    <a:pt x="835" y="38"/>
                    <a:pt x="801" y="128"/>
                  </a:cubicBezTo>
                  <a:cubicBezTo>
                    <a:pt x="468" y="762"/>
                    <a:pt x="201" y="1429"/>
                    <a:pt x="34" y="2096"/>
                  </a:cubicBezTo>
                  <a:cubicBezTo>
                    <a:pt x="1" y="2230"/>
                    <a:pt x="67" y="2330"/>
                    <a:pt x="167" y="2363"/>
                  </a:cubicBezTo>
                  <a:lnTo>
                    <a:pt x="234" y="2363"/>
                  </a:lnTo>
                  <a:cubicBezTo>
                    <a:pt x="301" y="2363"/>
                    <a:pt x="401" y="2296"/>
                    <a:pt x="434" y="2230"/>
                  </a:cubicBezTo>
                  <a:cubicBezTo>
                    <a:pt x="601" y="1563"/>
                    <a:pt x="835" y="929"/>
                    <a:pt x="1168" y="295"/>
                  </a:cubicBezTo>
                  <a:cubicBezTo>
                    <a:pt x="1256" y="141"/>
                    <a:pt x="1111" y="1"/>
                    <a:pt x="974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9">
              <a:extLst>
                <a:ext uri="{FF2B5EF4-FFF2-40B4-BE49-F238E27FC236}">
                  <a16:creationId xmlns:a16="http://schemas.microsoft.com/office/drawing/2014/main" id="{813F0136-8F4F-86B1-F2B6-9E43AF83BD08}"/>
                </a:ext>
              </a:extLst>
            </p:cNvPr>
            <p:cNvSpPr/>
            <p:nvPr/>
          </p:nvSpPr>
          <p:spPr>
            <a:xfrm>
              <a:off x="6186089" y="1860519"/>
              <a:ext cx="10235" cy="35743"/>
            </a:xfrm>
            <a:custGeom>
              <a:avLst/>
              <a:gdLst/>
              <a:ahLst/>
              <a:cxnLst/>
              <a:rect l="l" t="t" r="r" b="b"/>
              <a:pathLst>
                <a:path w="520" h="1816" extrusionOk="0">
                  <a:moveTo>
                    <a:pt x="299" y="0"/>
                  </a:moveTo>
                  <a:cubicBezTo>
                    <a:pt x="208" y="0"/>
                    <a:pt x="116" y="60"/>
                    <a:pt x="101" y="181"/>
                  </a:cubicBezTo>
                  <a:cubicBezTo>
                    <a:pt x="34" y="648"/>
                    <a:pt x="1" y="1115"/>
                    <a:pt x="1" y="1616"/>
                  </a:cubicBezTo>
                  <a:cubicBezTo>
                    <a:pt x="1" y="1716"/>
                    <a:pt x="67" y="1816"/>
                    <a:pt x="201" y="1816"/>
                  </a:cubicBezTo>
                  <a:cubicBezTo>
                    <a:pt x="301" y="1816"/>
                    <a:pt x="401" y="1716"/>
                    <a:pt x="401" y="1616"/>
                  </a:cubicBezTo>
                  <a:cubicBezTo>
                    <a:pt x="401" y="1149"/>
                    <a:pt x="434" y="682"/>
                    <a:pt x="501" y="248"/>
                  </a:cubicBezTo>
                  <a:cubicBezTo>
                    <a:pt x="519" y="85"/>
                    <a:pt x="409" y="0"/>
                    <a:pt x="299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9">
              <a:extLst>
                <a:ext uri="{FF2B5EF4-FFF2-40B4-BE49-F238E27FC236}">
                  <a16:creationId xmlns:a16="http://schemas.microsoft.com/office/drawing/2014/main" id="{51A522CF-F3CE-8658-CE73-5747A924F144}"/>
                </a:ext>
              </a:extLst>
            </p:cNvPr>
            <p:cNvSpPr/>
            <p:nvPr/>
          </p:nvSpPr>
          <p:spPr>
            <a:xfrm>
              <a:off x="6187408" y="1919054"/>
              <a:ext cx="46628" cy="52060"/>
            </a:xfrm>
            <a:custGeom>
              <a:avLst/>
              <a:gdLst/>
              <a:ahLst/>
              <a:cxnLst/>
              <a:rect l="l" t="t" r="r" b="b"/>
              <a:pathLst>
                <a:path w="2369" h="2645" extrusionOk="0">
                  <a:moveTo>
                    <a:pt x="252" y="1"/>
                  </a:moveTo>
                  <a:cubicBezTo>
                    <a:pt x="235" y="1"/>
                    <a:pt x="218" y="4"/>
                    <a:pt x="201" y="9"/>
                  </a:cubicBezTo>
                  <a:cubicBezTo>
                    <a:pt x="67" y="43"/>
                    <a:pt x="0" y="143"/>
                    <a:pt x="34" y="243"/>
                  </a:cubicBezTo>
                  <a:cubicBezTo>
                    <a:pt x="301" y="1544"/>
                    <a:pt x="1135" y="2511"/>
                    <a:pt x="2102" y="2645"/>
                  </a:cubicBezTo>
                  <a:lnTo>
                    <a:pt x="2135" y="2645"/>
                  </a:lnTo>
                  <a:cubicBezTo>
                    <a:pt x="2235" y="2645"/>
                    <a:pt x="2335" y="2545"/>
                    <a:pt x="2335" y="2444"/>
                  </a:cubicBezTo>
                  <a:cubicBezTo>
                    <a:pt x="2369" y="2344"/>
                    <a:pt x="2269" y="2211"/>
                    <a:pt x="2169" y="2211"/>
                  </a:cubicBezTo>
                  <a:cubicBezTo>
                    <a:pt x="1502" y="2144"/>
                    <a:pt x="701" y="1477"/>
                    <a:pt x="434" y="176"/>
                  </a:cubicBezTo>
                  <a:cubicBezTo>
                    <a:pt x="406" y="66"/>
                    <a:pt x="333" y="1"/>
                    <a:pt x="25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9">
              <a:extLst>
                <a:ext uri="{FF2B5EF4-FFF2-40B4-BE49-F238E27FC236}">
                  <a16:creationId xmlns:a16="http://schemas.microsoft.com/office/drawing/2014/main" id="{0FCF473F-46E3-C561-173E-01919A25DA33}"/>
                </a:ext>
              </a:extLst>
            </p:cNvPr>
            <p:cNvSpPr/>
            <p:nvPr/>
          </p:nvSpPr>
          <p:spPr>
            <a:xfrm>
              <a:off x="6250431" y="1936473"/>
              <a:ext cx="29327" cy="26768"/>
            </a:xfrm>
            <a:custGeom>
              <a:avLst/>
              <a:gdLst/>
              <a:ahLst/>
              <a:cxnLst/>
              <a:rect l="l" t="t" r="r" b="b"/>
              <a:pathLst>
                <a:path w="1490" h="1360" extrusionOk="0">
                  <a:moveTo>
                    <a:pt x="1197" y="1"/>
                  </a:moveTo>
                  <a:cubicBezTo>
                    <a:pt x="1140" y="1"/>
                    <a:pt x="1081" y="27"/>
                    <a:pt x="1035" y="92"/>
                  </a:cubicBezTo>
                  <a:cubicBezTo>
                    <a:pt x="768" y="425"/>
                    <a:pt x="468" y="726"/>
                    <a:pt x="101" y="992"/>
                  </a:cubicBezTo>
                  <a:cubicBezTo>
                    <a:pt x="1" y="1026"/>
                    <a:pt x="1" y="1159"/>
                    <a:pt x="67" y="1259"/>
                  </a:cubicBezTo>
                  <a:cubicBezTo>
                    <a:pt x="101" y="1326"/>
                    <a:pt x="168" y="1359"/>
                    <a:pt x="234" y="1359"/>
                  </a:cubicBezTo>
                  <a:cubicBezTo>
                    <a:pt x="268" y="1359"/>
                    <a:pt x="301" y="1359"/>
                    <a:pt x="334" y="1326"/>
                  </a:cubicBezTo>
                  <a:cubicBezTo>
                    <a:pt x="735" y="1059"/>
                    <a:pt x="1068" y="726"/>
                    <a:pt x="1368" y="325"/>
                  </a:cubicBezTo>
                  <a:cubicBezTo>
                    <a:pt x="1489" y="180"/>
                    <a:pt x="1348" y="1"/>
                    <a:pt x="119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9">
              <a:extLst>
                <a:ext uri="{FF2B5EF4-FFF2-40B4-BE49-F238E27FC236}">
                  <a16:creationId xmlns:a16="http://schemas.microsoft.com/office/drawing/2014/main" id="{8FE85DB0-6E93-2289-5A54-B7492C4BB438}"/>
                </a:ext>
              </a:extLst>
            </p:cNvPr>
            <p:cNvSpPr/>
            <p:nvPr/>
          </p:nvSpPr>
          <p:spPr>
            <a:xfrm>
              <a:off x="6245727" y="1749293"/>
              <a:ext cx="68416" cy="171277"/>
            </a:xfrm>
            <a:custGeom>
              <a:avLst/>
              <a:gdLst/>
              <a:ahLst/>
              <a:cxnLst/>
              <a:rect l="l" t="t" r="r" b="b"/>
              <a:pathLst>
                <a:path w="3476" h="8702" extrusionOk="0">
                  <a:moveTo>
                    <a:pt x="1182" y="1"/>
                  </a:moveTo>
                  <a:cubicBezTo>
                    <a:pt x="831" y="1"/>
                    <a:pt x="482" y="110"/>
                    <a:pt x="173" y="328"/>
                  </a:cubicBezTo>
                  <a:cubicBezTo>
                    <a:pt x="1" y="443"/>
                    <a:pt x="125" y="682"/>
                    <a:pt x="312" y="682"/>
                  </a:cubicBezTo>
                  <a:cubicBezTo>
                    <a:pt x="342" y="682"/>
                    <a:pt x="374" y="676"/>
                    <a:pt x="407" y="662"/>
                  </a:cubicBezTo>
                  <a:cubicBezTo>
                    <a:pt x="624" y="499"/>
                    <a:pt x="891" y="414"/>
                    <a:pt x="1165" y="414"/>
                  </a:cubicBezTo>
                  <a:cubicBezTo>
                    <a:pt x="1394" y="414"/>
                    <a:pt x="1628" y="474"/>
                    <a:pt x="1841" y="595"/>
                  </a:cubicBezTo>
                  <a:cubicBezTo>
                    <a:pt x="2608" y="1029"/>
                    <a:pt x="3042" y="2296"/>
                    <a:pt x="3042" y="3931"/>
                  </a:cubicBezTo>
                  <a:cubicBezTo>
                    <a:pt x="3042" y="5465"/>
                    <a:pt x="2675" y="7000"/>
                    <a:pt x="2008" y="8401"/>
                  </a:cubicBezTo>
                  <a:cubicBezTo>
                    <a:pt x="1941" y="8501"/>
                    <a:pt x="1974" y="8634"/>
                    <a:pt x="2074" y="8701"/>
                  </a:cubicBezTo>
                  <a:lnTo>
                    <a:pt x="2174" y="8701"/>
                  </a:lnTo>
                  <a:cubicBezTo>
                    <a:pt x="2275" y="8701"/>
                    <a:pt x="2341" y="8668"/>
                    <a:pt x="2375" y="8601"/>
                  </a:cubicBezTo>
                  <a:cubicBezTo>
                    <a:pt x="3075" y="7133"/>
                    <a:pt x="3475" y="5532"/>
                    <a:pt x="3475" y="3898"/>
                  </a:cubicBezTo>
                  <a:cubicBezTo>
                    <a:pt x="3475" y="2130"/>
                    <a:pt x="2942" y="729"/>
                    <a:pt x="2041" y="228"/>
                  </a:cubicBezTo>
                  <a:cubicBezTo>
                    <a:pt x="1768" y="77"/>
                    <a:pt x="1475" y="1"/>
                    <a:pt x="1182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9">
              <a:extLst>
                <a:ext uri="{FF2B5EF4-FFF2-40B4-BE49-F238E27FC236}">
                  <a16:creationId xmlns:a16="http://schemas.microsoft.com/office/drawing/2014/main" id="{B133FF06-D368-64C5-98B5-BF4EDD623AD3}"/>
                </a:ext>
              </a:extLst>
            </p:cNvPr>
            <p:cNvSpPr/>
            <p:nvPr/>
          </p:nvSpPr>
          <p:spPr>
            <a:xfrm>
              <a:off x="6398817" y="3040426"/>
              <a:ext cx="155630" cy="275319"/>
            </a:xfrm>
            <a:custGeom>
              <a:avLst/>
              <a:gdLst/>
              <a:ahLst/>
              <a:cxnLst/>
              <a:rect l="l" t="t" r="r" b="b"/>
              <a:pathLst>
                <a:path w="7907" h="13988" extrusionOk="0">
                  <a:moveTo>
                    <a:pt x="5076" y="445"/>
                  </a:moveTo>
                  <a:cubicBezTo>
                    <a:pt x="5357" y="445"/>
                    <a:pt x="5640" y="512"/>
                    <a:pt x="5905" y="644"/>
                  </a:cubicBezTo>
                  <a:cubicBezTo>
                    <a:pt x="6872" y="1211"/>
                    <a:pt x="7439" y="2746"/>
                    <a:pt x="7439" y="4814"/>
                  </a:cubicBezTo>
                  <a:cubicBezTo>
                    <a:pt x="7439" y="8283"/>
                    <a:pt x="5838" y="12052"/>
                    <a:pt x="3837" y="13187"/>
                  </a:cubicBezTo>
                  <a:cubicBezTo>
                    <a:pt x="3538" y="13411"/>
                    <a:pt x="3176" y="13520"/>
                    <a:pt x="2817" y="13520"/>
                  </a:cubicBezTo>
                  <a:cubicBezTo>
                    <a:pt x="2534" y="13520"/>
                    <a:pt x="2252" y="13452"/>
                    <a:pt x="2002" y="13320"/>
                  </a:cubicBezTo>
                  <a:cubicBezTo>
                    <a:pt x="1035" y="12786"/>
                    <a:pt x="467" y="11218"/>
                    <a:pt x="467" y="9150"/>
                  </a:cubicBezTo>
                  <a:cubicBezTo>
                    <a:pt x="467" y="5681"/>
                    <a:pt x="2069" y="1912"/>
                    <a:pt x="4070" y="778"/>
                  </a:cubicBezTo>
                  <a:cubicBezTo>
                    <a:pt x="4369" y="554"/>
                    <a:pt x="4720" y="445"/>
                    <a:pt x="5076" y="445"/>
                  </a:cubicBezTo>
                  <a:close/>
                  <a:moveTo>
                    <a:pt x="5055" y="0"/>
                  </a:moveTo>
                  <a:cubicBezTo>
                    <a:pt x="4623" y="0"/>
                    <a:pt x="4196" y="126"/>
                    <a:pt x="3837" y="377"/>
                  </a:cubicBezTo>
                  <a:cubicBezTo>
                    <a:pt x="1702" y="1612"/>
                    <a:pt x="0" y="5514"/>
                    <a:pt x="0" y="9150"/>
                  </a:cubicBezTo>
                  <a:cubicBezTo>
                    <a:pt x="0" y="11385"/>
                    <a:pt x="668" y="13087"/>
                    <a:pt x="1768" y="13720"/>
                  </a:cubicBezTo>
                  <a:cubicBezTo>
                    <a:pt x="2069" y="13887"/>
                    <a:pt x="2402" y="13987"/>
                    <a:pt x="2769" y="13987"/>
                  </a:cubicBezTo>
                  <a:cubicBezTo>
                    <a:pt x="3236" y="13987"/>
                    <a:pt x="3670" y="13854"/>
                    <a:pt x="4070" y="13620"/>
                  </a:cubicBezTo>
                  <a:cubicBezTo>
                    <a:pt x="6172" y="12419"/>
                    <a:pt x="7906" y="8483"/>
                    <a:pt x="7906" y="4847"/>
                  </a:cubicBezTo>
                  <a:cubicBezTo>
                    <a:pt x="7906" y="2612"/>
                    <a:pt x="7239" y="911"/>
                    <a:pt x="6138" y="277"/>
                  </a:cubicBezTo>
                  <a:cubicBezTo>
                    <a:pt x="5799" y="93"/>
                    <a:pt x="5425" y="0"/>
                    <a:pt x="5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9">
              <a:extLst>
                <a:ext uri="{FF2B5EF4-FFF2-40B4-BE49-F238E27FC236}">
                  <a16:creationId xmlns:a16="http://schemas.microsoft.com/office/drawing/2014/main" id="{ACB32AB8-83C9-703F-E770-10AA96018471}"/>
                </a:ext>
              </a:extLst>
            </p:cNvPr>
            <p:cNvSpPr/>
            <p:nvPr/>
          </p:nvSpPr>
          <p:spPr>
            <a:xfrm>
              <a:off x="6373210" y="3061801"/>
              <a:ext cx="38342" cy="79301"/>
            </a:xfrm>
            <a:custGeom>
              <a:avLst/>
              <a:gdLst/>
              <a:ahLst/>
              <a:cxnLst/>
              <a:rect l="l" t="t" r="r" b="b"/>
              <a:pathLst>
                <a:path w="1948" h="4029" extrusionOk="0">
                  <a:moveTo>
                    <a:pt x="1631" y="1"/>
                  </a:moveTo>
                  <a:cubicBezTo>
                    <a:pt x="1555" y="1"/>
                    <a:pt x="1479" y="38"/>
                    <a:pt x="1435" y="125"/>
                  </a:cubicBezTo>
                  <a:cubicBezTo>
                    <a:pt x="834" y="1293"/>
                    <a:pt x="367" y="2494"/>
                    <a:pt x="34" y="3761"/>
                  </a:cubicBezTo>
                  <a:cubicBezTo>
                    <a:pt x="1" y="3861"/>
                    <a:pt x="67" y="3995"/>
                    <a:pt x="201" y="4028"/>
                  </a:cubicBezTo>
                  <a:lnTo>
                    <a:pt x="234" y="4028"/>
                  </a:lnTo>
                  <a:cubicBezTo>
                    <a:pt x="367" y="4028"/>
                    <a:pt x="434" y="3961"/>
                    <a:pt x="468" y="3861"/>
                  </a:cubicBezTo>
                  <a:cubicBezTo>
                    <a:pt x="801" y="2660"/>
                    <a:pt x="1268" y="1460"/>
                    <a:pt x="1835" y="359"/>
                  </a:cubicBezTo>
                  <a:cubicBezTo>
                    <a:pt x="1947" y="157"/>
                    <a:pt x="1788" y="1"/>
                    <a:pt x="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9">
              <a:extLst>
                <a:ext uri="{FF2B5EF4-FFF2-40B4-BE49-F238E27FC236}">
                  <a16:creationId xmlns:a16="http://schemas.microsoft.com/office/drawing/2014/main" id="{6DAE512F-3D55-D719-7E82-6C05FB745814}"/>
                </a:ext>
              </a:extLst>
            </p:cNvPr>
            <p:cNvSpPr/>
            <p:nvPr/>
          </p:nvSpPr>
          <p:spPr>
            <a:xfrm>
              <a:off x="6360082" y="3181234"/>
              <a:ext cx="12853" cy="59658"/>
            </a:xfrm>
            <a:custGeom>
              <a:avLst/>
              <a:gdLst/>
              <a:ahLst/>
              <a:cxnLst/>
              <a:rect l="l" t="t" r="r" b="b"/>
              <a:pathLst>
                <a:path w="653" h="3031" extrusionOk="0">
                  <a:moveTo>
                    <a:pt x="387" y="1"/>
                  </a:moveTo>
                  <a:cubicBezTo>
                    <a:pt x="283" y="1"/>
                    <a:pt x="182" y="61"/>
                    <a:pt x="167" y="195"/>
                  </a:cubicBezTo>
                  <a:cubicBezTo>
                    <a:pt x="67" y="1062"/>
                    <a:pt x="0" y="1930"/>
                    <a:pt x="0" y="2797"/>
                  </a:cubicBezTo>
                  <a:cubicBezTo>
                    <a:pt x="0" y="2897"/>
                    <a:pt x="100" y="3030"/>
                    <a:pt x="234" y="3030"/>
                  </a:cubicBezTo>
                  <a:cubicBezTo>
                    <a:pt x="367" y="3030"/>
                    <a:pt x="467" y="2897"/>
                    <a:pt x="434" y="2764"/>
                  </a:cubicBezTo>
                  <a:cubicBezTo>
                    <a:pt x="434" y="1930"/>
                    <a:pt x="501" y="1096"/>
                    <a:pt x="634" y="262"/>
                  </a:cubicBezTo>
                  <a:cubicBezTo>
                    <a:pt x="653" y="95"/>
                    <a:pt x="517" y="1"/>
                    <a:pt x="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9">
              <a:extLst>
                <a:ext uri="{FF2B5EF4-FFF2-40B4-BE49-F238E27FC236}">
                  <a16:creationId xmlns:a16="http://schemas.microsoft.com/office/drawing/2014/main" id="{1B626032-CB15-8951-3AD5-A71BD16066B5}"/>
                </a:ext>
              </a:extLst>
            </p:cNvPr>
            <p:cNvSpPr/>
            <p:nvPr/>
          </p:nvSpPr>
          <p:spPr>
            <a:xfrm>
              <a:off x="6362228" y="3288031"/>
              <a:ext cx="80600" cy="89418"/>
            </a:xfrm>
            <a:custGeom>
              <a:avLst/>
              <a:gdLst/>
              <a:ahLst/>
              <a:cxnLst/>
              <a:rect l="l" t="t" r="r" b="b"/>
              <a:pathLst>
                <a:path w="4095" h="4543" extrusionOk="0">
                  <a:moveTo>
                    <a:pt x="277" y="1"/>
                  </a:moveTo>
                  <a:cubicBezTo>
                    <a:pt x="141" y="1"/>
                    <a:pt x="1" y="115"/>
                    <a:pt x="58" y="306"/>
                  </a:cubicBezTo>
                  <a:cubicBezTo>
                    <a:pt x="525" y="2641"/>
                    <a:pt x="2026" y="4343"/>
                    <a:pt x="3761" y="4543"/>
                  </a:cubicBezTo>
                  <a:cubicBezTo>
                    <a:pt x="4061" y="4543"/>
                    <a:pt x="4094" y="4109"/>
                    <a:pt x="3794" y="4076"/>
                  </a:cubicBezTo>
                  <a:cubicBezTo>
                    <a:pt x="2527" y="3942"/>
                    <a:pt x="1026" y="2675"/>
                    <a:pt x="492" y="206"/>
                  </a:cubicBezTo>
                  <a:cubicBezTo>
                    <a:pt x="478" y="64"/>
                    <a:pt x="378" y="1"/>
                    <a:pt x="2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9">
              <a:extLst>
                <a:ext uri="{FF2B5EF4-FFF2-40B4-BE49-F238E27FC236}">
                  <a16:creationId xmlns:a16="http://schemas.microsoft.com/office/drawing/2014/main" id="{390AA8F3-4F90-E751-7686-4155DFF3D9E5}"/>
                </a:ext>
              </a:extLst>
            </p:cNvPr>
            <p:cNvSpPr/>
            <p:nvPr/>
          </p:nvSpPr>
          <p:spPr>
            <a:xfrm>
              <a:off x="6476937" y="3320881"/>
              <a:ext cx="47041" cy="42790"/>
            </a:xfrm>
            <a:custGeom>
              <a:avLst/>
              <a:gdLst/>
              <a:ahLst/>
              <a:cxnLst/>
              <a:rect l="l" t="t" r="r" b="b"/>
              <a:pathLst>
                <a:path w="2390" h="2174" extrusionOk="0">
                  <a:moveTo>
                    <a:pt x="2073" y="0"/>
                  </a:moveTo>
                  <a:cubicBezTo>
                    <a:pt x="2011" y="0"/>
                    <a:pt x="1949" y="31"/>
                    <a:pt x="1902" y="105"/>
                  </a:cubicBezTo>
                  <a:cubicBezTo>
                    <a:pt x="1402" y="739"/>
                    <a:pt x="835" y="1306"/>
                    <a:pt x="168" y="1773"/>
                  </a:cubicBezTo>
                  <a:cubicBezTo>
                    <a:pt x="1" y="1873"/>
                    <a:pt x="68" y="2173"/>
                    <a:pt x="301" y="2173"/>
                  </a:cubicBezTo>
                  <a:cubicBezTo>
                    <a:pt x="335" y="2173"/>
                    <a:pt x="401" y="2173"/>
                    <a:pt x="435" y="2140"/>
                  </a:cubicBezTo>
                  <a:cubicBezTo>
                    <a:pt x="1135" y="1640"/>
                    <a:pt x="1736" y="1039"/>
                    <a:pt x="2269" y="372"/>
                  </a:cubicBezTo>
                  <a:cubicBezTo>
                    <a:pt x="2390" y="204"/>
                    <a:pt x="2232" y="0"/>
                    <a:pt x="2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9">
              <a:extLst>
                <a:ext uri="{FF2B5EF4-FFF2-40B4-BE49-F238E27FC236}">
                  <a16:creationId xmlns:a16="http://schemas.microsoft.com/office/drawing/2014/main" id="{564EC1FF-8A6A-7E96-34CF-4EAEC81BC905}"/>
                </a:ext>
              </a:extLst>
            </p:cNvPr>
            <p:cNvSpPr/>
            <p:nvPr/>
          </p:nvSpPr>
          <p:spPr>
            <a:xfrm>
              <a:off x="6471702" y="2978583"/>
              <a:ext cx="116875" cy="307618"/>
            </a:xfrm>
            <a:custGeom>
              <a:avLst/>
              <a:gdLst/>
              <a:ahLst/>
              <a:cxnLst/>
              <a:rect l="l" t="t" r="r" b="b"/>
              <a:pathLst>
                <a:path w="5938" h="15629" extrusionOk="0">
                  <a:moveTo>
                    <a:pt x="1998" y="0"/>
                  </a:moveTo>
                  <a:cubicBezTo>
                    <a:pt x="1401" y="0"/>
                    <a:pt x="772" y="186"/>
                    <a:pt x="134" y="551"/>
                  </a:cubicBezTo>
                  <a:cubicBezTo>
                    <a:pt x="33" y="617"/>
                    <a:pt x="0" y="751"/>
                    <a:pt x="67" y="851"/>
                  </a:cubicBezTo>
                  <a:cubicBezTo>
                    <a:pt x="91" y="923"/>
                    <a:pt x="184" y="978"/>
                    <a:pt x="272" y="978"/>
                  </a:cubicBezTo>
                  <a:cubicBezTo>
                    <a:pt x="306" y="978"/>
                    <a:pt x="339" y="970"/>
                    <a:pt x="367" y="951"/>
                  </a:cubicBezTo>
                  <a:cubicBezTo>
                    <a:pt x="914" y="622"/>
                    <a:pt x="1452" y="464"/>
                    <a:pt x="1963" y="464"/>
                  </a:cubicBezTo>
                  <a:cubicBezTo>
                    <a:pt x="2386" y="464"/>
                    <a:pt x="2791" y="573"/>
                    <a:pt x="3169" y="784"/>
                  </a:cubicBezTo>
                  <a:cubicBezTo>
                    <a:pt x="4603" y="1618"/>
                    <a:pt x="5471" y="3920"/>
                    <a:pt x="5471" y="6989"/>
                  </a:cubicBezTo>
                  <a:cubicBezTo>
                    <a:pt x="5437" y="9857"/>
                    <a:pt x="4770" y="12693"/>
                    <a:pt x="3503" y="15295"/>
                  </a:cubicBezTo>
                  <a:cubicBezTo>
                    <a:pt x="3469" y="15395"/>
                    <a:pt x="3503" y="15528"/>
                    <a:pt x="3603" y="15595"/>
                  </a:cubicBezTo>
                  <a:cubicBezTo>
                    <a:pt x="3636" y="15595"/>
                    <a:pt x="3669" y="15628"/>
                    <a:pt x="3736" y="15628"/>
                  </a:cubicBezTo>
                  <a:cubicBezTo>
                    <a:pt x="3803" y="15595"/>
                    <a:pt x="3870" y="15561"/>
                    <a:pt x="3936" y="15495"/>
                  </a:cubicBezTo>
                  <a:cubicBezTo>
                    <a:pt x="5237" y="12826"/>
                    <a:pt x="5904" y="9924"/>
                    <a:pt x="5938" y="6989"/>
                  </a:cubicBezTo>
                  <a:cubicBezTo>
                    <a:pt x="5938" y="3753"/>
                    <a:pt x="4970" y="1284"/>
                    <a:pt x="3403" y="384"/>
                  </a:cubicBezTo>
                  <a:cubicBezTo>
                    <a:pt x="2965" y="127"/>
                    <a:pt x="2492" y="0"/>
                    <a:pt x="19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9">
              <a:extLst>
                <a:ext uri="{FF2B5EF4-FFF2-40B4-BE49-F238E27FC236}">
                  <a16:creationId xmlns:a16="http://schemas.microsoft.com/office/drawing/2014/main" id="{6F2C04B6-8A70-C62A-7121-11CFB45F6296}"/>
                </a:ext>
              </a:extLst>
            </p:cNvPr>
            <p:cNvSpPr/>
            <p:nvPr/>
          </p:nvSpPr>
          <p:spPr>
            <a:xfrm>
              <a:off x="5934625" y="2665553"/>
              <a:ext cx="88670" cy="153838"/>
            </a:xfrm>
            <a:custGeom>
              <a:avLst/>
              <a:gdLst/>
              <a:ahLst/>
              <a:cxnLst/>
              <a:rect l="l" t="t" r="r" b="b"/>
              <a:pathLst>
                <a:path w="4505" h="7816" extrusionOk="0">
                  <a:moveTo>
                    <a:pt x="2903" y="410"/>
                  </a:moveTo>
                  <a:cubicBezTo>
                    <a:pt x="3036" y="410"/>
                    <a:pt x="3170" y="443"/>
                    <a:pt x="3270" y="510"/>
                  </a:cubicBezTo>
                  <a:cubicBezTo>
                    <a:pt x="3770" y="810"/>
                    <a:pt x="4071" y="1644"/>
                    <a:pt x="4071" y="2745"/>
                  </a:cubicBezTo>
                  <a:cubicBezTo>
                    <a:pt x="4071" y="4613"/>
                    <a:pt x="3203" y="6614"/>
                    <a:pt x="2136" y="7248"/>
                  </a:cubicBezTo>
                  <a:cubicBezTo>
                    <a:pt x="1989" y="7340"/>
                    <a:pt x="1822" y="7391"/>
                    <a:pt x="1652" y="7391"/>
                  </a:cubicBezTo>
                  <a:cubicBezTo>
                    <a:pt x="1512" y="7391"/>
                    <a:pt x="1370" y="7357"/>
                    <a:pt x="1235" y="7281"/>
                  </a:cubicBezTo>
                  <a:cubicBezTo>
                    <a:pt x="735" y="7015"/>
                    <a:pt x="435" y="6147"/>
                    <a:pt x="435" y="5080"/>
                  </a:cubicBezTo>
                  <a:cubicBezTo>
                    <a:pt x="435" y="3212"/>
                    <a:pt x="1302" y="1210"/>
                    <a:pt x="2369" y="577"/>
                  </a:cubicBezTo>
                  <a:cubicBezTo>
                    <a:pt x="2503" y="477"/>
                    <a:pt x="2703" y="410"/>
                    <a:pt x="2903" y="410"/>
                  </a:cubicBezTo>
                  <a:close/>
                  <a:moveTo>
                    <a:pt x="2858" y="0"/>
                  </a:moveTo>
                  <a:cubicBezTo>
                    <a:pt x="2603" y="0"/>
                    <a:pt x="2350" y="67"/>
                    <a:pt x="2136" y="210"/>
                  </a:cubicBezTo>
                  <a:cubicBezTo>
                    <a:pt x="935" y="910"/>
                    <a:pt x="1" y="3045"/>
                    <a:pt x="1" y="5080"/>
                  </a:cubicBezTo>
                  <a:cubicBezTo>
                    <a:pt x="1" y="6314"/>
                    <a:pt x="368" y="7281"/>
                    <a:pt x="1035" y="7648"/>
                  </a:cubicBezTo>
                  <a:cubicBezTo>
                    <a:pt x="1202" y="7748"/>
                    <a:pt x="1402" y="7815"/>
                    <a:pt x="1602" y="7815"/>
                  </a:cubicBezTo>
                  <a:cubicBezTo>
                    <a:pt x="1869" y="7815"/>
                    <a:pt x="2136" y="7715"/>
                    <a:pt x="2369" y="7582"/>
                  </a:cubicBezTo>
                  <a:cubicBezTo>
                    <a:pt x="3570" y="6914"/>
                    <a:pt x="4504" y="4780"/>
                    <a:pt x="4504" y="2745"/>
                  </a:cubicBezTo>
                  <a:cubicBezTo>
                    <a:pt x="4504" y="1477"/>
                    <a:pt x="4137" y="510"/>
                    <a:pt x="3503" y="143"/>
                  </a:cubicBezTo>
                  <a:cubicBezTo>
                    <a:pt x="3302" y="50"/>
                    <a:pt x="3079" y="0"/>
                    <a:pt x="2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9">
              <a:extLst>
                <a:ext uri="{FF2B5EF4-FFF2-40B4-BE49-F238E27FC236}">
                  <a16:creationId xmlns:a16="http://schemas.microsoft.com/office/drawing/2014/main" id="{BAE469C6-0F8F-C31F-D454-49303B768655}"/>
                </a:ext>
              </a:extLst>
            </p:cNvPr>
            <p:cNvSpPr/>
            <p:nvPr/>
          </p:nvSpPr>
          <p:spPr>
            <a:xfrm>
              <a:off x="5920847" y="2677028"/>
              <a:ext cx="24741" cy="46490"/>
            </a:xfrm>
            <a:custGeom>
              <a:avLst/>
              <a:gdLst/>
              <a:ahLst/>
              <a:cxnLst/>
              <a:rect l="l" t="t" r="r" b="b"/>
              <a:pathLst>
                <a:path w="1257" h="2362" extrusionOk="0">
                  <a:moveTo>
                    <a:pt x="985" y="1"/>
                  </a:moveTo>
                  <a:cubicBezTo>
                    <a:pt x="916" y="1"/>
                    <a:pt x="846" y="38"/>
                    <a:pt x="801" y="127"/>
                  </a:cubicBezTo>
                  <a:cubicBezTo>
                    <a:pt x="467" y="761"/>
                    <a:pt x="201" y="1428"/>
                    <a:pt x="34" y="2095"/>
                  </a:cubicBezTo>
                  <a:cubicBezTo>
                    <a:pt x="0" y="2229"/>
                    <a:pt x="67" y="2329"/>
                    <a:pt x="167" y="2362"/>
                  </a:cubicBezTo>
                  <a:lnTo>
                    <a:pt x="234" y="2362"/>
                  </a:lnTo>
                  <a:cubicBezTo>
                    <a:pt x="301" y="2362"/>
                    <a:pt x="401" y="2295"/>
                    <a:pt x="434" y="2229"/>
                  </a:cubicBezTo>
                  <a:cubicBezTo>
                    <a:pt x="601" y="1561"/>
                    <a:pt x="834" y="928"/>
                    <a:pt x="1168" y="327"/>
                  </a:cubicBezTo>
                  <a:cubicBezTo>
                    <a:pt x="1257" y="149"/>
                    <a:pt x="1123" y="1"/>
                    <a:pt x="9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9">
              <a:extLst>
                <a:ext uri="{FF2B5EF4-FFF2-40B4-BE49-F238E27FC236}">
                  <a16:creationId xmlns:a16="http://schemas.microsoft.com/office/drawing/2014/main" id="{B6030A40-7502-80B7-E758-17C007B0326E}"/>
                </a:ext>
              </a:extLst>
            </p:cNvPr>
            <p:cNvSpPr/>
            <p:nvPr/>
          </p:nvSpPr>
          <p:spPr>
            <a:xfrm>
              <a:off x="5913624" y="2742551"/>
              <a:ext cx="10530" cy="35468"/>
            </a:xfrm>
            <a:custGeom>
              <a:avLst/>
              <a:gdLst/>
              <a:ahLst/>
              <a:cxnLst/>
              <a:rect l="l" t="t" r="r" b="b"/>
              <a:pathLst>
                <a:path w="535" h="1802" extrusionOk="0">
                  <a:moveTo>
                    <a:pt x="334" y="0"/>
                  </a:moveTo>
                  <a:cubicBezTo>
                    <a:pt x="201" y="0"/>
                    <a:pt x="101" y="67"/>
                    <a:pt x="101" y="167"/>
                  </a:cubicBezTo>
                  <a:cubicBezTo>
                    <a:pt x="34" y="634"/>
                    <a:pt x="1" y="1134"/>
                    <a:pt x="1" y="1601"/>
                  </a:cubicBezTo>
                  <a:cubicBezTo>
                    <a:pt x="1" y="1702"/>
                    <a:pt x="67" y="1802"/>
                    <a:pt x="201" y="1802"/>
                  </a:cubicBezTo>
                  <a:cubicBezTo>
                    <a:pt x="301" y="1802"/>
                    <a:pt x="401" y="1702"/>
                    <a:pt x="401" y="1601"/>
                  </a:cubicBezTo>
                  <a:cubicBezTo>
                    <a:pt x="401" y="1134"/>
                    <a:pt x="434" y="701"/>
                    <a:pt x="501" y="234"/>
                  </a:cubicBezTo>
                  <a:cubicBezTo>
                    <a:pt x="534" y="134"/>
                    <a:pt x="434" y="34"/>
                    <a:pt x="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9">
              <a:extLst>
                <a:ext uri="{FF2B5EF4-FFF2-40B4-BE49-F238E27FC236}">
                  <a16:creationId xmlns:a16="http://schemas.microsoft.com/office/drawing/2014/main" id="{E0E98351-60CF-EA37-8606-4157F3E593F1}"/>
                </a:ext>
              </a:extLst>
            </p:cNvPr>
            <p:cNvSpPr/>
            <p:nvPr/>
          </p:nvSpPr>
          <p:spPr>
            <a:xfrm>
              <a:off x="5914844" y="2800968"/>
              <a:ext cx="48045" cy="51903"/>
            </a:xfrm>
            <a:custGeom>
              <a:avLst/>
              <a:gdLst/>
              <a:ahLst/>
              <a:cxnLst/>
              <a:rect l="l" t="t" r="r" b="b"/>
              <a:pathLst>
                <a:path w="2441" h="2637" extrusionOk="0">
                  <a:moveTo>
                    <a:pt x="247" y="1"/>
                  </a:moveTo>
                  <a:cubicBezTo>
                    <a:pt x="126" y="1"/>
                    <a:pt x="0" y="96"/>
                    <a:pt x="39" y="268"/>
                  </a:cubicBezTo>
                  <a:cubicBezTo>
                    <a:pt x="305" y="1569"/>
                    <a:pt x="1139" y="2536"/>
                    <a:pt x="2107" y="2636"/>
                  </a:cubicBezTo>
                  <a:lnTo>
                    <a:pt x="2140" y="2636"/>
                  </a:lnTo>
                  <a:cubicBezTo>
                    <a:pt x="2440" y="2636"/>
                    <a:pt x="2440" y="2236"/>
                    <a:pt x="2173" y="2236"/>
                  </a:cubicBezTo>
                  <a:cubicBezTo>
                    <a:pt x="1506" y="2136"/>
                    <a:pt x="706" y="1469"/>
                    <a:pt x="439" y="168"/>
                  </a:cubicBezTo>
                  <a:cubicBezTo>
                    <a:pt x="425" y="54"/>
                    <a:pt x="337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9">
              <a:extLst>
                <a:ext uri="{FF2B5EF4-FFF2-40B4-BE49-F238E27FC236}">
                  <a16:creationId xmlns:a16="http://schemas.microsoft.com/office/drawing/2014/main" id="{9CD9F134-1E4C-4FC3-EF70-3CF17E7FE9D3}"/>
                </a:ext>
              </a:extLst>
            </p:cNvPr>
            <p:cNvSpPr/>
            <p:nvPr/>
          </p:nvSpPr>
          <p:spPr>
            <a:xfrm>
              <a:off x="5977966" y="2818249"/>
              <a:ext cx="29799" cy="26749"/>
            </a:xfrm>
            <a:custGeom>
              <a:avLst/>
              <a:gdLst/>
              <a:ahLst/>
              <a:cxnLst/>
              <a:rect l="l" t="t" r="r" b="b"/>
              <a:pathLst>
                <a:path w="1514" h="1359" extrusionOk="0">
                  <a:moveTo>
                    <a:pt x="1200" y="0"/>
                  </a:moveTo>
                  <a:cubicBezTo>
                    <a:pt x="1141" y="0"/>
                    <a:pt x="1080" y="27"/>
                    <a:pt x="1035" y="90"/>
                  </a:cubicBezTo>
                  <a:cubicBezTo>
                    <a:pt x="768" y="424"/>
                    <a:pt x="468" y="758"/>
                    <a:pt x="101" y="991"/>
                  </a:cubicBezTo>
                  <a:cubicBezTo>
                    <a:pt x="1" y="1058"/>
                    <a:pt x="1" y="1191"/>
                    <a:pt x="67" y="1291"/>
                  </a:cubicBezTo>
                  <a:cubicBezTo>
                    <a:pt x="101" y="1325"/>
                    <a:pt x="167" y="1358"/>
                    <a:pt x="234" y="1358"/>
                  </a:cubicBezTo>
                  <a:cubicBezTo>
                    <a:pt x="267" y="1358"/>
                    <a:pt x="301" y="1358"/>
                    <a:pt x="334" y="1325"/>
                  </a:cubicBezTo>
                  <a:cubicBezTo>
                    <a:pt x="734" y="1058"/>
                    <a:pt x="1068" y="724"/>
                    <a:pt x="1368" y="357"/>
                  </a:cubicBezTo>
                  <a:cubicBezTo>
                    <a:pt x="1514" y="188"/>
                    <a:pt x="1360" y="0"/>
                    <a:pt x="1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9">
              <a:extLst>
                <a:ext uri="{FF2B5EF4-FFF2-40B4-BE49-F238E27FC236}">
                  <a16:creationId xmlns:a16="http://schemas.microsoft.com/office/drawing/2014/main" id="{203AD9A0-D44F-D65D-FEF0-1DD796942925}"/>
                </a:ext>
              </a:extLst>
            </p:cNvPr>
            <p:cNvSpPr/>
            <p:nvPr/>
          </p:nvSpPr>
          <p:spPr>
            <a:xfrm>
              <a:off x="5973262" y="2631640"/>
              <a:ext cx="68416" cy="171336"/>
            </a:xfrm>
            <a:custGeom>
              <a:avLst/>
              <a:gdLst/>
              <a:ahLst/>
              <a:cxnLst/>
              <a:rect l="l" t="t" r="r" b="b"/>
              <a:pathLst>
                <a:path w="3476" h="8705" extrusionOk="0">
                  <a:moveTo>
                    <a:pt x="1176" y="1"/>
                  </a:moveTo>
                  <a:cubicBezTo>
                    <a:pt x="828" y="1"/>
                    <a:pt x="477" y="102"/>
                    <a:pt x="173" y="298"/>
                  </a:cubicBezTo>
                  <a:cubicBezTo>
                    <a:pt x="0" y="442"/>
                    <a:pt x="125" y="685"/>
                    <a:pt x="313" y="685"/>
                  </a:cubicBezTo>
                  <a:cubicBezTo>
                    <a:pt x="343" y="685"/>
                    <a:pt x="374" y="679"/>
                    <a:pt x="406" y="665"/>
                  </a:cubicBezTo>
                  <a:cubicBezTo>
                    <a:pt x="631" y="496"/>
                    <a:pt x="909" y="412"/>
                    <a:pt x="1193" y="412"/>
                  </a:cubicBezTo>
                  <a:cubicBezTo>
                    <a:pt x="1413" y="412"/>
                    <a:pt x="1636" y="463"/>
                    <a:pt x="1841" y="565"/>
                  </a:cubicBezTo>
                  <a:cubicBezTo>
                    <a:pt x="2608" y="1032"/>
                    <a:pt x="3075" y="2266"/>
                    <a:pt x="3075" y="3901"/>
                  </a:cubicBezTo>
                  <a:cubicBezTo>
                    <a:pt x="3042" y="5469"/>
                    <a:pt x="2675" y="7003"/>
                    <a:pt x="2007" y="8404"/>
                  </a:cubicBezTo>
                  <a:cubicBezTo>
                    <a:pt x="1941" y="8504"/>
                    <a:pt x="1974" y="8637"/>
                    <a:pt x="2108" y="8671"/>
                  </a:cubicBezTo>
                  <a:cubicBezTo>
                    <a:pt x="2108" y="8704"/>
                    <a:pt x="2141" y="8704"/>
                    <a:pt x="2174" y="8704"/>
                  </a:cubicBezTo>
                  <a:cubicBezTo>
                    <a:pt x="2241" y="8704"/>
                    <a:pt x="2308" y="8637"/>
                    <a:pt x="2374" y="8571"/>
                  </a:cubicBezTo>
                  <a:cubicBezTo>
                    <a:pt x="3075" y="7136"/>
                    <a:pt x="3475" y="5535"/>
                    <a:pt x="3475" y="3901"/>
                  </a:cubicBezTo>
                  <a:cubicBezTo>
                    <a:pt x="3475" y="2099"/>
                    <a:pt x="2941" y="732"/>
                    <a:pt x="2041" y="231"/>
                  </a:cubicBezTo>
                  <a:cubicBezTo>
                    <a:pt x="1777" y="77"/>
                    <a:pt x="1478" y="1"/>
                    <a:pt x="11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9">
              <a:extLst>
                <a:ext uri="{FF2B5EF4-FFF2-40B4-BE49-F238E27FC236}">
                  <a16:creationId xmlns:a16="http://schemas.microsoft.com/office/drawing/2014/main" id="{68406B55-A7DB-DA7C-7ADB-5219F17DBDA3}"/>
                </a:ext>
              </a:extLst>
            </p:cNvPr>
            <p:cNvSpPr/>
            <p:nvPr/>
          </p:nvSpPr>
          <p:spPr>
            <a:xfrm>
              <a:off x="6260292" y="2461760"/>
              <a:ext cx="88650" cy="154094"/>
            </a:xfrm>
            <a:custGeom>
              <a:avLst/>
              <a:gdLst/>
              <a:ahLst/>
              <a:cxnLst/>
              <a:rect l="l" t="t" r="r" b="b"/>
              <a:pathLst>
                <a:path w="4504" h="7829" extrusionOk="0">
                  <a:moveTo>
                    <a:pt x="2902" y="423"/>
                  </a:moveTo>
                  <a:cubicBezTo>
                    <a:pt x="3036" y="423"/>
                    <a:pt x="3169" y="456"/>
                    <a:pt x="3269" y="523"/>
                  </a:cubicBezTo>
                  <a:cubicBezTo>
                    <a:pt x="3769" y="823"/>
                    <a:pt x="4070" y="1657"/>
                    <a:pt x="4070" y="2725"/>
                  </a:cubicBezTo>
                  <a:cubicBezTo>
                    <a:pt x="4070" y="4593"/>
                    <a:pt x="3202" y="6627"/>
                    <a:pt x="2168" y="7228"/>
                  </a:cubicBezTo>
                  <a:cubicBezTo>
                    <a:pt x="1998" y="7342"/>
                    <a:pt x="1817" y="7401"/>
                    <a:pt x="1637" y="7401"/>
                  </a:cubicBezTo>
                  <a:cubicBezTo>
                    <a:pt x="1500" y="7401"/>
                    <a:pt x="1364" y="7367"/>
                    <a:pt x="1234" y="7295"/>
                  </a:cubicBezTo>
                  <a:cubicBezTo>
                    <a:pt x="734" y="7028"/>
                    <a:pt x="434" y="6160"/>
                    <a:pt x="434" y="5093"/>
                  </a:cubicBezTo>
                  <a:cubicBezTo>
                    <a:pt x="434" y="3225"/>
                    <a:pt x="1301" y="1190"/>
                    <a:pt x="2368" y="590"/>
                  </a:cubicBezTo>
                  <a:cubicBezTo>
                    <a:pt x="2535" y="490"/>
                    <a:pt x="2702" y="423"/>
                    <a:pt x="2902" y="423"/>
                  </a:cubicBezTo>
                  <a:close/>
                  <a:moveTo>
                    <a:pt x="2892" y="0"/>
                  </a:moveTo>
                  <a:cubicBezTo>
                    <a:pt x="2639" y="0"/>
                    <a:pt x="2388" y="76"/>
                    <a:pt x="2168" y="223"/>
                  </a:cubicBezTo>
                  <a:cubicBezTo>
                    <a:pt x="967" y="923"/>
                    <a:pt x="0" y="3058"/>
                    <a:pt x="0" y="5093"/>
                  </a:cubicBezTo>
                  <a:cubicBezTo>
                    <a:pt x="0" y="6327"/>
                    <a:pt x="400" y="7295"/>
                    <a:pt x="1034" y="7662"/>
                  </a:cubicBezTo>
                  <a:cubicBezTo>
                    <a:pt x="1201" y="7762"/>
                    <a:pt x="1401" y="7828"/>
                    <a:pt x="1601" y="7828"/>
                  </a:cubicBezTo>
                  <a:cubicBezTo>
                    <a:pt x="1868" y="7795"/>
                    <a:pt x="2135" y="7728"/>
                    <a:pt x="2368" y="7595"/>
                  </a:cubicBezTo>
                  <a:cubicBezTo>
                    <a:pt x="3569" y="6894"/>
                    <a:pt x="4503" y="4759"/>
                    <a:pt x="4503" y="2725"/>
                  </a:cubicBezTo>
                  <a:cubicBezTo>
                    <a:pt x="4503" y="1490"/>
                    <a:pt x="4136" y="523"/>
                    <a:pt x="3503" y="156"/>
                  </a:cubicBezTo>
                  <a:cubicBezTo>
                    <a:pt x="3307" y="51"/>
                    <a:pt x="3099" y="0"/>
                    <a:pt x="2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9">
              <a:extLst>
                <a:ext uri="{FF2B5EF4-FFF2-40B4-BE49-F238E27FC236}">
                  <a16:creationId xmlns:a16="http://schemas.microsoft.com/office/drawing/2014/main" id="{7A6DC975-D2A8-C352-BE8D-AE94675A5D7E}"/>
                </a:ext>
              </a:extLst>
            </p:cNvPr>
            <p:cNvSpPr/>
            <p:nvPr/>
          </p:nvSpPr>
          <p:spPr>
            <a:xfrm>
              <a:off x="6246494" y="2473510"/>
              <a:ext cx="24761" cy="46490"/>
            </a:xfrm>
            <a:custGeom>
              <a:avLst/>
              <a:gdLst/>
              <a:ahLst/>
              <a:cxnLst/>
              <a:rect l="l" t="t" r="r" b="b"/>
              <a:pathLst>
                <a:path w="1258" h="2362" extrusionOk="0">
                  <a:moveTo>
                    <a:pt x="985" y="0"/>
                  </a:moveTo>
                  <a:cubicBezTo>
                    <a:pt x="916" y="0"/>
                    <a:pt x="846" y="37"/>
                    <a:pt x="801" y="126"/>
                  </a:cubicBezTo>
                  <a:cubicBezTo>
                    <a:pt x="468" y="760"/>
                    <a:pt x="201" y="1427"/>
                    <a:pt x="34" y="2128"/>
                  </a:cubicBezTo>
                  <a:cubicBezTo>
                    <a:pt x="1" y="2228"/>
                    <a:pt x="67" y="2328"/>
                    <a:pt x="167" y="2361"/>
                  </a:cubicBezTo>
                  <a:lnTo>
                    <a:pt x="234" y="2361"/>
                  </a:lnTo>
                  <a:cubicBezTo>
                    <a:pt x="301" y="2361"/>
                    <a:pt x="401" y="2294"/>
                    <a:pt x="434" y="2228"/>
                  </a:cubicBezTo>
                  <a:cubicBezTo>
                    <a:pt x="601" y="1561"/>
                    <a:pt x="868" y="927"/>
                    <a:pt x="1168" y="326"/>
                  </a:cubicBezTo>
                  <a:cubicBezTo>
                    <a:pt x="1257" y="149"/>
                    <a:pt x="1124" y="0"/>
                    <a:pt x="9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9">
              <a:extLst>
                <a:ext uri="{FF2B5EF4-FFF2-40B4-BE49-F238E27FC236}">
                  <a16:creationId xmlns:a16="http://schemas.microsoft.com/office/drawing/2014/main" id="{B87E3409-10A9-4541-865B-784EB78FC85A}"/>
                </a:ext>
              </a:extLst>
            </p:cNvPr>
            <p:cNvSpPr/>
            <p:nvPr/>
          </p:nvSpPr>
          <p:spPr>
            <a:xfrm>
              <a:off x="6239271" y="2538896"/>
              <a:ext cx="10530" cy="35586"/>
            </a:xfrm>
            <a:custGeom>
              <a:avLst/>
              <a:gdLst/>
              <a:ahLst/>
              <a:cxnLst/>
              <a:rect l="l" t="t" r="r" b="b"/>
              <a:pathLst>
                <a:path w="535" h="1808" extrusionOk="0">
                  <a:moveTo>
                    <a:pt x="293" y="0"/>
                  </a:moveTo>
                  <a:cubicBezTo>
                    <a:pt x="201" y="0"/>
                    <a:pt x="101" y="87"/>
                    <a:pt x="101" y="173"/>
                  </a:cubicBezTo>
                  <a:cubicBezTo>
                    <a:pt x="34" y="640"/>
                    <a:pt x="1" y="1107"/>
                    <a:pt x="1" y="1608"/>
                  </a:cubicBezTo>
                  <a:cubicBezTo>
                    <a:pt x="1" y="1708"/>
                    <a:pt x="101" y="1808"/>
                    <a:pt x="201" y="1808"/>
                  </a:cubicBezTo>
                  <a:cubicBezTo>
                    <a:pt x="301" y="1808"/>
                    <a:pt x="401" y="1708"/>
                    <a:pt x="401" y="1608"/>
                  </a:cubicBezTo>
                  <a:cubicBezTo>
                    <a:pt x="401" y="1141"/>
                    <a:pt x="434" y="674"/>
                    <a:pt x="501" y="240"/>
                  </a:cubicBezTo>
                  <a:cubicBezTo>
                    <a:pt x="534" y="107"/>
                    <a:pt x="434" y="7"/>
                    <a:pt x="334" y="7"/>
                  </a:cubicBezTo>
                  <a:cubicBezTo>
                    <a:pt x="321" y="2"/>
                    <a:pt x="307" y="0"/>
                    <a:pt x="2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9">
              <a:extLst>
                <a:ext uri="{FF2B5EF4-FFF2-40B4-BE49-F238E27FC236}">
                  <a16:creationId xmlns:a16="http://schemas.microsoft.com/office/drawing/2014/main" id="{34F75FF6-BA84-64B8-A2D1-B1C17B14C250}"/>
                </a:ext>
              </a:extLst>
            </p:cNvPr>
            <p:cNvSpPr/>
            <p:nvPr/>
          </p:nvSpPr>
          <p:spPr>
            <a:xfrm>
              <a:off x="6240590" y="2597313"/>
              <a:ext cx="47947" cy="52021"/>
            </a:xfrm>
            <a:custGeom>
              <a:avLst/>
              <a:gdLst/>
              <a:ahLst/>
              <a:cxnLst/>
              <a:rect l="l" t="t" r="r" b="b"/>
              <a:pathLst>
                <a:path w="2436" h="2643" extrusionOk="0">
                  <a:moveTo>
                    <a:pt x="242" y="1"/>
                  </a:moveTo>
                  <a:cubicBezTo>
                    <a:pt x="228" y="1"/>
                    <a:pt x="214" y="3"/>
                    <a:pt x="201" y="7"/>
                  </a:cubicBezTo>
                  <a:cubicBezTo>
                    <a:pt x="67" y="41"/>
                    <a:pt x="0" y="141"/>
                    <a:pt x="34" y="241"/>
                  </a:cubicBezTo>
                  <a:cubicBezTo>
                    <a:pt x="301" y="1575"/>
                    <a:pt x="1135" y="2509"/>
                    <a:pt x="2135" y="2643"/>
                  </a:cubicBezTo>
                  <a:cubicBezTo>
                    <a:pt x="2435" y="2643"/>
                    <a:pt x="2435" y="2242"/>
                    <a:pt x="2169" y="2209"/>
                  </a:cubicBezTo>
                  <a:cubicBezTo>
                    <a:pt x="1501" y="2142"/>
                    <a:pt x="701" y="1475"/>
                    <a:pt x="434" y="174"/>
                  </a:cubicBezTo>
                  <a:cubicBezTo>
                    <a:pt x="434" y="87"/>
                    <a:pt x="334" y="1"/>
                    <a:pt x="2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9">
              <a:extLst>
                <a:ext uri="{FF2B5EF4-FFF2-40B4-BE49-F238E27FC236}">
                  <a16:creationId xmlns:a16="http://schemas.microsoft.com/office/drawing/2014/main" id="{72AB214E-2839-4862-B6B2-A8630DD1083B}"/>
                </a:ext>
              </a:extLst>
            </p:cNvPr>
            <p:cNvSpPr/>
            <p:nvPr/>
          </p:nvSpPr>
          <p:spPr>
            <a:xfrm>
              <a:off x="6302964" y="2614988"/>
              <a:ext cx="29504" cy="26473"/>
            </a:xfrm>
            <a:custGeom>
              <a:avLst/>
              <a:gdLst/>
              <a:ahLst/>
              <a:cxnLst/>
              <a:rect l="l" t="t" r="r" b="b"/>
              <a:pathLst>
                <a:path w="1499" h="1345" extrusionOk="0">
                  <a:moveTo>
                    <a:pt x="1221" y="0"/>
                  </a:moveTo>
                  <a:cubicBezTo>
                    <a:pt x="1168" y="0"/>
                    <a:pt x="1113" y="23"/>
                    <a:pt x="1068" y="77"/>
                  </a:cubicBezTo>
                  <a:cubicBezTo>
                    <a:pt x="801" y="410"/>
                    <a:pt x="501" y="711"/>
                    <a:pt x="167" y="977"/>
                  </a:cubicBezTo>
                  <a:cubicBezTo>
                    <a:pt x="0" y="1077"/>
                    <a:pt x="67" y="1344"/>
                    <a:pt x="267" y="1344"/>
                  </a:cubicBezTo>
                  <a:cubicBezTo>
                    <a:pt x="301" y="1344"/>
                    <a:pt x="334" y="1344"/>
                    <a:pt x="367" y="1311"/>
                  </a:cubicBezTo>
                  <a:cubicBezTo>
                    <a:pt x="768" y="1044"/>
                    <a:pt x="1101" y="711"/>
                    <a:pt x="1401" y="310"/>
                  </a:cubicBezTo>
                  <a:cubicBezTo>
                    <a:pt x="1499" y="164"/>
                    <a:pt x="1365" y="0"/>
                    <a:pt x="1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9">
              <a:extLst>
                <a:ext uri="{FF2B5EF4-FFF2-40B4-BE49-F238E27FC236}">
                  <a16:creationId xmlns:a16="http://schemas.microsoft.com/office/drawing/2014/main" id="{CE9AE4AB-3112-578B-BE88-82CC88C7C5EE}"/>
                </a:ext>
              </a:extLst>
            </p:cNvPr>
            <p:cNvSpPr/>
            <p:nvPr/>
          </p:nvSpPr>
          <p:spPr>
            <a:xfrm>
              <a:off x="6300326" y="2428182"/>
              <a:ext cx="66999" cy="171257"/>
            </a:xfrm>
            <a:custGeom>
              <a:avLst/>
              <a:gdLst/>
              <a:ahLst/>
              <a:cxnLst/>
              <a:rect l="l" t="t" r="r" b="b"/>
              <a:pathLst>
                <a:path w="3404" h="8701" extrusionOk="0">
                  <a:moveTo>
                    <a:pt x="1127" y="0"/>
                  </a:moveTo>
                  <a:cubicBezTo>
                    <a:pt x="776" y="0"/>
                    <a:pt x="425" y="109"/>
                    <a:pt x="134" y="328"/>
                  </a:cubicBezTo>
                  <a:cubicBezTo>
                    <a:pt x="34" y="361"/>
                    <a:pt x="1" y="495"/>
                    <a:pt x="34" y="595"/>
                  </a:cubicBezTo>
                  <a:cubicBezTo>
                    <a:pt x="77" y="659"/>
                    <a:pt x="148" y="696"/>
                    <a:pt x="220" y="696"/>
                  </a:cubicBezTo>
                  <a:cubicBezTo>
                    <a:pt x="259" y="696"/>
                    <a:pt x="299" y="685"/>
                    <a:pt x="334" y="661"/>
                  </a:cubicBezTo>
                  <a:cubicBezTo>
                    <a:pt x="570" y="498"/>
                    <a:pt x="836" y="414"/>
                    <a:pt x="1104" y="414"/>
                  </a:cubicBezTo>
                  <a:cubicBezTo>
                    <a:pt x="1329" y="414"/>
                    <a:pt x="1556" y="473"/>
                    <a:pt x="1769" y="595"/>
                  </a:cubicBezTo>
                  <a:cubicBezTo>
                    <a:pt x="2536" y="1028"/>
                    <a:pt x="3003" y="2262"/>
                    <a:pt x="3003" y="3930"/>
                  </a:cubicBezTo>
                  <a:cubicBezTo>
                    <a:pt x="2970" y="5465"/>
                    <a:pt x="2603" y="6999"/>
                    <a:pt x="1936" y="8400"/>
                  </a:cubicBezTo>
                  <a:cubicBezTo>
                    <a:pt x="1869" y="8500"/>
                    <a:pt x="1936" y="8634"/>
                    <a:pt x="2036" y="8700"/>
                  </a:cubicBezTo>
                  <a:lnTo>
                    <a:pt x="2102" y="8700"/>
                  </a:lnTo>
                  <a:cubicBezTo>
                    <a:pt x="2202" y="8700"/>
                    <a:pt x="2269" y="8634"/>
                    <a:pt x="2303" y="8567"/>
                  </a:cubicBezTo>
                  <a:cubicBezTo>
                    <a:pt x="3003" y="7133"/>
                    <a:pt x="3403" y="5531"/>
                    <a:pt x="3403" y="3897"/>
                  </a:cubicBezTo>
                  <a:cubicBezTo>
                    <a:pt x="3403" y="2129"/>
                    <a:pt x="2870" y="728"/>
                    <a:pt x="1969" y="228"/>
                  </a:cubicBezTo>
                  <a:cubicBezTo>
                    <a:pt x="1711" y="76"/>
                    <a:pt x="1419" y="0"/>
                    <a:pt x="1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9">
              <a:extLst>
                <a:ext uri="{FF2B5EF4-FFF2-40B4-BE49-F238E27FC236}">
                  <a16:creationId xmlns:a16="http://schemas.microsoft.com/office/drawing/2014/main" id="{5361B91C-86FD-E860-1ED5-C88141B42551}"/>
                </a:ext>
              </a:extLst>
            </p:cNvPr>
            <p:cNvSpPr/>
            <p:nvPr/>
          </p:nvSpPr>
          <p:spPr>
            <a:xfrm>
              <a:off x="6207110" y="1783540"/>
              <a:ext cx="88650" cy="153425"/>
            </a:xfrm>
            <a:custGeom>
              <a:avLst/>
              <a:gdLst/>
              <a:ahLst/>
              <a:cxnLst/>
              <a:rect l="l" t="t" r="r" b="b"/>
              <a:pathLst>
                <a:path w="4504" h="7795" extrusionOk="0">
                  <a:moveTo>
                    <a:pt x="2902" y="423"/>
                  </a:moveTo>
                  <a:cubicBezTo>
                    <a:pt x="3036" y="423"/>
                    <a:pt x="3169" y="456"/>
                    <a:pt x="3269" y="523"/>
                  </a:cubicBezTo>
                  <a:cubicBezTo>
                    <a:pt x="3770" y="790"/>
                    <a:pt x="4070" y="1657"/>
                    <a:pt x="4070" y="2725"/>
                  </a:cubicBezTo>
                  <a:cubicBezTo>
                    <a:pt x="4070" y="4593"/>
                    <a:pt x="3202" y="6627"/>
                    <a:pt x="2135" y="7228"/>
                  </a:cubicBezTo>
                  <a:cubicBezTo>
                    <a:pt x="1984" y="7342"/>
                    <a:pt x="1800" y="7401"/>
                    <a:pt x="1620" y="7401"/>
                  </a:cubicBezTo>
                  <a:cubicBezTo>
                    <a:pt x="1484" y="7401"/>
                    <a:pt x="1350" y="7367"/>
                    <a:pt x="1234" y="7295"/>
                  </a:cubicBezTo>
                  <a:cubicBezTo>
                    <a:pt x="734" y="6994"/>
                    <a:pt x="434" y="6160"/>
                    <a:pt x="434" y="5060"/>
                  </a:cubicBezTo>
                  <a:cubicBezTo>
                    <a:pt x="434" y="3225"/>
                    <a:pt x="1301" y="1190"/>
                    <a:pt x="2369" y="590"/>
                  </a:cubicBezTo>
                  <a:cubicBezTo>
                    <a:pt x="2502" y="490"/>
                    <a:pt x="2702" y="423"/>
                    <a:pt x="2902" y="423"/>
                  </a:cubicBezTo>
                  <a:close/>
                  <a:moveTo>
                    <a:pt x="2878" y="0"/>
                  </a:moveTo>
                  <a:cubicBezTo>
                    <a:pt x="2616" y="0"/>
                    <a:pt x="2355" y="76"/>
                    <a:pt x="2135" y="223"/>
                  </a:cubicBezTo>
                  <a:cubicBezTo>
                    <a:pt x="934" y="890"/>
                    <a:pt x="0" y="3058"/>
                    <a:pt x="0" y="5060"/>
                  </a:cubicBezTo>
                  <a:cubicBezTo>
                    <a:pt x="0" y="6327"/>
                    <a:pt x="400" y="7295"/>
                    <a:pt x="1001" y="7662"/>
                  </a:cubicBezTo>
                  <a:cubicBezTo>
                    <a:pt x="1201" y="7762"/>
                    <a:pt x="1401" y="7795"/>
                    <a:pt x="1601" y="7795"/>
                  </a:cubicBezTo>
                  <a:cubicBezTo>
                    <a:pt x="1868" y="7795"/>
                    <a:pt x="2135" y="7728"/>
                    <a:pt x="2369" y="7595"/>
                  </a:cubicBezTo>
                  <a:cubicBezTo>
                    <a:pt x="3569" y="6894"/>
                    <a:pt x="4503" y="4759"/>
                    <a:pt x="4503" y="2725"/>
                  </a:cubicBezTo>
                  <a:cubicBezTo>
                    <a:pt x="4503" y="1490"/>
                    <a:pt x="4103" y="523"/>
                    <a:pt x="3503" y="156"/>
                  </a:cubicBezTo>
                  <a:cubicBezTo>
                    <a:pt x="3307" y="51"/>
                    <a:pt x="3092" y="0"/>
                    <a:pt x="28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9">
              <a:extLst>
                <a:ext uri="{FF2B5EF4-FFF2-40B4-BE49-F238E27FC236}">
                  <a16:creationId xmlns:a16="http://schemas.microsoft.com/office/drawing/2014/main" id="{91903AC0-0BE3-A8FA-CAF7-1C303E4C9C8F}"/>
                </a:ext>
              </a:extLst>
            </p:cNvPr>
            <p:cNvSpPr/>
            <p:nvPr/>
          </p:nvSpPr>
          <p:spPr>
            <a:xfrm>
              <a:off x="6193312" y="1795252"/>
              <a:ext cx="24741" cy="46529"/>
            </a:xfrm>
            <a:custGeom>
              <a:avLst/>
              <a:gdLst/>
              <a:ahLst/>
              <a:cxnLst/>
              <a:rect l="l" t="t" r="r" b="b"/>
              <a:pathLst>
                <a:path w="1257" h="2364" extrusionOk="0">
                  <a:moveTo>
                    <a:pt x="974" y="1"/>
                  </a:moveTo>
                  <a:cubicBezTo>
                    <a:pt x="904" y="1"/>
                    <a:pt x="835" y="38"/>
                    <a:pt x="801" y="128"/>
                  </a:cubicBezTo>
                  <a:cubicBezTo>
                    <a:pt x="468" y="762"/>
                    <a:pt x="201" y="1429"/>
                    <a:pt x="34" y="2096"/>
                  </a:cubicBezTo>
                  <a:cubicBezTo>
                    <a:pt x="1" y="2230"/>
                    <a:pt x="67" y="2330"/>
                    <a:pt x="167" y="2363"/>
                  </a:cubicBezTo>
                  <a:lnTo>
                    <a:pt x="234" y="2363"/>
                  </a:lnTo>
                  <a:cubicBezTo>
                    <a:pt x="301" y="2363"/>
                    <a:pt x="401" y="2296"/>
                    <a:pt x="434" y="2230"/>
                  </a:cubicBezTo>
                  <a:cubicBezTo>
                    <a:pt x="601" y="1563"/>
                    <a:pt x="835" y="929"/>
                    <a:pt x="1168" y="295"/>
                  </a:cubicBezTo>
                  <a:cubicBezTo>
                    <a:pt x="1256" y="141"/>
                    <a:pt x="1111" y="1"/>
                    <a:pt x="9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9">
              <a:extLst>
                <a:ext uri="{FF2B5EF4-FFF2-40B4-BE49-F238E27FC236}">
                  <a16:creationId xmlns:a16="http://schemas.microsoft.com/office/drawing/2014/main" id="{0E2F30C3-A45C-0064-77C5-07B8DC7C52D7}"/>
                </a:ext>
              </a:extLst>
            </p:cNvPr>
            <p:cNvSpPr/>
            <p:nvPr/>
          </p:nvSpPr>
          <p:spPr>
            <a:xfrm>
              <a:off x="6186089" y="1860519"/>
              <a:ext cx="10235" cy="35743"/>
            </a:xfrm>
            <a:custGeom>
              <a:avLst/>
              <a:gdLst/>
              <a:ahLst/>
              <a:cxnLst/>
              <a:rect l="l" t="t" r="r" b="b"/>
              <a:pathLst>
                <a:path w="520" h="1816" extrusionOk="0">
                  <a:moveTo>
                    <a:pt x="299" y="0"/>
                  </a:moveTo>
                  <a:cubicBezTo>
                    <a:pt x="208" y="0"/>
                    <a:pt x="116" y="60"/>
                    <a:pt x="101" y="181"/>
                  </a:cubicBezTo>
                  <a:cubicBezTo>
                    <a:pt x="34" y="648"/>
                    <a:pt x="1" y="1115"/>
                    <a:pt x="1" y="1616"/>
                  </a:cubicBezTo>
                  <a:cubicBezTo>
                    <a:pt x="1" y="1716"/>
                    <a:pt x="67" y="1816"/>
                    <a:pt x="201" y="1816"/>
                  </a:cubicBezTo>
                  <a:cubicBezTo>
                    <a:pt x="301" y="1816"/>
                    <a:pt x="401" y="1716"/>
                    <a:pt x="401" y="1616"/>
                  </a:cubicBezTo>
                  <a:cubicBezTo>
                    <a:pt x="401" y="1149"/>
                    <a:pt x="434" y="682"/>
                    <a:pt x="501" y="248"/>
                  </a:cubicBezTo>
                  <a:cubicBezTo>
                    <a:pt x="519" y="85"/>
                    <a:pt x="409" y="0"/>
                    <a:pt x="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9">
              <a:extLst>
                <a:ext uri="{FF2B5EF4-FFF2-40B4-BE49-F238E27FC236}">
                  <a16:creationId xmlns:a16="http://schemas.microsoft.com/office/drawing/2014/main" id="{0539A87C-59EC-68E0-CCBF-203FB41C4A0D}"/>
                </a:ext>
              </a:extLst>
            </p:cNvPr>
            <p:cNvSpPr/>
            <p:nvPr/>
          </p:nvSpPr>
          <p:spPr>
            <a:xfrm>
              <a:off x="6187408" y="1919054"/>
              <a:ext cx="46628" cy="52060"/>
            </a:xfrm>
            <a:custGeom>
              <a:avLst/>
              <a:gdLst/>
              <a:ahLst/>
              <a:cxnLst/>
              <a:rect l="l" t="t" r="r" b="b"/>
              <a:pathLst>
                <a:path w="2369" h="2645" extrusionOk="0">
                  <a:moveTo>
                    <a:pt x="252" y="1"/>
                  </a:moveTo>
                  <a:cubicBezTo>
                    <a:pt x="235" y="1"/>
                    <a:pt x="218" y="4"/>
                    <a:pt x="201" y="9"/>
                  </a:cubicBezTo>
                  <a:cubicBezTo>
                    <a:pt x="67" y="43"/>
                    <a:pt x="0" y="143"/>
                    <a:pt x="34" y="243"/>
                  </a:cubicBezTo>
                  <a:cubicBezTo>
                    <a:pt x="301" y="1544"/>
                    <a:pt x="1135" y="2511"/>
                    <a:pt x="2102" y="2645"/>
                  </a:cubicBezTo>
                  <a:lnTo>
                    <a:pt x="2135" y="2645"/>
                  </a:lnTo>
                  <a:cubicBezTo>
                    <a:pt x="2235" y="2645"/>
                    <a:pt x="2335" y="2545"/>
                    <a:pt x="2335" y="2444"/>
                  </a:cubicBezTo>
                  <a:cubicBezTo>
                    <a:pt x="2369" y="2344"/>
                    <a:pt x="2269" y="2211"/>
                    <a:pt x="2169" y="2211"/>
                  </a:cubicBezTo>
                  <a:cubicBezTo>
                    <a:pt x="1502" y="2144"/>
                    <a:pt x="701" y="1477"/>
                    <a:pt x="434" y="176"/>
                  </a:cubicBezTo>
                  <a:cubicBezTo>
                    <a:pt x="406" y="66"/>
                    <a:pt x="333" y="1"/>
                    <a:pt x="2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9">
              <a:extLst>
                <a:ext uri="{FF2B5EF4-FFF2-40B4-BE49-F238E27FC236}">
                  <a16:creationId xmlns:a16="http://schemas.microsoft.com/office/drawing/2014/main" id="{D418678F-C393-591C-20E4-FFBEDD5C5265}"/>
                </a:ext>
              </a:extLst>
            </p:cNvPr>
            <p:cNvSpPr/>
            <p:nvPr/>
          </p:nvSpPr>
          <p:spPr>
            <a:xfrm>
              <a:off x="6250431" y="1936473"/>
              <a:ext cx="29327" cy="26768"/>
            </a:xfrm>
            <a:custGeom>
              <a:avLst/>
              <a:gdLst/>
              <a:ahLst/>
              <a:cxnLst/>
              <a:rect l="l" t="t" r="r" b="b"/>
              <a:pathLst>
                <a:path w="1490" h="1360" extrusionOk="0">
                  <a:moveTo>
                    <a:pt x="1197" y="1"/>
                  </a:moveTo>
                  <a:cubicBezTo>
                    <a:pt x="1140" y="1"/>
                    <a:pt x="1081" y="27"/>
                    <a:pt x="1035" y="92"/>
                  </a:cubicBezTo>
                  <a:cubicBezTo>
                    <a:pt x="768" y="425"/>
                    <a:pt x="468" y="726"/>
                    <a:pt x="101" y="992"/>
                  </a:cubicBezTo>
                  <a:cubicBezTo>
                    <a:pt x="1" y="1026"/>
                    <a:pt x="1" y="1159"/>
                    <a:pt x="67" y="1259"/>
                  </a:cubicBezTo>
                  <a:cubicBezTo>
                    <a:pt x="101" y="1326"/>
                    <a:pt x="168" y="1359"/>
                    <a:pt x="234" y="1359"/>
                  </a:cubicBezTo>
                  <a:cubicBezTo>
                    <a:pt x="268" y="1359"/>
                    <a:pt x="301" y="1359"/>
                    <a:pt x="334" y="1326"/>
                  </a:cubicBezTo>
                  <a:cubicBezTo>
                    <a:pt x="735" y="1059"/>
                    <a:pt x="1068" y="726"/>
                    <a:pt x="1368" y="325"/>
                  </a:cubicBezTo>
                  <a:cubicBezTo>
                    <a:pt x="1489" y="180"/>
                    <a:pt x="1348" y="1"/>
                    <a:pt x="1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9">
              <a:extLst>
                <a:ext uri="{FF2B5EF4-FFF2-40B4-BE49-F238E27FC236}">
                  <a16:creationId xmlns:a16="http://schemas.microsoft.com/office/drawing/2014/main" id="{3EE6675D-B10E-4FEA-B789-62300C5C0EBE}"/>
                </a:ext>
              </a:extLst>
            </p:cNvPr>
            <p:cNvSpPr/>
            <p:nvPr/>
          </p:nvSpPr>
          <p:spPr>
            <a:xfrm>
              <a:off x="6245727" y="1749293"/>
              <a:ext cx="68416" cy="171277"/>
            </a:xfrm>
            <a:custGeom>
              <a:avLst/>
              <a:gdLst/>
              <a:ahLst/>
              <a:cxnLst/>
              <a:rect l="l" t="t" r="r" b="b"/>
              <a:pathLst>
                <a:path w="3476" h="8702" extrusionOk="0">
                  <a:moveTo>
                    <a:pt x="1182" y="1"/>
                  </a:moveTo>
                  <a:cubicBezTo>
                    <a:pt x="831" y="1"/>
                    <a:pt x="482" y="110"/>
                    <a:pt x="173" y="328"/>
                  </a:cubicBezTo>
                  <a:cubicBezTo>
                    <a:pt x="1" y="443"/>
                    <a:pt x="125" y="682"/>
                    <a:pt x="312" y="682"/>
                  </a:cubicBezTo>
                  <a:cubicBezTo>
                    <a:pt x="342" y="682"/>
                    <a:pt x="374" y="676"/>
                    <a:pt x="407" y="662"/>
                  </a:cubicBezTo>
                  <a:cubicBezTo>
                    <a:pt x="624" y="499"/>
                    <a:pt x="891" y="414"/>
                    <a:pt x="1165" y="414"/>
                  </a:cubicBezTo>
                  <a:cubicBezTo>
                    <a:pt x="1394" y="414"/>
                    <a:pt x="1628" y="474"/>
                    <a:pt x="1841" y="595"/>
                  </a:cubicBezTo>
                  <a:cubicBezTo>
                    <a:pt x="2608" y="1029"/>
                    <a:pt x="3042" y="2296"/>
                    <a:pt x="3042" y="3931"/>
                  </a:cubicBezTo>
                  <a:cubicBezTo>
                    <a:pt x="3042" y="5465"/>
                    <a:pt x="2675" y="7000"/>
                    <a:pt x="2008" y="8401"/>
                  </a:cubicBezTo>
                  <a:cubicBezTo>
                    <a:pt x="1941" y="8501"/>
                    <a:pt x="1974" y="8634"/>
                    <a:pt x="2074" y="8701"/>
                  </a:cubicBezTo>
                  <a:lnTo>
                    <a:pt x="2174" y="8701"/>
                  </a:lnTo>
                  <a:cubicBezTo>
                    <a:pt x="2275" y="8701"/>
                    <a:pt x="2341" y="8668"/>
                    <a:pt x="2375" y="8601"/>
                  </a:cubicBezTo>
                  <a:cubicBezTo>
                    <a:pt x="3075" y="7133"/>
                    <a:pt x="3475" y="5532"/>
                    <a:pt x="3475" y="3898"/>
                  </a:cubicBezTo>
                  <a:cubicBezTo>
                    <a:pt x="3475" y="2130"/>
                    <a:pt x="2942" y="729"/>
                    <a:pt x="2041" y="228"/>
                  </a:cubicBezTo>
                  <a:cubicBezTo>
                    <a:pt x="1768" y="77"/>
                    <a:pt x="1475" y="1"/>
                    <a:pt x="1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9">
              <a:extLst>
                <a:ext uri="{FF2B5EF4-FFF2-40B4-BE49-F238E27FC236}">
                  <a16:creationId xmlns:a16="http://schemas.microsoft.com/office/drawing/2014/main" id="{ADD08588-8FBF-CF5C-4A4B-AA9B7E316271}"/>
                </a:ext>
              </a:extLst>
            </p:cNvPr>
            <p:cNvSpPr/>
            <p:nvPr/>
          </p:nvSpPr>
          <p:spPr>
            <a:xfrm>
              <a:off x="6291567" y="1938796"/>
              <a:ext cx="1096040" cy="634387"/>
            </a:xfrm>
            <a:custGeom>
              <a:avLst/>
              <a:gdLst/>
              <a:ahLst/>
              <a:cxnLst/>
              <a:rect l="l" t="t" r="r" b="b"/>
              <a:pathLst>
                <a:path w="55686" h="32231" extrusionOk="0">
                  <a:moveTo>
                    <a:pt x="54155" y="0"/>
                  </a:moveTo>
                  <a:cubicBezTo>
                    <a:pt x="42968" y="0"/>
                    <a:pt x="38358" y="6693"/>
                    <a:pt x="33503" y="13784"/>
                  </a:cubicBezTo>
                  <a:cubicBezTo>
                    <a:pt x="31301" y="17053"/>
                    <a:pt x="29000" y="20422"/>
                    <a:pt x="25931" y="23357"/>
                  </a:cubicBezTo>
                  <a:cubicBezTo>
                    <a:pt x="19836" y="29222"/>
                    <a:pt x="11062" y="30520"/>
                    <a:pt x="5653" y="30520"/>
                  </a:cubicBezTo>
                  <a:cubicBezTo>
                    <a:pt x="3217" y="30520"/>
                    <a:pt x="1464" y="30256"/>
                    <a:pt x="946" y="30029"/>
                  </a:cubicBezTo>
                  <a:cubicBezTo>
                    <a:pt x="856" y="30003"/>
                    <a:pt x="772" y="29991"/>
                    <a:pt x="696" y="29991"/>
                  </a:cubicBezTo>
                  <a:cubicBezTo>
                    <a:pt x="184" y="29991"/>
                    <a:pt x="0" y="30531"/>
                    <a:pt x="146" y="30996"/>
                  </a:cubicBezTo>
                  <a:cubicBezTo>
                    <a:pt x="246" y="31363"/>
                    <a:pt x="546" y="31663"/>
                    <a:pt x="913" y="31763"/>
                  </a:cubicBezTo>
                  <a:cubicBezTo>
                    <a:pt x="1880" y="32097"/>
                    <a:pt x="3581" y="32230"/>
                    <a:pt x="5650" y="32230"/>
                  </a:cubicBezTo>
                  <a:cubicBezTo>
                    <a:pt x="11554" y="32230"/>
                    <a:pt x="20760" y="30629"/>
                    <a:pt x="27098" y="24558"/>
                  </a:cubicBezTo>
                  <a:cubicBezTo>
                    <a:pt x="30267" y="21522"/>
                    <a:pt x="32636" y="18087"/>
                    <a:pt x="34904" y="14751"/>
                  </a:cubicBezTo>
                  <a:cubicBezTo>
                    <a:pt x="39687" y="7768"/>
                    <a:pt x="43830" y="1669"/>
                    <a:pt x="54121" y="1669"/>
                  </a:cubicBezTo>
                  <a:cubicBezTo>
                    <a:pt x="54596" y="1669"/>
                    <a:pt x="55084" y="1682"/>
                    <a:pt x="55585" y="1708"/>
                  </a:cubicBezTo>
                  <a:lnTo>
                    <a:pt x="55685" y="40"/>
                  </a:lnTo>
                  <a:cubicBezTo>
                    <a:pt x="55162" y="13"/>
                    <a:pt x="54652" y="0"/>
                    <a:pt x="5415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9">
              <a:extLst>
                <a:ext uri="{FF2B5EF4-FFF2-40B4-BE49-F238E27FC236}">
                  <a16:creationId xmlns:a16="http://schemas.microsoft.com/office/drawing/2014/main" id="{CC7DB0DA-BADD-EBCE-640F-BDB0ADB9EEAB}"/>
                </a:ext>
              </a:extLst>
            </p:cNvPr>
            <p:cNvSpPr/>
            <p:nvPr/>
          </p:nvSpPr>
          <p:spPr>
            <a:xfrm>
              <a:off x="6291567" y="1938796"/>
              <a:ext cx="1096040" cy="634387"/>
            </a:xfrm>
            <a:custGeom>
              <a:avLst/>
              <a:gdLst/>
              <a:ahLst/>
              <a:cxnLst/>
              <a:rect l="l" t="t" r="r" b="b"/>
              <a:pathLst>
                <a:path w="55686" h="32231" extrusionOk="0">
                  <a:moveTo>
                    <a:pt x="54155" y="0"/>
                  </a:moveTo>
                  <a:cubicBezTo>
                    <a:pt x="42968" y="0"/>
                    <a:pt x="38358" y="6693"/>
                    <a:pt x="33503" y="13784"/>
                  </a:cubicBezTo>
                  <a:cubicBezTo>
                    <a:pt x="31301" y="17053"/>
                    <a:pt x="29000" y="20422"/>
                    <a:pt x="25931" y="23357"/>
                  </a:cubicBezTo>
                  <a:cubicBezTo>
                    <a:pt x="19836" y="29222"/>
                    <a:pt x="11062" y="30520"/>
                    <a:pt x="5653" y="30520"/>
                  </a:cubicBezTo>
                  <a:cubicBezTo>
                    <a:pt x="3217" y="30520"/>
                    <a:pt x="1464" y="30256"/>
                    <a:pt x="946" y="30029"/>
                  </a:cubicBezTo>
                  <a:cubicBezTo>
                    <a:pt x="856" y="30003"/>
                    <a:pt x="772" y="29991"/>
                    <a:pt x="696" y="29991"/>
                  </a:cubicBezTo>
                  <a:cubicBezTo>
                    <a:pt x="184" y="29991"/>
                    <a:pt x="0" y="30531"/>
                    <a:pt x="146" y="30996"/>
                  </a:cubicBezTo>
                  <a:cubicBezTo>
                    <a:pt x="246" y="31363"/>
                    <a:pt x="546" y="31663"/>
                    <a:pt x="913" y="31763"/>
                  </a:cubicBezTo>
                  <a:cubicBezTo>
                    <a:pt x="1880" y="32097"/>
                    <a:pt x="3581" y="32230"/>
                    <a:pt x="5650" y="32230"/>
                  </a:cubicBezTo>
                  <a:cubicBezTo>
                    <a:pt x="11554" y="32230"/>
                    <a:pt x="20760" y="30629"/>
                    <a:pt x="27098" y="24558"/>
                  </a:cubicBezTo>
                  <a:cubicBezTo>
                    <a:pt x="30267" y="21522"/>
                    <a:pt x="32636" y="18087"/>
                    <a:pt x="34904" y="14751"/>
                  </a:cubicBezTo>
                  <a:cubicBezTo>
                    <a:pt x="39687" y="7768"/>
                    <a:pt x="43830" y="1669"/>
                    <a:pt x="54121" y="1669"/>
                  </a:cubicBezTo>
                  <a:cubicBezTo>
                    <a:pt x="54596" y="1669"/>
                    <a:pt x="55084" y="1682"/>
                    <a:pt x="55585" y="1708"/>
                  </a:cubicBezTo>
                  <a:lnTo>
                    <a:pt x="55685" y="40"/>
                  </a:lnTo>
                  <a:cubicBezTo>
                    <a:pt x="55162" y="13"/>
                    <a:pt x="54652" y="0"/>
                    <a:pt x="54155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9">
              <a:extLst>
                <a:ext uri="{FF2B5EF4-FFF2-40B4-BE49-F238E27FC236}">
                  <a16:creationId xmlns:a16="http://schemas.microsoft.com/office/drawing/2014/main" id="{EED863C0-56E0-D73E-3210-EFDCB522D9A1}"/>
                </a:ext>
              </a:extLst>
            </p:cNvPr>
            <p:cNvSpPr/>
            <p:nvPr/>
          </p:nvSpPr>
          <p:spPr>
            <a:xfrm>
              <a:off x="6596430" y="2483863"/>
              <a:ext cx="77510" cy="62394"/>
            </a:xfrm>
            <a:custGeom>
              <a:avLst/>
              <a:gdLst/>
              <a:ahLst/>
              <a:cxnLst/>
              <a:rect l="l" t="t" r="r" b="b"/>
              <a:pathLst>
                <a:path w="3938" h="3170" extrusionOk="0">
                  <a:moveTo>
                    <a:pt x="3937" y="1"/>
                  </a:moveTo>
                  <a:lnTo>
                    <a:pt x="3937" y="1"/>
                  </a:lnTo>
                  <a:cubicBezTo>
                    <a:pt x="3103" y="367"/>
                    <a:pt x="2236" y="701"/>
                    <a:pt x="1402" y="1001"/>
                  </a:cubicBezTo>
                  <a:lnTo>
                    <a:pt x="1" y="3169"/>
                  </a:lnTo>
                  <a:cubicBezTo>
                    <a:pt x="868" y="2936"/>
                    <a:pt x="1736" y="2669"/>
                    <a:pt x="2569" y="2336"/>
                  </a:cubicBezTo>
                  <a:cubicBezTo>
                    <a:pt x="3170" y="1368"/>
                    <a:pt x="3670" y="468"/>
                    <a:pt x="39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9">
              <a:extLst>
                <a:ext uri="{FF2B5EF4-FFF2-40B4-BE49-F238E27FC236}">
                  <a16:creationId xmlns:a16="http://schemas.microsoft.com/office/drawing/2014/main" id="{E821CD16-716F-BC3A-835B-1ED5DB9D560E}"/>
                </a:ext>
              </a:extLst>
            </p:cNvPr>
            <p:cNvSpPr/>
            <p:nvPr/>
          </p:nvSpPr>
          <p:spPr>
            <a:xfrm>
              <a:off x="6232047" y="1112938"/>
              <a:ext cx="924684" cy="764291"/>
            </a:xfrm>
            <a:custGeom>
              <a:avLst/>
              <a:gdLst/>
              <a:ahLst/>
              <a:cxnLst/>
              <a:rect l="l" t="t" r="r" b="b"/>
              <a:pathLst>
                <a:path w="46980" h="38831" extrusionOk="0">
                  <a:moveTo>
                    <a:pt x="45866" y="1"/>
                  </a:moveTo>
                  <a:cubicBezTo>
                    <a:pt x="45844" y="1"/>
                    <a:pt x="45822" y="1"/>
                    <a:pt x="45800" y="3"/>
                  </a:cubicBezTo>
                  <a:cubicBezTo>
                    <a:pt x="36794" y="503"/>
                    <a:pt x="30723" y="5473"/>
                    <a:pt x="24118" y="17749"/>
                  </a:cubicBezTo>
                  <a:cubicBezTo>
                    <a:pt x="16746" y="31492"/>
                    <a:pt x="10075" y="37163"/>
                    <a:pt x="1235" y="37163"/>
                  </a:cubicBezTo>
                  <a:lnTo>
                    <a:pt x="635" y="37163"/>
                  </a:lnTo>
                  <a:cubicBezTo>
                    <a:pt x="168" y="37163"/>
                    <a:pt x="1" y="38764"/>
                    <a:pt x="1235" y="38830"/>
                  </a:cubicBezTo>
                  <a:cubicBezTo>
                    <a:pt x="13043" y="38830"/>
                    <a:pt x="19915" y="29090"/>
                    <a:pt x="25586" y="18516"/>
                  </a:cubicBezTo>
                  <a:cubicBezTo>
                    <a:pt x="31857" y="6874"/>
                    <a:pt x="37561" y="2138"/>
                    <a:pt x="45900" y="1671"/>
                  </a:cubicBezTo>
                  <a:cubicBezTo>
                    <a:pt x="46979" y="1605"/>
                    <a:pt x="46936" y="1"/>
                    <a:pt x="45866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9">
              <a:extLst>
                <a:ext uri="{FF2B5EF4-FFF2-40B4-BE49-F238E27FC236}">
                  <a16:creationId xmlns:a16="http://schemas.microsoft.com/office/drawing/2014/main" id="{D2B3387B-A07D-1252-E279-E318B0F99B14}"/>
                </a:ext>
              </a:extLst>
            </p:cNvPr>
            <p:cNvSpPr/>
            <p:nvPr/>
          </p:nvSpPr>
          <p:spPr>
            <a:xfrm>
              <a:off x="6232047" y="1112938"/>
              <a:ext cx="924684" cy="764291"/>
            </a:xfrm>
            <a:custGeom>
              <a:avLst/>
              <a:gdLst/>
              <a:ahLst/>
              <a:cxnLst/>
              <a:rect l="l" t="t" r="r" b="b"/>
              <a:pathLst>
                <a:path w="46980" h="38831" extrusionOk="0">
                  <a:moveTo>
                    <a:pt x="45866" y="1"/>
                  </a:moveTo>
                  <a:cubicBezTo>
                    <a:pt x="45844" y="1"/>
                    <a:pt x="45822" y="1"/>
                    <a:pt x="45800" y="3"/>
                  </a:cubicBezTo>
                  <a:cubicBezTo>
                    <a:pt x="36794" y="503"/>
                    <a:pt x="30723" y="5473"/>
                    <a:pt x="24118" y="17749"/>
                  </a:cubicBezTo>
                  <a:cubicBezTo>
                    <a:pt x="16746" y="31492"/>
                    <a:pt x="10075" y="37163"/>
                    <a:pt x="1235" y="37163"/>
                  </a:cubicBezTo>
                  <a:lnTo>
                    <a:pt x="635" y="37163"/>
                  </a:lnTo>
                  <a:cubicBezTo>
                    <a:pt x="168" y="37163"/>
                    <a:pt x="1" y="38764"/>
                    <a:pt x="1235" y="38830"/>
                  </a:cubicBezTo>
                  <a:cubicBezTo>
                    <a:pt x="13043" y="38830"/>
                    <a:pt x="19915" y="29090"/>
                    <a:pt x="25586" y="18516"/>
                  </a:cubicBezTo>
                  <a:cubicBezTo>
                    <a:pt x="31857" y="6874"/>
                    <a:pt x="37561" y="2138"/>
                    <a:pt x="45900" y="1671"/>
                  </a:cubicBezTo>
                  <a:cubicBezTo>
                    <a:pt x="46979" y="1605"/>
                    <a:pt x="46936" y="1"/>
                    <a:pt x="45866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9">
              <a:extLst>
                <a:ext uri="{FF2B5EF4-FFF2-40B4-BE49-F238E27FC236}">
                  <a16:creationId xmlns:a16="http://schemas.microsoft.com/office/drawing/2014/main" id="{D9D48B8C-9320-3D76-6416-8D28F420D0D1}"/>
                </a:ext>
              </a:extLst>
            </p:cNvPr>
            <p:cNvSpPr/>
            <p:nvPr/>
          </p:nvSpPr>
          <p:spPr>
            <a:xfrm>
              <a:off x="5972219" y="1891302"/>
              <a:ext cx="1246650" cy="890003"/>
            </a:xfrm>
            <a:custGeom>
              <a:avLst/>
              <a:gdLst/>
              <a:ahLst/>
              <a:cxnLst/>
              <a:rect l="l" t="t" r="r" b="b"/>
              <a:pathLst>
                <a:path w="63338" h="45218" extrusionOk="0">
                  <a:moveTo>
                    <a:pt x="61522" y="0"/>
                  </a:moveTo>
                  <a:cubicBezTo>
                    <a:pt x="56845" y="0"/>
                    <a:pt x="50911" y="3093"/>
                    <a:pt x="47059" y="7691"/>
                  </a:cubicBezTo>
                  <a:cubicBezTo>
                    <a:pt x="44557" y="10659"/>
                    <a:pt x="42356" y="14495"/>
                    <a:pt x="40054" y="18565"/>
                  </a:cubicBezTo>
                  <a:cubicBezTo>
                    <a:pt x="38019" y="22101"/>
                    <a:pt x="35751" y="26137"/>
                    <a:pt x="32916" y="30107"/>
                  </a:cubicBezTo>
                  <a:cubicBezTo>
                    <a:pt x="26768" y="38803"/>
                    <a:pt x="17991" y="43527"/>
                    <a:pt x="8477" y="43527"/>
                  </a:cubicBezTo>
                  <a:cubicBezTo>
                    <a:pt x="5913" y="43527"/>
                    <a:pt x="3294" y="43183"/>
                    <a:pt x="659" y="42482"/>
                  </a:cubicBezTo>
                  <a:cubicBezTo>
                    <a:pt x="606" y="42470"/>
                    <a:pt x="555" y="42463"/>
                    <a:pt x="507" y="42463"/>
                  </a:cubicBezTo>
                  <a:cubicBezTo>
                    <a:pt x="172" y="42463"/>
                    <a:pt x="1" y="42773"/>
                    <a:pt x="59" y="43416"/>
                  </a:cubicBezTo>
                  <a:cubicBezTo>
                    <a:pt x="126" y="43816"/>
                    <a:pt x="426" y="44183"/>
                    <a:pt x="826" y="44250"/>
                  </a:cubicBezTo>
                  <a:cubicBezTo>
                    <a:pt x="3328" y="44884"/>
                    <a:pt x="5897" y="45184"/>
                    <a:pt x="8465" y="45217"/>
                  </a:cubicBezTo>
                  <a:cubicBezTo>
                    <a:pt x="18539" y="45217"/>
                    <a:pt x="27812" y="40247"/>
                    <a:pt x="34283" y="31074"/>
                  </a:cubicBezTo>
                  <a:cubicBezTo>
                    <a:pt x="37152" y="27038"/>
                    <a:pt x="39454" y="22968"/>
                    <a:pt x="41522" y="19399"/>
                  </a:cubicBezTo>
                  <a:cubicBezTo>
                    <a:pt x="43890" y="15229"/>
                    <a:pt x="45925" y="11627"/>
                    <a:pt x="48327" y="8758"/>
                  </a:cubicBezTo>
                  <a:cubicBezTo>
                    <a:pt x="51856" y="4573"/>
                    <a:pt x="57374" y="1645"/>
                    <a:pt x="61540" y="1645"/>
                  </a:cubicBezTo>
                  <a:cubicBezTo>
                    <a:pt x="61823" y="1645"/>
                    <a:pt x="62100" y="1659"/>
                    <a:pt x="62370" y="1686"/>
                  </a:cubicBezTo>
                  <a:cubicBezTo>
                    <a:pt x="62410" y="1692"/>
                    <a:pt x="62450" y="1695"/>
                    <a:pt x="62489" y="1695"/>
                  </a:cubicBezTo>
                  <a:cubicBezTo>
                    <a:pt x="62903" y="1695"/>
                    <a:pt x="63240" y="1379"/>
                    <a:pt x="63271" y="952"/>
                  </a:cubicBezTo>
                  <a:cubicBezTo>
                    <a:pt x="63338" y="485"/>
                    <a:pt x="63004" y="85"/>
                    <a:pt x="62537" y="52"/>
                  </a:cubicBezTo>
                  <a:cubicBezTo>
                    <a:pt x="62206" y="17"/>
                    <a:pt x="61868" y="0"/>
                    <a:pt x="61522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9">
              <a:extLst>
                <a:ext uri="{FF2B5EF4-FFF2-40B4-BE49-F238E27FC236}">
                  <a16:creationId xmlns:a16="http://schemas.microsoft.com/office/drawing/2014/main" id="{70902520-D43C-A0CA-112B-85B5C7AE210A}"/>
                </a:ext>
              </a:extLst>
            </p:cNvPr>
            <p:cNvSpPr/>
            <p:nvPr/>
          </p:nvSpPr>
          <p:spPr>
            <a:xfrm>
              <a:off x="5972219" y="1891302"/>
              <a:ext cx="1246650" cy="890003"/>
            </a:xfrm>
            <a:custGeom>
              <a:avLst/>
              <a:gdLst/>
              <a:ahLst/>
              <a:cxnLst/>
              <a:rect l="l" t="t" r="r" b="b"/>
              <a:pathLst>
                <a:path w="63338" h="45218" extrusionOk="0">
                  <a:moveTo>
                    <a:pt x="61522" y="0"/>
                  </a:moveTo>
                  <a:cubicBezTo>
                    <a:pt x="56845" y="0"/>
                    <a:pt x="50911" y="3093"/>
                    <a:pt x="47059" y="7691"/>
                  </a:cubicBezTo>
                  <a:cubicBezTo>
                    <a:pt x="44557" y="10659"/>
                    <a:pt x="42356" y="14495"/>
                    <a:pt x="40054" y="18565"/>
                  </a:cubicBezTo>
                  <a:cubicBezTo>
                    <a:pt x="38019" y="22101"/>
                    <a:pt x="35751" y="26137"/>
                    <a:pt x="32916" y="30107"/>
                  </a:cubicBezTo>
                  <a:cubicBezTo>
                    <a:pt x="26768" y="38803"/>
                    <a:pt x="17991" y="43527"/>
                    <a:pt x="8477" y="43527"/>
                  </a:cubicBezTo>
                  <a:cubicBezTo>
                    <a:pt x="5913" y="43527"/>
                    <a:pt x="3294" y="43183"/>
                    <a:pt x="659" y="42482"/>
                  </a:cubicBezTo>
                  <a:cubicBezTo>
                    <a:pt x="606" y="42470"/>
                    <a:pt x="555" y="42463"/>
                    <a:pt x="507" y="42463"/>
                  </a:cubicBezTo>
                  <a:cubicBezTo>
                    <a:pt x="172" y="42463"/>
                    <a:pt x="1" y="42773"/>
                    <a:pt x="59" y="43416"/>
                  </a:cubicBezTo>
                  <a:cubicBezTo>
                    <a:pt x="126" y="43816"/>
                    <a:pt x="426" y="44183"/>
                    <a:pt x="826" y="44250"/>
                  </a:cubicBezTo>
                  <a:cubicBezTo>
                    <a:pt x="3328" y="44884"/>
                    <a:pt x="5897" y="45184"/>
                    <a:pt x="8465" y="45217"/>
                  </a:cubicBezTo>
                  <a:cubicBezTo>
                    <a:pt x="18539" y="45217"/>
                    <a:pt x="27812" y="40247"/>
                    <a:pt x="34283" y="31074"/>
                  </a:cubicBezTo>
                  <a:cubicBezTo>
                    <a:pt x="37152" y="27038"/>
                    <a:pt x="39454" y="22968"/>
                    <a:pt x="41522" y="19399"/>
                  </a:cubicBezTo>
                  <a:cubicBezTo>
                    <a:pt x="43890" y="15229"/>
                    <a:pt x="45925" y="11627"/>
                    <a:pt x="48327" y="8758"/>
                  </a:cubicBezTo>
                  <a:cubicBezTo>
                    <a:pt x="51856" y="4573"/>
                    <a:pt x="57374" y="1645"/>
                    <a:pt x="61540" y="1645"/>
                  </a:cubicBezTo>
                  <a:cubicBezTo>
                    <a:pt x="61823" y="1645"/>
                    <a:pt x="62100" y="1659"/>
                    <a:pt x="62370" y="1686"/>
                  </a:cubicBezTo>
                  <a:cubicBezTo>
                    <a:pt x="62410" y="1692"/>
                    <a:pt x="62450" y="1695"/>
                    <a:pt x="62489" y="1695"/>
                  </a:cubicBezTo>
                  <a:cubicBezTo>
                    <a:pt x="62903" y="1695"/>
                    <a:pt x="63240" y="1379"/>
                    <a:pt x="63271" y="952"/>
                  </a:cubicBezTo>
                  <a:cubicBezTo>
                    <a:pt x="63338" y="485"/>
                    <a:pt x="63004" y="85"/>
                    <a:pt x="62537" y="52"/>
                  </a:cubicBezTo>
                  <a:cubicBezTo>
                    <a:pt x="62206" y="17"/>
                    <a:pt x="61868" y="0"/>
                    <a:pt x="61522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9">
              <a:extLst>
                <a:ext uri="{FF2B5EF4-FFF2-40B4-BE49-F238E27FC236}">
                  <a16:creationId xmlns:a16="http://schemas.microsoft.com/office/drawing/2014/main" id="{AE85C3D6-0DA0-C743-90EC-862D56AA7B6A}"/>
                </a:ext>
              </a:extLst>
            </p:cNvPr>
            <p:cNvSpPr/>
            <p:nvPr/>
          </p:nvSpPr>
          <p:spPr>
            <a:xfrm>
              <a:off x="7054048" y="1084733"/>
              <a:ext cx="131341" cy="111875"/>
            </a:xfrm>
            <a:custGeom>
              <a:avLst/>
              <a:gdLst/>
              <a:ahLst/>
              <a:cxnLst/>
              <a:rect l="l" t="t" r="r" b="b"/>
              <a:pathLst>
                <a:path w="6673" h="5684" extrusionOk="0">
                  <a:moveTo>
                    <a:pt x="3863" y="1"/>
                  </a:moveTo>
                  <a:cubicBezTo>
                    <a:pt x="3843" y="1"/>
                    <a:pt x="3823" y="1"/>
                    <a:pt x="3804" y="1"/>
                  </a:cubicBezTo>
                  <a:cubicBezTo>
                    <a:pt x="1268" y="1"/>
                    <a:pt x="1" y="3037"/>
                    <a:pt x="1802" y="4838"/>
                  </a:cubicBezTo>
                  <a:cubicBezTo>
                    <a:pt x="2386" y="5422"/>
                    <a:pt x="3104" y="5684"/>
                    <a:pt x="3807" y="5684"/>
                  </a:cubicBezTo>
                  <a:cubicBezTo>
                    <a:pt x="5271" y="5684"/>
                    <a:pt x="6672" y="4550"/>
                    <a:pt x="6672" y="2837"/>
                  </a:cubicBezTo>
                  <a:cubicBezTo>
                    <a:pt x="6672" y="1289"/>
                    <a:pt x="5404" y="1"/>
                    <a:pt x="386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9">
              <a:extLst>
                <a:ext uri="{FF2B5EF4-FFF2-40B4-BE49-F238E27FC236}">
                  <a16:creationId xmlns:a16="http://schemas.microsoft.com/office/drawing/2014/main" id="{284CF3C4-BE52-AE54-B937-2D99157C9F3C}"/>
                </a:ext>
              </a:extLst>
            </p:cNvPr>
            <p:cNvSpPr/>
            <p:nvPr/>
          </p:nvSpPr>
          <p:spPr>
            <a:xfrm>
              <a:off x="7102644" y="1839793"/>
              <a:ext cx="130672" cy="111856"/>
            </a:xfrm>
            <a:custGeom>
              <a:avLst/>
              <a:gdLst/>
              <a:ahLst/>
              <a:cxnLst/>
              <a:rect l="l" t="t" r="r" b="b"/>
              <a:pathLst>
                <a:path w="6639" h="5683" extrusionOk="0">
                  <a:moveTo>
                    <a:pt x="3803" y="0"/>
                  </a:moveTo>
                  <a:cubicBezTo>
                    <a:pt x="1268" y="0"/>
                    <a:pt x="0" y="3069"/>
                    <a:pt x="1802" y="4837"/>
                  </a:cubicBezTo>
                  <a:cubicBezTo>
                    <a:pt x="2375" y="5421"/>
                    <a:pt x="3085" y="5683"/>
                    <a:pt x="3783" y="5683"/>
                  </a:cubicBezTo>
                  <a:cubicBezTo>
                    <a:pt x="5237" y="5683"/>
                    <a:pt x="6638" y="4548"/>
                    <a:pt x="6638" y="2835"/>
                  </a:cubicBezTo>
                  <a:cubicBezTo>
                    <a:pt x="6638" y="1268"/>
                    <a:pt x="5371" y="0"/>
                    <a:pt x="380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9">
              <a:extLst>
                <a:ext uri="{FF2B5EF4-FFF2-40B4-BE49-F238E27FC236}">
                  <a16:creationId xmlns:a16="http://schemas.microsoft.com/office/drawing/2014/main" id="{C82DA4A4-9F85-D6A4-B1F7-5DC1721AEE79}"/>
                </a:ext>
              </a:extLst>
            </p:cNvPr>
            <p:cNvSpPr/>
            <p:nvPr/>
          </p:nvSpPr>
          <p:spPr>
            <a:xfrm>
              <a:off x="8094032" y="1955231"/>
              <a:ext cx="310334" cy="191589"/>
            </a:xfrm>
            <a:custGeom>
              <a:avLst/>
              <a:gdLst/>
              <a:ahLst/>
              <a:cxnLst/>
              <a:rect l="l" t="t" r="r" b="b"/>
              <a:pathLst>
                <a:path w="15767" h="9734" extrusionOk="0">
                  <a:moveTo>
                    <a:pt x="9767" y="1"/>
                  </a:moveTo>
                  <a:cubicBezTo>
                    <a:pt x="9747" y="1"/>
                    <a:pt x="9727" y="2"/>
                    <a:pt x="9708" y="6"/>
                  </a:cubicBezTo>
                  <a:cubicBezTo>
                    <a:pt x="9374" y="39"/>
                    <a:pt x="8573" y="573"/>
                    <a:pt x="7339" y="873"/>
                  </a:cubicBezTo>
                  <a:cubicBezTo>
                    <a:pt x="6105" y="1207"/>
                    <a:pt x="4037" y="1707"/>
                    <a:pt x="2936" y="2108"/>
                  </a:cubicBezTo>
                  <a:cubicBezTo>
                    <a:pt x="1802" y="2508"/>
                    <a:pt x="1068" y="2941"/>
                    <a:pt x="534" y="5076"/>
                  </a:cubicBezTo>
                  <a:cubicBezTo>
                    <a:pt x="1" y="7178"/>
                    <a:pt x="267" y="7411"/>
                    <a:pt x="835" y="7978"/>
                  </a:cubicBezTo>
                  <a:cubicBezTo>
                    <a:pt x="1335" y="8445"/>
                    <a:pt x="2269" y="8946"/>
                    <a:pt x="4237" y="9346"/>
                  </a:cubicBezTo>
                  <a:cubicBezTo>
                    <a:pt x="5365" y="9556"/>
                    <a:pt x="6921" y="9734"/>
                    <a:pt x="8408" y="9734"/>
                  </a:cubicBezTo>
                  <a:cubicBezTo>
                    <a:pt x="9515" y="9734"/>
                    <a:pt x="10583" y="9636"/>
                    <a:pt x="11409" y="9379"/>
                  </a:cubicBezTo>
                  <a:cubicBezTo>
                    <a:pt x="13310" y="8746"/>
                    <a:pt x="14044" y="7812"/>
                    <a:pt x="14411" y="6577"/>
                  </a:cubicBezTo>
                  <a:cubicBezTo>
                    <a:pt x="14811" y="5310"/>
                    <a:pt x="14745" y="4709"/>
                    <a:pt x="15212" y="3809"/>
                  </a:cubicBezTo>
                  <a:cubicBezTo>
                    <a:pt x="15767" y="2830"/>
                    <a:pt x="15693" y="2208"/>
                    <a:pt x="14975" y="2208"/>
                  </a:cubicBezTo>
                  <a:cubicBezTo>
                    <a:pt x="14786" y="2208"/>
                    <a:pt x="14554" y="2251"/>
                    <a:pt x="14278" y="2341"/>
                  </a:cubicBezTo>
                  <a:cubicBezTo>
                    <a:pt x="12910" y="2741"/>
                    <a:pt x="11075" y="3375"/>
                    <a:pt x="9841" y="3442"/>
                  </a:cubicBezTo>
                  <a:cubicBezTo>
                    <a:pt x="9708" y="3447"/>
                    <a:pt x="9574" y="3450"/>
                    <a:pt x="9441" y="3450"/>
                  </a:cubicBezTo>
                  <a:cubicBezTo>
                    <a:pt x="8774" y="3450"/>
                    <a:pt x="8112" y="3381"/>
                    <a:pt x="7473" y="3242"/>
                  </a:cubicBezTo>
                  <a:cubicBezTo>
                    <a:pt x="7139" y="2941"/>
                    <a:pt x="9174" y="2541"/>
                    <a:pt x="9874" y="1540"/>
                  </a:cubicBezTo>
                  <a:cubicBezTo>
                    <a:pt x="10506" y="561"/>
                    <a:pt x="10121" y="1"/>
                    <a:pt x="976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9">
              <a:extLst>
                <a:ext uri="{FF2B5EF4-FFF2-40B4-BE49-F238E27FC236}">
                  <a16:creationId xmlns:a16="http://schemas.microsoft.com/office/drawing/2014/main" id="{B60F024A-574F-F285-7013-FACC941F46D8}"/>
                </a:ext>
              </a:extLst>
            </p:cNvPr>
            <p:cNvSpPr/>
            <p:nvPr/>
          </p:nvSpPr>
          <p:spPr>
            <a:xfrm>
              <a:off x="8094032" y="1955231"/>
              <a:ext cx="310334" cy="191589"/>
            </a:xfrm>
            <a:custGeom>
              <a:avLst/>
              <a:gdLst/>
              <a:ahLst/>
              <a:cxnLst/>
              <a:rect l="l" t="t" r="r" b="b"/>
              <a:pathLst>
                <a:path w="15767" h="9734" extrusionOk="0">
                  <a:moveTo>
                    <a:pt x="9767" y="1"/>
                  </a:moveTo>
                  <a:cubicBezTo>
                    <a:pt x="9747" y="1"/>
                    <a:pt x="9727" y="2"/>
                    <a:pt x="9708" y="6"/>
                  </a:cubicBezTo>
                  <a:cubicBezTo>
                    <a:pt x="9374" y="39"/>
                    <a:pt x="8573" y="573"/>
                    <a:pt x="7339" y="873"/>
                  </a:cubicBezTo>
                  <a:cubicBezTo>
                    <a:pt x="6105" y="1207"/>
                    <a:pt x="4037" y="1707"/>
                    <a:pt x="2936" y="2108"/>
                  </a:cubicBezTo>
                  <a:cubicBezTo>
                    <a:pt x="1802" y="2508"/>
                    <a:pt x="1068" y="2941"/>
                    <a:pt x="534" y="5076"/>
                  </a:cubicBezTo>
                  <a:cubicBezTo>
                    <a:pt x="1" y="7178"/>
                    <a:pt x="267" y="7411"/>
                    <a:pt x="835" y="7978"/>
                  </a:cubicBezTo>
                  <a:cubicBezTo>
                    <a:pt x="1335" y="8445"/>
                    <a:pt x="2269" y="8946"/>
                    <a:pt x="4237" y="9346"/>
                  </a:cubicBezTo>
                  <a:cubicBezTo>
                    <a:pt x="5365" y="9556"/>
                    <a:pt x="6921" y="9734"/>
                    <a:pt x="8408" y="9734"/>
                  </a:cubicBezTo>
                  <a:cubicBezTo>
                    <a:pt x="9515" y="9734"/>
                    <a:pt x="10583" y="9636"/>
                    <a:pt x="11409" y="9379"/>
                  </a:cubicBezTo>
                  <a:cubicBezTo>
                    <a:pt x="13310" y="8746"/>
                    <a:pt x="14044" y="7812"/>
                    <a:pt x="14411" y="6577"/>
                  </a:cubicBezTo>
                  <a:cubicBezTo>
                    <a:pt x="14811" y="5310"/>
                    <a:pt x="14745" y="4709"/>
                    <a:pt x="15212" y="3809"/>
                  </a:cubicBezTo>
                  <a:cubicBezTo>
                    <a:pt x="15767" y="2830"/>
                    <a:pt x="15693" y="2208"/>
                    <a:pt x="14975" y="2208"/>
                  </a:cubicBezTo>
                  <a:cubicBezTo>
                    <a:pt x="14786" y="2208"/>
                    <a:pt x="14554" y="2251"/>
                    <a:pt x="14278" y="2341"/>
                  </a:cubicBezTo>
                  <a:cubicBezTo>
                    <a:pt x="12910" y="2741"/>
                    <a:pt x="11075" y="3375"/>
                    <a:pt x="9841" y="3442"/>
                  </a:cubicBezTo>
                  <a:cubicBezTo>
                    <a:pt x="9708" y="3447"/>
                    <a:pt x="9574" y="3450"/>
                    <a:pt x="9441" y="3450"/>
                  </a:cubicBezTo>
                  <a:cubicBezTo>
                    <a:pt x="8774" y="3450"/>
                    <a:pt x="8112" y="3381"/>
                    <a:pt x="7473" y="3242"/>
                  </a:cubicBezTo>
                  <a:cubicBezTo>
                    <a:pt x="7139" y="2941"/>
                    <a:pt x="9174" y="2541"/>
                    <a:pt x="9874" y="1540"/>
                  </a:cubicBezTo>
                  <a:cubicBezTo>
                    <a:pt x="10506" y="561"/>
                    <a:pt x="10121" y="1"/>
                    <a:pt x="9767" y="1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9">
              <a:extLst>
                <a:ext uri="{FF2B5EF4-FFF2-40B4-BE49-F238E27FC236}">
                  <a16:creationId xmlns:a16="http://schemas.microsoft.com/office/drawing/2014/main" id="{7732E7F9-7924-ED1A-BE82-714A9E3DC745}"/>
                </a:ext>
              </a:extLst>
            </p:cNvPr>
            <p:cNvSpPr/>
            <p:nvPr/>
          </p:nvSpPr>
          <p:spPr>
            <a:xfrm>
              <a:off x="8094032" y="2005894"/>
              <a:ext cx="307283" cy="140927"/>
            </a:xfrm>
            <a:custGeom>
              <a:avLst/>
              <a:gdLst/>
              <a:ahLst/>
              <a:cxnLst/>
              <a:rect l="l" t="t" r="r" b="b"/>
              <a:pathLst>
                <a:path w="15612" h="7160" extrusionOk="0">
                  <a:moveTo>
                    <a:pt x="15545" y="1"/>
                  </a:moveTo>
                  <a:lnTo>
                    <a:pt x="15545" y="1"/>
                  </a:lnTo>
                  <a:cubicBezTo>
                    <a:pt x="15412" y="834"/>
                    <a:pt x="14678" y="901"/>
                    <a:pt x="13710" y="2369"/>
                  </a:cubicBezTo>
                  <a:cubicBezTo>
                    <a:pt x="12676" y="3937"/>
                    <a:pt x="12476" y="4771"/>
                    <a:pt x="10575" y="5138"/>
                  </a:cubicBezTo>
                  <a:cubicBezTo>
                    <a:pt x="10236" y="5198"/>
                    <a:pt x="9834" y="5232"/>
                    <a:pt x="9371" y="5232"/>
                  </a:cubicBezTo>
                  <a:cubicBezTo>
                    <a:pt x="8059" y="5232"/>
                    <a:pt x="6265" y="4961"/>
                    <a:pt x="4070" y="4270"/>
                  </a:cubicBezTo>
                  <a:lnTo>
                    <a:pt x="534" y="2536"/>
                  </a:lnTo>
                  <a:lnTo>
                    <a:pt x="534" y="2536"/>
                  </a:lnTo>
                  <a:cubicBezTo>
                    <a:pt x="1" y="4604"/>
                    <a:pt x="267" y="4837"/>
                    <a:pt x="835" y="5404"/>
                  </a:cubicBezTo>
                  <a:cubicBezTo>
                    <a:pt x="1335" y="5871"/>
                    <a:pt x="2269" y="6372"/>
                    <a:pt x="4237" y="6772"/>
                  </a:cubicBezTo>
                  <a:cubicBezTo>
                    <a:pt x="5365" y="6982"/>
                    <a:pt x="6921" y="7160"/>
                    <a:pt x="8408" y="7160"/>
                  </a:cubicBezTo>
                  <a:cubicBezTo>
                    <a:pt x="9515" y="7160"/>
                    <a:pt x="10583" y="7062"/>
                    <a:pt x="11409" y="6805"/>
                  </a:cubicBezTo>
                  <a:cubicBezTo>
                    <a:pt x="13310" y="6172"/>
                    <a:pt x="14044" y="5238"/>
                    <a:pt x="14411" y="4003"/>
                  </a:cubicBezTo>
                  <a:cubicBezTo>
                    <a:pt x="14845" y="2736"/>
                    <a:pt x="14745" y="2135"/>
                    <a:pt x="15212" y="1235"/>
                  </a:cubicBezTo>
                  <a:cubicBezTo>
                    <a:pt x="15478" y="868"/>
                    <a:pt x="15612" y="434"/>
                    <a:pt x="15545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9">
              <a:extLst>
                <a:ext uri="{FF2B5EF4-FFF2-40B4-BE49-F238E27FC236}">
                  <a16:creationId xmlns:a16="http://schemas.microsoft.com/office/drawing/2014/main" id="{8D682D6E-15E3-B9A3-B766-F64BC26DF4CD}"/>
                </a:ext>
              </a:extLst>
            </p:cNvPr>
            <p:cNvSpPr/>
            <p:nvPr/>
          </p:nvSpPr>
          <p:spPr>
            <a:xfrm>
              <a:off x="8035594" y="1998670"/>
              <a:ext cx="182555" cy="115733"/>
            </a:xfrm>
            <a:custGeom>
              <a:avLst/>
              <a:gdLst/>
              <a:ahLst/>
              <a:cxnLst/>
              <a:rect l="l" t="t" r="r" b="b"/>
              <a:pathLst>
                <a:path w="9275" h="5880" extrusionOk="0">
                  <a:moveTo>
                    <a:pt x="1202" y="1"/>
                  </a:moveTo>
                  <a:lnTo>
                    <a:pt x="1" y="5104"/>
                  </a:lnTo>
                  <a:cubicBezTo>
                    <a:pt x="1" y="5104"/>
                    <a:pt x="4086" y="5879"/>
                    <a:pt x="6054" y="5879"/>
                  </a:cubicBezTo>
                  <a:cubicBezTo>
                    <a:pt x="6167" y="5879"/>
                    <a:pt x="6274" y="5877"/>
                    <a:pt x="6372" y="5871"/>
                  </a:cubicBezTo>
                  <a:cubicBezTo>
                    <a:pt x="8273" y="5771"/>
                    <a:pt x="9274" y="4304"/>
                    <a:pt x="8307" y="3170"/>
                  </a:cubicBezTo>
                  <a:cubicBezTo>
                    <a:pt x="7339" y="2035"/>
                    <a:pt x="5205" y="1268"/>
                    <a:pt x="5205" y="1268"/>
                  </a:cubicBezTo>
                  <a:lnTo>
                    <a:pt x="120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9">
              <a:extLst>
                <a:ext uri="{FF2B5EF4-FFF2-40B4-BE49-F238E27FC236}">
                  <a16:creationId xmlns:a16="http://schemas.microsoft.com/office/drawing/2014/main" id="{606BFD1F-10C8-6308-64E6-3BE0BA5A2539}"/>
                </a:ext>
              </a:extLst>
            </p:cNvPr>
            <p:cNvSpPr/>
            <p:nvPr/>
          </p:nvSpPr>
          <p:spPr>
            <a:xfrm>
              <a:off x="7688277" y="1922125"/>
              <a:ext cx="410380" cy="184996"/>
            </a:xfrm>
            <a:custGeom>
              <a:avLst/>
              <a:gdLst/>
              <a:ahLst/>
              <a:cxnLst/>
              <a:rect l="l" t="t" r="r" b="b"/>
              <a:pathLst>
                <a:path w="20850" h="9399" extrusionOk="0">
                  <a:moveTo>
                    <a:pt x="6678" y="0"/>
                  </a:moveTo>
                  <a:cubicBezTo>
                    <a:pt x="4384" y="0"/>
                    <a:pt x="1799" y="1401"/>
                    <a:pt x="868" y="3289"/>
                  </a:cubicBezTo>
                  <a:cubicBezTo>
                    <a:pt x="1" y="5024"/>
                    <a:pt x="1335" y="6592"/>
                    <a:pt x="4171" y="7159"/>
                  </a:cubicBezTo>
                  <a:cubicBezTo>
                    <a:pt x="7039" y="7726"/>
                    <a:pt x="19115" y="9394"/>
                    <a:pt x="19115" y="9394"/>
                  </a:cubicBezTo>
                  <a:cubicBezTo>
                    <a:pt x="19137" y="9397"/>
                    <a:pt x="19159" y="9399"/>
                    <a:pt x="19182" y="9399"/>
                  </a:cubicBezTo>
                  <a:cubicBezTo>
                    <a:pt x="19606" y="9399"/>
                    <a:pt x="20136" y="8799"/>
                    <a:pt x="20516" y="7059"/>
                  </a:cubicBezTo>
                  <a:cubicBezTo>
                    <a:pt x="20849" y="5357"/>
                    <a:pt x="20516" y="4156"/>
                    <a:pt x="19948" y="4056"/>
                  </a:cubicBezTo>
                  <a:cubicBezTo>
                    <a:pt x="19948" y="4056"/>
                    <a:pt x="9574" y="787"/>
                    <a:pt x="8340" y="287"/>
                  </a:cubicBezTo>
                  <a:cubicBezTo>
                    <a:pt x="7826" y="91"/>
                    <a:pt x="7262" y="0"/>
                    <a:pt x="667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9">
              <a:extLst>
                <a:ext uri="{FF2B5EF4-FFF2-40B4-BE49-F238E27FC236}">
                  <a16:creationId xmlns:a16="http://schemas.microsoft.com/office/drawing/2014/main" id="{FFFCB1E8-6493-26C4-C07B-CBD8C8EAFEEE}"/>
                </a:ext>
              </a:extLst>
            </p:cNvPr>
            <p:cNvSpPr/>
            <p:nvPr/>
          </p:nvSpPr>
          <p:spPr>
            <a:xfrm>
              <a:off x="7688277" y="1922125"/>
              <a:ext cx="410380" cy="184996"/>
            </a:xfrm>
            <a:custGeom>
              <a:avLst/>
              <a:gdLst/>
              <a:ahLst/>
              <a:cxnLst/>
              <a:rect l="l" t="t" r="r" b="b"/>
              <a:pathLst>
                <a:path w="20850" h="9399" extrusionOk="0">
                  <a:moveTo>
                    <a:pt x="6678" y="0"/>
                  </a:moveTo>
                  <a:cubicBezTo>
                    <a:pt x="4384" y="0"/>
                    <a:pt x="1799" y="1401"/>
                    <a:pt x="868" y="3289"/>
                  </a:cubicBezTo>
                  <a:cubicBezTo>
                    <a:pt x="1" y="5024"/>
                    <a:pt x="1335" y="6592"/>
                    <a:pt x="4171" y="7159"/>
                  </a:cubicBezTo>
                  <a:cubicBezTo>
                    <a:pt x="7039" y="7726"/>
                    <a:pt x="19115" y="9394"/>
                    <a:pt x="19115" y="9394"/>
                  </a:cubicBezTo>
                  <a:cubicBezTo>
                    <a:pt x="19137" y="9397"/>
                    <a:pt x="19159" y="9399"/>
                    <a:pt x="19182" y="9399"/>
                  </a:cubicBezTo>
                  <a:cubicBezTo>
                    <a:pt x="19606" y="9399"/>
                    <a:pt x="20136" y="8799"/>
                    <a:pt x="20516" y="7059"/>
                  </a:cubicBezTo>
                  <a:cubicBezTo>
                    <a:pt x="20849" y="5357"/>
                    <a:pt x="20516" y="4156"/>
                    <a:pt x="19948" y="4056"/>
                  </a:cubicBezTo>
                  <a:cubicBezTo>
                    <a:pt x="19948" y="4056"/>
                    <a:pt x="9574" y="787"/>
                    <a:pt x="8340" y="287"/>
                  </a:cubicBezTo>
                  <a:cubicBezTo>
                    <a:pt x="7826" y="91"/>
                    <a:pt x="7262" y="0"/>
                    <a:pt x="6678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9">
              <a:extLst>
                <a:ext uri="{FF2B5EF4-FFF2-40B4-BE49-F238E27FC236}">
                  <a16:creationId xmlns:a16="http://schemas.microsoft.com/office/drawing/2014/main" id="{2932F495-9137-9E06-089D-89378B0944A9}"/>
                </a:ext>
              </a:extLst>
            </p:cNvPr>
            <p:cNvSpPr/>
            <p:nvPr/>
          </p:nvSpPr>
          <p:spPr>
            <a:xfrm>
              <a:off x="7688277" y="1931041"/>
              <a:ext cx="397901" cy="176139"/>
            </a:xfrm>
            <a:custGeom>
              <a:avLst/>
              <a:gdLst/>
              <a:ahLst/>
              <a:cxnLst/>
              <a:rect l="l" t="t" r="r" b="b"/>
              <a:pathLst>
                <a:path w="20216" h="8949" extrusionOk="0">
                  <a:moveTo>
                    <a:pt x="4304" y="1"/>
                  </a:moveTo>
                  <a:lnTo>
                    <a:pt x="4304" y="1"/>
                  </a:lnTo>
                  <a:cubicBezTo>
                    <a:pt x="2803" y="568"/>
                    <a:pt x="1469" y="1602"/>
                    <a:pt x="868" y="2836"/>
                  </a:cubicBezTo>
                  <a:cubicBezTo>
                    <a:pt x="1" y="4571"/>
                    <a:pt x="1335" y="6139"/>
                    <a:pt x="4171" y="6706"/>
                  </a:cubicBezTo>
                  <a:cubicBezTo>
                    <a:pt x="7039" y="7306"/>
                    <a:pt x="19115" y="8941"/>
                    <a:pt x="19115" y="8941"/>
                  </a:cubicBezTo>
                  <a:cubicBezTo>
                    <a:pt x="19144" y="8946"/>
                    <a:pt x="19174" y="8949"/>
                    <a:pt x="19204" y="8949"/>
                  </a:cubicBezTo>
                  <a:cubicBezTo>
                    <a:pt x="19546" y="8949"/>
                    <a:pt x="19909" y="8592"/>
                    <a:pt x="20215" y="7673"/>
                  </a:cubicBezTo>
                  <a:cubicBezTo>
                    <a:pt x="16780" y="7206"/>
                    <a:pt x="10675" y="6305"/>
                    <a:pt x="7806" y="5338"/>
                  </a:cubicBezTo>
                  <a:cubicBezTo>
                    <a:pt x="3670" y="3937"/>
                    <a:pt x="3637" y="2936"/>
                    <a:pt x="3970" y="1569"/>
                  </a:cubicBezTo>
                  <a:lnTo>
                    <a:pt x="4304" y="1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9">
              <a:extLst>
                <a:ext uri="{FF2B5EF4-FFF2-40B4-BE49-F238E27FC236}">
                  <a16:creationId xmlns:a16="http://schemas.microsoft.com/office/drawing/2014/main" id="{09CEF55C-6F40-5442-0784-FC378337BD19}"/>
                </a:ext>
              </a:extLst>
            </p:cNvPr>
            <p:cNvSpPr/>
            <p:nvPr/>
          </p:nvSpPr>
          <p:spPr>
            <a:xfrm>
              <a:off x="7692233" y="1878528"/>
              <a:ext cx="124098" cy="127700"/>
            </a:xfrm>
            <a:custGeom>
              <a:avLst/>
              <a:gdLst/>
              <a:ahLst/>
              <a:cxnLst/>
              <a:rect l="l" t="t" r="r" b="b"/>
              <a:pathLst>
                <a:path w="6305" h="6488" extrusionOk="0">
                  <a:moveTo>
                    <a:pt x="4970" y="0"/>
                  </a:moveTo>
                  <a:lnTo>
                    <a:pt x="0" y="4003"/>
                  </a:lnTo>
                  <a:lnTo>
                    <a:pt x="1434" y="6205"/>
                  </a:lnTo>
                  <a:cubicBezTo>
                    <a:pt x="1434" y="6205"/>
                    <a:pt x="1837" y="6488"/>
                    <a:pt x="2531" y="6488"/>
                  </a:cubicBezTo>
                  <a:cubicBezTo>
                    <a:pt x="3052" y="6488"/>
                    <a:pt x="3736" y="6329"/>
                    <a:pt x="4537" y="5771"/>
                  </a:cubicBezTo>
                  <a:cubicBezTo>
                    <a:pt x="6305" y="4537"/>
                    <a:pt x="6305" y="3203"/>
                    <a:pt x="6305" y="3203"/>
                  </a:cubicBezTo>
                  <a:lnTo>
                    <a:pt x="4970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9">
              <a:extLst>
                <a:ext uri="{FF2B5EF4-FFF2-40B4-BE49-F238E27FC236}">
                  <a16:creationId xmlns:a16="http://schemas.microsoft.com/office/drawing/2014/main" id="{2DD675CF-445B-693F-8BF5-F672B60764DD}"/>
                </a:ext>
              </a:extLst>
            </p:cNvPr>
            <p:cNvSpPr/>
            <p:nvPr/>
          </p:nvSpPr>
          <p:spPr>
            <a:xfrm>
              <a:off x="7459153" y="1514559"/>
              <a:ext cx="348400" cy="458799"/>
            </a:xfrm>
            <a:custGeom>
              <a:avLst/>
              <a:gdLst/>
              <a:ahLst/>
              <a:cxnLst/>
              <a:rect l="l" t="t" r="r" b="b"/>
              <a:pathLst>
                <a:path w="17701" h="23310" extrusionOk="0">
                  <a:moveTo>
                    <a:pt x="5970" y="0"/>
                  </a:moveTo>
                  <a:cubicBezTo>
                    <a:pt x="5367" y="0"/>
                    <a:pt x="4696" y="133"/>
                    <a:pt x="3936" y="413"/>
                  </a:cubicBezTo>
                  <a:cubicBezTo>
                    <a:pt x="1468" y="1280"/>
                    <a:pt x="0" y="5516"/>
                    <a:pt x="1802" y="9386"/>
                  </a:cubicBezTo>
                  <a:cubicBezTo>
                    <a:pt x="3269" y="12488"/>
                    <a:pt x="11542" y="22929"/>
                    <a:pt x="11542" y="22929"/>
                  </a:cubicBezTo>
                  <a:cubicBezTo>
                    <a:pt x="11864" y="23194"/>
                    <a:pt x="12255" y="23309"/>
                    <a:pt x="12682" y="23309"/>
                  </a:cubicBezTo>
                  <a:cubicBezTo>
                    <a:pt x="14774" y="23309"/>
                    <a:pt x="17701" y="20534"/>
                    <a:pt x="17313" y="19093"/>
                  </a:cubicBezTo>
                  <a:cubicBezTo>
                    <a:pt x="17313" y="19093"/>
                    <a:pt x="11142" y="4849"/>
                    <a:pt x="9941" y="2881"/>
                  </a:cubicBezTo>
                  <a:cubicBezTo>
                    <a:pt x="8833" y="1059"/>
                    <a:pt x="7670" y="0"/>
                    <a:pt x="597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9">
              <a:extLst>
                <a:ext uri="{FF2B5EF4-FFF2-40B4-BE49-F238E27FC236}">
                  <a16:creationId xmlns:a16="http://schemas.microsoft.com/office/drawing/2014/main" id="{9694731F-EB7B-2209-A7D5-F05D0B2A6992}"/>
                </a:ext>
              </a:extLst>
            </p:cNvPr>
            <p:cNvSpPr/>
            <p:nvPr/>
          </p:nvSpPr>
          <p:spPr>
            <a:xfrm>
              <a:off x="7459153" y="1514559"/>
              <a:ext cx="348400" cy="458799"/>
            </a:xfrm>
            <a:custGeom>
              <a:avLst/>
              <a:gdLst/>
              <a:ahLst/>
              <a:cxnLst/>
              <a:rect l="l" t="t" r="r" b="b"/>
              <a:pathLst>
                <a:path w="17701" h="23310" extrusionOk="0">
                  <a:moveTo>
                    <a:pt x="5970" y="0"/>
                  </a:moveTo>
                  <a:cubicBezTo>
                    <a:pt x="5367" y="0"/>
                    <a:pt x="4696" y="133"/>
                    <a:pt x="3936" y="413"/>
                  </a:cubicBezTo>
                  <a:cubicBezTo>
                    <a:pt x="1468" y="1280"/>
                    <a:pt x="0" y="5516"/>
                    <a:pt x="1802" y="9386"/>
                  </a:cubicBezTo>
                  <a:cubicBezTo>
                    <a:pt x="3269" y="12488"/>
                    <a:pt x="11542" y="22929"/>
                    <a:pt x="11542" y="22929"/>
                  </a:cubicBezTo>
                  <a:cubicBezTo>
                    <a:pt x="11864" y="23194"/>
                    <a:pt x="12255" y="23309"/>
                    <a:pt x="12682" y="23309"/>
                  </a:cubicBezTo>
                  <a:cubicBezTo>
                    <a:pt x="14774" y="23309"/>
                    <a:pt x="17701" y="20534"/>
                    <a:pt x="17313" y="19093"/>
                  </a:cubicBezTo>
                  <a:cubicBezTo>
                    <a:pt x="17313" y="19093"/>
                    <a:pt x="11142" y="4849"/>
                    <a:pt x="9941" y="2881"/>
                  </a:cubicBezTo>
                  <a:cubicBezTo>
                    <a:pt x="8833" y="1059"/>
                    <a:pt x="7670" y="0"/>
                    <a:pt x="5970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9">
              <a:extLst>
                <a:ext uri="{FF2B5EF4-FFF2-40B4-BE49-F238E27FC236}">
                  <a16:creationId xmlns:a16="http://schemas.microsoft.com/office/drawing/2014/main" id="{D3383A91-19A0-B77A-ED5C-68BC31541792}"/>
                </a:ext>
              </a:extLst>
            </p:cNvPr>
            <p:cNvSpPr/>
            <p:nvPr/>
          </p:nvSpPr>
          <p:spPr>
            <a:xfrm>
              <a:off x="7493282" y="1681565"/>
              <a:ext cx="254121" cy="291616"/>
            </a:xfrm>
            <a:custGeom>
              <a:avLst/>
              <a:gdLst/>
              <a:ahLst/>
              <a:cxnLst/>
              <a:rect l="l" t="t" r="r" b="b"/>
              <a:pathLst>
                <a:path w="12911" h="14816" extrusionOk="0">
                  <a:moveTo>
                    <a:pt x="1168" y="0"/>
                  </a:moveTo>
                  <a:lnTo>
                    <a:pt x="1" y="701"/>
                  </a:lnTo>
                  <a:cubicBezTo>
                    <a:pt x="34" y="767"/>
                    <a:pt x="68" y="834"/>
                    <a:pt x="101" y="901"/>
                  </a:cubicBezTo>
                  <a:cubicBezTo>
                    <a:pt x="1535" y="4003"/>
                    <a:pt x="9808" y="14444"/>
                    <a:pt x="9808" y="14444"/>
                  </a:cubicBezTo>
                  <a:cubicBezTo>
                    <a:pt x="10133" y="14702"/>
                    <a:pt x="10525" y="14816"/>
                    <a:pt x="10950" y="14816"/>
                  </a:cubicBezTo>
                  <a:cubicBezTo>
                    <a:pt x="11569" y="14816"/>
                    <a:pt x="12257" y="14573"/>
                    <a:pt x="12910" y="14177"/>
                  </a:cubicBezTo>
                  <a:cubicBezTo>
                    <a:pt x="11943" y="12342"/>
                    <a:pt x="6739" y="4603"/>
                    <a:pt x="6505" y="1801"/>
                  </a:cubicBezTo>
                  <a:cubicBezTo>
                    <a:pt x="6372" y="2035"/>
                    <a:pt x="6205" y="2235"/>
                    <a:pt x="5972" y="2402"/>
                  </a:cubicBezTo>
                  <a:cubicBezTo>
                    <a:pt x="5131" y="3131"/>
                    <a:pt x="4413" y="3433"/>
                    <a:pt x="3805" y="3433"/>
                  </a:cubicBezTo>
                  <a:cubicBezTo>
                    <a:pt x="2412" y="3433"/>
                    <a:pt x="1596" y="1849"/>
                    <a:pt x="1202" y="200"/>
                  </a:cubicBezTo>
                  <a:cubicBezTo>
                    <a:pt x="1202" y="133"/>
                    <a:pt x="1168" y="67"/>
                    <a:pt x="1168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9">
              <a:extLst>
                <a:ext uri="{FF2B5EF4-FFF2-40B4-BE49-F238E27FC236}">
                  <a16:creationId xmlns:a16="http://schemas.microsoft.com/office/drawing/2014/main" id="{4ACA4262-3223-CE3B-89CB-9329A236FDA7}"/>
                </a:ext>
              </a:extLst>
            </p:cNvPr>
            <p:cNvSpPr/>
            <p:nvPr/>
          </p:nvSpPr>
          <p:spPr>
            <a:xfrm>
              <a:off x="7498538" y="1528554"/>
              <a:ext cx="160216" cy="221015"/>
            </a:xfrm>
            <a:custGeom>
              <a:avLst/>
              <a:gdLst/>
              <a:ahLst/>
              <a:cxnLst/>
              <a:rect l="l" t="t" r="r" b="b"/>
              <a:pathLst>
                <a:path w="8140" h="11229" extrusionOk="0">
                  <a:moveTo>
                    <a:pt x="3773" y="1"/>
                  </a:moveTo>
                  <a:cubicBezTo>
                    <a:pt x="3267" y="1"/>
                    <a:pt x="2774" y="161"/>
                    <a:pt x="2369" y="502"/>
                  </a:cubicBezTo>
                  <a:cubicBezTo>
                    <a:pt x="1" y="1970"/>
                    <a:pt x="368" y="5572"/>
                    <a:pt x="935" y="7974"/>
                  </a:cubicBezTo>
                  <a:cubicBezTo>
                    <a:pt x="1328" y="9641"/>
                    <a:pt x="2140" y="11228"/>
                    <a:pt x="3537" y="11228"/>
                  </a:cubicBezTo>
                  <a:cubicBezTo>
                    <a:pt x="4152" y="11228"/>
                    <a:pt x="4881" y="10920"/>
                    <a:pt x="5738" y="10176"/>
                  </a:cubicBezTo>
                  <a:cubicBezTo>
                    <a:pt x="8140" y="8074"/>
                    <a:pt x="6806" y="2937"/>
                    <a:pt x="6472" y="2003"/>
                  </a:cubicBezTo>
                  <a:cubicBezTo>
                    <a:pt x="5995" y="731"/>
                    <a:pt x="4853" y="1"/>
                    <a:pt x="377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9">
              <a:extLst>
                <a:ext uri="{FF2B5EF4-FFF2-40B4-BE49-F238E27FC236}">
                  <a16:creationId xmlns:a16="http://schemas.microsoft.com/office/drawing/2014/main" id="{AB221BB1-610F-0A1F-E687-4A72E15906E8}"/>
                </a:ext>
              </a:extLst>
            </p:cNvPr>
            <p:cNvSpPr/>
            <p:nvPr/>
          </p:nvSpPr>
          <p:spPr>
            <a:xfrm>
              <a:off x="7498538" y="1528554"/>
              <a:ext cx="160216" cy="221015"/>
            </a:xfrm>
            <a:custGeom>
              <a:avLst/>
              <a:gdLst/>
              <a:ahLst/>
              <a:cxnLst/>
              <a:rect l="l" t="t" r="r" b="b"/>
              <a:pathLst>
                <a:path w="8140" h="11229" extrusionOk="0">
                  <a:moveTo>
                    <a:pt x="3773" y="1"/>
                  </a:moveTo>
                  <a:cubicBezTo>
                    <a:pt x="3267" y="1"/>
                    <a:pt x="2774" y="161"/>
                    <a:pt x="2369" y="502"/>
                  </a:cubicBezTo>
                  <a:cubicBezTo>
                    <a:pt x="1" y="1970"/>
                    <a:pt x="368" y="5572"/>
                    <a:pt x="935" y="7974"/>
                  </a:cubicBezTo>
                  <a:cubicBezTo>
                    <a:pt x="1328" y="9641"/>
                    <a:pt x="2140" y="11228"/>
                    <a:pt x="3537" y="11228"/>
                  </a:cubicBezTo>
                  <a:cubicBezTo>
                    <a:pt x="4152" y="11228"/>
                    <a:pt x="4881" y="10920"/>
                    <a:pt x="5738" y="10176"/>
                  </a:cubicBezTo>
                  <a:cubicBezTo>
                    <a:pt x="8140" y="8074"/>
                    <a:pt x="6806" y="2937"/>
                    <a:pt x="6472" y="2003"/>
                  </a:cubicBezTo>
                  <a:cubicBezTo>
                    <a:pt x="5995" y="731"/>
                    <a:pt x="4853" y="1"/>
                    <a:pt x="3773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9">
              <a:extLst>
                <a:ext uri="{FF2B5EF4-FFF2-40B4-BE49-F238E27FC236}">
                  <a16:creationId xmlns:a16="http://schemas.microsoft.com/office/drawing/2014/main" id="{5327EC73-3C46-77D3-96B2-FED8648B4ED9}"/>
                </a:ext>
              </a:extLst>
            </p:cNvPr>
            <p:cNvSpPr/>
            <p:nvPr/>
          </p:nvSpPr>
          <p:spPr>
            <a:xfrm>
              <a:off x="7509698" y="1548413"/>
              <a:ext cx="114828" cy="158208"/>
            </a:xfrm>
            <a:custGeom>
              <a:avLst/>
              <a:gdLst/>
              <a:ahLst/>
              <a:cxnLst/>
              <a:rect l="l" t="t" r="r" b="b"/>
              <a:pathLst>
                <a:path w="5834" h="8038" extrusionOk="0">
                  <a:moveTo>
                    <a:pt x="3313" y="1"/>
                  </a:moveTo>
                  <a:cubicBezTo>
                    <a:pt x="3058" y="1"/>
                    <a:pt x="2796" y="78"/>
                    <a:pt x="2536" y="227"/>
                  </a:cubicBezTo>
                  <a:cubicBezTo>
                    <a:pt x="1468" y="861"/>
                    <a:pt x="1" y="3596"/>
                    <a:pt x="768" y="5631"/>
                  </a:cubicBezTo>
                  <a:cubicBezTo>
                    <a:pt x="1364" y="7121"/>
                    <a:pt x="2348" y="8037"/>
                    <a:pt x="3239" y="8037"/>
                  </a:cubicBezTo>
                  <a:cubicBezTo>
                    <a:pt x="3544" y="8037"/>
                    <a:pt x="3839" y="7929"/>
                    <a:pt x="4104" y="7699"/>
                  </a:cubicBezTo>
                  <a:cubicBezTo>
                    <a:pt x="4114" y="7699"/>
                    <a:pt x="4124" y="7700"/>
                    <a:pt x="4134" y="7700"/>
                  </a:cubicBezTo>
                  <a:cubicBezTo>
                    <a:pt x="5151" y="7700"/>
                    <a:pt x="5834" y="6035"/>
                    <a:pt x="5371" y="3096"/>
                  </a:cubicBezTo>
                  <a:cubicBezTo>
                    <a:pt x="5008" y="944"/>
                    <a:pt x="4202" y="1"/>
                    <a:pt x="3313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9">
              <a:extLst>
                <a:ext uri="{FF2B5EF4-FFF2-40B4-BE49-F238E27FC236}">
                  <a16:creationId xmlns:a16="http://schemas.microsoft.com/office/drawing/2014/main" id="{91C7F694-A98C-5670-C886-77E185EEF1E3}"/>
                </a:ext>
              </a:extLst>
            </p:cNvPr>
            <p:cNvSpPr/>
            <p:nvPr/>
          </p:nvSpPr>
          <p:spPr>
            <a:xfrm>
              <a:off x="7365917" y="3734608"/>
              <a:ext cx="347987" cy="140513"/>
            </a:xfrm>
            <a:custGeom>
              <a:avLst/>
              <a:gdLst/>
              <a:ahLst/>
              <a:cxnLst/>
              <a:rect l="l" t="t" r="r" b="b"/>
              <a:pathLst>
                <a:path w="17680" h="7139" extrusionOk="0">
                  <a:moveTo>
                    <a:pt x="67" y="0"/>
                  </a:moveTo>
                  <a:cubicBezTo>
                    <a:pt x="1" y="367"/>
                    <a:pt x="1" y="734"/>
                    <a:pt x="67" y="1101"/>
                  </a:cubicBezTo>
                  <a:cubicBezTo>
                    <a:pt x="201" y="1501"/>
                    <a:pt x="2269" y="2102"/>
                    <a:pt x="3370" y="2402"/>
                  </a:cubicBezTo>
                  <a:cubicBezTo>
                    <a:pt x="4871" y="2935"/>
                    <a:pt x="6205" y="3803"/>
                    <a:pt x="7306" y="4937"/>
                  </a:cubicBezTo>
                  <a:cubicBezTo>
                    <a:pt x="8440" y="6171"/>
                    <a:pt x="10174" y="7138"/>
                    <a:pt x="13077" y="7138"/>
                  </a:cubicBezTo>
                  <a:cubicBezTo>
                    <a:pt x="15979" y="7138"/>
                    <a:pt x="17113" y="6071"/>
                    <a:pt x="17380" y="5737"/>
                  </a:cubicBezTo>
                  <a:cubicBezTo>
                    <a:pt x="17680" y="5371"/>
                    <a:pt x="17546" y="4537"/>
                    <a:pt x="17546" y="4537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9">
              <a:extLst>
                <a:ext uri="{FF2B5EF4-FFF2-40B4-BE49-F238E27FC236}">
                  <a16:creationId xmlns:a16="http://schemas.microsoft.com/office/drawing/2014/main" id="{47F9E1FC-01B3-47E3-BB17-E4027506CB07}"/>
                </a:ext>
              </a:extLst>
            </p:cNvPr>
            <p:cNvSpPr/>
            <p:nvPr/>
          </p:nvSpPr>
          <p:spPr>
            <a:xfrm>
              <a:off x="7358044" y="3573743"/>
              <a:ext cx="309251" cy="262998"/>
            </a:xfrm>
            <a:custGeom>
              <a:avLst/>
              <a:gdLst/>
              <a:ahLst/>
              <a:cxnLst/>
              <a:rect l="l" t="t" r="r" b="b"/>
              <a:pathLst>
                <a:path w="15712" h="13362" extrusionOk="0">
                  <a:moveTo>
                    <a:pt x="1001" y="1"/>
                  </a:moveTo>
                  <a:cubicBezTo>
                    <a:pt x="1401" y="2302"/>
                    <a:pt x="868" y="3503"/>
                    <a:pt x="401" y="4871"/>
                  </a:cubicBezTo>
                  <a:cubicBezTo>
                    <a:pt x="0" y="5938"/>
                    <a:pt x="34" y="7106"/>
                    <a:pt x="467" y="8173"/>
                  </a:cubicBezTo>
                  <a:cubicBezTo>
                    <a:pt x="1835" y="9240"/>
                    <a:pt x="4837" y="9407"/>
                    <a:pt x="6705" y="10742"/>
                  </a:cubicBezTo>
                  <a:cubicBezTo>
                    <a:pt x="7654" y="11406"/>
                    <a:pt x="9144" y="13361"/>
                    <a:pt x="11145" y="13361"/>
                  </a:cubicBezTo>
                  <a:cubicBezTo>
                    <a:pt x="11254" y="13361"/>
                    <a:pt x="11364" y="13355"/>
                    <a:pt x="11475" y="13343"/>
                  </a:cubicBezTo>
                  <a:cubicBezTo>
                    <a:pt x="13643" y="13110"/>
                    <a:pt x="15711" y="10141"/>
                    <a:pt x="15711" y="10141"/>
                  </a:cubicBezTo>
                  <a:cubicBezTo>
                    <a:pt x="14044" y="9307"/>
                    <a:pt x="12543" y="8206"/>
                    <a:pt x="11208" y="6905"/>
                  </a:cubicBezTo>
                  <a:cubicBezTo>
                    <a:pt x="8907" y="4570"/>
                    <a:pt x="6972" y="3536"/>
                    <a:pt x="7105" y="434"/>
                  </a:cubicBezTo>
                  <a:lnTo>
                    <a:pt x="100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9">
              <a:extLst>
                <a:ext uri="{FF2B5EF4-FFF2-40B4-BE49-F238E27FC236}">
                  <a16:creationId xmlns:a16="http://schemas.microsoft.com/office/drawing/2014/main" id="{3C935F06-4E22-B434-AAB6-3332C94B87ED}"/>
                </a:ext>
              </a:extLst>
            </p:cNvPr>
            <p:cNvSpPr/>
            <p:nvPr/>
          </p:nvSpPr>
          <p:spPr>
            <a:xfrm>
              <a:off x="7358044" y="3573093"/>
              <a:ext cx="164152" cy="239654"/>
            </a:xfrm>
            <a:custGeom>
              <a:avLst/>
              <a:gdLst/>
              <a:ahLst/>
              <a:cxnLst/>
              <a:rect l="l" t="t" r="r" b="b"/>
              <a:pathLst>
                <a:path w="8340" h="12176" extrusionOk="0">
                  <a:moveTo>
                    <a:pt x="1001" y="0"/>
                  </a:moveTo>
                  <a:cubicBezTo>
                    <a:pt x="1401" y="2335"/>
                    <a:pt x="868" y="3536"/>
                    <a:pt x="401" y="4904"/>
                  </a:cubicBezTo>
                  <a:cubicBezTo>
                    <a:pt x="0" y="5971"/>
                    <a:pt x="34" y="7139"/>
                    <a:pt x="467" y="8206"/>
                  </a:cubicBezTo>
                  <a:cubicBezTo>
                    <a:pt x="1835" y="9273"/>
                    <a:pt x="4837" y="9440"/>
                    <a:pt x="6705" y="10775"/>
                  </a:cubicBezTo>
                  <a:cubicBezTo>
                    <a:pt x="7105" y="11075"/>
                    <a:pt x="7672" y="11642"/>
                    <a:pt x="8340" y="12176"/>
                  </a:cubicBezTo>
                  <a:cubicBezTo>
                    <a:pt x="8273" y="11608"/>
                    <a:pt x="8006" y="11041"/>
                    <a:pt x="7572" y="10641"/>
                  </a:cubicBezTo>
                  <a:cubicBezTo>
                    <a:pt x="5938" y="9273"/>
                    <a:pt x="3303" y="8139"/>
                    <a:pt x="3369" y="7105"/>
                  </a:cubicBezTo>
                  <a:cubicBezTo>
                    <a:pt x="3469" y="6105"/>
                    <a:pt x="2068" y="4637"/>
                    <a:pt x="2068" y="4637"/>
                  </a:cubicBezTo>
                  <a:cubicBezTo>
                    <a:pt x="2068" y="4637"/>
                    <a:pt x="1168" y="3436"/>
                    <a:pt x="4570" y="3036"/>
                  </a:cubicBezTo>
                  <a:cubicBezTo>
                    <a:pt x="6371" y="2836"/>
                    <a:pt x="7039" y="2335"/>
                    <a:pt x="7239" y="1935"/>
                  </a:cubicBezTo>
                  <a:cubicBezTo>
                    <a:pt x="7139" y="1468"/>
                    <a:pt x="7105" y="968"/>
                    <a:pt x="7105" y="467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9">
              <a:extLst>
                <a:ext uri="{FF2B5EF4-FFF2-40B4-BE49-F238E27FC236}">
                  <a16:creationId xmlns:a16="http://schemas.microsoft.com/office/drawing/2014/main" id="{ECA383B1-1F9C-344C-5E6D-2AA1532D2F5D}"/>
                </a:ext>
              </a:extLst>
            </p:cNvPr>
            <p:cNvSpPr/>
            <p:nvPr/>
          </p:nvSpPr>
          <p:spPr>
            <a:xfrm>
              <a:off x="7326532" y="2944749"/>
              <a:ext cx="237686" cy="675582"/>
            </a:xfrm>
            <a:custGeom>
              <a:avLst/>
              <a:gdLst/>
              <a:ahLst/>
              <a:cxnLst/>
              <a:rect l="l" t="t" r="r" b="b"/>
              <a:pathLst>
                <a:path w="12076" h="34324" extrusionOk="0">
                  <a:moveTo>
                    <a:pt x="7075" y="0"/>
                  </a:moveTo>
                  <a:cubicBezTo>
                    <a:pt x="4962" y="0"/>
                    <a:pt x="2769" y="101"/>
                    <a:pt x="2769" y="101"/>
                  </a:cubicBezTo>
                  <a:cubicBezTo>
                    <a:pt x="2733" y="99"/>
                    <a:pt x="2698" y="98"/>
                    <a:pt x="2663" y="98"/>
                  </a:cubicBezTo>
                  <a:cubicBezTo>
                    <a:pt x="1194" y="98"/>
                    <a:pt x="362" y="2166"/>
                    <a:pt x="167" y="7607"/>
                  </a:cubicBezTo>
                  <a:cubicBezTo>
                    <a:pt x="0" y="12544"/>
                    <a:pt x="2402" y="32124"/>
                    <a:pt x="2669" y="33559"/>
                  </a:cubicBezTo>
                  <a:cubicBezTo>
                    <a:pt x="2761" y="34064"/>
                    <a:pt x="4056" y="34324"/>
                    <a:pt x="5437" y="34324"/>
                  </a:cubicBezTo>
                  <a:cubicBezTo>
                    <a:pt x="7061" y="34324"/>
                    <a:pt x="8804" y="33964"/>
                    <a:pt x="8840" y="33225"/>
                  </a:cubicBezTo>
                  <a:cubicBezTo>
                    <a:pt x="9007" y="30957"/>
                    <a:pt x="11475" y="6806"/>
                    <a:pt x="11708" y="4038"/>
                  </a:cubicBezTo>
                  <a:cubicBezTo>
                    <a:pt x="11942" y="1269"/>
                    <a:pt x="12075" y="668"/>
                    <a:pt x="10674" y="235"/>
                  </a:cubicBezTo>
                  <a:cubicBezTo>
                    <a:pt x="10087" y="53"/>
                    <a:pt x="8602" y="0"/>
                    <a:pt x="707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9">
              <a:extLst>
                <a:ext uri="{FF2B5EF4-FFF2-40B4-BE49-F238E27FC236}">
                  <a16:creationId xmlns:a16="http://schemas.microsoft.com/office/drawing/2014/main" id="{AD3F3528-6F22-2AB1-5B1A-CFB3AC883C5F}"/>
                </a:ext>
              </a:extLst>
            </p:cNvPr>
            <p:cNvSpPr/>
            <p:nvPr/>
          </p:nvSpPr>
          <p:spPr>
            <a:xfrm>
              <a:off x="7326532" y="2944749"/>
              <a:ext cx="237686" cy="675582"/>
            </a:xfrm>
            <a:custGeom>
              <a:avLst/>
              <a:gdLst/>
              <a:ahLst/>
              <a:cxnLst/>
              <a:rect l="l" t="t" r="r" b="b"/>
              <a:pathLst>
                <a:path w="12076" h="34324" extrusionOk="0">
                  <a:moveTo>
                    <a:pt x="7075" y="0"/>
                  </a:moveTo>
                  <a:cubicBezTo>
                    <a:pt x="4962" y="0"/>
                    <a:pt x="2769" y="101"/>
                    <a:pt x="2769" y="101"/>
                  </a:cubicBezTo>
                  <a:cubicBezTo>
                    <a:pt x="2733" y="99"/>
                    <a:pt x="2698" y="98"/>
                    <a:pt x="2663" y="98"/>
                  </a:cubicBezTo>
                  <a:cubicBezTo>
                    <a:pt x="1194" y="98"/>
                    <a:pt x="362" y="2166"/>
                    <a:pt x="167" y="7607"/>
                  </a:cubicBezTo>
                  <a:cubicBezTo>
                    <a:pt x="0" y="12544"/>
                    <a:pt x="2402" y="32124"/>
                    <a:pt x="2669" y="33559"/>
                  </a:cubicBezTo>
                  <a:cubicBezTo>
                    <a:pt x="2761" y="34064"/>
                    <a:pt x="4056" y="34324"/>
                    <a:pt x="5437" y="34324"/>
                  </a:cubicBezTo>
                  <a:cubicBezTo>
                    <a:pt x="7061" y="34324"/>
                    <a:pt x="8804" y="33964"/>
                    <a:pt x="8840" y="33225"/>
                  </a:cubicBezTo>
                  <a:cubicBezTo>
                    <a:pt x="9007" y="30957"/>
                    <a:pt x="11475" y="6806"/>
                    <a:pt x="11708" y="4038"/>
                  </a:cubicBezTo>
                  <a:cubicBezTo>
                    <a:pt x="11942" y="1269"/>
                    <a:pt x="12075" y="668"/>
                    <a:pt x="10674" y="235"/>
                  </a:cubicBezTo>
                  <a:cubicBezTo>
                    <a:pt x="10087" y="53"/>
                    <a:pt x="8602" y="0"/>
                    <a:pt x="7075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9">
              <a:extLst>
                <a:ext uri="{FF2B5EF4-FFF2-40B4-BE49-F238E27FC236}">
                  <a16:creationId xmlns:a16="http://schemas.microsoft.com/office/drawing/2014/main" id="{8505F14A-5F70-9857-91AB-BFAB01700CCD}"/>
                </a:ext>
              </a:extLst>
            </p:cNvPr>
            <p:cNvSpPr/>
            <p:nvPr/>
          </p:nvSpPr>
          <p:spPr>
            <a:xfrm>
              <a:off x="7325863" y="2944749"/>
              <a:ext cx="238355" cy="673653"/>
            </a:xfrm>
            <a:custGeom>
              <a:avLst/>
              <a:gdLst/>
              <a:ahLst/>
              <a:cxnLst/>
              <a:rect l="l" t="t" r="r" b="b"/>
              <a:pathLst>
                <a:path w="12110" h="34226" extrusionOk="0">
                  <a:moveTo>
                    <a:pt x="7083" y="0"/>
                  </a:moveTo>
                  <a:cubicBezTo>
                    <a:pt x="4962" y="0"/>
                    <a:pt x="2769" y="101"/>
                    <a:pt x="2769" y="101"/>
                  </a:cubicBezTo>
                  <a:cubicBezTo>
                    <a:pt x="2734" y="99"/>
                    <a:pt x="2700" y="98"/>
                    <a:pt x="2666" y="98"/>
                  </a:cubicBezTo>
                  <a:cubicBezTo>
                    <a:pt x="1228" y="98"/>
                    <a:pt x="396" y="2166"/>
                    <a:pt x="201" y="7607"/>
                  </a:cubicBezTo>
                  <a:cubicBezTo>
                    <a:pt x="1" y="12544"/>
                    <a:pt x="2436" y="32124"/>
                    <a:pt x="2703" y="33559"/>
                  </a:cubicBezTo>
                  <a:cubicBezTo>
                    <a:pt x="2769" y="33892"/>
                    <a:pt x="3370" y="34126"/>
                    <a:pt x="4170" y="34226"/>
                  </a:cubicBezTo>
                  <a:cubicBezTo>
                    <a:pt x="3803" y="29923"/>
                    <a:pt x="3036" y="19549"/>
                    <a:pt x="3036" y="15746"/>
                  </a:cubicBezTo>
                  <a:cubicBezTo>
                    <a:pt x="3036" y="11450"/>
                    <a:pt x="2934" y="4672"/>
                    <a:pt x="4770" y="4672"/>
                  </a:cubicBezTo>
                  <a:cubicBezTo>
                    <a:pt x="5030" y="4672"/>
                    <a:pt x="5328" y="4807"/>
                    <a:pt x="5671" y="5105"/>
                  </a:cubicBezTo>
                  <a:cubicBezTo>
                    <a:pt x="6773" y="6062"/>
                    <a:pt x="7838" y="6439"/>
                    <a:pt x="8779" y="6439"/>
                  </a:cubicBezTo>
                  <a:cubicBezTo>
                    <a:pt x="10003" y="6439"/>
                    <a:pt x="11020" y="5801"/>
                    <a:pt x="11642" y="4972"/>
                  </a:cubicBezTo>
                  <a:cubicBezTo>
                    <a:pt x="11676" y="4538"/>
                    <a:pt x="11709" y="4238"/>
                    <a:pt x="11742" y="4038"/>
                  </a:cubicBezTo>
                  <a:cubicBezTo>
                    <a:pt x="11976" y="1302"/>
                    <a:pt x="12109" y="702"/>
                    <a:pt x="10708" y="235"/>
                  </a:cubicBezTo>
                  <a:cubicBezTo>
                    <a:pt x="10107" y="53"/>
                    <a:pt x="8614" y="0"/>
                    <a:pt x="7083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9">
              <a:extLst>
                <a:ext uri="{FF2B5EF4-FFF2-40B4-BE49-F238E27FC236}">
                  <a16:creationId xmlns:a16="http://schemas.microsoft.com/office/drawing/2014/main" id="{073D84DA-39CD-90C5-D8F9-291B0D1FC6AF}"/>
                </a:ext>
              </a:extLst>
            </p:cNvPr>
            <p:cNvSpPr/>
            <p:nvPr/>
          </p:nvSpPr>
          <p:spPr>
            <a:xfrm>
              <a:off x="7367236" y="2839054"/>
              <a:ext cx="195014" cy="164861"/>
            </a:xfrm>
            <a:custGeom>
              <a:avLst/>
              <a:gdLst/>
              <a:ahLst/>
              <a:cxnLst/>
              <a:rect l="l" t="t" r="r" b="b"/>
              <a:pathLst>
                <a:path w="9908" h="8376" extrusionOk="0">
                  <a:moveTo>
                    <a:pt x="9907" y="1"/>
                  </a:moveTo>
                  <a:lnTo>
                    <a:pt x="0" y="1435"/>
                  </a:lnTo>
                  <a:lnTo>
                    <a:pt x="367" y="6239"/>
                  </a:lnTo>
                  <a:cubicBezTo>
                    <a:pt x="367" y="6988"/>
                    <a:pt x="1833" y="8376"/>
                    <a:pt x="5045" y="8376"/>
                  </a:cubicBezTo>
                  <a:cubicBezTo>
                    <a:pt x="5119" y="8376"/>
                    <a:pt x="5195" y="8375"/>
                    <a:pt x="5271" y="8373"/>
                  </a:cubicBezTo>
                  <a:cubicBezTo>
                    <a:pt x="8206" y="8307"/>
                    <a:pt x="8973" y="6706"/>
                    <a:pt x="8973" y="6706"/>
                  </a:cubicBezTo>
                  <a:lnTo>
                    <a:pt x="9907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9">
              <a:extLst>
                <a:ext uri="{FF2B5EF4-FFF2-40B4-BE49-F238E27FC236}">
                  <a16:creationId xmlns:a16="http://schemas.microsoft.com/office/drawing/2014/main" id="{12BF542B-9D82-DE86-8CFB-8BECB6BECCD7}"/>
                </a:ext>
              </a:extLst>
            </p:cNvPr>
            <p:cNvSpPr/>
            <p:nvPr/>
          </p:nvSpPr>
          <p:spPr>
            <a:xfrm>
              <a:off x="7242173" y="1995226"/>
              <a:ext cx="364717" cy="938560"/>
            </a:xfrm>
            <a:custGeom>
              <a:avLst/>
              <a:gdLst/>
              <a:ahLst/>
              <a:cxnLst/>
              <a:rect l="l" t="t" r="r" b="b"/>
              <a:pathLst>
                <a:path w="18530" h="47685" extrusionOk="0">
                  <a:moveTo>
                    <a:pt x="12248" y="1"/>
                  </a:moveTo>
                  <a:cubicBezTo>
                    <a:pt x="6755" y="1"/>
                    <a:pt x="1" y="11570"/>
                    <a:pt x="517" y="16888"/>
                  </a:cubicBezTo>
                  <a:lnTo>
                    <a:pt x="5987" y="45975"/>
                  </a:lnTo>
                  <a:cubicBezTo>
                    <a:pt x="6221" y="47076"/>
                    <a:pt x="8648" y="47685"/>
                    <a:pt x="11120" y="47685"/>
                  </a:cubicBezTo>
                  <a:cubicBezTo>
                    <a:pt x="13593" y="47685"/>
                    <a:pt x="16111" y="47076"/>
                    <a:pt x="16528" y="45742"/>
                  </a:cubicBezTo>
                  <a:cubicBezTo>
                    <a:pt x="16528" y="45742"/>
                    <a:pt x="18463" y="37636"/>
                    <a:pt x="18496" y="23125"/>
                  </a:cubicBezTo>
                  <a:cubicBezTo>
                    <a:pt x="18530" y="8582"/>
                    <a:pt x="17562" y="5513"/>
                    <a:pt x="16528" y="3411"/>
                  </a:cubicBezTo>
                  <a:cubicBezTo>
                    <a:pt x="15351" y="989"/>
                    <a:pt x="13853" y="1"/>
                    <a:pt x="12248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9">
              <a:extLst>
                <a:ext uri="{FF2B5EF4-FFF2-40B4-BE49-F238E27FC236}">
                  <a16:creationId xmlns:a16="http://schemas.microsoft.com/office/drawing/2014/main" id="{D141F11C-F950-4E16-2264-22485891213E}"/>
                </a:ext>
              </a:extLst>
            </p:cNvPr>
            <p:cNvSpPr/>
            <p:nvPr/>
          </p:nvSpPr>
          <p:spPr>
            <a:xfrm>
              <a:off x="7242173" y="1995226"/>
              <a:ext cx="364717" cy="938560"/>
            </a:xfrm>
            <a:custGeom>
              <a:avLst/>
              <a:gdLst/>
              <a:ahLst/>
              <a:cxnLst/>
              <a:rect l="l" t="t" r="r" b="b"/>
              <a:pathLst>
                <a:path w="18530" h="47685" extrusionOk="0">
                  <a:moveTo>
                    <a:pt x="12248" y="1"/>
                  </a:moveTo>
                  <a:cubicBezTo>
                    <a:pt x="6755" y="1"/>
                    <a:pt x="1" y="11570"/>
                    <a:pt x="517" y="16888"/>
                  </a:cubicBezTo>
                  <a:lnTo>
                    <a:pt x="5987" y="45975"/>
                  </a:lnTo>
                  <a:cubicBezTo>
                    <a:pt x="6221" y="47076"/>
                    <a:pt x="8648" y="47685"/>
                    <a:pt x="11120" y="47685"/>
                  </a:cubicBezTo>
                  <a:cubicBezTo>
                    <a:pt x="13593" y="47685"/>
                    <a:pt x="16111" y="47076"/>
                    <a:pt x="16528" y="45742"/>
                  </a:cubicBezTo>
                  <a:cubicBezTo>
                    <a:pt x="16528" y="45742"/>
                    <a:pt x="18463" y="37636"/>
                    <a:pt x="18496" y="23125"/>
                  </a:cubicBezTo>
                  <a:cubicBezTo>
                    <a:pt x="18530" y="8582"/>
                    <a:pt x="17562" y="5513"/>
                    <a:pt x="16528" y="3411"/>
                  </a:cubicBezTo>
                  <a:cubicBezTo>
                    <a:pt x="15351" y="989"/>
                    <a:pt x="13853" y="1"/>
                    <a:pt x="12248" y="1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9">
              <a:extLst>
                <a:ext uri="{FF2B5EF4-FFF2-40B4-BE49-F238E27FC236}">
                  <a16:creationId xmlns:a16="http://schemas.microsoft.com/office/drawing/2014/main" id="{D9F04B69-46FE-053A-8FCE-D166D9960110}"/>
                </a:ext>
              </a:extLst>
            </p:cNvPr>
            <p:cNvSpPr/>
            <p:nvPr/>
          </p:nvSpPr>
          <p:spPr>
            <a:xfrm>
              <a:off x="7242468" y="1995324"/>
              <a:ext cx="300729" cy="938560"/>
            </a:xfrm>
            <a:custGeom>
              <a:avLst/>
              <a:gdLst/>
              <a:ahLst/>
              <a:cxnLst/>
              <a:rect l="l" t="t" r="r" b="b"/>
              <a:pathLst>
                <a:path w="15279" h="47685" extrusionOk="0">
                  <a:moveTo>
                    <a:pt x="12231" y="1"/>
                  </a:moveTo>
                  <a:cubicBezTo>
                    <a:pt x="6747" y="1"/>
                    <a:pt x="1" y="11566"/>
                    <a:pt x="502" y="16883"/>
                  </a:cubicBezTo>
                  <a:lnTo>
                    <a:pt x="5972" y="45970"/>
                  </a:lnTo>
                  <a:cubicBezTo>
                    <a:pt x="6216" y="47077"/>
                    <a:pt x="8636" y="47685"/>
                    <a:pt x="11104" y="47685"/>
                  </a:cubicBezTo>
                  <a:cubicBezTo>
                    <a:pt x="12353" y="47685"/>
                    <a:pt x="13614" y="47529"/>
                    <a:pt x="14612" y="47204"/>
                  </a:cubicBezTo>
                  <a:cubicBezTo>
                    <a:pt x="14612" y="47171"/>
                    <a:pt x="14578" y="47104"/>
                    <a:pt x="14578" y="47071"/>
                  </a:cubicBezTo>
                  <a:cubicBezTo>
                    <a:pt x="14324" y="46190"/>
                    <a:pt x="13823" y="45925"/>
                    <a:pt x="13261" y="45925"/>
                  </a:cubicBezTo>
                  <a:cubicBezTo>
                    <a:pt x="12411" y="45925"/>
                    <a:pt x="11419" y="46530"/>
                    <a:pt x="10915" y="46530"/>
                  </a:cubicBezTo>
                  <a:cubicBezTo>
                    <a:pt x="10792" y="46530"/>
                    <a:pt x="10698" y="46493"/>
                    <a:pt x="10642" y="46404"/>
                  </a:cubicBezTo>
                  <a:cubicBezTo>
                    <a:pt x="10209" y="45670"/>
                    <a:pt x="9642" y="31660"/>
                    <a:pt x="9208" y="26990"/>
                  </a:cubicBezTo>
                  <a:cubicBezTo>
                    <a:pt x="8674" y="20785"/>
                    <a:pt x="12744" y="17783"/>
                    <a:pt x="14111" y="11812"/>
                  </a:cubicBezTo>
                  <a:cubicBezTo>
                    <a:pt x="14845" y="8410"/>
                    <a:pt x="15246" y="4974"/>
                    <a:pt x="15279" y="1505"/>
                  </a:cubicBezTo>
                  <a:cubicBezTo>
                    <a:pt x="14357" y="456"/>
                    <a:pt x="13319" y="1"/>
                    <a:pt x="12231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9">
              <a:extLst>
                <a:ext uri="{FF2B5EF4-FFF2-40B4-BE49-F238E27FC236}">
                  <a16:creationId xmlns:a16="http://schemas.microsoft.com/office/drawing/2014/main" id="{95D46694-A2CB-C38F-7527-0BF2BCC6436C}"/>
                </a:ext>
              </a:extLst>
            </p:cNvPr>
            <p:cNvSpPr/>
            <p:nvPr/>
          </p:nvSpPr>
          <p:spPr>
            <a:xfrm>
              <a:off x="7322556" y="2024533"/>
              <a:ext cx="252822" cy="350309"/>
            </a:xfrm>
            <a:custGeom>
              <a:avLst/>
              <a:gdLst/>
              <a:ahLst/>
              <a:cxnLst/>
              <a:rect l="l" t="t" r="r" b="b"/>
              <a:pathLst>
                <a:path w="12845" h="17798" extrusionOk="0">
                  <a:moveTo>
                    <a:pt x="8333" y="1"/>
                  </a:moveTo>
                  <a:cubicBezTo>
                    <a:pt x="1847" y="1"/>
                    <a:pt x="0" y="16432"/>
                    <a:pt x="4839" y="17633"/>
                  </a:cubicBezTo>
                  <a:cubicBezTo>
                    <a:pt x="5287" y="17745"/>
                    <a:pt x="5714" y="17797"/>
                    <a:pt x="6120" y="17797"/>
                  </a:cubicBezTo>
                  <a:cubicBezTo>
                    <a:pt x="10337" y="17797"/>
                    <a:pt x="12304" y="12143"/>
                    <a:pt x="12578" y="8127"/>
                  </a:cubicBezTo>
                  <a:cubicBezTo>
                    <a:pt x="12844" y="3724"/>
                    <a:pt x="11077" y="521"/>
                    <a:pt x="9442" y="154"/>
                  </a:cubicBezTo>
                  <a:cubicBezTo>
                    <a:pt x="9059" y="50"/>
                    <a:pt x="8689" y="1"/>
                    <a:pt x="833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9">
              <a:extLst>
                <a:ext uri="{FF2B5EF4-FFF2-40B4-BE49-F238E27FC236}">
                  <a16:creationId xmlns:a16="http://schemas.microsoft.com/office/drawing/2014/main" id="{8759A40B-FA4F-FAA6-4DED-17C612BC86EE}"/>
                </a:ext>
              </a:extLst>
            </p:cNvPr>
            <p:cNvSpPr/>
            <p:nvPr/>
          </p:nvSpPr>
          <p:spPr>
            <a:xfrm>
              <a:off x="7322556" y="2024533"/>
              <a:ext cx="252822" cy="350309"/>
            </a:xfrm>
            <a:custGeom>
              <a:avLst/>
              <a:gdLst/>
              <a:ahLst/>
              <a:cxnLst/>
              <a:rect l="l" t="t" r="r" b="b"/>
              <a:pathLst>
                <a:path w="12845" h="17798" extrusionOk="0">
                  <a:moveTo>
                    <a:pt x="8333" y="1"/>
                  </a:moveTo>
                  <a:cubicBezTo>
                    <a:pt x="1847" y="1"/>
                    <a:pt x="0" y="16432"/>
                    <a:pt x="4839" y="17633"/>
                  </a:cubicBezTo>
                  <a:cubicBezTo>
                    <a:pt x="5287" y="17745"/>
                    <a:pt x="5714" y="17797"/>
                    <a:pt x="6120" y="17797"/>
                  </a:cubicBezTo>
                  <a:cubicBezTo>
                    <a:pt x="10337" y="17797"/>
                    <a:pt x="12304" y="12143"/>
                    <a:pt x="12578" y="8127"/>
                  </a:cubicBezTo>
                  <a:cubicBezTo>
                    <a:pt x="12844" y="3724"/>
                    <a:pt x="11077" y="521"/>
                    <a:pt x="9442" y="154"/>
                  </a:cubicBezTo>
                  <a:cubicBezTo>
                    <a:pt x="9059" y="50"/>
                    <a:pt x="8689" y="1"/>
                    <a:pt x="8333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9">
              <a:extLst>
                <a:ext uri="{FF2B5EF4-FFF2-40B4-BE49-F238E27FC236}">
                  <a16:creationId xmlns:a16="http://schemas.microsoft.com/office/drawing/2014/main" id="{C5E7C7E8-E2B9-3CAE-6B8E-D79B1A0A867B}"/>
                </a:ext>
              </a:extLst>
            </p:cNvPr>
            <p:cNvSpPr/>
            <p:nvPr/>
          </p:nvSpPr>
          <p:spPr>
            <a:xfrm>
              <a:off x="7360130" y="2102909"/>
              <a:ext cx="196215" cy="212768"/>
            </a:xfrm>
            <a:custGeom>
              <a:avLst/>
              <a:gdLst/>
              <a:ahLst/>
              <a:cxnLst/>
              <a:rect l="l" t="t" r="r" b="b"/>
              <a:pathLst>
                <a:path w="9969" h="10810" extrusionOk="0">
                  <a:moveTo>
                    <a:pt x="5626" y="0"/>
                  </a:moveTo>
                  <a:cubicBezTo>
                    <a:pt x="494" y="0"/>
                    <a:pt x="1" y="9783"/>
                    <a:pt x="4064" y="10683"/>
                  </a:cubicBezTo>
                  <a:cubicBezTo>
                    <a:pt x="4457" y="10768"/>
                    <a:pt x="4817" y="10809"/>
                    <a:pt x="5149" y="10809"/>
                  </a:cubicBezTo>
                  <a:cubicBezTo>
                    <a:pt x="7290" y="10809"/>
                    <a:pt x="8216" y="9062"/>
                    <a:pt x="8967" y="5913"/>
                  </a:cubicBezTo>
                  <a:cubicBezTo>
                    <a:pt x="9968" y="1543"/>
                    <a:pt x="8267" y="475"/>
                    <a:pt x="6866" y="175"/>
                  </a:cubicBezTo>
                  <a:cubicBezTo>
                    <a:pt x="6426" y="56"/>
                    <a:pt x="6013" y="0"/>
                    <a:pt x="562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9">
              <a:extLst>
                <a:ext uri="{FF2B5EF4-FFF2-40B4-BE49-F238E27FC236}">
                  <a16:creationId xmlns:a16="http://schemas.microsoft.com/office/drawing/2014/main" id="{8DC45932-D1E8-7CAB-F3E3-56547B1D531A}"/>
                </a:ext>
              </a:extLst>
            </p:cNvPr>
            <p:cNvSpPr/>
            <p:nvPr/>
          </p:nvSpPr>
          <p:spPr>
            <a:xfrm>
              <a:off x="7440100" y="3752283"/>
              <a:ext cx="273154" cy="103254"/>
            </a:xfrm>
            <a:custGeom>
              <a:avLst/>
              <a:gdLst/>
              <a:ahLst/>
              <a:cxnLst/>
              <a:rect l="l" t="t" r="r" b="b"/>
              <a:pathLst>
                <a:path w="13878" h="5246" extrusionOk="0">
                  <a:moveTo>
                    <a:pt x="9698" y="0"/>
                  </a:moveTo>
                  <a:cubicBezTo>
                    <a:pt x="7522" y="0"/>
                    <a:pt x="6314" y="1878"/>
                    <a:pt x="4961" y="1878"/>
                  </a:cubicBezTo>
                  <a:cubicBezTo>
                    <a:pt x="4715" y="1878"/>
                    <a:pt x="4465" y="1816"/>
                    <a:pt x="4204" y="1671"/>
                  </a:cubicBezTo>
                  <a:cubicBezTo>
                    <a:pt x="2469" y="703"/>
                    <a:pt x="1735" y="636"/>
                    <a:pt x="1" y="536"/>
                  </a:cubicBezTo>
                  <a:lnTo>
                    <a:pt x="1" y="536"/>
                  </a:lnTo>
                  <a:cubicBezTo>
                    <a:pt x="1402" y="970"/>
                    <a:pt x="2069" y="1570"/>
                    <a:pt x="3537" y="2805"/>
                  </a:cubicBezTo>
                  <a:cubicBezTo>
                    <a:pt x="4843" y="3929"/>
                    <a:pt x="6508" y="5246"/>
                    <a:pt x="9541" y="5246"/>
                  </a:cubicBezTo>
                  <a:cubicBezTo>
                    <a:pt x="9839" y="5246"/>
                    <a:pt x="10150" y="5233"/>
                    <a:pt x="10475" y="5206"/>
                  </a:cubicBezTo>
                  <a:cubicBezTo>
                    <a:pt x="11743" y="5140"/>
                    <a:pt x="12943" y="4573"/>
                    <a:pt x="13777" y="3605"/>
                  </a:cubicBezTo>
                  <a:cubicBezTo>
                    <a:pt x="13877" y="2404"/>
                    <a:pt x="13611" y="1804"/>
                    <a:pt x="12943" y="1337"/>
                  </a:cubicBezTo>
                  <a:cubicBezTo>
                    <a:pt x="11976" y="737"/>
                    <a:pt x="10942" y="303"/>
                    <a:pt x="9841" y="3"/>
                  </a:cubicBezTo>
                  <a:cubicBezTo>
                    <a:pt x="9793" y="1"/>
                    <a:pt x="9746" y="0"/>
                    <a:pt x="9698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9">
              <a:extLst>
                <a:ext uri="{FF2B5EF4-FFF2-40B4-BE49-F238E27FC236}">
                  <a16:creationId xmlns:a16="http://schemas.microsoft.com/office/drawing/2014/main" id="{5EB6218F-7508-F640-6ABA-B95714182515}"/>
                </a:ext>
              </a:extLst>
            </p:cNvPr>
            <p:cNvSpPr/>
            <p:nvPr/>
          </p:nvSpPr>
          <p:spPr>
            <a:xfrm>
              <a:off x="7440100" y="3752283"/>
              <a:ext cx="273154" cy="103254"/>
            </a:xfrm>
            <a:custGeom>
              <a:avLst/>
              <a:gdLst/>
              <a:ahLst/>
              <a:cxnLst/>
              <a:rect l="l" t="t" r="r" b="b"/>
              <a:pathLst>
                <a:path w="13878" h="5246" extrusionOk="0">
                  <a:moveTo>
                    <a:pt x="9698" y="0"/>
                  </a:moveTo>
                  <a:cubicBezTo>
                    <a:pt x="7522" y="0"/>
                    <a:pt x="6314" y="1878"/>
                    <a:pt x="4961" y="1878"/>
                  </a:cubicBezTo>
                  <a:cubicBezTo>
                    <a:pt x="4715" y="1878"/>
                    <a:pt x="4465" y="1816"/>
                    <a:pt x="4204" y="1671"/>
                  </a:cubicBezTo>
                  <a:cubicBezTo>
                    <a:pt x="2469" y="703"/>
                    <a:pt x="1735" y="636"/>
                    <a:pt x="1" y="536"/>
                  </a:cubicBezTo>
                  <a:lnTo>
                    <a:pt x="1" y="536"/>
                  </a:lnTo>
                  <a:cubicBezTo>
                    <a:pt x="1402" y="970"/>
                    <a:pt x="2069" y="1570"/>
                    <a:pt x="3537" y="2805"/>
                  </a:cubicBezTo>
                  <a:cubicBezTo>
                    <a:pt x="4843" y="3929"/>
                    <a:pt x="6508" y="5246"/>
                    <a:pt x="9541" y="5246"/>
                  </a:cubicBezTo>
                  <a:cubicBezTo>
                    <a:pt x="9839" y="5246"/>
                    <a:pt x="10150" y="5233"/>
                    <a:pt x="10475" y="5206"/>
                  </a:cubicBezTo>
                  <a:cubicBezTo>
                    <a:pt x="11743" y="5140"/>
                    <a:pt x="12943" y="4573"/>
                    <a:pt x="13777" y="3605"/>
                  </a:cubicBezTo>
                  <a:cubicBezTo>
                    <a:pt x="13877" y="2404"/>
                    <a:pt x="13611" y="1804"/>
                    <a:pt x="12943" y="1337"/>
                  </a:cubicBezTo>
                  <a:cubicBezTo>
                    <a:pt x="11976" y="737"/>
                    <a:pt x="10942" y="303"/>
                    <a:pt x="9841" y="3"/>
                  </a:cubicBezTo>
                  <a:cubicBezTo>
                    <a:pt x="9793" y="1"/>
                    <a:pt x="9746" y="0"/>
                    <a:pt x="9698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9">
              <a:extLst>
                <a:ext uri="{FF2B5EF4-FFF2-40B4-BE49-F238E27FC236}">
                  <a16:creationId xmlns:a16="http://schemas.microsoft.com/office/drawing/2014/main" id="{7A9E976E-FD47-FF90-10D2-A9587344B151}"/>
                </a:ext>
              </a:extLst>
            </p:cNvPr>
            <p:cNvSpPr/>
            <p:nvPr/>
          </p:nvSpPr>
          <p:spPr>
            <a:xfrm>
              <a:off x="7440100" y="3762832"/>
              <a:ext cx="274000" cy="92862"/>
            </a:xfrm>
            <a:custGeom>
              <a:avLst/>
              <a:gdLst/>
              <a:ahLst/>
              <a:cxnLst/>
              <a:rect l="l" t="t" r="r" b="b"/>
              <a:pathLst>
                <a:path w="13921" h="4718" extrusionOk="0">
                  <a:moveTo>
                    <a:pt x="1" y="0"/>
                  </a:moveTo>
                  <a:cubicBezTo>
                    <a:pt x="1402" y="434"/>
                    <a:pt x="2069" y="1034"/>
                    <a:pt x="3537" y="2269"/>
                  </a:cubicBezTo>
                  <a:cubicBezTo>
                    <a:pt x="4863" y="3384"/>
                    <a:pt x="6490" y="4718"/>
                    <a:pt x="9474" y="4718"/>
                  </a:cubicBezTo>
                  <a:cubicBezTo>
                    <a:pt x="9792" y="4718"/>
                    <a:pt x="10125" y="4703"/>
                    <a:pt x="10475" y="4670"/>
                  </a:cubicBezTo>
                  <a:cubicBezTo>
                    <a:pt x="11743" y="4637"/>
                    <a:pt x="12943" y="4070"/>
                    <a:pt x="13777" y="3103"/>
                  </a:cubicBezTo>
                  <a:cubicBezTo>
                    <a:pt x="13877" y="1868"/>
                    <a:pt x="13611" y="1301"/>
                    <a:pt x="12943" y="834"/>
                  </a:cubicBezTo>
                  <a:lnTo>
                    <a:pt x="12943" y="834"/>
                  </a:lnTo>
                  <a:cubicBezTo>
                    <a:pt x="13921" y="1974"/>
                    <a:pt x="12576" y="3305"/>
                    <a:pt x="9189" y="3305"/>
                  </a:cubicBezTo>
                  <a:cubicBezTo>
                    <a:pt x="9108" y="3305"/>
                    <a:pt x="9025" y="3304"/>
                    <a:pt x="8941" y="3303"/>
                  </a:cubicBezTo>
                  <a:cubicBezTo>
                    <a:pt x="5371" y="3203"/>
                    <a:pt x="3737" y="1468"/>
                    <a:pt x="2303" y="301"/>
                  </a:cubicBezTo>
                  <a:cubicBezTo>
                    <a:pt x="1535" y="100"/>
                    <a:pt x="768" y="0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9">
              <a:extLst>
                <a:ext uri="{FF2B5EF4-FFF2-40B4-BE49-F238E27FC236}">
                  <a16:creationId xmlns:a16="http://schemas.microsoft.com/office/drawing/2014/main" id="{03FB7AA0-A8EA-B14C-2C32-6B5E412AE03C}"/>
                </a:ext>
              </a:extLst>
            </p:cNvPr>
            <p:cNvSpPr/>
            <p:nvPr/>
          </p:nvSpPr>
          <p:spPr>
            <a:xfrm>
              <a:off x="7341629" y="3632888"/>
              <a:ext cx="80108" cy="85835"/>
            </a:xfrm>
            <a:custGeom>
              <a:avLst/>
              <a:gdLst/>
              <a:ahLst/>
              <a:cxnLst/>
              <a:rect l="l" t="t" r="r" b="b"/>
              <a:pathLst>
                <a:path w="4070" h="4361" extrusionOk="0">
                  <a:moveTo>
                    <a:pt x="2241" y="0"/>
                  </a:moveTo>
                  <a:cubicBezTo>
                    <a:pt x="1303" y="0"/>
                    <a:pt x="477" y="755"/>
                    <a:pt x="267" y="1832"/>
                  </a:cubicBezTo>
                  <a:cubicBezTo>
                    <a:pt x="0" y="2933"/>
                    <a:pt x="667" y="4067"/>
                    <a:pt x="1768" y="4334"/>
                  </a:cubicBezTo>
                  <a:cubicBezTo>
                    <a:pt x="1863" y="4352"/>
                    <a:pt x="1956" y="4360"/>
                    <a:pt x="2046" y="4360"/>
                  </a:cubicBezTo>
                  <a:cubicBezTo>
                    <a:pt x="2974" y="4360"/>
                    <a:pt x="3657" y="3460"/>
                    <a:pt x="3870" y="2366"/>
                  </a:cubicBezTo>
                  <a:cubicBezTo>
                    <a:pt x="4070" y="1165"/>
                    <a:pt x="3636" y="231"/>
                    <a:pt x="2569" y="31"/>
                  </a:cubicBezTo>
                  <a:cubicBezTo>
                    <a:pt x="2459" y="10"/>
                    <a:pt x="2349" y="0"/>
                    <a:pt x="224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9">
              <a:extLst>
                <a:ext uri="{FF2B5EF4-FFF2-40B4-BE49-F238E27FC236}">
                  <a16:creationId xmlns:a16="http://schemas.microsoft.com/office/drawing/2014/main" id="{F236BEC1-A64B-B60B-678E-6DB25C4332C5}"/>
                </a:ext>
              </a:extLst>
            </p:cNvPr>
            <p:cNvSpPr/>
            <p:nvPr/>
          </p:nvSpPr>
          <p:spPr>
            <a:xfrm>
              <a:off x="7341629" y="3640053"/>
              <a:ext cx="79458" cy="78671"/>
            </a:xfrm>
            <a:custGeom>
              <a:avLst/>
              <a:gdLst/>
              <a:ahLst/>
              <a:cxnLst/>
              <a:rect l="l" t="t" r="r" b="b"/>
              <a:pathLst>
                <a:path w="4037" h="3997" extrusionOk="0">
                  <a:moveTo>
                    <a:pt x="3336" y="1"/>
                  </a:moveTo>
                  <a:cubicBezTo>
                    <a:pt x="3836" y="835"/>
                    <a:pt x="3403" y="2536"/>
                    <a:pt x="1902" y="2569"/>
                  </a:cubicBezTo>
                  <a:cubicBezTo>
                    <a:pt x="534" y="2569"/>
                    <a:pt x="301" y="1568"/>
                    <a:pt x="434" y="968"/>
                  </a:cubicBezTo>
                  <a:lnTo>
                    <a:pt x="434" y="968"/>
                  </a:lnTo>
                  <a:cubicBezTo>
                    <a:pt x="367" y="1135"/>
                    <a:pt x="301" y="1302"/>
                    <a:pt x="267" y="1468"/>
                  </a:cubicBezTo>
                  <a:cubicBezTo>
                    <a:pt x="0" y="2569"/>
                    <a:pt x="667" y="3670"/>
                    <a:pt x="1768" y="3970"/>
                  </a:cubicBezTo>
                  <a:cubicBezTo>
                    <a:pt x="1863" y="3988"/>
                    <a:pt x="1956" y="3996"/>
                    <a:pt x="2046" y="3996"/>
                  </a:cubicBezTo>
                  <a:cubicBezTo>
                    <a:pt x="2974" y="3996"/>
                    <a:pt x="3657" y="3096"/>
                    <a:pt x="3870" y="2002"/>
                  </a:cubicBezTo>
                  <a:cubicBezTo>
                    <a:pt x="4037" y="1135"/>
                    <a:pt x="3836" y="401"/>
                    <a:pt x="3336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9">
              <a:extLst>
                <a:ext uri="{FF2B5EF4-FFF2-40B4-BE49-F238E27FC236}">
                  <a16:creationId xmlns:a16="http://schemas.microsoft.com/office/drawing/2014/main" id="{00153EA6-7E59-9972-2C7A-81151CEAE067}"/>
                </a:ext>
              </a:extLst>
            </p:cNvPr>
            <p:cNvSpPr/>
            <p:nvPr/>
          </p:nvSpPr>
          <p:spPr>
            <a:xfrm>
              <a:off x="7447993" y="2886213"/>
              <a:ext cx="144450" cy="167695"/>
            </a:xfrm>
            <a:custGeom>
              <a:avLst/>
              <a:gdLst/>
              <a:ahLst/>
              <a:cxnLst/>
              <a:rect l="l" t="t" r="r" b="b"/>
              <a:pathLst>
                <a:path w="7339" h="8520" extrusionOk="0">
                  <a:moveTo>
                    <a:pt x="3481" y="0"/>
                  </a:moveTo>
                  <a:cubicBezTo>
                    <a:pt x="1523" y="0"/>
                    <a:pt x="296" y="2014"/>
                    <a:pt x="167" y="4310"/>
                  </a:cubicBezTo>
                  <a:cubicBezTo>
                    <a:pt x="0" y="6645"/>
                    <a:pt x="1068" y="8379"/>
                    <a:pt x="3136" y="8513"/>
                  </a:cubicBezTo>
                  <a:cubicBezTo>
                    <a:pt x="3209" y="8517"/>
                    <a:pt x="3282" y="8520"/>
                    <a:pt x="3355" y="8520"/>
                  </a:cubicBezTo>
                  <a:cubicBezTo>
                    <a:pt x="5361" y="8520"/>
                    <a:pt x="7044" y="6763"/>
                    <a:pt x="7205" y="4510"/>
                  </a:cubicBezTo>
                  <a:cubicBezTo>
                    <a:pt x="7339" y="2141"/>
                    <a:pt x="5771" y="140"/>
                    <a:pt x="3669" y="7"/>
                  </a:cubicBezTo>
                  <a:cubicBezTo>
                    <a:pt x="3606" y="2"/>
                    <a:pt x="3543" y="0"/>
                    <a:pt x="348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9">
              <a:extLst>
                <a:ext uri="{FF2B5EF4-FFF2-40B4-BE49-F238E27FC236}">
                  <a16:creationId xmlns:a16="http://schemas.microsoft.com/office/drawing/2014/main" id="{62B57327-4EF5-4550-39D8-E44E6188898A}"/>
                </a:ext>
              </a:extLst>
            </p:cNvPr>
            <p:cNvSpPr/>
            <p:nvPr/>
          </p:nvSpPr>
          <p:spPr>
            <a:xfrm>
              <a:off x="7447993" y="2886981"/>
              <a:ext cx="128704" cy="166809"/>
            </a:xfrm>
            <a:custGeom>
              <a:avLst/>
              <a:gdLst/>
              <a:ahLst/>
              <a:cxnLst/>
              <a:rect l="l" t="t" r="r" b="b"/>
              <a:pathLst>
                <a:path w="6539" h="8475" extrusionOk="0">
                  <a:moveTo>
                    <a:pt x="3169" y="1"/>
                  </a:moveTo>
                  <a:cubicBezTo>
                    <a:pt x="1368" y="201"/>
                    <a:pt x="300" y="2136"/>
                    <a:pt x="167" y="4271"/>
                  </a:cubicBezTo>
                  <a:cubicBezTo>
                    <a:pt x="0" y="6606"/>
                    <a:pt x="1068" y="8340"/>
                    <a:pt x="3136" y="8474"/>
                  </a:cubicBezTo>
                  <a:cubicBezTo>
                    <a:pt x="3166" y="8474"/>
                    <a:pt x="3197" y="8475"/>
                    <a:pt x="3227" y="8475"/>
                  </a:cubicBezTo>
                  <a:cubicBezTo>
                    <a:pt x="4595" y="8475"/>
                    <a:pt x="5886" y="7746"/>
                    <a:pt x="6538" y="6539"/>
                  </a:cubicBezTo>
                  <a:lnTo>
                    <a:pt x="6538" y="6539"/>
                  </a:lnTo>
                  <a:cubicBezTo>
                    <a:pt x="6064" y="6948"/>
                    <a:pt x="5478" y="7148"/>
                    <a:pt x="4890" y="7148"/>
                  </a:cubicBezTo>
                  <a:cubicBezTo>
                    <a:pt x="4277" y="7148"/>
                    <a:pt x="3662" y="6931"/>
                    <a:pt x="3169" y="6506"/>
                  </a:cubicBezTo>
                  <a:cubicBezTo>
                    <a:pt x="934" y="4804"/>
                    <a:pt x="1801" y="1202"/>
                    <a:pt x="3169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9">
              <a:extLst>
                <a:ext uri="{FF2B5EF4-FFF2-40B4-BE49-F238E27FC236}">
                  <a16:creationId xmlns:a16="http://schemas.microsoft.com/office/drawing/2014/main" id="{799BE8B1-DC10-B38E-4C24-07EFF24CB71E}"/>
                </a:ext>
              </a:extLst>
            </p:cNvPr>
            <p:cNvSpPr/>
            <p:nvPr/>
          </p:nvSpPr>
          <p:spPr>
            <a:xfrm>
              <a:off x="7157794" y="2052502"/>
              <a:ext cx="378199" cy="350486"/>
            </a:xfrm>
            <a:custGeom>
              <a:avLst/>
              <a:gdLst/>
              <a:ahLst/>
              <a:cxnLst/>
              <a:rect l="l" t="t" r="r" b="b"/>
              <a:pathLst>
                <a:path w="19215" h="17807" extrusionOk="0">
                  <a:moveTo>
                    <a:pt x="2235" y="1"/>
                  </a:moveTo>
                  <a:cubicBezTo>
                    <a:pt x="1568" y="1335"/>
                    <a:pt x="1034" y="2770"/>
                    <a:pt x="701" y="4271"/>
                  </a:cubicBezTo>
                  <a:cubicBezTo>
                    <a:pt x="367" y="5972"/>
                    <a:pt x="0" y="8340"/>
                    <a:pt x="1902" y="12076"/>
                  </a:cubicBezTo>
                  <a:cubicBezTo>
                    <a:pt x="3203" y="14678"/>
                    <a:pt x="6405" y="17513"/>
                    <a:pt x="9207" y="17780"/>
                  </a:cubicBezTo>
                  <a:cubicBezTo>
                    <a:pt x="9388" y="17798"/>
                    <a:pt x="9570" y="17806"/>
                    <a:pt x="9751" y="17806"/>
                  </a:cubicBezTo>
                  <a:cubicBezTo>
                    <a:pt x="12366" y="17806"/>
                    <a:pt x="14927" y="15954"/>
                    <a:pt x="17079" y="10775"/>
                  </a:cubicBezTo>
                  <a:cubicBezTo>
                    <a:pt x="19214" y="5638"/>
                    <a:pt x="17913" y="1669"/>
                    <a:pt x="17913" y="1669"/>
                  </a:cubicBezTo>
                  <a:lnTo>
                    <a:pt x="2235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9">
              <a:extLst>
                <a:ext uri="{FF2B5EF4-FFF2-40B4-BE49-F238E27FC236}">
                  <a16:creationId xmlns:a16="http://schemas.microsoft.com/office/drawing/2014/main" id="{93E74127-EAF2-E24C-432C-4066AC9109C2}"/>
                </a:ext>
              </a:extLst>
            </p:cNvPr>
            <p:cNvSpPr/>
            <p:nvPr/>
          </p:nvSpPr>
          <p:spPr>
            <a:xfrm>
              <a:off x="7157794" y="2052502"/>
              <a:ext cx="378199" cy="350486"/>
            </a:xfrm>
            <a:custGeom>
              <a:avLst/>
              <a:gdLst/>
              <a:ahLst/>
              <a:cxnLst/>
              <a:rect l="l" t="t" r="r" b="b"/>
              <a:pathLst>
                <a:path w="19215" h="17807" extrusionOk="0">
                  <a:moveTo>
                    <a:pt x="2235" y="1"/>
                  </a:moveTo>
                  <a:cubicBezTo>
                    <a:pt x="1568" y="1335"/>
                    <a:pt x="1034" y="2770"/>
                    <a:pt x="701" y="4271"/>
                  </a:cubicBezTo>
                  <a:cubicBezTo>
                    <a:pt x="367" y="5972"/>
                    <a:pt x="0" y="8340"/>
                    <a:pt x="1902" y="12076"/>
                  </a:cubicBezTo>
                  <a:cubicBezTo>
                    <a:pt x="3203" y="14678"/>
                    <a:pt x="6405" y="17513"/>
                    <a:pt x="9207" y="17780"/>
                  </a:cubicBezTo>
                  <a:cubicBezTo>
                    <a:pt x="9388" y="17798"/>
                    <a:pt x="9570" y="17806"/>
                    <a:pt x="9751" y="17806"/>
                  </a:cubicBezTo>
                  <a:cubicBezTo>
                    <a:pt x="12366" y="17806"/>
                    <a:pt x="14927" y="15954"/>
                    <a:pt x="17079" y="10775"/>
                  </a:cubicBezTo>
                  <a:cubicBezTo>
                    <a:pt x="19214" y="5638"/>
                    <a:pt x="17913" y="1669"/>
                    <a:pt x="17913" y="1669"/>
                  </a:cubicBezTo>
                  <a:lnTo>
                    <a:pt x="2235" y="1"/>
                  </a:ln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9">
              <a:extLst>
                <a:ext uri="{FF2B5EF4-FFF2-40B4-BE49-F238E27FC236}">
                  <a16:creationId xmlns:a16="http://schemas.microsoft.com/office/drawing/2014/main" id="{88B8C701-E3C7-2C1D-39D8-D95186E3E90E}"/>
                </a:ext>
              </a:extLst>
            </p:cNvPr>
            <p:cNvSpPr/>
            <p:nvPr/>
          </p:nvSpPr>
          <p:spPr>
            <a:xfrm>
              <a:off x="7157794" y="2052502"/>
              <a:ext cx="296123" cy="351018"/>
            </a:xfrm>
            <a:custGeom>
              <a:avLst/>
              <a:gdLst/>
              <a:ahLst/>
              <a:cxnLst/>
              <a:rect l="l" t="t" r="r" b="b"/>
              <a:pathLst>
                <a:path w="15045" h="17834" extrusionOk="0">
                  <a:moveTo>
                    <a:pt x="2235" y="1"/>
                  </a:moveTo>
                  <a:cubicBezTo>
                    <a:pt x="1568" y="1369"/>
                    <a:pt x="1068" y="2803"/>
                    <a:pt x="701" y="4271"/>
                  </a:cubicBezTo>
                  <a:cubicBezTo>
                    <a:pt x="334" y="6005"/>
                    <a:pt x="0" y="8374"/>
                    <a:pt x="1868" y="12076"/>
                  </a:cubicBezTo>
                  <a:cubicBezTo>
                    <a:pt x="3203" y="14678"/>
                    <a:pt x="6372" y="17513"/>
                    <a:pt x="9207" y="17814"/>
                  </a:cubicBezTo>
                  <a:cubicBezTo>
                    <a:pt x="9367" y="17827"/>
                    <a:pt x="9527" y="17833"/>
                    <a:pt x="9686" y="17833"/>
                  </a:cubicBezTo>
                  <a:cubicBezTo>
                    <a:pt x="11555" y="17833"/>
                    <a:pt x="13385" y="16911"/>
                    <a:pt x="15044" y="14545"/>
                  </a:cubicBezTo>
                  <a:lnTo>
                    <a:pt x="15044" y="14545"/>
                  </a:lnTo>
                  <a:cubicBezTo>
                    <a:pt x="14271" y="15023"/>
                    <a:pt x="13326" y="15299"/>
                    <a:pt x="12189" y="15299"/>
                  </a:cubicBezTo>
                  <a:cubicBezTo>
                    <a:pt x="11660" y="15299"/>
                    <a:pt x="11089" y="15239"/>
                    <a:pt x="10474" y="15112"/>
                  </a:cubicBezTo>
                  <a:cubicBezTo>
                    <a:pt x="6905" y="14411"/>
                    <a:pt x="5538" y="9107"/>
                    <a:pt x="5237" y="6772"/>
                  </a:cubicBezTo>
                  <a:cubicBezTo>
                    <a:pt x="4904" y="4437"/>
                    <a:pt x="4670" y="2036"/>
                    <a:pt x="7072" y="1202"/>
                  </a:cubicBezTo>
                  <a:lnTo>
                    <a:pt x="7672" y="568"/>
                  </a:lnTo>
                  <a:lnTo>
                    <a:pt x="2235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9">
              <a:extLst>
                <a:ext uri="{FF2B5EF4-FFF2-40B4-BE49-F238E27FC236}">
                  <a16:creationId xmlns:a16="http://schemas.microsoft.com/office/drawing/2014/main" id="{A0CD2F0C-87B1-3576-E7ED-EE9A60AC6AE4}"/>
                </a:ext>
              </a:extLst>
            </p:cNvPr>
            <p:cNvSpPr/>
            <p:nvPr/>
          </p:nvSpPr>
          <p:spPr>
            <a:xfrm>
              <a:off x="7157794" y="2052502"/>
              <a:ext cx="296123" cy="351018"/>
            </a:xfrm>
            <a:custGeom>
              <a:avLst/>
              <a:gdLst/>
              <a:ahLst/>
              <a:cxnLst/>
              <a:rect l="l" t="t" r="r" b="b"/>
              <a:pathLst>
                <a:path w="15045" h="17834" extrusionOk="0">
                  <a:moveTo>
                    <a:pt x="2235" y="1"/>
                  </a:moveTo>
                  <a:cubicBezTo>
                    <a:pt x="1568" y="1369"/>
                    <a:pt x="1068" y="2803"/>
                    <a:pt x="701" y="4271"/>
                  </a:cubicBezTo>
                  <a:cubicBezTo>
                    <a:pt x="334" y="6005"/>
                    <a:pt x="0" y="8374"/>
                    <a:pt x="1868" y="12076"/>
                  </a:cubicBezTo>
                  <a:cubicBezTo>
                    <a:pt x="3203" y="14678"/>
                    <a:pt x="6372" y="17513"/>
                    <a:pt x="9207" y="17814"/>
                  </a:cubicBezTo>
                  <a:cubicBezTo>
                    <a:pt x="9367" y="17827"/>
                    <a:pt x="9527" y="17833"/>
                    <a:pt x="9686" y="17833"/>
                  </a:cubicBezTo>
                  <a:cubicBezTo>
                    <a:pt x="11555" y="17833"/>
                    <a:pt x="13385" y="16911"/>
                    <a:pt x="15044" y="14545"/>
                  </a:cubicBezTo>
                  <a:lnTo>
                    <a:pt x="15044" y="14545"/>
                  </a:lnTo>
                  <a:cubicBezTo>
                    <a:pt x="14271" y="15023"/>
                    <a:pt x="13326" y="15299"/>
                    <a:pt x="12189" y="15299"/>
                  </a:cubicBezTo>
                  <a:cubicBezTo>
                    <a:pt x="11660" y="15299"/>
                    <a:pt x="11089" y="15239"/>
                    <a:pt x="10474" y="15112"/>
                  </a:cubicBezTo>
                  <a:cubicBezTo>
                    <a:pt x="6905" y="14411"/>
                    <a:pt x="5538" y="9107"/>
                    <a:pt x="5237" y="6772"/>
                  </a:cubicBezTo>
                  <a:cubicBezTo>
                    <a:pt x="4904" y="4437"/>
                    <a:pt x="4670" y="2036"/>
                    <a:pt x="7072" y="1202"/>
                  </a:cubicBezTo>
                  <a:lnTo>
                    <a:pt x="7672" y="568"/>
                  </a:lnTo>
                  <a:lnTo>
                    <a:pt x="2235" y="1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9">
              <a:extLst>
                <a:ext uri="{FF2B5EF4-FFF2-40B4-BE49-F238E27FC236}">
                  <a16:creationId xmlns:a16="http://schemas.microsoft.com/office/drawing/2014/main" id="{8C45D74C-AC6F-2204-E078-7E80127EE6B5}"/>
                </a:ext>
              </a:extLst>
            </p:cNvPr>
            <p:cNvSpPr/>
            <p:nvPr/>
          </p:nvSpPr>
          <p:spPr>
            <a:xfrm>
              <a:off x="7188656" y="1701760"/>
              <a:ext cx="349305" cy="447521"/>
            </a:xfrm>
            <a:custGeom>
              <a:avLst/>
              <a:gdLst/>
              <a:ahLst/>
              <a:cxnLst/>
              <a:rect l="l" t="t" r="r" b="b"/>
              <a:pathLst>
                <a:path w="17747" h="22737" extrusionOk="0">
                  <a:moveTo>
                    <a:pt x="11426" y="0"/>
                  </a:moveTo>
                  <a:cubicBezTo>
                    <a:pt x="11343" y="0"/>
                    <a:pt x="11259" y="3"/>
                    <a:pt x="11175" y="8"/>
                  </a:cubicBezTo>
                  <a:cubicBezTo>
                    <a:pt x="6872" y="275"/>
                    <a:pt x="0" y="10983"/>
                    <a:pt x="0" y="10983"/>
                  </a:cubicBezTo>
                  <a:cubicBezTo>
                    <a:pt x="1034" y="12917"/>
                    <a:pt x="1401" y="15886"/>
                    <a:pt x="667" y="17821"/>
                  </a:cubicBezTo>
                  <a:cubicBezTo>
                    <a:pt x="667" y="17821"/>
                    <a:pt x="5615" y="22737"/>
                    <a:pt x="10487" y="22737"/>
                  </a:cubicBezTo>
                  <a:cubicBezTo>
                    <a:pt x="10627" y="22737"/>
                    <a:pt x="10768" y="22733"/>
                    <a:pt x="10908" y="22724"/>
                  </a:cubicBezTo>
                  <a:cubicBezTo>
                    <a:pt x="13176" y="22658"/>
                    <a:pt x="15211" y="21423"/>
                    <a:pt x="16345" y="19489"/>
                  </a:cubicBezTo>
                  <a:lnTo>
                    <a:pt x="17746" y="6346"/>
                  </a:lnTo>
                  <a:cubicBezTo>
                    <a:pt x="17746" y="6346"/>
                    <a:pt x="15535" y="0"/>
                    <a:pt x="1142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9">
              <a:extLst>
                <a:ext uri="{FF2B5EF4-FFF2-40B4-BE49-F238E27FC236}">
                  <a16:creationId xmlns:a16="http://schemas.microsoft.com/office/drawing/2014/main" id="{03805820-9E22-3C9C-E968-FCBF01C8D9A7}"/>
                </a:ext>
              </a:extLst>
            </p:cNvPr>
            <p:cNvSpPr/>
            <p:nvPr/>
          </p:nvSpPr>
          <p:spPr>
            <a:xfrm>
              <a:off x="7189955" y="1749844"/>
              <a:ext cx="261994" cy="399476"/>
            </a:xfrm>
            <a:custGeom>
              <a:avLst/>
              <a:gdLst/>
              <a:ahLst/>
              <a:cxnLst/>
              <a:rect l="l" t="t" r="r" b="b"/>
              <a:pathLst>
                <a:path w="13311" h="20296" extrusionOk="0">
                  <a:moveTo>
                    <a:pt x="6872" y="0"/>
                  </a:moveTo>
                  <a:lnTo>
                    <a:pt x="6872" y="0"/>
                  </a:lnTo>
                  <a:cubicBezTo>
                    <a:pt x="3904" y="2735"/>
                    <a:pt x="1035" y="6938"/>
                    <a:pt x="201" y="8173"/>
                  </a:cubicBezTo>
                  <a:lnTo>
                    <a:pt x="201" y="8206"/>
                  </a:lnTo>
                  <a:lnTo>
                    <a:pt x="68" y="8406"/>
                  </a:lnTo>
                  <a:lnTo>
                    <a:pt x="34" y="8440"/>
                  </a:lnTo>
                  <a:lnTo>
                    <a:pt x="1" y="8506"/>
                  </a:lnTo>
                  <a:lnTo>
                    <a:pt x="1" y="8540"/>
                  </a:lnTo>
                  <a:cubicBezTo>
                    <a:pt x="334" y="9173"/>
                    <a:pt x="601" y="9874"/>
                    <a:pt x="768" y="10574"/>
                  </a:cubicBezTo>
                  <a:cubicBezTo>
                    <a:pt x="868" y="11008"/>
                    <a:pt x="935" y="11475"/>
                    <a:pt x="1002" y="11942"/>
                  </a:cubicBezTo>
                  <a:cubicBezTo>
                    <a:pt x="1035" y="12376"/>
                    <a:pt x="1068" y="12843"/>
                    <a:pt x="1035" y="13310"/>
                  </a:cubicBezTo>
                  <a:cubicBezTo>
                    <a:pt x="1035" y="13843"/>
                    <a:pt x="935" y="14411"/>
                    <a:pt x="801" y="14978"/>
                  </a:cubicBezTo>
                  <a:cubicBezTo>
                    <a:pt x="735" y="15078"/>
                    <a:pt x="701" y="15211"/>
                    <a:pt x="668" y="15345"/>
                  </a:cubicBezTo>
                  <a:cubicBezTo>
                    <a:pt x="601" y="15378"/>
                    <a:pt x="1002" y="15745"/>
                    <a:pt x="1635" y="16312"/>
                  </a:cubicBezTo>
                  <a:cubicBezTo>
                    <a:pt x="3364" y="17720"/>
                    <a:pt x="6904" y="20295"/>
                    <a:pt x="10400" y="20295"/>
                  </a:cubicBezTo>
                  <a:cubicBezTo>
                    <a:pt x="10547" y="20295"/>
                    <a:pt x="10695" y="20291"/>
                    <a:pt x="10842" y="20281"/>
                  </a:cubicBezTo>
                  <a:cubicBezTo>
                    <a:pt x="11709" y="20248"/>
                    <a:pt x="12543" y="20048"/>
                    <a:pt x="13310" y="19714"/>
                  </a:cubicBezTo>
                  <a:lnTo>
                    <a:pt x="13310" y="19714"/>
                  </a:lnTo>
                  <a:cubicBezTo>
                    <a:pt x="13221" y="19718"/>
                    <a:pt x="13131" y="19720"/>
                    <a:pt x="13040" y="19720"/>
                  </a:cubicBezTo>
                  <a:cubicBezTo>
                    <a:pt x="10700" y="19720"/>
                    <a:pt x="8034" y="18496"/>
                    <a:pt x="7006" y="17179"/>
                  </a:cubicBezTo>
                  <a:cubicBezTo>
                    <a:pt x="5938" y="15778"/>
                    <a:pt x="5471" y="14010"/>
                    <a:pt x="5638" y="11475"/>
                  </a:cubicBezTo>
                  <a:cubicBezTo>
                    <a:pt x="5672" y="10941"/>
                    <a:pt x="6339" y="2068"/>
                    <a:pt x="687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9">
              <a:extLst>
                <a:ext uri="{FF2B5EF4-FFF2-40B4-BE49-F238E27FC236}">
                  <a16:creationId xmlns:a16="http://schemas.microsoft.com/office/drawing/2014/main" id="{A02FCDF1-C700-FC65-1254-4252EA041C0C}"/>
                </a:ext>
              </a:extLst>
            </p:cNvPr>
            <p:cNvSpPr/>
            <p:nvPr/>
          </p:nvSpPr>
          <p:spPr>
            <a:xfrm>
              <a:off x="7363949" y="1701760"/>
              <a:ext cx="174013" cy="204363"/>
            </a:xfrm>
            <a:custGeom>
              <a:avLst/>
              <a:gdLst/>
              <a:ahLst/>
              <a:cxnLst/>
              <a:rect l="l" t="t" r="r" b="b"/>
              <a:pathLst>
                <a:path w="8841" h="10383" extrusionOk="0">
                  <a:moveTo>
                    <a:pt x="2522" y="0"/>
                  </a:moveTo>
                  <a:cubicBezTo>
                    <a:pt x="2438" y="0"/>
                    <a:pt x="2354" y="3"/>
                    <a:pt x="2269" y="8"/>
                  </a:cubicBezTo>
                  <a:cubicBezTo>
                    <a:pt x="1468" y="108"/>
                    <a:pt x="668" y="408"/>
                    <a:pt x="0" y="875"/>
                  </a:cubicBezTo>
                  <a:cubicBezTo>
                    <a:pt x="2069" y="942"/>
                    <a:pt x="2569" y="4211"/>
                    <a:pt x="3303" y="6946"/>
                  </a:cubicBezTo>
                  <a:cubicBezTo>
                    <a:pt x="4137" y="10082"/>
                    <a:pt x="4137" y="9348"/>
                    <a:pt x="7839" y="10015"/>
                  </a:cubicBezTo>
                  <a:lnTo>
                    <a:pt x="8440" y="10382"/>
                  </a:lnTo>
                  <a:lnTo>
                    <a:pt x="8840" y="6346"/>
                  </a:lnTo>
                  <a:cubicBezTo>
                    <a:pt x="8840" y="6346"/>
                    <a:pt x="6661" y="0"/>
                    <a:pt x="252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9">
              <a:extLst>
                <a:ext uri="{FF2B5EF4-FFF2-40B4-BE49-F238E27FC236}">
                  <a16:creationId xmlns:a16="http://schemas.microsoft.com/office/drawing/2014/main" id="{2FC7E46C-5747-6D8E-FCA7-BC0ED87E9B7F}"/>
                </a:ext>
              </a:extLst>
            </p:cNvPr>
            <p:cNvSpPr/>
            <p:nvPr/>
          </p:nvSpPr>
          <p:spPr>
            <a:xfrm>
              <a:off x="7033696" y="1499030"/>
              <a:ext cx="565321" cy="452442"/>
            </a:xfrm>
            <a:custGeom>
              <a:avLst/>
              <a:gdLst/>
              <a:ahLst/>
              <a:cxnLst/>
              <a:rect l="l" t="t" r="r" b="b"/>
              <a:pathLst>
                <a:path w="28722" h="22987" extrusionOk="0">
                  <a:moveTo>
                    <a:pt x="6038" y="1"/>
                  </a:moveTo>
                  <a:cubicBezTo>
                    <a:pt x="2002" y="935"/>
                    <a:pt x="1" y="1635"/>
                    <a:pt x="468" y="5805"/>
                  </a:cubicBezTo>
                  <a:cubicBezTo>
                    <a:pt x="901" y="9975"/>
                    <a:pt x="4004" y="17380"/>
                    <a:pt x="6038" y="20115"/>
                  </a:cubicBezTo>
                  <a:cubicBezTo>
                    <a:pt x="7596" y="22192"/>
                    <a:pt x="7926" y="22986"/>
                    <a:pt x="8984" y="22986"/>
                  </a:cubicBezTo>
                  <a:cubicBezTo>
                    <a:pt x="9354" y="22986"/>
                    <a:pt x="9812" y="22890"/>
                    <a:pt x="10442" y="22717"/>
                  </a:cubicBezTo>
                  <a:cubicBezTo>
                    <a:pt x="13510" y="21850"/>
                    <a:pt x="17146" y="20048"/>
                    <a:pt x="17513" y="18981"/>
                  </a:cubicBezTo>
                  <a:cubicBezTo>
                    <a:pt x="17914" y="17914"/>
                    <a:pt x="17680" y="12043"/>
                    <a:pt x="19415" y="12009"/>
                  </a:cubicBezTo>
                  <a:cubicBezTo>
                    <a:pt x="19420" y="12009"/>
                    <a:pt x="19424" y="12009"/>
                    <a:pt x="19429" y="12009"/>
                  </a:cubicBezTo>
                  <a:cubicBezTo>
                    <a:pt x="21184" y="12009"/>
                    <a:pt x="21384" y="17983"/>
                    <a:pt x="21783" y="18814"/>
                  </a:cubicBezTo>
                  <a:cubicBezTo>
                    <a:pt x="22146" y="19600"/>
                    <a:pt x="24536" y="20962"/>
                    <a:pt x="25453" y="20962"/>
                  </a:cubicBezTo>
                  <a:cubicBezTo>
                    <a:pt x="25547" y="20962"/>
                    <a:pt x="25626" y="20947"/>
                    <a:pt x="25686" y="20916"/>
                  </a:cubicBezTo>
                  <a:cubicBezTo>
                    <a:pt x="26286" y="20582"/>
                    <a:pt x="28588" y="14578"/>
                    <a:pt x="28655" y="9307"/>
                  </a:cubicBezTo>
                  <a:cubicBezTo>
                    <a:pt x="28721" y="3070"/>
                    <a:pt x="27587" y="1602"/>
                    <a:pt x="23584" y="501"/>
                  </a:cubicBezTo>
                  <a:lnTo>
                    <a:pt x="6038" y="1"/>
                  </a:ln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9">
              <a:extLst>
                <a:ext uri="{FF2B5EF4-FFF2-40B4-BE49-F238E27FC236}">
                  <a16:creationId xmlns:a16="http://schemas.microsoft.com/office/drawing/2014/main" id="{D9EA0273-DEED-DA27-3FB9-199019563213}"/>
                </a:ext>
              </a:extLst>
            </p:cNvPr>
            <p:cNvSpPr/>
            <p:nvPr/>
          </p:nvSpPr>
          <p:spPr>
            <a:xfrm>
              <a:off x="7033696" y="1499030"/>
              <a:ext cx="565321" cy="452442"/>
            </a:xfrm>
            <a:custGeom>
              <a:avLst/>
              <a:gdLst/>
              <a:ahLst/>
              <a:cxnLst/>
              <a:rect l="l" t="t" r="r" b="b"/>
              <a:pathLst>
                <a:path w="28722" h="22987" extrusionOk="0">
                  <a:moveTo>
                    <a:pt x="6038" y="1"/>
                  </a:moveTo>
                  <a:cubicBezTo>
                    <a:pt x="2002" y="935"/>
                    <a:pt x="1" y="1635"/>
                    <a:pt x="468" y="5805"/>
                  </a:cubicBezTo>
                  <a:cubicBezTo>
                    <a:pt x="901" y="9975"/>
                    <a:pt x="4004" y="17380"/>
                    <a:pt x="6038" y="20115"/>
                  </a:cubicBezTo>
                  <a:cubicBezTo>
                    <a:pt x="7596" y="22192"/>
                    <a:pt x="7926" y="22986"/>
                    <a:pt x="8984" y="22986"/>
                  </a:cubicBezTo>
                  <a:cubicBezTo>
                    <a:pt x="9354" y="22986"/>
                    <a:pt x="9812" y="22890"/>
                    <a:pt x="10442" y="22717"/>
                  </a:cubicBezTo>
                  <a:cubicBezTo>
                    <a:pt x="13510" y="21850"/>
                    <a:pt x="17146" y="20048"/>
                    <a:pt x="17513" y="18981"/>
                  </a:cubicBezTo>
                  <a:cubicBezTo>
                    <a:pt x="17914" y="17914"/>
                    <a:pt x="17680" y="12043"/>
                    <a:pt x="19415" y="12009"/>
                  </a:cubicBezTo>
                  <a:cubicBezTo>
                    <a:pt x="19420" y="12009"/>
                    <a:pt x="19424" y="12009"/>
                    <a:pt x="19429" y="12009"/>
                  </a:cubicBezTo>
                  <a:cubicBezTo>
                    <a:pt x="21184" y="12009"/>
                    <a:pt x="21384" y="17983"/>
                    <a:pt x="21783" y="18814"/>
                  </a:cubicBezTo>
                  <a:cubicBezTo>
                    <a:pt x="22146" y="19600"/>
                    <a:pt x="24536" y="20962"/>
                    <a:pt x="25453" y="20962"/>
                  </a:cubicBezTo>
                  <a:cubicBezTo>
                    <a:pt x="25547" y="20962"/>
                    <a:pt x="25626" y="20947"/>
                    <a:pt x="25686" y="20916"/>
                  </a:cubicBezTo>
                  <a:cubicBezTo>
                    <a:pt x="26286" y="20582"/>
                    <a:pt x="28588" y="14578"/>
                    <a:pt x="28655" y="9307"/>
                  </a:cubicBezTo>
                  <a:cubicBezTo>
                    <a:pt x="28721" y="3070"/>
                    <a:pt x="27587" y="1602"/>
                    <a:pt x="23584" y="501"/>
                  </a:cubicBezTo>
                  <a:lnTo>
                    <a:pt x="6038" y="1"/>
                  </a:ln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9">
              <a:extLst>
                <a:ext uri="{FF2B5EF4-FFF2-40B4-BE49-F238E27FC236}">
                  <a16:creationId xmlns:a16="http://schemas.microsoft.com/office/drawing/2014/main" id="{D2FE3CB9-C36F-194C-1A34-6919BB0EE589}"/>
                </a:ext>
              </a:extLst>
            </p:cNvPr>
            <p:cNvSpPr/>
            <p:nvPr/>
          </p:nvSpPr>
          <p:spPr>
            <a:xfrm>
              <a:off x="7034365" y="1499030"/>
              <a:ext cx="269198" cy="452442"/>
            </a:xfrm>
            <a:custGeom>
              <a:avLst/>
              <a:gdLst/>
              <a:ahLst/>
              <a:cxnLst/>
              <a:rect l="l" t="t" r="r" b="b"/>
              <a:pathLst>
                <a:path w="13677" h="22987" extrusionOk="0">
                  <a:moveTo>
                    <a:pt x="6004" y="1"/>
                  </a:moveTo>
                  <a:cubicBezTo>
                    <a:pt x="1968" y="935"/>
                    <a:pt x="0" y="1635"/>
                    <a:pt x="434" y="5805"/>
                  </a:cubicBezTo>
                  <a:cubicBezTo>
                    <a:pt x="901" y="9975"/>
                    <a:pt x="3970" y="17380"/>
                    <a:pt x="6004" y="20115"/>
                  </a:cubicBezTo>
                  <a:cubicBezTo>
                    <a:pt x="7562" y="22192"/>
                    <a:pt x="7892" y="22986"/>
                    <a:pt x="8950" y="22986"/>
                  </a:cubicBezTo>
                  <a:cubicBezTo>
                    <a:pt x="9320" y="22986"/>
                    <a:pt x="9778" y="22890"/>
                    <a:pt x="10408" y="22717"/>
                  </a:cubicBezTo>
                  <a:cubicBezTo>
                    <a:pt x="11508" y="22383"/>
                    <a:pt x="12609" y="21983"/>
                    <a:pt x="13677" y="21549"/>
                  </a:cubicBezTo>
                  <a:lnTo>
                    <a:pt x="13677" y="21549"/>
                  </a:lnTo>
                  <a:cubicBezTo>
                    <a:pt x="13536" y="21552"/>
                    <a:pt x="13395" y="21554"/>
                    <a:pt x="13255" y="21554"/>
                  </a:cubicBezTo>
                  <a:cubicBezTo>
                    <a:pt x="11438" y="21554"/>
                    <a:pt x="9671" y="21210"/>
                    <a:pt x="7472" y="16813"/>
                  </a:cubicBezTo>
                  <a:cubicBezTo>
                    <a:pt x="5137" y="12109"/>
                    <a:pt x="4537" y="8173"/>
                    <a:pt x="4670" y="5071"/>
                  </a:cubicBezTo>
                  <a:cubicBezTo>
                    <a:pt x="4804" y="2302"/>
                    <a:pt x="5871" y="1102"/>
                    <a:pt x="8673" y="101"/>
                  </a:cubicBezTo>
                  <a:lnTo>
                    <a:pt x="6004" y="1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9">
              <a:extLst>
                <a:ext uri="{FF2B5EF4-FFF2-40B4-BE49-F238E27FC236}">
                  <a16:creationId xmlns:a16="http://schemas.microsoft.com/office/drawing/2014/main" id="{17B4CD99-5F7F-9FF6-4560-CA31B0ACC13D}"/>
                </a:ext>
              </a:extLst>
            </p:cNvPr>
            <p:cNvSpPr/>
            <p:nvPr/>
          </p:nvSpPr>
          <p:spPr>
            <a:xfrm>
              <a:off x="7038302" y="1530187"/>
              <a:ext cx="131322" cy="224873"/>
            </a:xfrm>
            <a:custGeom>
              <a:avLst/>
              <a:gdLst/>
              <a:ahLst/>
              <a:cxnLst/>
              <a:rect l="l" t="t" r="r" b="b"/>
              <a:pathLst>
                <a:path w="6672" h="11425" extrusionOk="0">
                  <a:moveTo>
                    <a:pt x="3117" y="1"/>
                  </a:moveTo>
                  <a:cubicBezTo>
                    <a:pt x="2690" y="1"/>
                    <a:pt x="2238" y="164"/>
                    <a:pt x="1768" y="486"/>
                  </a:cubicBezTo>
                  <a:cubicBezTo>
                    <a:pt x="0" y="1720"/>
                    <a:pt x="367" y="5123"/>
                    <a:pt x="934" y="6790"/>
                  </a:cubicBezTo>
                  <a:cubicBezTo>
                    <a:pt x="1779" y="9413"/>
                    <a:pt x="2472" y="11424"/>
                    <a:pt x="3812" y="11424"/>
                  </a:cubicBezTo>
                  <a:cubicBezTo>
                    <a:pt x="4006" y="11424"/>
                    <a:pt x="4213" y="11382"/>
                    <a:pt x="4437" y="11294"/>
                  </a:cubicBezTo>
                  <a:cubicBezTo>
                    <a:pt x="6305" y="10560"/>
                    <a:pt x="6672" y="6657"/>
                    <a:pt x="6005" y="4022"/>
                  </a:cubicBezTo>
                  <a:cubicBezTo>
                    <a:pt x="5339" y="1310"/>
                    <a:pt x="4327" y="1"/>
                    <a:pt x="311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9">
              <a:extLst>
                <a:ext uri="{FF2B5EF4-FFF2-40B4-BE49-F238E27FC236}">
                  <a16:creationId xmlns:a16="http://schemas.microsoft.com/office/drawing/2014/main" id="{59139E41-F00A-AA7F-4F75-25EA09CA8D2E}"/>
                </a:ext>
              </a:extLst>
            </p:cNvPr>
            <p:cNvSpPr/>
            <p:nvPr/>
          </p:nvSpPr>
          <p:spPr>
            <a:xfrm>
              <a:off x="7038302" y="1530187"/>
              <a:ext cx="131322" cy="224873"/>
            </a:xfrm>
            <a:custGeom>
              <a:avLst/>
              <a:gdLst/>
              <a:ahLst/>
              <a:cxnLst/>
              <a:rect l="l" t="t" r="r" b="b"/>
              <a:pathLst>
                <a:path w="6672" h="11425" extrusionOk="0">
                  <a:moveTo>
                    <a:pt x="3117" y="1"/>
                  </a:moveTo>
                  <a:cubicBezTo>
                    <a:pt x="2690" y="1"/>
                    <a:pt x="2238" y="164"/>
                    <a:pt x="1768" y="486"/>
                  </a:cubicBezTo>
                  <a:cubicBezTo>
                    <a:pt x="0" y="1720"/>
                    <a:pt x="367" y="5123"/>
                    <a:pt x="934" y="6790"/>
                  </a:cubicBezTo>
                  <a:cubicBezTo>
                    <a:pt x="1779" y="9413"/>
                    <a:pt x="2472" y="11424"/>
                    <a:pt x="3812" y="11424"/>
                  </a:cubicBezTo>
                  <a:cubicBezTo>
                    <a:pt x="4006" y="11424"/>
                    <a:pt x="4213" y="11382"/>
                    <a:pt x="4437" y="11294"/>
                  </a:cubicBezTo>
                  <a:cubicBezTo>
                    <a:pt x="6305" y="10560"/>
                    <a:pt x="6672" y="6657"/>
                    <a:pt x="6005" y="4022"/>
                  </a:cubicBezTo>
                  <a:cubicBezTo>
                    <a:pt x="5339" y="1310"/>
                    <a:pt x="4327" y="1"/>
                    <a:pt x="3117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9">
              <a:extLst>
                <a:ext uri="{FF2B5EF4-FFF2-40B4-BE49-F238E27FC236}">
                  <a16:creationId xmlns:a16="http://schemas.microsoft.com/office/drawing/2014/main" id="{F3478884-98F0-2DC4-2BA9-B40C9378D995}"/>
                </a:ext>
              </a:extLst>
            </p:cNvPr>
            <p:cNvSpPr/>
            <p:nvPr/>
          </p:nvSpPr>
          <p:spPr>
            <a:xfrm>
              <a:off x="7396110" y="1556818"/>
              <a:ext cx="27595" cy="181217"/>
            </a:xfrm>
            <a:custGeom>
              <a:avLst/>
              <a:gdLst/>
              <a:ahLst/>
              <a:cxnLst/>
              <a:rect l="l" t="t" r="r" b="b"/>
              <a:pathLst>
                <a:path w="1402" h="9207" extrusionOk="0">
                  <a:moveTo>
                    <a:pt x="435" y="0"/>
                  </a:moveTo>
                  <a:lnTo>
                    <a:pt x="1" y="100"/>
                  </a:lnTo>
                  <a:cubicBezTo>
                    <a:pt x="635" y="3069"/>
                    <a:pt x="968" y="6071"/>
                    <a:pt x="968" y="9107"/>
                  </a:cubicBezTo>
                  <a:lnTo>
                    <a:pt x="1002" y="9107"/>
                  </a:lnTo>
                  <a:cubicBezTo>
                    <a:pt x="1135" y="9107"/>
                    <a:pt x="1269" y="9140"/>
                    <a:pt x="1402" y="9207"/>
                  </a:cubicBezTo>
                  <a:cubicBezTo>
                    <a:pt x="1369" y="6105"/>
                    <a:pt x="1068" y="3036"/>
                    <a:pt x="435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9">
              <a:extLst>
                <a:ext uri="{FF2B5EF4-FFF2-40B4-BE49-F238E27FC236}">
                  <a16:creationId xmlns:a16="http://schemas.microsoft.com/office/drawing/2014/main" id="{42725E3A-7696-B603-BEDF-AC097B21FB08}"/>
                </a:ext>
              </a:extLst>
            </p:cNvPr>
            <p:cNvSpPr/>
            <p:nvPr/>
          </p:nvSpPr>
          <p:spPr>
            <a:xfrm>
              <a:off x="7153188" y="1340802"/>
              <a:ext cx="345369" cy="252271"/>
            </a:xfrm>
            <a:custGeom>
              <a:avLst/>
              <a:gdLst/>
              <a:ahLst/>
              <a:cxnLst/>
              <a:rect l="l" t="t" r="r" b="b"/>
              <a:pathLst>
                <a:path w="17547" h="12817" extrusionOk="0">
                  <a:moveTo>
                    <a:pt x="3603" y="1"/>
                  </a:moveTo>
                  <a:cubicBezTo>
                    <a:pt x="3603" y="1"/>
                    <a:pt x="4137" y="6472"/>
                    <a:pt x="4137" y="6739"/>
                  </a:cubicBezTo>
                  <a:cubicBezTo>
                    <a:pt x="4137" y="7006"/>
                    <a:pt x="1" y="8040"/>
                    <a:pt x="1" y="8040"/>
                  </a:cubicBezTo>
                  <a:cubicBezTo>
                    <a:pt x="1" y="8040"/>
                    <a:pt x="48" y="8038"/>
                    <a:pt x="138" y="8038"/>
                  </a:cubicBezTo>
                  <a:cubicBezTo>
                    <a:pt x="771" y="8038"/>
                    <a:pt x="3537" y="8140"/>
                    <a:pt x="7273" y="9774"/>
                  </a:cubicBezTo>
                  <a:cubicBezTo>
                    <a:pt x="8740" y="10475"/>
                    <a:pt x="10141" y="11375"/>
                    <a:pt x="11342" y="12443"/>
                  </a:cubicBezTo>
                  <a:cubicBezTo>
                    <a:pt x="11648" y="12693"/>
                    <a:pt x="12024" y="12816"/>
                    <a:pt x="12397" y="12816"/>
                  </a:cubicBezTo>
                  <a:cubicBezTo>
                    <a:pt x="12918" y="12816"/>
                    <a:pt x="13433" y="12576"/>
                    <a:pt x="13744" y="12109"/>
                  </a:cubicBezTo>
                  <a:cubicBezTo>
                    <a:pt x="13977" y="11709"/>
                    <a:pt x="14278" y="11309"/>
                    <a:pt x="14545" y="10975"/>
                  </a:cubicBezTo>
                  <a:cubicBezTo>
                    <a:pt x="15378" y="9974"/>
                    <a:pt x="16413" y="9174"/>
                    <a:pt x="17547" y="8540"/>
                  </a:cubicBezTo>
                  <a:cubicBezTo>
                    <a:pt x="17547" y="8540"/>
                    <a:pt x="12109" y="6472"/>
                    <a:pt x="12109" y="6272"/>
                  </a:cubicBezTo>
                  <a:lnTo>
                    <a:pt x="11776" y="2136"/>
                  </a:lnTo>
                  <a:lnTo>
                    <a:pt x="3603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9">
              <a:extLst>
                <a:ext uri="{FF2B5EF4-FFF2-40B4-BE49-F238E27FC236}">
                  <a16:creationId xmlns:a16="http://schemas.microsoft.com/office/drawing/2014/main" id="{68A8E21A-DF46-03A6-1889-42571DAA2EE0}"/>
                </a:ext>
              </a:extLst>
            </p:cNvPr>
            <p:cNvSpPr/>
            <p:nvPr/>
          </p:nvSpPr>
          <p:spPr>
            <a:xfrm>
              <a:off x="7178146" y="2105743"/>
              <a:ext cx="150374" cy="265989"/>
            </a:xfrm>
            <a:custGeom>
              <a:avLst/>
              <a:gdLst/>
              <a:ahLst/>
              <a:cxnLst/>
              <a:rect l="l" t="t" r="r" b="b"/>
              <a:pathLst>
                <a:path w="7640" h="13514" extrusionOk="0">
                  <a:moveTo>
                    <a:pt x="1947" y="0"/>
                  </a:moveTo>
                  <a:cubicBezTo>
                    <a:pt x="1830" y="0"/>
                    <a:pt x="1715" y="10"/>
                    <a:pt x="1602" y="31"/>
                  </a:cubicBezTo>
                  <a:cubicBezTo>
                    <a:pt x="0" y="331"/>
                    <a:pt x="34" y="4501"/>
                    <a:pt x="401" y="6035"/>
                  </a:cubicBezTo>
                  <a:cubicBezTo>
                    <a:pt x="989" y="8620"/>
                    <a:pt x="3856" y="13513"/>
                    <a:pt x="6483" y="13513"/>
                  </a:cubicBezTo>
                  <a:cubicBezTo>
                    <a:pt x="6535" y="13513"/>
                    <a:pt x="6587" y="13511"/>
                    <a:pt x="6638" y="13507"/>
                  </a:cubicBezTo>
                  <a:cubicBezTo>
                    <a:pt x="7639" y="13007"/>
                    <a:pt x="7339" y="8437"/>
                    <a:pt x="6572" y="5735"/>
                  </a:cubicBezTo>
                  <a:cubicBezTo>
                    <a:pt x="5454" y="1885"/>
                    <a:pt x="3527" y="0"/>
                    <a:pt x="1947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9">
              <a:extLst>
                <a:ext uri="{FF2B5EF4-FFF2-40B4-BE49-F238E27FC236}">
                  <a16:creationId xmlns:a16="http://schemas.microsoft.com/office/drawing/2014/main" id="{FB152BEF-C8E5-F4DA-0ED3-E3527B6AA9CD}"/>
                </a:ext>
              </a:extLst>
            </p:cNvPr>
            <p:cNvSpPr/>
            <p:nvPr/>
          </p:nvSpPr>
          <p:spPr>
            <a:xfrm>
              <a:off x="7178146" y="2105743"/>
              <a:ext cx="150374" cy="265989"/>
            </a:xfrm>
            <a:custGeom>
              <a:avLst/>
              <a:gdLst/>
              <a:ahLst/>
              <a:cxnLst/>
              <a:rect l="l" t="t" r="r" b="b"/>
              <a:pathLst>
                <a:path w="7640" h="13514" extrusionOk="0">
                  <a:moveTo>
                    <a:pt x="1947" y="0"/>
                  </a:moveTo>
                  <a:cubicBezTo>
                    <a:pt x="1830" y="0"/>
                    <a:pt x="1715" y="10"/>
                    <a:pt x="1602" y="31"/>
                  </a:cubicBezTo>
                  <a:cubicBezTo>
                    <a:pt x="0" y="331"/>
                    <a:pt x="34" y="4501"/>
                    <a:pt x="401" y="6035"/>
                  </a:cubicBezTo>
                  <a:cubicBezTo>
                    <a:pt x="989" y="8620"/>
                    <a:pt x="3856" y="13513"/>
                    <a:pt x="6483" y="13513"/>
                  </a:cubicBezTo>
                  <a:cubicBezTo>
                    <a:pt x="6535" y="13513"/>
                    <a:pt x="6587" y="13511"/>
                    <a:pt x="6638" y="13507"/>
                  </a:cubicBezTo>
                  <a:cubicBezTo>
                    <a:pt x="7639" y="13007"/>
                    <a:pt x="7339" y="8437"/>
                    <a:pt x="6572" y="5735"/>
                  </a:cubicBezTo>
                  <a:cubicBezTo>
                    <a:pt x="5454" y="1885"/>
                    <a:pt x="3527" y="0"/>
                    <a:pt x="1947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9">
              <a:extLst>
                <a:ext uri="{FF2B5EF4-FFF2-40B4-BE49-F238E27FC236}">
                  <a16:creationId xmlns:a16="http://schemas.microsoft.com/office/drawing/2014/main" id="{91C587A8-18B8-00F4-2090-1EB3D6F78F07}"/>
                </a:ext>
              </a:extLst>
            </p:cNvPr>
            <p:cNvSpPr/>
            <p:nvPr/>
          </p:nvSpPr>
          <p:spPr>
            <a:xfrm>
              <a:off x="7082942" y="954927"/>
              <a:ext cx="466830" cy="424433"/>
            </a:xfrm>
            <a:custGeom>
              <a:avLst/>
              <a:gdLst/>
              <a:ahLst/>
              <a:cxnLst/>
              <a:rect l="l" t="t" r="r" b="b"/>
              <a:pathLst>
                <a:path w="23718" h="21564" extrusionOk="0">
                  <a:moveTo>
                    <a:pt x="11847" y="0"/>
                  </a:moveTo>
                  <a:cubicBezTo>
                    <a:pt x="6958" y="0"/>
                    <a:pt x="2539" y="3330"/>
                    <a:pt x="1368" y="8298"/>
                  </a:cubicBezTo>
                  <a:cubicBezTo>
                    <a:pt x="1" y="14102"/>
                    <a:pt x="3570" y="19906"/>
                    <a:pt x="9374" y="21274"/>
                  </a:cubicBezTo>
                  <a:cubicBezTo>
                    <a:pt x="10206" y="21470"/>
                    <a:pt x="11037" y="21563"/>
                    <a:pt x="11856" y="21563"/>
                  </a:cubicBezTo>
                  <a:cubicBezTo>
                    <a:pt x="16751" y="21563"/>
                    <a:pt x="21178" y="18207"/>
                    <a:pt x="22350" y="13234"/>
                  </a:cubicBezTo>
                  <a:cubicBezTo>
                    <a:pt x="23718" y="7464"/>
                    <a:pt x="20115" y="1659"/>
                    <a:pt x="14344" y="292"/>
                  </a:cubicBezTo>
                  <a:cubicBezTo>
                    <a:pt x="13507" y="95"/>
                    <a:pt x="12670" y="0"/>
                    <a:pt x="1184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9">
              <a:extLst>
                <a:ext uri="{FF2B5EF4-FFF2-40B4-BE49-F238E27FC236}">
                  <a16:creationId xmlns:a16="http://schemas.microsoft.com/office/drawing/2014/main" id="{6C2F1B0A-3D9B-C601-1C24-229239A6FCB2}"/>
                </a:ext>
              </a:extLst>
            </p:cNvPr>
            <p:cNvSpPr/>
            <p:nvPr/>
          </p:nvSpPr>
          <p:spPr>
            <a:xfrm>
              <a:off x="7080973" y="1100499"/>
              <a:ext cx="307952" cy="378593"/>
            </a:xfrm>
            <a:custGeom>
              <a:avLst/>
              <a:gdLst/>
              <a:ahLst/>
              <a:cxnLst/>
              <a:rect l="l" t="t" r="r" b="b"/>
              <a:pathLst>
                <a:path w="15646" h="19235" extrusionOk="0">
                  <a:moveTo>
                    <a:pt x="1735" y="1"/>
                  </a:moveTo>
                  <a:lnTo>
                    <a:pt x="1735" y="1"/>
                  </a:lnTo>
                  <a:cubicBezTo>
                    <a:pt x="1" y="5138"/>
                    <a:pt x="2402" y="10775"/>
                    <a:pt x="7339" y="13110"/>
                  </a:cubicBezTo>
                  <a:cubicBezTo>
                    <a:pt x="7473" y="14912"/>
                    <a:pt x="7773" y="18714"/>
                    <a:pt x="7773" y="18948"/>
                  </a:cubicBezTo>
                  <a:cubicBezTo>
                    <a:pt x="7773" y="18948"/>
                    <a:pt x="8301" y="18612"/>
                    <a:pt x="9521" y="18612"/>
                  </a:cubicBezTo>
                  <a:cubicBezTo>
                    <a:pt x="9739" y="18612"/>
                    <a:pt x="9978" y="18622"/>
                    <a:pt x="10241" y="18648"/>
                  </a:cubicBezTo>
                  <a:cubicBezTo>
                    <a:pt x="11234" y="18725"/>
                    <a:pt x="12204" y="19235"/>
                    <a:pt x="12694" y="19235"/>
                  </a:cubicBezTo>
                  <a:cubicBezTo>
                    <a:pt x="13044" y="19235"/>
                    <a:pt x="13149" y="18975"/>
                    <a:pt x="12843" y="18114"/>
                  </a:cubicBezTo>
                  <a:cubicBezTo>
                    <a:pt x="12465" y="16936"/>
                    <a:pt x="13412" y="16673"/>
                    <a:pt x="14331" y="16673"/>
                  </a:cubicBezTo>
                  <a:cubicBezTo>
                    <a:pt x="14870" y="16673"/>
                    <a:pt x="15399" y="16764"/>
                    <a:pt x="15645" y="16813"/>
                  </a:cubicBezTo>
                  <a:lnTo>
                    <a:pt x="15512" y="15045"/>
                  </a:lnTo>
                  <a:lnTo>
                    <a:pt x="15378" y="12710"/>
                  </a:lnTo>
                  <a:cubicBezTo>
                    <a:pt x="15378" y="12710"/>
                    <a:pt x="13177" y="12010"/>
                    <a:pt x="7539" y="10075"/>
                  </a:cubicBezTo>
                  <a:cubicBezTo>
                    <a:pt x="3403" y="8640"/>
                    <a:pt x="1301" y="4371"/>
                    <a:pt x="1735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9">
              <a:extLst>
                <a:ext uri="{FF2B5EF4-FFF2-40B4-BE49-F238E27FC236}">
                  <a16:creationId xmlns:a16="http://schemas.microsoft.com/office/drawing/2014/main" id="{FD246C03-D5A5-D07F-F1B6-C9ADB60D8E09}"/>
                </a:ext>
              </a:extLst>
            </p:cNvPr>
            <p:cNvSpPr/>
            <p:nvPr/>
          </p:nvSpPr>
          <p:spPr>
            <a:xfrm>
              <a:off x="7212275" y="967228"/>
              <a:ext cx="329623" cy="459390"/>
            </a:xfrm>
            <a:custGeom>
              <a:avLst/>
              <a:gdLst/>
              <a:ahLst/>
              <a:cxnLst/>
              <a:rect l="l" t="t" r="r" b="b"/>
              <a:pathLst>
                <a:path w="16747" h="23340" extrusionOk="0">
                  <a:moveTo>
                    <a:pt x="8807" y="0"/>
                  </a:moveTo>
                  <a:cubicBezTo>
                    <a:pt x="3970" y="0"/>
                    <a:pt x="1369" y="3203"/>
                    <a:pt x="535" y="7606"/>
                  </a:cubicBezTo>
                  <a:cubicBezTo>
                    <a:pt x="1" y="10441"/>
                    <a:pt x="234" y="17046"/>
                    <a:pt x="2803" y="20248"/>
                  </a:cubicBezTo>
                  <a:cubicBezTo>
                    <a:pt x="3942" y="21672"/>
                    <a:pt x="8632" y="23340"/>
                    <a:pt x="11599" y="23340"/>
                  </a:cubicBezTo>
                  <a:cubicBezTo>
                    <a:pt x="12106" y="23340"/>
                    <a:pt x="12563" y="23291"/>
                    <a:pt x="12944" y="23184"/>
                  </a:cubicBezTo>
                  <a:cubicBezTo>
                    <a:pt x="15846" y="22350"/>
                    <a:pt x="16279" y="18580"/>
                    <a:pt x="16546" y="14778"/>
                  </a:cubicBezTo>
                  <a:cubicBezTo>
                    <a:pt x="16746" y="11976"/>
                    <a:pt x="16479" y="9174"/>
                    <a:pt x="15779" y="6438"/>
                  </a:cubicBezTo>
                  <a:cubicBezTo>
                    <a:pt x="14878" y="2502"/>
                    <a:pt x="11543" y="201"/>
                    <a:pt x="8807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9">
              <a:extLst>
                <a:ext uri="{FF2B5EF4-FFF2-40B4-BE49-F238E27FC236}">
                  <a16:creationId xmlns:a16="http://schemas.microsoft.com/office/drawing/2014/main" id="{BA9C49E0-8BD1-949A-42ED-7DB1F3D92D64}"/>
                </a:ext>
              </a:extLst>
            </p:cNvPr>
            <p:cNvSpPr/>
            <p:nvPr/>
          </p:nvSpPr>
          <p:spPr>
            <a:xfrm>
              <a:off x="7212275" y="967228"/>
              <a:ext cx="329623" cy="459390"/>
            </a:xfrm>
            <a:custGeom>
              <a:avLst/>
              <a:gdLst/>
              <a:ahLst/>
              <a:cxnLst/>
              <a:rect l="l" t="t" r="r" b="b"/>
              <a:pathLst>
                <a:path w="16747" h="23340" extrusionOk="0">
                  <a:moveTo>
                    <a:pt x="8807" y="0"/>
                  </a:moveTo>
                  <a:cubicBezTo>
                    <a:pt x="3970" y="0"/>
                    <a:pt x="1369" y="3203"/>
                    <a:pt x="535" y="7606"/>
                  </a:cubicBezTo>
                  <a:cubicBezTo>
                    <a:pt x="1" y="10441"/>
                    <a:pt x="234" y="17046"/>
                    <a:pt x="2803" y="20248"/>
                  </a:cubicBezTo>
                  <a:cubicBezTo>
                    <a:pt x="3942" y="21672"/>
                    <a:pt x="8632" y="23340"/>
                    <a:pt x="11599" y="23340"/>
                  </a:cubicBezTo>
                  <a:cubicBezTo>
                    <a:pt x="12106" y="23340"/>
                    <a:pt x="12563" y="23291"/>
                    <a:pt x="12944" y="23184"/>
                  </a:cubicBezTo>
                  <a:cubicBezTo>
                    <a:pt x="15846" y="22350"/>
                    <a:pt x="16279" y="18580"/>
                    <a:pt x="16546" y="14778"/>
                  </a:cubicBezTo>
                  <a:cubicBezTo>
                    <a:pt x="16746" y="11976"/>
                    <a:pt x="16479" y="9174"/>
                    <a:pt x="15779" y="6438"/>
                  </a:cubicBezTo>
                  <a:cubicBezTo>
                    <a:pt x="14878" y="2502"/>
                    <a:pt x="11543" y="201"/>
                    <a:pt x="8807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9">
              <a:extLst>
                <a:ext uri="{FF2B5EF4-FFF2-40B4-BE49-F238E27FC236}">
                  <a16:creationId xmlns:a16="http://schemas.microsoft.com/office/drawing/2014/main" id="{C680586E-68EC-1897-9EA8-C04E40335A93}"/>
                </a:ext>
              </a:extLst>
            </p:cNvPr>
            <p:cNvSpPr/>
            <p:nvPr/>
          </p:nvSpPr>
          <p:spPr>
            <a:xfrm>
              <a:off x="7244456" y="1026315"/>
              <a:ext cx="293505" cy="386072"/>
            </a:xfrm>
            <a:custGeom>
              <a:avLst/>
              <a:gdLst/>
              <a:ahLst/>
              <a:cxnLst/>
              <a:rect l="l" t="t" r="r" b="b"/>
              <a:pathLst>
                <a:path w="14912" h="19615" extrusionOk="0">
                  <a:moveTo>
                    <a:pt x="12509" y="1"/>
                  </a:moveTo>
                  <a:cubicBezTo>
                    <a:pt x="12476" y="167"/>
                    <a:pt x="12409" y="367"/>
                    <a:pt x="12343" y="534"/>
                  </a:cubicBezTo>
                  <a:cubicBezTo>
                    <a:pt x="12009" y="1502"/>
                    <a:pt x="11142" y="2235"/>
                    <a:pt x="9807" y="2769"/>
                  </a:cubicBezTo>
                  <a:cubicBezTo>
                    <a:pt x="8648" y="3233"/>
                    <a:pt x="7498" y="3424"/>
                    <a:pt x="6410" y="3424"/>
                  </a:cubicBezTo>
                  <a:cubicBezTo>
                    <a:pt x="3588" y="3424"/>
                    <a:pt x="1184" y="2142"/>
                    <a:pt x="101" y="1035"/>
                  </a:cubicBezTo>
                  <a:lnTo>
                    <a:pt x="0" y="1235"/>
                  </a:lnTo>
                  <a:cubicBezTo>
                    <a:pt x="1135" y="2336"/>
                    <a:pt x="3570" y="3636"/>
                    <a:pt x="6438" y="3636"/>
                  </a:cubicBezTo>
                  <a:cubicBezTo>
                    <a:pt x="7272" y="3636"/>
                    <a:pt x="8106" y="3503"/>
                    <a:pt x="8940" y="3303"/>
                  </a:cubicBezTo>
                  <a:cubicBezTo>
                    <a:pt x="9641" y="5138"/>
                    <a:pt x="9874" y="8907"/>
                    <a:pt x="9874" y="9107"/>
                  </a:cubicBezTo>
                  <a:cubicBezTo>
                    <a:pt x="9641" y="10041"/>
                    <a:pt x="8140" y="12576"/>
                    <a:pt x="4137" y="13243"/>
                  </a:cubicBezTo>
                  <a:cubicBezTo>
                    <a:pt x="2802" y="12610"/>
                    <a:pt x="1668" y="11642"/>
                    <a:pt x="834" y="10441"/>
                  </a:cubicBezTo>
                  <a:lnTo>
                    <a:pt x="668" y="10541"/>
                  </a:lnTo>
                  <a:cubicBezTo>
                    <a:pt x="1502" y="11809"/>
                    <a:pt x="2702" y="12810"/>
                    <a:pt x="4070" y="13444"/>
                  </a:cubicBezTo>
                  <a:cubicBezTo>
                    <a:pt x="4170" y="13577"/>
                    <a:pt x="4837" y="14478"/>
                    <a:pt x="5037" y="16546"/>
                  </a:cubicBezTo>
                  <a:cubicBezTo>
                    <a:pt x="5037" y="16713"/>
                    <a:pt x="5071" y="16846"/>
                    <a:pt x="5104" y="16979"/>
                  </a:cubicBezTo>
                  <a:cubicBezTo>
                    <a:pt x="5104" y="17847"/>
                    <a:pt x="5304" y="18714"/>
                    <a:pt x="5604" y="19548"/>
                  </a:cubicBezTo>
                  <a:lnTo>
                    <a:pt x="5905" y="19615"/>
                  </a:lnTo>
                  <a:cubicBezTo>
                    <a:pt x="5504" y="18981"/>
                    <a:pt x="5404" y="17980"/>
                    <a:pt x="5304" y="16946"/>
                  </a:cubicBezTo>
                  <a:cubicBezTo>
                    <a:pt x="5304" y="16813"/>
                    <a:pt x="5271" y="16679"/>
                    <a:pt x="5238" y="16512"/>
                  </a:cubicBezTo>
                  <a:cubicBezTo>
                    <a:pt x="5037" y="14678"/>
                    <a:pt x="4537" y="13744"/>
                    <a:pt x="4304" y="13410"/>
                  </a:cubicBezTo>
                  <a:cubicBezTo>
                    <a:pt x="8006" y="12743"/>
                    <a:pt x="9574" y="10508"/>
                    <a:pt x="10008" y="9407"/>
                  </a:cubicBezTo>
                  <a:cubicBezTo>
                    <a:pt x="10341" y="10108"/>
                    <a:pt x="11442" y="11909"/>
                    <a:pt x="14311" y="12143"/>
                  </a:cubicBezTo>
                  <a:lnTo>
                    <a:pt x="14377" y="12143"/>
                  </a:lnTo>
                  <a:cubicBezTo>
                    <a:pt x="14578" y="12043"/>
                    <a:pt x="14744" y="11909"/>
                    <a:pt x="14911" y="11776"/>
                  </a:cubicBezTo>
                  <a:lnTo>
                    <a:pt x="14911" y="11742"/>
                  </a:lnTo>
                  <a:cubicBezTo>
                    <a:pt x="14911" y="11676"/>
                    <a:pt x="14911" y="11609"/>
                    <a:pt x="14911" y="11509"/>
                  </a:cubicBezTo>
                  <a:cubicBezTo>
                    <a:pt x="14711" y="11676"/>
                    <a:pt x="14511" y="11809"/>
                    <a:pt x="14277" y="11942"/>
                  </a:cubicBezTo>
                  <a:cubicBezTo>
                    <a:pt x="10942" y="11642"/>
                    <a:pt x="10108" y="9207"/>
                    <a:pt x="10074" y="9107"/>
                  </a:cubicBezTo>
                  <a:cubicBezTo>
                    <a:pt x="10074" y="8874"/>
                    <a:pt x="9841" y="5138"/>
                    <a:pt x="9107" y="3236"/>
                  </a:cubicBezTo>
                  <a:cubicBezTo>
                    <a:pt x="9374" y="3169"/>
                    <a:pt x="9641" y="3069"/>
                    <a:pt x="9908" y="2969"/>
                  </a:cubicBezTo>
                  <a:cubicBezTo>
                    <a:pt x="11275" y="2402"/>
                    <a:pt x="12176" y="1602"/>
                    <a:pt x="12543" y="601"/>
                  </a:cubicBezTo>
                  <a:cubicBezTo>
                    <a:pt x="12609" y="468"/>
                    <a:pt x="12643" y="334"/>
                    <a:pt x="12676" y="201"/>
                  </a:cubicBezTo>
                  <a:cubicBezTo>
                    <a:pt x="12609" y="134"/>
                    <a:pt x="12543" y="67"/>
                    <a:pt x="12509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9">
              <a:extLst>
                <a:ext uri="{FF2B5EF4-FFF2-40B4-BE49-F238E27FC236}">
                  <a16:creationId xmlns:a16="http://schemas.microsoft.com/office/drawing/2014/main" id="{945EF496-EE1D-C427-5793-F8021657C4D2}"/>
                </a:ext>
              </a:extLst>
            </p:cNvPr>
            <p:cNvSpPr/>
            <p:nvPr/>
          </p:nvSpPr>
          <p:spPr>
            <a:xfrm>
              <a:off x="7212275" y="1003346"/>
              <a:ext cx="266580" cy="422662"/>
            </a:xfrm>
            <a:custGeom>
              <a:avLst/>
              <a:gdLst/>
              <a:ahLst/>
              <a:cxnLst/>
              <a:rect l="l" t="t" r="r" b="b"/>
              <a:pathLst>
                <a:path w="13544" h="21474" extrusionOk="0">
                  <a:moveTo>
                    <a:pt x="3503" y="0"/>
                  </a:moveTo>
                  <a:cubicBezTo>
                    <a:pt x="1969" y="1368"/>
                    <a:pt x="1002" y="3369"/>
                    <a:pt x="535" y="5771"/>
                  </a:cubicBezTo>
                  <a:cubicBezTo>
                    <a:pt x="1" y="8606"/>
                    <a:pt x="234" y="15211"/>
                    <a:pt x="2803" y="18413"/>
                  </a:cubicBezTo>
                  <a:cubicBezTo>
                    <a:pt x="3940" y="19834"/>
                    <a:pt x="8612" y="21473"/>
                    <a:pt x="11579" y="21473"/>
                  </a:cubicBezTo>
                  <a:cubicBezTo>
                    <a:pt x="12095" y="21473"/>
                    <a:pt x="12559" y="21424"/>
                    <a:pt x="12944" y="21315"/>
                  </a:cubicBezTo>
                  <a:cubicBezTo>
                    <a:pt x="13144" y="21282"/>
                    <a:pt x="13344" y="21182"/>
                    <a:pt x="13544" y="21115"/>
                  </a:cubicBezTo>
                  <a:lnTo>
                    <a:pt x="13544" y="21115"/>
                  </a:lnTo>
                  <a:cubicBezTo>
                    <a:pt x="13110" y="21190"/>
                    <a:pt x="12662" y="21227"/>
                    <a:pt x="12205" y="21227"/>
                  </a:cubicBezTo>
                  <a:cubicBezTo>
                    <a:pt x="10030" y="21227"/>
                    <a:pt x="7638" y="20409"/>
                    <a:pt x="5405" y="19114"/>
                  </a:cubicBezTo>
                  <a:cubicBezTo>
                    <a:pt x="2703" y="17513"/>
                    <a:pt x="2136" y="15711"/>
                    <a:pt x="1502" y="11775"/>
                  </a:cubicBezTo>
                  <a:cubicBezTo>
                    <a:pt x="868" y="7872"/>
                    <a:pt x="1635" y="2435"/>
                    <a:pt x="3503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9">
              <a:extLst>
                <a:ext uri="{FF2B5EF4-FFF2-40B4-BE49-F238E27FC236}">
                  <a16:creationId xmlns:a16="http://schemas.microsoft.com/office/drawing/2014/main" id="{E3786D71-286E-9931-5D4E-8F2627A43F03}"/>
                </a:ext>
              </a:extLst>
            </p:cNvPr>
            <p:cNvSpPr/>
            <p:nvPr/>
          </p:nvSpPr>
          <p:spPr>
            <a:xfrm>
              <a:off x="7159762" y="1181000"/>
              <a:ext cx="114906" cy="134451"/>
            </a:xfrm>
            <a:custGeom>
              <a:avLst/>
              <a:gdLst/>
              <a:ahLst/>
              <a:cxnLst/>
              <a:rect l="l" t="t" r="r" b="b"/>
              <a:pathLst>
                <a:path w="5838" h="6831" extrusionOk="0">
                  <a:moveTo>
                    <a:pt x="2363" y="0"/>
                  </a:moveTo>
                  <a:cubicBezTo>
                    <a:pt x="1933" y="0"/>
                    <a:pt x="1504" y="141"/>
                    <a:pt x="1168" y="414"/>
                  </a:cubicBezTo>
                  <a:cubicBezTo>
                    <a:pt x="467" y="748"/>
                    <a:pt x="0" y="1515"/>
                    <a:pt x="0" y="2582"/>
                  </a:cubicBezTo>
                  <a:cubicBezTo>
                    <a:pt x="0" y="4317"/>
                    <a:pt x="1235" y="6152"/>
                    <a:pt x="2736" y="6685"/>
                  </a:cubicBezTo>
                  <a:cubicBezTo>
                    <a:pt x="2978" y="6782"/>
                    <a:pt x="3230" y="6831"/>
                    <a:pt x="3479" y="6831"/>
                  </a:cubicBezTo>
                  <a:cubicBezTo>
                    <a:pt x="3914" y="6831"/>
                    <a:pt x="4343" y="6682"/>
                    <a:pt x="4704" y="6385"/>
                  </a:cubicBezTo>
                  <a:cubicBezTo>
                    <a:pt x="5404" y="6085"/>
                    <a:pt x="5838" y="5284"/>
                    <a:pt x="5838" y="4250"/>
                  </a:cubicBezTo>
                  <a:cubicBezTo>
                    <a:pt x="5838" y="2482"/>
                    <a:pt x="4637" y="681"/>
                    <a:pt x="3103" y="147"/>
                  </a:cubicBezTo>
                  <a:cubicBezTo>
                    <a:pt x="2868" y="49"/>
                    <a:pt x="2616" y="0"/>
                    <a:pt x="2363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9">
              <a:extLst>
                <a:ext uri="{FF2B5EF4-FFF2-40B4-BE49-F238E27FC236}">
                  <a16:creationId xmlns:a16="http://schemas.microsoft.com/office/drawing/2014/main" id="{24851BB3-AB78-74B0-B539-BF1C1390C9E8}"/>
                </a:ext>
              </a:extLst>
            </p:cNvPr>
            <p:cNvSpPr/>
            <p:nvPr/>
          </p:nvSpPr>
          <p:spPr>
            <a:xfrm>
              <a:off x="7159762" y="1181000"/>
              <a:ext cx="114906" cy="134451"/>
            </a:xfrm>
            <a:custGeom>
              <a:avLst/>
              <a:gdLst/>
              <a:ahLst/>
              <a:cxnLst/>
              <a:rect l="l" t="t" r="r" b="b"/>
              <a:pathLst>
                <a:path w="5838" h="6831" extrusionOk="0">
                  <a:moveTo>
                    <a:pt x="2363" y="0"/>
                  </a:moveTo>
                  <a:cubicBezTo>
                    <a:pt x="1933" y="0"/>
                    <a:pt x="1504" y="141"/>
                    <a:pt x="1168" y="414"/>
                  </a:cubicBezTo>
                  <a:cubicBezTo>
                    <a:pt x="467" y="748"/>
                    <a:pt x="0" y="1515"/>
                    <a:pt x="0" y="2582"/>
                  </a:cubicBezTo>
                  <a:cubicBezTo>
                    <a:pt x="0" y="4317"/>
                    <a:pt x="1235" y="6152"/>
                    <a:pt x="2736" y="6685"/>
                  </a:cubicBezTo>
                  <a:cubicBezTo>
                    <a:pt x="2978" y="6782"/>
                    <a:pt x="3230" y="6831"/>
                    <a:pt x="3479" y="6831"/>
                  </a:cubicBezTo>
                  <a:cubicBezTo>
                    <a:pt x="3914" y="6831"/>
                    <a:pt x="4343" y="6682"/>
                    <a:pt x="4704" y="6385"/>
                  </a:cubicBezTo>
                  <a:cubicBezTo>
                    <a:pt x="5404" y="6085"/>
                    <a:pt x="5838" y="5284"/>
                    <a:pt x="5838" y="4250"/>
                  </a:cubicBezTo>
                  <a:cubicBezTo>
                    <a:pt x="5838" y="2482"/>
                    <a:pt x="4637" y="681"/>
                    <a:pt x="3103" y="147"/>
                  </a:cubicBezTo>
                  <a:cubicBezTo>
                    <a:pt x="2868" y="49"/>
                    <a:pt x="2616" y="0"/>
                    <a:pt x="2363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9">
              <a:extLst>
                <a:ext uri="{FF2B5EF4-FFF2-40B4-BE49-F238E27FC236}">
                  <a16:creationId xmlns:a16="http://schemas.microsoft.com/office/drawing/2014/main" id="{6C4D0AFE-0E78-03CC-E784-257F980671F8}"/>
                </a:ext>
              </a:extLst>
            </p:cNvPr>
            <p:cNvSpPr/>
            <p:nvPr/>
          </p:nvSpPr>
          <p:spPr>
            <a:xfrm>
              <a:off x="7160412" y="1185999"/>
              <a:ext cx="107033" cy="129432"/>
            </a:xfrm>
            <a:custGeom>
              <a:avLst/>
              <a:gdLst/>
              <a:ahLst/>
              <a:cxnLst/>
              <a:rect l="l" t="t" r="r" b="b"/>
              <a:pathLst>
                <a:path w="5438" h="6576" extrusionOk="0">
                  <a:moveTo>
                    <a:pt x="1884" y="1"/>
                  </a:moveTo>
                  <a:cubicBezTo>
                    <a:pt x="788" y="1"/>
                    <a:pt x="1" y="924"/>
                    <a:pt x="1" y="2328"/>
                  </a:cubicBezTo>
                  <a:cubicBezTo>
                    <a:pt x="1" y="4063"/>
                    <a:pt x="1202" y="5931"/>
                    <a:pt x="2703" y="6431"/>
                  </a:cubicBezTo>
                  <a:cubicBezTo>
                    <a:pt x="2977" y="6529"/>
                    <a:pt x="3242" y="6575"/>
                    <a:pt x="3492" y="6575"/>
                  </a:cubicBezTo>
                  <a:cubicBezTo>
                    <a:pt x="4613" y="6575"/>
                    <a:pt x="5438" y="5648"/>
                    <a:pt x="5438" y="4230"/>
                  </a:cubicBezTo>
                  <a:cubicBezTo>
                    <a:pt x="5438" y="2495"/>
                    <a:pt x="4204" y="660"/>
                    <a:pt x="2703" y="160"/>
                  </a:cubicBezTo>
                  <a:cubicBezTo>
                    <a:pt x="2417" y="52"/>
                    <a:pt x="2142" y="1"/>
                    <a:pt x="1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9">
              <a:extLst>
                <a:ext uri="{FF2B5EF4-FFF2-40B4-BE49-F238E27FC236}">
                  <a16:creationId xmlns:a16="http://schemas.microsoft.com/office/drawing/2014/main" id="{1923CA02-B9BA-B41B-B026-26F100F39B69}"/>
                </a:ext>
              </a:extLst>
            </p:cNvPr>
            <p:cNvSpPr/>
            <p:nvPr/>
          </p:nvSpPr>
          <p:spPr>
            <a:xfrm>
              <a:off x="7176178" y="1202277"/>
              <a:ext cx="74872" cy="96523"/>
            </a:xfrm>
            <a:custGeom>
              <a:avLst/>
              <a:gdLst/>
              <a:ahLst/>
              <a:cxnLst/>
              <a:rect l="l" t="t" r="r" b="b"/>
              <a:pathLst>
                <a:path w="3804" h="4904" extrusionOk="0">
                  <a:moveTo>
                    <a:pt x="1134" y="0"/>
                  </a:moveTo>
                  <a:cubicBezTo>
                    <a:pt x="434" y="0"/>
                    <a:pt x="0" y="601"/>
                    <a:pt x="0" y="1501"/>
                  </a:cubicBezTo>
                  <a:cubicBezTo>
                    <a:pt x="0" y="2902"/>
                    <a:pt x="1001" y="4403"/>
                    <a:pt x="2169" y="4804"/>
                  </a:cubicBezTo>
                  <a:cubicBezTo>
                    <a:pt x="2335" y="4870"/>
                    <a:pt x="2502" y="4904"/>
                    <a:pt x="2702" y="4904"/>
                  </a:cubicBezTo>
                  <a:cubicBezTo>
                    <a:pt x="3369" y="4904"/>
                    <a:pt x="3803" y="4337"/>
                    <a:pt x="3803" y="3403"/>
                  </a:cubicBezTo>
                  <a:cubicBezTo>
                    <a:pt x="3803" y="2002"/>
                    <a:pt x="2802" y="501"/>
                    <a:pt x="1635" y="100"/>
                  </a:cubicBezTo>
                  <a:cubicBezTo>
                    <a:pt x="1468" y="34"/>
                    <a:pt x="1301" y="0"/>
                    <a:pt x="1134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9">
              <a:extLst>
                <a:ext uri="{FF2B5EF4-FFF2-40B4-BE49-F238E27FC236}">
                  <a16:creationId xmlns:a16="http://schemas.microsoft.com/office/drawing/2014/main" id="{9C1C6D5F-4338-0A40-C577-F1CA79D5E614}"/>
                </a:ext>
              </a:extLst>
            </p:cNvPr>
            <p:cNvSpPr/>
            <p:nvPr/>
          </p:nvSpPr>
          <p:spPr>
            <a:xfrm>
              <a:off x="7191274" y="1202277"/>
              <a:ext cx="59776" cy="86682"/>
            </a:xfrm>
            <a:custGeom>
              <a:avLst/>
              <a:gdLst/>
              <a:ahLst/>
              <a:cxnLst/>
              <a:rect l="l" t="t" r="r" b="b"/>
              <a:pathLst>
                <a:path w="3037" h="4404" extrusionOk="0">
                  <a:moveTo>
                    <a:pt x="234" y="0"/>
                  </a:moveTo>
                  <a:cubicBezTo>
                    <a:pt x="67" y="300"/>
                    <a:pt x="1" y="667"/>
                    <a:pt x="1" y="1001"/>
                  </a:cubicBezTo>
                  <a:cubicBezTo>
                    <a:pt x="1" y="2402"/>
                    <a:pt x="1001" y="3903"/>
                    <a:pt x="2169" y="4303"/>
                  </a:cubicBezTo>
                  <a:cubicBezTo>
                    <a:pt x="2336" y="4370"/>
                    <a:pt x="2502" y="4403"/>
                    <a:pt x="2669" y="4403"/>
                  </a:cubicBezTo>
                  <a:lnTo>
                    <a:pt x="2769" y="4403"/>
                  </a:lnTo>
                  <a:cubicBezTo>
                    <a:pt x="2969" y="4103"/>
                    <a:pt x="3036" y="3736"/>
                    <a:pt x="3036" y="3403"/>
                  </a:cubicBezTo>
                  <a:cubicBezTo>
                    <a:pt x="3036" y="2002"/>
                    <a:pt x="2035" y="501"/>
                    <a:pt x="868" y="100"/>
                  </a:cubicBezTo>
                  <a:cubicBezTo>
                    <a:pt x="701" y="34"/>
                    <a:pt x="534" y="0"/>
                    <a:pt x="367" y="0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9">
              <a:extLst>
                <a:ext uri="{FF2B5EF4-FFF2-40B4-BE49-F238E27FC236}">
                  <a16:creationId xmlns:a16="http://schemas.microsoft.com/office/drawing/2014/main" id="{EA4941B8-0451-4414-643F-61E91B572BEF}"/>
                </a:ext>
              </a:extLst>
            </p:cNvPr>
            <p:cNvSpPr/>
            <p:nvPr/>
          </p:nvSpPr>
          <p:spPr>
            <a:xfrm>
              <a:off x="7289765" y="1120850"/>
              <a:ext cx="250165" cy="147087"/>
            </a:xfrm>
            <a:custGeom>
              <a:avLst/>
              <a:gdLst/>
              <a:ahLst/>
              <a:cxnLst/>
              <a:rect l="l" t="t" r="r" b="b"/>
              <a:pathLst>
                <a:path w="12710" h="7473" extrusionOk="0">
                  <a:moveTo>
                    <a:pt x="12175" y="1"/>
                  </a:moveTo>
                  <a:cubicBezTo>
                    <a:pt x="11208" y="668"/>
                    <a:pt x="10141" y="1135"/>
                    <a:pt x="9007" y="1402"/>
                  </a:cubicBezTo>
                  <a:cubicBezTo>
                    <a:pt x="7529" y="1730"/>
                    <a:pt x="6417" y="1844"/>
                    <a:pt x="5151" y="1844"/>
                  </a:cubicBezTo>
                  <a:cubicBezTo>
                    <a:pt x="4359" y="1844"/>
                    <a:pt x="3508" y="1800"/>
                    <a:pt x="2469" y="1736"/>
                  </a:cubicBezTo>
                  <a:cubicBezTo>
                    <a:pt x="2007" y="1704"/>
                    <a:pt x="1607" y="1664"/>
                    <a:pt x="1278" y="1664"/>
                  </a:cubicBezTo>
                  <a:cubicBezTo>
                    <a:pt x="917" y="1664"/>
                    <a:pt x="642" y="1712"/>
                    <a:pt x="467" y="1869"/>
                  </a:cubicBezTo>
                  <a:cubicBezTo>
                    <a:pt x="0" y="2303"/>
                    <a:pt x="134" y="2936"/>
                    <a:pt x="367" y="4304"/>
                  </a:cubicBezTo>
                  <a:cubicBezTo>
                    <a:pt x="500" y="5071"/>
                    <a:pt x="667" y="5805"/>
                    <a:pt x="1368" y="6339"/>
                  </a:cubicBezTo>
                  <a:cubicBezTo>
                    <a:pt x="2135" y="6939"/>
                    <a:pt x="3870" y="7473"/>
                    <a:pt x="6271" y="7473"/>
                  </a:cubicBezTo>
                  <a:cubicBezTo>
                    <a:pt x="9007" y="7473"/>
                    <a:pt x="11241" y="6939"/>
                    <a:pt x="12676" y="4804"/>
                  </a:cubicBezTo>
                  <a:cubicBezTo>
                    <a:pt x="12709" y="3170"/>
                    <a:pt x="12542" y="1569"/>
                    <a:pt x="1217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9">
              <a:extLst>
                <a:ext uri="{FF2B5EF4-FFF2-40B4-BE49-F238E27FC236}">
                  <a16:creationId xmlns:a16="http://schemas.microsoft.com/office/drawing/2014/main" id="{FED060C6-5DD6-A697-D563-02FD33F97791}"/>
                </a:ext>
              </a:extLst>
            </p:cNvPr>
            <p:cNvSpPr/>
            <p:nvPr/>
          </p:nvSpPr>
          <p:spPr>
            <a:xfrm>
              <a:off x="7353438" y="1193597"/>
              <a:ext cx="36137" cy="39700"/>
            </a:xfrm>
            <a:custGeom>
              <a:avLst/>
              <a:gdLst/>
              <a:ahLst/>
              <a:cxnLst/>
              <a:rect l="l" t="t" r="r" b="b"/>
              <a:pathLst>
                <a:path w="1836" h="2017" extrusionOk="0">
                  <a:moveTo>
                    <a:pt x="870" y="0"/>
                  </a:moveTo>
                  <a:cubicBezTo>
                    <a:pt x="836" y="0"/>
                    <a:pt x="802" y="3"/>
                    <a:pt x="768" y="8"/>
                  </a:cubicBezTo>
                  <a:cubicBezTo>
                    <a:pt x="301" y="74"/>
                    <a:pt x="1" y="575"/>
                    <a:pt x="67" y="1108"/>
                  </a:cubicBezTo>
                  <a:cubicBezTo>
                    <a:pt x="129" y="1634"/>
                    <a:pt x="506" y="2016"/>
                    <a:pt x="933" y="2016"/>
                  </a:cubicBezTo>
                  <a:cubicBezTo>
                    <a:pt x="967" y="2016"/>
                    <a:pt x="1001" y="2014"/>
                    <a:pt x="1035" y="2009"/>
                  </a:cubicBezTo>
                  <a:cubicBezTo>
                    <a:pt x="1502" y="1942"/>
                    <a:pt x="1835" y="1442"/>
                    <a:pt x="1735" y="908"/>
                  </a:cubicBezTo>
                  <a:cubicBezTo>
                    <a:pt x="1674" y="383"/>
                    <a:pt x="1296" y="0"/>
                    <a:pt x="870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9">
              <a:extLst>
                <a:ext uri="{FF2B5EF4-FFF2-40B4-BE49-F238E27FC236}">
                  <a16:creationId xmlns:a16="http://schemas.microsoft.com/office/drawing/2014/main" id="{E9E43A3C-03D2-545D-8673-AC1B6F801464}"/>
                </a:ext>
              </a:extLst>
            </p:cNvPr>
            <p:cNvSpPr/>
            <p:nvPr/>
          </p:nvSpPr>
          <p:spPr>
            <a:xfrm>
              <a:off x="7484760" y="1176670"/>
              <a:ext cx="36117" cy="31571"/>
            </a:xfrm>
            <a:custGeom>
              <a:avLst/>
              <a:gdLst/>
              <a:ahLst/>
              <a:cxnLst/>
              <a:rect l="l" t="t" r="r" b="b"/>
              <a:pathLst>
                <a:path w="1835" h="1604" extrusionOk="0">
                  <a:moveTo>
                    <a:pt x="1001" y="0"/>
                  </a:moveTo>
                  <a:cubicBezTo>
                    <a:pt x="334" y="34"/>
                    <a:pt x="0" y="834"/>
                    <a:pt x="467" y="1335"/>
                  </a:cubicBezTo>
                  <a:cubicBezTo>
                    <a:pt x="627" y="1519"/>
                    <a:pt x="841" y="1604"/>
                    <a:pt x="1053" y="1604"/>
                  </a:cubicBezTo>
                  <a:cubicBezTo>
                    <a:pt x="1416" y="1604"/>
                    <a:pt x="1772" y="1356"/>
                    <a:pt x="1835" y="934"/>
                  </a:cubicBezTo>
                  <a:cubicBezTo>
                    <a:pt x="1835" y="434"/>
                    <a:pt x="1468" y="34"/>
                    <a:pt x="1001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9">
              <a:extLst>
                <a:ext uri="{FF2B5EF4-FFF2-40B4-BE49-F238E27FC236}">
                  <a16:creationId xmlns:a16="http://schemas.microsoft.com/office/drawing/2014/main" id="{F58DC16A-46AE-8DAB-347E-8D82F5C8E160}"/>
                </a:ext>
              </a:extLst>
            </p:cNvPr>
            <p:cNvSpPr/>
            <p:nvPr/>
          </p:nvSpPr>
          <p:spPr>
            <a:xfrm>
              <a:off x="6432297" y="2745641"/>
              <a:ext cx="575812" cy="517138"/>
            </a:xfrm>
            <a:custGeom>
              <a:avLst/>
              <a:gdLst/>
              <a:ahLst/>
              <a:cxnLst/>
              <a:rect l="l" t="t" r="r" b="b"/>
              <a:pathLst>
                <a:path w="29255" h="26274" extrusionOk="0">
                  <a:moveTo>
                    <a:pt x="22407" y="1"/>
                  </a:moveTo>
                  <a:cubicBezTo>
                    <a:pt x="21201" y="1"/>
                    <a:pt x="19245" y="1077"/>
                    <a:pt x="16212" y="3546"/>
                  </a:cubicBezTo>
                  <a:cubicBezTo>
                    <a:pt x="12343" y="6682"/>
                    <a:pt x="3103" y="17122"/>
                    <a:pt x="2069" y="18156"/>
                  </a:cubicBezTo>
                  <a:cubicBezTo>
                    <a:pt x="735" y="19591"/>
                    <a:pt x="1" y="21525"/>
                    <a:pt x="67" y="23494"/>
                  </a:cubicBezTo>
                  <a:cubicBezTo>
                    <a:pt x="122" y="25487"/>
                    <a:pt x="1406" y="26273"/>
                    <a:pt x="2218" y="26273"/>
                  </a:cubicBezTo>
                  <a:cubicBezTo>
                    <a:pt x="2398" y="26273"/>
                    <a:pt x="2554" y="26235"/>
                    <a:pt x="2669" y="26162"/>
                  </a:cubicBezTo>
                  <a:cubicBezTo>
                    <a:pt x="5171" y="24694"/>
                    <a:pt x="24218" y="11552"/>
                    <a:pt x="26486" y="9917"/>
                  </a:cubicBezTo>
                  <a:cubicBezTo>
                    <a:pt x="28721" y="8249"/>
                    <a:pt x="29255" y="7949"/>
                    <a:pt x="28654" y="6615"/>
                  </a:cubicBezTo>
                  <a:cubicBezTo>
                    <a:pt x="28054" y="5247"/>
                    <a:pt x="23551" y="544"/>
                    <a:pt x="23551" y="544"/>
                  </a:cubicBezTo>
                  <a:cubicBezTo>
                    <a:pt x="23285" y="189"/>
                    <a:pt x="22912" y="1"/>
                    <a:pt x="2240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9">
              <a:extLst>
                <a:ext uri="{FF2B5EF4-FFF2-40B4-BE49-F238E27FC236}">
                  <a16:creationId xmlns:a16="http://schemas.microsoft.com/office/drawing/2014/main" id="{BFDA0821-2D39-6532-2D8E-3900C6BFA281}"/>
                </a:ext>
              </a:extLst>
            </p:cNvPr>
            <p:cNvSpPr/>
            <p:nvPr/>
          </p:nvSpPr>
          <p:spPr>
            <a:xfrm>
              <a:off x="6432297" y="2745641"/>
              <a:ext cx="575812" cy="517138"/>
            </a:xfrm>
            <a:custGeom>
              <a:avLst/>
              <a:gdLst/>
              <a:ahLst/>
              <a:cxnLst/>
              <a:rect l="l" t="t" r="r" b="b"/>
              <a:pathLst>
                <a:path w="29255" h="26274" extrusionOk="0">
                  <a:moveTo>
                    <a:pt x="22407" y="1"/>
                  </a:moveTo>
                  <a:cubicBezTo>
                    <a:pt x="21201" y="1"/>
                    <a:pt x="19245" y="1077"/>
                    <a:pt x="16212" y="3546"/>
                  </a:cubicBezTo>
                  <a:cubicBezTo>
                    <a:pt x="12343" y="6682"/>
                    <a:pt x="3103" y="17122"/>
                    <a:pt x="2069" y="18156"/>
                  </a:cubicBezTo>
                  <a:cubicBezTo>
                    <a:pt x="735" y="19591"/>
                    <a:pt x="1" y="21525"/>
                    <a:pt x="67" y="23494"/>
                  </a:cubicBezTo>
                  <a:cubicBezTo>
                    <a:pt x="122" y="25487"/>
                    <a:pt x="1406" y="26273"/>
                    <a:pt x="2218" y="26273"/>
                  </a:cubicBezTo>
                  <a:cubicBezTo>
                    <a:pt x="2398" y="26273"/>
                    <a:pt x="2554" y="26235"/>
                    <a:pt x="2669" y="26162"/>
                  </a:cubicBezTo>
                  <a:cubicBezTo>
                    <a:pt x="5171" y="24694"/>
                    <a:pt x="24218" y="11552"/>
                    <a:pt x="26486" y="9917"/>
                  </a:cubicBezTo>
                  <a:cubicBezTo>
                    <a:pt x="28721" y="8249"/>
                    <a:pt x="29255" y="7949"/>
                    <a:pt x="28654" y="6615"/>
                  </a:cubicBezTo>
                  <a:cubicBezTo>
                    <a:pt x="28054" y="5247"/>
                    <a:pt x="23551" y="544"/>
                    <a:pt x="23551" y="544"/>
                  </a:cubicBezTo>
                  <a:cubicBezTo>
                    <a:pt x="23285" y="189"/>
                    <a:pt x="22912" y="1"/>
                    <a:pt x="22407" y="1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9">
              <a:extLst>
                <a:ext uri="{FF2B5EF4-FFF2-40B4-BE49-F238E27FC236}">
                  <a16:creationId xmlns:a16="http://schemas.microsoft.com/office/drawing/2014/main" id="{3548FD7E-7138-0DA8-6581-A8A96E39F32D}"/>
                </a:ext>
              </a:extLst>
            </p:cNvPr>
            <p:cNvSpPr/>
            <p:nvPr/>
          </p:nvSpPr>
          <p:spPr>
            <a:xfrm>
              <a:off x="6436903" y="2756072"/>
              <a:ext cx="571206" cy="506667"/>
            </a:xfrm>
            <a:custGeom>
              <a:avLst/>
              <a:gdLst/>
              <a:ahLst/>
              <a:cxnLst/>
              <a:rect l="l" t="t" r="r" b="b"/>
              <a:pathLst>
                <a:path w="29021" h="25742" extrusionOk="0">
                  <a:moveTo>
                    <a:pt x="22535" y="1"/>
                  </a:moveTo>
                  <a:cubicBezTo>
                    <a:pt x="20633" y="1"/>
                    <a:pt x="20534" y="924"/>
                    <a:pt x="20815" y="3016"/>
                  </a:cubicBezTo>
                  <a:cubicBezTo>
                    <a:pt x="21149" y="5218"/>
                    <a:pt x="23617" y="6785"/>
                    <a:pt x="15745" y="12756"/>
                  </a:cubicBezTo>
                  <a:cubicBezTo>
                    <a:pt x="10941" y="16359"/>
                    <a:pt x="4403" y="20995"/>
                    <a:pt x="0" y="24031"/>
                  </a:cubicBezTo>
                  <a:cubicBezTo>
                    <a:pt x="393" y="25236"/>
                    <a:pt x="1341" y="25742"/>
                    <a:pt x="1989" y="25742"/>
                  </a:cubicBezTo>
                  <a:cubicBezTo>
                    <a:pt x="2166" y="25742"/>
                    <a:pt x="2321" y="25704"/>
                    <a:pt x="2435" y="25632"/>
                  </a:cubicBezTo>
                  <a:cubicBezTo>
                    <a:pt x="4937" y="24164"/>
                    <a:pt x="24017" y="11022"/>
                    <a:pt x="26252" y="9387"/>
                  </a:cubicBezTo>
                  <a:cubicBezTo>
                    <a:pt x="28487" y="7719"/>
                    <a:pt x="29021" y="7419"/>
                    <a:pt x="28420" y="6085"/>
                  </a:cubicBezTo>
                  <a:cubicBezTo>
                    <a:pt x="27920" y="4951"/>
                    <a:pt x="24618" y="1381"/>
                    <a:pt x="23617" y="314"/>
                  </a:cubicBezTo>
                  <a:lnTo>
                    <a:pt x="22950" y="14"/>
                  </a:lnTo>
                  <a:cubicBezTo>
                    <a:pt x="22803" y="5"/>
                    <a:pt x="22665" y="1"/>
                    <a:pt x="22535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9">
              <a:extLst>
                <a:ext uri="{FF2B5EF4-FFF2-40B4-BE49-F238E27FC236}">
                  <a16:creationId xmlns:a16="http://schemas.microsoft.com/office/drawing/2014/main" id="{B7A5EF52-CD0B-2926-89D7-DF19993577F5}"/>
                </a:ext>
              </a:extLst>
            </p:cNvPr>
            <p:cNvSpPr/>
            <p:nvPr/>
          </p:nvSpPr>
          <p:spPr>
            <a:xfrm>
              <a:off x="6857754" y="2709720"/>
              <a:ext cx="197632" cy="184307"/>
            </a:xfrm>
            <a:custGeom>
              <a:avLst/>
              <a:gdLst/>
              <a:ahLst/>
              <a:cxnLst/>
              <a:rect l="l" t="t" r="r" b="b"/>
              <a:pathLst>
                <a:path w="10041" h="9364" extrusionOk="0">
                  <a:moveTo>
                    <a:pt x="2702" y="0"/>
                  </a:moveTo>
                  <a:lnTo>
                    <a:pt x="434" y="2636"/>
                  </a:lnTo>
                  <a:cubicBezTo>
                    <a:pt x="0" y="3236"/>
                    <a:pt x="200" y="4737"/>
                    <a:pt x="1968" y="6805"/>
                  </a:cubicBezTo>
                  <a:cubicBezTo>
                    <a:pt x="3389" y="8494"/>
                    <a:pt x="5132" y="9364"/>
                    <a:pt x="6074" y="9364"/>
                  </a:cubicBezTo>
                  <a:cubicBezTo>
                    <a:pt x="6304" y="9364"/>
                    <a:pt x="6487" y="9312"/>
                    <a:pt x="6605" y="9207"/>
                  </a:cubicBezTo>
                  <a:lnTo>
                    <a:pt x="10041" y="5738"/>
                  </a:lnTo>
                  <a:lnTo>
                    <a:pt x="2702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9">
              <a:extLst>
                <a:ext uri="{FF2B5EF4-FFF2-40B4-BE49-F238E27FC236}">
                  <a16:creationId xmlns:a16="http://schemas.microsoft.com/office/drawing/2014/main" id="{0AABFCBA-6B4E-5B5E-115F-AB22A1B3F742}"/>
                </a:ext>
              </a:extLst>
            </p:cNvPr>
            <p:cNvSpPr/>
            <p:nvPr/>
          </p:nvSpPr>
          <p:spPr>
            <a:xfrm>
              <a:off x="7177496" y="2145994"/>
              <a:ext cx="123449" cy="203301"/>
            </a:xfrm>
            <a:custGeom>
              <a:avLst/>
              <a:gdLst/>
              <a:ahLst/>
              <a:cxnLst/>
              <a:rect l="l" t="t" r="r" b="b"/>
              <a:pathLst>
                <a:path w="6272" h="10329" extrusionOk="0">
                  <a:moveTo>
                    <a:pt x="3265" y="1"/>
                  </a:moveTo>
                  <a:cubicBezTo>
                    <a:pt x="3211" y="1"/>
                    <a:pt x="3157" y="7"/>
                    <a:pt x="3102" y="21"/>
                  </a:cubicBezTo>
                  <a:cubicBezTo>
                    <a:pt x="2035" y="355"/>
                    <a:pt x="1001" y="721"/>
                    <a:pt x="0" y="1155"/>
                  </a:cubicBezTo>
                  <a:lnTo>
                    <a:pt x="3136" y="10328"/>
                  </a:lnTo>
                  <a:cubicBezTo>
                    <a:pt x="3136" y="10328"/>
                    <a:pt x="5037" y="9795"/>
                    <a:pt x="5904" y="8961"/>
                  </a:cubicBezTo>
                  <a:cubicBezTo>
                    <a:pt x="6271" y="8627"/>
                    <a:pt x="6071" y="5492"/>
                    <a:pt x="5170" y="2990"/>
                  </a:cubicBezTo>
                  <a:cubicBezTo>
                    <a:pt x="4917" y="2230"/>
                    <a:pt x="4244" y="1"/>
                    <a:pt x="326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49">
              <a:extLst>
                <a:ext uri="{FF2B5EF4-FFF2-40B4-BE49-F238E27FC236}">
                  <a16:creationId xmlns:a16="http://schemas.microsoft.com/office/drawing/2014/main" id="{E3130614-E354-F6B6-63EF-885DC706F41F}"/>
                </a:ext>
              </a:extLst>
            </p:cNvPr>
            <p:cNvSpPr/>
            <p:nvPr/>
          </p:nvSpPr>
          <p:spPr>
            <a:xfrm>
              <a:off x="6880763" y="2014121"/>
              <a:ext cx="414927" cy="832452"/>
            </a:xfrm>
            <a:custGeom>
              <a:avLst/>
              <a:gdLst/>
              <a:ahLst/>
              <a:cxnLst/>
              <a:rect l="l" t="t" r="r" b="b"/>
              <a:pathLst>
                <a:path w="21081" h="42294" extrusionOk="0">
                  <a:moveTo>
                    <a:pt x="13049" y="0"/>
                  </a:moveTo>
                  <a:cubicBezTo>
                    <a:pt x="9180" y="0"/>
                    <a:pt x="7105" y="10917"/>
                    <a:pt x="5669" y="16628"/>
                  </a:cubicBezTo>
                  <a:cubicBezTo>
                    <a:pt x="4202" y="22499"/>
                    <a:pt x="399" y="35341"/>
                    <a:pt x="399" y="35341"/>
                  </a:cubicBezTo>
                  <a:cubicBezTo>
                    <a:pt x="0" y="37520"/>
                    <a:pt x="5668" y="42294"/>
                    <a:pt x="7904" y="42294"/>
                  </a:cubicBezTo>
                  <a:cubicBezTo>
                    <a:pt x="8099" y="42294"/>
                    <a:pt x="8268" y="42257"/>
                    <a:pt x="8405" y="42180"/>
                  </a:cubicBezTo>
                  <a:cubicBezTo>
                    <a:pt x="8405" y="42180"/>
                    <a:pt x="12141" y="38977"/>
                    <a:pt x="16711" y="29904"/>
                  </a:cubicBezTo>
                  <a:cubicBezTo>
                    <a:pt x="21080" y="21331"/>
                    <a:pt x="20346" y="18596"/>
                    <a:pt x="19946" y="14293"/>
                  </a:cubicBezTo>
                  <a:cubicBezTo>
                    <a:pt x="19513" y="9957"/>
                    <a:pt x="15743" y="16"/>
                    <a:pt x="13308" y="16"/>
                  </a:cubicBezTo>
                  <a:cubicBezTo>
                    <a:pt x="13221" y="5"/>
                    <a:pt x="13135" y="0"/>
                    <a:pt x="13049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9">
              <a:extLst>
                <a:ext uri="{FF2B5EF4-FFF2-40B4-BE49-F238E27FC236}">
                  <a16:creationId xmlns:a16="http://schemas.microsoft.com/office/drawing/2014/main" id="{39BB60AA-D48B-4584-9DF8-01F62959F611}"/>
                </a:ext>
              </a:extLst>
            </p:cNvPr>
            <p:cNvSpPr/>
            <p:nvPr/>
          </p:nvSpPr>
          <p:spPr>
            <a:xfrm>
              <a:off x="6880763" y="2014121"/>
              <a:ext cx="414927" cy="832452"/>
            </a:xfrm>
            <a:custGeom>
              <a:avLst/>
              <a:gdLst/>
              <a:ahLst/>
              <a:cxnLst/>
              <a:rect l="l" t="t" r="r" b="b"/>
              <a:pathLst>
                <a:path w="21081" h="42294" extrusionOk="0">
                  <a:moveTo>
                    <a:pt x="13049" y="0"/>
                  </a:moveTo>
                  <a:cubicBezTo>
                    <a:pt x="9180" y="0"/>
                    <a:pt x="7105" y="10917"/>
                    <a:pt x="5669" y="16628"/>
                  </a:cubicBezTo>
                  <a:cubicBezTo>
                    <a:pt x="4202" y="22499"/>
                    <a:pt x="399" y="35341"/>
                    <a:pt x="399" y="35341"/>
                  </a:cubicBezTo>
                  <a:cubicBezTo>
                    <a:pt x="0" y="37520"/>
                    <a:pt x="5668" y="42294"/>
                    <a:pt x="7904" y="42294"/>
                  </a:cubicBezTo>
                  <a:cubicBezTo>
                    <a:pt x="8099" y="42294"/>
                    <a:pt x="8268" y="42257"/>
                    <a:pt x="8405" y="42180"/>
                  </a:cubicBezTo>
                  <a:cubicBezTo>
                    <a:pt x="8405" y="42180"/>
                    <a:pt x="12141" y="38977"/>
                    <a:pt x="16711" y="29904"/>
                  </a:cubicBezTo>
                  <a:cubicBezTo>
                    <a:pt x="21080" y="21331"/>
                    <a:pt x="20346" y="18596"/>
                    <a:pt x="19946" y="14293"/>
                  </a:cubicBezTo>
                  <a:cubicBezTo>
                    <a:pt x="19513" y="9957"/>
                    <a:pt x="15743" y="16"/>
                    <a:pt x="13308" y="16"/>
                  </a:cubicBezTo>
                  <a:cubicBezTo>
                    <a:pt x="13221" y="5"/>
                    <a:pt x="13135" y="0"/>
                    <a:pt x="13049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9">
              <a:extLst>
                <a:ext uri="{FF2B5EF4-FFF2-40B4-BE49-F238E27FC236}">
                  <a16:creationId xmlns:a16="http://schemas.microsoft.com/office/drawing/2014/main" id="{058C27FA-9086-8FE7-AD2C-631444DB5656}"/>
                </a:ext>
              </a:extLst>
            </p:cNvPr>
            <p:cNvSpPr/>
            <p:nvPr/>
          </p:nvSpPr>
          <p:spPr>
            <a:xfrm>
              <a:off x="6881373" y="2014101"/>
              <a:ext cx="337496" cy="831546"/>
            </a:xfrm>
            <a:custGeom>
              <a:avLst/>
              <a:gdLst/>
              <a:ahLst/>
              <a:cxnLst/>
              <a:rect l="l" t="t" r="r" b="b"/>
              <a:pathLst>
                <a:path w="17147" h="42248" extrusionOk="0">
                  <a:moveTo>
                    <a:pt x="13018" y="1"/>
                  </a:moveTo>
                  <a:cubicBezTo>
                    <a:pt x="9150" y="1"/>
                    <a:pt x="7107" y="10885"/>
                    <a:pt x="5638" y="16629"/>
                  </a:cubicBezTo>
                  <a:cubicBezTo>
                    <a:pt x="4171" y="22500"/>
                    <a:pt x="401" y="35342"/>
                    <a:pt x="401" y="35342"/>
                  </a:cubicBezTo>
                  <a:cubicBezTo>
                    <a:pt x="1" y="37377"/>
                    <a:pt x="4971" y="41714"/>
                    <a:pt x="7440" y="42247"/>
                  </a:cubicBezTo>
                  <a:cubicBezTo>
                    <a:pt x="8007" y="41614"/>
                    <a:pt x="8407" y="40946"/>
                    <a:pt x="8440" y="40346"/>
                  </a:cubicBezTo>
                  <a:cubicBezTo>
                    <a:pt x="8507" y="38511"/>
                    <a:pt x="4604" y="38545"/>
                    <a:pt x="4404" y="37611"/>
                  </a:cubicBezTo>
                  <a:cubicBezTo>
                    <a:pt x="4204" y="36643"/>
                    <a:pt x="7840" y="25369"/>
                    <a:pt x="10175" y="16229"/>
                  </a:cubicBezTo>
                  <a:cubicBezTo>
                    <a:pt x="12066" y="8692"/>
                    <a:pt x="14160" y="4443"/>
                    <a:pt x="15993" y="4443"/>
                  </a:cubicBezTo>
                  <a:cubicBezTo>
                    <a:pt x="16392" y="4443"/>
                    <a:pt x="16778" y="4643"/>
                    <a:pt x="17147" y="5054"/>
                  </a:cubicBezTo>
                  <a:cubicBezTo>
                    <a:pt x="15879" y="2252"/>
                    <a:pt x="14445" y="17"/>
                    <a:pt x="13277" y="17"/>
                  </a:cubicBezTo>
                  <a:cubicBezTo>
                    <a:pt x="13190" y="6"/>
                    <a:pt x="13103" y="1"/>
                    <a:pt x="13018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49">
              <a:extLst>
                <a:ext uri="{FF2B5EF4-FFF2-40B4-BE49-F238E27FC236}">
                  <a16:creationId xmlns:a16="http://schemas.microsoft.com/office/drawing/2014/main" id="{9CB485DF-40E1-BD10-61AC-6FB9179687FC}"/>
                </a:ext>
              </a:extLst>
            </p:cNvPr>
            <p:cNvSpPr/>
            <p:nvPr/>
          </p:nvSpPr>
          <p:spPr>
            <a:xfrm>
              <a:off x="6902394" y="2786541"/>
              <a:ext cx="170726" cy="158464"/>
            </a:xfrm>
            <a:custGeom>
              <a:avLst/>
              <a:gdLst/>
              <a:ahLst/>
              <a:cxnLst/>
              <a:rect l="l" t="t" r="r" b="b"/>
              <a:pathLst>
                <a:path w="8674" h="8051" extrusionOk="0">
                  <a:moveTo>
                    <a:pt x="5193" y="1"/>
                  </a:moveTo>
                  <a:cubicBezTo>
                    <a:pt x="3900" y="1"/>
                    <a:pt x="2526" y="877"/>
                    <a:pt x="1535" y="2168"/>
                  </a:cubicBezTo>
                  <a:cubicBezTo>
                    <a:pt x="100" y="4036"/>
                    <a:pt x="0" y="6038"/>
                    <a:pt x="1668" y="7339"/>
                  </a:cubicBezTo>
                  <a:cubicBezTo>
                    <a:pt x="2301" y="7819"/>
                    <a:pt x="3053" y="8051"/>
                    <a:pt x="3822" y="8051"/>
                  </a:cubicBezTo>
                  <a:cubicBezTo>
                    <a:pt x="5080" y="8051"/>
                    <a:pt x="6382" y="7431"/>
                    <a:pt x="7272" y="6271"/>
                  </a:cubicBezTo>
                  <a:cubicBezTo>
                    <a:pt x="8673" y="4403"/>
                    <a:pt x="8506" y="1868"/>
                    <a:pt x="6839" y="567"/>
                  </a:cubicBezTo>
                  <a:cubicBezTo>
                    <a:pt x="6334" y="176"/>
                    <a:pt x="5772" y="1"/>
                    <a:pt x="5193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49">
              <a:extLst>
                <a:ext uri="{FF2B5EF4-FFF2-40B4-BE49-F238E27FC236}">
                  <a16:creationId xmlns:a16="http://schemas.microsoft.com/office/drawing/2014/main" id="{00853798-FCEF-A213-55EC-D98FCE8F6380}"/>
                </a:ext>
              </a:extLst>
            </p:cNvPr>
            <p:cNvSpPr/>
            <p:nvPr/>
          </p:nvSpPr>
          <p:spPr>
            <a:xfrm>
              <a:off x="6902394" y="2786836"/>
              <a:ext cx="131322" cy="157913"/>
            </a:xfrm>
            <a:custGeom>
              <a:avLst/>
              <a:gdLst/>
              <a:ahLst/>
              <a:cxnLst/>
              <a:rect l="l" t="t" r="r" b="b"/>
              <a:pathLst>
                <a:path w="6672" h="8023" extrusionOk="0">
                  <a:moveTo>
                    <a:pt x="5148" y="1"/>
                  </a:moveTo>
                  <a:cubicBezTo>
                    <a:pt x="3858" y="1"/>
                    <a:pt x="2502" y="882"/>
                    <a:pt x="1535" y="2153"/>
                  </a:cubicBezTo>
                  <a:cubicBezTo>
                    <a:pt x="100" y="4021"/>
                    <a:pt x="0" y="6023"/>
                    <a:pt x="1635" y="7324"/>
                  </a:cubicBezTo>
                  <a:cubicBezTo>
                    <a:pt x="2264" y="7796"/>
                    <a:pt x="3009" y="8022"/>
                    <a:pt x="3771" y="8022"/>
                  </a:cubicBezTo>
                  <a:cubicBezTo>
                    <a:pt x="4787" y="8022"/>
                    <a:pt x="5833" y="7619"/>
                    <a:pt x="6672" y="6857"/>
                  </a:cubicBezTo>
                  <a:lnTo>
                    <a:pt x="6672" y="6857"/>
                  </a:lnTo>
                  <a:cubicBezTo>
                    <a:pt x="6297" y="6968"/>
                    <a:pt x="5743" y="7114"/>
                    <a:pt x="5154" y="7114"/>
                  </a:cubicBezTo>
                  <a:cubicBezTo>
                    <a:pt x="4328" y="7114"/>
                    <a:pt x="3434" y="6827"/>
                    <a:pt x="2869" y="5756"/>
                  </a:cubicBezTo>
                  <a:cubicBezTo>
                    <a:pt x="1902" y="3888"/>
                    <a:pt x="2869" y="752"/>
                    <a:pt x="5938" y="119"/>
                  </a:cubicBezTo>
                  <a:cubicBezTo>
                    <a:pt x="5680" y="38"/>
                    <a:pt x="5416" y="1"/>
                    <a:pt x="5148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9">
              <a:extLst>
                <a:ext uri="{FF2B5EF4-FFF2-40B4-BE49-F238E27FC236}">
                  <a16:creationId xmlns:a16="http://schemas.microsoft.com/office/drawing/2014/main" id="{91AF101E-61EC-5A0E-B76D-191DDB7BE2B3}"/>
                </a:ext>
              </a:extLst>
            </p:cNvPr>
            <p:cNvSpPr/>
            <p:nvPr/>
          </p:nvSpPr>
          <p:spPr>
            <a:xfrm>
              <a:off x="6680474" y="2290188"/>
              <a:ext cx="209008" cy="276854"/>
            </a:xfrm>
            <a:custGeom>
              <a:avLst/>
              <a:gdLst/>
              <a:ahLst/>
              <a:cxnLst/>
              <a:rect l="l" t="t" r="r" b="b"/>
              <a:pathLst>
                <a:path w="10619" h="14066" extrusionOk="0">
                  <a:moveTo>
                    <a:pt x="3336" y="0"/>
                  </a:moveTo>
                  <a:cubicBezTo>
                    <a:pt x="1135" y="0"/>
                    <a:pt x="1035" y="334"/>
                    <a:pt x="634" y="1034"/>
                  </a:cubicBezTo>
                  <a:cubicBezTo>
                    <a:pt x="268" y="1635"/>
                    <a:pt x="1" y="2669"/>
                    <a:pt x="134" y="4670"/>
                  </a:cubicBezTo>
                  <a:cubicBezTo>
                    <a:pt x="234" y="6672"/>
                    <a:pt x="801" y="9941"/>
                    <a:pt x="1869" y="11608"/>
                  </a:cubicBezTo>
                  <a:cubicBezTo>
                    <a:pt x="2936" y="13276"/>
                    <a:pt x="4037" y="13743"/>
                    <a:pt x="5338" y="13843"/>
                  </a:cubicBezTo>
                  <a:cubicBezTo>
                    <a:pt x="5514" y="13852"/>
                    <a:pt x="5677" y="13856"/>
                    <a:pt x="5830" y="13856"/>
                  </a:cubicBezTo>
                  <a:cubicBezTo>
                    <a:pt x="6367" y="13856"/>
                    <a:pt x="6772" y="13812"/>
                    <a:pt x="7168" y="13812"/>
                  </a:cubicBezTo>
                  <a:cubicBezTo>
                    <a:pt x="7487" y="13812"/>
                    <a:pt x="7800" y="13841"/>
                    <a:pt x="8173" y="13943"/>
                  </a:cubicBezTo>
                  <a:cubicBezTo>
                    <a:pt x="8486" y="14025"/>
                    <a:pt x="8757" y="14066"/>
                    <a:pt x="8981" y="14066"/>
                  </a:cubicBezTo>
                  <a:cubicBezTo>
                    <a:pt x="9762" y="14066"/>
                    <a:pt x="9978" y="13576"/>
                    <a:pt x="9407" y="12643"/>
                  </a:cubicBezTo>
                  <a:cubicBezTo>
                    <a:pt x="8674" y="11442"/>
                    <a:pt x="7606" y="9807"/>
                    <a:pt x="7239" y="8606"/>
                  </a:cubicBezTo>
                  <a:cubicBezTo>
                    <a:pt x="6972" y="7872"/>
                    <a:pt x="6839" y="7072"/>
                    <a:pt x="6806" y="6271"/>
                  </a:cubicBezTo>
                  <a:cubicBezTo>
                    <a:pt x="6823" y="6239"/>
                    <a:pt x="6847" y="6224"/>
                    <a:pt x="6875" y="6224"/>
                  </a:cubicBezTo>
                  <a:cubicBezTo>
                    <a:pt x="7167" y="6224"/>
                    <a:pt x="8010" y="7808"/>
                    <a:pt x="9074" y="8173"/>
                  </a:cubicBezTo>
                  <a:cubicBezTo>
                    <a:pt x="9348" y="8267"/>
                    <a:pt x="9580" y="8306"/>
                    <a:pt x="9773" y="8306"/>
                  </a:cubicBezTo>
                  <a:cubicBezTo>
                    <a:pt x="10402" y="8306"/>
                    <a:pt x="10618" y="7894"/>
                    <a:pt x="10542" y="7639"/>
                  </a:cubicBezTo>
                  <a:cubicBezTo>
                    <a:pt x="10408" y="7339"/>
                    <a:pt x="9708" y="6672"/>
                    <a:pt x="9074" y="5571"/>
                  </a:cubicBezTo>
                  <a:cubicBezTo>
                    <a:pt x="8440" y="4437"/>
                    <a:pt x="7473" y="2602"/>
                    <a:pt x="6806" y="1601"/>
                  </a:cubicBezTo>
                  <a:cubicBezTo>
                    <a:pt x="6138" y="601"/>
                    <a:pt x="5538" y="0"/>
                    <a:pt x="3336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9">
              <a:extLst>
                <a:ext uri="{FF2B5EF4-FFF2-40B4-BE49-F238E27FC236}">
                  <a16:creationId xmlns:a16="http://schemas.microsoft.com/office/drawing/2014/main" id="{80486313-B9A7-2DE1-0A24-A99BFE6D0D72}"/>
                </a:ext>
              </a:extLst>
            </p:cNvPr>
            <p:cNvSpPr/>
            <p:nvPr/>
          </p:nvSpPr>
          <p:spPr>
            <a:xfrm>
              <a:off x="6680474" y="2290188"/>
              <a:ext cx="209008" cy="276854"/>
            </a:xfrm>
            <a:custGeom>
              <a:avLst/>
              <a:gdLst/>
              <a:ahLst/>
              <a:cxnLst/>
              <a:rect l="l" t="t" r="r" b="b"/>
              <a:pathLst>
                <a:path w="10619" h="14066" extrusionOk="0">
                  <a:moveTo>
                    <a:pt x="3336" y="0"/>
                  </a:moveTo>
                  <a:cubicBezTo>
                    <a:pt x="1135" y="0"/>
                    <a:pt x="1035" y="334"/>
                    <a:pt x="634" y="1034"/>
                  </a:cubicBezTo>
                  <a:cubicBezTo>
                    <a:pt x="268" y="1635"/>
                    <a:pt x="1" y="2669"/>
                    <a:pt x="134" y="4670"/>
                  </a:cubicBezTo>
                  <a:cubicBezTo>
                    <a:pt x="234" y="6672"/>
                    <a:pt x="801" y="9941"/>
                    <a:pt x="1869" y="11608"/>
                  </a:cubicBezTo>
                  <a:cubicBezTo>
                    <a:pt x="2936" y="13276"/>
                    <a:pt x="4037" y="13743"/>
                    <a:pt x="5338" y="13843"/>
                  </a:cubicBezTo>
                  <a:cubicBezTo>
                    <a:pt x="5514" y="13852"/>
                    <a:pt x="5677" y="13856"/>
                    <a:pt x="5830" y="13856"/>
                  </a:cubicBezTo>
                  <a:cubicBezTo>
                    <a:pt x="6367" y="13856"/>
                    <a:pt x="6772" y="13812"/>
                    <a:pt x="7168" y="13812"/>
                  </a:cubicBezTo>
                  <a:cubicBezTo>
                    <a:pt x="7487" y="13812"/>
                    <a:pt x="7800" y="13841"/>
                    <a:pt x="8173" y="13943"/>
                  </a:cubicBezTo>
                  <a:cubicBezTo>
                    <a:pt x="8486" y="14025"/>
                    <a:pt x="8757" y="14066"/>
                    <a:pt x="8981" y="14066"/>
                  </a:cubicBezTo>
                  <a:cubicBezTo>
                    <a:pt x="9762" y="14066"/>
                    <a:pt x="9978" y="13576"/>
                    <a:pt x="9407" y="12643"/>
                  </a:cubicBezTo>
                  <a:cubicBezTo>
                    <a:pt x="8674" y="11442"/>
                    <a:pt x="7606" y="9807"/>
                    <a:pt x="7239" y="8606"/>
                  </a:cubicBezTo>
                  <a:cubicBezTo>
                    <a:pt x="6972" y="7872"/>
                    <a:pt x="6839" y="7072"/>
                    <a:pt x="6806" y="6271"/>
                  </a:cubicBezTo>
                  <a:cubicBezTo>
                    <a:pt x="6823" y="6239"/>
                    <a:pt x="6847" y="6224"/>
                    <a:pt x="6875" y="6224"/>
                  </a:cubicBezTo>
                  <a:cubicBezTo>
                    <a:pt x="7167" y="6224"/>
                    <a:pt x="8010" y="7808"/>
                    <a:pt x="9074" y="8173"/>
                  </a:cubicBezTo>
                  <a:cubicBezTo>
                    <a:pt x="9348" y="8267"/>
                    <a:pt x="9580" y="8306"/>
                    <a:pt x="9773" y="8306"/>
                  </a:cubicBezTo>
                  <a:cubicBezTo>
                    <a:pt x="10402" y="8306"/>
                    <a:pt x="10618" y="7894"/>
                    <a:pt x="10542" y="7639"/>
                  </a:cubicBezTo>
                  <a:cubicBezTo>
                    <a:pt x="10408" y="7339"/>
                    <a:pt x="9708" y="6672"/>
                    <a:pt x="9074" y="5571"/>
                  </a:cubicBezTo>
                  <a:cubicBezTo>
                    <a:pt x="8440" y="4437"/>
                    <a:pt x="7473" y="2602"/>
                    <a:pt x="6806" y="1601"/>
                  </a:cubicBezTo>
                  <a:cubicBezTo>
                    <a:pt x="6138" y="601"/>
                    <a:pt x="5538" y="0"/>
                    <a:pt x="3336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9">
              <a:extLst>
                <a:ext uri="{FF2B5EF4-FFF2-40B4-BE49-F238E27FC236}">
                  <a16:creationId xmlns:a16="http://schemas.microsoft.com/office/drawing/2014/main" id="{7877241B-8424-F77B-F736-38D85F209355}"/>
                </a:ext>
              </a:extLst>
            </p:cNvPr>
            <p:cNvSpPr/>
            <p:nvPr/>
          </p:nvSpPr>
          <p:spPr>
            <a:xfrm>
              <a:off x="6680474" y="2290188"/>
              <a:ext cx="190428" cy="276697"/>
            </a:xfrm>
            <a:custGeom>
              <a:avLst/>
              <a:gdLst/>
              <a:ahLst/>
              <a:cxnLst/>
              <a:rect l="l" t="t" r="r" b="b"/>
              <a:pathLst>
                <a:path w="9675" h="14058" extrusionOk="0">
                  <a:moveTo>
                    <a:pt x="3370" y="0"/>
                  </a:moveTo>
                  <a:cubicBezTo>
                    <a:pt x="1168" y="0"/>
                    <a:pt x="1001" y="334"/>
                    <a:pt x="634" y="1001"/>
                  </a:cubicBezTo>
                  <a:cubicBezTo>
                    <a:pt x="268" y="1601"/>
                    <a:pt x="1" y="2669"/>
                    <a:pt x="134" y="4637"/>
                  </a:cubicBezTo>
                  <a:cubicBezTo>
                    <a:pt x="234" y="6638"/>
                    <a:pt x="801" y="9941"/>
                    <a:pt x="1869" y="11608"/>
                  </a:cubicBezTo>
                  <a:cubicBezTo>
                    <a:pt x="2936" y="13276"/>
                    <a:pt x="4037" y="13743"/>
                    <a:pt x="5338" y="13843"/>
                  </a:cubicBezTo>
                  <a:cubicBezTo>
                    <a:pt x="5514" y="13852"/>
                    <a:pt x="5677" y="13856"/>
                    <a:pt x="5830" y="13856"/>
                  </a:cubicBezTo>
                  <a:cubicBezTo>
                    <a:pt x="6367" y="13856"/>
                    <a:pt x="6772" y="13812"/>
                    <a:pt x="7168" y="13812"/>
                  </a:cubicBezTo>
                  <a:cubicBezTo>
                    <a:pt x="7487" y="13812"/>
                    <a:pt x="7800" y="13841"/>
                    <a:pt x="8173" y="13943"/>
                  </a:cubicBezTo>
                  <a:cubicBezTo>
                    <a:pt x="8481" y="14020"/>
                    <a:pt x="8744" y="14058"/>
                    <a:pt x="8963" y="14058"/>
                  </a:cubicBezTo>
                  <a:cubicBezTo>
                    <a:pt x="9314" y="14058"/>
                    <a:pt x="9551" y="13962"/>
                    <a:pt x="9674" y="13777"/>
                  </a:cubicBezTo>
                  <a:lnTo>
                    <a:pt x="9674" y="13777"/>
                  </a:lnTo>
                  <a:cubicBezTo>
                    <a:pt x="9523" y="13880"/>
                    <a:pt x="9371" y="13925"/>
                    <a:pt x="9217" y="13925"/>
                  </a:cubicBezTo>
                  <a:cubicBezTo>
                    <a:pt x="8723" y="13925"/>
                    <a:pt x="8215" y="13467"/>
                    <a:pt x="7706" y="13009"/>
                  </a:cubicBezTo>
                  <a:cubicBezTo>
                    <a:pt x="7006" y="12376"/>
                    <a:pt x="5071" y="12509"/>
                    <a:pt x="4504" y="12176"/>
                  </a:cubicBezTo>
                  <a:cubicBezTo>
                    <a:pt x="3703" y="11742"/>
                    <a:pt x="2636" y="11275"/>
                    <a:pt x="2102" y="8273"/>
                  </a:cubicBezTo>
                  <a:cubicBezTo>
                    <a:pt x="1535" y="5271"/>
                    <a:pt x="2769" y="4937"/>
                    <a:pt x="3637" y="2402"/>
                  </a:cubicBezTo>
                  <a:lnTo>
                    <a:pt x="3570" y="0"/>
                  </a:ln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9">
              <a:extLst>
                <a:ext uri="{FF2B5EF4-FFF2-40B4-BE49-F238E27FC236}">
                  <a16:creationId xmlns:a16="http://schemas.microsoft.com/office/drawing/2014/main" id="{F9EA46FE-AC98-BB38-4D81-58D45E163E50}"/>
                </a:ext>
              </a:extLst>
            </p:cNvPr>
            <p:cNvSpPr/>
            <p:nvPr/>
          </p:nvSpPr>
          <p:spPr>
            <a:xfrm>
              <a:off x="7022536" y="1560656"/>
              <a:ext cx="114926" cy="150709"/>
            </a:xfrm>
            <a:custGeom>
              <a:avLst/>
              <a:gdLst/>
              <a:ahLst/>
              <a:cxnLst/>
              <a:rect l="l" t="t" r="r" b="b"/>
              <a:pathLst>
                <a:path w="5839" h="7657" extrusionOk="0">
                  <a:moveTo>
                    <a:pt x="3620" y="1"/>
                  </a:moveTo>
                  <a:cubicBezTo>
                    <a:pt x="3454" y="1"/>
                    <a:pt x="3281" y="45"/>
                    <a:pt x="3103" y="139"/>
                  </a:cubicBezTo>
                  <a:cubicBezTo>
                    <a:pt x="1135" y="1306"/>
                    <a:pt x="1" y="3041"/>
                    <a:pt x="368" y="4942"/>
                  </a:cubicBezTo>
                  <a:cubicBezTo>
                    <a:pt x="704" y="6700"/>
                    <a:pt x="2061" y="7656"/>
                    <a:pt x="3416" y="7656"/>
                  </a:cubicBezTo>
                  <a:cubicBezTo>
                    <a:pt x="3810" y="7656"/>
                    <a:pt x="4203" y="7576"/>
                    <a:pt x="4571" y="7411"/>
                  </a:cubicBezTo>
                  <a:cubicBezTo>
                    <a:pt x="5705" y="6910"/>
                    <a:pt x="5838" y="5443"/>
                    <a:pt x="5571" y="3274"/>
                  </a:cubicBezTo>
                  <a:cubicBezTo>
                    <a:pt x="5316" y="1456"/>
                    <a:pt x="4576" y="1"/>
                    <a:pt x="362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9">
              <a:extLst>
                <a:ext uri="{FF2B5EF4-FFF2-40B4-BE49-F238E27FC236}">
                  <a16:creationId xmlns:a16="http://schemas.microsoft.com/office/drawing/2014/main" id="{6994191C-72FC-F6CB-55A1-03C98C067BDB}"/>
                </a:ext>
              </a:extLst>
            </p:cNvPr>
            <p:cNvSpPr/>
            <p:nvPr/>
          </p:nvSpPr>
          <p:spPr>
            <a:xfrm>
              <a:off x="6687048" y="2233069"/>
              <a:ext cx="103097" cy="163129"/>
            </a:xfrm>
            <a:custGeom>
              <a:avLst/>
              <a:gdLst/>
              <a:ahLst/>
              <a:cxnLst/>
              <a:rect l="l" t="t" r="r" b="b"/>
              <a:pathLst>
                <a:path w="5238" h="8288" extrusionOk="0">
                  <a:moveTo>
                    <a:pt x="5237" y="0"/>
                  </a:moveTo>
                  <a:lnTo>
                    <a:pt x="0" y="100"/>
                  </a:lnTo>
                  <a:cubicBezTo>
                    <a:pt x="0" y="100"/>
                    <a:pt x="267" y="4737"/>
                    <a:pt x="834" y="6438"/>
                  </a:cubicBezTo>
                  <a:cubicBezTo>
                    <a:pt x="1203" y="7610"/>
                    <a:pt x="2024" y="8288"/>
                    <a:pt x="2791" y="8288"/>
                  </a:cubicBezTo>
                  <a:cubicBezTo>
                    <a:pt x="3203" y="8288"/>
                    <a:pt x="3600" y="8092"/>
                    <a:pt x="3903" y="7672"/>
                  </a:cubicBezTo>
                  <a:cubicBezTo>
                    <a:pt x="4770" y="6438"/>
                    <a:pt x="5004" y="4203"/>
                    <a:pt x="5004" y="4203"/>
                  </a:cubicBezTo>
                  <a:lnTo>
                    <a:pt x="5237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9">
              <a:extLst>
                <a:ext uri="{FF2B5EF4-FFF2-40B4-BE49-F238E27FC236}">
                  <a16:creationId xmlns:a16="http://schemas.microsoft.com/office/drawing/2014/main" id="{0AB21CBE-C11B-5668-5072-E3A1F35D668A}"/>
                </a:ext>
              </a:extLst>
            </p:cNvPr>
            <p:cNvSpPr/>
            <p:nvPr/>
          </p:nvSpPr>
          <p:spPr>
            <a:xfrm>
              <a:off x="6653843" y="1885712"/>
              <a:ext cx="159940" cy="392823"/>
            </a:xfrm>
            <a:custGeom>
              <a:avLst/>
              <a:gdLst/>
              <a:ahLst/>
              <a:cxnLst/>
              <a:rect l="l" t="t" r="r" b="b"/>
              <a:pathLst>
                <a:path w="8126" h="19958" extrusionOk="0">
                  <a:moveTo>
                    <a:pt x="2487" y="1"/>
                  </a:moveTo>
                  <a:cubicBezTo>
                    <a:pt x="949" y="1"/>
                    <a:pt x="0" y="1612"/>
                    <a:pt x="119" y="4239"/>
                  </a:cubicBezTo>
                  <a:cubicBezTo>
                    <a:pt x="253" y="7141"/>
                    <a:pt x="1587" y="19249"/>
                    <a:pt x="1587" y="19249"/>
                  </a:cubicBezTo>
                  <a:cubicBezTo>
                    <a:pt x="1618" y="19618"/>
                    <a:pt x="2439" y="19958"/>
                    <a:pt x="3896" y="19958"/>
                  </a:cubicBezTo>
                  <a:cubicBezTo>
                    <a:pt x="4022" y="19958"/>
                    <a:pt x="4153" y="19955"/>
                    <a:pt x="4289" y="19950"/>
                  </a:cubicBezTo>
                  <a:cubicBezTo>
                    <a:pt x="5990" y="19916"/>
                    <a:pt x="6958" y="19116"/>
                    <a:pt x="6991" y="18782"/>
                  </a:cubicBezTo>
                  <a:cubicBezTo>
                    <a:pt x="6991" y="18782"/>
                    <a:pt x="7625" y="7874"/>
                    <a:pt x="7792" y="6574"/>
                  </a:cubicBezTo>
                  <a:cubicBezTo>
                    <a:pt x="8125" y="3872"/>
                    <a:pt x="5657" y="603"/>
                    <a:pt x="3055" y="69"/>
                  </a:cubicBezTo>
                  <a:cubicBezTo>
                    <a:pt x="2858" y="23"/>
                    <a:pt x="2669" y="1"/>
                    <a:pt x="2487" y="1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9">
              <a:extLst>
                <a:ext uri="{FF2B5EF4-FFF2-40B4-BE49-F238E27FC236}">
                  <a16:creationId xmlns:a16="http://schemas.microsoft.com/office/drawing/2014/main" id="{513793E4-FD92-5ABF-C869-DCFBB1B2ECDB}"/>
                </a:ext>
              </a:extLst>
            </p:cNvPr>
            <p:cNvSpPr/>
            <p:nvPr/>
          </p:nvSpPr>
          <p:spPr>
            <a:xfrm>
              <a:off x="6653843" y="1885712"/>
              <a:ext cx="159940" cy="392823"/>
            </a:xfrm>
            <a:custGeom>
              <a:avLst/>
              <a:gdLst/>
              <a:ahLst/>
              <a:cxnLst/>
              <a:rect l="l" t="t" r="r" b="b"/>
              <a:pathLst>
                <a:path w="8126" h="19958" extrusionOk="0">
                  <a:moveTo>
                    <a:pt x="2487" y="1"/>
                  </a:moveTo>
                  <a:cubicBezTo>
                    <a:pt x="949" y="1"/>
                    <a:pt x="0" y="1612"/>
                    <a:pt x="119" y="4239"/>
                  </a:cubicBezTo>
                  <a:cubicBezTo>
                    <a:pt x="253" y="7141"/>
                    <a:pt x="1587" y="19249"/>
                    <a:pt x="1587" y="19249"/>
                  </a:cubicBezTo>
                  <a:cubicBezTo>
                    <a:pt x="1618" y="19618"/>
                    <a:pt x="2439" y="19958"/>
                    <a:pt x="3896" y="19958"/>
                  </a:cubicBezTo>
                  <a:cubicBezTo>
                    <a:pt x="4022" y="19958"/>
                    <a:pt x="4153" y="19955"/>
                    <a:pt x="4289" y="19950"/>
                  </a:cubicBezTo>
                  <a:cubicBezTo>
                    <a:pt x="5990" y="19916"/>
                    <a:pt x="6958" y="19116"/>
                    <a:pt x="6991" y="18782"/>
                  </a:cubicBezTo>
                  <a:cubicBezTo>
                    <a:pt x="6991" y="18782"/>
                    <a:pt x="7625" y="7874"/>
                    <a:pt x="7792" y="6574"/>
                  </a:cubicBezTo>
                  <a:cubicBezTo>
                    <a:pt x="8125" y="3872"/>
                    <a:pt x="5657" y="603"/>
                    <a:pt x="3055" y="69"/>
                  </a:cubicBezTo>
                  <a:cubicBezTo>
                    <a:pt x="2858" y="23"/>
                    <a:pt x="2669" y="1"/>
                    <a:pt x="2487" y="1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9">
              <a:extLst>
                <a:ext uri="{FF2B5EF4-FFF2-40B4-BE49-F238E27FC236}">
                  <a16:creationId xmlns:a16="http://schemas.microsoft.com/office/drawing/2014/main" id="{31192B61-014E-556F-1E58-24876472B72A}"/>
                </a:ext>
              </a:extLst>
            </p:cNvPr>
            <p:cNvSpPr/>
            <p:nvPr/>
          </p:nvSpPr>
          <p:spPr>
            <a:xfrm>
              <a:off x="6653843" y="1885712"/>
              <a:ext cx="154016" cy="392666"/>
            </a:xfrm>
            <a:custGeom>
              <a:avLst/>
              <a:gdLst/>
              <a:ahLst/>
              <a:cxnLst/>
              <a:rect l="l" t="t" r="r" b="b"/>
              <a:pathLst>
                <a:path w="7825" h="19950" extrusionOk="0">
                  <a:moveTo>
                    <a:pt x="2487" y="1"/>
                  </a:moveTo>
                  <a:cubicBezTo>
                    <a:pt x="949" y="1"/>
                    <a:pt x="0" y="1612"/>
                    <a:pt x="119" y="4239"/>
                  </a:cubicBezTo>
                  <a:cubicBezTo>
                    <a:pt x="253" y="7141"/>
                    <a:pt x="1587" y="19249"/>
                    <a:pt x="1587" y="19249"/>
                  </a:cubicBezTo>
                  <a:cubicBezTo>
                    <a:pt x="1621" y="19616"/>
                    <a:pt x="2354" y="19916"/>
                    <a:pt x="3655" y="19950"/>
                  </a:cubicBezTo>
                  <a:cubicBezTo>
                    <a:pt x="3489" y="18215"/>
                    <a:pt x="3422" y="15880"/>
                    <a:pt x="3288" y="13812"/>
                  </a:cubicBezTo>
                  <a:cubicBezTo>
                    <a:pt x="3024" y="9499"/>
                    <a:pt x="2270" y="5754"/>
                    <a:pt x="3613" y="5754"/>
                  </a:cubicBezTo>
                  <a:cubicBezTo>
                    <a:pt x="3797" y="5754"/>
                    <a:pt x="4020" y="5824"/>
                    <a:pt x="4289" y="5973"/>
                  </a:cubicBezTo>
                  <a:cubicBezTo>
                    <a:pt x="5017" y="6381"/>
                    <a:pt x="5701" y="6560"/>
                    <a:pt x="6276" y="6560"/>
                  </a:cubicBezTo>
                  <a:cubicBezTo>
                    <a:pt x="7019" y="6560"/>
                    <a:pt x="7581" y="6262"/>
                    <a:pt x="7825" y="5773"/>
                  </a:cubicBezTo>
                  <a:cubicBezTo>
                    <a:pt x="7658" y="3271"/>
                    <a:pt x="5390" y="569"/>
                    <a:pt x="3055" y="69"/>
                  </a:cubicBezTo>
                  <a:cubicBezTo>
                    <a:pt x="2858" y="23"/>
                    <a:pt x="2669" y="1"/>
                    <a:pt x="2487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9">
              <a:extLst>
                <a:ext uri="{FF2B5EF4-FFF2-40B4-BE49-F238E27FC236}">
                  <a16:creationId xmlns:a16="http://schemas.microsoft.com/office/drawing/2014/main" id="{9A50F021-D1AB-5CE4-4C90-7E3572D47A6A}"/>
                </a:ext>
              </a:extLst>
            </p:cNvPr>
            <p:cNvSpPr/>
            <p:nvPr/>
          </p:nvSpPr>
          <p:spPr>
            <a:xfrm>
              <a:off x="6693602" y="1866699"/>
              <a:ext cx="146438" cy="117544"/>
            </a:xfrm>
            <a:custGeom>
              <a:avLst/>
              <a:gdLst/>
              <a:ahLst/>
              <a:cxnLst/>
              <a:rect l="l" t="t" r="r" b="b"/>
              <a:pathLst>
                <a:path w="7440" h="5972" extrusionOk="0">
                  <a:moveTo>
                    <a:pt x="2336" y="1"/>
                  </a:moveTo>
                  <a:lnTo>
                    <a:pt x="568" y="1935"/>
                  </a:lnTo>
                  <a:cubicBezTo>
                    <a:pt x="568" y="1935"/>
                    <a:pt x="1" y="3337"/>
                    <a:pt x="1735" y="4838"/>
                  </a:cubicBezTo>
                  <a:cubicBezTo>
                    <a:pt x="2874" y="5817"/>
                    <a:pt x="3826" y="5972"/>
                    <a:pt x="4315" y="5972"/>
                  </a:cubicBezTo>
                  <a:cubicBezTo>
                    <a:pt x="4543" y="5972"/>
                    <a:pt x="4671" y="5938"/>
                    <a:pt x="4671" y="5938"/>
                  </a:cubicBezTo>
                  <a:lnTo>
                    <a:pt x="7439" y="3837"/>
                  </a:lnTo>
                  <a:lnTo>
                    <a:pt x="2336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9">
              <a:extLst>
                <a:ext uri="{FF2B5EF4-FFF2-40B4-BE49-F238E27FC236}">
                  <a16:creationId xmlns:a16="http://schemas.microsoft.com/office/drawing/2014/main" id="{D644E7A2-F06B-343D-FBE3-0BE8AF8BF67C}"/>
                </a:ext>
              </a:extLst>
            </p:cNvPr>
            <p:cNvSpPr/>
            <p:nvPr/>
          </p:nvSpPr>
          <p:spPr>
            <a:xfrm>
              <a:off x="6709742" y="1541013"/>
              <a:ext cx="415891" cy="420615"/>
            </a:xfrm>
            <a:custGeom>
              <a:avLst/>
              <a:gdLst/>
              <a:ahLst/>
              <a:cxnLst/>
              <a:rect l="l" t="t" r="r" b="b"/>
              <a:pathLst>
                <a:path w="21130" h="21370" extrusionOk="0">
                  <a:moveTo>
                    <a:pt x="16957" y="0"/>
                  </a:moveTo>
                  <a:cubicBezTo>
                    <a:pt x="15250" y="0"/>
                    <a:pt x="13293" y="1807"/>
                    <a:pt x="11623" y="3805"/>
                  </a:cubicBezTo>
                  <a:cubicBezTo>
                    <a:pt x="9421" y="6474"/>
                    <a:pt x="915" y="16581"/>
                    <a:pt x="915" y="16581"/>
                  </a:cubicBezTo>
                  <a:cubicBezTo>
                    <a:pt x="1" y="18558"/>
                    <a:pt x="3496" y="21370"/>
                    <a:pt x="5401" y="21370"/>
                  </a:cubicBezTo>
                  <a:cubicBezTo>
                    <a:pt x="5650" y="21370"/>
                    <a:pt x="5871" y="21322"/>
                    <a:pt x="6052" y="21218"/>
                  </a:cubicBezTo>
                  <a:cubicBezTo>
                    <a:pt x="6052" y="21218"/>
                    <a:pt x="18161" y="11878"/>
                    <a:pt x="19629" y="10110"/>
                  </a:cubicBezTo>
                  <a:cubicBezTo>
                    <a:pt x="21130" y="8375"/>
                    <a:pt x="20463" y="2338"/>
                    <a:pt x="18495" y="603"/>
                  </a:cubicBezTo>
                  <a:cubicBezTo>
                    <a:pt x="18019" y="184"/>
                    <a:pt x="17501" y="0"/>
                    <a:pt x="16957" y="0"/>
                  </a:cubicBezTo>
                  <a:close/>
                </a:path>
              </a:pathLst>
            </a:custGeom>
            <a:solidFill>
              <a:srgbClr val="C8D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9">
              <a:extLst>
                <a:ext uri="{FF2B5EF4-FFF2-40B4-BE49-F238E27FC236}">
                  <a16:creationId xmlns:a16="http://schemas.microsoft.com/office/drawing/2014/main" id="{20F5C3E6-A006-9C79-95DB-1E8888B8BE58}"/>
                </a:ext>
              </a:extLst>
            </p:cNvPr>
            <p:cNvSpPr/>
            <p:nvPr/>
          </p:nvSpPr>
          <p:spPr>
            <a:xfrm>
              <a:off x="6709742" y="1541013"/>
              <a:ext cx="415891" cy="420615"/>
            </a:xfrm>
            <a:custGeom>
              <a:avLst/>
              <a:gdLst/>
              <a:ahLst/>
              <a:cxnLst/>
              <a:rect l="l" t="t" r="r" b="b"/>
              <a:pathLst>
                <a:path w="21130" h="21370" extrusionOk="0">
                  <a:moveTo>
                    <a:pt x="16957" y="0"/>
                  </a:moveTo>
                  <a:cubicBezTo>
                    <a:pt x="15250" y="0"/>
                    <a:pt x="13293" y="1807"/>
                    <a:pt x="11623" y="3805"/>
                  </a:cubicBezTo>
                  <a:cubicBezTo>
                    <a:pt x="9421" y="6474"/>
                    <a:pt x="915" y="16581"/>
                    <a:pt x="915" y="16581"/>
                  </a:cubicBezTo>
                  <a:cubicBezTo>
                    <a:pt x="1" y="18558"/>
                    <a:pt x="3496" y="21370"/>
                    <a:pt x="5401" y="21370"/>
                  </a:cubicBezTo>
                  <a:cubicBezTo>
                    <a:pt x="5650" y="21370"/>
                    <a:pt x="5871" y="21322"/>
                    <a:pt x="6052" y="21218"/>
                  </a:cubicBezTo>
                  <a:cubicBezTo>
                    <a:pt x="6052" y="21218"/>
                    <a:pt x="18161" y="11878"/>
                    <a:pt x="19629" y="10110"/>
                  </a:cubicBezTo>
                  <a:cubicBezTo>
                    <a:pt x="21130" y="8375"/>
                    <a:pt x="20463" y="2338"/>
                    <a:pt x="18495" y="603"/>
                  </a:cubicBezTo>
                  <a:cubicBezTo>
                    <a:pt x="18019" y="184"/>
                    <a:pt x="17501" y="0"/>
                    <a:pt x="16957" y="0"/>
                  </a:cubicBezTo>
                  <a:close/>
                </a:path>
              </a:pathLst>
            </a:custGeom>
            <a:solidFill>
              <a:srgbClr val="9E9E9E">
                <a:alpha val="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9">
              <a:extLst>
                <a:ext uri="{FF2B5EF4-FFF2-40B4-BE49-F238E27FC236}">
                  <a16:creationId xmlns:a16="http://schemas.microsoft.com/office/drawing/2014/main" id="{6B51EEE8-C120-4ECD-B911-587E178E6B15}"/>
                </a:ext>
              </a:extLst>
            </p:cNvPr>
            <p:cNvSpPr/>
            <p:nvPr/>
          </p:nvSpPr>
          <p:spPr>
            <a:xfrm>
              <a:off x="6720528" y="1541013"/>
              <a:ext cx="370307" cy="378239"/>
            </a:xfrm>
            <a:custGeom>
              <a:avLst/>
              <a:gdLst/>
              <a:ahLst/>
              <a:cxnLst/>
              <a:rect l="l" t="t" r="r" b="b"/>
              <a:pathLst>
                <a:path w="18814" h="19217" extrusionOk="0">
                  <a:moveTo>
                    <a:pt x="16411" y="1"/>
                  </a:moveTo>
                  <a:cubicBezTo>
                    <a:pt x="14703" y="1"/>
                    <a:pt x="12745" y="1814"/>
                    <a:pt x="11075" y="3839"/>
                  </a:cubicBezTo>
                  <a:cubicBezTo>
                    <a:pt x="8873" y="6474"/>
                    <a:pt x="367" y="16581"/>
                    <a:pt x="367" y="16581"/>
                  </a:cubicBezTo>
                  <a:cubicBezTo>
                    <a:pt x="0" y="17415"/>
                    <a:pt x="367" y="18349"/>
                    <a:pt x="1068" y="19216"/>
                  </a:cubicBezTo>
                  <a:cubicBezTo>
                    <a:pt x="1868" y="18049"/>
                    <a:pt x="3736" y="15547"/>
                    <a:pt x="7839" y="11111"/>
                  </a:cubicBezTo>
                  <a:cubicBezTo>
                    <a:pt x="12543" y="6007"/>
                    <a:pt x="16446" y="2304"/>
                    <a:pt x="18814" y="1771"/>
                  </a:cubicBezTo>
                  <a:cubicBezTo>
                    <a:pt x="18614" y="1337"/>
                    <a:pt x="18314" y="937"/>
                    <a:pt x="17947" y="603"/>
                  </a:cubicBezTo>
                  <a:cubicBezTo>
                    <a:pt x="17472" y="184"/>
                    <a:pt x="16954" y="1"/>
                    <a:pt x="16411" y="1"/>
                  </a:cubicBezTo>
                  <a:close/>
                </a:path>
              </a:pathLst>
            </a:custGeom>
            <a:solidFill>
              <a:srgbClr val="000000">
                <a:alpha val="5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9" name="Google Shape;1969;p49">
            <a:extLst>
              <a:ext uri="{FF2B5EF4-FFF2-40B4-BE49-F238E27FC236}">
                <a16:creationId xmlns:a16="http://schemas.microsoft.com/office/drawing/2014/main" id="{10364714-E721-EC49-3D5B-DCB69CFC17C1}"/>
              </a:ext>
            </a:extLst>
          </p:cNvPr>
          <p:cNvSpPr/>
          <p:nvPr/>
        </p:nvSpPr>
        <p:spPr>
          <a:xfrm>
            <a:off x="5866427" y="276836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0" name="Google Shape;1970;p49">
            <a:extLst>
              <a:ext uri="{FF2B5EF4-FFF2-40B4-BE49-F238E27FC236}">
                <a16:creationId xmlns:a16="http://schemas.microsoft.com/office/drawing/2014/main" id="{45816E38-8F35-FCED-C439-5BC379F1DBEB}"/>
              </a:ext>
            </a:extLst>
          </p:cNvPr>
          <p:cNvSpPr/>
          <p:nvPr/>
        </p:nvSpPr>
        <p:spPr>
          <a:xfrm>
            <a:off x="5255209" y="311562"/>
            <a:ext cx="631645" cy="631740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49">
            <a:extLst>
              <a:ext uri="{FF2B5EF4-FFF2-40B4-BE49-F238E27FC236}">
                <a16:creationId xmlns:a16="http://schemas.microsoft.com/office/drawing/2014/main" id="{701CC7E7-E755-7756-D5ED-F1895F3F8961}"/>
              </a:ext>
            </a:extLst>
          </p:cNvPr>
          <p:cNvSpPr/>
          <p:nvPr/>
        </p:nvSpPr>
        <p:spPr>
          <a:xfrm rot="-402613" flipH="1">
            <a:off x="8191547" y="543706"/>
            <a:ext cx="474685" cy="663168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2" name="Google Shape;1972;p49">
            <a:extLst>
              <a:ext uri="{FF2B5EF4-FFF2-40B4-BE49-F238E27FC236}">
                <a16:creationId xmlns:a16="http://schemas.microsoft.com/office/drawing/2014/main" id="{EB6B1676-B015-57CD-AE96-0DFAD775EE09}"/>
              </a:ext>
            </a:extLst>
          </p:cNvPr>
          <p:cNvSpPr/>
          <p:nvPr/>
        </p:nvSpPr>
        <p:spPr>
          <a:xfrm>
            <a:off x="6216900" y="210998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p49">
            <a:extLst>
              <a:ext uri="{FF2B5EF4-FFF2-40B4-BE49-F238E27FC236}">
                <a16:creationId xmlns:a16="http://schemas.microsoft.com/office/drawing/2014/main" id="{73878A15-470E-250E-1896-C221D9F96029}"/>
              </a:ext>
            </a:extLst>
          </p:cNvPr>
          <p:cNvSpPr/>
          <p:nvPr/>
        </p:nvSpPr>
        <p:spPr>
          <a:xfrm>
            <a:off x="6096425" y="659462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4" name="Google Shape;1974;p49">
            <a:extLst>
              <a:ext uri="{FF2B5EF4-FFF2-40B4-BE49-F238E27FC236}">
                <a16:creationId xmlns:a16="http://schemas.microsoft.com/office/drawing/2014/main" id="{A574F2F6-9EAF-0FE6-6A5A-A4BD729AB78D}"/>
              </a:ext>
            </a:extLst>
          </p:cNvPr>
          <p:cNvSpPr/>
          <p:nvPr/>
        </p:nvSpPr>
        <p:spPr>
          <a:xfrm rot="-402210" flipH="1">
            <a:off x="7658400" y="508579"/>
            <a:ext cx="279025" cy="389818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5" name="Google Shape;1975;p49">
            <a:extLst>
              <a:ext uri="{FF2B5EF4-FFF2-40B4-BE49-F238E27FC236}">
                <a16:creationId xmlns:a16="http://schemas.microsoft.com/office/drawing/2014/main" id="{E88E053C-AE52-E5D7-F174-DCD40500160D}"/>
              </a:ext>
            </a:extLst>
          </p:cNvPr>
          <p:cNvSpPr/>
          <p:nvPr/>
        </p:nvSpPr>
        <p:spPr>
          <a:xfrm>
            <a:off x="7959231" y="424510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2D9D9-1DA1-2139-981C-4076249C65EE}"/>
              </a:ext>
            </a:extLst>
          </p:cNvPr>
          <p:cNvSpPr txBox="1"/>
          <p:nvPr/>
        </p:nvSpPr>
        <p:spPr>
          <a:xfrm>
            <a:off x="517501" y="176417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Deployment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BD280-56D4-747A-AB10-A31158DDA668}"/>
              </a:ext>
            </a:extLst>
          </p:cNvPr>
          <p:cNvSpPr txBox="1"/>
          <p:nvPr/>
        </p:nvSpPr>
        <p:spPr>
          <a:xfrm>
            <a:off x="517501" y="230856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Admin panel web application</a:t>
            </a:r>
          </a:p>
        </p:txBody>
      </p:sp>
      <p:sp>
        <p:nvSpPr>
          <p:cNvPr id="8" name="Google Shape;1971;p49">
            <a:extLst>
              <a:ext uri="{FF2B5EF4-FFF2-40B4-BE49-F238E27FC236}">
                <a16:creationId xmlns:a16="http://schemas.microsoft.com/office/drawing/2014/main" id="{0DF4B3D6-8E31-46A1-791A-C1D6B4297AB0}"/>
              </a:ext>
            </a:extLst>
          </p:cNvPr>
          <p:cNvSpPr/>
          <p:nvPr/>
        </p:nvSpPr>
        <p:spPr>
          <a:xfrm rot="-402613" flipH="1">
            <a:off x="1139799" y="4150506"/>
            <a:ext cx="474685" cy="663168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974;p49">
            <a:extLst>
              <a:ext uri="{FF2B5EF4-FFF2-40B4-BE49-F238E27FC236}">
                <a16:creationId xmlns:a16="http://schemas.microsoft.com/office/drawing/2014/main" id="{448C8088-06B6-134A-4712-ABBA6AB43FC8}"/>
              </a:ext>
            </a:extLst>
          </p:cNvPr>
          <p:cNvSpPr/>
          <p:nvPr/>
        </p:nvSpPr>
        <p:spPr>
          <a:xfrm rot="-402210" flipH="1">
            <a:off x="606652" y="4115379"/>
            <a:ext cx="279025" cy="389818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975;p49">
            <a:extLst>
              <a:ext uri="{FF2B5EF4-FFF2-40B4-BE49-F238E27FC236}">
                <a16:creationId xmlns:a16="http://schemas.microsoft.com/office/drawing/2014/main" id="{E74F6684-A2F0-AAFE-F706-8C22B1FA8C3C}"/>
              </a:ext>
            </a:extLst>
          </p:cNvPr>
          <p:cNvSpPr/>
          <p:nvPr/>
        </p:nvSpPr>
        <p:spPr>
          <a:xfrm>
            <a:off x="812523" y="4520150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399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42E2F31B-AEBE-227E-B5AE-E945FB05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>
            <a:extLst>
              <a:ext uri="{FF2B5EF4-FFF2-40B4-BE49-F238E27FC236}">
                <a16:creationId xmlns:a16="http://schemas.microsoft.com/office/drawing/2014/main" id="{8D3680CD-2844-853D-CD15-BD6DE9C652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42912" y="5696000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7" name="Google Shape;427;p39">
            <a:extLst>
              <a:ext uri="{FF2B5EF4-FFF2-40B4-BE49-F238E27FC236}">
                <a16:creationId xmlns:a16="http://schemas.microsoft.com/office/drawing/2014/main" id="{20C02377-A9FE-FE7E-0A32-9803304B7DE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-488911" y="569600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9" name="Google Shape;429;p39">
            <a:extLst>
              <a:ext uri="{FF2B5EF4-FFF2-40B4-BE49-F238E27FC236}">
                <a16:creationId xmlns:a16="http://schemas.microsoft.com/office/drawing/2014/main" id="{229C9B55-46E9-85EE-2FD7-C33C0AA325DF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0752855" y="2251760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31" name="Google Shape;431;p39">
            <a:extLst>
              <a:ext uri="{FF2B5EF4-FFF2-40B4-BE49-F238E27FC236}">
                <a16:creationId xmlns:a16="http://schemas.microsoft.com/office/drawing/2014/main" id="{14E61060-9456-69C0-EC4B-9AF4A86DC10D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-3142912" y="7421175"/>
            <a:ext cx="836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3" name="Google Shape;433;p39">
            <a:extLst>
              <a:ext uri="{FF2B5EF4-FFF2-40B4-BE49-F238E27FC236}">
                <a16:creationId xmlns:a16="http://schemas.microsoft.com/office/drawing/2014/main" id="{A98875FB-6CD7-E05E-5FE3-79CA0ABCFA3F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-488911" y="7421175"/>
            <a:ext cx="835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38" name="Google Shape;438;p39">
            <a:extLst>
              <a:ext uri="{FF2B5EF4-FFF2-40B4-BE49-F238E27FC236}">
                <a16:creationId xmlns:a16="http://schemas.microsoft.com/office/drawing/2014/main" id="{D3707158-506D-86F5-9F66-F9C4AA6D845D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-4351411" y="6437160"/>
            <a:ext cx="325369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 &amp; Project Scope</a:t>
            </a:r>
            <a:endParaRPr dirty="0"/>
          </a:p>
        </p:txBody>
      </p:sp>
      <p:sp>
        <p:nvSpPr>
          <p:cNvPr id="439" name="Google Shape;439;p39">
            <a:extLst>
              <a:ext uri="{FF2B5EF4-FFF2-40B4-BE49-F238E27FC236}">
                <a16:creationId xmlns:a16="http://schemas.microsoft.com/office/drawing/2014/main" id="{54F02F7E-8238-19D0-BD2F-28171FAA8827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-1278925" y="6465427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440" name="Google Shape;440;p39">
            <a:extLst>
              <a:ext uri="{FF2B5EF4-FFF2-40B4-BE49-F238E27FC236}">
                <a16:creationId xmlns:a16="http://schemas.microsoft.com/office/drawing/2014/main" id="{05DAF589-D676-DAA3-F120-3A3A9D696D1F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9959717" y="3020460"/>
            <a:ext cx="2402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Implementation</a:t>
            </a:r>
            <a:endParaRPr dirty="0"/>
          </a:p>
        </p:txBody>
      </p:sp>
      <p:sp>
        <p:nvSpPr>
          <p:cNvPr id="441" name="Google Shape;441;p39">
            <a:extLst>
              <a:ext uri="{FF2B5EF4-FFF2-40B4-BE49-F238E27FC236}">
                <a16:creationId xmlns:a16="http://schemas.microsoft.com/office/drawing/2014/main" id="{67F22A38-4EF9-A65B-2BF8-728B65AABE8C}"/>
              </a:ext>
            </a:extLst>
          </p:cNvPr>
          <p:cNvSpPr txBox="1">
            <a:spLocks noGrp="1"/>
          </p:cNvSpPr>
          <p:nvPr>
            <p:ph type="subTitle" idx="19"/>
          </p:nvPr>
        </p:nvSpPr>
        <p:spPr>
          <a:xfrm>
            <a:off x="-3928312" y="7865569"/>
            <a:ext cx="2407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Analysis &amp; Evals</a:t>
            </a:r>
            <a:endParaRPr dirty="0"/>
          </a:p>
        </p:txBody>
      </p:sp>
      <p:sp>
        <p:nvSpPr>
          <p:cNvPr id="442" name="Google Shape;442;p39">
            <a:extLst>
              <a:ext uri="{FF2B5EF4-FFF2-40B4-BE49-F238E27FC236}">
                <a16:creationId xmlns:a16="http://schemas.microsoft.com/office/drawing/2014/main" id="{7D98F8F0-4D2E-1C74-0676-F7A1D831FDB7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-1278925" y="7901200"/>
            <a:ext cx="264305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endParaRPr dirty="0"/>
          </a:p>
        </p:txBody>
      </p:sp>
      <p:sp>
        <p:nvSpPr>
          <p:cNvPr id="443" name="Google Shape;443;p39">
            <a:extLst>
              <a:ext uri="{FF2B5EF4-FFF2-40B4-BE49-F238E27FC236}">
                <a16:creationId xmlns:a16="http://schemas.microsoft.com/office/drawing/2014/main" id="{813D12E7-E9EF-568E-3733-1EEA2115BD32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2347617" y="1921460"/>
            <a:ext cx="4448765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Conclusion</a:t>
            </a:r>
            <a:endParaRPr sz="4800" dirty="0"/>
          </a:p>
        </p:txBody>
      </p:sp>
      <p:sp>
        <p:nvSpPr>
          <p:cNvPr id="444" name="Google Shape;444;p39">
            <a:extLst>
              <a:ext uri="{FF2B5EF4-FFF2-40B4-BE49-F238E27FC236}">
                <a16:creationId xmlns:a16="http://schemas.microsoft.com/office/drawing/2014/main" id="{0F1F2F7C-D2BB-6F33-6D01-EDD8365ED33A}"/>
              </a:ext>
            </a:extLst>
          </p:cNvPr>
          <p:cNvSpPr/>
          <p:nvPr/>
        </p:nvSpPr>
        <p:spPr>
          <a:xfrm>
            <a:off x="720001" y="621124"/>
            <a:ext cx="466410" cy="65160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9">
            <a:extLst>
              <a:ext uri="{FF2B5EF4-FFF2-40B4-BE49-F238E27FC236}">
                <a16:creationId xmlns:a16="http://schemas.microsoft.com/office/drawing/2014/main" id="{0C7EECA8-3348-CD19-AA03-5DF7AABBD056}"/>
              </a:ext>
            </a:extLst>
          </p:cNvPr>
          <p:cNvSpPr/>
          <p:nvPr/>
        </p:nvSpPr>
        <p:spPr>
          <a:xfrm>
            <a:off x="1364125" y="488975"/>
            <a:ext cx="347019" cy="484809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9">
            <a:extLst>
              <a:ext uri="{FF2B5EF4-FFF2-40B4-BE49-F238E27FC236}">
                <a16:creationId xmlns:a16="http://schemas.microsoft.com/office/drawing/2014/main" id="{88FD713D-857B-FC0E-37C6-4DC9CB9D1CE7}"/>
              </a:ext>
            </a:extLst>
          </p:cNvPr>
          <p:cNvSpPr/>
          <p:nvPr/>
        </p:nvSpPr>
        <p:spPr>
          <a:xfrm>
            <a:off x="8299951" y="728769"/>
            <a:ext cx="347044" cy="34716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9">
            <a:extLst>
              <a:ext uri="{FF2B5EF4-FFF2-40B4-BE49-F238E27FC236}">
                <a16:creationId xmlns:a16="http://schemas.microsoft.com/office/drawing/2014/main" id="{F6276D3F-61FB-4094-A6B1-115D44435589}"/>
              </a:ext>
            </a:extLst>
          </p:cNvPr>
          <p:cNvSpPr/>
          <p:nvPr/>
        </p:nvSpPr>
        <p:spPr>
          <a:xfrm>
            <a:off x="7636625" y="488974"/>
            <a:ext cx="484652" cy="48480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F878B1-60B3-04C2-CEE0-3A44B3FAA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43181" y="497856"/>
            <a:ext cx="9144000" cy="44774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18D21F-4A82-0338-A02A-E690CCE27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690827">
            <a:off x="9245304" y="4966599"/>
            <a:ext cx="2088876" cy="117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66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Google Shape;4103;p72"/>
          <p:cNvSpPr txBox="1">
            <a:spLocks noGrp="1"/>
          </p:cNvSpPr>
          <p:nvPr>
            <p:ph type="title"/>
          </p:nvPr>
        </p:nvSpPr>
        <p:spPr>
          <a:xfrm>
            <a:off x="1033107" y="1936175"/>
            <a:ext cx="2878500" cy="13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b="0" dirty="0"/>
          </a:p>
        </p:txBody>
      </p:sp>
      <p:sp>
        <p:nvSpPr>
          <p:cNvPr id="4104" name="Google Shape;4104;p72"/>
          <p:cNvSpPr txBox="1">
            <a:spLocks noGrp="1"/>
          </p:cNvSpPr>
          <p:nvPr>
            <p:ph type="subTitle" idx="1"/>
          </p:nvPr>
        </p:nvSpPr>
        <p:spPr>
          <a:xfrm>
            <a:off x="1033107" y="3285575"/>
            <a:ext cx="2878500" cy="10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you have questions, please feel free to ask!</a:t>
            </a:r>
            <a:endParaRPr dirty="0"/>
          </a:p>
        </p:txBody>
      </p:sp>
      <p:grpSp>
        <p:nvGrpSpPr>
          <p:cNvPr id="4105" name="Google Shape;4105;p72"/>
          <p:cNvGrpSpPr/>
          <p:nvPr/>
        </p:nvGrpSpPr>
        <p:grpSpPr>
          <a:xfrm>
            <a:off x="4394800" y="1649172"/>
            <a:ext cx="3277673" cy="2540050"/>
            <a:chOff x="4584511" y="1205300"/>
            <a:chExt cx="2892660" cy="2241682"/>
          </a:xfrm>
        </p:grpSpPr>
        <p:sp>
          <p:nvSpPr>
            <p:cNvPr id="4106" name="Google Shape;4106;p72"/>
            <p:cNvSpPr/>
            <p:nvPr/>
          </p:nvSpPr>
          <p:spPr>
            <a:xfrm>
              <a:off x="5546006" y="3096553"/>
              <a:ext cx="969663" cy="350430"/>
            </a:xfrm>
            <a:custGeom>
              <a:avLst/>
              <a:gdLst/>
              <a:ahLst/>
              <a:cxnLst/>
              <a:rect l="l" t="t" r="r" b="b"/>
              <a:pathLst>
                <a:path w="55441" h="20036" extrusionOk="0">
                  <a:moveTo>
                    <a:pt x="0" y="20035"/>
                  </a:moveTo>
                  <a:lnTo>
                    <a:pt x="0" y="17982"/>
                  </a:lnTo>
                  <a:lnTo>
                    <a:pt x="6526" y="17184"/>
                  </a:lnTo>
                  <a:lnTo>
                    <a:pt x="11030" y="1"/>
                  </a:lnTo>
                  <a:lnTo>
                    <a:pt x="44410" y="1"/>
                  </a:lnTo>
                  <a:lnTo>
                    <a:pt x="48911" y="17184"/>
                  </a:lnTo>
                  <a:lnTo>
                    <a:pt x="55441" y="17982"/>
                  </a:lnTo>
                  <a:lnTo>
                    <a:pt x="55441" y="2003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72"/>
            <p:cNvSpPr/>
            <p:nvPr/>
          </p:nvSpPr>
          <p:spPr>
            <a:xfrm>
              <a:off x="4584511" y="1205300"/>
              <a:ext cx="2892654" cy="1751886"/>
            </a:xfrm>
            <a:custGeom>
              <a:avLst/>
              <a:gdLst/>
              <a:ahLst/>
              <a:cxnLst/>
              <a:rect l="l" t="t" r="r" b="b"/>
              <a:pathLst>
                <a:path w="165389" h="100165" extrusionOk="0">
                  <a:moveTo>
                    <a:pt x="1" y="100165"/>
                  </a:moveTo>
                  <a:lnTo>
                    <a:pt x="1" y="3726"/>
                  </a:lnTo>
                  <a:cubicBezTo>
                    <a:pt x="1" y="1669"/>
                    <a:pt x="1670" y="0"/>
                    <a:pt x="3728" y="0"/>
                  </a:cubicBezTo>
                  <a:lnTo>
                    <a:pt x="161661" y="0"/>
                  </a:lnTo>
                  <a:cubicBezTo>
                    <a:pt x="163721" y="0"/>
                    <a:pt x="165388" y="1669"/>
                    <a:pt x="165388" y="3726"/>
                  </a:cubicBezTo>
                  <a:lnTo>
                    <a:pt x="165388" y="10016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72"/>
            <p:cNvSpPr/>
            <p:nvPr/>
          </p:nvSpPr>
          <p:spPr>
            <a:xfrm>
              <a:off x="4584517" y="2920684"/>
              <a:ext cx="2892654" cy="175852"/>
            </a:xfrm>
            <a:custGeom>
              <a:avLst/>
              <a:gdLst/>
              <a:ahLst/>
              <a:cxnLst/>
              <a:rect l="l" t="t" r="r" b="b"/>
              <a:pathLst>
                <a:path w="165389" h="14909" extrusionOk="0">
                  <a:moveTo>
                    <a:pt x="161661" y="14908"/>
                  </a:moveTo>
                  <a:lnTo>
                    <a:pt x="3728" y="14908"/>
                  </a:lnTo>
                  <a:cubicBezTo>
                    <a:pt x="1670" y="14908"/>
                    <a:pt x="1" y="13241"/>
                    <a:pt x="1" y="11182"/>
                  </a:cubicBezTo>
                  <a:lnTo>
                    <a:pt x="1" y="1"/>
                  </a:lnTo>
                  <a:lnTo>
                    <a:pt x="165388" y="1"/>
                  </a:lnTo>
                  <a:lnTo>
                    <a:pt x="165388" y="11182"/>
                  </a:lnTo>
                  <a:cubicBezTo>
                    <a:pt x="165388" y="13241"/>
                    <a:pt x="163719" y="14908"/>
                    <a:pt x="161661" y="14908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0" name="Google Shape;4110;p72"/>
          <p:cNvGrpSpPr/>
          <p:nvPr/>
        </p:nvGrpSpPr>
        <p:grpSpPr>
          <a:xfrm rot="-5400000">
            <a:off x="6236622" y="2315085"/>
            <a:ext cx="1440416" cy="2308125"/>
            <a:chOff x="6690575" y="2241050"/>
            <a:chExt cx="1725049" cy="2371930"/>
          </a:xfrm>
        </p:grpSpPr>
        <p:sp>
          <p:nvSpPr>
            <p:cNvPr id="4111" name="Google Shape;4111;p72"/>
            <p:cNvSpPr/>
            <p:nvPr/>
          </p:nvSpPr>
          <p:spPr>
            <a:xfrm rot="-5400000">
              <a:off x="7491813" y="4430083"/>
              <a:ext cx="122936" cy="122470"/>
            </a:xfrm>
            <a:custGeom>
              <a:avLst/>
              <a:gdLst/>
              <a:ahLst/>
              <a:cxnLst/>
              <a:rect l="l" t="t" r="r" b="b"/>
              <a:pathLst>
                <a:path w="4742" h="4724" extrusionOk="0">
                  <a:moveTo>
                    <a:pt x="4741" y="2353"/>
                  </a:moveTo>
                  <a:cubicBezTo>
                    <a:pt x="4741" y="3661"/>
                    <a:pt x="3679" y="4723"/>
                    <a:pt x="2371" y="4723"/>
                  </a:cubicBezTo>
                  <a:cubicBezTo>
                    <a:pt x="1062" y="4723"/>
                    <a:pt x="1" y="3661"/>
                    <a:pt x="1" y="2353"/>
                  </a:cubicBezTo>
                  <a:cubicBezTo>
                    <a:pt x="11" y="1050"/>
                    <a:pt x="1068" y="0"/>
                    <a:pt x="2371" y="0"/>
                  </a:cubicBezTo>
                  <a:cubicBezTo>
                    <a:pt x="3673" y="0"/>
                    <a:pt x="4731" y="1050"/>
                    <a:pt x="4741" y="2353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72"/>
            <p:cNvSpPr/>
            <p:nvPr/>
          </p:nvSpPr>
          <p:spPr>
            <a:xfrm rot="-5400000">
              <a:off x="6367135" y="2564491"/>
              <a:ext cx="2371930" cy="1725049"/>
            </a:xfrm>
            <a:custGeom>
              <a:avLst/>
              <a:gdLst/>
              <a:ahLst/>
              <a:cxnLst/>
              <a:rect l="l" t="t" r="r" b="b"/>
              <a:pathLst>
                <a:path w="91492" h="66540" extrusionOk="0">
                  <a:moveTo>
                    <a:pt x="91492" y="5198"/>
                  </a:moveTo>
                  <a:lnTo>
                    <a:pt x="91492" y="61342"/>
                  </a:lnTo>
                  <a:cubicBezTo>
                    <a:pt x="91492" y="64212"/>
                    <a:pt x="89165" y="66540"/>
                    <a:pt x="86294" y="66540"/>
                  </a:cubicBezTo>
                  <a:lnTo>
                    <a:pt x="5200" y="66540"/>
                  </a:lnTo>
                  <a:cubicBezTo>
                    <a:pt x="2328" y="66540"/>
                    <a:pt x="0" y="64212"/>
                    <a:pt x="0" y="61342"/>
                  </a:cubicBezTo>
                  <a:lnTo>
                    <a:pt x="0" y="5198"/>
                  </a:lnTo>
                  <a:cubicBezTo>
                    <a:pt x="0" y="2327"/>
                    <a:pt x="2328" y="0"/>
                    <a:pt x="5200" y="0"/>
                  </a:cubicBezTo>
                  <a:lnTo>
                    <a:pt x="86294" y="0"/>
                  </a:lnTo>
                  <a:cubicBezTo>
                    <a:pt x="89165" y="0"/>
                    <a:pt x="91492" y="2327"/>
                    <a:pt x="91492" y="5198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14" name="Google Shape;4114;p72"/>
          <p:cNvSpPr/>
          <p:nvPr/>
        </p:nvSpPr>
        <p:spPr>
          <a:xfrm>
            <a:off x="6492019" y="855034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5" name="Google Shape;4115;p72"/>
          <p:cNvSpPr/>
          <p:nvPr/>
        </p:nvSpPr>
        <p:spPr>
          <a:xfrm rot="2036805">
            <a:off x="1616280" y="844721"/>
            <a:ext cx="474663" cy="663137"/>
          </a:xfrm>
          <a:custGeom>
            <a:avLst/>
            <a:gdLst/>
            <a:ahLst/>
            <a:cxnLst/>
            <a:rect l="l" t="t" r="r" b="b"/>
            <a:pathLst>
              <a:path w="21150" h="29548" extrusionOk="0">
                <a:moveTo>
                  <a:pt x="12910" y="8732"/>
                </a:moveTo>
                <a:cubicBezTo>
                  <a:pt x="13043" y="8732"/>
                  <a:pt x="13177" y="8732"/>
                  <a:pt x="13277" y="8766"/>
                </a:cubicBezTo>
                <a:cubicBezTo>
                  <a:pt x="13944" y="8899"/>
                  <a:pt x="14444" y="9399"/>
                  <a:pt x="14645" y="10033"/>
                </a:cubicBezTo>
                <a:cubicBezTo>
                  <a:pt x="15445" y="12135"/>
                  <a:pt x="14211" y="15971"/>
                  <a:pt x="11909" y="18606"/>
                </a:cubicBezTo>
                <a:cubicBezTo>
                  <a:pt x="10650" y="20045"/>
                  <a:pt x="9309" y="20838"/>
                  <a:pt x="8203" y="20838"/>
                </a:cubicBezTo>
                <a:cubicBezTo>
                  <a:pt x="8079" y="20838"/>
                  <a:pt x="7958" y="20828"/>
                  <a:pt x="7840" y="20808"/>
                </a:cubicBezTo>
                <a:cubicBezTo>
                  <a:pt x="7206" y="20674"/>
                  <a:pt x="6672" y="20207"/>
                  <a:pt x="6505" y="19573"/>
                </a:cubicBezTo>
                <a:cubicBezTo>
                  <a:pt x="5671" y="17472"/>
                  <a:pt x="6906" y="13602"/>
                  <a:pt x="9207" y="11001"/>
                </a:cubicBezTo>
                <a:cubicBezTo>
                  <a:pt x="10475" y="9566"/>
                  <a:pt x="11843" y="8732"/>
                  <a:pt x="12910" y="8732"/>
                </a:cubicBezTo>
                <a:close/>
                <a:moveTo>
                  <a:pt x="12946" y="8295"/>
                </a:moveTo>
                <a:cubicBezTo>
                  <a:pt x="11720" y="8295"/>
                  <a:pt x="10247" y="9152"/>
                  <a:pt x="8907" y="10700"/>
                </a:cubicBezTo>
                <a:cubicBezTo>
                  <a:pt x="6505" y="13402"/>
                  <a:pt x="5238" y="17472"/>
                  <a:pt x="6105" y="19707"/>
                </a:cubicBezTo>
                <a:cubicBezTo>
                  <a:pt x="6339" y="20474"/>
                  <a:pt x="6972" y="21074"/>
                  <a:pt x="7773" y="21208"/>
                </a:cubicBezTo>
                <a:cubicBezTo>
                  <a:pt x="7906" y="21241"/>
                  <a:pt x="8073" y="21241"/>
                  <a:pt x="8207" y="21241"/>
                </a:cubicBezTo>
                <a:cubicBezTo>
                  <a:pt x="9441" y="21241"/>
                  <a:pt x="10909" y="20374"/>
                  <a:pt x="12243" y="18873"/>
                </a:cubicBezTo>
                <a:cubicBezTo>
                  <a:pt x="14611" y="16138"/>
                  <a:pt x="15912" y="12068"/>
                  <a:pt x="15045" y="9833"/>
                </a:cubicBezTo>
                <a:cubicBezTo>
                  <a:pt x="14811" y="9066"/>
                  <a:pt x="14144" y="8499"/>
                  <a:pt x="13377" y="8332"/>
                </a:cubicBezTo>
                <a:cubicBezTo>
                  <a:pt x="13237" y="8307"/>
                  <a:pt x="13094" y="8295"/>
                  <a:pt x="12946" y="8295"/>
                </a:cubicBezTo>
                <a:close/>
                <a:moveTo>
                  <a:pt x="16044" y="413"/>
                </a:moveTo>
                <a:cubicBezTo>
                  <a:pt x="16101" y="413"/>
                  <a:pt x="16165" y="436"/>
                  <a:pt x="16212" y="460"/>
                </a:cubicBezTo>
                <a:cubicBezTo>
                  <a:pt x="16212" y="526"/>
                  <a:pt x="16212" y="593"/>
                  <a:pt x="16212" y="660"/>
                </a:cubicBezTo>
                <a:lnTo>
                  <a:pt x="15478" y="3562"/>
                </a:lnTo>
                <a:cubicBezTo>
                  <a:pt x="15412" y="3996"/>
                  <a:pt x="15612" y="4396"/>
                  <a:pt x="16012" y="4596"/>
                </a:cubicBezTo>
                <a:cubicBezTo>
                  <a:pt x="16146" y="4663"/>
                  <a:pt x="16312" y="4763"/>
                  <a:pt x="16446" y="4863"/>
                </a:cubicBezTo>
                <a:cubicBezTo>
                  <a:pt x="16592" y="4956"/>
                  <a:pt x="16759" y="5001"/>
                  <a:pt x="16926" y="5001"/>
                </a:cubicBezTo>
                <a:cubicBezTo>
                  <a:pt x="17179" y="5001"/>
                  <a:pt x="17432" y="4897"/>
                  <a:pt x="17613" y="4696"/>
                </a:cubicBezTo>
                <a:lnTo>
                  <a:pt x="19581" y="2761"/>
                </a:lnTo>
                <a:cubicBezTo>
                  <a:pt x="19681" y="2628"/>
                  <a:pt x="19848" y="2628"/>
                  <a:pt x="19848" y="2628"/>
                </a:cubicBezTo>
                <a:cubicBezTo>
                  <a:pt x="19848" y="2628"/>
                  <a:pt x="19882" y="2628"/>
                  <a:pt x="19915" y="2695"/>
                </a:cubicBezTo>
                <a:lnTo>
                  <a:pt x="20582" y="4496"/>
                </a:lnTo>
                <a:cubicBezTo>
                  <a:pt x="20649" y="4763"/>
                  <a:pt x="20582" y="5096"/>
                  <a:pt x="20382" y="5330"/>
                </a:cubicBezTo>
                <a:lnTo>
                  <a:pt x="18514" y="7765"/>
                </a:lnTo>
                <a:cubicBezTo>
                  <a:pt x="18247" y="8132"/>
                  <a:pt x="18080" y="8566"/>
                  <a:pt x="18080" y="8999"/>
                </a:cubicBezTo>
                <a:cubicBezTo>
                  <a:pt x="18114" y="9466"/>
                  <a:pt x="18080" y="9967"/>
                  <a:pt x="18047" y="10434"/>
                </a:cubicBezTo>
                <a:cubicBezTo>
                  <a:pt x="18014" y="10634"/>
                  <a:pt x="18080" y="10834"/>
                  <a:pt x="18247" y="11001"/>
                </a:cubicBezTo>
                <a:cubicBezTo>
                  <a:pt x="18381" y="11167"/>
                  <a:pt x="18581" y="11234"/>
                  <a:pt x="18814" y="11234"/>
                </a:cubicBezTo>
                <a:lnTo>
                  <a:pt x="20148" y="11234"/>
                </a:lnTo>
                <a:cubicBezTo>
                  <a:pt x="20315" y="11234"/>
                  <a:pt x="20449" y="11401"/>
                  <a:pt x="20382" y="11568"/>
                </a:cubicBezTo>
                <a:lnTo>
                  <a:pt x="19348" y="14870"/>
                </a:lnTo>
                <a:cubicBezTo>
                  <a:pt x="19181" y="15170"/>
                  <a:pt x="18948" y="15404"/>
                  <a:pt x="18647" y="15504"/>
                </a:cubicBezTo>
                <a:lnTo>
                  <a:pt x="17080" y="15971"/>
                </a:lnTo>
                <a:cubicBezTo>
                  <a:pt x="16613" y="16138"/>
                  <a:pt x="16246" y="16438"/>
                  <a:pt x="16012" y="16871"/>
                </a:cubicBezTo>
                <a:cubicBezTo>
                  <a:pt x="15712" y="17439"/>
                  <a:pt x="15412" y="18006"/>
                  <a:pt x="15078" y="18539"/>
                </a:cubicBezTo>
                <a:cubicBezTo>
                  <a:pt x="14845" y="18906"/>
                  <a:pt x="14778" y="19340"/>
                  <a:pt x="14845" y="19774"/>
                </a:cubicBezTo>
                <a:lnTo>
                  <a:pt x="15278" y="21708"/>
                </a:lnTo>
                <a:cubicBezTo>
                  <a:pt x="15278" y="22008"/>
                  <a:pt x="15178" y="22309"/>
                  <a:pt x="14978" y="22542"/>
                </a:cubicBezTo>
                <a:lnTo>
                  <a:pt x="12810" y="25011"/>
                </a:lnTo>
                <a:cubicBezTo>
                  <a:pt x="12743" y="25111"/>
                  <a:pt x="12643" y="25177"/>
                  <a:pt x="12543" y="25177"/>
                </a:cubicBezTo>
                <a:cubicBezTo>
                  <a:pt x="12510" y="25177"/>
                  <a:pt x="12476" y="25144"/>
                  <a:pt x="12443" y="25111"/>
                </a:cubicBezTo>
                <a:lnTo>
                  <a:pt x="11676" y="23776"/>
                </a:lnTo>
                <a:cubicBezTo>
                  <a:pt x="11576" y="23610"/>
                  <a:pt x="11409" y="23510"/>
                  <a:pt x="11242" y="23476"/>
                </a:cubicBezTo>
                <a:cubicBezTo>
                  <a:pt x="11203" y="23471"/>
                  <a:pt x="11163" y="23468"/>
                  <a:pt x="11123" y="23468"/>
                </a:cubicBezTo>
                <a:cubicBezTo>
                  <a:pt x="10921" y="23468"/>
                  <a:pt x="10703" y="23537"/>
                  <a:pt x="10508" y="23676"/>
                </a:cubicBezTo>
                <a:cubicBezTo>
                  <a:pt x="10208" y="23876"/>
                  <a:pt x="9908" y="24110"/>
                  <a:pt x="9574" y="24277"/>
                </a:cubicBezTo>
                <a:cubicBezTo>
                  <a:pt x="9174" y="24544"/>
                  <a:pt x="8874" y="24877"/>
                  <a:pt x="8674" y="25311"/>
                </a:cubicBezTo>
                <a:lnTo>
                  <a:pt x="7506" y="28313"/>
                </a:lnTo>
                <a:cubicBezTo>
                  <a:pt x="7373" y="28580"/>
                  <a:pt x="7139" y="28780"/>
                  <a:pt x="6839" y="28847"/>
                </a:cubicBezTo>
                <a:lnTo>
                  <a:pt x="5171" y="29114"/>
                </a:lnTo>
                <a:cubicBezTo>
                  <a:pt x="5142" y="29123"/>
                  <a:pt x="5115" y="29127"/>
                  <a:pt x="5091" y="29127"/>
                </a:cubicBezTo>
                <a:cubicBezTo>
                  <a:pt x="5032" y="29127"/>
                  <a:pt x="4985" y="29104"/>
                  <a:pt x="4938" y="29080"/>
                </a:cubicBezTo>
                <a:cubicBezTo>
                  <a:pt x="4904" y="29014"/>
                  <a:pt x="4904" y="28947"/>
                  <a:pt x="4938" y="28913"/>
                </a:cubicBezTo>
                <a:lnTo>
                  <a:pt x="5638" y="25978"/>
                </a:lnTo>
                <a:cubicBezTo>
                  <a:pt x="5738" y="25578"/>
                  <a:pt x="5538" y="25144"/>
                  <a:pt x="5138" y="24944"/>
                </a:cubicBezTo>
                <a:cubicBezTo>
                  <a:pt x="4971" y="24877"/>
                  <a:pt x="4838" y="24777"/>
                  <a:pt x="4671" y="24677"/>
                </a:cubicBezTo>
                <a:cubicBezTo>
                  <a:pt x="4537" y="24577"/>
                  <a:pt x="4371" y="24544"/>
                  <a:pt x="4237" y="24544"/>
                </a:cubicBezTo>
                <a:cubicBezTo>
                  <a:pt x="3937" y="24544"/>
                  <a:pt x="3703" y="24644"/>
                  <a:pt x="3503" y="24844"/>
                </a:cubicBezTo>
                <a:lnTo>
                  <a:pt x="1535" y="26812"/>
                </a:lnTo>
                <a:cubicBezTo>
                  <a:pt x="1435" y="26912"/>
                  <a:pt x="1302" y="26945"/>
                  <a:pt x="1302" y="26945"/>
                </a:cubicBezTo>
                <a:cubicBezTo>
                  <a:pt x="1268" y="26945"/>
                  <a:pt x="1235" y="26912"/>
                  <a:pt x="1235" y="26879"/>
                </a:cubicBezTo>
                <a:lnTo>
                  <a:pt x="534" y="25044"/>
                </a:lnTo>
                <a:cubicBezTo>
                  <a:pt x="468" y="24744"/>
                  <a:pt x="534" y="24444"/>
                  <a:pt x="735" y="24210"/>
                </a:cubicBezTo>
                <a:lnTo>
                  <a:pt x="2603" y="21775"/>
                </a:lnTo>
                <a:cubicBezTo>
                  <a:pt x="2869" y="21408"/>
                  <a:pt x="3036" y="20974"/>
                  <a:pt x="3036" y="20507"/>
                </a:cubicBezTo>
                <a:cubicBezTo>
                  <a:pt x="3036" y="20040"/>
                  <a:pt x="3036" y="19573"/>
                  <a:pt x="3103" y="19106"/>
                </a:cubicBezTo>
                <a:cubicBezTo>
                  <a:pt x="3136" y="18906"/>
                  <a:pt x="3070" y="18706"/>
                  <a:pt x="2903" y="18539"/>
                </a:cubicBezTo>
                <a:cubicBezTo>
                  <a:pt x="2769" y="18373"/>
                  <a:pt x="2569" y="18306"/>
                  <a:pt x="2336" y="18306"/>
                </a:cubicBezTo>
                <a:lnTo>
                  <a:pt x="1001" y="18306"/>
                </a:lnTo>
                <a:cubicBezTo>
                  <a:pt x="935" y="18306"/>
                  <a:pt x="868" y="18272"/>
                  <a:pt x="801" y="18206"/>
                </a:cubicBezTo>
                <a:cubicBezTo>
                  <a:pt x="768" y="18139"/>
                  <a:pt x="768" y="18072"/>
                  <a:pt x="768" y="17972"/>
                </a:cubicBezTo>
                <a:lnTo>
                  <a:pt x="1835" y="14670"/>
                </a:lnTo>
                <a:cubicBezTo>
                  <a:pt x="1935" y="14370"/>
                  <a:pt x="2202" y="14170"/>
                  <a:pt x="2503" y="14036"/>
                </a:cubicBezTo>
                <a:lnTo>
                  <a:pt x="4070" y="13569"/>
                </a:lnTo>
                <a:cubicBezTo>
                  <a:pt x="4504" y="13402"/>
                  <a:pt x="4904" y="13102"/>
                  <a:pt x="5138" y="12702"/>
                </a:cubicBezTo>
                <a:cubicBezTo>
                  <a:pt x="5405" y="12101"/>
                  <a:pt x="5738" y="11534"/>
                  <a:pt x="6038" y="11034"/>
                </a:cubicBezTo>
                <a:cubicBezTo>
                  <a:pt x="6272" y="10634"/>
                  <a:pt x="6372" y="10200"/>
                  <a:pt x="6305" y="9766"/>
                </a:cubicBezTo>
                <a:lnTo>
                  <a:pt x="5838" y="7865"/>
                </a:lnTo>
                <a:cubicBezTo>
                  <a:pt x="5805" y="7565"/>
                  <a:pt x="5905" y="7231"/>
                  <a:pt x="6105" y="7031"/>
                </a:cubicBezTo>
                <a:lnTo>
                  <a:pt x="8273" y="4529"/>
                </a:lnTo>
                <a:cubicBezTo>
                  <a:pt x="8340" y="4463"/>
                  <a:pt x="8440" y="4396"/>
                  <a:pt x="8574" y="4396"/>
                </a:cubicBezTo>
                <a:cubicBezTo>
                  <a:pt x="8574" y="4396"/>
                  <a:pt x="8607" y="4396"/>
                  <a:pt x="8640" y="4463"/>
                </a:cubicBezTo>
                <a:lnTo>
                  <a:pt x="9441" y="5797"/>
                </a:lnTo>
                <a:cubicBezTo>
                  <a:pt x="9508" y="5964"/>
                  <a:pt x="9674" y="6064"/>
                  <a:pt x="9841" y="6097"/>
                </a:cubicBezTo>
                <a:cubicBezTo>
                  <a:pt x="9886" y="6103"/>
                  <a:pt x="9930" y="6105"/>
                  <a:pt x="9974" y="6105"/>
                </a:cubicBezTo>
                <a:cubicBezTo>
                  <a:pt x="10195" y="6105"/>
                  <a:pt x="10408" y="6036"/>
                  <a:pt x="10575" y="5897"/>
                </a:cubicBezTo>
                <a:cubicBezTo>
                  <a:pt x="10875" y="5663"/>
                  <a:pt x="11209" y="5463"/>
                  <a:pt x="11542" y="5263"/>
                </a:cubicBezTo>
                <a:cubicBezTo>
                  <a:pt x="11943" y="5030"/>
                  <a:pt x="12276" y="4663"/>
                  <a:pt x="12476" y="4229"/>
                </a:cubicBezTo>
                <a:lnTo>
                  <a:pt x="13610" y="1227"/>
                </a:lnTo>
                <a:cubicBezTo>
                  <a:pt x="13744" y="960"/>
                  <a:pt x="14011" y="760"/>
                  <a:pt x="14311" y="693"/>
                </a:cubicBezTo>
                <a:lnTo>
                  <a:pt x="15979" y="426"/>
                </a:lnTo>
                <a:cubicBezTo>
                  <a:pt x="15998" y="417"/>
                  <a:pt x="16021" y="413"/>
                  <a:pt x="16044" y="413"/>
                </a:cubicBezTo>
                <a:close/>
                <a:moveTo>
                  <a:pt x="16059" y="1"/>
                </a:moveTo>
                <a:cubicBezTo>
                  <a:pt x="15999" y="1"/>
                  <a:pt x="15939" y="9"/>
                  <a:pt x="15879" y="26"/>
                </a:cubicBezTo>
                <a:lnTo>
                  <a:pt x="14211" y="293"/>
                </a:lnTo>
                <a:cubicBezTo>
                  <a:pt x="13744" y="360"/>
                  <a:pt x="13377" y="693"/>
                  <a:pt x="13177" y="1127"/>
                </a:cubicBezTo>
                <a:lnTo>
                  <a:pt x="12043" y="4129"/>
                </a:lnTo>
                <a:cubicBezTo>
                  <a:pt x="11876" y="4429"/>
                  <a:pt x="11609" y="4729"/>
                  <a:pt x="11309" y="4930"/>
                </a:cubicBezTo>
                <a:cubicBezTo>
                  <a:pt x="10975" y="5096"/>
                  <a:pt x="10642" y="5330"/>
                  <a:pt x="10341" y="5563"/>
                </a:cubicBezTo>
                <a:cubicBezTo>
                  <a:pt x="10260" y="5618"/>
                  <a:pt x="10134" y="5672"/>
                  <a:pt x="10017" y="5672"/>
                </a:cubicBezTo>
                <a:cubicBezTo>
                  <a:pt x="9991" y="5672"/>
                  <a:pt x="9966" y="5670"/>
                  <a:pt x="9941" y="5663"/>
                </a:cubicBezTo>
                <a:cubicBezTo>
                  <a:pt x="9908" y="5663"/>
                  <a:pt x="9874" y="5630"/>
                  <a:pt x="9841" y="5597"/>
                </a:cubicBezTo>
                <a:lnTo>
                  <a:pt x="9041" y="4229"/>
                </a:lnTo>
                <a:cubicBezTo>
                  <a:pt x="8974" y="4062"/>
                  <a:pt x="8807" y="3962"/>
                  <a:pt x="8640" y="3962"/>
                </a:cubicBezTo>
                <a:cubicBezTo>
                  <a:pt x="8613" y="3959"/>
                  <a:pt x="8586" y="3957"/>
                  <a:pt x="8559" y="3957"/>
                </a:cubicBezTo>
                <a:cubicBezTo>
                  <a:pt x="8326" y="3957"/>
                  <a:pt x="8126" y="4083"/>
                  <a:pt x="8006" y="4262"/>
                </a:cubicBezTo>
                <a:lnTo>
                  <a:pt x="5805" y="6731"/>
                </a:lnTo>
                <a:cubicBezTo>
                  <a:pt x="5505" y="7064"/>
                  <a:pt x="5371" y="7531"/>
                  <a:pt x="5438" y="7965"/>
                </a:cubicBezTo>
                <a:lnTo>
                  <a:pt x="5872" y="9866"/>
                </a:lnTo>
                <a:cubicBezTo>
                  <a:pt x="5905" y="10200"/>
                  <a:pt x="5838" y="10534"/>
                  <a:pt x="5671" y="10800"/>
                </a:cubicBezTo>
                <a:cubicBezTo>
                  <a:pt x="5338" y="11334"/>
                  <a:pt x="5038" y="11901"/>
                  <a:pt x="4737" y="12468"/>
                </a:cubicBezTo>
                <a:cubicBezTo>
                  <a:pt x="4571" y="12769"/>
                  <a:pt x="4270" y="13002"/>
                  <a:pt x="3937" y="13135"/>
                </a:cubicBezTo>
                <a:lnTo>
                  <a:pt x="2369" y="13602"/>
                </a:lnTo>
                <a:cubicBezTo>
                  <a:pt x="1935" y="13769"/>
                  <a:pt x="1569" y="14103"/>
                  <a:pt x="1402" y="14536"/>
                </a:cubicBezTo>
                <a:lnTo>
                  <a:pt x="334" y="17872"/>
                </a:lnTo>
                <a:cubicBezTo>
                  <a:pt x="268" y="18072"/>
                  <a:pt x="301" y="18306"/>
                  <a:pt x="434" y="18473"/>
                </a:cubicBezTo>
                <a:cubicBezTo>
                  <a:pt x="568" y="18639"/>
                  <a:pt x="768" y="18739"/>
                  <a:pt x="1001" y="18739"/>
                </a:cubicBezTo>
                <a:lnTo>
                  <a:pt x="2336" y="18739"/>
                </a:lnTo>
                <a:cubicBezTo>
                  <a:pt x="2436" y="18739"/>
                  <a:pt x="2503" y="18773"/>
                  <a:pt x="2569" y="18840"/>
                </a:cubicBezTo>
                <a:cubicBezTo>
                  <a:pt x="2636" y="18906"/>
                  <a:pt x="2669" y="19006"/>
                  <a:pt x="2669" y="19073"/>
                </a:cubicBezTo>
                <a:cubicBezTo>
                  <a:pt x="2603" y="19573"/>
                  <a:pt x="2603" y="20040"/>
                  <a:pt x="2603" y="20541"/>
                </a:cubicBezTo>
                <a:cubicBezTo>
                  <a:pt x="2569" y="20874"/>
                  <a:pt x="2469" y="21208"/>
                  <a:pt x="2269" y="21475"/>
                </a:cubicBezTo>
                <a:lnTo>
                  <a:pt x="368" y="23910"/>
                </a:lnTo>
                <a:cubicBezTo>
                  <a:pt x="67" y="24277"/>
                  <a:pt x="1" y="24744"/>
                  <a:pt x="101" y="25177"/>
                </a:cubicBezTo>
                <a:lnTo>
                  <a:pt x="835" y="27012"/>
                </a:lnTo>
                <a:cubicBezTo>
                  <a:pt x="868" y="27179"/>
                  <a:pt x="1035" y="27312"/>
                  <a:pt x="1202" y="27346"/>
                </a:cubicBezTo>
                <a:cubicBezTo>
                  <a:pt x="1232" y="27350"/>
                  <a:pt x="1262" y="27352"/>
                  <a:pt x="1293" y="27352"/>
                </a:cubicBezTo>
                <a:cubicBezTo>
                  <a:pt x="1502" y="27352"/>
                  <a:pt x="1723" y="27257"/>
                  <a:pt x="1869" y="27112"/>
                </a:cubicBezTo>
                <a:lnTo>
                  <a:pt x="3837" y="25144"/>
                </a:lnTo>
                <a:cubicBezTo>
                  <a:pt x="3921" y="25038"/>
                  <a:pt x="4059" y="24973"/>
                  <a:pt x="4200" y="24973"/>
                </a:cubicBezTo>
                <a:cubicBezTo>
                  <a:pt x="4281" y="24973"/>
                  <a:pt x="4364" y="24995"/>
                  <a:pt x="4437" y="25044"/>
                </a:cubicBezTo>
                <a:cubicBezTo>
                  <a:pt x="4571" y="25144"/>
                  <a:pt x="4771" y="25244"/>
                  <a:pt x="4938" y="25344"/>
                </a:cubicBezTo>
                <a:cubicBezTo>
                  <a:pt x="5138" y="25444"/>
                  <a:pt x="5238" y="25644"/>
                  <a:pt x="5204" y="25878"/>
                </a:cubicBezTo>
                <a:lnTo>
                  <a:pt x="4504" y="28780"/>
                </a:lnTo>
                <a:cubicBezTo>
                  <a:pt x="4437" y="28980"/>
                  <a:pt x="4504" y="29214"/>
                  <a:pt x="4637" y="29380"/>
                </a:cubicBezTo>
                <a:cubicBezTo>
                  <a:pt x="4771" y="29481"/>
                  <a:pt x="4938" y="29547"/>
                  <a:pt x="5104" y="29547"/>
                </a:cubicBezTo>
                <a:lnTo>
                  <a:pt x="5238" y="29514"/>
                </a:lnTo>
                <a:lnTo>
                  <a:pt x="6906" y="29280"/>
                </a:lnTo>
                <a:cubicBezTo>
                  <a:pt x="7373" y="29180"/>
                  <a:pt x="7773" y="28847"/>
                  <a:pt x="7940" y="28446"/>
                </a:cubicBezTo>
                <a:lnTo>
                  <a:pt x="9107" y="25444"/>
                </a:lnTo>
                <a:cubicBezTo>
                  <a:pt x="9241" y="25111"/>
                  <a:pt x="9508" y="24811"/>
                  <a:pt x="9841" y="24644"/>
                </a:cubicBezTo>
                <a:cubicBezTo>
                  <a:pt x="10141" y="24444"/>
                  <a:pt x="10475" y="24210"/>
                  <a:pt x="10808" y="23977"/>
                </a:cubicBezTo>
                <a:cubicBezTo>
                  <a:pt x="10883" y="23902"/>
                  <a:pt x="10977" y="23864"/>
                  <a:pt x="11076" y="23864"/>
                </a:cubicBezTo>
                <a:cubicBezTo>
                  <a:pt x="11109" y="23864"/>
                  <a:pt x="11142" y="23868"/>
                  <a:pt x="11175" y="23876"/>
                </a:cubicBezTo>
                <a:cubicBezTo>
                  <a:pt x="11242" y="23876"/>
                  <a:pt x="11275" y="23910"/>
                  <a:pt x="11309" y="23943"/>
                </a:cubicBezTo>
                <a:lnTo>
                  <a:pt x="12109" y="25311"/>
                </a:lnTo>
                <a:cubicBezTo>
                  <a:pt x="12176" y="25478"/>
                  <a:pt x="12343" y="25578"/>
                  <a:pt x="12510" y="25611"/>
                </a:cubicBezTo>
                <a:cubicBezTo>
                  <a:pt x="12777" y="25611"/>
                  <a:pt x="13010" y="25478"/>
                  <a:pt x="13143" y="25278"/>
                </a:cubicBezTo>
                <a:lnTo>
                  <a:pt x="15345" y="22809"/>
                </a:lnTo>
                <a:cubicBezTo>
                  <a:pt x="15645" y="22475"/>
                  <a:pt x="15779" y="22008"/>
                  <a:pt x="15712" y="21575"/>
                </a:cubicBezTo>
                <a:lnTo>
                  <a:pt x="15278" y="19673"/>
                </a:lnTo>
                <a:cubicBezTo>
                  <a:pt x="15245" y="19340"/>
                  <a:pt x="15312" y="19006"/>
                  <a:pt x="15478" y="18739"/>
                </a:cubicBezTo>
                <a:cubicBezTo>
                  <a:pt x="15812" y="18206"/>
                  <a:pt x="16112" y="17639"/>
                  <a:pt x="16412" y="17072"/>
                </a:cubicBezTo>
                <a:cubicBezTo>
                  <a:pt x="16579" y="16771"/>
                  <a:pt x="16879" y="16538"/>
                  <a:pt x="17213" y="16404"/>
                </a:cubicBezTo>
                <a:lnTo>
                  <a:pt x="18781" y="15937"/>
                </a:lnTo>
                <a:cubicBezTo>
                  <a:pt x="19214" y="15771"/>
                  <a:pt x="19581" y="15437"/>
                  <a:pt x="19748" y="15003"/>
                </a:cubicBezTo>
                <a:lnTo>
                  <a:pt x="20782" y="11668"/>
                </a:lnTo>
                <a:cubicBezTo>
                  <a:pt x="20911" y="11249"/>
                  <a:pt x="20604" y="10799"/>
                  <a:pt x="20162" y="10799"/>
                </a:cubicBezTo>
                <a:cubicBezTo>
                  <a:pt x="20147" y="10799"/>
                  <a:pt x="20131" y="10799"/>
                  <a:pt x="20115" y="10800"/>
                </a:cubicBezTo>
                <a:lnTo>
                  <a:pt x="18814" y="10800"/>
                </a:lnTo>
                <a:cubicBezTo>
                  <a:pt x="18714" y="10800"/>
                  <a:pt x="18614" y="10767"/>
                  <a:pt x="18547" y="10700"/>
                </a:cubicBezTo>
                <a:cubicBezTo>
                  <a:pt x="18481" y="10634"/>
                  <a:pt x="18447" y="10534"/>
                  <a:pt x="18481" y="10467"/>
                </a:cubicBezTo>
                <a:cubicBezTo>
                  <a:pt x="18514" y="9967"/>
                  <a:pt x="18547" y="9500"/>
                  <a:pt x="18547" y="8999"/>
                </a:cubicBezTo>
                <a:cubicBezTo>
                  <a:pt x="18547" y="8666"/>
                  <a:pt x="18681" y="8332"/>
                  <a:pt x="18881" y="8032"/>
                </a:cubicBezTo>
                <a:lnTo>
                  <a:pt x="20782" y="5630"/>
                </a:lnTo>
                <a:cubicBezTo>
                  <a:pt x="21049" y="5297"/>
                  <a:pt x="21149" y="4830"/>
                  <a:pt x="21016" y="4396"/>
                </a:cubicBezTo>
                <a:lnTo>
                  <a:pt x="20315" y="2528"/>
                </a:lnTo>
                <a:cubicBezTo>
                  <a:pt x="20249" y="2361"/>
                  <a:pt x="20115" y="2228"/>
                  <a:pt x="19948" y="2194"/>
                </a:cubicBezTo>
                <a:cubicBezTo>
                  <a:pt x="19914" y="2190"/>
                  <a:pt x="19881" y="2188"/>
                  <a:pt x="19848" y="2188"/>
                </a:cubicBezTo>
                <a:cubicBezTo>
                  <a:pt x="19623" y="2188"/>
                  <a:pt x="19427" y="2286"/>
                  <a:pt x="19281" y="2461"/>
                </a:cubicBezTo>
                <a:lnTo>
                  <a:pt x="17313" y="4396"/>
                </a:lnTo>
                <a:cubicBezTo>
                  <a:pt x="17228" y="4524"/>
                  <a:pt x="17087" y="4584"/>
                  <a:pt x="16945" y="4584"/>
                </a:cubicBezTo>
                <a:cubicBezTo>
                  <a:pt x="16865" y="4584"/>
                  <a:pt x="16784" y="4565"/>
                  <a:pt x="16713" y="4529"/>
                </a:cubicBezTo>
                <a:cubicBezTo>
                  <a:pt x="16546" y="4396"/>
                  <a:pt x="16379" y="4296"/>
                  <a:pt x="16179" y="4229"/>
                </a:cubicBezTo>
                <a:cubicBezTo>
                  <a:pt x="15979" y="4129"/>
                  <a:pt x="15879" y="3896"/>
                  <a:pt x="15912" y="3695"/>
                </a:cubicBezTo>
                <a:lnTo>
                  <a:pt x="16646" y="760"/>
                </a:lnTo>
                <a:cubicBezTo>
                  <a:pt x="16679" y="560"/>
                  <a:pt x="16646" y="360"/>
                  <a:pt x="16513" y="193"/>
                </a:cubicBezTo>
                <a:cubicBezTo>
                  <a:pt x="16389" y="69"/>
                  <a:pt x="16228" y="1"/>
                  <a:pt x="1605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6" name="Google Shape;4116;p72"/>
          <p:cNvSpPr/>
          <p:nvPr/>
        </p:nvSpPr>
        <p:spPr>
          <a:xfrm>
            <a:off x="7748852" y="442124"/>
            <a:ext cx="490066" cy="490265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7" name="Google Shape;4117;p72"/>
          <p:cNvSpPr/>
          <p:nvPr/>
        </p:nvSpPr>
        <p:spPr>
          <a:xfrm>
            <a:off x="2977469" y="768709"/>
            <a:ext cx="350473" cy="350596"/>
          </a:xfrm>
          <a:custGeom>
            <a:avLst/>
            <a:gdLst/>
            <a:ahLst/>
            <a:cxnLst/>
            <a:rect l="l" t="t" r="r" b="b"/>
            <a:pathLst>
              <a:path w="18047" h="18051" extrusionOk="0">
                <a:moveTo>
                  <a:pt x="9019" y="5167"/>
                </a:moveTo>
                <a:cubicBezTo>
                  <a:pt x="9795" y="5167"/>
                  <a:pt x="10570" y="5412"/>
                  <a:pt x="11208" y="5871"/>
                </a:cubicBezTo>
                <a:cubicBezTo>
                  <a:pt x="13977" y="7839"/>
                  <a:pt x="13076" y="12176"/>
                  <a:pt x="9740" y="12809"/>
                </a:cubicBezTo>
                <a:cubicBezTo>
                  <a:pt x="9474" y="12870"/>
                  <a:pt x="9206" y="12899"/>
                  <a:pt x="8941" y="12899"/>
                </a:cubicBezTo>
                <a:cubicBezTo>
                  <a:pt x="8173" y="12899"/>
                  <a:pt x="7424" y="12655"/>
                  <a:pt x="6805" y="12209"/>
                </a:cubicBezTo>
                <a:cubicBezTo>
                  <a:pt x="5571" y="11308"/>
                  <a:pt x="4970" y="9741"/>
                  <a:pt x="5270" y="8240"/>
                </a:cubicBezTo>
                <a:cubicBezTo>
                  <a:pt x="5504" y="7139"/>
                  <a:pt x="6204" y="6205"/>
                  <a:pt x="7205" y="5671"/>
                </a:cubicBezTo>
                <a:cubicBezTo>
                  <a:pt x="7372" y="5571"/>
                  <a:pt x="7505" y="5504"/>
                  <a:pt x="7672" y="5438"/>
                </a:cubicBezTo>
                <a:cubicBezTo>
                  <a:pt x="7872" y="5371"/>
                  <a:pt x="8072" y="5304"/>
                  <a:pt x="8306" y="5237"/>
                </a:cubicBezTo>
                <a:cubicBezTo>
                  <a:pt x="8541" y="5190"/>
                  <a:pt x="8780" y="5167"/>
                  <a:pt x="9019" y="5167"/>
                </a:cubicBezTo>
                <a:close/>
                <a:moveTo>
                  <a:pt x="9077" y="4635"/>
                </a:moveTo>
                <a:cubicBezTo>
                  <a:pt x="8775" y="4635"/>
                  <a:pt x="8472" y="4669"/>
                  <a:pt x="8173" y="4737"/>
                </a:cubicBezTo>
                <a:cubicBezTo>
                  <a:pt x="6471" y="5071"/>
                  <a:pt x="5104" y="6405"/>
                  <a:pt x="4737" y="8139"/>
                </a:cubicBezTo>
                <a:cubicBezTo>
                  <a:pt x="4370" y="9841"/>
                  <a:pt x="5070" y="11609"/>
                  <a:pt x="6505" y="12643"/>
                </a:cubicBezTo>
                <a:cubicBezTo>
                  <a:pt x="7224" y="13164"/>
                  <a:pt x="8091" y="13445"/>
                  <a:pt x="8969" y="13445"/>
                </a:cubicBezTo>
                <a:cubicBezTo>
                  <a:pt x="9271" y="13445"/>
                  <a:pt x="9575" y="13412"/>
                  <a:pt x="9874" y="13343"/>
                </a:cubicBezTo>
                <a:cubicBezTo>
                  <a:pt x="10107" y="13276"/>
                  <a:pt x="10341" y="13210"/>
                  <a:pt x="10574" y="13143"/>
                </a:cubicBezTo>
                <a:cubicBezTo>
                  <a:pt x="10741" y="13043"/>
                  <a:pt x="10941" y="12976"/>
                  <a:pt x="11108" y="12876"/>
                </a:cubicBezTo>
                <a:cubicBezTo>
                  <a:pt x="13977" y="11342"/>
                  <a:pt x="14210" y="7306"/>
                  <a:pt x="11542" y="5438"/>
                </a:cubicBezTo>
                <a:cubicBezTo>
                  <a:pt x="10822" y="4916"/>
                  <a:pt x="9955" y="4635"/>
                  <a:pt x="9077" y="4635"/>
                </a:cubicBezTo>
                <a:close/>
                <a:moveTo>
                  <a:pt x="9407" y="567"/>
                </a:moveTo>
                <a:cubicBezTo>
                  <a:pt x="10341" y="601"/>
                  <a:pt x="11241" y="768"/>
                  <a:pt x="12109" y="1134"/>
                </a:cubicBezTo>
                <a:lnTo>
                  <a:pt x="11842" y="2502"/>
                </a:lnTo>
                <a:cubicBezTo>
                  <a:pt x="11808" y="2602"/>
                  <a:pt x="11875" y="2736"/>
                  <a:pt x="11975" y="2802"/>
                </a:cubicBezTo>
                <a:cubicBezTo>
                  <a:pt x="12642" y="3103"/>
                  <a:pt x="13276" y="3536"/>
                  <a:pt x="13810" y="4037"/>
                </a:cubicBezTo>
                <a:cubicBezTo>
                  <a:pt x="13852" y="4100"/>
                  <a:pt x="13921" y="4123"/>
                  <a:pt x="13992" y="4123"/>
                </a:cubicBezTo>
                <a:cubicBezTo>
                  <a:pt x="14032" y="4123"/>
                  <a:pt x="14073" y="4115"/>
                  <a:pt x="14110" y="4103"/>
                </a:cubicBezTo>
                <a:lnTo>
                  <a:pt x="15278" y="3336"/>
                </a:lnTo>
                <a:cubicBezTo>
                  <a:pt x="15611" y="3670"/>
                  <a:pt x="15878" y="4037"/>
                  <a:pt x="16145" y="4437"/>
                </a:cubicBezTo>
                <a:cubicBezTo>
                  <a:pt x="16378" y="4804"/>
                  <a:pt x="16612" y="5204"/>
                  <a:pt x="16779" y="5638"/>
                </a:cubicBezTo>
                <a:lnTo>
                  <a:pt x="15611" y="6405"/>
                </a:lnTo>
                <a:cubicBezTo>
                  <a:pt x="15511" y="6472"/>
                  <a:pt x="15478" y="6605"/>
                  <a:pt x="15511" y="6705"/>
                </a:cubicBezTo>
                <a:cubicBezTo>
                  <a:pt x="15778" y="7406"/>
                  <a:pt x="15911" y="8139"/>
                  <a:pt x="15945" y="8907"/>
                </a:cubicBezTo>
                <a:cubicBezTo>
                  <a:pt x="15945" y="9007"/>
                  <a:pt x="16011" y="9107"/>
                  <a:pt x="16145" y="9140"/>
                </a:cubicBezTo>
                <a:lnTo>
                  <a:pt x="17513" y="9440"/>
                </a:lnTo>
                <a:cubicBezTo>
                  <a:pt x="17479" y="10341"/>
                  <a:pt x="17279" y="11275"/>
                  <a:pt x="16945" y="12109"/>
                </a:cubicBezTo>
                <a:lnTo>
                  <a:pt x="15578" y="11842"/>
                </a:lnTo>
                <a:lnTo>
                  <a:pt x="15411" y="11842"/>
                </a:lnTo>
                <a:cubicBezTo>
                  <a:pt x="15344" y="11875"/>
                  <a:pt x="15311" y="11909"/>
                  <a:pt x="15278" y="11976"/>
                </a:cubicBezTo>
                <a:cubicBezTo>
                  <a:pt x="14944" y="12643"/>
                  <a:pt x="14544" y="13276"/>
                  <a:pt x="14010" y="13810"/>
                </a:cubicBezTo>
                <a:cubicBezTo>
                  <a:pt x="13943" y="13877"/>
                  <a:pt x="13910" y="14044"/>
                  <a:pt x="14010" y="14144"/>
                </a:cubicBezTo>
                <a:lnTo>
                  <a:pt x="14744" y="15311"/>
                </a:lnTo>
                <a:cubicBezTo>
                  <a:pt x="14410" y="15611"/>
                  <a:pt x="14043" y="15912"/>
                  <a:pt x="13676" y="16145"/>
                </a:cubicBezTo>
                <a:cubicBezTo>
                  <a:pt x="13276" y="16412"/>
                  <a:pt x="12876" y="16612"/>
                  <a:pt x="12442" y="16812"/>
                </a:cubicBezTo>
                <a:lnTo>
                  <a:pt x="11675" y="15645"/>
                </a:lnTo>
                <a:cubicBezTo>
                  <a:pt x="11624" y="15543"/>
                  <a:pt x="11534" y="15499"/>
                  <a:pt x="11435" y="15499"/>
                </a:cubicBezTo>
                <a:cubicBezTo>
                  <a:pt x="11404" y="15499"/>
                  <a:pt x="11373" y="15504"/>
                  <a:pt x="11341" y="15511"/>
                </a:cubicBezTo>
                <a:cubicBezTo>
                  <a:pt x="10641" y="15778"/>
                  <a:pt x="9907" y="15912"/>
                  <a:pt x="9173" y="15945"/>
                </a:cubicBezTo>
                <a:cubicBezTo>
                  <a:pt x="9040" y="15945"/>
                  <a:pt x="8940" y="16012"/>
                  <a:pt x="8906" y="16145"/>
                </a:cubicBezTo>
                <a:lnTo>
                  <a:pt x="8640" y="17479"/>
                </a:lnTo>
                <a:cubicBezTo>
                  <a:pt x="7706" y="17479"/>
                  <a:pt x="6805" y="17279"/>
                  <a:pt x="5938" y="16946"/>
                </a:cubicBezTo>
                <a:lnTo>
                  <a:pt x="6238" y="15578"/>
                </a:lnTo>
                <a:cubicBezTo>
                  <a:pt x="6238" y="15445"/>
                  <a:pt x="6171" y="15311"/>
                  <a:pt x="6071" y="15278"/>
                </a:cubicBezTo>
                <a:cubicBezTo>
                  <a:pt x="5404" y="14944"/>
                  <a:pt x="4770" y="14544"/>
                  <a:pt x="4236" y="14010"/>
                </a:cubicBezTo>
                <a:cubicBezTo>
                  <a:pt x="4195" y="13969"/>
                  <a:pt x="4128" y="13941"/>
                  <a:pt x="4052" y="13941"/>
                </a:cubicBezTo>
                <a:cubicBezTo>
                  <a:pt x="4005" y="13941"/>
                  <a:pt x="3954" y="13952"/>
                  <a:pt x="3903" y="13977"/>
                </a:cubicBezTo>
                <a:lnTo>
                  <a:pt x="2735" y="14744"/>
                </a:lnTo>
                <a:cubicBezTo>
                  <a:pt x="2435" y="14411"/>
                  <a:pt x="2168" y="14044"/>
                  <a:pt x="1901" y="13643"/>
                </a:cubicBezTo>
                <a:cubicBezTo>
                  <a:pt x="1668" y="13276"/>
                  <a:pt x="1434" y="12876"/>
                  <a:pt x="1268" y="12443"/>
                </a:cubicBezTo>
                <a:lnTo>
                  <a:pt x="2435" y="11675"/>
                </a:lnTo>
                <a:cubicBezTo>
                  <a:pt x="2535" y="11609"/>
                  <a:pt x="2569" y="11475"/>
                  <a:pt x="2535" y="11375"/>
                </a:cubicBezTo>
                <a:cubicBezTo>
                  <a:pt x="2268" y="10675"/>
                  <a:pt x="2135" y="9941"/>
                  <a:pt x="2102" y="9207"/>
                </a:cubicBezTo>
                <a:cubicBezTo>
                  <a:pt x="2102" y="9073"/>
                  <a:pt x="2001" y="8973"/>
                  <a:pt x="1901" y="8940"/>
                </a:cubicBezTo>
                <a:lnTo>
                  <a:pt x="534" y="8673"/>
                </a:lnTo>
                <a:cubicBezTo>
                  <a:pt x="567" y="7739"/>
                  <a:pt x="767" y="6805"/>
                  <a:pt x="1101" y="5971"/>
                </a:cubicBezTo>
                <a:lnTo>
                  <a:pt x="2468" y="6238"/>
                </a:lnTo>
                <a:cubicBezTo>
                  <a:pt x="2491" y="6244"/>
                  <a:pt x="2514" y="6247"/>
                  <a:pt x="2537" y="6247"/>
                </a:cubicBezTo>
                <a:cubicBezTo>
                  <a:pt x="2645" y="6247"/>
                  <a:pt x="2741" y="6182"/>
                  <a:pt x="2769" y="6071"/>
                </a:cubicBezTo>
                <a:cubicBezTo>
                  <a:pt x="3102" y="5404"/>
                  <a:pt x="3503" y="4804"/>
                  <a:pt x="4036" y="4270"/>
                </a:cubicBezTo>
                <a:cubicBezTo>
                  <a:pt x="4103" y="4170"/>
                  <a:pt x="4136" y="4037"/>
                  <a:pt x="4070" y="3936"/>
                </a:cubicBezTo>
                <a:lnTo>
                  <a:pt x="3302" y="2769"/>
                </a:lnTo>
                <a:cubicBezTo>
                  <a:pt x="3636" y="2435"/>
                  <a:pt x="4003" y="2169"/>
                  <a:pt x="4403" y="1902"/>
                </a:cubicBezTo>
                <a:cubicBezTo>
                  <a:pt x="4770" y="1668"/>
                  <a:pt x="5170" y="1435"/>
                  <a:pt x="5604" y="1268"/>
                </a:cubicBezTo>
                <a:lnTo>
                  <a:pt x="6371" y="2435"/>
                </a:lnTo>
                <a:cubicBezTo>
                  <a:pt x="6421" y="2510"/>
                  <a:pt x="6509" y="2548"/>
                  <a:pt x="6606" y="2548"/>
                </a:cubicBezTo>
                <a:cubicBezTo>
                  <a:pt x="6638" y="2548"/>
                  <a:pt x="6671" y="2544"/>
                  <a:pt x="6705" y="2535"/>
                </a:cubicBezTo>
                <a:cubicBezTo>
                  <a:pt x="7372" y="2269"/>
                  <a:pt x="8139" y="2135"/>
                  <a:pt x="8873" y="2102"/>
                </a:cubicBezTo>
                <a:cubicBezTo>
                  <a:pt x="9006" y="2102"/>
                  <a:pt x="9107" y="2035"/>
                  <a:pt x="9107" y="1902"/>
                </a:cubicBezTo>
                <a:lnTo>
                  <a:pt x="9407" y="567"/>
                </a:lnTo>
                <a:close/>
                <a:moveTo>
                  <a:pt x="9407" y="0"/>
                </a:moveTo>
                <a:cubicBezTo>
                  <a:pt x="9173" y="0"/>
                  <a:pt x="8940" y="167"/>
                  <a:pt x="8873" y="434"/>
                </a:cubicBezTo>
                <a:lnTo>
                  <a:pt x="8640" y="1601"/>
                </a:lnTo>
                <a:cubicBezTo>
                  <a:pt x="7972" y="1635"/>
                  <a:pt x="7339" y="1768"/>
                  <a:pt x="6705" y="1968"/>
                </a:cubicBezTo>
                <a:lnTo>
                  <a:pt x="6071" y="968"/>
                </a:lnTo>
                <a:cubicBezTo>
                  <a:pt x="5978" y="804"/>
                  <a:pt x="5802" y="722"/>
                  <a:pt x="5626" y="722"/>
                </a:cubicBezTo>
                <a:cubicBezTo>
                  <a:pt x="5550" y="722"/>
                  <a:pt x="5474" y="738"/>
                  <a:pt x="5404" y="768"/>
                </a:cubicBezTo>
                <a:cubicBezTo>
                  <a:pt x="4970" y="968"/>
                  <a:pt x="4537" y="1201"/>
                  <a:pt x="4103" y="1468"/>
                </a:cubicBezTo>
                <a:cubicBezTo>
                  <a:pt x="3703" y="1735"/>
                  <a:pt x="3302" y="2035"/>
                  <a:pt x="2935" y="2369"/>
                </a:cubicBezTo>
                <a:cubicBezTo>
                  <a:pt x="2735" y="2535"/>
                  <a:pt x="2702" y="2836"/>
                  <a:pt x="2869" y="3036"/>
                </a:cubicBezTo>
                <a:lnTo>
                  <a:pt x="3503" y="4037"/>
                </a:lnTo>
                <a:cubicBezTo>
                  <a:pt x="3069" y="4537"/>
                  <a:pt x="2702" y="5071"/>
                  <a:pt x="2402" y="5671"/>
                </a:cubicBezTo>
                <a:lnTo>
                  <a:pt x="1234" y="5404"/>
                </a:lnTo>
                <a:cubicBezTo>
                  <a:pt x="1207" y="5401"/>
                  <a:pt x="1180" y="5399"/>
                  <a:pt x="1154" y="5399"/>
                </a:cubicBezTo>
                <a:cubicBezTo>
                  <a:pt x="921" y="5399"/>
                  <a:pt x="724" y="5528"/>
                  <a:pt x="634" y="5738"/>
                </a:cubicBezTo>
                <a:cubicBezTo>
                  <a:pt x="267" y="6672"/>
                  <a:pt x="67" y="7639"/>
                  <a:pt x="0" y="8640"/>
                </a:cubicBezTo>
                <a:cubicBezTo>
                  <a:pt x="0" y="8907"/>
                  <a:pt x="167" y="9107"/>
                  <a:pt x="434" y="9174"/>
                </a:cubicBezTo>
                <a:lnTo>
                  <a:pt x="1601" y="9440"/>
                </a:lnTo>
                <a:cubicBezTo>
                  <a:pt x="1635" y="10074"/>
                  <a:pt x="1768" y="10741"/>
                  <a:pt x="1968" y="11342"/>
                </a:cubicBezTo>
                <a:lnTo>
                  <a:pt x="934" y="12009"/>
                </a:lnTo>
                <a:cubicBezTo>
                  <a:pt x="734" y="12142"/>
                  <a:pt x="667" y="12409"/>
                  <a:pt x="767" y="12643"/>
                </a:cubicBezTo>
                <a:cubicBezTo>
                  <a:pt x="934" y="13110"/>
                  <a:pt x="1168" y="13543"/>
                  <a:pt x="1434" y="13944"/>
                </a:cubicBezTo>
                <a:cubicBezTo>
                  <a:pt x="1735" y="14377"/>
                  <a:pt x="2035" y="14744"/>
                  <a:pt x="2368" y="15144"/>
                </a:cubicBezTo>
                <a:cubicBezTo>
                  <a:pt x="2466" y="15242"/>
                  <a:pt x="2597" y="15294"/>
                  <a:pt x="2735" y="15294"/>
                </a:cubicBezTo>
                <a:cubicBezTo>
                  <a:pt x="2835" y="15294"/>
                  <a:pt x="2938" y="15267"/>
                  <a:pt x="3036" y="15211"/>
                </a:cubicBezTo>
                <a:lnTo>
                  <a:pt x="4036" y="14544"/>
                </a:lnTo>
                <a:cubicBezTo>
                  <a:pt x="4537" y="15011"/>
                  <a:pt x="5070" y="15378"/>
                  <a:pt x="5637" y="15678"/>
                </a:cubicBezTo>
                <a:lnTo>
                  <a:pt x="5404" y="16846"/>
                </a:lnTo>
                <a:cubicBezTo>
                  <a:pt x="5337" y="17079"/>
                  <a:pt x="5471" y="17346"/>
                  <a:pt x="5704" y="17446"/>
                </a:cubicBezTo>
                <a:cubicBezTo>
                  <a:pt x="6638" y="17813"/>
                  <a:pt x="7639" y="18013"/>
                  <a:pt x="8640" y="18047"/>
                </a:cubicBezTo>
                <a:cubicBezTo>
                  <a:pt x="8657" y="18049"/>
                  <a:pt x="8674" y="18050"/>
                  <a:pt x="8691" y="18050"/>
                </a:cubicBezTo>
                <a:cubicBezTo>
                  <a:pt x="8907" y="18050"/>
                  <a:pt x="9111" y="17863"/>
                  <a:pt x="9173" y="17646"/>
                </a:cubicBezTo>
                <a:lnTo>
                  <a:pt x="9407" y="16479"/>
                </a:lnTo>
                <a:cubicBezTo>
                  <a:pt x="10074" y="16412"/>
                  <a:pt x="10708" y="16312"/>
                  <a:pt x="11341" y="16112"/>
                </a:cubicBezTo>
                <a:lnTo>
                  <a:pt x="12009" y="17113"/>
                </a:lnTo>
                <a:cubicBezTo>
                  <a:pt x="12106" y="17259"/>
                  <a:pt x="12258" y="17352"/>
                  <a:pt x="12423" y="17352"/>
                </a:cubicBezTo>
                <a:cubicBezTo>
                  <a:pt x="12484" y="17352"/>
                  <a:pt x="12546" y="17340"/>
                  <a:pt x="12609" y="17313"/>
                </a:cubicBezTo>
                <a:cubicBezTo>
                  <a:pt x="12876" y="17213"/>
                  <a:pt x="13109" y="17079"/>
                  <a:pt x="13343" y="16946"/>
                </a:cubicBezTo>
                <a:cubicBezTo>
                  <a:pt x="13576" y="16812"/>
                  <a:pt x="13777" y="16746"/>
                  <a:pt x="13943" y="16612"/>
                </a:cubicBezTo>
                <a:cubicBezTo>
                  <a:pt x="14344" y="16345"/>
                  <a:pt x="14744" y="16045"/>
                  <a:pt x="15111" y="15712"/>
                </a:cubicBezTo>
                <a:cubicBezTo>
                  <a:pt x="15311" y="15511"/>
                  <a:pt x="15344" y="15245"/>
                  <a:pt x="15211" y="15044"/>
                </a:cubicBezTo>
                <a:lnTo>
                  <a:pt x="14544" y="14010"/>
                </a:lnTo>
                <a:cubicBezTo>
                  <a:pt x="14977" y="13543"/>
                  <a:pt x="15344" y="12976"/>
                  <a:pt x="15645" y="12409"/>
                </a:cubicBezTo>
                <a:lnTo>
                  <a:pt x="16845" y="12643"/>
                </a:lnTo>
                <a:cubicBezTo>
                  <a:pt x="16886" y="12654"/>
                  <a:pt x="16928" y="12660"/>
                  <a:pt x="16969" y="12660"/>
                </a:cubicBezTo>
                <a:cubicBezTo>
                  <a:pt x="17166" y="12660"/>
                  <a:pt x="17357" y="12535"/>
                  <a:pt x="17412" y="12342"/>
                </a:cubicBezTo>
                <a:cubicBezTo>
                  <a:pt x="17779" y="11408"/>
                  <a:pt x="18013" y="10408"/>
                  <a:pt x="18046" y="9407"/>
                </a:cubicBezTo>
                <a:cubicBezTo>
                  <a:pt x="18046" y="9174"/>
                  <a:pt x="17879" y="8940"/>
                  <a:pt x="17613" y="8873"/>
                </a:cubicBezTo>
                <a:lnTo>
                  <a:pt x="16445" y="8640"/>
                </a:lnTo>
                <a:cubicBezTo>
                  <a:pt x="16412" y="7973"/>
                  <a:pt x="16312" y="7339"/>
                  <a:pt x="16112" y="6705"/>
                </a:cubicBezTo>
                <a:lnTo>
                  <a:pt x="17112" y="6071"/>
                </a:lnTo>
                <a:cubicBezTo>
                  <a:pt x="17312" y="5938"/>
                  <a:pt x="17412" y="5671"/>
                  <a:pt x="17312" y="5438"/>
                </a:cubicBezTo>
                <a:cubicBezTo>
                  <a:pt x="17112" y="4971"/>
                  <a:pt x="16879" y="4537"/>
                  <a:pt x="16612" y="4103"/>
                </a:cubicBezTo>
                <a:cubicBezTo>
                  <a:pt x="16345" y="3703"/>
                  <a:pt x="16011" y="3303"/>
                  <a:pt x="15678" y="2936"/>
                </a:cubicBezTo>
                <a:cubicBezTo>
                  <a:pt x="15583" y="2822"/>
                  <a:pt x="15456" y="2762"/>
                  <a:pt x="15321" y="2762"/>
                </a:cubicBezTo>
                <a:cubicBezTo>
                  <a:pt x="15219" y="2762"/>
                  <a:pt x="15112" y="2797"/>
                  <a:pt x="15011" y="2869"/>
                </a:cubicBezTo>
                <a:lnTo>
                  <a:pt x="14010" y="3503"/>
                </a:lnTo>
                <a:cubicBezTo>
                  <a:pt x="13543" y="3069"/>
                  <a:pt x="12976" y="2702"/>
                  <a:pt x="12409" y="2402"/>
                </a:cubicBezTo>
                <a:lnTo>
                  <a:pt x="12642" y="1235"/>
                </a:lnTo>
                <a:cubicBezTo>
                  <a:pt x="12709" y="968"/>
                  <a:pt x="12576" y="734"/>
                  <a:pt x="12342" y="634"/>
                </a:cubicBezTo>
                <a:cubicBezTo>
                  <a:pt x="11408" y="267"/>
                  <a:pt x="10407" y="67"/>
                  <a:pt x="94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F99D9020-AA3E-4CCC-5F33-BC842FFFA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43524"/>
            <a:ext cx="2982999" cy="15963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B45E72-B831-71A0-767E-ECACFAA43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392" y="2895096"/>
            <a:ext cx="2088876" cy="11725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obotics Technology Business Plan">
  <a:themeElements>
    <a:clrScheme name="Simple Light">
      <a:dk1>
        <a:srgbClr val="25194E"/>
      </a:dk1>
      <a:lt1>
        <a:srgbClr val="C8DD1B"/>
      </a:lt1>
      <a:dk2>
        <a:srgbClr val="C4C1C2"/>
      </a:dk2>
      <a:lt2>
        <a:srgbClr val="FFFFFF"/>
      </a:lt2>
      <a:accent1>
        <a:srgbClr val="455A64"/>
      </a:accent1>
      <a:accent2>
        <a:srgbClr val="37474F"/>
      </a:accent2>
      <a:accent3>
        <a:srgbClr val="614E9F"/>
      </a:accent3>
      <a:accent4>
        <a:srgbClr val="9282CB"/>
      </a:accent4>
      <a:accent5>
        <a:srgbClr val="9AAA17"/>
      </a:accent5>
      <a:accent6>
        <a:srgbClr val="F5FFA5"/>
      </a:accent6>
      <a:hlink>
        <a:srgbClr val="25194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453</Words>
  <Application>Microsoft Office PowerPoint</Application>
  <PresentationFormat>On-screen Show (16:9)</PresentationFormat>
  <Paragraphs>164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Big Shoulders Display</vt:lpstr>
      <vt:lpstr>Roboto Slab Light</vt:lpstr>
      <vt:lpstr>Roboto Slab</vt:lpstr>
      <vt:lpstr>Bebas Neue</vt:lpstr>
      <vt:lpstr>Arial</vt:lpstr>
      <vt:lpstr>Robotics Technology Business Plan</vt:lpstr>
      <vt:lpstr>GROWISE:  AI POWERED DYNAMIC LEARNING PLATFORM </vt:lpstr>
      <vt:lpstr>01</vt:lpstr>
      <vt:lpstr>01</vt:lpstr>
      <vt:lpstr>THE PROBLEM</vt:lpstr>
      <vt:lpstr>THE PROBLEM</vt:lpstr>
      <vt:lpstr>THE PROBLEM</vt:lpstr>
      <vt:lpstr>THE PROBLEM</vt:lpstr>
      <vt:lpstr>THE PROBLEM</vt:lpstr>
      <vt:lpstr>01</vt:lpstr>
      <vt:lpstr>01</vt:lpstr>
      <vt:lpstr>OUR VISION</vt:lpstr>
      <vt:lpstr>OUR VISION</vt:lpstr>
      <vt:lpstr>OUR VISION</vt:lpstr>
      <vt:lpstr>OUR VISION</vt:lpstr>
      <vt:lpstr>THREE PILLAR AI ARCHITECTURE</vt:lpstr>
      <vt:lpstr>THREE PILLAR AI ARCHITECTURE</vt:lpstr>
      <vt:lpstr>THREE PILLAR AI ARCHITECTURE</vt:lpstr>
      <vt:lpstr>THREE PILLAR AI ARCHITECTURE</vt:lpstr>
      <vt:lpstr>THREE PILLAR AI ARCHITECTURE</vt:lpstr>
      <vt:lpstr>PowerPoint Presentation</vt:lpstr>
      <vt:lpstr>01</vt:lpstr>
      <vt:lpstr>01</vt:lpstr>
      <vt:lpstr>Future Development </vt:lpstr>
      <vt:lpstr>01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umair imran</cp:lastModifiedBy>
  <cp:revision>13</cp:revision>
  <dcterms:modified xsi:type="dcterms:W3CDTF">2026-03-26T06:42:50Z</dcterms:modified>
</cp:coreProperties>
</file>